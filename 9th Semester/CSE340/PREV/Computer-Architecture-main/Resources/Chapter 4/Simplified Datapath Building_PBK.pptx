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iEdwOyFYNJGeChBfnzpfwaBt7/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5" name="Google Shape;4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3" name="Google Shape;5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5708947" y="4590617"/>
            <a:ext cx="2815709" cy="1334366"/>
            <a:chOff x="1881188" y="2951765"/>
            <a:chExt cx="2815709" cy="1334366"/>
          </a:xfrm>
        </p:grpSpPr>
        <p:grpSp>
          <p:nvGrpSpPr>
            <p:cNvPr id="85" name="Google Shape;85;p1"/>
            <p:cNvGrpSpPr/>
            <p:nvPr/>
          </p:nvGrpSpPr>
          <p:grpSpPr>
            <a:xfrm>
              <a:off x="1881188" y="2951765"/>
              <a:ext cx="2815709" cy="1334366"/>
              <a:chOff x="815968" y="1438776"/>
              <a:chExt cx="3822278" cy="2172832"/>
            </a:xfrm>
          </p:grpSpPr>
          <p:sp>
            <p:nvSpPr>
              <p:cNvPr id="86" name="Google Shape;86;p1"/>
              <p:cNvSpPr/>
              <p:nvPr/>
            </p:nvSpPr>
            <p:spPr>
              <a:xfrm>
                <a:off x="1601784" y="1438776"/>
                <a:ext cx="1807862" cy="2172832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7" name="Google Shape;87;p1"/>
              <p:cNvCxnSpPr/>
              <p:nvPr/>
            </p:nvCxnSpPr>
            <p:spPr>
              <a:xfrm>
                <a:off x="815968" y="1971039"/>
                <a:ext cx="781825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88" name="Google Shape;88;p1"/>
              <p:cNvCxnSpPr/>
              <p:nvPr/>
            </p:nvCxnSpPr>
            <p:spPr>
              <a:xfrm>
                <a:off x="3419420" y="2556105"/>
                <a:ext cx="1218826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89" name="Google Shape;89;p1"/>
            <p:cNvSpPr txBox="1"/>
            <p:nvPr/>
          </p:nvSpPr>
          <p:spPr>
            <a:xfrm>
              <a:off x="2432494" y="3124102"/>
              <a:ext cx="53343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 Address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3748306" y="3417973"/>
              <a:ext cx="755077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Instruction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2739558" y="3474518"/>
              <a:ext cx="73906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Instruction Memory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2745330" y="3474518"/>
              <a:ext cx="733289" cy="40011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"/>
          <p:cNvGrpSpPr/>
          <p:nvPr/>
        </p:nvGrpSpPr>
        <p:grpSpPr>
          <a:xfrm>
            <a:off x="4473924" y="3899577"/>
            <a:ext cx="735151" cy="2029749"/>
            <a:chOff x="455138" y="2336298"/>
            <a:chExt cx="808512" cy="1484417"/>
          </a:xfrm>
        </p:grpSpPr>
        <p:grpSp>
          <p:nvGrpSpPr>
            <p:cNvPr id="94" name="Google Shape;94;p1"/>
            <p:cNvGrpSpPr/>
            <p:nvPr/>
          </p:nvGrpSpPr>
          <p:grpSpPr>
            <a:xfrm>
              <a:off x="455138" y="2336298"/>
              <a:ext cx="447758" cy="1484417"/>
              <a:chOff x="278662" y="2396703"/>
              <a:chExt cx="447758" cy="1484417"/>
            </a:xfrm>
          </p:grpSpPr>
          <p:sp>
            <p:nvSpPr>
              <p:cNvPr id="95" name="Google Shape;95;p1"/>
              <p:cNvSpPr/>
              <p:nvPr/>
            </p:nvSpPr>
            <p:spPr>
              <a:xfrm>
                <a:off x="330200" y="2396703"/>
                <a:ext cx="314930" cy="1484417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"/>
              <p:cNvSpPr txBox="1"/>
              <p:nvPr/>
            </p:nvSpPr>
            <p:spPr>
              <a:xfrm>
                <a:off x="278662" y="2977201"/>
                <a:ext cx="44775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97" name="Google Shape;97;p1"/>
            <p:cNvCxnSpPr/>
            <p:nvPr/>
          </p:nvCxnSpPr>
          <p:spPr>
            <a:xfrm>
              <a:off x="825500" y="3078506"/>
              <a:ext cx="4381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98" name="Google Shape;98;p1"/>
          <p:cNvGrpSpPr/>
          <p:nvPr/>
        </p:nvGrpSpPr>
        <p:grpSpPr>
          <a:xfrm>
            <a:off x="6310398" y="2601421"/>
            <a:ext cx="1575428" cy="1207067"/>
            <a:chOff x="7542107" y="2608008"/>
            <a:chExt cx="1575428" cy="1207067"/>
          </a:xfrm>
        </p:grpSpPr>
        <p:grpSp>
          <p:nvGrpSpPr>
            <p:cNvPr id="99" name="Google Shape;99;p1"/>
            <p:cNvGrpSpPr/>
            <p:nvPr/>
          </p:nvGrpSpPr>
          <p:grpSpPr>
            <a:xfrm>
              <a:off x="7542107" y="2715731"/>
              <a:ext cx="1462943" cy="1099344"/>
              <a:chOff x="7171267" y="2535862"/>
              <a:chExt cx="2696102" cy="1590491"/>
            </a:xfrm>
          </p:grpSpPr>
          <p:sp>
            <p:nvSpPr>
              <p:cNvPr id="100" name="Google Shape;100;p1"/>
              <p:cNvSpPr/>
              <p:nvPr/>
            </p:nvSpPr>
            <p:spPr>
              <a:xfrm rot="-5400000">
                <a:off x="7726191" y="2791624"/>
                <a:ext cx="1590491" cy="1078966"/>
              </a:xfrm>
              <a:prstGeom prst="flowChartManualOperation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 rot="5400000">
                <a:off x="7884820" y="3187300"/>
                <a:ext cx="516826" cy="331034"/>
              </a:xfrm>
              <a:prstGeom prst="triangle">
                <a:avLst>
                  <a:gd fmla="val 50000" name="adj"/>
                </a:avLst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02" name="Google Shape;102;p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316080" y="3104989"/>
                <a:ext cx="678832" cy="518212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03" name="Google Shape;103;p1"/>
              <p:cNvCxnSpPr>
                <a:stCxn id="101" idx="2"/>
                <a:endCxn id="101" idx="0"/>
              </p:cNvCxnSpPr>
              <p:nvPr/>
            </p:nvCxnSpPr>
            <p:spPr>
              <a:xfrm>
                <a:off x="7977716" y="3094404"/>
                <a:ext cx="330900" cy="25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" name="Google Shape;104;p1"/>
              <p:cNvCxnSpPr>
                <a:stCxn id="101" idx="4"/>
                <a:endCxn id="101" idx="0"/>
              </p:cNvCxnSpPr>
              <p:nvPr/>
            </p:nvCxnSpPr>
            <p:spPr>
              <a:xfrm flipH="1" rot="10800000">
                <a:off x="7977716" y="3352930"/>
                <a:ext cx="330900" cy="25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" name="Google Shape;105;p1"/>
              <p:cNvCxnSpPr/>
              <p:nvPr/>
            </p:nvCxnSpPr>
            <p:spPr>
              <a:xfrm>
                <a:off x="7171267" y="2849861"/>
                <a:ext cx="8064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06" name="Google Shape;106;p1"/>
              <p:cNvCxnSpPr/>
              <p:nvPr/>
            </p:nvCxnSpPr>
            <p:spPr>
              <a:xfrm>
                <a:off x="7171267" y="3854502"/>
                <a:ext cx="8064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07" name="Google Shape;107;p1"/>
              <p:cNvCxnSpPr/>
              <p:nvPr/>
            </p:nvCxnSpPr>
            <p:spPr>
              <a:xfrm>
                <a:off x="9060920" y="3099484"/>
                <a:ext cx="80644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108" name="Google Shape;108;p1"/>
            <p:cNvSpPr txBox="1"/>
            <p:nvPr/>
          </p:nvSpPr>
          <p:spPr>
            <a:xfrm>
              <a:off x="8098807" y="3141911"/>
              <a:ext cx="529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"/>
            <p:cNvSpPr txBox="1"/>
            <p:nvPr/>
          </p:nvSpPr>
          <p:spPr>
            <a:xfrm>
              <a:off x="8588368" y="2908752"/>
              <a:ext cx="529167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" name="Google Shape;110;p1"/>
            <p:cNvSpPr txBox="1"/>
            <p:nvPr/>
          </p:nvSpPr>
          <p:spPr>
            <a:xfrm>
              <a:off x="8254202" y="2608008"/>
              <a:ext cx="585460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11" name="Google Shape;111;p1"/>
          <p:cNvCxnSpPr/>
          <p:nvPr/>
        </p:nvCxnSpPr>
        <p:spPr>
          <a:xfrm>
            <a:off x="5209075" y="4914451"/>
            <a:ext cx="517878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12" name="Google Shape;112;p1"/>
          <p:cNvGrpSpPr/>
          <p:nvPr/>
        </p:nvGrpSpPr>
        <p:grpSpPr>
          <a:xfrm>
            <a:off x="5421907" y="2925862"/>
            <a:ext cx="903534" cy="1988590"/>
            <a:chOff x="1650754" y="857248"/>
            <a:chExt cx="903534" cy="1988590"/>
          </a:xfrm>
        </p:grpSpPr>
        <p:cxnSp>
          <p:nvCxnSpPr>
            <p:cNvPr id="113" name="Google Shape;113;p1"/>
            <p:cNvCxnSpPr/>
            <p:nvPr/>
          </p:nvCxnSpPr>
          <p:spPr>
            <a:xfrm rot="10800000">
              <a:off x="1650754" y="857566"/>
              <a:ext cx="5326" cy="1988272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4" name="Google Shape;114;p1"/>
            <p:cNvCxnSpPr/>
            <p:nvPr/>
          </p:nvCxnSpPr>
          <p:spPr>
            <a:xfrm>
              <a:off x="1650754" y="857248"/>
              <a:ext cx="903534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15" name="Google Shape;115;p1"/>
          <p:cNvGrpSpPr/>
          <p:nvPr/>
        </p:nvGrpSpPr>
        <p:grpSpPr>
          <a:xfrm>
            <a:off x="4051820" y="2394581"/>
            <a:ext cx="3721522" cy="2509175"/>
            <a:chOff x="280667" y="325967"/>
            <a:chExt cx="3721522" cy="2509175"/>
          </a:xfrm>
        </p:grpSpPr>
        <p:cxnSp>
          <p:nvCxnSpPr>
            <p:cNvPr id="116" name="Google Shape;116;p1"/>
            <p:cNvCxnSpPr/>
            <p:nvPr/>
          </p:nvCxnSpPr>
          <p:spPr>
            <a:xfrm rot="10800000">
              <a:off x="4002188" y="325967"/>
              <a:ext cx="0" cy="700626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7" name="Google Shape;117;p1"/>
            <p:cNvCxnSpPr/>
            <p:nvPr/>
          </p:nvCxnSpPr>
          <p:spPr>
            <a:xfrm rot="10800000">
              <a:off x="287867" y="325967"/>
              <a:ext cx="3714322" cy="8466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" name="Google Shape;118;p1"/>
            <p:cNvCxnSpPr/>
            <p:nvPr/>
          </p:nvCxnSpPr>
          <p:spPr>
            <a:xfrm>
              <a:off x="287867" y="325967"/>
              <a:ext cx="0" cy="2506568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" name="Google Shape;119;p1"/>
            <p:cNvCxnSpPr/>
            <p:nvPr/>
          </p:nvCxnSpPr>
          <p:spPr>
            <a:xfrm>
              <a:off x="280667" y="2835142"/>
              <a:ext cx="460216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20" name="Google Shape;120;p1"/>
          <p:cNvSpPr txBox="1"/>
          <p:nvPr/>
        </p:nvSpPr>
        <p:spPr>
          <a:xfrm>
            <a:off x="6040980" y="3430578"/>
            <a:ext cx="3912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"/>
          <p:cNvSpPr txBox="1"/>
          <p:nvPr/>
        </p:nvSpPr>
        <p:spPr>
          <a:xfrm>
            <a:off x="3774141" y="844382"/>
            <a:ext cx="464371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Datapath: Instruction Fetch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2"/>
          <p:cNvGrpSpPr/>
          <p:nvPr/>
        </p:nvGrpSpPr>
        <p:grpSpPr>
          <a:xfrm>
            <a:off x="5900963" y="2983447"/>
            <a:ext cx="2530478" cy="1657766"/>
            <a:chOff x="2346855" y="2438417"/>
            <a:chExt cx="2530478" cy="1657766"/>
          </a:xfrm>
        </p:grpSpPr>
        <p:grpSp>
          <p:nvGrpSpPr>
            <p:cNvPr id="127" name="Google Shape;127;p2"/>
            <p:cNvGrpSpPr/>
            <p:nvPr/>
          </p:nvGrpSpPr>
          <p:grpSpPr>
            <a:xfrm>
              <a:off x="2346855" y="2500561"/>
              <a:ext cx="2530478" cy="1595622"/>
              <a:chOff x="1881188" y="2728725"/>
              <a:chExt cx="2530478" cy="1595622"/>
            </a:xfrm>
          </p:grpSpPr>
          <p:grpSp>
            <p:nvGrpSpPr>
              <p:cNvPr id="128" name="Google Shape;128;p2"/>
              <p:cNvGrpSpPr/>
              <p:nvPr/>
            </p:nvGrpSpPr>
            <p:grpSpPr>
              <a:xfrm>
                <a:off x="1881188" y="2989981"/>
                <a:ext cx="2530478" cy="1334366"/>
                <a:chOff x="815968" y="1501006"/>
                <a:chExt cx="3435084" cy="2172832"/>
              </a:xfrm>
            </p:grpSpPr>
            <p:sp>
              <p:nvSpPr>
                <p:cNvPr id="129" name="Google Shape;129;p2"/>
                <p:cNvSpPr/>
                <p:nvPr/>
              </p:nvSpPr>
              <p:spPr>
                <a:xfrm>
                  <a:off x="1597791" y="1501006"/>
                  <a:ext cx="1985922" cy="217283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30" name="Google Shape;130;p2"/>
                <p:cNvCxnSpPr/>
                <p:nvPr/>
              </p:nvCxnSpPr>
              <p:spPr>
                <a:xfrm>
                  <a:off x="815968" y="1971039"/>
                  <a:ext cx="7818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31" name="Google Shape;131;p2"/>
                <p:cNvCxnSpPr/>
                <p:nvPr/>
              </p:nvCxnSpPr>
              <p:spPr>
                <a:xfrm>
                  <a:off x="815968" y="2357119"/>
                  <a:ext cx="7818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32" name="Google Shape;132;p2"/>
                <p:cNvCxnSpPr/>
                <p:nvPr/>
              </p:nvCxnSpPr>
              <p:spPr>
                <a:xfrm>
                  <a:off x="815968" y="2747920"/>
                  <a:ext cx="7818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33" name="Google Shape;133;p2"/>
                <p:cNvCxnSpPr/>
                <p:nvPr/>
              </p:nvCxnSpPr>
              <p:spPr>
                <a:xfrm>
                  <a:off x="815968" y="3154680"/>
                  <a:ext cx="7818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34" name="Google Shape;134;p2"/>
                <p:cNvCxnSpPr/>
                <p:nvPr/>
              </p:nvCxnSpPr>
              <p:spPr>
                <a:xfrm>
                  <a:off x="3578894" y="2080461"/>
                  <a:ext cx="66067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35" name="Google Shape;135;p2"/>
                <p:cNvCxnSpPr/>
                <p:nvPr/>
              </p:nvCxnSpPr>
              <p:spPr>
                <a:xfrm>
                  <a:off x="3590383" y="3217872"/>
                  <a:ext cx="66066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36" name="Google Shape;136;p2"/>
              <p:cNvSpPr txBox="1"/>
              <p:nvPr/>
            </p:nvSpPr>
            <p:spPr>
              <a:xfrm>
                <a:off x="2403448" y="3086706"/>
                <a:ext cx="42740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Reg1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2"/>
              <p:cNvSpPr txBox="1"/>
              <p:nvPr/>
            </p:nvSpPr>
            <p:spPr>
              <a:xfrm>
                <a:off x="3471697" y="3215627"/>
                <a:ext cx="49762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Data1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2"/>
              <p:cNvSpPr txBox="1"/>
              <p:nvPr/>
            </p:nvSpPr>
            <p:spPr>
              <a:xfrm>
                <a:off x="3447068" y="3729977"/>
                <a:ext cx="49762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Data2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2"/>
              <p:cNvSpPr txBox="1"/>
              <p:nvPr/>
            </p:nvSpPr>
            <p:spPr>
              <a:xfrm>
                <a:off x="2887878" y="3459196"/>
                <a:ext cx="64810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Register File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2873478" y="3459196"/>
                <a:ext cx="643683" cy="40011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2"/>
              <p:cNvSpPr txBox="1"/>
              <p:nvPr/>
            </p:nvSpPr>
            <p:spPr>
              <a:xfrm>
                <a:off x="3162906" y="2728725"/>
                <a:ext cx="695809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RegWrite</a:t>
                </a:r>
                <a:endParaRPr b="0" i="0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2" name="Google Shape;142;p2"/>
              <p:cNvSpPr txBox="1"/>
              <p:nvPr/>
            </p:nvSpPr>
            <p:spPr>
              <a:xfrm>
                <a:off x="2404206" y="3342307"/>
                <a:ext cx="43764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Reg2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2"/>
              <p:cNvSpPr txBox="1"/>
              <p:nvPr/>
            </p:nvSpPr>
            <p:spPr>
              <a:xfrm>
                <a:off x="2403448" y="3597213"/>
                <a:ext cx="43764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Write Reg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2"/>
              <p:cNvSpPr txBox="1"/>
              <p:nvPr/>
            </p:nvSpPr>
            <p:spPr>
              <a:xfrm>
                <a:off x="2398655" y="3881708"/>
                <a:ext cx="43764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Write Data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45" name="Google Shape;145;p2"/>
            <p:cNvCxnSpPr>
              <a:stCxn id="129" idx="0"/>
            </p:cNvCxnSpPr>
            <p:nvPr/>
          </p:nvCxnSpPr>
          <p:spPr>
            <a:xfrm rot="10800000">
              <a:off x="3654262" y="2438417"/>
              <a:ext cx="0" cy="323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46" name="Google Shape;146;p2"/>
          <p:cNvGrpSpPr/>
          <p:nvPr/>
        </p:nvGrpSpPr>
        <p:grpSpPr>
          <a:xfrm>
            <a:off x="9121470" y="3205215"/>
            <a:ext cx="1575428" cy="1342210"/>
            <a:chOff x="5249757" y="2666945"/>
            <a:chExt cx="1575428" cy="1342210"/>
          </a:xfrm>
        </p:grpSpPr>
        <p:grpSp>
          <p:nvGrpSpPr>
            <p:cNvPr id="147" name="Google Shape;147;p2"/>
            <p:cNvGrpSpPr/>
            <p:nvPr/>
          </p:nvGrpSpPr>
          <p:grpSpPr>
            <a:xfrm>
              <a:off x="5249757" y="2725888"/>
              <a:ext cx="1575428" cy="1283267"/>
              <a:chOff x="7542107" y="2531808"/>
              <a:chExt cx="1575428" cy="1283267"/>
            </a:xfrm>
          </p:grpSpPr>
          <p:grpSp>
            <p:nvGrpSpPr>
              <p:cNvPr id="148" name="Google Shape;148;p2"/>
              <p:cNvGrpSpPr/>
              <p:nvPr/>
            </p:nvGrpSpPr>
            <p:grpSpPr>
              <a:xfrm>
                <a:off x="7542107" y="2715731"/>
                <a:ext cx="1462943" cy="1099344"/>
                <a:chOff x="7171267" y="2535862"/>
                <a:chExt cx="2696102" cy="1590491"/>
              </a:xfrm>
            </p:grpSpPr>
            <p:sp>
              <p:nvSpPr>
                <p:cNvPr id="149" name="Google Shape;149;p2"/>
                <p:cNvSpPr/>
                <p:nvPr/>
              </p:nvSpPr>
              <p:spPr>
                <a:xfrm rot="-5400000">
                  <a:off x="7726191" y="2791624"/>
                  <a:ext cx="1590491" cy="1078966"/>
                </a:xfrm>
                <a:prstGeom prst="flowChartManualOperation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" name="Google Shape;150;p2"/>
                <p:cNvSpPr/>
                <p:nvPr/>
              </p:nvSpPr>
              <p:spPr>
                <a:xfrm rot="5400000">
                  <a:off x="7884820" y="3187300"/>
                  <a:ext cx="516826" cy="331034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id="151" name="Google Shape;151;p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7316080" y="3104989"/>
                  <a:ext cx="678832" cy="51821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152" name="Google Shape;152;p2"/>
                <p:cNvCxnSpPr>
                  <a:stCxn id="150" idx="2"/>
                  <a:endCxn id="150" idx="0"/>
                </p:cNvCxnSpPr>
                <p:nvPr/>
              </p:nvCxnSpPr>
              <p:spPr>
                <a:xfrm>
                  <a:off x="7977716" y="3094404"/>
                  <a:ext cx="330900" cy="258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3" name="Google Shape;153;p2"/>
                <p:cNvCxnSpPr>
                  <a:stCxn id="150" idx="4"/>
                  <a:endCxn id="150" idx="0"/>
                </p:cNvCxnSpPr>
                <p:nvPr/>
              </p:nvCxnSpPr>
              <p:spPr>
                <a:xfrm flipH="1" rot="10800000">
                  <a:off x="7977716" y="3352930"/>
                  <a:ext cx="330900" cy="258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4" name="Google Shape;154;p2"/>
                <p:cNvCxnSpPr/>
                <p:nvPr/>
              </p:nvCxnSpPr>
              <p:spPr>
                <a:xfrm>
                  <a:off x="7171267" y="2849861"/>
                  <a:ext cx="8064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55" name="Google Shape;155;p2"/>
                <p:cNvCxnSpPr/>
                <p:nvPr/>
              </p:nvCxnSpPr>
              <p:spPr>
                <a:xfrm>
                  <a:off x="7171267" y="3854502"/>
                  <a:ext cx="8064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56" name="Google Shape;156;p2"/>
                <p:cNvCxnSpPr/>
                <p:nvPr/>
              </p:nvCxnSpPr>
              <p:spPr>
                <a:xfrm>
                  <a:off x="9060920" y="3099484"/>
                  <a:ext cx="8064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57" name="Google Shape;157;p2"/>
                <p:cNvCxnSpPr/>
                <p:nvPr/>
              </p:nvCxnSpPr>
              <p:spPr>
                <a:xfrm>
                  <a:off x="9060920" y="3527564"/>
                  <a:ext cx="8064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58" name="Google Shape;158;p2"/>
              <p:cNvSpPr txBox="1"/>
              <p:nvPr/>
            </p:nvSpPr>
            <p:spPr>
              <a:xfrm>
                <a:off x="8098807" y="3141911"/>
                <a:ext cx="52916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ALU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2"/>
              <p:cNvSpPr txBox="1"/>
              <p:nvPr/>
            </p:nvSpPr>
            <p:spPr>
              <a:xfrm>
                <a:off x="8588368" y="2908752"/>
                <a:ext cx="529167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Zero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2"/>
              <p:cNvSpPr txBox="1"/>
              <p:nvPr/>
            </p:nvSpPr>
            <p:spPr>
              <a:xfrm>
                <a:off x="8588368" y="3378539"/>
                <a:ext cx="52916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ALU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Result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2"/>
              <p:cNvSpPr txBox="1"/>
              <p:nvPr/>
            </p:nvSpPr>
            <p:spPr>
              <a:xfrm>
                <a:off x="8330402" y="2531808"/>
                <a:ext cx="5856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ALU </a:t>
                </a: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Control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62" name="Google Shape;162;p2"/>
            <p:cNvCxnSpPr>
              <a:stCxn id="149" idx="3"/>
            </p:cNvCxnSpPr>
            <p:nvPr/>
          </p:nvCxnSpPr>
          <p:spPr>
            <a:xfrm rot="10800000">
              <a:off x="5982378" y="2666945"/>
              <a:ext cx="0" cy="352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63" name="Google Shape;163;p2"/>
          <p:cNvCxnSpPr/>
          <p:nvPr/>
        </p:nvCxnSpPr>
        <p:spPr>
          <a:xfrm>
            <a:off x="8424395" y="3664586"/>
            <a:ext cx="697075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4" name="Google Shape;164;p2"/>
          <p:cNvCxnSpPr/>
          <p:nvPr/>
        </p:nvCxnSpPr>
        <p:spPr>
          <a:xfrm flipH="1" rot="10800000">
            <a:off x="8423245" y="4354753"/>
            <a:ext cx="717818" cy="7068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65" name="Google Shape;165;p2"/>
          <p:cNvGrpSpPr/>
          <p:nvPr/>
        </p:nvGrpSpPr>
        <p:grpSpPr>
          <a:xfrm>
            <a:off x="2013604" y="3334803"/>
            <a:ext cx="2815709" cy="1334366"/>
            <a:chOff x="1881188" y="2951765"/>
            <a:chExt cx="2815709" cy="1334366"/>
          </a:xfrm>
        </p:grpSpPr>
        <p:grpSp>
          <p:nvGrpSpPr>
            <p:cNvPr id="166" name="Google Shape;166;p2"/>
            <p:cNvGrpSpPr/>
            <p:nvPr/>
          </p:nvGrpSpPr>
          <p:grpSpPr>
            <a:xfrm>
              <a:off x="1881188" y="2951765"/>
              <a:ext cx="2815709" cy="1334366"/>
              <a:chOff x="815968" y="1438776"/>
              <a:chExt cx="3822278" cy="2172832"/>
            </a:xfrm>
          </p:grpSpPr>
          <p:sp>
            <p:nvSpPr>
              <p:cNvPr id="167" name="Google Shape;167;p2"/>
              <p:cNvSpPr/>
              <p:nvPr/>
            </p:nvSpPr>
            <p:spPr>
              <a:xfrm>
                <a:off x="1601784" y="1438776"/>
                <a:ext cx="1807862" cy="2172832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68" name="Google Shape;168;p2"/>
              <p:cNvCxnSpPr/>
              <p:nvPr/>
            </p:nvCxnSpPr>
            <p:spPr>
              <a:xfrm>
                <a:off x="815968" y="1971039"/>
                <a:ext cx="781825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69" name="Google Shape;169;p2"/>
              <p:cNvCxnSpPr/>
              <p:nvPr/>
            </p:nvCxnSpPr>
            <p:spPr>
              <a:xfrm>
                <a:off x="3419420" y="2239012"/>
                <a:ext cx="1218826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170" name="Google Shape;170;p2"/>
            <p:cNvSpPr txBox="1"/>
            <p:nvPr/>
          </p:nvSpPr>
          <p:spPr>
            <a:xfrm>
              <a:off x="2432494" y="3124102"/>
              <a:ext cx="53343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 Address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"/>
            <p:cNvSpPr txBox="1"/>
            <p:nvPr/>
          </p:nvSpPr>
          <p:spPr>
            <a:xfrm>
              <a:off x="3748306" y="3176673"/>
              <a:ext cx="755077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Instruction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"/>
            <p:cNvSpPr txBox="1"/>
            <p:nvPr/>
          </p:nvSpPr>
          <p:spPr>
            <a:xfrm>
              <a:off x="2739558" y="3474518"/>
              <a:ext cx="73906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Instruction Memory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2745330" y="3474518"/>
              <a:ext cx="733289" cy="40011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2"/>
          <p:cNvGrpSpPr/>
          <p:nvPr/>
        </p:nvGrpSpPr>
        <p:grpSpPr>
          <a:xfrm>
            <a:off x="778581" y="2643763"/>
            <a:ext cx="735151" cy="2029749"/>
            <a:chOff x="455138" y="2336298"/>
            <a:chExt cx="808512" cy="1484417"/>
          </a:xfrm>
        </p:grpSpPr>
        <p:grpSp>
          <p:nvGrpSpPr>
            <p:cNvPr id="175" name="Google Shape;175;p2"/>
            <p:cNvGrpSpPr/>
            <p:nvPr/>
          </p:nvGrpSpPr>
          <p:grpSpPr>
            <a:xfrm>
              <a:off x="455138" y="2336298"/>
              <a:ext cx="447758" cy="1484417"/>
              <a:chOff x="278662" y="2396703"/>
              <a:chExt cx="447758" cy="1484417"/>
            </a:xfrm>
          </p:grpSpPr>
          <p:sp>
            <p:nvSpPr>
              <p:cNvPr id="176" name="Google Shape;176;p2"/>
              <p:cNvSpPr/>
              <p:nvPr/>
            </p:nvSpPr>
            <p:spPr>
              <a:xfrm>
                <a:off x="330200" y="2396703"/>
                <a:ext cx="314930" cy="1484417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2"/>
              <p:cNvSpPr txBox="1"/>
              <p:nvPr/>
            </p:nvSpPr>
            <p:spPr>
              <a:xfrm>
                <a:off x="278662" y="2977201"/>
                <a:ext cx="44775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78" name="Google Shape;178;p2"/>
            <p:cNvCxnSpPr/>
            <p:nvPr/>
          </p:nvCxnSpPr>
          <p:spPr>
            <a:xfrm>
              <a:off x="825500" y="3078506"/>
              <a:ext cx="4381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79" name="Google Shape;179;p2"/>
          <p:cNvGrpSpPr/>
          <p:nvPr/>
        </p:nvGrpSpPr>
        <p:grpSpPr>
          <a:xfrm>
            <a:off x="2615055" y="1345607"/>
            <a:ext cx="1575428" cy="1207067"/>
            <a:chOff x="7542107" y="2608008"/>
            <a:chExt cx="1575428" cy="1207067"/>
          </a:xfrm>
        </p:grpSpPr>
        <p:grpSp>
          <p:nvGrpSpPr>
            <p:cNvPr id="180" name="Google Shape;180;p2"/>
            <p:cNvGrpSpPr/>
            <p:nvPr/>
          </p:nvGrpSpPr>
          <p:grpSpPr>
            <a:xfrm>
              <a:off x="7542107" y="2715731"/>
              <a:ext cx="1462943" cy="1099344"/>
              <a:chOff x="7171267" y="2535862"/>
              <a:chExt cx="2696102" cy="1590491"/>
            </a:xfrm>
          </p:grpSpPr>
          <p:sp>
            <p:nvSpPr>
              <p:cNvPr id="181" name="Google Shape;181;p2"/>
              <p:cNvSpPr/>
              <p:nvPr/>
            </p:nvSpPr>
            <p:spPr>
              <a:xfrm rot="-5400000">
                <a:off x="7726191" y="2791624"/>
                <a:ext cx="1590491" cy="1078966"/>
              </a:xfrm>
              <a:prstGeom prst="flowChartManualOperation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2"/>
              <p:cNvSpPr/>
              <p:nvPr/>
            </p:nvSpPr>
            <p:spPr>
              <a:xfrm rot="5400000">
                <a:off x="7884820" y="3187300"/>
                <a:ext cx="516826" cy="331034"/>
              </a:xfrm>
              <a:prstGeom prst="triangle">
                <a:avLst>
                  <a:gd fmla="val 50000" name="adj"/>
                </a:avLst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83" name="Google Shape;183;p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316080" y="3104989"/>
                <a:ext cx="678832" cy="518212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84" name="Google Shape;184;p2"/>
              <p:cNvCxnSpPr>
                <a:stCxn id="182" idx="2"/>
                <a:endCxn id="182" idx="0"/>
              </p:cNvCxnSpPr>
              <p:nvPr/>
            </p:nvCxnSpPr>
            <p:spPr>
              <a:xfrm>
                <a:off x="7977716" y="3094404"/>
                <a:ext cx="330900" cy="25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5" name="Google Shape;185;p2"/>
              <p:cNvCxnSpPr>
                <a:stCxn id="182" idx="4"/>
                <a:endCxn id="182" idx="0"/>
              </p:cNvCxnSpPr>
              <p:nvPr/>
            </p:nvCxnSpPr>
            <p:spPr>
              <a:xfrm flipH="1" rot="10800000">
                <a:off x="7977716" y="3352930"/>
                <a:ext cx="330900" cy="25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6" name="Google Shape;186;p2"/>
              <p:cNvCxnSpPr/>
              <p:nvPr/>
            </p:nvCxnSpPr>
            <p:spPr>
              <a:xfrm>
                <a:off x="7171267" y="2849861"/>
                <a:ext cx="8064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87" name="Google Shape;187;p2"/>
              <p:cNvCxnSpPr/>
              <p:nvPr/>
            </p:nvCxnSpPr>
            <p:spPr>
              <a:xfrm>
                <a:off x="7171267" y="3854502"/>
                <a:ext cx="8064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88" name="Google Shape;188;p2"/>
              <p:cNvCxnSpPr/>
              <p:nvPr/>
            </p:nvCxnSpPr>
            <p:spPr>
              <a:xfrm>
                <a:off x="9060920" y="3099484"/>
                <a:ext cx="80644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189" name="Google Shape;189;p2"/>
            <p:cNvSpPr txBox="1"/>
            <p:nvPr/>
          </p:nvSpPr>
          <p:spPr>
            <a:xfrm>
              <a:off x="8098807" y="3141911"/>
              <a:ext cx="529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"/>
            <p:cNvSpPr txBox="1"/>
            <p:nvPr/>
          </p:nvSpPr>
          <p:spPr>
            <a:xfrm>
              <a:off x="8588368" y="2908752"/>
              <a:ext cx="529167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1" name="Google Shape;191;p2"/>
            <p:cNvSpPr txBox="1"/>
            <p:nvPr/>
          </p:nvSpPr>
          <p:spPr>
            <a:xfrm>
              <a:off x="8254202" y="2608008"/>
              <a:ext cx="585460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92" name="Google Shape;192;p2"/>
          <p:cNvCxnSpPr/>
          <p:nvPr/>
        </p:nvCxnSpPr>
        <p:spPr>
          <a:xfrm>
            <a:off x="1513732" y="3658637"/>
            <a:ext cx="517878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93" name="Google Shape;193;p2"/>
          <p:cNvGrpSpPr/>
          <p:nvPr/>
        </p:nvGrpSpPr>
        <p:grpSpPr>
          <a:xfrm>
            <a:off x="1726564" y="1670048"/>
            <a:ext cx="903534" cy="1988590"/>
            <a:chOff x="1650754" y="857248"/>
            <a:chExt cx="903534" cy="1988590"/>
          </a:xfrm>
        </p:grpSpPr>
        <p:cxnSp>
          <p:nvCxnSpPr>
            <p:cNvPr id="194" name="Google Shape;194;p2"/>
            <p:cNvCxnSpPr/>
            <p:nvPr/>
          </p:nvCxnSpPr>
          <p:spPr>
            <a:xfrm rot="10800000">
              <a:off x="1650754" y="857566"/>
              <a:ext cx="5326" cy="1988272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5" name="Google Shape;195;p2"/>
            <p:cNvCxnSpPr/>
            <p:nvPr/>
          </p:nvCxnSpPr>
          <p:spPr>
            <a:xfrm>
              <a:off x="1650754" y="857248"/>
              <a:ext cx="903534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96" name="Google Shape;196;p2"/>
          <p:cNvGrpSpPr/>
          <p:nvPr/>
        </p:nvGrpSpPr>
        <p:grpSpPr>
          <a:xfrm>
            <a:off x="356477" y="1138767"/>
            <a:ext cx="3721522" cy="2509175"/>
            <a:chOff x="280667" y="325967"/>
            <a:chExt cx="3721522" cy="2509175"/>
          </a:xfrm>
        </p:grpSpPr>
        <p:cxnSp>
          <p:nvCxnSpPr>
            <p:cNvPr id="197" name="Google Shape;197;p2"/>
            <p:cNvCxnSpPr/>
            <p:nvPr/>
          </p:nvCxnSpPr>
          <p:spPr>
            <a:xfrm rot="10800000">
              <a:off x="4002188" y="325967"/>
              <a:ext cx="0" cy="700626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8" name="Google Shape;198;p2"/>
            <p:cNvCxnSpPr/>
            <p:nvPr/>
          </p:nvCxnSpPr>
          <p:spPr>
            <a:xfrm rot="10800000">
              <a:off x="287867" y="325967"/>
              <a:ext cx="3714322" cy="8466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9" name="Google Shape;199;p2"/>
            <p:cNvCxnSpPr/>
            <p:nvPr/>
          </p:nvCxnSpPr>
          <p:spPr>
            <a:xfrm>
              <a:off x="287867" y="325967"/>
              <a:ext cx="0" cy="2506568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0" name="Google Shape;200;p2"/>
            <p:cNvCxnSpPr/>
            <p:nvPr/>
          </p:nvCxnSpPr>
          <p:spPr>
            <a:xfrm>
              <a:off x="280667" y="2835142"/>
              <a:ext cx="460216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201" name="Google Shape;201;p2"/>
          <p:cNvSpPr txBox="1"/>
          <p:nvPr/>
        </p:nvSpPr>
        <p:spPr>
          <a:xfrm>
            <a:off x="2345637" y="2174764"/>
            <a:ext cx="3912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" name="Google Shape;202;p2"/>
          <p:cNvGrpSpPr/>
          <p:nvPr/>
        </p:nvGrpSpPr>
        <p:grpSpPr>
          <a:xfrm>
            <a:off x="4829313" y="3589632"/>
            <a:ext cx="1077303" cy="480678"/>
            <a:chOff x="4749267" y="2789570"/>
            <a:chExt cx="1077303" cy="480678"/>
          </a:xfrm>
        </p:grpSpPr>
        <p:cxnSp>
          <p:nvCxnSpPr>
            <p:cNvPr id="203" name="Google Shape;203;p2"/>
            <p:cNvCxnSpPr/>
            <p:nvPr/>
          </p:nvCxnSpPr>
          <p:spPr>
            <a:xfrm>
              <a:off x="4753503" y="2789570"/>
              <a:ext cx="0" cy="480401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4" name="Google Shape;204;p2"/>
            <p:cNvCxnSpPr/>
            <p:nvPr/>
          </p:nvCxnSpPr>
          <p:spPr>
            <a:xfrm>
              <a:off x="4753503" y="2794003"/>
              <a:ext cx="1073067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05" name="Google Shape;205;p2"/>
            <p:cNvCxnSpPr/>
            <p:nvPr/>
          </p:nvCxnSpPr>
          <p:spPr>
            <a:xfrm>
              <a:off x="4751385" y="3028950"/>
              <a:ext cx="1073067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06" name="Google Shape;206;p2"/>
            <p:cNvCxnSpPr/>
            <p:nvPr/>
          </p:nvCxnSpPr>
          <p:spPr>
            <a:xfrm>
              <a:off x="4749267" y="3270248"/>
              <a:ext cx="1073067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207" name="Google Shape;207;p2"/>
          <p:cNvSpPr txBox="1"/>
          <p:nvPr/>
        </p:nvSpPr>
        <p:spPr>
          <a:xfrm>
            <a:off x="4866569" y="3383782"/>
            <a:ext cx="931253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Ins[19-15] (rs1)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"/>
          <p:cNvSpPr txBox="1"/>
          <p:nvPr/>
        </p:nvSpPr>
        <p:spPr>
          <a:xfrm>
            <a:off x="4869893" y="3597309"/>
            <a:ext cx="957806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Ins[24-20] (rs2)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"/>
          <p:cNvSpPr txBox="1"/>
          <p:nvPr/>
        </p:nvSpPr>
        <p:spPr>
          <a:xfrm>
            <a:off x="4864387" y="3827314"/>
            <a:ext cx="818105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Ins[11-7] (rd)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0" name="Google Shape;210;p2"/>
          <p:cNvGrpSpPr/>
          <p:nvPr/>
        </p:nvGrpSpPr>
        <p:grpSpPr>
          <a:xfrm>
            <a:off x="6545430" y="5238755"/>
            <a:ext cx="1556819" cy="1233165"/>
            <a:chOff x="6469620" y="4425955"/>
            <a:chExt cx="1556819" cy="1233165"/>
          </a:xfrm>
        </p:grpSpPr>
        <p:sp>
          <p:nvSpPr>
            <p:cNvPr id="211" name="Google Shape;211;p2"/>
            <p:cNvSpPr/>
            <p:nvPr/>
          </p:nvSpPr>
          <p:spPr>
            <a:xfrm>
              <a:off x="7037793" y="4425955"/>
              <a:ext cx="423333" cy="867821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2"/>
            <p:cNvSpPr txBox="1"/>
            <p:nvPr/>
          </p:nvSpPr>
          <p:spPr>
            <a:xfrm>
              <a:off x="6992677" y="4662500"/>
              <a:ext cx="5438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 Control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3" name="Google Shape;213;p2"/>
            <p:cNvCxnSpPr/>
            <p:nvPr/>
          </p:nvCxnSpPr>
          <p:spPr>
            <a:xfrm>
              <a:off x="6469620" y="4866640"/>
              <a:ext cx="55602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14" name="Google Shape;214;p2"/>
            <p:cNvCxnSpPr/>
            <p:nvPr/>
          </p:nvCxnSpPr>
          <p:spPr>
            <a:xfrm>
              <a:off x="7470419" y="4866640"/>
              <a:ext cx="55602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15" name="Google Shape;215;p2"/>
            <p:cNvCxnSpPr/>
            <p:nvPr/>
          </p:nvCxnSpPr>
          <p:spPr>
            <a:xfrm rot="10800000">
              <a:off x="7249160" y="5288280"/>
              <a:ext cx="0" cy="3708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16" name="Google Shape;216;p2"/>
          <p:cNvGrpSpPr/>
          <p:nvPr/>
        </p:nvGrpSpPr>
        <p:grpSpPr>
          <a:xfrm>
            <a:off x="8102249" y="3189288"/>
            <a:ext cx="2971763" cy="2490152"/>
            <a:chOff x="8026439" y="2376488"/>
            <a:chExt cx="2971763" cy="2490152"/>
          </a:xfrm>
        </p:grpSpPr>
        <p:cxnSp>
          <p:nvCxnSpPr>
            <p:cNvPr id="217" name="Google Shape;217;p2"/>
            <p:cNvCxnSpPr/>
            <p:nvPr/>
          </p:nvCxnSpPr>
          <p:spPr>
            <a:xfrm>
              <a:off x="8026439" y="4866640"/>
              <a:ext cx="2971763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" name="Google Shape;218;p2"/>
            <p:cNvCxnSpPr/>
            <p:nvPr/>
          </p:nvCxnSpPr>
          <p:spPr>
            <a:xfrm rot="10800000">
              <a:off x="10998202" y="2376488"/>
              <a:ext cx="0" cy="2490152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" name="Google Shape;219;p2"/>
            <p:cNvCxnSpPr/>
            <p:nvPr/>
          </p:nvCxnSpPr>
          <p:spPr>
            <a:xfrm rot="10800000">
              <a:off x="9778282" y="2376488"/>
              <a:ext cx="121992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20" name="Google Shape;220;p2"/>
          <p:cNvGrpSpPr/>
          <p:nvPr/>
        </p:nvGrpSpPr>
        <p:grpSpPr>
          <a:xfrm>
            <a:off x="4829313" y="4058146"/>
            <a:ext cx="1716117" cy="1618754"/>
            <a:chOff x="4753503" y="3245346"/>
            <a:chExt cx="1716117" cy="1618754"/>
          </a:xfrm>
        </p:grpSpPr>
        <p:cxnSp>
          <p:nvCxnSpPr>
            <p:cNvPr id="221" name="Google Shape;221;p2"/>
            <p:cNvCxnSpPr/>
            <p:nvPr/>
          </p:nvCxnSpPr>
          <p:spPr>
            <a:xfrm>
              <a:off x="4759853" y="3245346"/>
              <a:ext cx="0" cy="1618754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2" name="Google Shape;222;p2"/>
            <p:cNvCxnSpPr/>
            <p:nvPr/>
          </p:nvCxnSpPr>
          <p:spPr>
            <a:xfrm>
              <a:off x="4753503" y="4864100"/>
              <a:ext cx="1716117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23" name="Google Shape;223;p2"/>
          <p:cNvGrpSpPr/>
          <p:nvPr/>
        </p:nvGrpSpPr>
        <p:grpSpPr>
          <a:xfrm>
            <a:off x="5823320" y="1374507"/>
            <a:ext cx="1123270" cy="1155665"/>
            <a:chOff x="5747510" y="561707"/>
            <a:chExt cx="1123270" cy="1155665"/>
          </a:xfrm>
        </p:grpSpPr>
        <p:sp>
          <p:nvSpPr>
            <p:cNvPr id="224" name="Google Shape;224;p2"/>
            <p:cNvSpPr/>
            <p:nvPr/>
          </p:nvSpPr>
          <p:spPr>
            <a:xfrm>
              <a:off x="6272810" y="561707"/>
              <a:ext cx="597970" cy="1155665"/>
            </a:xfrm>
            <a:prstGeom prst="ellipse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2"/>
            <p:cNvSpPr txBox="1"/>
            <p:nvPr/>
          </p:nvSpPr>
          <p:spPr>
            <a:xfrm>
              <a:off x="6277205" y="1016428"/>
              <a:ext cx="576491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6" name="Google Shape;226;p2"/>
            <p:cNvCxnSpPr>
              <a:endCxn id="224" idx="2"/>
            </p:cNvCxnSpPr>
            <p:nvPr/>
          </p:nvCxnSpPr>
          <p:spPr>
            <a:xfrm>
              <a:off x="5747510" y="1139540"/>
              <a:ext cx="525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227" name="Google Shape;227;p2"/>
          <p:cNvCxnSpPr/>
          <p:nvPr/>
        </p:nvCxnSpPr>
        <p:spPr>
          <a:xfrm>
            <a:off x="6927988" y="1697475"/>
            <a:ext cx="52531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28" name="Google Shape;228;p2"/>
          <p:cNvGrpSpPr/>
          <p:nvPr/>
        </p:nvGrpSpPr>
        <p:grpSpPr>
          <a:xfrm>
            <a:off x="4829313" y="1952339"/>
            <a:ext cx="1024074" cy="1644970"/>
            <a:chOff x="4753503" y="1139539"/>
            <a:chExt cx="1024074" cy="1644970"/>
          </a:xfrm>
        </p:grpSpPr>
        <p:cxnSp>
          <p:nvCxnSpPr>
            <p:cNvPr id="229" name="Google Shape;229;p2"/>
            <p:cNvCxnSpPr/>
            <p:nvPr/>
          </p:nvCxnSpPr>
          <p:spPr>
            <a:xfrm rot="10800000">
              <a:off x="4753503" y="1139539"/>
              <a:ext cx="6350" cy="164497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" name="Google Shape;230;p2"/>
            <p:cNvCxnSpPr/>
            <p:nvPr/>
          </p:nvCxnSpPr>
          <p:spPr>
            <a:xfrm>
              <a:off x="4757738" y="1139539"/>
              <a:ext cx="1019839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231" name="Google Shape;231;p2"/>
          <p:cNvSpPr txBox="1"/>
          <p:nvPr/>
        </p:nvSpPr>
        <p:spPr>
          <a:xfrm>
            <a:off x="4746493" y="1697475"/>
            <a:ext cx="113347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Ins[6-0] (Opcode)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"/>
          <p:cNvSpPr txBox="1"/>
          <p:nvPr/>
        </p:nvSpPr>
        <p:spPr>
          <a:xfrm>
            <a:off x="4905472" y="5426444"/>
            <a:ext cx="10470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Ins[30, 14-12]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" name="Google Shape;233;p2"/>
          <p:cNvGrpSpPr/>
          <p:nvPr/>
        </p:nvGrpSpPr>
        <p:grpSpPr>
          <a:xfrm>
            <a:off x="7324970" y="1697475"/>
            <a:ext cx="4301157" cy="4774445"/>
            <a:chOff x="7249160" y="884675"/>
            <a:chExt cx="4301157" cy="4774445"/>
          </a:xfrm>
        </p:grpSpPr>
        <p:cxnSp>
          <p:nvCxnSpPr>
            <p:cNvPr id="234" name="Google Shape;234;p2"/>
            <p:cNvCxnSpPr/>
            <p:nvPr/>
          </p:nvCxnSpPr>
          <p:spPr>
            <a:xfrm>
              <a:off x="7377494" y="884675"/>
              <a:ext cx="4172823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5" name="Google Shape;235;p2"/>
            <p:cNvCxnSpPr/>
            <p:nvPr/>
          </p:nvCxnSpPr>
          <p:spPr>
            <a:xfrm>
              <a:off x="11550317" y="884675"/>
              <a:ext cx="0" cy="4774445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6" name="Google Shape;236;p2"/>
            <p:cNvCxnSpPr/>
            <p:nvPr/>
          </p:nvCxnSpPr>
          <p:spPr>
            <a:xfrm>
              <a:off x="7249160" y="5659120"/>
              <a:ext cx="4301157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37" name="Google Shape;237;p2"/>
          <p:cNvSpPr txBox="1"/>
          <p:nvPr/>
        </p:nvSpPr>
        <p:spPr>
          <a:xfrm>
            <a:off x="7498704" y="1489080"/>
            <a:ext cx="61077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p2"/>
          <p:cNvCxnSpPr/>
          <p:nvPr/>
        </p:nvCxnSpPr>
        <p:spPr>
          <a:xfrm>
            <a:off x="10207337" y="3022600"/>
            <a:ext cx="211688" cy="312203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9" name="Google Shape;239;p2"/>
          <p:cNvSpPr txBox="1"/>
          <p:nvPr/>
        </p:nvSpPr>
        <p:spPr>
          <a:xfrm>
            <a:off x="10248632" y="2974650"/>
            <a:ext cx="52089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0" name="Google Shape;240;p2"/>
          <p:cNvCxnSpPr/>
          <p:nvPr/>
        </p:nvCxnSpPr>
        <p:spPr>
          <a:xfrm>
            <a:off x="7453304" y="1520825"/>
            <a:ext cx="236156" cy="325885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41" name="Google Shape;241;p2"/>
          <p:cNvGrpSpPr/>
          <p:nvPr/>
        </p:nvGrpSpPr>
        <p:grpSpPr>
          <a:xfrm>
            <a:off x="5892668" y="4133544"/>
            <a:ext cx="4691746" cy="733979"/>
            <a:chOff x="5816858" y="3320744"/>
            <a:chExt cx="4691746" cy="733979"/>
          </a:xfrm>
        </p:grpSpPr>
        <p:cxnSp>
          <p:nvCxnSpPr>
            <p:cNvPr id="242" name="Google Shape;242;p2"/>
            <p:cNvCxnSpPr/>
            <p:nvPr/>
          </p:nvCxnSpPr>
          <p:spPr>
            <a:xfrm>
              <a:off x="10508603" y="3320744"/>
              <a:ext cx="0" cy="733979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3" name="Google Shape;243;p2"/>
            <p:cNvCxnSpPr/>
            <p:nvPr/>
          </p:nvCxnSpPr>
          <p:spPr>
            <a:xfrm rot="10800000">
              <a:off x="5816858" y="4054723"/>
              <a:ext cx="4691746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4" name="Google Shape;244;p2"/>
            <p:cNvCxnSpPr/>
            <p:nvPr/>
          </p:nvCxnSpPr>
          <p:spPr>
            <a:xfrm rot="10800000">
              <a:off x="5816858" y="3503242"/>
              <a:ext cx="0" cy="551481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45" name="Google Shape;245;p2"/>
          <p:cNvGrpSpPr/>
          <p:nvPr/>
        </p:nvGrpSpPr>
        <p:grpSpPr>
          <a:xfrm>
            <a:off x="6946590" y="1928701"/>
            <a:ext cx="261779" cy="1070262"/>
            <a:chOff x="7024112" y="867920"/>
            <a:chExt cx="261779" cy="1070262"/>
          </a:xfrm>
        </p:grpSpPr>
        <p:cxnSp>
          <p:nvCxnSpPr>
            <p:cNvPr id="246" name="Google Shape;246;p2"/>
            <p:cNvCxnSpPr/>
            <p:nvPr/>
          </p:nvCxnSpPr>
          <p:spPr>
            <a:xfrm>
              <a:off x="7024112" y="867920"/>
              <a:ext cx="261779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7" name="Google Shape;247;p2"/>
            <p:cNvCxnSpPr/>
            <p:nvPr/>
          </p:nvCxnSpPr>
          <p:spPr>
            <a:xfrm>
              <a:off x="7285891" y="867920"/>
              <a:ext cx="0" cy="1070262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248" name="Google Shape;248;p2"/>
          <p:cNvCxnSpPr/>
          <p:nvPr/>
        </p:nvCxnSpPr>
        <p:spPr>
          <a:xfrm>
            <a:off x="7113603" y="2156509"/>
            <a:ext cx="166282" cy="33096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9" name="Google Shape;249;p2"/>
          <p:cNvSpPr txBox="1"/>
          <p:nvPr/>
        </p:nvSpPr>
        <p:spPr>
          <a:xfrm>
            <a:off x="7279885" y="2196623"/>
            <a:ext cx="47818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"/>
          <p:cNvSpPr txBox="1"/>
          <p:nvPr/>
        </p:nvSpPr>
        <p:spPr>
          <a:xfrm>
            <a:off x="4116005" y="279987"/>
            <a:ext cx="50840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Datapath: R Type Instruction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" name="Google Shape;255;p3"/>
          <p:cNvCxnSpPr/>
          <p:nvPr/>
        </p:nvCxnSpPr>
        <p:spPr>
          <a:xfrm>
            <a:off x="6801629" y="3351156"/>
            <a:ext cx="697075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56" name="Google Shape;256;p3"/>
          <p:cNvGrpSpPr/>
          <p:nvPr/>
        </p:nvGrpSpPr>
        <p:grpSpPr>
          <a:xfrm>
            <a:off x="4296435" y="2670063"/>
            <a:ext cx="2530478" cy="1657766"/>
            <a:chOff x="2346855" y="2438417"/>
            <a:chExt cx="2530478" cy="1657766"/>
          </a:xfrm>
        </p:grpSpPr>
        <p:grpSp>
          <p:nvGrpSpPr>
            <p:cNvPr id="257" name="Google Shape;257;p3"/>
            <p:cNvGrpSpPr/>
            <p:nvPr/>
          </p:nvGrpSpPr>
          <p:grpSpPr>
            <a:xfrm>
              <a:off x="2346855" y="2500561"/>
              <a:ext cx="2530478" cy="1595622"/>
              <a:chOff x="1881188" y="2728725"/>
              <a:chExt cx="2530478" cy="1595622"/>
            </a:xfrm>
          </p:grpSpPr>
          <p:grpSp>
            <p:nvGrpSpPr>
              <p:cNvPr id="258" name="Google Shape;258;p3"/>
              <p:cNvGrpSpPr/>
              <p:nvPr/>
            </p:nvGrpSpPr>
            <p:grpSpPr>
              <a:xfrm>
                <a:off x="1881188" y="2989981"/>
                <a:ext cx="2530478" cy="1334366"/>
                <a:chOff x="815968" y="1501006"/>
                <a:chExt cx="3435084" cy="2172832"/>
              </a:xfrm>
            </p:grpSpPr>
            <p:sp>
              <p:nvSpPr>
                <p:cNvPr id="259" name="Google Shape;259;p3"/>
                <p:cNvSpPr/>
                <p:nvPr/>
              </p:nvSpPr>
              <p:spPr>
                <a:xfrm>
                  <a:off x="1597791" y="1501006"/>
                  <a:ext cx="1985922" cy="217283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60" name="Google Shape;260;p3"/>
                <p:cNvCxnSpPr/>
                <p:nvPr/>
              </p:nvCxnSpPr>
              <p:spPr>
                <a:xfrm>
                  <a:off x="815968" y="1971039"/>
                  <a:ext cx="7818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261" name="Google Shape;261;p3"/>
                <p:cNvCxnSpPr/>
                <p:nvPr/>
              </p:nvCxnSpPr>
              <p:spPr>
                <a:xfrm>
                  <a:off x="815968" y="2747920"/>
                  <a:ext cx="7818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262" name="Google Shape;262;p3"/>
                <p:cNvCxnSpPr/>
                <p:nvPr/>
              </p:nvCxnSpPr>
              <p:spPr>
                <a:xfrm>
                  <a:off x="815968" y="3154680"/>
                  <a:ext cx="7818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263" name="Google Shape;263;p3"/>
                <p:cNvCxnSpPr/>
                <p:nvPr/>
              </p:nvCxnSpPr>
              <p:spPr>
                <a:xfrm>
                  <a:off x="3578894" y="2080461"/>
                  <a:ext cx="66067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264" name="Google Shape;264;p3"/>
                <p:cNvCxnSpPr/>
                <p:nvPr/>
              </p:nvCxnSpPr>
              <p:spPr>
                <a:xfrm>
                  <a:off x="3590383" y="3217872"/>
                  <a:ext cx="66066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265" name="Google Shape;265;p3"/>
              <p:cNvSpPr txBox="1"/>
              <p:nvPr/>
            </p:nvSpPr>
            <p:spPr>
              <a:xfrm>
                <a:off x="2403448" y="3086706"/>
                <a:ext cx="42740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Reg1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3"/>
              <p:cNvSpPr txBox="1"/>
              <p:nvPr/>
            </p:nvSpPr>
            <p:spPr>
              <a:xfrm>
                <a:off x="3471697" y="3215627"/>
                <a:ext cx="49762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Data1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3"/>
              <p:cNvSpPr txBox="1"/>
              <p:nvPr/>
            </p:nvSpPr>
            <p:spPr>
              <a:xfrm>
                <a:off x="3447068" y="3729977"/>
                <a:ext cx="49762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Data2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3"/>
              <p:cNvSpPr txBox="1"/>
              <p:nvPr/>
            </p:nvSpPr>
            <p:spPr>
              <a:xfrm>
                <a:off x="2887878" y="3459196"/>
                <a:ext cx="64810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Register File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3"/>
              <p:cNvSpPr/>
              <p:nvPr/>
            </p:nvSpPr>
            <p:spPr>
              <a:xfrm>
                <a:off x="2873478" y="3459196"/>
                <a:ext cx="643683" cy="40011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3"/>
              <p:cNvSpPr txBox="1"/>
              <p:nvPr/>
            </p:nvSpPr>
            <p:spPr>
              <a:xfrm>
                <a:off x="3162906" y="2728725"/>
                <a:ext cx="695809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RegWrite</a:t>
                </a:r>
                <a:endParaRPr b="0" i="0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1" name="Google Shape;271;p3"/>
              <p:cNvSpPr txBox="1"/>
              <p:nvPr/>
            </p:nvSpPr>
            <p:spPr>
              <a:xfrm>
                <a:off x="2404206" y="3342307"/>
                <a:ext cx="43764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Reg2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3"/>
              <p:cNvSpPr txBox="1"/>
              <p:nvPr/>
            </p:nvSpPr>
            <p:spPr>
              <a:xfrm>
                <a:off x="2403448" y="3597213"/>
                <a:ext cx="43764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Write Reg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3"/>
              <p:cNvSpPr txBox="1"/>
              <p:nvPr/>
            </p:nvSpPr>
            <p:spPr>
              <a:xfrm>
                <a:off x="2398655" y="3881708"/>
                <a:ext cx="43764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Write Data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74" name="Google Shape;274;p3"/>
            <p:cNvCxnSpPr>
              <a:stCxn id="259" idx="0"/>
            </p:cNvCxnSpPr>
            <p:nvPr/>
          </p:nvCxnSpPr>
          <p:spPr>
            <a:xfrm rot="10800000">
              <a:off x="3654262" y="2438417"/>
              <a:ext cx="0" cy="323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75" name="Google Shape;275;p3"/>
          <p:cNvGrpSpPr/>
          <p:nvPr/>
        </p:nvGrpSpPr>
        <p:grpSpPr>
          <a:xfrm>
            <a:off x="7315136" y="2855254"/>
            <a:ext cx="1575428" cy="1378210"/>
            <a:chOff x="5249757" y="2630945"/>
            <a:chExt cx="1575428" cy="1378210"/>
          </a:xfrm>
        </p:grpSpPr>
        <p:grpSp>
          <p:nvGrpSpPr>
            <p:cNvPr id="276" name="Google Shape;276;p3"/>
            <p:cNvGrpSpPr/>
            <p:nvPr/>
          </p:nvGrpSpPr>
          <p:grpSpPr>
            <a:xfrm>
              <a:off x="5249757" y="2802088"/>
              <a:ext cx="1575428" cy="1207067"/>
              <a:chOff x="7542107" y="2608008"/>
              <a:chExt cx="1575428" cy="1207067"/>
            </a:xfrm>
          </p:grpSpPr>
          <p:grpSp>
            <p:nvGrpSpPr>
              <p:cNvPr id="277" name="Google Shape;277;p3"/>
              <p:cNvGrpSpPr/>
              <p:nvPr/>
            </p:nvGrpSpPr>
            <p:grpSpPr>
              <a:xfrm>
                <a:off x="7542107" y="2715731"/>
                <a:ext cx="1462943" cy="1099344"/>
                <a:chOff x="7171267" y="2535862"/>
                <a:chExt cx="2696102" cy="1590491"/>
              </a:xfrm>
            </p:grpSpPr>
            <p:sp>
              <p:nvSpPr>
                <p:cNvPr id="278" name="Google Shape;278;p3"/>
                <p:cNvSpPr/>
                <p:nvPr/>
              </p:nvSpPr>
              <p:spPr>
                <a:xfrm rot="-5400000">
                  <a:off x="7726191" y="2791624"/>
                  <a:ext cx="1590491" cy="1078966"/>
                </a:xfrm>
                <a:prstGeom prst="flowChartManualOperation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9" name="Google Shape;279;p3"/>
                <p:cNvSpPr/>
                <p:nvPr/>
              </p:nvSpPr>
              <p:spPr>
                <a:xfrm rot="5400000">
                  <a:off x="7884820" y="3187300"/>
                  <a:ext cx="516826" cy="331034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id="280" name="Google Shape;280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7316080" y="3104989"/>
                  <a:ext cx="678832" cy="51821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281" name="Google Shape;281;p3"/>
                <p:cNvCxnSpPr>
                  <a:stCxn id="279" idx="2"/>
                  <a:endCxn id="279" idx="0"/>
                </p:cNvCxnSpPr>
                <p:nvPr/>
              </p:nvCxnSpPr>
              <p:spPr>
                <a:xfrm>
                  <a:off x="7977716" y="3094404"/>
                  <a:ext cx="330900" cy="258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2" name="Google Shape;282;p3"/>
                <p:cNvCxnSpPr>
                  <a:stCxn id="279" idx="4"/>
                  <a:endCxn id="279" idx="0"/>
                </p:cNvCxnSpPr>
                <p:nvPr/>
              </p:nvCxnSpPr>
              <p:spPr>
                <a:xfrm flipH="1" rot="10800000">
                  <a:off x="7977716" y="3352930"/>
                  <a:ext cx="330900" cy="258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3" name="Google Shape;283;p3"/>
                <p:cNvCxnSpPr/>
                <p:nvPr/>
              </p:nvCxnSpPr>
              <p:spPr>
                <a:xfrm>
                  <a:off x="7171267" y="2849861"/>
                  <a:ext cx="8064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284" name="Google Shape;284;p3"/>
                <p:cNvCxnSpPr/>
                <p:nvPr/>
              </p:nvCxnSpPr>
              <p:spPr>
                <a:xfrm>
                  <a:off x="7171267" y="3854502"/>
                  <a:ext cx="8064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285" name="Google Shape;285;p3"/>
                <p:cNvCxnSpPr/>
                <p:nvPr/>
              </p:nvCxnSpPr>
              <p:spPr>
                <a:xfrm>
                  <a:off x="9060920" y="3099484"/>
                  <a:ext cx="8064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286" name="Google Shape;286;p3"/>
                <p:cNvCxnSpPr/>
                <p:nvPr/>
              </p:nvCxnSpPr>
              <p:spPr>
                <a:xfrm>
                  <a:off x="9060920" y="3527564"/>
                  <a:ext cx="8064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287" name="Google Shape;287;p3"/>
              <p:cNvSpPr txBox="1"/>
              <p:nvPr/>
            </p:nvSpPr>
            <p:spPr>
              <a:xfrm>
                <a:off x="8098807" y="3141911"/>
                <a:ext cx="52916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ALU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3"/>
              <p:cNvSpPr txBox="1"/>
              <p:nvPr/>
            </p:nvSpPr>
            <p:spPr>
              <a:xfrm>
                <a:off x="8588368" y="2908752"/>
                <a:ext cx="529167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Zero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3"/>
              <p:cNvSpPr txBox="1"/>
              <p:nvPr/>
            </p:nvSpPr>
            <p:spPr>
              <a:xfrm>
                <a:off x="8588368" y="3378539"/>
                <a:ext cx="52916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ALU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Result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3"/>
              <p:cNvSpPr txBox="1"/>
              <p:nvPr/>
            </p:nvSpPr>
            <p:spPr>
              <a:xfrm>
                <a:off x="8254202" y="2608008"/>
                <a:ext cx="58546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ALU Op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91" name="Google Shape;291;p3"/>
            <p:cNvCxnSpPr>
              <a:stCxn id="278" idx="3"/>
            </p:cNvCxnSpPr>
            <p:nvPr/>
          </p:nvCxnSpPr>
          <p:spPr>
            <a:xfrm rot="10800000">
              <a:off x="5982378" y="2630945"/>
              <a:ext cx="0" cy="388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92" name="Google Shape;292;p3"/>
          <p:cNvGrpSpPr/>
          <p:nvPr/>
        </p:nvGrpSpPr>
        <p:grpSpPr>
          <a:xfrm>
            <a:off x="204586" y="1965464"/>
            <a:ext cx="3848755" cy="2483590"/>
            <a:chOff x="356477" y="1138767"/>
            <a:chExt cx="4472836" cy="4049139"/>
          </a:xfrm>
        </p:grpSpPr>
        <p:grpSp>
          <p:nvGrpSpPr>
            <p:cNvPr id="293" name="Google Shape;293;p3"/>
            <p:cNvGrpSpPr/>
            <p:nvPr/>
          </p:nvGrpSpPr>
          <p:grpSpPr>
            <a:xfrm>
              <a:off x="2013604" y="3334801"/>
              <a:ext cx="2815709" cy="1853105"/>
              <a:chOff x="1881188" y="2951763"/>
              <a:chExt cx="2815709" cy="1853105"/>
            </a:xfrm>
          </p:grpSpPr>
          <p:grpSp>
            <p:nvGrpSpPr>
              <p:cNvPr id="294" name="Google Shape;294;p3"/>
              <p:cNvGrpSpPr/>
              <p:nvPr/>
            </p:nvGrpSpPr>
            <p:grpSpPr>
              <a:xfrm>
                <a:off x="1881188" y="2951763"/>
                <a:ext cx="2815709" cy="1853105"/>
                <a:chOff x="815968" y="1438773"/>
                <a:chExt cx="3822278" cy="3017527"/>
              </a:xfrm>
            </p:grpSpPr>
            <p:sp>
              <p:nvSpPr>
                <p:cNvPr id="295" name="Google Shape;295;p3"/>
                <p:cNvSpPr/>
                <p:nvPr/>
              </p:nvSpPr>
              <p:spPr>
                <a:xfrm>
                  <a:off x="1601782" y="1438773"/>
                  <a:ext cx="1839317" cy="301752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96" name="Google Shape;296;p3"/>
                <p:cNvCxnSpPr/>
                <p:nvPr/>
              </p:nvCxnSpPr>
              <p:spPr>
                <a:xfrm>
                  <a:off x="815968" y="1971039"/>
                  <a:ext cx="7818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297" name="Google Shape;297;p3"/>
                <p:cNvCxnSpPr/>
                <p:nvPr/>
              </p:nvCxnSpPr>
              <p:spPr>
                <a:xfrm>
                  <a:off x="3419420" y="2239012"/>
                  <a:ext cx="121882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298" name="Google Shape;298;p3"/>
              <p:cNvSpPr txBox="1"/>
              <p:nvPr/>
            </p:nvSpPr>
            <p:spPr>
              <a:xfrm>
                <a:off x="2432494" y="3124102"/>
                <a:ext cx="631576" cy="5519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Address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3"/>
              <p:cNvSpPr txBox="1"/>
              <p:nvPr/>
            </p:nvSpPr>
            <p:spPr>
              <a:xfrm>
                <a:off x="3748306" y="3119185"/>
                <a:ext cx="948591" cy="4014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Instruction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3"/>
              <p:cNvSpPr txBox="1"/>
              <p:nvPr/>
            </p:nvSpPr>
            <p:spPr>
              <a:xfrm>
                <a:off x="2728539" y="3761346"/>
                <a:ext cx="879509" cy="6523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Instruction Memory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3"/>
              <p:cNvSpPr/>
              <p:nvPr/>
            </p:nvSpPr>
            <p:spPr>
              <a:xfrm>
                <a:off x="2765894" y="3761346"/>
                <a:ext cx="783570" cy="67618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2" name="Google Shape;302;p3"/>
            <p:cNvGrpSpPr/>
            <p:nvPr/>
          </p:nvGrpSpPr>
          <p:grpSpPr>
            <a:xfrm>
              <a:off x="778581" y="2643763"/>
              <a:ext cx="735151" cy="2029749"/>
              <a:chOff x="455138" y="2336298"/>
              <a:chExt cx="808512" cy="1484417"/>
            </a:xfrm>
          </p:grpSpPr>
          <p:grpSp>
            <p:nvGrpSpPr>
              <p:cNvPr id="303" name="Google Shape;303;p3"/>
              <p:cNvGrpSpPr/>
              <p:nvPr/>
            </p:nvGrpSpPr>
            <p:grpSpPr>
              <a:xfrm>
                <a:off x="455138" y="2336298"/>
                <a:ext cx="447758" cy="1484417"/>
                <a:chOff x="278662" y="2396703"/>
                <a:chExt cx="447758" cy="1484417"/>
              </a:xfrm>
            </p:grpSpPr>
            <p:sp>
              <p:nvSpPr>
                <p:cNvPr id="304" name="Google Shape;304;p3"/>
                <p:cNvSpPr/>
                <p:nvPr/>
              </p:nvSpPr>
              <p:spPr>
                <a:xfrm>
                  <a:off x="330200" y="2396703"/>
                  <a:ext cx="314930" cy="1484417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" name="Google Shape;305;p3"/>
                <p:cNvSpPr txBox="1"/>
                <p:nvPr/>
              </p:nvSpPr>
              <p:spPr>
                <a:xfrm>
                  <a:off x="278662" y="2977201"/>
                  <a:ext cx="447758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PC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306" name="Google Shape;306;p3"/>
              <p:cNvCxnSpPr/>
              <p:nvPr/>
            </p:nvCxnSpPr>
            <p:spPr>
              <a:xfrm>
                <a:off x="825500" y="3078506"/>
                <a:ext cx="4381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307" name="Google Shape;307;p3"/>
            <p:cNvGrpSpPr/>
            <p:nvPr/>
          </p:nvGrpSpPr>
          <p:grpSpPr>
            <a:xfrm>
              <a:off x="2615055" y="1345607"/>
              <a:ext cx="1575428" cy="1207067"/>
              <a:chOff x="7542107" y="2608008"/>
              <a:chExt cx="1575428" cy="1207067"/>
            </a:xfrm>
          </p:grpSpPr>
          <p:grpSp>
            <p:nvGrpSpPr>
              <p:cNvPr id="308" name="Google Shape;308;p3"/>
              <p:cNvGrpSpPr/>
              <p:nvPr/>
            </p:nvGrpSpPr>
            <p:grpSpPr>
              <a:xfrm>
                <a:off x="7542107" y="2715731"/>
                <a:ext cx="1462943" cy="1099344"/>
                <a:chOff x="7171267" y="2535862"/>
                <a:chExt cx="2696102" cy="1590491"/>
              </a:xfrm>
            </p:grpSpPr>
            <p:sp>
              <p:nvSpPr>
                <p:cNvPr id="309" name="Google Shape;309;p3"/>
                <p:cNvSpPr/>
                <p:nvPr/>
              </p:nvSpPr>
              <p:spPr>
                <a:xfrm rot="-5400000">
                  <a:off x="7726191" y="2791624"/>
                  <a:ext cx="1590491" cy="1078966"/>
                </a:xfrm>
                <a:prstGeom prst="flowChartManualOperation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" name="Google Shape;310;p3"/>
                <p:cNvSpPr/>
                <p:nvPr/>
              </p:nvSpPr>
              <p:spPr>
                <a:xfrm rot="5400000">
                  <a:off x="7884820" y="3187300"/>
                  <a:ext cx="516826" cy="331034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id="311" name="Google Shape;311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7316080" y="3104989"/>
                  <a:ext cx="678832" cy="51821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312" name="Google Shape;312;p3"/>
                <p:cNvCxnSpPr>
                  <a:stCxn id="310" idx="2"/>
                  <a:endCxn id="310" idx="0"/>
                </p:cNvCxnSpPr>
                <p:nvPr/>
              </p:nvCxnSpPr>
              <p:spPr>
                <a:xfrm>
                  <a:off x="7977716" y="3094404"/>
                  <a:ext cx="330900" cy="258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13" name="Google Shape;313;p3"/>
                <p:cNvCxnSpPr>
                  <a:stCxn id="310" idx="4"/>
                  <a:endCxn id="310" idx="0"/>
                </p:cNvCxnSpPr>
                <p:nvPr/>
              </p:nvCxnSpPr>
              <p:spPr>
                <a:xfrm flipH="1" rot="10800000">
                  <a:off x="7977716" y="3352930"/>
                  <a:ext cx="330900" cy="258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14" name="Google Shape;314;p3"/>
                <p:cNvCxnSpPr/>
                <p:nvPr/>
              </p:nvCxnSpPr>
              <p:spPr>
                <a:xfrm>
                  <a:off x="7171267" y="2849861"/>
                  <a:ext cx="8064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315" name="Google Shape;315;p3"/>
                <p:cNvCxnSpPr/>
                <p:nvPr/>
              </p:nvCxnSpPr>
              <p:spPr>
                <a:xfrm>
                  <a:off x="7171267" y="3854502"/>
                  <a:ext cx="8064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316" name="Google Shape;316;p3"/>
                <p:cNvCxnSpPr/>
                <p:nvPr/>
              </p:nvCxnSpPr>
              <p:spPr>
                <a:xfrm>
                  <a:off x="9060920" y="3099484"/>
                  <a:ext cx="8064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317" name="Google Shape;317;p3"/>
              <p:cNvSpPr txBox="1"/>
              <p:nvPr/>
            </p:nvSpPr>
            <p:spPr>
              <a:xfrm>
                <a:off x="8098807" y="3141911"/>
                <a:ext cx="52916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Add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3"/>
              <p:cNvSpPr txBox="1"/>
              <p:nvPr/>
            </p:nvSpPr>
            <p:spPr>
              <a:xfrm>
                <a:off x="8588368" y="2908752"/>
                <a:ext cx="529167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9" name="Google Shape;319;p3"/>
              <p:cNvSpPr txBox="1"/>
              <p:nvPr/>
            </p:nvSpPr>
            <p:spPr>
              <a:xfrm>
                <a:off x="8254202" y="2608008"/>
                <a:ext cx="58546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320" name="Google Shape;320;p3"/>
            <p:cNvCxnSpPr/>
            <p:nvPr/>
          </p:nvCxnSpPr>
          <p:spPr>
            <a:xfrm>
              <a:off x="1513732" y="3658637"/>
              <a:ext cx="517878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21" name="Google Shape;321;p3"/>
            <p:cNvGrpSpPr/>
            <p:nvPr/>
          </p:nvGrpSpPr>
          <p:grpSpPr>
            <a:xfrm>
              <a:off x="1726564" y="1670048"/>
              <a:ext cx="903534" cy="1988590"/>
              <a:chOff x="1650754" y="857248"/>
              <a:chExt cx="903534" cy="1988590"/>
            </a:xfrm>
          </p:grpSpPr>
          <p:cxnSp>
            <p:nvCxnSpPr>
              <p:cNvPr id="322" name="Google Shape;322;p3"/>
              <p:cNvCxnSpPr/>
              <p:nvPr/>
            </p:nvCxnSpPr>
            <p:spPr>
              <a:xfrm rot="10800000">
                <a:off x="1650754" y="857566"/>
                <a:ext cx="5326" cy="19882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3" name="Google Shape;323;p3"/>
              <p:cNvCxnSpPr/>
              <p:nvPr/>
            </p:nvCxnSpPr>
            <p:spPr>
              <a:xfrm>
                <a:off x="1650754" y="857248"/>
                <a:ext cx="903534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324" name="Google Shape;324;p3"/>
            <p:cNvGrpSpPr/>
            <p:nvPr/>
          </p:nvGrpSpPr>
          <p:grpSpPr>
            <a:xfrm>
              <a:off x="356477" y="1138767"/>
              <a:ext cx="3721522" cy="2509175"/>
              <a:chOff x="280667" y="325967"/>
              <a:chExt cx="3721522" cy="2509175"/>
            </a:xfrm>
          </p:grpSpPr>
          <p:cxnSp>
            <p:nvCxnSpPr>
              <p:cNvPr id="325" name="Google Shape;325;p3"/>
              <p:cNvCxnSpPr/>
              <p:nvPr/>
            </p:nvCxnSpPr>
            <p:spPr>
              <a:xfrm rot="10800000">
                <a:off x="4002188" y="325967"/>
                <a:ext cx="0" cy="70062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6" name="Google Shape;326;p3"/>
              <p:cNvCxnSpPr/>
              <p:nvPr/>
            </p:nvCxnSpPr>
            <p:spPr>
              <a:xfrm rot="10800000">
                <a:off x="287867" y="325967"/>
                <a:ext cx="3714322" cy="84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7" name="Google Shape;327;p3"/>
              <p:cNvCxnSpPr/>
              <p:nvPr/>
            </p:nvCxnSpPr>
            <p:spPr>
              <a:xfrm>
                <a:off x="287867" y="325967"/>
                <a:ext cx="0" cy="25065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8" name="Google Shape;328;p3"/>
              <p:cNvCxnSpPr/>
              <p:nvPr/>
            </p:nvCxnSpPr>
            <p:spPr>
              <a:xfrm>
                <a:off x="280667" y="2835142"/>
                <a:ext cx="460216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329" name="Google Shape;329;p3"/>
            <p:cNvSpPr txBox="1"/>
            <p:nvPr/>
          </p:nvSpPr>
          <p:spPr>
            <a:xfrm>
              <a:off x="2345637" y="2174764"/>
              <a:ext cx="39125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0" name="Google Shape;330;p3"/>
          <p:cNvGrpSpPr/>
          <p:nvPr/>
        </p:nvGrpSpPr>
        <p:grpSpPr>
          <a:xfrm>
            <a:off x="8310402" y="4912881"/>
            <a:ext cx="1556819" cy="1233165"/>
            <a:chOff x="6469620" y="4425955"/>
            <a:chExt cx="1556819" cy="1233165"/>
          </a:xfrm>
        </p:grpSpPr>
        <p:sp>
          <p:nvSpPr>
            <p:cNvPr id="331" name="Google Shape;331;p3"/>
            <p:cNvSpPr/>
            <p:nvPr/>
          </p:nvSpPr>
          <p:spPr>
            <a:xfrm>
              <a:off x="7037793" y="4425955"/>
              <a:ext cx="423333" cy="867821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3"/>
            <p:cNvSpPr txBox="1"/>
            <p:nvPr/>
          </p:nvSpPr>
          <p:spPr>
            <a:xfrm>
              <a:off x="6992677" y="4662500"/>
              <a:ext cx="5438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 Control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3" name="Google Shape;333;p3"/>
            <p:cNvCxnSpPr/>
            <p:nvPr/>
          </p:nvCxnSpPr>
          <p:spPr>
            <a:xfrm>
              <a:off x="6469620" y="4866640"/>
              <a:ext cx="55602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34" name="Google Shape;334;p3"/>
            <p:cNvCxnSpPr/>
            <p:nvPr/>
          </p:nvCxnSpPr>
          <p:spPr>
            <a:xfrm>
              <a:off x="7470419" y="4866640"/>
              <a:ext cx="55602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35" name="Google Shape;335;p3"/>
            <p:cNvCxnSpPr/>
            <p:nvPr/>
          </p:nvCxnSpPr>
          <p:spPr>
            <a:xfrm rot="10800000">
              <a:off x="7249160" y="5288280"/>
              <a:ext cx="0" cy="3708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336" name="Google Shape;336;p3"/>
          <p:cNvGrpSpPr/>
          <p:nvPr/>
        </p:nvGrpSpPr>
        <p:grpSpPr>
          <a:xfrm>
            <a:off x="4053291" y="1176262"/>
            <a:ext cx="1018095" cy="1155665"/>
            <a:chOff x="5857610" y="561707"/>
            <a:chExt cx="1013170" cy="1155665"/>
          </a:xfrm>
        </p:grpSpPr>
        <p:sp>
          <p:nvSpPr>
            <p:cNvPr id="337" name="Google Shape;337;p3"/>
            <p:cNvSpPr/>
            <p:nvPr/>
          </p:nvSpPr>
          <p:spPr>
            <a:xfrm>
              <a:off x="6272810" y="561707"/>
              <a:ext cx="597970" cy="1155665"/>
            </a:xfrm>
            <a:prstGeom prst="ellipse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3"/>
            <p:cNvSpPr txBox="1"/>
            <p:nvPr/>
          </p:nvSpPr>
          <p:spPr>
            <a:xfrm>
              <a:off x="6277205" y="1016428"/>
              <a:ext cx="576491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9" name="Google Shape;339;p3"/>
            <p:cNvCxnSpPr>
              <a:endCxn id="337" idx="2"/>
            </p:cNvCxnSpPr>
            <p:nvPr/>
          </p:nvCxnSpPr>
          <p:spPr>
            <a:xfrm>
              <a:off x="5857610" y="1139540"/>
              <a:ext cx="415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340" name="Google Shape;340;p3"/>
          <p:cNvCxnSpPr/>
          <p:nvPr/>
        </p:nvCxnSpPr>
        <p:spPr>
          <a:xfrm>
            <a:off x="5052782" y="1499230"/>
            <a:ext cx="52531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1" name="Google Shape;341;p3"/>
          <p:cNvSpPr txBox="1"/>
          <p:nvPr/>
        </p:nvSpPr>
        <p:spPr>
          <a:xfrm>
            <a:off x="3431603" y="1481713"/>
            <a:ext cx="113347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Ins[6-0] (Opcode)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"/>
          <p:cNvSpPr txBox="1"/>
          <p:nvPr/>
        </p:nvSpPr>
        <p:spPr>
          <a:xfrm>
            <a:off x="7979957" y="5107345"/>
            <a:ext cx="10470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Ins[30, 14-12]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3" name="Google Shape;343;p3"/>
          <p:cNvGrpSpPr/>
          <p:nvPr/>
        </p:nvGrpSpPr>
        <p:grpSpPr>
          <a:xfrm>
            <a:off x="5578098" y="1499230"/>
            <a:ext cx="6517950" cy="4634794"/>
            <a:chOff x="5032367" y="1024326"/>
            <a:chExt cx="6517950" cy="4634794"/>
          </a:xfrm>
        </p:grpSpPr>
        <p:cxnSp>
          <p:nvCxnSpPr>
            <p:cNvPr id="344" name="Google Shape;344;p3"/>
            <p:cNvCxnSpPr/>
            <p:nvPr/>
          </p:nvCxnSpPr>
          <p:spPr>
            <a:xfrm>
              <a:off x="5032367" y="1026915"/>
              <a:ext cx="651795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5" name="Google Shape;345;p3"/>
            <p:cNvCxnSpPr/>
            <p:nvPr/>
          </p:nvCxnSpPr>
          <p:spPr>
            <a:xfrm>
              <a:off x="11550317" y="1024326"/>
              <a:ext cx="0" cy="4634794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6" name="Google Shape;346;p3"/>
            <p:cNvCxnSpPr/>
            <p:nvPr/>
          </p:nvCxnSpPr>
          <p:spPr>
            <a:xfrm>
              <a:off x="8544211" y="5659120"/>
              <a:ext cx="3006106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47" name="Google Shape;347;p3"/>
          <p:cNvSpPr txBox="1"/>
          <p:nvPr/>
        </p:nvSpPr>
        <p:spPr>
          <a:xfrm>
            <a:off x="5526487" y="1256994"/>
            <a:ext cx="61077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bits)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"/>
          <p:cNvSpPr txBox="1"/>
          <p:nvPr/>
        </p:nvSpPr>
        <p:spPr>
          <a:xfrm>
            <a:off x="4116005" y="279987"/>
            <a:ext cx="50840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Datapath: Load Instruction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" name="Google Shape;349;p3"/>
          <p:cNvCxnSpPr/>
          <p:nvPr/>
        </p:nvCxnSpPr>
        <p:spPr>
          <a:xfrm>
            <a:off x="4053341" y="3274497"/>
            <a:ext cx="0" cy="2331373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0" name="Google Shape;350;p3"/>
          <p:cNvCxnSpPr/>
          <p:nvPr/>
        </p:nvCxnSpPr>
        <p:spPr>
          <a:xfrm>
            <a:off x="4053341" y="3282117"/>
            <a:ext cx="261484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1" name="Google Shape;351;p3"/>
          <p:cNvCxnSpPr/>
          <p:nvPr/>
        </p:nvCxnSpPr>
        <p:spPr>
          <a:xfrm>
            <a:off x="4053341" y="3759210"/>
            <a:ext cx="243094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52" name="Google Shape;352;p3"/>
          <p:cNvGrpSpPr/>
          <p:nvPr/>
        </p:nvGrpSpPr>
        <p:grpSpPr>
          <a:xfrm>
            <a:off x="4750488" y="4868165"/>
            <a:ext cx="1709485" cy="1418335"/>
            <a:chOff x="5000386" y="4797044"/>
            <a:chExt cx="1677018" cy="1304036"/>
          </a:xfrm>
        </p:grpSpPr>
        <p:sp>
          <p:nvSpPr>
            <p:cNvPr id="353" name="Google Shape;353;p3"/>
            <p:cNvSpPr/>
            <p:nvPr/>
          </p:nvSpPr>
          <p:spPr>
            <a:xfrm>
              <a:off x="5515177" y="4797044"/>
              <a:ext cx="651829" cy="1304036"/>
            </a:xfrm>
            <a:prstGeom prst="ellipse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3"/>
            <p:cNvSpPr txBox="1"/>
            <p:nvPr/>
          </p:nvSpPr>
          <p:spPr>
            <a:xfrm>
              <a:off x="5472018" y="5238755"/>
              <a:ext cx="760560" cy="553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Immediate Generation Unit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5" name="Google Shape;355;p3"/>
            <p:cNvCxnSpPr/>
            <p:nvPr/>
          </p:nvCxnSpPr>
          <p:spPr>
            <a:xfrm>
              <a:off x="5000386" y="5475300"/>
              <a:ext cx="51039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6" name="Google Shape;356;p3"/>
            <p:cNvCxnSpPr/>
            <p:nvPr/>
          </p:nvCxnSpPr>
          <p:spPr>
            <a:xfrm>
              <a:off x="6167006" y="5475300"/>
              <a:ext cx="51039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357" name="Google Shape;357;p3"/>
          <p:cNvCxnSpPr/>
          <p:nvPr/>
        </p:nvCxnSpPr>
        <p:spPr>
          <a:xfrm>
            <a:off x="4062635" y="5605870"/>
            <a:ext cx="725265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8" name="Google Shape;358;p3"/>
          <p:cNvCxnSpPr/>
          <p:nvPr/>
        </p:nvCxnSpPr>
        <p:spPr>
          <a:xfrm>
            <a:off x="6406112" y="5605870"/>
            <a:ext cx="918858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9" name="Google Shape;359;p3"/>
          <p:cNvCxnSpPr/>
          <p:nvPr/>
        </p:nvCxnSpPr>
        <p:spPr>
          <a:xfrm>
            <a:off x="7311392" y="4045562"/>
            <a:ext cx="9834" cy="1560308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60" name="Google Shape;360;p3"/>
          <p:cNvGrpSpPr/>
          <p:nvPr/>
        </p:nvGrpSpPr>
        <p:grpSpPr>
          <a:xfrm>
            <a:off x="9149014" y="2938649"/>
            <a:ext cx="2671706" cy="1618670"/>
            <a:chOff x="9301908" y="2790765"/>
            <a:chExt cx="2675739" cy="2156270"/>
          </a:xfrm>
        </p:grpSpPr>
        <p:sp>
          <p:nvSpPr>
            <p:cNvPr id="361" name="Google Shape;361;p3"/>
            <p:cNvSpPr/>
            <p:nvPr/>
          </p:nvSpPr>
          <p:spPr>
            <a:xfrm>
              <a:off x="9867221" y="3106020"/>
              <a:ext cx="1545113" cy="152261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62" name="Google Shape;362;p3"/>
            <p:cNvCxnSpPr/>
            <p:nvPr/>
          </p:nvCxnSpPr>
          <p:spPr>
            <a:xfrm>
              <a:off x="10583253" y="2824373"/>
              <a:ext cx="0" cy="274259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3" name="Google Shape;363;p3"/>
            <p:cNvCxnSpPr/>
            <p:nvPr/>
          </p:nvCxnSpPr>
          <p:spPr>
            <a:xfrm>
              <a:off x="10636593" y="4628632"/>
              <a:ext cx="0" cy="274259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4" name="Google Shape;364;p3"/>
            <p:cNvCxnSpPr/>
            <p:nvPr/>
          </p:nvCxnSpPr>
          <p:spPr>
            <a:xfrm>
              <a:off x="9301908" y="3535729"/>
              <a:ext cx="56531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5" name="Google Shape;365;p3"/>
            <p:cNvCxnSpPr/>
            <p:nvPr/>
          </p:nvCxnSpPr>
          <p:spPr>
            <a:xfrm>
              <a:off x="9301908" y="4176369"/>
              <a:ext cx="56531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6" name="Google Shape;366;p3"/>
            <p:cNvSpPr txBox="1"/>
            <p:nvPr/>
          </p:nvSpPr>
          <p:spPr>
            <a:xfrm>
              <a:off x="9856171" y="3412618"/>
              <a:ext cx="655532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Address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3"/>
            <p:cNvSpPr txBox="1"/>
            <p:nvPr/>
          </p:nvSpPr>
          <p:spPr>
            <a:xfrm>
              <a:off x="9859619" y="3976314"/>
              <a:ext cx="47989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Write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8" name="Google Shape;368;p3"/>
            <p:cNvGrpSpPr/>
            <p:nvPr/>
          </p:nvGrpSpPr>
          <p:grpSpPr>
            <a:xfrm>
              <a:off x="10351513" y="2790765"/>
              <a:ext cx="995271" cy="2156270"/>
              <a:chOff x="10416540" y="2801460"/>
              <a:chExt cx="995271" cy="2156270"/>
            </a:xfrm>
          </p:grpSpPr>
          <p:sp>
            <p:nvSpPr>
              <p:cNvPr id="369" name="Google Shape;369;p3"/>
              <p:cNvSpPr/>
              <p:nvPr/>
            </p:nvSpPr>
            <p:spPr>
              <a:xfrm>
                <a:off x="10416540" y="3706593"/>
                <a:ext cx="655532" cy="59936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3"/>
              <p:cNvSpPr txBox="1"/>
              <p:nvPr/>
            </p:nvSpPr>
            <p:spPr>
              <a:xfrm>
                <a:off x="10467000" y="3756689"/>
                <a:ext cx="63394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Data Memory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3"/>
              <p:cNvSpPr txBox="1"/>
              <p:nvPr/>
            </p:nvSpPr>
            <p:spPr>
              <a:xfrm>
                <a:off x="10602537" y="2801460"/>
                <a:ext cx="763531" cy="327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MemRead</a:t>
                </a:r>
                <a:endParaRPr b="0" i="0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2" name="Google Shape;372;p3"/>
              <p:cNvSpPr txBox="1"/>
              <p:nvPr/>
            </p:nvSpPr>
            <p:spPr>
              <a:xfrm>
                <a:off x="10648280" y="4629733"/>
                <a:ext cx="763531" cy="327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MemWrite</a:t>
                </a:r>
                <a:endParaRPr b="0" i="0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373" name="Google Shape;373;p3"/>
            <p:cNvSpPr txBox="1"/>
            <p:nvPr/>
          </p:nvSpPr>
          <p:spPr>
            <a:xfrm>
              <a:off x="11011279" y="3412618"/>
              <a:ext cx="65553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4" name="Google Shape;374;p3"/>
            <p:cNvCxnSpPr/>
            <p:nvPr/>
          </p:nvCxnSpPr>
          <p:spPr>
            <a:xfrm>
              <a:off x="11412334" y="3535728"/>
              <a:ext cx="56531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375" name="Google Shape;375;p3"/>
          <p:cNvCxnSpPr/>
          <p:nvPr/>
        </p:nvCxnSpPr>
        <p:spPr>
          <a:xfrm>
            <a:off x="8778079" y="3819583"/>
            <a:ext cx="370935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" name="Google Shape;376;p3"/>
          <p:cNvCxnSpPr/>
          <p:nvPr/>
        </p:nvCxnSpPr>
        <p:spPr>
          <a:xfrm>
            <a:off x="9149014" y="3497878"/>
            <a:ext cx="0" cy="321705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" name="Google Shape;377;p3"/>
          <p:cNvCxnSpPr/>
          <p:nvPr/>
        </p:nvCxnSpPr>
        <p:spPr>
          <a:xfrm>
            <a:off x="11820720" y="3497878"/>
            <a:ext cx="0" cy="1211844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8" name="Google Shape;378;p3"/>
          <p:cNvCxnSpPr/>
          <p:nvPr/>
        </p:nvCxnSpPr>
        <p:spPr>
          <a:xfrm>
            <a:off x="4296435" y="4009007"/>
            <a:ext cx="0" cy="700715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9" name="Google Shape;379;p3"/>
          <p:cNvCxnSpPr/>
          <p:nvPr/>
        </p:nvCxnSpPr>
        <p:spPr>
          <a:xfrm>
            <a:off x="4296435" y="4709722"/>
            <a:ext cx="7524285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0" name="Google Shape;380;p3"/>
          <p:cNvCxnSpPr/>
          <p:nvPr/>
        </p:nvCxnSpPr>
        <p:spPr>
          <a:xfrm>
            <a:off x="4053341" y="1754093"/>
            <a:ext cx="1406" cy="1528024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1" name="Google Shape;381;p3"/>
          <p:cNvCxnSpPr/>
          <p:nvPr/>
        </p:nvCxnSpPr>
        <p:spPr>
          <a:xfrm>
            <a:off x="5071386" y="1798647"/>
            <a:ext cx="52531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2" name="Google Shape;382;p3"/>
          <p:cNvCxnSpPr/>
          <p:nvPr/>
        </p:nvCxnSpPr>
        <p:spPr>
          <a:xfrm>
            <a:off x="5603841" y="1798647"/>
            <a:ext cx="4824587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3" name="Google Shape;383;p3"/>
          <p:cNvCxnSpPr/>
          <p:nvPr/>
        </p:nvCxnSpPr>
        <p:spPr>
          <a:xfrm>
            <a:off x="10428428" y="1798647"/>
            <a:ext cx="0" cy="1194816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4" name="Google Shape;384;p3"/>
          <p:cNvCxnSpPr/>
          <p:nvPr/>
        </p:nvCxnSpPr>
        <p:spPr>
          <a:xfrm>
            <a:off x="5014200" y="2092332"/>
            <a:ext cx="58964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5" name="Google Shape;385;p3"/>
          <p:cNvCxnSpPr/>
          <p:nvPr/>
        </p:nvCxnSpPr>
        <p:spPr>
          <a:xfrm>
            <a:off x="5603841" y="2086122"/>
            <a:ext cx="0" cy="583924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6" name="Google Shape;386;p3"/>
          <p:cNvCxnSpPr/>
          <p:nvPr/>
        </p:nvCxnSpPr>
        <p:spPr>
          <a:xfrm>
            <a:off x="8047757" y="2855317"/>
            <a:ext cx="3884267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7" name="Google Shape;387;p3"/>
          <p:cNvCxnSpPr/>
          <p:nvPr/>
        </p:nvCxnSpPr>
        <p:spPr>
          <a:xfrm>
            <a:off x="11935968" y="2855317"/>
            <a:ext cx="0" cy="2498249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8" name="Google Shape;388;p3"/>
          <p:cNvCxnSpPr/>
          <p:nvPr/>
        </p:nvCxnSpPr>
        <p:spPr>
          <a:xfrm>
            <a:off x="9867221" y="5352380"/>
            <a:ext cx="2064803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9" name="Google Shape;389;p3"/>
          <p:cNvCxnSpPr/>
          <p:nvPr/>
        </p:nvCxnSpPr>
        <p:spPr>
          <a:xfrm>
            <a:off x="4470509" y="5605870"/>
            <a:ext cx="0" cy="87113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0" name="Google Shape;390;p3"/>
          <p:cNvCxnSpPr/>
          <p:nvPr/>
        </p:nvCxnSpPr>
        <p:spPr>
          <a:xfrm>
            <a:off x="4470509" y="6477000"/>
            <a:ext cx="3839893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1" name="Google Shape;391;p3"/>
          <p:cNvCxnSpPr/>
          <p:nvPr/>
        </p:nvCxnSpPr>
        <p:spPr>
          <a:xfrm>
            <a:off x="8310402" y="5348592"/>
            <a:ext cx="0" cy="1128408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2" name="Google Shape;392;p3"/>
          <p:cNvSpPr txBox="1"/>
          <p:nvPr/>
        </p:nvSpPr>
        <p:spPr>
          <a:xfrm>
            <a:off x="4960988" y="1249090"/>
            <a:ext cx="67770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 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"/>
          <p:cNvSpPr txBox="1"/>
          <p:nvPr/>
        </p:nvSpPr>
        <p:spPr>
          <a:xfrm>
            <a:off x="4996948" y="1569656"/>
            <a:ext cx="107815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MemRead (1 bit)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"/>
          <p:cNvSpPr txBox="1"/>
          <p:nvPr/>
        </p:nvSpPr>
        <p:spPr>
          <a:xfrm>
            <a:off x="4998797" y="1871692"/>
            <a:ext cx="107815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RegWrite (1 bit)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"/>
          <p:cNvSpPr txBox="1"/>
          <p:nvPr/>
        </p:nvSpPr>
        <p:spPr>
          <a:xfrm>
            <a:off x="4082280" y="3066676"/>
            <a:ext cx="7272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Ins[19-15]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"/>
          <p:cNvSpPr txBox="1"/>
          <p:nvPr/>
        </p:nvSpPr>
        <p:spPr>
          <a:xfrm>
            <a:off x="4059833" y="3541884"/>
            <a:ext cx="7272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Ins[11-7]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"/>
          <p:cNvSpPr txBox="1"/>
          <p:nvPr/>
        </p:nvSpPr>
        <p:spPr>
          <a:xfrm>
            <a:off x="4528653" y="5353640"/>
            <a:ext cx="7272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Ins[31-0]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"/>
          <p:cNvSpPr txBox="1"/>
          <p:nvPr/>
        </p:nvSpPr>
        <p:spPr>
          <a:xfrm>
            <a:off x="9305852" y="5149426"/>
            <a:ext cx="10470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0010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"/>
          <p:cNvSpPr txBox="1"/>
          <p:nvPr/>
        </p:nvSpPr>
        <p:spPr>
          <a:xfrm>
            <a:off x="9381334" y="5899825"/>
            <a:ext cx="10470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 Op = 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"/>
          <p:cNvSpPr txBox="1"/>
          <p:nvPr/>
        </p:nvSpPr>
        <p:spPr>
          <a:xfrm>
            <a:off x="5937464" y="5221353"/>
            <a:ext cx="113457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Offset  converted into a 64 bit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"/>
          <p:cNvSpPr txBox="1"/>
          <p:nvPr/>
        </p:nvSpPr>
        <p:spPr>
          <a:xfrm>
            <a:off x="6300768" y="3093109"/>
            <a:ext cx="112186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in 64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"/>
          <p:cNvSpPr txBox="1"/>
          <p:nvPr/>
        </p:nvSpPr>
        <p:spPr>
          <a:xfrm>
            <a:off x="8333751" y="3625396"/>
            <a:ext cx="73526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Add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7" name="Google Shape;407;p4"/>
          <p:cNvCxnSpPr/>
          <p:nvPr/>
        </p:nvCxnSpPr>
        <p:spPr>
          <a:xfrm>
            <a:off x="6801629" y="3351156"/>
            <a:ext cx="697075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408" name="Google Shape;408;p4"/>
          <p:cNvGrpSpPr/>
          <p:nvPr/>
        </p:nvGrpSpPr>
        <p:grpSpPr>
          <a:xfrm>
            <a:off x="4296433" y="2670063"/>
            <a:ext cx="2530480" cy="1657766"/>
            <a:chOff x="2346853" y="2438417"/>
            <a:chExt cx="2530480" cy="1657766"/>
          </a:xfrm>
        </p:grpSpPr>
        <p:grpSp>
          <p:nvGrpSpPr>
            <p:cNvPr id="409" name="Google Shape;409;p4"/>
            <p:cNvGrpSpPr/>
            <p:nvPr/>
          </p:nvGrpSpPr>
          <p:grpSpPr>
            <a:xfrm>
              <a:off x="2346853" y="2500561"/>
              <a:ext cx="2530480" cy="1595622"/>
              <a:chOff x="1881186" y="2728725"/>
              <a:chExt cx="2530480" cy="1595622"/>
            </a:xfrm>
          </p:grpSpPr>
          <p:grpSp>
            <p:nvGrpSpPr>
              <p:cNvPr id="410" name="Google Shape;410;p4"/>
              <p:cNvGrpSpPr/>
              <p:nvPr/>
            </p:nvGrpSpPr>
            <p:grpSpPr>
              <a:xfrm>
                <a:off x="1881186" y="2989981"/>
                <a:ext cx="2530480" cy="1334366"/>
                <a:chOff x="815965" y="1501006"/>
                <a:chExt cx="3435087" cy="2172832"/>
              </a:xfrm>
            </p:grpSpPr>
            <p:sp>
              <p:nvSpPr>
                <p:cNvPr id="411" name="Google Shape;411;p4"/>
                <p:cNvSpPr/>
                <p:nvPr/>
              </p:nvSpPr>
              <p:spPr>
                <a:xfrm>
                  <a:off x="1597791" y="1501006"/>
                  <a:ext cx="1985922" cy="217283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12" name="Google Shape;412;p4"/>
                <p:cNvCxnSpPr/>
                <p:nvPr/>
              </p:nvCxnSpPr>
              <p:spPr>
                <a:xfrm>
                  <a:off x="815968" y="1971039"/>
                  <a:ext cx="7818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413" name="Google Shape;413;p4"/>
                <p:cNvCxnSpPr/>
                <p:nvPr/>
              </p:nvCxnSpPr>
              <p:spPr>
                <a:xfrm>
                  <a:off x="815965" y="2489800"/>
                  <a:ext cx="7818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414" name="Google Shape;414;p4"/>
                <p:cNvCxnSpPr/>
                <p:nvPr/>
              </p:nvCxnSpPr>
              <p:spPr>
                <a:xfrm>
                  <a:off x="3578894" y="2080461"/>
                  <a:ext cx="66067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415" name="Google Shape;415;p4"/>
                <p:cNvCxnSpPr/>
                <p:nvPr/>
              </p:nvCxnSpPr>
              <p:spPr>
                <a:xfrm>
                  <a:off x="3590383" y="3217872"/>
                  <a:ext cx="66066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416" name="Google Shape;416;p4"/>
              <p:cNvSpPr txBox="1"/>
              <p:nvPr/>
            </p:nvSpPr>
            <p:spPr>
              <a:xfrm>
                <a:off x="2403448" y="3086706"/>
                <a:ext cx="42740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Reg1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4"/>
              <p:cNvSpPr txBox="1"/>
              <p:nvPr/>
            </p:nvSpPr>
            <p:spPr>
              <a:xfrm>
                <a:off x="3471697" y="3215627"/>
                <a:ext cx="49762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Data1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4"/>
              <p:cNvSpPr txBox="1"/>
              <p:nvPr/>
            </p:nvSpPr>
            <p:spPr>
              <a:xfrm>
                <a:off x="3447068" y="3729977"/>
                <a:ext cx="49762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Data2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4"/>
              <p:cNvSpPr txBox="1"/>
              <p:nvPr/>
            </p:nvSpPr>
            <p:spPr>
              <a:xfrm>
                <a:off x="2887878" y="3459196"/>
                <a:ext cx="64810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Register File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4"/>
              <p:cNvSpPr/>
              <p:nvPr/>
            </p:nvSpPr>
            <p:spPr>
              <a:xfrm>
                <a:off x="2873478" y="3459196"/>
                <a:ext cx="643683" cy="40011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4"/>
              <p:cNvSpPr txBox="1"/>
              <p:nvPr/>
            </p:nvSpPr>
            <p:spPr>
              <a:xfrm>
                <a:off x="3162906" y="2728725"/>
                <a:ext cx="695809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RegWrite</a:t>
                </a:r>
                <a:endParaRPr b="0" i="0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2" name="Google Shape;422;p4"/>
              <p:cNvSpPr txBox="1"/>
              <p:nvPr/>
            </p:nvSpPr>
            <p:spPr>
              <a:xfrm>
                <a:off x="2404206" y="3342307"/>
                <a:ext cx="43764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Reg2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4"/>
              <p:cNvSpPr txBox="1"/>
              <p:nvPr/>
            </p:nvSpPr>
            <p:spPr>
              <a:xfrm>
                <a:off x="2403448" y="3597213"/>
                <a:ext cx="43764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Write Reg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4"/>
              <p:cNvSpPr txBox="1"/>
              <p:nvPr/>
            </p:nvSpPr>
            <p:spPr>
              <a:xfrm>
                <a:off x="2398655" y="3881708"/>
                <a:ext cx="43764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Write Data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25" name="Google Shape;425;p4"/>
            <p:cNvCxnSpPr>
              <a:stCxn id="411" idx="0"/>
            </p:cNvCxnSpPr>
            <p:nvPr/>
          </p:nvCxnSpPr>
          <p:spPr>
            <a:xfrm rot="10800000">
              <a:off x="3654262" y="2438417"/>
              <a:ext cx="0" cy="323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26" name="Google Shape;426;p4"/>
          <p:cNvGrpSpPr/>
          <p:nvPr/>
        </p:nvGrpSpPr>
        <p:grpSpPr>
          <a:xfrm>
            <a:off x="7315136" y="2855254"/>
            <a:ext cx="1575428" cy="1378210"/>
            <a:chOff x="5249757" y="2630945"/>
            <a:chExt cx="1575428" cy="1378210"/>
          </a:xfrm>
        </p:grpSpPr>
        <p:grpSp>
          <p:nvGrpSpPr>
            <p:cNvPr id="427" name="Google Shape;427;p4"/>
            <p:cNvGrpSpPr/>
            <p:nvPr/>
          </p:nvGrpSpPr>
          <p:grpSpPr>
            <a:xfrm>
              <a:off x="5249757" y="2802088"/>
              <a:ext cx="1575428" cy="1207067"/>
              <a:chOff x="7542107" y="2608008"/>
              <a:chExt cx="1575428" cy="1207067"/>
            </a:xfrm>
          </p:grpSpPr>
          <p:grpSp>
            <p:nvGrpSpPr>
              <p:cNvPr id="428" name="Google Shape;428;p4"/>
              <p:cNvGrpSpPr/>
              <p:nvPr/>
            </p:nvGrpSpPr>
            <p:grpSpPr>
              <a:xfrm>
                <a:off x="7542107" y="2715731"/>
                <a:ext cx="1462943" cy="1099344"/>
                <a:chOff x="7171267" y="2535862"/>
                <a:chExt cx="2696102" cy="1590491"/>
              </a:xfrm>
            </p:grpSpPr>
            <p:sp>
              <p:nvSpPr>
                <p:cNvPr id="429" name="Google Shape;429;p4"/>
                <p:cNvSpPr/>
                <p:nvPr/>
              </p:nvSpPr>
              <p:spPr>
                <a:xfrm rot="-5400000">
                  <a:off x="7726191" y="2791624"/>
                  <a:ext cx="1590491" cy="1078966"/>
                </a:xfrm>
                <a:prstGeom prst="flowChartManualOperation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0" name="Google Shape;430;p4"/>
                <p:cNvSpPr/>
                <p:nvPr/>
              </p:nvSpPr>
              <p:spPr>
                <a:xfrm rot="5400000">
                  <a:off x="7884820" y="3187300"/>
                  <a:ext cx="516826" cy="331034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id="431" name="Google Shape;431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7316080" y="3104989"/>
                  <a:ext cx="678832" cy="51821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432" name="Google Shape;432;p4"/>
                <p:cNvCxnSpPr>
                  <a:stCxn id="430" idx="2"/>
                  <a:endCxn id="430" idx="0"/>
                </p:cNvCxnSpPr>
                <p:nvPr/>
              </p:nvCxnSpPr>
              <p:spPr>
                <a:xfrm>
                  <a:off x="7977716" y="3094404"/>
                  <a:ext cx="330900" cy="258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3" name="Google Shape;433;p4"/>
                <p:cNvCxnSpPr>
                  <a:stCxn id="430" idx="4"/>
                  <a:endCxn id="430" idx="0"/>
                </p:cNvCxnSpPr>
                <p:nvPr/>
              </p:nvCxnSpPr>
              <p:spPr>
                <a:xfrm flipH="1" rot="10800000">
                  <a:off x="7977716" y="3352930"/>
                  <a:ext cx="330900" cy="258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4" name="Google Shape;434;p4"/>
                <p:cNvCxnSpPr/>
                <p:nvPr/>
              </p:nvCxnSpPr>
              <p:spPr>
                <a:xfrm>
                  <a:off x="7171267" y="2849861"/>
                  <a:ext cx="8064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435" name="Google Shape;435;p4"/>
                <p:cNvCxnSpPr/>
                <p:nvPr/>
              </p:nvCxnSpPr>
              <p:spPr>
                <a:xfrm>
                  <a:off x="7171267" y="3854502"/>
                  <a:ext cx="8064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436" name="Google Shape;436;p4"/>
                <p:cNvCxnSpPr/>
                <p:nvPr/>
              </p:nvCxnSpPr>
              <p:spPr>
                <a:xfrm>
                  <a:off x="9060920" y="3099484"/>
                  <a:ext cx="8064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437" name="Google Shape;437;p4"/>
                <p:cNvCxnSpPr/>
                <p:nvPr/>
              </p:nvCxnSpPr>
              <p:spPr>
                <a:xfrm>
                  <a:off x="9060920" y="3527564"/>
                  <a:ext cx="8064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438" name="Google Shape;438;p4"/>
              <p:cNvSpPr txBox="1"/>
              <p:nvPr/>
            </p:nvSpPr>
            <p:spPr>
              <a:xfrm>
                <a:off x="8098807" y="3141911"/>
                <a:ext cx="52916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ALU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4"/>
              <p:cNvSpPr txBox="1"/>
              <p:nvPr/>
            </p:nvSpPr>
            <p:spPr>
              <a:xfrm>
                <a:off x="8588368" y="2908752"/>
                <a:ext cx="529167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Zero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4"/>
              <p:cNvSpPr txBox="1"/>
              <p:nvPr/>
            </p:nvSpPr>
            <p:spPr>
              <a:xfrm>
                <a:off x="8588368" y="3378539"/>
                <a:ext cx="52916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ALU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Result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4"/>
              <p:cNvSpPr txBox="1"/>
              <p:nvPr/>
            </p:nvSpPr>
            <p:spPr>
              <a:xfrm>
                <a:off x="8254202" y="2608008"/>
                <a:ext cx="58546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ALU Op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42" name="Google Shape;442;p4"/>
            <p:cNvCxnSpPr>
              <a:stCxn id="429" idx="3"/>
            </p:cNvCxnSpPr>
            <p:nvPr/>
          </p:nvCxnSpPr>
          <p:spPr>
            <a:xfrm rot="10800000">
              <a:off x="5982378" y="2630945"/>
              <a:ext cx="0" cy="388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43" name="Google Shape;443;p4"/>
          <p:cNvGrpSpPr/>
          <p:nvPr/>
        </p:nvGrpSpPr>
        <p:grpSpPr>
          <a:xfrm>
            <a:off x="204586" y="1965464"/>
            <a:ext cx="3848755" cy="2483590"/>
            <a:chOff x="356477" y="1138767"/>
            <a:chExt cx="4472836" cy="4049139"/>
          </a:xfrm>
        </p:grpSpPr>
        <p:grpSp>
          <p:nvGrpSpPr>
            <p:cNvPr id="444" name="Google Shape;444;p4"/>
            <p:cNvGrpSpPr/>
            <p:nvPr/>
          </p:nvGrpSpPr>
          <p:grpSpPr>
            <a:xfrm>
              <a:off x="2013604" y="3334801"/>
              <a:ext cx="2815709" cy="1853105"/>
              <a:chOff x="1881188" y="2951763"/>
              <a:chExt cx="2815709" cy="1853105"/>
            </a:xfrm>
          </p:grpSpPr>
          <p:grpSp>
            <p:nvGrpSpPr>
              <p:cNvPr id="445" name="Google Shape;445;p4"/>
              <p:cNvGrpSpPr/>
              <p:nvPr/>
            </p:nvGrpSpPr>
            <p:grpSpPr>
              <a:xfrm>
                <a:off x="1881188" y="2951763"/>
                <a:ext cx="2815709" cy="1853105"/>
                <a:chOff x="815968" y="1438773"/>
                <a:chExt cx="3822278" cy="3017527"/>
              </a:xfrm>
            </p:grpSpPr>
            <p:sp>
              <p:nvSpPr>
                <p:cNvPr id="446" name="Google Shape;446;p4"/>
                <p:cNvSpPr/>
                <p:nvPr/>
              </p:nvSpPr>
              <p:spPr>
                <a:xfrm>
                  <a:off x="1601782" y="1438773"/>
                  <a:ext cx="1839317" cy="301752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47" name="Google Shape;447;p4"/>
                <p:cNvCxnSpPr/>
                <p:nvPr/>
              </p:nvCxnSpPr>
              <p:spPr>
                <a:xfrm>
                  <a:off x="815968" y="1971039"/>
                  <a:ext cx="7818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448" name="Google Shape;448;p4"/>
                <p:cNvCxnSpPr/>
                <p:nvPr/>
              </p:nvCxnSpPr>
              <p:spPr>
                <a:xfrm>
                  <a:off x="3419420" y="2239012"/>
                  <a:ext cx="121882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449" name="Google Shape;449;p4"/>
              <p:cNvSpPr txBox="1"/>
              <p:nvPr/>
            </p:nvSpPr>
            <p:spPr>
              <a:xfrm>
                <a:off x="2432494" y="3124102"/>
                <a:ext cx="631576" cy="5519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Address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4"/>
              <p:cNvSpPr txBox="1"/>
              <p:nvPr/>
            </p:nvSpPr>
            <p:spPr>
              <a:xfrm>
                <a:off x="3748306" y="3119185"/>
                <a:ext cx="948591" cy="4014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Instruction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4"/>
              <p:cNvSpPr txBox="1"/>
              <p:nvPr/>
            </p:nvSpPr>
            <p:spPr>
              <a:xfrm>
                <a:off x="2728539" y="3761346"/>
                <a:ext cx="879509" cy="6523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Instruction Memory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4"/>
              <p:cNvSpPr/>
              <p:nvPr/>
            </p:nvSpPr>
            <p:spPr>
              <a:xfrm>
                <a:off x="2765894" y="3761346"/>
                <a:ext cx="783570" cy="67618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3" name="Google Shape;453;p4"/>
            <p:cNvGrpSpPr/>
            <p:nvPr/>
          </p:nvGrpSpPr>
          <p:grpSpPr>
            <a:xfrm>
              <a:off x="778581" y="2643763"/>
              <a:ext cx="735151" cy="2029749"/>
              <a:chOff x="455138" y="2336298"/>
              <a:chExt cx="808512" cy="1484417"/>
            </a:xfrm>
          </p:grpSpPr>
          <p:grpSp>
            <p:nvGrpSpPr>
              <p:cNvPr id="454" name="Google Shape;454;p4"/>
              <p:cNvGrpSpPr/>
              <p:nvPr/>
            </p:nvGrpSpPr>
            <p:grpSpPr>
              <a:xfrm>
                <a:off x="455138" y="2336298"/>
                <a:ext cx="447758" cy="1484417"/>
                <a:chOff x="278662" y="2396703"/>
                <a:chExt cx="447758" cy="1484417"/>
              </a:xfrm>
            </p:grpSpPr>
            <p:sp>
              <p:nvSpPr>
                <p:cNvPr id="455" name="Google Shape;455;p4"/>
                <p:cNvSpPr/>
                <p:nvPr/>
              </p:nvSpPr>
              <p:spPr>
                <a:xfrm>
                  <a:off x="330200" y="2396703"/>
                  <a:ext cx="314930" cy="1484417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" name="Google Shape;456;p4"/>
                <p:cNvSpPr txBox="1"/>
                <p:nvPr/>
              </p:nvSpPr>
              <p:spPr>
                <a:xfrm>
                  <a:off x="278662" y="2977201"/>
                  <a:ext cx="447758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PC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457" name="Google Shape;457;p4"/>
              <p:cNvCxnSpPr/>
              <p:nvPr/>
            </p:nvCxnSpPr>
            <p:spPr>
              <a:xfrm>
                <a:off x="825500" y="3078506"/>
                <a:ext cx="4381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458" name="Google Shape;458;p4"/>
            <p:cNvGrpSpPr/>
            <p:nvPr/>
          </p:nvGrpSpPr>
          <p:grpSpPr>
            <a:xfrm>
              <a:off x="2615055" y="1345607"/>
              <a:ext cx="1575428" cy="1207067"/>
              <a:chOff x="7542107" y="2608008"/>
              <a:chExt cx="1575428" cy="1207067"/>
            </a:xfrm>
          </p:grpSpPr>
          <p:grpSp>
            <p:nvGrpSpPr>
              <p:cNvPr id="459" name="Google Shape;459;p4"/>
              <p:cNvGrpSpPr/>
              <p:nvPr/>
            </p:nvGrpSpPr>
            <p:grpSpPr>
              <a:xfrm>
                <a:off x="7542107" y="2715731"/>
                <a:ext cx="1462943" cy="1099344"/>
                <a:chOff x="7171267" y="2535862"/>
                <a:chExt cx="2696102" cy="1590491"/>
              </a:xfrm>
            </p:grpSpPr>
            <p:sp>
              <p:nvSpPr>
                <p:cNvPr id="460" name="Google Shape;460;p4"/>
                <p:cNvSpPr/>
                <p:nvPr/>
              </p:nvSpPr>
              <p:spPr>
                <a:xfrm rot="-5400000">
                  <a:off x="7726191" y="2791624"/>
                  <a:ext cx="1590491" cy="1078966"/>
                </a:xfrm>
                <a:prstGeom prst="flowChartManualOperation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4"/>
                <p:cNvSpPr/>
                <p:nvPr/>
              </p:nvSpPr>
              <p:spPr>
                <a:xfrm rot="5400000">
                  <a:off x="7884820" y="3187300"/>
                  <a:ext cx="516826" cy="331034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id="462" name="Google Shape;462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7316080" y="3104989"/>
                  <a:ext cx="678832" cy="51821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463" name="Google Shape;463;p4"/>
                <p:cNvCxnSpPr>
                  <a:stCxn id="461" idx="2"/>
                  <a:endCxn id="461" idx="0"/>
                </p:cNvCxnSpPr>
                <p:nvPr/>
              </p:nvCxnSpPr>
              <p:spPr>
                <a:xfrm>
                  <a:off x="7977716" y="3094404"/>
                  <a:ext cx="330900" cy="258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64" name="Google Shape;464;p4"/>
                <p:cNvCxnSpPr>
                  <a:stCxn id="461" idx="4"/>
                  <a:endCxn id="461" idx="0"/>
                </p:cNvCxnSpPr>
                <p:nvPr/>
              </p:nvCxnSpPr>
              <p:spPr>
                <a:xfrm flipH="1" rot="10800000">
                  <a:off x="7977716" y="3352930"/>
                  <a:ext cx="330900" cy="258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65" name="Google Shape;465;p4"/>
                <p:cNvCxnSpPr/>
                <p:nvPr/>
              </p:nvCxnSpPr>
              <p:spPr>
                <a:xfrm>
                  <a:off x="7171267" y="2849861"/>
                  <a:ext cx="8064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466" name="Google Shape;466;p4"/>
                <p:cNvCxnSpPr/>
                <p:nvPr/>
              </p:nvCxnSpPr>
              <p:spPr>
                <a:xfrm>
                  <a:off x="7171267" y="3854502"/>
                  <a:ext cx="8064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467" name="Google Shape;467;p4"/>
                <p:cNvCxnSpPr/>
                <p:nvPr/>
              </p:nvCxnSpPr>
              <p:spPr>
                <a:xfrm>
                  <a:off x="9060920" y="3099484"/>
                  <a:ext cx="8064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468" name="Google Shape;468;p4"/>
              <p:cNvSpPr txBox="1"/>
              <p:nvPr/>
            </p:nvSpPr>
            <p:spPr>
              <a:xfrm>
                <a:off x="8098807" y="3141911"/>
                <a:ext cx="52916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Add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4"/>
              <p:cNvSpPr txBox="1"/>
              <p:nvPr/>
            </p:nvSpPr>
            <p:spPr>
              <a:xfrm>
                <a:off x="8588368" y="2908752"/>
                <a:ext cx="529167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0" name="Google Shape;470;p4"/>
              <p:cNvSpPr txBox="1"/>
              <p:nvPr/>
            </p:nvSpPr>
            <p:spPr>
              <a:xfrm>
                <a:off x="8254202" y="2608008"/>
                <a:ext cx="58546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471" name="Google Shape;471;p4"/>
            <p:cNvCxnSpPr/>
            <p:nvPr/>
          </p:nvCxnSpPr>
          <p:spPr>
            <a:xfrm>
              <a:off x="1513732" y="3658637"/>
              <a:ext cx="517878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472" name="Google Shape;472;p4"/>
            <p:cNvGrpSpPr/>
            <p:nvPr/>
          </p:nvGrpSpPr>
          <p:grpSpPr>
            <a:xfrm>
              <a:off x="1726564" y="1670048"/>
              <a:ext cx="903534" cy="1988590"/>
              <a:chOff x="1650754" y="857248"/>
              <a:chExt cx="903534" cy="1988590"/>
            </a:xfrm>
          </p:grpSpPr>
          <p:cxnSp>
            <p:nvCxnSpPr>
              <p:cNvPr id="473" name="Google Shape;473;p4"/>
              <p:cNvCxnSpPr/>
              <p:nvPr/>
            </p:nvCxnSpPr>
            <p:spPr>
              <a:xfrm rot="10800000">
                <a:off x="1650754" y="857566"/>
                <a:ext cx="5326" cy="19882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4" name="Google Shape;474;p4"/>
              <p:cNvCxnSpPr/>
              <p:nvPr/>
            </p:nvCxnSpPr>
            <p:spPr>
              <a:xfrm>
                <a:off x="1650754" y="857248"/>
                <a:ext cx="903534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475" name="Google Shape;475;p4"/>
            <p:cNvGrpSpPr/>
            <p:nvPr/>
          </p:nvGrpSpPr>
          <p:grpSpPr>
            <a:xfrm>
              <a:off x="356477" y="1138767"/>
              <a:ext cx="3721522" cy="2509175"/>
              <a:chOff x="280667" y="325967"/>
              <a:chExt cx="3721522" cy="2509175"/>
            </a:xfrm>
          </p:grpSpPr>
          <p:cxnSp>
            <p:nvCxnSpPr>
              <p:cNvPr id="476" name="Google Shape;476;p4"/>
              <p:cNvCxnSpPr/>
              <p:nvPr/>
            </p:nvCxnSpPr>
            <p:spPr>
              <a:xfrm rot="10800000">
                <a:off x="4002188" y="325967"/>
                <a:ext cx="0" cy="70062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7" name="Google Shape;477;p4"/>
              <p:cNvCxnSpPr/>
              <p:nvPr/>
            </p:nvCxnSpPr>
            <p:spPr>
              <a:xfrm rot="10800000">
                <a:off x="287867" y="325967"/>
                <a:ext cx="3714322" cy="84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8" name="Google Shape;478;p4"/>
              <p:cNvCxnSpPr/>
              <p:nvPr/>
            </p:nvCxnSpPr>
            <p:spPr>
              <a:xfrm>
                <a:off x="287867" y="325967"/>
                <a:ext cx="0" cy="25065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9" name="Google Shape;479;p4"/>
              <p:cNvCxnSpPr/>
              <p:nvPr/>
            </p:nvCxnSpPr>
            <p:spPr>
              <a:xfrm>
                <a:off x="280667" y="2835142"/>
                <a:ext cx="460216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480" name="Google Shape;480;p4"/>
            <p:cNvSpPr txBox="1"/>
            <p:nvPr/>
          </p:nvSpPr>
          <p:spPr>
            <a:xfrm>
              <a:off x="2345637" y="2174764"/>
              <a:ext cx="39125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1" name="Google Shape;481;p4"/>
          <p:cNvGrpSpPr/>
          <p:nvPr/>
        </p:nvGrpSpPr>
        <p:grpSpPr>
          <a:xfrm>
            <a:off x="8310402" y="4912881"/>
            <a:ext cx="1556819" cy="1233165"/>
            <a:chOff x="6469620" y="4425955"/>
            <a:chExt cx="1556819" cy="1233165"/>
          </a:xfrm>
        </p:grpSpPr>
        <p:sp>
          <p:nvSpPr>
            <p:cNvPr id="482" name="Google Shape;482;p4"/>
            <p:cNvSpPr/>
            <p:nvPr/>
          </p:nvSpPr>
          <p:spPr>
            <a:xfrm>
              <a:off x="7037793" y="4425955"/>
              <a:ext cx="423333" cy="867821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4"/>
            <p:cNvSpPr txBox="1"/>
            <p:nvPr/>
          </p:nvSpPr>
          <p:spPr>
            <a:xfrm>
              <a:off x="6992677" y="4662500"/>
              <a:ext cx="5438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 Control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4" name="Google Shape;484;p4"/>
            <p:cNvCxnSpPr/>
            <p:nvPr/>
          </p:nvCxnSpPr>
          <p:spPr>
            <a:xfrm>
              <a:off x="6469620" y="4866640"/>
              <a:ext cx="55602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85" name="Google Shape;485;p4"/>
            <p:cNvCxnSpPr/>
            <p:nvPr/>
          </p:nvCxnSpPr>
          <p:spPr>
            <a:xfrm>
              <a:off x="7470419" y="4866640"/>
              <a:ext cx="55602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86" name="Google Shape;486;p4"/>
            <p:cNvCxnSpPr/>
            <p:nvPr/>
          </p:nvCxnSpPr>
          <p:spPr>
            <a:xfrm rot="10800000">
              <a:off x="7249160" y="5288280"/>
              <a:ext cx="0" cy="3708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487" name="Google Shape;487;p4"/>
          <p:cNvGrpSpPr/>
          <p:nvPr/>
        </p:nvGrpSpPr>
        <p:grpSpPr>
          <a:xfrm>
            <a:off x="4053291" y="1176262"/>
            <a:ext cx="1018095" cy="1155665"/>
            <a:chOff x="5857610" y="561707"/>
            <a:chExt cx="1013170" cy="1155665"/>
          </a:xfrm>
        </p:grpSpPr>
        <p:sp>
          <p:nvSpPr>
            <p:cNvPr id="488" name="Google Shape;488;p4"/>
            <p:cNvSpPr/>
            <p:nvPr/>
          </p:nvSpPr>
          <p:spPr>
            <a:xfrm>
              <a:off x="6272810" y="561707"/>
              <a:ext cx="597970" cy="1155665"/>
            </a:xfrm>
            <a:prstGeom prst="ellipse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4"/>
            <p:cNvSpPr txBox="1"/>
            <p:nvPr/>
          </p:nvSpPr>
          <p:spPr>
            <a:xfrm>
              <a:off x="6277205" y="1016428"/>
              <a:ext cx="576491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0" name="Google Shape;490;p4"/>
            <p:cNvCxnSpPr>
              <a:endCxn id="488" idx="2"/>
            </p:cNvCxnSpPr>
            <p:nvPr/>
          </p:nvCxnSpPr>
          <p:spPr>
            <a:xfrm>
              <a:off x="5857610" y="1139540"/>
              <a:ext cx="415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491" name="Google Shape;491;p4"/>
          <p:cNvCxnSpPr/>
          <p:nvPr/>
        </p:nvCxnSpPr>
        <p:spPr>
          <a:xfrm>
            <a:off x="5052782" y="1499230"/>
            <a:ext cx="52531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92" name="Google Shape;492;p4"/>
          <p:cNvSpPr txBox="1"/>
          <p:nvPr/>
        </p:nvSpPr>
        <p:spPr>
          <a:xfrm>
            <a:off x="3431603" y="1481713"/>
            <a:ext cx="113347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Ins[6-0] (Opcode)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4"/>
          <p:cNvSpPr txBox="1"/>
          <p:nvPr/>
        </p:nvSpPr>
        <p:spPr>
          <a:xfrm>
            <a:off x="7979957" y="5107345"/>
            <a:ext cx="10470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Ins[30, 14-12]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4" name="Google Shape;494;p4"/>
          <p:cNvGrpSpPr/>
          <p:nvPr/>
        </p:nvGrpSpPr>
        <p:grpSpPr>
          <a:xfrm>
            <a:off x="5578098" y="1499230"/>
            <a:ext cx="6517950" cy="4634794"/>
            <a:chOff x="5032367" y="1024326"/>
            <a:chExt cx="6517950" cy="4634794"/>
          </a:xfrm>
        </p:grpSpPr>
        <p:cxnSp>
          <p:nvCxnSpPr>
            <p:cNvPr id="495" name="Google Shape;495;p4"/>
            <p:cNvCxnSpPr/>
            <p:nvPr/>
          </p:nvCxnSpPr>
          <p:spPr>
            <a:xfrm>
              <a:off x="5032367" y="1026915"/>
              <a:ext cx="651795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6" name="Google Shape;496;p4"/>
            <p:cNvCxnSpPr/>
            <p:nvPr/>
          </p:nvCxnSpPr>
          <p:spPr>
            <a:xfrm>
              <a:off x="11550317" y="1024326"/>
              <a:ext cx="0" cy="4634794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7" name="Google Shape;497;p4"/>
            <p:cNvCxnSpPr/>
            <p:nvPr/>
          </p:nvCxnSpPr>
          <p:spPr>
            <a:xfrm>
              <a:off x="8544211" y="5659120"/>
              <a:ext cx="3006106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98" name="Google Shape;498;p4"/>
          <p:cNvSpPr txBox="1"/>
          <p:nvPr/>
        </p:nvSpPr>
        <p:spPr>
          <a:xfrm>
            <a:off x="5526487" y="1256994"/>
            <a:ext cx="61077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bits)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4"/>
          <p:cNvSpPr txBox="1"/>
          <p:nvPr/>
        </p:nvSpPr>
        <p:spPr>
          <a:xfrm>
            <a:off x="4116005" y="279987"/>
            <a:ext cx="50840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Datapath: Store Instruction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0" name="Google Shape;500;p4"/>
          <p:cNvCxnSpPr/>
          <p:nvPr/>
        </p:nvCxnSpPr>
        <p:spPr>
          <a:xfrm>
            <a:off x="4053341" y="3274497"/>
            <a:ext cx="0" cy="2331373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1" name="Google Shape;501;p4"/>
          <p:cNvCxnSpPr/>
          <p:nvPr/>
        </p:nvCxnSpPr>
        <p:spPr>
          <a:xfrm>
            <a:off x="4053341" y="3282117"/>
            <a:ext cx="261484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2" name="Google Shape;502;p4"/>
          <p:cNvCxnSpPr/>
          <p:nvPr/>
        </p:nvCxnSpPr>
        <p:spPr>
          <a:xfrm>
            <a:off x="4053339" y="3607742"/>
            <a:ext cx="243094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03" name="Google Shape;503;p4"/>
          <p:cNvGrpSpPr/>
          <p:nvPr/>
        </p:nvGrpSpPr>
        <p:grpSpPr>
          <a:xfrm>
            <a:off x="4750488" y="4868165"/>
            <a:ext cx="1709485" cy="1418335"/>
            <a:chOff x="5000386" y="4797044"/>
            <a:chExt cx="1677018" cy="1304036"/>
          </a:xfrm>
        </p:grpSpPr>
        <p:sp>
          <p:nvSpPr>
            <p:cNvPr id="504" name="Google Shape;504;p4"/>
            <p:cNvSpPr/>
            <p:nvPr/>
          </p:nvSpPr>
          <p:spPr>
            <a:xfrm>
              <a:off x="5515177" y="4797044"/>
              <a:ext cx="651829" cy="1304036"/>
            </a:xfrm>
            <a:prstGeom prst="ellipse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4"/>
            <p:cNvSpPr txBox="1"/>
            <p:nvPr/>
          </p:nvSpPr>
          <p:spPr>
            <a:xfrm>
              <a:off x="5472018" y="5238755"/>
              <a:ext cx="760560" cy="553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Immediate Generation Unit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6" name="Google Shape;506;p4"/>
            <p:cNvCxnSpPr/>
            <p:nvPr/>
          </p:nvCxnSpPr>
          <p:spPr>
            <a:xfrm>
              <a:off x="5000386" y="5475300"/>
              <a:ext cx="51039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07" name="Google Shape;507;p4"/>
            <p:cNvCxnSpPr/>
            <p:nvPr/>
          </p:nvCxnSpPr>
          <p:spPr>
            <a:xfrm>
              <a:off x="6167006" y="5475300"/>
              <a:ext cx="51039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508" name="Google Shape;508;p4"/>
          <p:cNvCxnSpPr/>
          <p:nvPr/>
        </p:nvCxnSpPr>
        <p:spPr>
          <a:xfrm>
            <a:off x="4062635" y="5605870"/>
            <a:ext cx="725265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9" name="Google Shape;509;p4"/>
          <p:cNvCxnSpPr/>
          <p:nvPr/>
        </p:nvCxnSpPr>
        <p:spPr>
          <a:xfrm>
            <a:off x="6406112" y="5605870"/>
            <a:ext cx="918858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0" name="Google Shape;510;p4"/>
          <p:cNvCxnSpPr/>
          <p:nvPr/>
        </p:nvCxnSpPr>
        <p:spPr>
          <a:xfrm>
            <a:off x="7311392" y="4045562"/>
            <a:ext cx="9834" cy="1560308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11" name="Google Shape;511;p4"/>
          <p:cNvGrpSpPr/>
          <p:nvPr/>
        </p:nvGrpSpPr>
        <p:grpSpPr>
          <a:xfrm>
            <a:off x="9149014" y="2938649"/>
            <a:ext cx="2671706" cy="1618670"/>
            <a:chOff x="9301908" y="2790765"/>
            <a:chExt cx="2675739" cy="2156270"/>
          </a:xfrm>
        </p:grpSpPr>
        <p:sp>
          <p:nvSpPr>
            <p:cNvPr id="512" name="Google Shape;512;p4"/>
            <p:cNvSpPr/>
            <p:nvPr/>
          </p:nvSpPr>
          <p:spPr>
            <a:xfrm>
              <a:off x="9867221" y="3106020"/>
              <a:ext cx="1545113" cy="152261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13" name="Google Shape;513;p4"/>
            <p:cNvCxnSpPr/>
            <p:nvPr/>
          </p:nvCxnSpPr>
          <p:spPr>
            <a:xfrm>
              <a:off x="10583253" y="2824373"/>
              <a:ext cx="0" cy="274259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4" name="Google Shape;514;p4"/>
            <p:cNvCxnSpPr/>
            <p:nvPr/>
          </p:nvCxnSpPr>
          <p:spPr>
            <a:xfrm>
              <a:off x="10636593" y="4628632"/>
              <a:ext cx="0" cy="274259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5" name="Google Shape;515;p4"/>
            <p:cNvCxnSpPr/>
            <p:nvPr/>
          </p:nvCxnSpPr>
          <p:spPr>
            <a:xfrm>
              <a:off x="9301908" y="3535729"/>
              <a:ext cx="56531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16" name="Google Shape;516;p4"/>
            <p:cNvCxnSpPr/>
            <p:nvPr/>
          </p:nvCxnSpPr>
          <p:spPr>
            <a:xfrm>
              <a:off x="9301908" y="4176369"/>
              <a:ext cx="56531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517" name="Google Shape;517;p4"/>
            <p:cNvSpPr txBox="1"/>
            <p:nvPr/>
          </p:nvSpPr>
          <p:spPr>
            <a:xfrm>
              <a:off x="9856171" y="3412618"/>
              <a:ext cx="655532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Address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"/>
            <p:cNvSpPr txBox="1"/>
            <p:nvPr/>
          </p:nvSpPr>
          <p:spPr>
            <a:xfrm>
              <a:off x="9859619" y="3976314"/>
              <a:ext cx="47989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Write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9" name="Google Shape;519;p4"/>
            <p:cNvGrpSpPr/>
            <p:nvPr/>
          </p:nvGrpSpPr>
          <p:grpSpPr>
            <a:xfrm>
              <a:off x="10351513" y="2790765"/>
              <a:ext cx="995271" cy="2156270"/>
              <a:chOff x="10416540" y="2801460"/>
              <a:chExt cx="995271" cy="2156270"/>
            </a:xfrm>
          </p:grpSpPr>
          <p:sp>
            <p:nvSpPr>
              <p:cNvPr id="520" name="Google Shape;520;p4"/>
              <p:cNvSpPr/>
              <p:nvPr/>
            </p:nvSpPr>
            <p:spPr>
              <a:xfrm>
                <a:off x="10416540" y="3706593"/>
                <a:ext cx="655532" cy="59936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p4"/>
              <p:cNvSpPr txBox="1"/>
              <p:nvPr/>
            </p:nvSpPr>
            <p:spPr>
              <a:xfrm>
                <a:off x="10467000" y="3756689"/>
                <a:ext cx="63394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Data Memory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4"/>
              <p:cNvSpPr txBox="1"/>
              <p:nvPr/>
            </p:nvSpPr>
            <p:spPr>
              <a:xfrm>
                <a:off x="10602537" y="2801460"/>
                <a:ext cx="763531" cy="327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MemWrite</a:t>
                </a:r>
                <a:endParaRPr b="0" i="0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3" name="Google Shape;523;p4"/>
              <p:cNvSpPr txBox="1"/>
              <p:nvPr/>
            </p:nvSpPr>
            <p:spPr>
              <a:xfrm>
                <a:off x="10648280" y="4629733"/>
                <a:ext cx="763531" cy="327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MemRead</a:t>
                </a:r>
                <a:endParaRPr b="0" i="0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524" name="Google Shape;524;p4"/>
            <p:cNvSpPr txBox="1"/>
            <p:nvPr/>
          </p:nvSpPr>
          <p:spPr>
            <a:xfrm>
              <a:off x="11011279" y="3412618"/>
              <a:ext cx="65553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5" name="Google Shape;525;p4"/>
            <p:cNvCxnSpPr/>
            <p:nvPr/>
          </p:nvCxnSpPr>
          <p:spPr>
            <a:xfrm>
              <a:off x="11412334" y="3535728"/>
              <a:ext cx="56531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526" name="Google Shape;526;p4"/>
          <p:cNvCxnSpPr/>
          <p:nvPr/>
        </p:nvCxnSpPr>
        <p:spPr>
          <a:xfrm>
            <a:off x="8778079" y="3819583"/>
            <a:ext cx="370935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7" name="Google Shape;527;p4"/>
          <p:cNvCxnSpPr/>
          <p:nvPr/>
        </p:nvCxnSpPr>
        <p:spPr>
          <a:xfrm>
            <a:off x="9149014" y="3497878"/>
            <a:ext cx="0" cy="321705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8" name="Google Shape;528;p4"/>
          <p:cNvCxnSpPr/>
          <p:nvPr/>
        </p:nvCxnSpPr>
        <p:spPr>
          <a:xfrm>
            <a:off x="4053341" y="1754093"/>
            <a:ext cx="1406" cy="1528024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9" name="Google Shape;529;p4"/>
          <p:cNvCxnSpPr/>
          <p:nvPr/>
        </p:nvCxnSpPr>
        <p:spPr>
          <a:xfrm>
            <a:off x="5071386" y="1798647"/>
            <a:ext cx="52531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30" name="Google Shape;530;p4"/>
          <p:cNvCxnSpPr/>
          <p:nvPr/>
        </p:nvCxnSpPr>
        <p:spPr>
          <a:xfrm>
            <a:off x="5603841" y="1798647"/>
            <a:ext cx="4824587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1" name="Google Shape;531;p4"/>
          <p:cNvCxnSpPr/>
          <p:nvPr/>
        </p:nvCxnSpPr>
        <p:spPr>
          <a:xfrm>
            <a:off x="10428428" y="1798647"/>
            <a:ext cx="0" cy="1194816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2" name="Google Shape;532;p4"/>
          <p:cNvCxnSpPr/>
          <p:nvPr/>
        </p:nvCxnSpPr>
        <p:spPr>
          <a:xfrm>
            <a:off x="8047757" y="2855317"/>
            <a:ext cx="3884267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" name="Google Shape;533;p4"/>
          <p:cNvCxnSpPr/>
          <p:nvPr/>
        </p:nvCxnSpPr>
        <p:spPr>
          <a:xfrm>
            <a:off x="11935968" y="2855317"/>
            <a:ext cx="0" cy="2498249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4" name="Google Shape;534;p4"/>
          <p:cNvCxnSpPr/>
          <p:nvPr/>
        </p:nvCxnSpPr>
        <p:spPr>
          <a:xfrm>
            <a:off x="9867221" y="5352380"/>
            <a:ext cx="2064803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5" name="Google Shape;535;p4"/>
          <p:cNvCxnSpPr/>
          <p:nvPr/>
        </p:nvCxnSpPr>
        <p:spPr>
          <a:xfrm>
            <a:off x="4470509" y="5605870"/>
            <a:ext cx="0" cy="87113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6" name="Google Shape;536;p4"/>
          <p:cNvCxnSpPr/>
          <p:nvPr/>
        </p:nvCxnSpPr>
        <p:spPr>
          <a:xfrm>
            <a:off x="4470509" y="6477000"/>
            <a:ext cx="3839893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7" name="Google Shape;537;p4"/>
          <p:cNvCxnSpPr/>
          <p:nvPr/>
        </p:nvCxnSpPr>
        <p:spPr>
          <a:xfrm>
            <a:off x="8310402" y="5348592"/>
            <a:ext cx="0" cy="1128408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8" name="Google Shape;538;p4"/>
          <p:cNvSpPr txBox="1"/>
          <p:nvPr/>
        </p:nvSpPr>
        <p:spPr>
          <a:xfrm>
            <a:off x="4960988" y="1249090"/>
            <a:ext cx="67770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 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4"/>
          <p:cNvSpPr txBox="1"/>
          <p:nvPr/>
        </p:nvSpPr>
        <p:spPr>
          <a:xfrm>
            <a:off x="5003013" y="1572999"/>
            <a:ext cx="112865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MemWrite (1 bit)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4"/>
          <p:cNvSpPr txBox="1"/>
          <p:nvPr/>
        </p:nvSpPr>
        <p:spPr>
          <a:xfrm>
            <a:off x="4082280" y="3066676"/>
            <a:ext cx="7272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Ins[19-15]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4"/>
          <p:cNvSpPr txBox="1"/>
          <p:nvPr/>
        </p:nvSpPr>
        <p:spPr>
          <a:xfrm>
            <a:off x="4051541" y="3369330"/>
            <a:ext cx="7272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Ins[24-20]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4"/>
          <p:cNvSpPr txBox="1"/>
          <p:nvPr/>
        </p:nvSpPr>
        <p:spPr>
          <a:xfrm>
            <a:off x="4528653" y="5353640"/>
            <a:ext cx="7272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Ins[31-0]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4"/>
          <p:cNvSpPr txBox="1"/>
          <p:nvPr/>
        </p:nvSpPr>
        <p:spPr>
          <a:xfrm>
            <a:off x="9305852" y="5149426"/>
            <a:ext cx="10470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0010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4"/>
          <p:cNvSpPr txBox="1"/>
          <p:nvPr/>
        </p:nvSpPr>
        <p:spPr>
          <a:xfrm>
            <a:off x="9381334" y="5899825"/>
            <a:ext cx="10470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 Op = 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4"/>
          <p:cNvSpPr txBox="1"/>
          <p:nvPr/>
        </p:nvSpPr>
        <p:spPr>
          <a:xfrm>
            <a:off x="5937464" y="5221353"/>
            <a:ext cx="113457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Offset  converted into a 64 bit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4"/>
          <p:cNvSpPr txBox="1"/>
          <p:nvPr/>
        </p:nvSpPr>
        <p:spPr>
          <a:xfrm>
            <a:off x="6300768" y="3093109"/>
            <a:ext cx="112186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in 64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4"/>
          <p:cNvSpPr txBox="1"/>
          <p:nvPr/>
        </p:nvSpPr>
        <p:spPr>
          <a:xfrm>
            <a:off x="8333751" y="3625396"/>
            <a:ext cx="73526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Add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8" name="Google Shape;548;p4"/>
          <p:cNvCxnSpPr/>
          <p:nvPr/>
        </p:nvCxnSpPr>
        <p:spPr>
          <a:xfrm>
            <a:off x="6826913" y="4054527"/>
            <a:ext cx="0" cy="456138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9" name="Google Shape;549;p4"/>
          <p:cNvCxnSpPr/>
          <p:nvPr/>
        </p:nvCxnSpPr>
        <p:spPr>
          <a:xfrm>
            <a:off x="6826913" y="4524181"/>
            <a:ext cx="2322101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0" name="Google Shape;550;p4"/>
          <p:cNvCxnSpPr/>
          <p:nvPr/>
        </p:nvCxnSpPr>
        <p:spPr>
          <a:xfrm>
            <a:off x="9149014" y="3978795"/>
            <a:ext cx="0" cy="545386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5" name="Google Shape;555;p5"/>
          <p:cNvCxnSpPr/>
          <p:nvPr/>
        </p:nvCxnSpPr>
        <p:spPr>
          <a:xfrm>
            <a:off x="7825988" y="3582647"/>
            <a:ext cx="697075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56" name="Google Shape;556;p5"/>
          <p:cNvGrpSpPr/>
          <p:nvPr/>
        </p:nvGrpSpPr>
        <p:grpSpPr>
          <a:xfrm>
            <a:off x="5320792" y="2901554"/>
            <a:ext cx="2530480" cy="1657766"/>
            <a:chOff x="2346853" y="2438417"/>
            <a:chExt cx="2530480" cy="1657766"/>
          </a:xfrm>
        </p:grpSpPr>
        <p:grpSp>
          <p:nvGrpSpPr>
            <p:cNvPr id="557" name="Google Shape;557;p5"/>
            <p:cNvGrpSpPr/>
            <p:nvPr/>
          </p:nvGrpSpPr>
          <p:grpSpPr>
            <a:xfrm>
              <a:off x="2346853" y="2500561"/>
              <a:ext cx="2530480" cy="1595622"/>
              <a:chOff x="1881186" y="2728725"/>
              <a:chExt cx="2530480" cy="1595622"/>
            </a:xfrm>
          </p:grpSpPr>
          <p:grpSp>
            <p:nvGrpSpPr>
              <p:cNvPr id="558" name="Google Shape;558;p5"/>
              <p:cNvGrpSpPr/>
              <p:nvPr/>
            </p:nvGrpSpPr>
            <p:grpSpPr>
              <a:xfrm>
                <a:off x="1881186" y="2989981"/>
                <a:ext cx="2530480" cy="1334366"/>
                <a:chOff x="815965" y="1501006"/>
                <a:chExt cx="3435087" cy="2172832"/>
              </a:xfrm>
            </p:grpSpPr>
            <p:sp>
              <p:nvSpPr>
                <p:cNvPr id="559" name="Google Shape;559;p5"/>
                <p:cNvSpPr/>
                <p:nvPr/>
              </p:nvSpPr>
              <p:spPr>
                <a:xfrm>
                  <a:off x="1597791" y="1501006"/>
                  <a:ext cx="1985922" cy="217283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60" name="Google Shape;560;p5"/>
                <p:cNvCxnSpPr/>
                <p:nvPr/>
              </p:nvCxnSpPr>
              <p:spPr>
                <a:xfrm>
                  <a:off x="815968" y="1971039"/>
                  <a:ext cx="7818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561" name="Google Shape;561;p5"/>
                <p:cNvCxnSpPr/>
                <p:nvPr/>
              </p:nvCxnSpPr>
              <p:spPr>
                <a:xfrm>
                  <a:off x="815965" y="2489800"/>
                  <a:ext cx="7818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562" name="Google Shape;562;p5"/>
                <p:cNvCxnSpPr/>
                <p:nvPr/>
              </p:nvCxnSpPr>
              <p:spPr>
                <a:xfrm>
                  <a:off x="3578894" y="2080461"/>
                  <a:ext cx="66067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563" name="Google Shape;563;p5"/>
                <p:cNvCxnSpPr/>
                <p:nvPr/>
              </p:nvCxnSpPr>
              <p:spPr>
                <a:xfrm>
                  <a:off x="3590383" y="3217872"/>
                  <a:ext cx="66066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564" name="Google Shape;564;p5"/>
              <p:cNvSpPr txBox="1"/>
              <p:nvPr/>
            </p:nvSpPr>
            <p:spPr>
              <a:xfrm>
                <a:off x="2403448" y="3086706"/>
                <a:ext cx="42740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Reg1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5"/>
              <p:cNvSpPr txBox="1"/>
              <p:nvPr/>
            </p:nvSpPr>
            <p:spPr>
              <a:xfrm>
                <a:off x="3471697" y="3215627"/>
                <a:ext cx="49762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Data1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5"/>
              <p:cNvSpPr txBox="1"/>
              <p:nvPr/>
            </p:nvSpPr>
            <p:spPr>
              <a:xfrm>
                <a:off x="3447068" y="3729977"/>
                <a:ext cx="49762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Data2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5"/>
              <p:cNvSpPr txBox="1"/>
              <p:nvPr/>
            </p:nvSpPr>
            <p:spPr>
              <a:xfrm>
                <a:off x="2887878" y="3459196"/>
                <a:ext cx="64810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Register File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5"/>
              <p:cNvSpPr/>
              <p:nvPr/>
            </p:nvSpPr>
            <p:spPr>
              <a:xfrm>
                <a:off x="2873478" y="3459196"/>
                <a:ext cx="643683" cy="40011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5"/>
              <p:cNvSpPr txBox="1"/>
              <p:nvPr/>
            </p:nvSpPr>
            <p:spPr>
              <a:xfrm>
                <a:off x="3162906" y="2728725"/>
                <a:ext cx="695809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RegWrite</a:t>
                </a:r>
                <a:endParaRPr b="0" i="0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0" name="Google Shape;570;p5"/>
              <p:cNvSpPr txBox="1"/>
              <p:nvPr/>
            </p:nvSpPr>
            <p:spPr>
              <a:xfrm>
                <a:off x="2404206" y="3342307"/>
                <a:ext cx="43764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Reg2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5"/>
              <p:cNvSpPr txBox="1"/>
              <p:nvPr/>
            </p:nvSpPr>
            <p:spPr>
              <a:xfrm>
                <a:off x="2403448" y="3597213"/>
                <a:ext cx="43764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Write Reg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5"/>
              <p:cNvSpPr txBox="1"/>
              <p:nvPr/>
            </p:nvSpPr>
            <p:spPr>
              <a:xfrm>
                <a:off x="2398655" y="3881708"/>
                <a:ext cx="43764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Write Data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573" name="Google Shape;573;p5"/>
            <p:cNvCxnSpPr>
              <a:stCxn id="559" idx="0"/>
            </p:cNvCxnSpPr>
            <p:nvPr/>
          </p:nvCxnSpPr>
          <p:spPr>
            <a:xfrm rot="10800000">
              <a:off x="3654262" y="2438417"/>
              <a:ext cx="0" cy="323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74" name="Google Shape;574;p5"/>
          <p:cNvGrpSpPr/>
          <p:nvPr/>
        </p:nvGrpSpPr>
        <p:grpSpPr>
          <a:xfrm>
            <a:off x="8339495" y="3086745"/>
            <a:ext cx="1575428" cy="1378210"/>
            <a:chOff x="5249757" y="2630945"/>
            <a:chExt cx="1575428" cy="1378210"/>
          </a:xfrm>
        </p:grpSpPr>
        <p:grpSp>
          <p:nvGrpSpPr>
            <p:cNvPr id="575" name="Google Shape;575;p5"/>
            <p:cNvGrpSpPr/>
            <p:nvPr/>
          </p:nvGrpSpPr>
          <p:grpSpPr>
            <a:xfrm>
              <a:off x="5249757" y="2802088"/>
              <a:ext cx="1575428" cy="1207067"/>
              <a:chOff x="7542107" y="2608008"/>
              <a:chExt cx="1575428" cy="1207067"/>
            </a:xfrm>
          </p:grpSpPr>
          <p:grpSp>
            <p:nvGrpSpPr>
              <p:cNvPr id="576" name="Google Shape;576;p5"/>
              <p:cNvGrpSpPr/>
              <p:nvPr/>
            </p:nvGrpSpPr>
            <p:grpSpPr>
              <a:xfrm>
                <a:off x="7542107" y="2715731"/>
                <a:ext cx="1462943" cy="1099344"/>
                <a:chOff x="7171267" y="2535862"/>
                <a:chExt cx="2696102" cy="1590491"/>
              </a:xfrm>
            </p:grpSpPr>
            <p:sp>
              <p:nvSpPr>
                <p:cNvPr id="577" name="Google Shape;577;p5"/>
                <p:cNvSpPr/>
                <p:nvPr/>
              </p:nvSpPr>
              <p:spPr>
                <a:xfrm rot="-5400000">
                  <a:off x="7726191" y="2791624"/>
                  <a:ext cx="1590491" cy="1078966"/>
                </a:xfrm>
                <a:prstGeom prst="flowChartManualOperation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8" name="Google Shape;578;p5"/>
                <p:cNvSpPr/>
                <p:nvPr/>
              </p:nvSpPr>
              <p:spPr>
                <a:xfrm rot="5400000">
                  <a:off x="7884820" y="3187300"/>
                  <a:ext cx="516826" cy="331034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id="579" name="Google Shape;579;p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7316080" y="3104989"/>
                  <a:ext cx="678832" cy="51821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580" name="Google Shape;580;p5"/>
                <p:cNvCxnSpPr>
                  <a:stCxn id="578" idx="2"/>
                  <a:endCxn id="578" idx="0"/>
                </p:cNvCxnSpPr>
                <p:nvPr/>
              </p:nvCxnSpPr>
              <p:spPr>
                <a:xfrm>
                  <a:off x="7977716" y="3094404"/>
                  <a:ext cx="330900" cy="258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81" name="Google Shape;581;p5"/>
                <p:cNvCxnSpPr>
                  <a:stCxn id="578" idx="4"/>
                  <a:endCxn id="578" idx="0"/>
                </p:cNvCxnSpPr>
                <p:nvPr/>
              </p:nvCxnSpPr>
              <p:spPr>
                <a:xfrm flipH="1" rot="10800000">
                  <a:off x="7977716" y="3352930"/>
                  <a:ext cx="330900" cy="258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82" name="Google Shape;582;p5"/>
                <p:cNvCxnSpPr/>
                <p:nvPr/>
              </p:nvCxnSpPr>
              <p:spPr>
                <a:xfrm>
                  <a:off x="7171267" y="2849861"/>
                  <a:ext cx="8064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583" name="Google Shape;583;p5"/>
                <p:cNvCxnSpPr/>
                <p:nvPr/>
              </p:nvCxnSpPr>
              <p:spPr>
                <a:xfrm>
                  <a:off x="7171267" y="3854502"/>
                  <a:ext cx="8064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584" name="Google Shape;584;p5"/>
                <p:cNvCxnSpPr/>
                <p:nvPr/>
              </p:nvCxnSpPr>
              <p:spPr>
                <a:xfrm>
                  <a:off x="9060920" y="3099484"/>
                  <a:ext cx="8064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585" name="Google Shape;585;p5"/>
                <p:cNvCxnSpPr/>
                <p:nvPr/>
              </p:nvCxnSpPr>
              <p:spPr>
                <a:xfrm>
                  <a:off x="9060920" y="3527564"/>
                  <a:ext cx="8064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586" name="Google Shape;586;p5"/>
              <p:cNvSpPr txBox="1"/>
              <p:nvPr/>
            </p:nvSpPr>
            <p:spPr>
              <a:xfrm>
                <a:off x="8098807" y="3141911"/>
                <a:ext cx="52916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ALU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5"/>
              <p:cNvSpPr txBox="1"/>
              <p:nvPr/>
            </p:nvSpPr>
            <p:spPr>
              <a:xfrm>
                <a:off x="8588368" y="2908752"/>
                <a:ext cx="529167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Zero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5"/>
              <p:cNvSpPr txBox="1"/>
              <p:nvPr/>
            </p:nvSpPr>
            <p:spPr>
              <a:xfrm>
                <a:off x="8588368" y="3378539"/>
                <a:ext cx="52916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ALU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Result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5"/>
              <p:cNvSpPr txBox="1"/>
              <p:nvPr/>
            </p:nvSpPr>
            <p:spPr>
              <a:xfrm>
                <a:off x="8254202" y="2608008"/>
                <a:ext cx="58546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ALU Op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590" name="Google Shape;590;p5"/>
            <p:cNvCxnSpPr>
              <a:stCxn id="577" idx="3"/>
            </p:cNvCxnSpPr>
            <p:nvPr/>
          </p:nvCxnSpPr>
          <p:spPr>
            <a:xfrm rot="10800000">
              <a:off x="5982378" y="2630945"/>
              <a:ext cx="0" cy="388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91" name="Google Shape;591;p5"/>
          <p:cNvGrpSpPr/>
          <p:nvPr/>
        </p:nvGrpSpPr>
        <p:grpSpPr>
          <a:xfrm>
            <a:off x="2654858" y="3543920"/>
            <a:ext cx="2422842" cy="1136625"/>
            <a:chOff x="1881188" y="2951763"/>
            <a:chExt cx="2815709" cy="1853105"/>
          </a:xfrm>
        </p:grpSpPr>
        <p:grpSp>
          <p:nvGrpSpPr>
            <p:cNvPr id="592" name="Google Shape;592;p5"/>
            <p:cNvGrpSpPr/>
            <p:nvPr/>
          </p:nvGrpSpPr>
          <p:grpSpPr>
            <a:xfrm>
              <a:off x="1881188" y="2951763"/>
              <a:ext cx="2815709" cy="1853105"/>
              <a:chOff x="815968" y="1438773"/>
              <a:chExt cx="3822278" cy="3017527"/>
            </a:xfrm>
          </p:grpSpPr>
          <p:sp>
            <p:nvSpPr>
              <p:cNvPr id="593" name="Google Shape;593;p5"/>
              <p:cNvSpPr/>
              <p:nvPr/>
            </p:nvSpPr>
            <p:spPr>
              <a:xfrm>
                <a:off x="1601782" y="1438773"/>
                <a:ext cx="1839317" cy="301752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94" name="Google Shape;594;p5"/>
              <p:cNvCxnSpPr/>
              <p:nvPr/>
            </p:nvCxnSpPr>
            <p:spPr>
              <a:xfrm>
                <a:off x="815968" y="1971039"/>
                <a:ext cx="781825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595" name="Google Shape;595;p5"/>
              <p:cNvCxnSpPr/>
              <p:nvPr/>
            </p:nvCxnSpPr>
            <p:spPr>
              <a:xfrm>
                <a:off x="3419420" y="2239012"/>
                <a:ext cx="1218826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596" name="Google Shape;596;p5"/>
            <p:cNvSpPr txBox="1"/>
            <p:nvPr/>
          </p:nvSpPr>
          <p:spPr>
            <a:xfrm>
              <a:off x="2432494" y="3124102"/>
              <a:ext cx="631576" cy="5519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 Address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5"/>
            <p:cNvSpPr txBox="1"/>
            <p:nvPr/>
          </p:nvSpPr>
          <p:spPr>
            <a:xfrm>
              <a:off x="3748306" y="3119185"/>
              <a:ext cx="948591" cy="401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Instruction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5"/>
            <p:cNvSpPr txBox="1"/>
            <p:nvPr/>
          </p:nvSpPr>
          <p:spPr>
            <a:xfrm>
              <a:off x="2728539" y="3761346"/>
              <a:ext cx="879509" cy="652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Instruction Memory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5"/>
            <p:cNvSpPr/>
            <p:nvPr/>
          </p:nvSpPr>
          <p:spPr>
            <a:xfrm>
              <a:off x="2765894" y="3761346"/>
              <a:ext cx="783570" cy="67618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0" name="Google Shape;600;p5"/>
          <p:cNvGrpSpPr/>
          <p:nvPr/>
        </p:nvGrpSpPr>
        <p:grpSpPr>
          <a:xfrm>
            <a:off x="1592154" y="3120063"/>
            <a:ext cx="632578" cy="1244972"/>
            <a:chOff x="455138" y="2336298"/>
            <a:chExt cx="808512" cy="1484417"/>
          </a:xfrm>
        </p:grpSpPr>
        <p:grpSp>
          <p:nvGrpSpPr>
            <p:cNvPr id="601" name="Google Shape;601;p5"/>
            <p:cNvGrpSpPr/>
            <p:nvPr/>
          </p:nvGrpSpPr>
          <p:grpSpPr>
            <a:xfrm>
              <a:off x="455138" y="2336298"/>
              <a:ext cx="447758" cy="1484417"/>
              <a:chOff x="278662" y="2396703"/>
              <a:chExt cx="447758" cy="1484417"/>
            </a:xfrm>
          </p:grpSpPr>
          <p:sp>
            <p:nvSpPr>
              <p:cNvPr id="602" name="Google Shape;602;p5"/>
              <p:cNvSpPr/>
              <p:nvPr/>
            </p:nvSpPr>
            <p:spPr>
              <a:xfrm>
                <a:off x="330200" y="2396703"/>
                <a:ext cx="314930" cy="1484417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5"/>
              <p:cNvSpPr txBox="1"/>
              <p:nvPr/>
            </p:nvSpPr>
            <p:spPr>
              <a:xfrm>
                <a:off x="278662" y="2977201"/>
                <a:ext cx="44775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604" name="Google Shape;604;p5"/>
            <p:cNvCxnSpPr/>
            <p:nvPr/>
          </p:nvCxnSpPr>
          <p:spPr>
            <a:xfrm>
              <a:off x="825500" y="3078506"/>
              <a:ext cx="4381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605" name="Google Shape;605;p5"/>
          <p:cNvGrpSpPr/>
          <p:nvPr/>
        </p:nvGrpSpPr>
        <p:grpSpPr>
          <a:xfrm>
            <a:off x="3172391" y="2323823"/>
            <a:ext cx="1355613" cy="740370"/>
            <a:chOff x="7542107" y="2608008"/>
            <a:chExt cx="1575428" cy="1207067"/>
          </a:xfrm>
        </p:grpSpPr>
        <p:grpSp>
          <p:nvGrpSpPr>
            <p:cNvPr id="606" name="Google Shape;606;p5"/>
            <p:cNvGrpSpPr/>
            <p:nvPr/>
          </p:nvGrpSpPr>
          <p:grpSpPr>
            <a:xfrm>
              <a:off x="7542107" y="2715731"/>
              <a:ext cx="1462943" cy="1099344"/>
              <a:chOff x="7171267" y="2535862"/>
              <a:chExt cx="2696102" cy="1590491"/>
            </a:xfrm>
          </p:grpSpPr>
          <p:sp>
            <p:nvSpPr>
              <p:cNvPr id="607" name="Google Shape;607;p5"/>
              <p:cNvSpPr/>
              <p:nvPr/>
            </p:nvSpPr>
            <p:spPr>
              <a:xfrm rot="-5400000">
                <a:off x="7726191" y="2791624"/>
                <a:ext cx="1590491" cy="1078966"/>
              </a:xfrm>
              <a:prstGeom prst="flowChartManualOperation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5"/>
              <p:cNvSpPr/>
              <p:nvPr/>
            </p:nvSpPr>
            <p:spPr>
              <a:xfrm rot="5400000">
                <a:off x="7884820" y="3187300"/>
                <a:ext cx="516826" cy="331034"/>
              </a:xfrm>
              <a:prstGeom prst="triangle">
                <a:avLst>
                  <a:gd fmla="val 50000" name="adj"/>
                </a:avLst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09" name="Google Shape;609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316080" y="3104989"/>
                <a:ext cx="678832" cy="518212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610" name="Google Shape;610;p5"/>
              <p:cNvCxnSpPr>
                <a:stCxn id="608" idx="2"/>
                <a:endCxn id="608" idx="0"/>
              </p:cNvCxnSpPr>
              <p:nvPr/>
            </p:nvCxnSpPr>
            <p:spPr>
              <a:xfrm>
                <a:off x="7977716" y="3094404"/>
                <a:ext cx="330900" cy="25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1" name="Google Shape;611;p5"/>
              <p:cNvCxnSpPr>
                <a:stCxn id="608" idx="4"/>
                <a:endCxn id="608" idx="0"/>
              </p:cNvCxnSpPr>
              <p:nvPr/>
            </p:nvCxnSpPr>
            <p:spPr>
              <a:xfrm flipH="1" rot="10800000">
                <a:off x="7977716" y="3352930"/>
                <a:ext cx="330900" cy="25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2" name="Google Shape;612;p5"/>
              <p:cNvCxnSpPr/>
              <p:nvPr/>
            </p:nvCxnSpPr>
            <p:spPr>
              <a:xfrm>
                <a:off x="7171267" y="2849861"/>
                <a:ext cx="8064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13" name="Google Shape;613;p5"/>
              <p:cNvCxnSpPr/>
              <p:nvPr/>
            </p:nvCxnSpPr>
            <p:spPr>
              <a:xfrm>
                <a:off x="7171267" y="3854502"/>
                <a:ext cx="8064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14" name="Google Shape;614;p5"/>
              <p:cNvCxnSpPr/>
              <p:nvPr/>
            </p:nvCxnSpPr>
            <p:spPr>
              <a:xfrm>
                <a:off x="9060920" y="3099484"/>
                <a:ext cx="80644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615" name="Google Shape;615;p5"/>
            <p:cNvSpPr txBox="1"/>
            <p:nvPr/>
          </p:nvSpPr>
          <p:spPr>
            <a:xfrm>
              <a:off x="8098807" y="3141911"/>
              <a:ext cx="529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5"/>
            <p:cNvSpPr txBox="1"/>
            <p:nvPr/>
          </p:nvSpPr>
          <p:spPr>
            <a:xfrm>
              <a:off x="8588368" y="2908752"/>
              <a:ext cx="529167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7" name="Google Shape;617;p5"/>
            <p:cNvSpPr txBox="1"/>
            <p:nvPr/>
          </p:nvSpPr>
          <p:spPr>
            <a:xfrm>
              <a:off x="8254202" y="2608008"/>
              <a:ext cx="585460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618" name="Google Shape;618;p5"/>
          <p:cNvCxnSpPr/>
          <p:nvPr/>
        </p:nvCxnSpPr>
        <p:spPr>
          <a:xfrm>
            <a:off x="2224732" y="3742549"/>
            <a:ext cx="44562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619" name="Google Shape;619;p5"/>
          <p:cNvGrpSpPr/>
          <p:nvPr/>
        </p:nvGrpSpPr>
        <p:grpSpPr>
          <a:xfrm>
            <a:off x="2407868" y="2522823"/>
            <a:ext cx="777467" cy="1219727"/>
            <a:chOff x="1650754" y="857248"/>
            <a:chExt cx="903534" cy="1988590"/>
          </a:xfrm>
        </p:grpSpPr>
        <p:cxnSp>
          <p:nvCxnSpPr>
            <p:cNvPr id="620" name="Google Shape;620;p5"/>
            <p:cNvCxnSpPr/>
            <p:nvPr/>
          </p:nvCxnSpPr>
          <p:spPr>
            <a:xfrm rot="10800000">
              <a:off x="1650754" y="857566"/>
              <a:ext cx="5326" cy="1988272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1" name="Google Shape;621;p5"/>
            <p:cNvCxnSpPr/>
            <p:nvPr/>
          </p:nvCxnSpPr>
          <p:spPr>
            <a:xfrm>
              <a:off x="1650754" y="857248"/>
              <a:ext cx="903534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622" name="Google Shape;622;p5"/>
          <p:cNvCxnSpPr/>
          <p:nvPr/>
        </p:nvCxnSpPr>
        <p:spPr>
          <a:xfrm rot="10800000">
            <a:off x="4431214" y="1657579"/>
            <a:ext cx="0" cy="969114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3" name="Google Shape;623;p5"/>
          <p:cNvCxnSpPr/>
          <p:nvPr/>
        </p:nvCxnSpPr>
        <p:spPr>
          <a:xfrm>
            <a:off x="1228945" y="833471"/>
            <a:ext cx="6195" cy="2900919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4" name="Google Shape;624;p5"/>
          <p:cNvCxnSpPr/>
          <p:nvPr/>
        </p:nvCxnSpPr>
        <p:spPr>
          <a:xfrm>
            <a:off x="1228945" y="3735989"/>
            <a:ext cx="396004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25" name="Google Shape;625;p5"/>
          <p:cNvSpPr txBox="1"/>
          <p:nvPr/>
        </p:nvSpPr>
        <p:spPr>
          <a:xfrm>
            <a:off x="2928092" y="2758504"/>
            <a:ext cx="336663" cy="226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6" name="Google Shape;626;p5"/>
          <p:cNvGrpSpPr/>
          <p:nvPr/>
        </p:nvGrpSpPr>
        <p:grpSpPr>
          <a:xfrm>
            <a:off x="8766862" y="5149428"/>
            <a:ext cx="1556819" cy="1233165"/>
            <a:chOff x="6469620" y="4425955"/>
            <a:chExt cx="1556819" cy="1233165"/>
          </a:xfrm>
        </p:grpSpPr>
        <p:sp>
          <p:nvSpPr>
            <p:cNvPr id="627" name="Google Shape;627;p5"/>
            <p:cNvSpPr/>
            <p:nvPr/>
          </p:nvSpPr>
          <p:spPr>
            <a:xfrm>
              <a:off x="7037793" y="4425955"/>
              <a:ext cx="423333" cy="867821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5"/>
            <p:cNvSpPr txBox="1"/>
            <p:nvPr/>
          </p:nvSpPr>
          <p:spPr>
            <a:xfrm>
              <a:off x="6992677" y="4662500"/>
              <a:ext cx="5438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 Control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9" name="Google Shape;629;p5"/>
            <p:cNvCxnSpPr/>
            <p:nvPr/>
          </p:nvCxnSpPr>
          <p:spPr>
            <a:xfrm>
              <a:off x="6469620" y="4866640"/>
              <a:ext cx="55602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630" name="Google Shape;630;p5"/>
            <p:cNvCxnSpPr/>
            <p:nvPr/>
          </p:nvCxnSpPr>
          <p:spPr>
            <a:xfrm>
              <a:off x="7470419" y="4866640"/>
              <a:ext cx="55602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631" name="Google Shape;631;p5"/>
            <p:cNvCxnSpPr/>
            <p:nvPr/>
          </p:nvCxnSpPr>
          <p:spPr>
            <a:xfrm rot="10800000">
              <a:off x="7249160" y="5288280"/>
              <a:ext cx="0" cy="3708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632" name="Google Shape;632;p5"/>
          <p:cNvGrpSpPr/>
          <p:nvPr/>
        </p:nvGrpSpPr>
        <p:grpSpPr>
          <a:xfrm>
            <a:off x="5077852" y="1896289"/>
            <a:ext cx="1018095" cy="1155665"/>
            <a:chOff x="5857610" y="561707"/>
            <a:chExt cx="1013170" cy="1155665"/>
          </a:xfrm>
        </p:grpSpPr>
        <p:sp>
          <p:nvSpPr>
            <p:cNvPr id="633" name="Google Shape;633;p5"/>
            <p:cNvSpPr/>
            <p:nvPr/>
          </p:nvSpPr>
          <p:spPr>
            <a:xfrm>
              <a:off x="6272810" y="561707"/>
              <a:ext cx="597970" cy="1155665"/>
            </a:xfrm>
            <a:prstGeom prst="ellipse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5"/>
            <p:cNvSpPr txBox="1"/>
            <p:nvPr/>
          </p:nvSpPr>
          <p:spPr>
            <a:xfrm>
              <a:off x="6277205" y="1016428"/>
              <a:ext cx="576491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5" name="Google Shape;635;p5"/>
            <p:cNvCxnSpPr>
              <a:endCxn id="633" idx="2"/>
            </p:cNvCxnSpPr>
            <p:nvPr/>
          </p:nvCxnSpPr>
          <p:spPr>
            <a:xfrm>
              <a:off x="5857610" y="1139540"/>
              <a:ext cx="415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636" name="Google Shape;636;p5"/>
          <p:cNvCxnSpPr/>
          <p:nvPr/>
        </p:nvCxnSpPr>
        <p:spPr>
          <a:xfrm>
            <a:off x="6108438" y="2474120"/>
            <a:ext cx="52531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37" name="Google Shape;637;p5"/>
          <p:cNvSpPr txBox="1"/>
          <p:nvPr/>
        </p:nvSpPr>
        <p:spPr>
          <a:xfrm>
            <a:off x="4471846" y="2200152"/>
            <a:ext cx="113347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Ins[6-0] (Opcode)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5"/>
          <p:cNvSpPr txBox="1"/>
          <p:nvPr/>
        </p:nvSpPr>
        <p:spPr>
          <a:xfrm>
            <a:off x="8435951" y="5357692"/>
            <a:ext cx="10470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Ins[30, 14-12]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9" name="Google Shape;639;p5"/>
          <p:cNvGrpSpPr/>
          <p:nvPr/>
        </p:nvGrpSpPr>
        <p:grpSpPr>
          <a:xfrm>
            <a:off x="6651534" y="2455968"/>
            <a:ext cx="4277706" cy="3921569"/>
            <a:chOff x="5081444" y="1749573"/>
            <a:chExt cx="4277706" cy="3921569"/>
          </a:xfrm>
        </p:grpSpPr>
        <p:cxnSp>
          <p:nvCxnSpPr>
            <p:cNvPr id="640" name="Google Shape;640;p5"/>
            <p:cNvCxnSpPr/>
            <p:nvPr/>
          </p:nvCxnSpPr>
          <p:spPr>
            <a:xfrm flipH="1" rot="10800000">
              <a:off x="5081444" y="1749573"/>
              <a:ext cx="4240046" cy="15919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1" name="Google Shape;641;p5"/>
            <p:cNvCxnSpPr/>
            <p:nvPr/>
          </p:nvCxnSpPr>
          <p:spPr>
            <a:xfrm>
              <a:off x="9321490" y="1749996"/>
              <a:ext cx="37660" cy="3921146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2" name="Google Shape;642;p5"/>
            <p:cNvCxnSpPr/>
            <p:nvPr/>
          </p:nvCxnSpPr>
          <p:spPr>
            <a:xfrm>
              <a:off x="7976312" y="5671142"/>
              <a:ext cx="1382838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43" name="Google Shape;643;p5"/>
          <p:cNvSpPr txBox="1"/>
          <p:nvPr/>
        </p:nvSpPr>
        <p:spPr>
          <a:xfrm>
            <a:off x="6549025" y="2227547"/>
            <a:ext cx="61077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bits)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5"/>
          <p:cNvSpPr txBox="1"/>
          <p:nvPr/>
        </p:nvSpPr>
        <p:spPr>
          <a:xfrm>
            <a:off x="5873579" y="170612"/>
            <a:ext cx="27012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Datapath: BEQ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5" name="Google Shape;645;p5"/>
          <p:cNvCxnSpPr/>
          <p:nvPr/>
        </p:nvCxnSpPr>
        <p:spPr>
          <a:xfrm>
            <a:off x="5077700" y="3505988"/>
            <a:ext cx="0" cy="2331373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6" name="Google Shape;646;p5"/>
          <p:cNvCxnSpPr/>
          <p:nvPr/>
        </p:nvCxnSpPr>
        <p:spPr>
          <a:xfrm>
            <a:off x="5077700" y="3513608"/>
            <a:ext cx="261484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7" name="Google Shape;647;p5"/>
          <p:cNvCxnSpPr/>
          <p:nvPr/>
        </p:nvCxnSpPr>
        <p:spPr>
          <a:xfrm>
            <a:off x="5077698" y="3839233"/>
            <a:ext cx="243094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48" name="Google Shape;648;p5"/>
          <p:cNvGrpSpPr/>
          <p:nvPr/>
        </p:nvGrpSpPr>
        <p:grpSpPr>
          <a:xfrm>
            <a:off x="5774847" y="5099656"/>
            <a:ext cx="1709485" cy="1418335"/>
            <a:chOff x="5000386" y="4797044"/>
            <a:chExt cx="1677018" cy="1304036"/>
          </a:xfrm>
        </p:grpSpPr>
        <p:sp>
          <p:nvSpPr>
            <p:cNvPr id="649" name="Google Shape;649;p5"/>
            <p:cNvSpPr/>
            <p:nvPr/>
          </p:nvSpPr>
          <p:spPr>
            <a:xfrm>
              <a:off x="5515177" y="4797044"/>
              <a:ext cx="651829" cy="1304036"/>
            </a:xfrm>
            <a:prstGeom prst="ellipse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5"/>
            <p:cNvSpPr txBox="1"/>
            <p:nvPr/>
          </p:nvSpPr>
          <p:spPr>
            <a:xfrm>
              <a:off x="5472018" y="5238755"/>
              <a:ext cx="760560" cy="553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Immediate Generation Unit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51" name="Google Shape;651;p5"/>
            <p:cNvCxnSpPr/>
            <p:nvPr/>
          </p:nvCxnSpPr>
          <p:spPr>
            <a:xfrm>
              <a:off x="5000386" y="5475300"/>
              <a:ext cx="51039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652" name="Google Shape;652;p5"/>
            <p:cNvCxnSpPr/>
            <p:nvPr/>
          </p:nvCxnSpPr>
          <p:spPr>
            <a:xfrm>
              <a:off x="6167006" y="5475300"/>
              <a:ext cx="51039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653" name="Google Shape;653;p5"/>
          <p:cNvCxnSpPr/>
          <p:nvPr/>
        </p:nvCxnSpPr>
        <p:spPr>
          <a:xfrm>
            <a:off x="5086994" y="5837361"/>
            <a:ext cx="725265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4" name="Google Shape;654;p5"/>
          <p:cNvCxnSpPr/>
          <p:nvPr/>
        </p:nvCxnSpPr>
        <p:spPr>
          <a:xfrm flipH="1" rot="10800000">
            <a:off x="7430471" y="5829389"/>
            <a:ext cx="674046" cy="7972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5" name="Google Shape;655;p5"/>
          <p:cNvCxnSpPr/>
          <p:nvPr/>
        </p:nvCxnSpPr>
        <p:spPr>
          <a:xfrm>
            <a:off x="8102218" y="5012554"/>
            <a:ext cx="7216" cy="816835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6" name="Google Shape;656;p5"/>
          <p:cNvCxnSpPr/>
          <p:nvPr/>
        </p:nvCxnSpPr>
        <p:spPr>
          <a:xfrm flipH="1">
            <a:off x="5079106" y="2474120"/>
            <a:ext cx="10163" cy="1039488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7" name="Google Shape;657;p5"/>
          <p:cNvCxnSpPr/>
          <p:nvPr/>
        </p:nvCxnSpPr>
        <p:spPr>
          <a:xfrm flipH="1" rot="10800000">
            <a:off x="9072116" y="3070814"/>
            <a:ext cx="1264335" cy="15994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8" name="Google Shape;658;p5"/>
          <p:cNvCxnSpPr/>
          <p:nvPr/>
        </p:nvCxnSpPr>
        <p:spPr>
          <a:xfrm>
            <a:off x="10336451" y="3070814"/>
            <a:ext cx="0" cy="2516282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9" name="Google Shape;659;p5"/>
          <p:cNvCxnSpPr/>
          <p:nvPr/>
        </p:nvCxnSpPr>
        <p:spPr>
          <a:xfrm>
            <a:off x="5494868" y="5837361"/>
            <a:ext cx="0" cy="87113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0" name="Google Shape;660;p5"/>
          <p:cNvCxnSpPr/>
          <p:nvPr/>
        </p:nvCxnSpPr>
        <p:spPr>
          <a:xfrm>
            <a:off x="5494868" y="6708491"/>
            <a:ext cx="3282217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1" name="Google Shape;661;p5"/>
          <p:cNvCxnSpPr/>
          <p:nvPr/>
        </p:nvCxnSpPr>
        <p:spPr>
          <a:xfrm>
            <a:off x="8777085" y="5577272"/>
            <a:ext cx="0" cy="1128408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2" name="Google Shape;662;p5"/>
          <p:cNvSpPr txBox="1"/>
          <p:nvPr/>
        </p:nvSpPr>
        <p:spPr>
          <a:xfrm>
            <a:off x="6065278" y="2212864"/>
            <a:ext cx="67770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 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5"/>
          <p:cNvSpPr txBox="1"/>
          <p:nvPr/>
        </p:nvSpPr>
        <p:spPr>
          <a:xfrm>
            <a:off x="5106639" y="3298167"/>
            <a:ext cx="7272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Ins[19-15]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5"/>
          <p:cNvSpPr txBox="1"/>
          <p:nvPr/>
        </p:nvSpPr>
        <p:spPr>
          <a:xfrm>
            <a:off x="5075900" y="3600821"/>
            <a:ext cx="7272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Ins[24-20]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5"/>
          <p:cNvSpPr txBox="1"/>
          <p:nvPr/>
        </p:nvSpPr>
        <p:spPr>
          <a:xfrm>
            <a:off x="5553012" y="5585131"/>
            <a:ext cx="7272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Ins[31-0]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5"/>
          <p:cNvSpPr txBox="1"/>
          <p:nvPr/>
        </p:nvSpPr>
        <p:spPr>
          <a:xfrm>
            <a:off x="9728187" y="5388501"/>
            <a:ext cx="10470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5"/>
          <p:cNvSpPr txBox="1"/>
          <p:nvPr/>
        </p:nvSpPr>
        <p:spPr>
          <a:xfrm>
            <a:off x="6947961" y="5430709"/>
            <a:ext cx="113457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Offset  converted into a 64 bit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5"/>
          <p:cNvSpPr txBox="1"/>
          <p:nvPr/>
        </p:nvSpPr>
        <p:spPr>
          <a:xfrm>
            <a:off x="7325127" y="3324600"/>
            <a:ext cx="36694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9" name="Google Shape;669;p5"/>
          <p:cNvCxnSpPr/>
          <p:nvPr/>
        </p:nvCxnSpPr>
        <p:spPr>
          <a:xfrm>
            <a:off x="7851272" y="4277053"/>
            <a:ext cx="494313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0" name="Google Shape;670;p5"/>
          <p:cNvSpPr txBox="1"/>
          <p:nvPr/>
        </p:nvSpPr>
        <p:spPr>
          <a:xfrm>
            <a:off x="9629463" y="6143725"/>
            <a:ext cx="92124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1" name="Google Shape;671;p5"/>
          <p:cNvCxnSpPr/>
          <p:nvPr/>
        </p:nvCxnSpPr>
        <p:spPr>
          <a:xfrm rot="10800000">
            <a:off x="8421981" y="2273652"/>
            <a:ext cx="0" cy="407819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2" name="Google Shape;672;p5"/>
          <p:cNvSpPr txBox="1"/>
          <p:nvPr/>
        </p:nvSpPr>
        <p:spPr>
          <a:xfrm>
            <a:off x="7343558" y="4064855"/>
            <a:ext cx="61433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3" name="Google Shape;673;p5"/>
          <p:cNvCxnSpPr/>
          <p:nvPr/>
        </p:nvCxnSpPr>
        <p:spPr>
          <a:xfrm>
            <a:off x="6033351" y="2126492"/>
            <a:ext cx="643583" cy="491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74" name="Google Shape;674;p5"/>
          <p:cNvSpPr txBox="1"/>
          <p:nvPr/>
        </p:nvSpPr>
        <p:spPr>
          <a:xfrm>
            <a:off x="5974602" y="1891362"/>
            <a:ext cx="91207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Branch(1 bit)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5"/>
          <p:cNvSpPr/>
          <p:nvPr/>
        </p:nvSpPr>
        <p:spPr>
          <a:xfrm>
            <a:off x="8765891" y="2026946"/>
            <a:ext cx="295622" cy="352315"/>
          </a:xfrm>
          <a:prstGeom prst="flowChartDelay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6" name="Google Shape;676;p5"/>
          <p:cNvCxnSpPr/>
          <p:nvPr/>
        </p:nvCxnSpPr>
        <p:spPr>
          <a:xfrm flipH="1" rot="10800000">
            <a:off x="6676934" y="2119113"/>
            <a:ext cx="2088957" cy="1847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7" name="Google Shape;677;p5"/>
          <p:cNvCxnSpPr/>
          <p:nvPr/>
        </p:nvCxnSpPr>
        <p:spPr>
          <a:xfrm flipH="1" rot="10800000">
            <a:off x="8426085" y="2276152"/>
            <a:ext cx="343380" cy="1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8" name="Google Shape;678;p5"/>
          <p:cNvCxnSpPr/>
          <p:nvPr/>
        </p:nvCxnSpPr>
        <p:spPr>
          <a:xfrm>
            <a:off x="8418073" y="2681471"/>
            <a:ext cx="1384365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9" name="Google Shape;679;p5"/>
          <p:cNvCxnSpPr/>
          <p:nvPr/>
        </p:nvCxnSpPr>
        <p:spPr>
          <a:xfrm flipH="1">
            <a:off x="9788986" y="2681471"/>
            <a:ext cx="13452" cy="1073482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80" name="Google Shape;680;p5"/>
          <p:cNvGrpSpPr/>
          <p:nvPr/>
        </p:nvGrpSpPr>
        <p:grpSpPr>
          <a:xfrm>
            <a:off x="3163700" y="1135598"/>
            <a:ext cx="1355613" cy="740370"/>
            <a:chOff x="7542107" y="2608008"/>
            <a:chExt cx="1575428" cy="1207067"/>
          </a:xfrm>
        </p:grpSpPr>
        <p:grpSp>
          <p:nvGrpSpPr>
            <p:cNvPr id="681" name="Google Shape;681;p5"/>
            <p:cNvGrpSpPr/>
            <p:nvPr/>
          </p:nvGrpSpPr>
          <p:grpSpPr>
            <a:xfrm>
              <a:off x="7542107" y="2715731"/>
              <a:ext cx="1462943" cy="1099344"/>
              <a:chOff x="7171267" y="2535862"/>
              <a:chExt cx="2696102" cy="1590491"/>
            </a:xfrm>
          </p:grpSpPr>
          <p:sp>
            <p:nvSpPr>
              <p:cNvPr id="682" name="Google Shape;682;p5"/>
              <p:cNvSpPr/>
              <p:nvPr/>
            </p:nvSpPr>
            <p:spPr>
              <a:xfrm rot="-5400000">
                <a:off x="7726191" y="2791624"/>
                <a:ext cx="1590491" cy="1078966"/>
              </a:xfrm>
              <a:prstGeom prst="flowChartManualOperation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p5"/>
              <p:cNvSpPr/>
              <p:nvPr/>
            </p:nvSpPr>
            <p:spPr>
              <a:xfrm rot="5400000">
                <a:off x="7884820" y="3187300"/>
                <a:ext cx="516826" cy="331034"/>
              </a:xfrm>
              <a:prstGeom prst="triangle">
                <a:avLst>
                  <a:gd fmla="val 50000" name="adj"/>
                </a:avLst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84" name="Google Shape;684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316080" y="3104989"/>
                <a:ext cx="678832" cy="518212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685" name="Google Shape;685;p5"/>
              <p:cNvCxnSpPr>
                <a:stCxn id="683" idx="2"/>
                <a:endCxn id="683" idx="0"/>
              </p:cNvCxnSpPr>
              <p:nvPr/>
            </p:nvCxnSpPr>
            <p:spPr>
              <a:xfrm>
                <a:off x="7977716" y="3094404"/>
                <a:ext cx="330900" cy="25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6" name="Google Shape;686;p5"/>
              <p:cNvCxnSpPr>
                <a:stCxn id="683" idx="4"/>
                <a:endCxn id="683" idx="0"/>
              </p:cNvCxnSpPr>
              <p:nvPr/>
            </p:nvCxnSpPr>
            <p:spPr>
              <a:xfrm flipH="1" rot="10800000">
                <a:off x="7977716" y="3352930"/>
                <a:ext cx="330900" cy="25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7" name="Google Shape;687;p5"/>
              <p:cNvCxnSpPr/>
              <p:nvPr/>
            </p:nvCxnSpPr>
            <p:spPr>
              <a:xfrm>
                <a:off x="7171267" y="2849861"/>
                <a:ext cx="8064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88" name="Google Shape;688;p5"/>
              <p:cNvCxnSpPr/>
              <p:nvPr/>
            </p:nvCxnSpPr>
            <p:spPr>
              <a:xfrm>
                <a:off x="7171267" y="3854502"/>
                <a:ext cx="8064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89" name="Google Shape;689;p5"/>
              <p:cNvCxnSpPr/>
              <p:nvPr/>
            </p:nvCxnSpPr>
            <p:spPr>
              <a:xfrm>
                <a:off x="9060920" y="3099484"/>
                <a:ext cx="80644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690" name="Google Shape;690;p5"/>
            <p:cNvSpPr txBox="1"/>
            <p:nvPr/>
          </p:nvSpPr>
          <p:spPr>
            <a:xfrm>
              <a:off x="8098807" y="3141911"/>
              <a:ext cx="529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5"/>
            <p:cNvSpPr txBox="1"/>
            <p:nvPr/>
          </p:nvSpPr>
          <p:spPr>
            <a:xfrm>
              <a:off x="8588368" y="2908752"/>
              <a:ext cx="529167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2" name="Google Shape;692;p5"/>
            <p:cNvSpPr txBox="1"/>
            <p:nvPr/>
          </p:nvSpPr>
          <p:spPr>
            <a:xfrm>
              <a:off x="8254202" y="2608008"/>
              <a:ext cx="585460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693" name="Google Shape;693;p5"/>
          <p:cNvCxnSpPr/>
          <p:nvPr/>
        </p:nvCxnSpPr>
        <p:spPr>
          <a:xfrm rot="10800000">
            <a:off x="2407868" y="1334793"/>
            <a:ext cx="0" cy="118803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4" name="Google Shape;694;p5"/>
          <p:cNvCxnSpPr/>
          <p:nvPr/>
        </p:nvCxnSpPr>
        <p:spPr>
          <a:xfrm>
            <a:off x="2407868" y="1334793"/>
            <a:ext cx="742568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5" name="Google Shape;695;p5"/>
          <p:cNvCxnSpPr/>
          <p:nvPr/>
        </p:nvCxnSpPr>
        <p:spPr>
          <a:xfrm flipH="1">
            <a:off x="2670352" y="5012554"/>
            <a:ext cx="5422991" cy="33004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6" name="Google Shape;696;p5"/>
          <p:cNvCxnSpPr/>
          <p:nvPr/>
        </p:nvCxnSpPr>
        <p:spPr>
          <a:xfrm rot="10800000">
            <a:off x="2670352" y="1770006"/>
            <a:ext cx="0" cy="3275724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7" name="Google Shape;697;p5"/>
          <p:cNvCxnSpPr/>
          <p:nvPr/>
        </p:nvCxnSpPr>
        <p:spPr>
          <a:xfrm>
            <a:off x="2670352" y="1760716"/>
            <a:ext cx="502039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8" name="Google Shape;698;p5"/>
          <p:cNvSpPr txBox="1"/>
          <p:nvPr/>
        </p:nvSpPr>
        <p:spPr>
          <a:xfrm>
            <a:off x="2654858" y="1536407"/>
            <a:ext cx="8516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offset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9" name="Google Shape;699;p5"/>
          <p:cNvGrpSpPr/>
          <p:nvPr/>
        </p:nvGrpSpPr>
        <p:grpSpPr>
          <a:xfrm>
            <a:off x="4431214" y="1258541"/>
            <a:ext cx="994028" cy="860572"/>
            <a:chOff x="3650695" y="1598550"/>
            <a:chExt cx="994028" cy="860572"/>
          </a:xfrm>
        </p:grpSpPr>
        <p:sp>
          <p:nvSpPr>
            <p:cNvPr id="700" name="Google Shape;700;p5"/>
            <p:cNvSpPr/>
            <p:nvPr/>
          </p:nvSpPr>
          <p:spPr>
            <a:xfrm>
              <a:off x="4010358" y="1598550"/>
              <a:ext cx="307542" cy="689692"/>
            </a:xfrm>
            <a:prstGeom prst="flowChartTermina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5"/>
            <p:cNvSpPr txBox="1"/>
            <p:nvPr/>
          </p:nvSpPr>
          <p:spPr>
            <a:xfrm>
              <a:off x="4046643" y="1702241"/>
              <a:ext cx="29611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MUX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02" name="Google Shape;702;p5"/>
            <p:cNvCxnSpPr/>
            <p:nvPr/>
          </p:nvCxnSpPr>
          <p:spPr>
            <a:xfrm>
              <a:off x="3650695" y="1778477"/>
              <a:ext cx="3596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03" name="Google Shape;703;p5"/>
            <p:cNvCxnSpPr/>
            <p:nvPr/>
          </p:nvCxnSpPr>
          <p:spPr>
            <a:xfrm>
              <a:off x="3650695" y="1997588"/>
              <a:ext cx="359663" cy="122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04" name="Google Shape;704;p5"/>
            <p:cNvCxnSpPr/>
            <p:nvPr/>
          </p:nvCxnSpPr>
          <p:spPr>
            <a:xfrm>
              <a:off x="4317900" y="1933073"/>
              <a:ext cx="32682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05" name="Google Shape;705;p5"/>
            <p:cNvCxnSpPr/>
            <p:nvPr/>
          </p:nvCxnSpPr>
          <p:spPr>
            <a:xfrm rot="10800000">
              <a:off x="4154250" y="2288243"/>
              <a:ext cx="0" cy="17087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706" name="Google Shape;706;p5"/>
          <p:cNvSpPr txBox="1"/>
          <p:nvPr/>
        </p:nvSpPr>
        <p:spPr>
          <a:xfrm>
            <a:off x="4426038" y="1237440"/>
            <a:ext cx="20273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5"/>
          <p:cNvSpPr txBox="1"/>
          <p:nvPr/>
        </p:nvSpPr>
        <p:spPr>
          <a:xfrm>
            <a:off x="4464054" y="1626643"/>
            <a:ext cx="20273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8" name="Google Shape;708;p5"/>
          <p:cNvCxnSpPr>
            <a:stCxn id="675" idx="3"/>
          </p:cNvCxnSpPr>
          <p:nvPr/>
        </p:nvCxnSpPr>
        <p:spPr>
          <a:xfrm flipH="1" rot="10800000">
            <a:off x="9061513" y="2197104"/>
            <a:ext cx="421500" cy="60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9" name="Google Shape;709;p5"/>
          <p:cNvCxnSpPr/>
          <p:nvPr/>
        </p:nvCxnSpPr>
        <p:spPr>
          <a:xfrm rot="10800000">
            <a:off x="9483045" y="1779043"/>
            <a:ext cx="0" cy="414981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0" name="Google Shape;710;p5"/>
          <p:cNvCxnSpPr/>
          <p:nvPr/>
        </p:nvCxnSpPr>
        <p:spPr>
          <a:xfrm flipH="1">
            <a:off x="5420779" y="1779043"/>
            <a:ext cx="4062266" cy="28553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1" name="Google Shape;711;p5"/>
          <p:cNvCxnSpPr/>
          <p:nvPr/>
        </p:nvCxnSpPr>
        <p:spPr>
          <a:xfrm>
            <a:off x="4934769" y="2121751"/>
            <a:ext cx="47358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2" name="Google Shape;712;p5"/>
          <p:cNvCxnSpPr/>
          <p:nvPr/>
        </p:nvCxnSpPr>
        <p:spPr>
          <a:xfrm flipH="1" rot="10800000">
            <a:off x="5415082" y="1807596"/>
            <a:ext cx="5697" cy="314692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3" name="Google Shape;713;p5"/>
          <p:cNvSpPr txBox="1"/>
          <p:nvPr/>
        </p:nvSpPr>
        <p:spPr>
          <a:xfrm>
            <a:off x="4909782" y="1953639"/>
            <a:ext cx="56104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Selector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4" name="Google Shape;714;p5"/>
          <p:cNvCxnSpPr/>
          <p:nvPr/>
        </p:nvCxnSpPr>
        <p:spPr>
          <a:xfrm>
            <a:off x="1225120" y="833471"/>
            <a:ext cx="4195946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5" name="Google Shape;715;p5"/>
          <p:cNvCxnSpPr/>
          <p:nvPr/>
        </p:nvCxnSpPr>
        <p:spPr>
          <a:xfrm>
            <a:off x="5425242" y="818231"/>
            <a:ext cx="0" cy="793172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6" name="Google Shape;716;p5"/>
          <p:cNvSpPr/>
          <p:nvPr/>
        </p:nvSpPr>
        <p:spPr>
          <a:xfrm>
            <a:off x="2547575" y="1846581"/>
            <a:ext cx="231577" cy="456815"/>
          </a:xfrm>
          <a:prstGeom prst="ellipse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5"/>
          <p:cNvSpPr txBox="1"/>
          <p:nvPr/>
        </p:nvSpPr>
        <p:spPr>
          <a:xfrm>
            <a:off x="2497277" y="1863798"/>
            <a:ext cx="36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Shift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1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2024-04-18T19:29:28Z</dcterms:created>
  <dc:creator>Partha Bhoumik</dc:creator>
</cp:coreProperties>
</file>