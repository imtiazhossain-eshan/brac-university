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3.bin"/>
  <Override ContentType="application/vnd.openxmlformats-officedocument.oleObject" PartName="/ppt/embeddings/oleObject4.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6858000" cx="9144000"/>
  <p:notesSz cx="6858000" cy="9144000"/>
  <p:embeddedFontLst>
    <p:embeddedFont>
      <p:font typeface="Arial Narrow"/>
      <p:regular r:id="rId38"/>
      <p:bold r:id="rId39"/>
      <p:italic r:id="rId40"/>
      <p:boldItalic r:id="rId41"/>
    </p:embeddedFont>
    <p:embeddedFont>
      <p:font typeface="Tahoma"/>
      <p:regular r:id="rId42"/>
      <p:bold r:id="rId43"/>
    </p:embeddedFont>
    <p:embeddedFont>
      <p:font typeface="Arial Black"/>
      <p:regular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888">
          <p15:clr>
            <a:srgbClr val="000000"/>
          </p15:clr>
        </p15:guide>
        <p15:guide id="2" pos="5328">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http://customooxmlschemas.google.com/">
      <go:slidesCustomData xmlns:go="http://customooxmlschemas.google.com/" r:id="rId45" roundtripDataSignature="AMtx7mj3NGoxH+ZjA4Dscdxqn2EMDEmw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88" orient="horz"/>
        <p:guide pos="5328"/>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ArialNarrow-italic.fntdata"/><Relationship Id="rId20" Type="http://schemas.openxmlformats.org/officeDocument/2006/relationships/slide" Target="slides/slide15.xml"/><Relationship Id="rId42" Type="http://schemas.openxmlformats.org/officeDocument/2006/relationships/font" Target="fonts/Tahoma-regular.fntdata"/><Relationship Id="rId41" Type="http://schemas.openxmlformats.org/officeDocument/2006/relationships/font" Target="fonts/ArialNarrow-boldItalic.fntdata"/><Relationship Id="rId22" Type="http://schemas.openxmlformats.org/officeDocument/2006/relationships/slide" Target="slides/slide17.xml"/><Relationship Id="rId44" Type="http://schemas.openxmlformats.org/officeDocument/2006/relationships/font" Target="fonts/ArialBlack-regular.fntdata"/><Relationship Id="rId21" Type="http://schemas.openxmlformats.org/officeDocument/2006/relationships/slide" Target="slides/slide16.xml"/><Relationship Id="rId43" Type="http://schemas.openxmlformats.org/officeDocument/2006/relationships/font" Target="fonts/Tahoma-bold.fntdata"/><Relationship Id="rId24" Type="http://schemas.openxmlformats.org/officeDocument/2006/relationships/slide" Target="slides/slide19.xml"/><Relationship Id="rId23" Type="http://schemas.openxmlformats.org/officeDocument/2006/relationships/slide" Target="slides/slide18.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ArialNarrow-bold.fntdata"/><Relationship Id="rId16" Type="http://schemas.openxmlformats.org/officeDocument/2006/relationships/slide" Target="slides/slide11.xml"/><Relationship Id="rId38" Type="http://schemas.openxmlformats.org/officeDocument/2006/relationships/font" Target="fonts/ArialNarrow-regular.fntdata"/><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 name="Google Shape;93;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2" name="Google Shape;10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Once you’ve planned out your document (see Chapters 3 and 10), you’re ready to begin Step 2, writing business reports and proposals. Since so much of Step 2 is discussed in Chapter 4, the following sections cover only those aspects of writing that differ for reports and proposals. Think carefully about all the relevant tasks as you organize and compose your reports and proposals.</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8" name="Google Shape;11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Before you can compose a business report or proposal, you must organize the material you've collected, arranging it in a logical order that meets your audience's needs. Carefully choose the format, length, order, and structure for your report or proposal before drafting even the first word.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2" name="Google Shape;14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At times, the decision about format and length will be made for you by the person who requests the report. This is often the case with monitor/control reports, procedural reports, proposals, progress reports, and compliance reports. When selecting a format for your report, you have four options:</a:t>
            </a:r>
            <a:endParaRPr/>
          </a:p>
          <a:p>
            <a:pPr indent="0" lvl="0" marL="0" rtl="0" algn="l">
              <a:spcBef>
                <a:spcPts val="0"/>
              </a:spcBef>
              <a:spcAft>
                <a:spcPts val="0"/>
              </a:spcAft>
              <a:buSzPts val="1800"/>
              <a:buNone/>
            </a:pPr>
            <a:r>
              <a:rPr b="1" lang="en-US"/>
              <a:t>Preprinted form. </a:t>
            </a:r>
            <a:r>
              <a:rPr lang="en-US"/>
              <a:t> Used for fill-in-the-blank reports. Most are relatively short (five or fewer pages) and deal with routine (often numerical) information. Use this format when it's requested by the person authorizing the report.</a:t>
            </a:r>
            <a:endParaRPr/>
          </a:p>
          <a:p>
            <a:pPr indent="0" lvl="0" marL="0" rtl="0" algn="l">
              <a:spcBef>
                <a:spcPts val="0"/>
              </a:spcBef>
              <a:spcAft>
                <a:spcPts val="0"/>
              </a:spcAft>
              <a:buSzPts val="1800"/>
              <a:buNone/>
            </a:pPr>
            <a:r>
              <a:rPr b="1" lang="en-US"/>
              <a:t>Letter.  </a:t>
            </a:r>
            <a:r>
              <a:rPr lang="en-US"/>
              <a:t>Commonly used for reports of five or fewer pages that are directed to outsiders. These reports include all the normal parts of a letter, but they may also have headings, footnotes, tables, and figures.</a:t>
            </a:r>
            <a:endParaRPr/>
          </a:p>
          <a:p>
            <a:pPr indent="0" lvl="0" marL="0" rtl="0" algn="l">
              <a:spcBef>
                <a:spcPts val="0"/>
              </a:spcBef>
              <a:spcAft>
                <a:spcPts val="0"/>
              </a:spcAft>
              <a:buSzPts val="1800"/>
              <a:buNone/>
            </a:pPr>
            <a:r>
              <a:rPr b="1" lang="en-US"/>
              <a:t>Memo.  </a:t>
            </a:r>
            <a:r>
              <a:rPr lang="en-US"/>
              <a:t>Commonly used for short (fewer than 10 pages) informal reports distributed within an organization. Like longer reports, they often have internal headings and sometimes include visual aids. Memos exceeding 10 pages are sometimes referred to as </a:t>
            </a:r>
            <a:r>
              <a:rPr i="1" lang="en-US"/>
              <a:t>memo reports</a:t>
            </a:r>
            <a:r>
              <a:rPr lang="en-US"/>
              <a:t> to distinguish them from their shorter cousins.</a:t>
            </a:r>
            <a:endParaRPr/>
          </a:p>
          <a:p>
            <a:pPr indent="0" lvl="0" marL="0" rtl="0" algn="l">
              <a:spcBef>
                <a:spcPts val="0"/>
              </a:spcBef>
              <a:spcAft>
                <a:spcPts val="0"/>
              </a:spcAft>
              <a:buSzPts val="1800"/>
              <a:buNone/>
            </a:pPr>
            <a:r>
              <a:rPr b="1" lang="en-US"/>
              <a:t>Manuscript. </a:t>
            </a:r>
            <a:r>
              <a:rPr lang="en-US"/>
              <a:t> Commonly used for reports that require a formal approach, whether a few pages or several hundred. As length increases, reports in manuscript format require more elements before the text (prefatory parts) and after (supplementary parts).</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4" name="Google Shape;15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direct approach is by far the most popular and convenient order for business reports, saving time and making the report easier to follow. It also produces a more forceful report because stating your conclusions confidently in the beginning makes you sound sure of yourself. However, if your readers have even slight reservations about either you or your material, making strong statements at the beginning may intensify reader resistance. Also, confidence may sometimes be misconstrued as arrogance—especially if you're a junior member of a status-conscious organization. </a:t>
            </a:r>
            <a:endParaRPr/>
          </a:p>
          <a:p>
            <a:pPr indent="0" lvl="0" marL="0" rtl="0" algn="l">
              <a:spcBef>
                <a:spcPts val="0"/>
              </a:spcBef>
              <a:spcAft>
                <a:spcPts val="0"/>
              </a:spcAft>
              <a:buSzPts val="1800"/>
              <a:buNone/>
            </a:pPr>
            <a:r>
              <a:rPr lang="en-US"/>
              <a:t>If your audience is skeptical or hostile, you may want to use the indirect approach, introducing your complete findings and discussing all supporting details before presenting your conclusions and recommendations. The indirect approach gives you a chance to prove your points and gradually overcome your audience's reservations. </a:t>
            </a:r>
            <a:endParaRPr/>
          </a:p>
          <a:p>
            <a:pPr indent="0" lvl="0" marL="0" rtl="0" algn="l">
              <a:spcBef>
                <a:spcPts val="0"/>
              </a:spcBef>
              <a:spcAft>
                <a:spcPts val="0"/>
              </a:spcAft>
              <a:buSzPts val="1800"/>
              <a:buNone/>
            </a:pPr>
            <a:r>
              <a:rPr lang="en-US"/>
              <a:t>The longer the message, the less effective an indirect approach is likely to be. Also, an indirect argument is harder to follow than a direct one. Therefore, carefully consider report length before deciding on the direct or indirect approach. </a:t>
            </a:r>
            <a:endParaRPr/>
          </a:p>
          <a:p>
            <a:pPr indent="0" lvl="0" marL="0" rtl="0" algn="l">
              <a:spcBef>
                <a:spcPts val="0"/>
              </a:spcBef>
              <a:spcAft>
                <a:spcPts val="0"/>
              </a:spcAft>
              <a:buSzPts val="1800"/>
              <a:buNone/>
            </a:pPr>
            <a:r>
              <a:rPr lang="en-US"/>
              <a:t>Both direct and indirect approaches have merit, so businesspeople often combine them, revealing their conclusions and recommendations as they go along, rather than treating them first or last. </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1" name="Google Shape;181;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Informational reports are the easiest to organize because they provide nothing more than facts. When writing informational reports, reader reaction is not usually an issue. Most readers will presumably respond unemotionally to your material, so you can present it in the most direct fashion possible. What you do need to be concerned about is reader comprehension; therefore, information must be presented logically and accurately.</a:t>
            </a:r>
            <a:endParaRPr/>
          </a:p>
          <a:p>
            <a:pPr indent="0" lvl="0" marL="0" rtl="0" algn="l">
              <a:spcBef>
                <a:spcPts val="0"/>
              </a:spcBef>
              <a:spcAft>
                <a:spcPts val="0"/>
              </a:spcAft>
              <a:buSzPts val="1800"/>
              <a:buNone/>
            </a:pPr>
            <a:r>
              <a:rPr lang="en-US"/>
              <a:t>Informational reports use a </a:t>
            </a:r>
            <a:r>
              <a:rPr i="1" lang="en-US"/>
              <a:t>topical organization,</a:t>
            </a:r>
            <a:r>
              <a:rPr b="1" lang="en-US"/>
              <a:t> </a:t>
            </a:r>
            <a:r>
              <a:rPr lang="en-US"/>
              <a:t>arranging material according to one of these following topics:</a:t>
            </a:r>
            <a:endParaRPr/>
          </a:p>
          <a:p>
            <a:pPr indent="0" lvl="0" marL="0" rtl="0" algn="l">
              <a:spcBef>
                <a:spcPts val="0"/>
              </a:spcBef>
              <a:spcAft>
                <a:spcPts val="0"/>
              </a:spcAft>
              <a:buSzPts val="1800"/>
              <a:buNone/>
            </a:pPr>
            <a:r>
              <a:rPr b="1" lang="en-US"/>
              <a:t>Importance.  </a:t>
            </a:r>
            <a:r>
              <a:rPr lang="en-US"/>
              <a:t>If you're reviewing five product lines, you might organize your study according to the sales for each product line, beginning with the line that produces the most revenue and proceeding to the one that produces the least.</a:t>
            </a:r>
            <a:endParaRPr/>
          </a:p>
          <a:p>
            <a:pPr indent="0" lvl="0" marL="0" rtl="0" algn="l">
              <a:spcBef>
                <a:spcPts val="0"/>
              </a:spcBef>
              <a:spcAft>
                <a:spcPts val="0"/>
              </a:spcAft>
              <a:buSzPts val="1800"/>
              <a:buNone/>
            </a:pPr>
            <a:r>
              <a:rPr b="1" lang="en-US"/>
              <a:t>Sequence.  </a:t>
            </a:r>
            <a:r>
              <a:rPr lang="en-US"/>
              <a:t>If you're studying a process, discuss it step by step. </a:t>
            </a:r>
            <a:endParaRPr/>
          </a:p>
          <a:p>
            <a:pPr indent="0" lvl="0" marL="0" rtl="0" algn="l">
              <a:spcBef>
                <a:spcPts val="0"/>
              </a:spcBef>
              <a:spcAft>
                <a:spcPts val="0"/>
              </a:spcAft>
              <a:buSzPts val="1800"/>
              <a:buNone/>
            </a:pPr>
            <a:r>
              <a:rPr b="1" lang="en-US"/>
              <a:t>Chronology.  </a:t>
            </a:r>
            <a:r>
              <a:rPr lang="en-US"/>
              <a:t>When investigating a chain of events, organize the study according to what happened in January, what happened in February, and so on.</a:t>
            </a:r>
            <a:endParaRPr/>
          </a:p>
          <a:p>
            <a:pPr indent="0" lvl="0" marL="0" rtl="0" algn="l">
              <a:spcBef>
                <a:spcPts val="0"/>
              </a:spcBef>
              <a:spcAft>
                <a:spcPts val="0"/>
              </a:spcAft>
              <a:buSzPts val="1800"/>
              <a:buNone/>
            </a:pPr>
            <a:r>
              <a:rPr b="1" lang="en-US"/>
              <a:t>Spatial orientation. </a:t>
            </a:r>
            <a:r>
              <a:rPr lang="en-US"/>
              <a:t> If you're explaining how a physical object works, describe it left to right, top to bottom, outside to inside.</a:t>
            </a:r>
            <a:endParaRPr/>
          </a:p>
          <a:p>
            <a:pPr indent="0" lvl="0" marL="0" rtl="0" algn="l">
              <a:spcBef>
                <a:spcPts val="0"/>
              </a:spcBef>
              <a:spcAft>
                <a:spcPts val="0"/>
              </a:spcAft>
              <a:buSzPts val="1800"/>
              <a:buNone/>
            </a:pPr>
            <a:r>
              <a:rPr b="1" lang="en-US"/>
              <a:t>Geography.  </a:t>
            </a:r>
            <a:r>
              <a:rPr lang="en-US"/>
              <a:t>If location is important, organize your study according to geography, perhaps by region of the United States or by area of a city.</a:t>
            </a:r>
            <a:endParaRPr/>
          </a:p>
          <a:p>
            <a:pPr indent="0" lvl="0" marL="0" rtl="0" algn="l">
              <a:spcBef>
                <a:spcPts val="0"/>
              </a:spcBef>
              <a:spcAft>
                <a:spcPts val="0"/>
              </a:spcAft>
              <a:buSzPts val="1800"/>
              <a:buNone/>
            </a:pPr>
            <a:r>
              <a:rPr b="1" lang="en-US"/>
              <a:t>Category. </a:t>
            </a:r>
            <a:r>
              <a:rPr lang="en-US"/>
              <a:t> If you're asked to review several distinct aspects of a subject, look at one category at a time, such as sales, profit, cost, or investment.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7" name="Google Shape;19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When writing for people who are likely to be </a:t>
            </a:r>
            <a:r>
              <a:rPr i="1" lang="en-US"/>
              <a:t>receptive</a:t>
            </a:r>
            <a:r>
              <a:rPr lang="en-US"/>
              <a:t> to your conclusions, structure your report around conclusions using a direct approach. </a:t>
            </a:r>
            <a:endParaRPr/>
          </a:p>
          <a:p>
            <a:pPr indent="0" lvl="0" marL="0" rtl="0" algn="l">
              <a:spcBef>
                <a:spcPts val="0"/>
              </a:spcBef>
              <a:spcAft>
                <a:spcPts val="0"/>
              </a:spcAft>
              <a:buSzPts val="1800"/>
              <a:buNone/>
            </a:pPr>
            <a:r>
              <a:rPr lang="en-US"/>
              <a:t>When structuring a report around recommendations, use the direct approach as you would for a report that focuses on conclusions. Then, unfold your recommendations using a series of five steps:</a:t>
            </a:r>
            <a:endParaRPr/>
          </a:p>
          <a:p>
            <a:pPr indent="0" lvl="0" marL="0" rtl="0" algn="l">
              <a:spcBef>
                <a:spcPts val="0"/>
              </a:spcBef>
              <a:spcAft>
                <a:spcPts val="0"/>
              </a:spcAft>
              <a:buSzPts val="1800"/>
              <a:buNone/>
            </a:pPr>
            <a:r>
              <a:rPr lang="en-US"/>
              <a:t>1. 	Establish the need for action in the introduction, generally by briefly describing the problem or opportunity.</a:t>
            </a:r>
            <a:endParaRPr/>
          </a:p>
          <a:p>
            <a:pPr indent="0" lvl="0" marL="0" rtl="0" algn="l">
              <a:spcBef>
                <a:spcPts val="0"/>
              </a:spcBef>
              <a:spcAft>
                <a:spcPts val="0"/>
              </a:spcAft>
              <a:buSzPts val="1800"/>
              <a:buNone/>
            </a:pPr>
            <a:r>
              <a:rPr lang="en-US"/>
              <a:t>2. 	Introduce the benefit that can be achieved, without providing any details.</a:t>
            </a:r>
            <a:endParaRPr/>
          </a:p>
          <a:p>
            <a:pPr indent="0" lvl="0" marL="0" rtl="0" algn="l">
              <a:spcBef>
                <a:spcPts val="0"/>
              </a:spcBef>
              <a:spcAft>
                <a:spcPts val="0"/>
              </a:spcAft>
              <a:buSzPts val="1800"/>
              <a:buNone/>
            </a:pPr>
            <a:r>
              <a:rPr lang="en-US"/>
              <a:t>3. 	List the steps (recommendations) required to achieve the benefit, using action verbs for emphasis.</a:t>
            </a:r>
            <a:endParaRPr/>
          </a:p>
          <a:p>
            <a:pPr indent="0" lvl="0" marL="0" rtl="0" algn="l">
              <a:spcBef>
                <a:spcPts val="0"/>
              </a:spcBef>
              <a:spcAft>
                <a:spcPts val="0"/>
              </a:spcAft>
              <a:buSzPts val="1800"/>
              <a:buNone/>
            </a:pPr>
            <a:r>
              <a:rPr lang="en-US"/>
              <a:t>4. 	Explain each step, giving details on procedures, costs, and benefits.</a:t>
            </a:r>
            <a:endParaRPr/>
          </a:p>
          <a:p>
            <a:pPr indent="0" lvl="0" marL="0" rtl="0" algn="l">
              <a:spcBef>
                <a:spcPts val="0"/>
              </a:spcBef>
              <a:spcAft>
                <a:spcPts val="0"/>
              </a:spcAft>
              <a:buSzPts val="1800"/>
              <a:buNone/>
            </a:pPr>
            <a:r>
              <a:rPr lang="en-US"/>
              <a:t>5. 	Summarize the recommendations.</a:t>
            </a:r>
            <a:endParaRPr/>
          </a:p>
          <a:p>
            <a:pPr indent="0" lvl="0" marL="0" rtl="0" algn="l">
              <a:spcBef>
                <a:spcPts val="0"/>
              </a:spcBef>
              <a:spcAft>
                <a:spcPts val="0"/>
              </a:spcAft>
              <a:buSzPts val="1800"/>
              <a:buNone/>
            </a:pPr>
            <a:r>
              <a:rPr lang="en-US"/>
              <a:t>If you expect your audience to be </a:t>
            </a:r>
            <a:r>
              <a:rPr i="1" lang="en-US"/>
              <a:t>unreceptive</a:t>
            </a:r>
            <a:r>
              <a:rPr lang="en-US"/>
              <a:t>, use the indirect approach and arrange your ideas around the reasoning behind your report’s conclusions and recommendations. Organize your material to reflect the thinking process that will lead readers to your conclusions.</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7" name="Google Shape;227;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 name="Google Shape;228;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Just as with reports, your choice of structural approach for proposals depends on whether you expect your audience to be receptive. In general, your audience may be more receptive with solicited proposals since the problem and the solution have already been identified. The writer submits a proposal for the work specified in the RFP that is issued by the prospective client, and structures the proposal using a direct approach, focusing on the recommendation.</a:t>
            </a:r>
            <a:endParaRPr/>
          </a:p>
          <a:p>
            <a:pPr indent="0" lvl="0" marL="0" rtl="0" algn="l">
              <a:spcBef>
                <a:spcPts val="0"/>
              </a:spcBef>
              <a:spcAft>
                <a:spcPts val="0"/>
              </a:spcAft>
              <a:buSzPts val="1800"/>
              <a:buNone/>
            </a:pPr>
            <a:r>
              <a:rPr lang="en-US"/>
              <a:t>The indirect approach may be a better choice for unsolicited proposals. You must first convince the audience that a problem exists and establish your credibility if you are unknown to the reader. Unfold your solution to the problem by focusing on your logical argument. As you unfold your solution, (1) try to persuade readers to accept your idea and award you a contract, and (2) spell out the terms of your proposal in the report’s content. </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40" name="Google Shape;2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Once you've selected which points to illustrate visually, your next step is to select the type of visual that will present your data most clearly and effectively to your audience.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50" name="Google Shape;25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1" name="Google Shape;251;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When you have to present detailed, specific information, choose a </a:t>
            </a:r>
            <a:r>
              <a:rPr b="1" lang="en-US">
                <a:solidFill>
                  <a:srgbClr val="000000"/>
                </a:solidFill>
              </a:rPr>
              <a:t>table,</a:t>
            </a:r>
            <a:r>
              <a:rPr lang="en-US">
                <a:solidFill>
                  <a:srgbClr val="000000"/>
                </a:solidFill>
              </a:rPr>
              <a:t> a systematic arrangement of data in columns and rows. Tables are ideal when the audience needs the information that would be either difficult or tedious to handle in the main text.</a:t>
            </a:r>
            <a:endParaRPr/>
          </a:p>
          <a:p>
            <a:pPr indent="0" lvl="0" marL="0" rtl="0" algn="l">
              <a:spcBef>
                <a:spcPts val="0"/>
              </a:spcBef>
              <a:spcAft>
                <a:spcPts val="0"/>
              </a:spcAft>
              <a:buClr>
                <a:srgbClr val="000000"/>
              </a:buClr>
              <a:buSzPts val="1800"/>
              <a:buNone/>
            </a:pPr>
            <a:r>
              <a:rPr lang="en-US">
                <a:solidFill>
                  <a:srgbClr val="000000"/>
                </a:solidFill>
              </a:rPr>
              <a:t>Most tables contain the standard parts illustrated above. </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80" name="Google Shape;28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Many tables are strictly numerical. When preparing such tables, observe the following guidelines:</a:t>
            </a:r>
            <a:endParaRPr/>
          </a:p>
          <a:p>
            <a:pPr indent="0" lvl="0" marL="0" rtl="0" algn="l">
              <a:spcBef>
                <a:spcPts val="0"/>
              </a:spcBef>
              <a:spcAft>
                <a:spcPts val="0"/>
              </a:spcAft>
              <a:buNone/>
            </a:pPr>
            <a:r>
              <a:rPr lang="en-US">
                <a:solidFill>
                  <a:srgbClr val="000000"/>
                </a:solidFill>
              </a:rPr>
              <a:t> 	Use common, understandable units, and clearly identify the units you're using: dollars, percentages, price per ton, or whatever. </a:t>
            </a:r>
            <a:endParaRPr/>
          </a:p>
          <a:p>
            <a:pPr indent="0" lvl="0" marL="0" rtl="0" algn="l">
              <a:spcBef>
                <a:spcPts val="0"/>
              </a:spcBef>
              <a:spcAft>
                <a:spcPts val="0"/>
              </a:spcAft>
              <a:buNone/>
            </a:pPr>
            <a:r>
              <a:rPr lang="en-US">
                <a:solidFill>
                  <a:srgbClr val="000000"/>
                </a:solidFill>
              </a:rPr>
              <a:t> 	Express all items in a column in the same unit, and round off for simplicity.</a:t>
            </a:r>
            <a:endParaRPr/>
          </a:p>
          <a:p>
            <a:pPr indent="0" lvl="0" marL="0" rtl="0" algn="l">
              <a:spcBef>
                <a:spcPts val="0"/>
              </a:spcBef>
              <a:spcAft>
                <a:spcPts val="0"/>
              </a:spcAft>
              <a:buNone/>
            </a:pPr>
            <a:r>
              <a:rPr lang="en-US">
                <a:solidFill>
                  <a:srgbClr val="000000"/>
                </a:solidFill>
              </a:rPr>
              <a:t> 	Label column headings clearly, and use a subhead if necessary.</a:t>
            </a:r>
            <a:endParaRPr/>
          </a:p>
          <a:p>
            <a:pPr indent="0" lvl="0" marL="0" rtl="0" algn="l">
              <a:spcBef>
                <a:spcPts val="0"/>
              </a:spcBef>
              <a:spcAft>
                <a:spcPts val="0"/>
              </a:spcAft>
              <a:buNone/>
            </a:pPr>
            <a:r>
              <a:rPr lang="en-US">
                <a:solidFill>
                  <a:srgbClr val="000000"/>
                </a:solidFill>
              </a:rPr>
              <a:t> 	Separate columns or rows with lines or extra space to make the table easy to follow.</a:t>
            </a:r>
            <a:endParaRPr/>
          </a:p>
          <a:p>
            <a:pPr indent="0" lvl="0" marL="0" rtl="0" algn="l">
              <a:spcBef>
                <a:spcPts val="0"/>
              </a:spcBef>
              <a:spcAft>
                <a:spcPts val="0"/>
              </a:spcAft>
              <a:buNone/>
            </a:pPr>
            <a:r>
              <a:rPr lang="en-US">
                <a:solidFill>
                  <a:srgbClr val="000000"/>
                </a:solidFill>
              </a:rPr>
              <a:t> 	Document the source of the data using the same format as a text footnote.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91" name="Google Shape;2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a:t>
            </a:r>
            <a:r>
              <a:rPr b="1" lang="en-US"/>
              <a:t>line chart</a:t>
            </a:r>
            <a:r>
              <a:rPr lang="en-US"/>
              <a:t> illustrates trends over time or plots the relationship of two variables. In line charts showing trends, the vertical, or </a:t>
            </a:r>
            <a:r>
              <a:rPr i="1" lang="en-US"/>
              <a:t>y,</a:t>
            </a:r>
            <a:r>
              <a:rPr lang="en-US"/>
              <a:t> axis shows the amount, and the horizontal, or </a:t>
            </a:r>
            <a:r>
              <a:rPr i="1" lang="en-US"/>
              <a:t>x,</a:t>
            </a:r>
            <a:r>
              <a:rPr lang="en-US"/>
              <a:t> axis shows the time or the quantity being measured. </a:t>
            </a:r>
            <a:endParaRPr/>
          </a:p>
          <a:p>
            <a:pPr indent="0" lvl="0" marL="0" rtl="0" algn="l">
              <a:spcBef>
                <a:spcPts val="0"/>
              </a:spcBef>
              <a:spcAft>
                <a:spcPts val="0"/>
              </a:spcAft>
              <a:buSzPts val="1800"/>
              <a:buNone/>
            </a:pPr>
            <a:r>
              <a:rPr lang="en-US"/>
              <a:t>The line chart above illustrates the dramatic fluctuation in operating income at a fictional company, Santa Monica Studios.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02" name="Google Shape;30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a:t>
            </a:r>
            <a:r>
              <a:rPr b="1" lang="en-US"/>
              <a:t>surface chart,</a:t>
            </a:r>
            <a:r>
              <a:rPr lang="en-US"/>
              <a:t> also called an </a:t>
            </a:r>
            <a:r>
              <a:rPr b="1" lang="en-US"/>
              <a:t>area chart,</a:t>
            </a:r>
            <a:r>
              <a:rPr lang="en-US"/>
              <a:t> is a form of line chart with a cumulative effect; all the lines add up to the top line, which represents the total. This form of chart helps you illustrate changes in the composition of something over time. When preparing a surface chart, put the most important segment against the baseline, and restrict the number of strata to four or five.</a:t>
            </a:r>
            <a:endParaRPr/>
          </a:p>
          <a:p>
            <a:pPr indent="0" lvl="0" marL="0" rtl="0" algn="l">
              <a:spcBef>
                <a:spcPts val="0"/>
              </a:spcBef>
              <a:spcAft>
                <a:spcPts val="0"/>
              </a:spcAft>
              <a:buSzPts val="1800"/>
              <a:buNone/>
            </a:pPr>
            <a:r>
              <a:rPr lang="en-US"/>
              <a:t>The surface chart above illustrates average monthly sales at a fictional company, Computer Land.</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13" name="Google Shape;313;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a:t>
            </a:r>
            <a:r>
              <a:rPr b="1" lang="en-US"/>
              <a:t>bar chart</a:t>
            </a:r>
            <a:r>
              <a:rPr lang="en-US"/>
              <a:t> portrays numbers by the height or length of its rectangular bars, making a series of numbers easy to read or understand. Bar charts are particularly valuable when you want to</a:t>
            </a:r>
            <a:endParaRPr/>
          </a:p>
          <a:p>
            <a:pPr indent="0" lvl="0" marL="0" rtl="0" algn="l">
              <a:spcBef>
                <a:spcPts val="0"/>
              </a:spcBef>
              <a:spcAft>
                <a:spcPts val="0"/>
              </a:spcAft>
              <a:buNone/>
            </a:pPr>
            <a:r>
              <a:rPr lang="en-US"/>
              <a:t>Compare the size of several items at one time</a:t>
            </a:r>
            <a:endParaRPr/>
          </a:p>
          <a:p>
            <a:pPr indent="0" lvl="0" marL="0" rtl="0" algn="l">
              <a:spcBef>
                <a:spcPts val="0"/>
              </a:spcBef>
              <a:spcAft>
                <a:spcPts val="0"/>
              </a:spcAft>
              <a:buNone/>
            </a:pPr>
            <a:r>
              <a:rPr lang="en-US"/>
              <a:t>Show changes in one item over time</a:t>
            </a:r>
            <a:endParaRPr/>
          </a:p>
          <a:p>
            <a:pPr indent="0" lvl="0" marL="0" rtl="0" algn="l">
              <a:spcBef>
                <a:spcPts val="0"/>
              </a:spcBef>
              <a:spcAft>
                <a:spcPts val="0"/>
              </a:spcAft>
              <a:buNone/>
            </a:pPr>
            <a:r>
              <a:rPr lang="en-US"/>
              <a:t>Indicate the composition of several items over time</a:t>
            </a:r>
            <a:endParaRPr/>
          </a:p>
          <a:p>
            <a:pPr indent="0" lvl="0" marL="0" rtl="0" algn="l">
              <a:spcBef>
                <a:spcPts val="0"/>
              </a:spcBef>
              <a:spcAft>
                <a:spcPts val="0"/>
              </a:spcAft>
              <a:buNone/>
            </a:pPr>
            <a:r>
              <a:rPr lang="en-US"/>
              <a:t>Show the relative size of components of a whole</a:t>
            </a:r>
            <a:endParaRPr/>
          </a:p>
          <a:p>
            <a:pPr indent="0" lvl="0" marL="0" rtl="0" algn="l">
              <a:spcBef>
                <a:spcPts val="0"/>
              </a:spcBef>
              <a:spcAft>
                <a:spcPts val="0"/>
              </a:spcAft>
              <a:buSzPts val="1800"/>
              <a:buNone/>
            </a:pPr>
            <a:r>
              <a:rPr lang="en-US"/>
              <a:t>You can be creative with bar charts in many ways. You can align the bars either vertically or horizontally. But be careful to keep all the bars in the chart the same width; otherwise, you seem to mislead viewers by implying a relative importance for various bars. Also space the bars evenly and place them in a logical order such as chronological or alphabetical. </a:t>
            </a:r>
            <a:endParaRPr/>
          </a:p>
          <a:p>
            <a:pPr indent="0" lvl="0" marL="0" rtl="0" algn="l">
              <a:spcBef>
                <a:spcPts val="0"/>
              </a:spcBef>
              <a:spcAft>
                <a:spcPts val="0"/>
              </a:spcAft>
              <a:buSzPts val="1800"/>
              <a:buNone/>
            </a:pPr>
            <a:r>
              <a:rPr lang="en-US"/>
              <a:t>The bar chart above illustrates the dramatic increase in sales volume on the Internet, over time. </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24" name="Google Shape;324;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800"/>
              <a:buNone/>
            </a:pPr>
            <a:r>
              <a:rPr lang="en-US">
                <a:solidFill>
                  <a:srgbClr val="000000"/>
                </a:solidFill>
              </a:rPr>
              <a:t>Like segmented bar charts and area charts, a </a:t>
            </a:r>
            <a:r>
              <a:rPr b="1" lang="en-US">
                <a:solidFill>
                  <a:srgbClr val="000000"/>
                </a:solidFill>
              </a:rPr>
              <a:t>pie chart</a:t>
            </a:r>
            <a:r>
              <a:rPr lang="en-US">
                <a:solidFill>
                  <a:srgbClr val="000000"/>
                </a:solidFill>
              </a:rPr>
              <a:t> shows how parts of a whole are distributed. Each segment represents a slice of a complete circle, or </a:t>
            </a:r>
            <a:r>
              <a:rPr i="1" lang="en-US">
                <a:solidFill>
                  <a:srgbClr val="000000"/>
                </a:solidFill>
              </a:rPr>
              <a:t>pie.</a:t>
            </a:r>
            <a:r>
              <a:rPr lang="en-US">
                <a:solidFill>
                  <a:srgbClr val="000000"/>
                </a:solidFill>
              </a:rPr>
              <a:t> Pie charts are an effective way to show percentages or to compare one segment with another. </a:t>
            </a:r>
            <a:endParaRPr/>
          </a:p>
          <a:p>
            <a:pPr indent="0" lvl="0" marL="0" rtl="0" algn="l">
              <a:spcBef>
                <a:spcPts val="0"/>
              </a:spcBef>
              <a:spcAft>
                <a:spcPts val="0"/>
              </a:spcAft>
              <a:buClr>
                <a:srgbClr val="000000"/>
              </a:buClr>
              <a:buSzPts val="1800"/>
              <a:buNone/>
            </a:pPr>
            <a:r>
              <a:rPr lang="en-US">
                <a:solidFill>
                  <a:srgbClr val="000000"/>
                </a:solidFill>
              </a:rPr>
              <a:t>When composing pie charts, restrict the number of slices. Otherwise, the chart looks cluttered and is difficult to label. If necessary, lump the smallest pieces together in a "miscellaneous" category. Ideally, the largest or most important slice of the pie, the segment you want to emphasize, is placed at the twelve o'clock position; the rest are arranged clockwise either in order of size or in some other logical progression. </a:t>
            </a:r>
            <a:endParaRPr/>
          </a:p>
          <a:p>
            <a:pPr indent="0" lvl="0" marL="0" rtl="0" algn="l">
              <a:spcBef>
                <a:spcPts val="0"/>
              </a:spcBef>
              <a:spcAft>
                <a:spcPts val="0"/>
              </a:spcAft>
              <a:buClr>
                <a:srgbClr val="000000"/>
              </a:buClr>
              <a:buSzPts val="1800"/>
              <a:buNone/>
            </a:pPr>
            <a:r>
              <a:rPr lang="en-US">
                <a:solidFill>
                  <a:srgbClr val="000000"/>
                </a:solidFill>
              </a:rPr>
              <a:t>Use different colors or patterns to distinguish the various pieces. If you want to draw attention to the segment that is of the greatest interest to your readers, use a brighter color for that segment, draw an arrow to the segment, or explode it; that is, pull the segment away from the rest of the pie. In any case, label all the segments and indicate their value in either percentages or units of measure so that your readers will be able to judge the value of the wedges. Remember, the segments must add up to 100 percent if percentages are used or to the total number if numbers are used.</a:t>
            </a:r>
            <a:endParaRPr/>
          </a:p>
          <a:p>
            <a:pPr indent="0" lvl="0" marL="0" rtl="0" algn="l">
              <a:spcBef>
                <a:spcPts val="0"/>
              </a:spcBef>
              <a:spcAft>
                <a:spcPts val="0"/>
              </a:spcAft>
              <a:buClr>
                <a:srgbClr val="000000"/>
              </a:buClr>
              <a:buSzPts val="1800"/>
              <a:buNone/>
            </a:pPr>
            <a:r>
              <a:rPr lang="en-US">
                <a:solidFill>
                  <a:srgbClr val="000000"/>
                </a:solidFill>
              </a:rPr>
              <a:t>The pie chart above illustrates the typical usage of channels in typical business communication.</a:t>
            </a:r>
            <a:endParaRPr/>
          </a:p>
          <a:p>
            <a:pPr indent="0" lvl="0" marL="0" rtl="0" algn="l">
              <a:spcBef>
                <a:spcPts val="0"/>
              </a:spcBef>
              <a:spcAft>
                <a:spcPts val="0"/>
              </a:spcAft>
              <a:buNone/>
            </a:pPr>
            <a:r>
              <a:t/>
            </a:r>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35" name="Google Shape;33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 need to show physical or conceptual relationships rather than numerical ones, you might want to use a </a:t>
            </a:r>
            <a:r>
              <a:rPr b="1" lang="en-US"/>
              <a:t>flowchart,</a:t>
            </a:r>
            <a:r>
              <a:rPr lang="en-US"/>
              <a:t> illustrating a sequence of events from start to finish. Flow charts are indispensable when illustrating processes, procedures, and sequential relationships. </a:t>
            </a:r>
            <a:endParaRPr/>
          </a:p>
          <a:p>
            <a:pPr indent="0" lvl="0" marL="0" rtl="0" algn="l">
              <a:spcBef>
                <a:spcPts val="0"/>
              </a:spcBef>
              <a:spcAft>
                <a:spcPts val="0"/>
              </a:spcAft>
              <a:buClr>
                <a:srgbClr val="000000"/>
              </a:buClr>
              <a:buSzPts val="1800"/>
              <a:buNone/>
            </a:pPr>
            <a:r>
              <a:rPr lang="en-US">
                <a:solidFill>
                  <a:srgbClr val="000000"/>
                </a:solidFill>
              </a:rPr>
              <a:t>The flow chart above diagrams the report-writing process. It shows that the  various elements in the process you want to portray may be represented by pictorial symbols or geometric shapes.</a:t>
            </a:r>
            <a:endParaRPr/>
          </a:p>
          <a:p>
            <a:pPr indent="0" lvl="0" marL="0" rtl="0" algn="l">
              <a:spcBef>
                <a:spcPts val="0"/>
              </a:spcBef>
              <a:spcAft>
                <a:spcPts val="0"/>
              </a:spcAft>
              <a:buNone/>
            </a:pPr>
            <a:r>
              <a:t/>
            </a:r>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375" name="Google Shape;37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As the name implies, an </a:t>
            </a:r>
            <a:r>
              <a:rPr b="1" lang="en-US"/>
              <a:t>organization chart</a:t>
            </a:r>
            <a:r>
              <a:rPr lang="en-US"/>
              <a:t> illustrates the positions, units, or functions of an organization and the way they interrelate. </a:t>
            </a:r>
            <a:r>
              <a:rPr lang="en-US">
                <a:solidFill>
                  <a:srgbClr val="000000"/>
                </a:solidFill>
              </a:rPr>
              <a:t>An organization's normal communication channels are almost impossible to describe without the benefit of an organization chart like the one above.</a:t>
            </a:r>
            <a:endParaRPr/>
          </a:p>
          <a:p>
            <a:pPr indent="0" lvl="0" marL="0" rtl="0" algn="l">
              <a:spcBef>
                <a:spcPts val="0"/>
              </a:spcBef>
              <a:spcAft>
                <a:spcPts val="0"/>
              </a:spcAft>
              <a:buNone/>
            </a:pPr>
            <a:r>
              <a:t/>
            </a:r>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27" name="Google Shape;427;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Professional-looking graphics used to be extremely expensive and time-consuming to produce, but personal computer technology has changed all that. Instead of relying on graphic designers, businesspeople are turning out their own professional-looking visual aids with </a:t>
            </a:r>
            <a:r>
              <a:rPr b="1" lang="en-US"/>
              <a:t>computer graphics:</a:t>
            </a:r>
            <a:r>
              <a:rPr lang="en-US"/>
              <a:t> visuals created and produced using a computer program. </a:t>
            </a:r>
            <a:endParaRPr/>
          </a:p>
          <a:p>
            <a:pPr indent="0" lvl="0" marL="0" rtl="0" algn="l">
              <a:spcBef>
                <a:spcPts val="0"/>
              </a:spcBef>
              <a:spcAft>
                <a:spcPts val="0"/>
              </a:spcAft>
              <a:buSzPts val="1800"/>
              <a:buNone/>
            </a:pPr>
            <a:r>
              <a:rPr lang="en-US"/>
              <a:t>Using computer graphics gives you several advantages, including speed, accuracy, ease of use. You also gain the ability to save the results and use the visuals over and over again in various reports. But before using any computer-graphics tools, think about the kind of image you want to project. The style of your visuals communicates a subtle message about your relationship with your audience. The image you want to project should determine the visual you use, whether it’s a simple, hand-drawn diagram for a working meeting or full-color visuals for a formal presentation or report.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457" name="Google Shape;45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8" name="Google Shape;458;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As you compose your report or proposal, use the writing process discussed in Chapter 5: Control your style and tone, select the best words, and create effective sentences and paragraphs. When writing reports, additional tasks include developing the text, drafting the content for your reports and proposals, using a proper degree of formality, sticking with a consistent time perspective, and providing clues to help readers navigate your document.</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588" name="Google Shape;58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9" name="Google Shape;589;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content and quality of your reports will likely influence your professional success, because they show how well you think, gather and analyze data, draw conclusions, and develop and support your recommendations. Your credibility and future success is on the line with every business report you write. You’ll create more successful reports if your content is as follows:</a:t>
            </a:r>
            <a:endParaRPr/>
          </a:p>
          <a:p>
            <a:pPr indent="0" lvl="0" marL="0" rtl="0" algn="l">
              <a:spcBef>
                <a:spcPts val="0"/>
              </a:spcBef>
              <a:spcAft>
                <a:spcPts val="0"/>
              </a:spcAft>
              <a:buSzPts val="1800"/>
              <a:buNone/>
            </a:pPr>
            <a:r>
              <a:rPr b="1" lang="en-US"/>
              <a:t>Accurate.</a:t>
            </a:r>
            <a:r>
              <a:rPr lang="en-US"/>
              <a:t> Information presented in a report must be factually correct and error free. When writing reports, be sure to double-check your facts and references in addition to checking for typos.</a:t>
            </a:r>
            <a:endParaRPr/>
          </a:p>
          <a:p>
            <a:pPr indent="0" lvl="0" marL="0" rtl="0" algn="l">
              <a:spcBef>
                <a:spcPts val="0"/>
              </a:spcBef>
              <a:spcAft>
                <a:spcPts val="0"/>
              </a:spcAft>
              <a:buSzPts val="1800"/>
              <a:buNone/>
            </a:pPr>
            <a:r>
              <a:rPr b="1" lang="en-US"/>
              <a:t>Complete.  </a:t>
            </a:r>
            <a:r>
              <a:rPr lang="en-US"/>
              <a:t>To help colleagues or supervisors make a decision, include all the information necessary for readers to understand the situation, problem, or proposal. Support all key assertions using illustrations, explanations, and facts.  Tell your readers what they need to know, in a way that meets their needs. </a:t>
            </a:r>
            <a:endParaRPr/>
          </a:p>
          <a:p>
            <a:pPr indent="0" lvl="0" marL="0" rtl="0" algn="l">
              <a:spcBef>
                <a:spcPts val="0"/>
              </a:spcBef>
              <a:spcAft>
                <a:spcPts val="0"/>
              </a:spcAft>
              <a:buSzPts val="1800"/>
              <a:buNone/>
            </a:pPr>
            <a:r>
              <a:rPr b="1" lang="en-US"/>
              <a:t>Balanced. </a:t>
            </a:r>
            <a:r>
              <a:rPr lang="en-US"/>
              <a:t>Present all sides of the issue fairly and equitably, and include all the information necessary. Omitting relevant information or facts can make your report biased.</a:t>
            </a:r>
            <a:endParaRPr/>
          </a:p>
          <a:p>
            <a:pPr indent="0" lvl="0" marL="0" rtl="0" algn="l">
              <a:spcBef>
                <a:spcPts val="0"/>
              </a:spcBef>
              <a:spcAft>
                <a:spcPts val="0"/>
              </a:spcAft>
              <a:buSzPts val="1800"/>
              <a:buNone/>
            </a:pPr>
            <a:r>
              <a:rPr b="1" lang="en-US"/>
              <a:t>Structured clearly and logically.</a:t>
            </a:r>
            <a:r>
              <a:rPr lang="en-US"/>
              <a:t> Clear sentence structure and good transitions are essential. Identify the ideas that belong together, and organize them in a way that's easy to understand.</a:t>
            </a:r>
            <a:endParaRPr/>
          </a:p>
          <a:p>
            <a:pPr indent="0" lvl="0" marL="0" rtl="0" algn="l">
              <a:spcBef>
                <a:spcPts val="0"/>
              </a:spcBef>
              <a:spcAft>
                <a:spcPts val="0"/>
              </a:spcAft>
              <a:buSzPts val="1800"/>
              <a:buNone/>
            </a:pPr>
            <a:r>
              <a:rPr b="1" lang="en-US"/>
              <a:t>Documented properly.</a:t>
            </a:r>
            <a:r>
              <a:rPr lang="en-US"/>
              <a:t> If you use primary and secondary sources for your report or proposal, properly document and give credit to your sources.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43" name="Google Shape;74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4" name="Google Shape;744;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general purpose of any proposal is to persuade the readers to do something. Your proposal must sell your audience on your ideas, product, service, methods, and company. Just as with any persuasive message, you use the AIDA plan to gain attention, build interest, create desire, and motive action. Here are some additional strategies to strengthen your argument:</a:t>
            </a:r>
            <a:endParaRPr/>
          </a:p>
          <a:p>
            <a:pPr indent="0" lvl="0" marL="0" rtl="0" algn="l">
              <a:spcBef>
                <a:spcPts val="0"/>
              </a:spcBef>
              <a:spcAft>
                <a:spcPts val="0"/>
              </a:spcAft>
              <a:buSzPts val="1800"/>
              <a:buNone/>
            </a:pPr>
            <a:r>
              <a:rPr b="1" lang="en-US"/>
              <a:t>Demonstrate your knowledge.</a:t>
            </a:r>
            <a:r>
              <a:rPr lang="en-US"/>
              <a:t> Everything you write should show your reader that you have the knowledge and experience to solve the problem.</a:t>
            </a:r>
            <a:endParaRPr/>
          </a:p>
          <a:p>
            <a:pPr indent="0" lvl="0" marL="0" rtl="0" algn="l">
              <a:spcBef>
                <a:spcPts val="0"/>
              </a:spcBef>
              <a:spcAft>
                <a:spcPts val="0"/>
              </a:spcAft>
              <a:buSzPts val="1800"/>
              <a:buNone/>
            </a:pPr>
            <a:r>
              <a:rPr b="1" lang="en-US"/>
              <a:t>Provide concrete examples.</a:t>
            </a:r>
            <a:r>
              <a:rPr i="1" lang="en-US"/>
              <a:t> </a:t>
            </a:r>
            <a:r>
              <a:rPr lang="en-US"/>
              <a:t>Avoid vague, unsupported generalizations. Instead, provide quantifiable details. Spell out your plan and give details on how the job will be done. Such concrete examples persuade readers; unsupported generalizations don’t. </a:t>
            </a:r>
            <a:endParaRPr/>
          </a:p>
          <a:p>
            <a:pPr indent="0" lvl="0" marL="0" rtl="0" algn="l">
              <a:spcBef>
                <a:spcPts val="0"/>
              </a:spcBef>
              <a:spcAft>
                <a:spcPts val="0"/>
              </a:spcAft>
              <a:buSzPts val="1800"/>
              <a:buNone/>
            </a:pPr>
            <a:r>
              <a:rPr b="1" lang="en-US"/>
              <a:t>Research the competition.</a:t>
            </a:r>
            <a:r>
              <a:rPr lang="en-US"/>
              <a:t> This strategy is especially important if you are competing against others for a job.</a:t>
            </a:r>
            <a:endParaRPr/>
          </a:p>
          <a:p>
            <a:pPr indent="0" lvl="0" marL="0" rtl="0" algn="l">
              <a:spcBef>
                <a:spcPts val="0"/>
              </a:spcBef>
              <a:spcAft>
                <a:spcPts val="0"/>
              </a:spcAft>
              <a:buSzPts val="1800"/>
              <a:buNone/>
            </a:pPr>
            <a:r>
              <a:rPr b="1" lang="en-US"/>
              <a:t>Prove that your proposal is workable.</a:t>
            </a:r>
            <a:r>
              <a:rPr lang="en-US"/>
              <a:t> Your proposal must be appropriate and feasible for the audience. </a:t>
            </a:r>
            <a:endParaRPr/>
          </a:p>
          <a:p>
            <a:pPr indent="0" lvl="0" marL="0" rtl="0" algn="l">
              <a:spcBef>
                <a:spcPts val="0"/>
              </a:spcBef>
              <a:spcAft>
                <a:spcPts val="0"/>
              </a:spcAft>
              <a:buSzPts val="1800"/>
              <a:buNone/>
            </a:pPr>
            <a:r>
              <a:rPr b="1" lang="en-US"/>
              <a:t>Adopt a “you” attitude.</a:t>
            </a:r>
            <a:r>
              <a:rPr lang="en-US"/>
              <a:t> Relate your product, service, or personnel to the reader’s exact needs.</a:t>
            </a:r>
            <a:endParaRPr/>
          </a:p>
          <a:p>
            <a:pPr indent="0" lvl="0" marL="0" rtl="0" algn="l">
              <a:spcBef>
                <a:spcPts val="0"/>
              </a:spcBef>
              <a:spcAft>
                <a:spcPts val="0"/>
              </a:spcAft>
              <a:buSzPts val="1800"/>
              <a:buNone/>
            </a:pPr>
            <a:r>
              <a:rPr b="1" lang="en-US"/>
              <a:t>Package your proposal attractively.</a:t>
            </a:r>
            <a:r>
              <a:rPr lang="en-US"/>
              <a:t> Make sure your proposal is letter perfect, inviting, and readable. </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54" name="Google Shape;75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the </a:t>
            </a:r>
            <a:r>
              <a:rPr i="1" lang="en-US"/>
              <a:t>introduction,</a:t>
            </a:r>
            <a:r>
              <a:rPr b="1" lang="en-US"/>
              <a:t> </a:t>
            </a:r>
            <a:r>
              <a:rPr lang="en-US"/>
              <a:t>prepare your readers for the information that follows. Invite them to continue reading by telling them what the report is about, why the audience should be concerned, and how the report is organized. </a:t>
            </a:r>
            <a:endParaRPr/>
          </a:p>
          <a:p>
            <a:pPr indent="0" lvl="0" marL="0" rtl="0" algn="l">
              <a:spcBef>
                <a:spcPts val="0"/>
              </a:spcBef>
              <a:spcAft>
                <a:spcPts val="0"/>
              </a:spcAft>
              <a:buSzPts val="1800"/>
              <a:buNone/>
            </a:pPr>
            <a:r>
              <a:rPr lang="en-US"/>
              <a:t>In proposals, use the introduction to present the problem you want to solve and to summarize your solution. Orient readers to the remainder of the text. In a solicited proposal, refer to the RFP in your introduction; in an unsolicited one, mention any factors that led you to submit your proposal. </a:t>
            </a:r>
            <a:endParaRPr/>
          </a:p>
          <a:p>
            <a:pPr indent="0" lvl="0" marL="0" rtl="0" algn="l">
              <a:spcBef>
                <a:spcPts val="0"/>
              </a:spcBef>
              <a:spcAft>
                <a:spcPts val="0"/>
              </a:spcAft>
              <a:buSzPts val="1800"/>
              <a:buNone/>
            </a:pPr>
            <a:r>
              <a:rPr lang="en-US"/>
              <a:t>In a report or proposal, your introduction should accomplish four tasks:</a:t>
            </a:r>
            <a:endParaRPr/>
          </a:p>
          <a:p>
            <a:pPr indent="0" lvl="0" marL="0" rtl="0" algn="l">
              <a:spcBef>
                <a:spcPts val="0"/>
              </a:spcBef>
              <a:spcAft>
                <a:spcPts val="0"/>
              </a:spcAft>
              <a:buNone/>
            </a:pPr>
            <a:r>
              <a:rPr lang="en-US"/>
              <a:t>Tie the report or proposal to a problem or an assignment.</a:t>
            </a:r>
            <a:endParaRPr/>
          </a:p>
          <a:p>
            <a:pPr indent="0" lvl="0" marL="0" rtl="0" algn="l">
              <a:spcBef>
                <a:spcPts val="0"/>
              </a:spcBef>
              <a:spcAft>
                <a:spcPts val="0"/>
              </a:spcAft>
              <a:buNone/>
            </a:pPr>
            <a:r>
              <a:rPr lang="en-US"/>
              <a:t>Introduce the report’s subject (purpose) and why it is important.</a:t>
            </a:r>
            <a:endParaRPr/>
          </a:p>
          <a:p>
            <a:pPr indent="0" lvl="0" marL="0" rtl="0" algn="l">
              <a:spcBef>
                <a:spcPts val="0"/>
              </a:spcBef>
              <a:spcAft>
                <a:spcPts val="0"/>
              </a:spcAft>
              <a:buNone/>
            </a:pPr>
            <a:r>
              <a:rPr lang="en-US"/>
              <a:t>Preview the main ideas and the order in which they’ll be covered.</a:t>
            </a:r>
            <a:endParaRPr/>
          </a:p>
          <a:p>
            <a:pPr indent="0" lvl="0" marL="0" rtl="0" algn="l">
              <a:spcBef>
                <a:spcPts val="0"/>
              </a:spcBef>
              <a:spcAft>
                <a:spcPts val="0"/>
              </a:spcAft>
              <a:buNone/>
            </a:pPr>
            <a:r>
              <a:rPr lang="en-US"/>
              <a:t>Establish the tone of the document and your relationship with the audience.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2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768" name="Google Shape;76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9" name="Google Shape;769;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 the </a:t>
            </a:r>
            <a:r>
              <a:rPr i="1" lang="en-US"/>
              <a:t>body</a:t>
            </a:r>
            <a:r>
              <a:rPr lang="en-US"/>
              <a:t> of your reports and proposals, include the major divisions or chapters that present, analyze, and interpret the information you gathered during your investigation. Give complete details of your proposed solution and specify what results you anticipate. The body contains the "proof," the detailed information necessary to support your conclusions and recommendations. </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50" name="Google Shape;8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1" name="Google Shape;851;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a:t>
            </a:r>
            <a:r>
              <a:rPr i="1" lang="en-US"/>
              <a:t>close</a:t>
            </a:r>
            <a:r>
              <a:rPr lang="en-US"/>
              <a:t> is the final section of the text in your report or proposal. Leave a strong and lasting impression. This is your last chance to make sure that your report says what you intended. In proposals, the close is your last opportunity to persuade readers to accept your suggestions. In both formal and informal proposals, be brief, assertive, and confident. Your close should accomplish four goals:</a:t>
            </a:r>
            <a:endParaRPr/>
          </a:p>
          <a:p>
            <a:pPr indent="0" lvl="0" marL="0" rtl="0" algn="l">
              <a:spcBef>
                <a:spcPts val="0"/>
              </a:spcBef>
              <a:spcAft>
                <a:spcPts val="0"/>
              </a:spcAft>
              <a:buSzPts val="1800"/>
              <a:buNone/>
            </a:pPr>
            <a:r>
              <a:rPr lang="en-US"/>
              <a:t>1. 	Emphasize the main points of the message.</a:t>
            </a:r>
            <a:endParaRPr/>
          </a:p>
          <a:p>
            <a:pPr indent="0" lvl="0" marL="0" rtl="0" algn="l">
              <a:spcBef>
                <a:spcPts val="0"/>
              </a:spcBef>
              <a:spcAft>
                <a:spcPts val="0"/>
              </a:spcAft>
              <a:buSzPts val="1800"/>
              <a:buNone/>
            </a:pPr>
            <a:r>
              <a:rPr lang="en-US"/>
              <a:t>2.	Summarize reader benefits (if some change or action is suggested).</a:t>
            </a:r>
            <a:endParaRPr/>
          </a:p>
          <a:p>
            <a:pPr indent="0" lvl="0" marL="0" rtl="0" algn="l">
              <a:spcBef>
                <a:spcPts val="0"/>
              </a:spcBef>
              <a:spcAft>
                <a:spcPts val="0"/>
              </a:spcAft>
              <a:buSzPts val="1800"/>
              <a:buNone/>
            </a:pPr>
            <a:r>
              <a:rPr lang="en-US"/>
              <a:t>3. 	Refer to all the pieces and remind readers how those pieces fit together.</a:t>
            </a:r>
            <a:endParaRPr/>
          </a:p>
          <a:p>
            <a:pPr indent="0" lvl="0" marL="0" rtl="0" algn="l">
              <a:spcBef>
                <a:spcPts val="0"/>
              </a:spcBef>
              <a:spcAft>
                <a:spcPts val="0"/>
              </a:spcAft>
              <a:buSzPts val="1800"/>
              <a:buNone/>
            </a:pPr>
            <a:r>
              <a:rPr lang="en-US"/>
              <a:t>4. 	Bring all the action items together in one place and give details about who 	should do what, when, where, and how. </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2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864" name="Google Shape;864;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5" name="Google Shape;865;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If you know your readers reasonably well and if your report is likely to meet with their approval, you can generally adopt a fairly informal tone. Use a more formal tone for longer reports, especially those dealing with controversial or complex information, and for reports that will be sent to other parts of the organization or to customers or suppliers. Also, communicating with people in other cultures often calls for more formality. </a:t>
            </a:r>
            <a:endParaRPr/>
          </a:p>
          <a:p>
            <a:pPr indent="0" lvl="0" marL="0" rtl="0" algn="l">
              <a:spcBef>
                <a:spcPts val="0"/>
              </a:spcBef>
              <a:spcAft>
                <a:spcPts val="0"/>
              </a:spcAft>
              <a:buSzPts val="1800"/>
              <a:buNone/>
            </a:pPr>
            <a:r>
              <a:rPr lang="en-US"/>
              <a:t>By switching from tense to tense throughout your report, you only confuse your readers. They wonder whether the shift is significant or whether you are just being sloppy. Eliminate such confusion simply by using tense consistently. Also be careful to observe the chronological sequence of events in your report.</a:t>
            </a:r>
            <a:endParaRPr/>
          </a:p>
          <a:p>
            <a:pPr indent="0" lvl="0" marL="0" rtl="0" algn="l">
              <a:spcBef>
                <a:spcPts val="0"/>
              </a:spcBef>
              <a:spcAft>
                <a:spcPts val="0"/>
              </a:spcAft>
              <a:buSzPts val="1800"/>
              <a:buNone/>
            </a:pPr>
            <a:r>
              <a:rPr lang="en-US"/>
              <a:t>Readers have no concept of how the various pieces of your report are related. Give them a sense of the structure of your document by using three tools: </a:t>
            </a:r>
            <a:endParaRPr/>
          </a:p>
          <a:p>
            <a:pPr indent="0" lvl="0" marL="0" rtl="0" algn="l">
              <a:spcBef>
                <a:spcPts val="0"/>
              </a:spcBef>
              <a:spcAft>
                <a:spcPts val="0"/>
              </a:spcAft>
              <a:buSzPts val="1800"/>
              <a:buNone/>
            </a:pPr>
            <a:r>
              <a:rPr b="1" lang="en-US"/>
              <a:t>Headings.</a:t>
            </a:r>
            <a:r>
              <a:rPr lang="en-US"/>
              <a:t> These brief titles cue readers about the content of a section. S</a:t>
            </a:r>
            <a:r>
              <a:rPr i="1" lang="en-US"/>
              <a:t>ubheadings</a:t>
            </a:r>
            <a:r>
              <a:rPr lang="en-US"/>
              <a:t> (lower-level headings) show which ideas are more important. </a:t>
            </a:r>
            <a:endParaRPr/>
          </a:p>
          <a:p>
            <a:pPr indent="0" lvl="0" marL="0" rtl="0" algn="l">
              <a:spcBef>
                <a:spcPts val="0"/>
              </a:spcBef>
              <a:spcAft>
                <a:spcPts val="0"/>
              </a:spcAft>
              <a:buSzPts val="1800"/>
              <a:buNone/>
            </a:pPr>
            <a:r>
              <a:rPr b="1" lang="en-US"/>
              <a:t>Transitions.</a:t>
            </a:r>
            <a:r>
              <a:rPr lang="en-US"/>
              <a:t> These words or phrases tie ideas together and show how one thought is related to another. </a:t>
            </a:r>
            <a:endParaRPr/>
          </a:p>
          <a:p>
            <a:pPr indent="0" lvl="0" marL="0" rtl="0" algn="l">
              <a:spcBef>
                <a:spcPts val="0"/>
              </a:spcBef>
              <a:spcAft>
                <a:spcPts val="0"/>
              </a:spcAft>
              <a:buSzPts val="1800"/>
              <a:buNone/>
            </a:pPr>
            <a:r>
              <a:rPr b="1" lang="en-US"/>
              <a:t>Previews and reviews.</a:t>
            </a:r>
            <a:r>
              <a:rPr lang="en-US"/>
              <a:t> </a:t>
            </a:r>
            <a:r>
              <a:rPr i="1" lang="en-US"/>
              <a:t>Preview sections</a:t>
            </a:r>
            <a:r>
              <a:rPr lang="en-US"/>
              <a:t> introduce an important topic, helping readers get ready for new information. </a:t>
            </a:r>
            <a:r>
              <a:rPr i="1" lang="en-US"/>
              <a:t>Review sections</a:t>
            </a:r>
            <a:r>
              <a:rPr lang="en-US"/>
              <a:t> come after a body of material and summarize the information for readers, helping them absorb details while keeping track of the big picture.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19" name="Google Shape;91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0" name="Google Shape;920;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best business communicators know how to communicate quickly and courteously. They know how to refrain from putting into writing anything that could come back to haunt them. And they know how important it is to proofread e-mail messages before sending them. Following basic e-mail etiquette means being courteous, brief, and careful.</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p2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997" name="Google Shape;997;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8" name="Google Shape;998;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formal report's manuscript format and impersonal tone convey an impression of professionalism. A formal report can be either short (fewer than 10 pages) or long (10 pages or more). It can be informational or analytical, direct or indirect. It may be written for internal or external audiences. What sets it apart from other reports is its polish.</a:t>
            </a:r>
            <a:endParaRPr/>
          </a:p>
          <a:p>
            <a:pPr indent="0" lvl="0" marL="0" rtl="0" algn="l">
              <a:spcBef>
                <a:spcPts val="0"/>
              </a:spcBef>
              <a:spcAft>
                <a:spcPts val="0"/>
              </a:spcAft>
              <a:buSzPts val="1800"/>
              <a:buNone/>
            </a:pPr>
            <a:r>
              <a:rPr lang="en-US"/>
              <a:t>The parts included in a report depend on the type of report you are writing, the requirements of your audience, the organization you're working for, and the length of your report. The components fall into three categories, depending on where they are found in a report: prefatory parts, text of the report, and supplementary parts. </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19" name="Google Shape;101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0" name="Google Shape;1020;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Many companies have standard covers for reports. If your company has no standard covers, look for a cover that is appropriate to the subject matter. </a:t>
            </a:r>
            <a:endParaRPr/>
          </a:p>
          <a:p>
            <a:pPr indent="0" lvl="0" marL="0" rtl="0" algn="l">
              <a:spcBef>
                <a:spcPts val="0"/>
              </a:spcBef>
              <a:spcAft>
                <a:spcPts val="0"/>
              </a:spcAft>
              <a:buSzPts val="1800"/>
              <a:buNone/>
            </a:pPr>
            <a:r>
              <a:rPr lang="en-US"/>
              <a:t>The </a:t>
            </a:r>
            <a:r>
              <a:rPr i="1" lang="en-US"/>
              <a:t>title fly</a:t>
            </a:r>
            <a:r>
              <a:rPr lang="en-US"/>
              <a:t> is a plain sheet of paper with only the title of the report on it. You don't really need one, but it adds a touch of formality.</a:t>
            </a:r>
            <a:endParaRPr/>
          </a:p>
          <a:p>
            <a:pPr indent="0" lvl="0" marL="0" rtl="0" algn="l">
              <a:spcBef>
                <a:spcPts val="0"/>
              </a:spcBef>
              <a:spcAft>
                <a:spcPts val="0"/>
              </a:spcAft>
              <a:buSzPts val="1800"/>
              <a:buNone/>
            </a:pPr>
            <a:r>
              <a:rPr lang="en-US"/>
              <a:t>The </a:t>
            </a:r>
            <a:r>
              <a:rPr i="1" lang="en-US"/>
              <a:t>title page</a:t>
            </a:r>
            <a:r>
              <a:rPr lang="en-US"/>
              <a:t> includes four blocks of information: (1) title of the report; (2) name, title, and address of the person, group, or organization that authorized the report; (3) name, title, and address of the person, group, or organization that prepared the report; and (4) date on which the report was submitted. </a:t>
            </a:r>
            <a:endParaRPr/>
          </a:p>
          <a:p>
            <a:pPr indent="0" lvl="0" marL="0" rtl="0" algn="l">
              <a:spcBef>
                <a:spcPts val="0"/>
              </a:spcBef>
              <a:spcAft>
                <a:spcPts val="0"/>
              </a:spcAft>
              <a:buSzPts val="1800"/>
              <a:buNone/>
            </a:pPr>
            <a:r>
              <a:rPr lang="en-US"/>
              <a:t>The </a:t>
            </a:r>
            <a:r>
              <a:rPr i="1" lang="en-US"/>
              <a:t>letter or memo of authorization</a:t>
            </a:r>
            <a:r>
              <a:rPr lang="en-US"/>
              <a:t> is a document requesting that a report be prepared. The </a:t>
            </a:r>
            <a:r>
              <a:rPr i="1" lang="en-US"/>
              <a:t>letter or memo of acceptance</a:t>
            </a:r>
            <a:r>
              <a:rPr lang="en-US"/>
              <a:t> acknowledges the assignment to conduct the study and to prepare the report. The </a:t>
            </a:r>
            <a:r>
              <a:rPr i="1" lang="en-US"/>
              <a:t>letter or memo of transmittal</a:t>
            </a:r>
            <a:r>
              <a:rPr lang="en-US"/>
              <a:t> conveys your report to your audience. </a:t>
            </a:r>
            <a:endParaRPr/>
          </a:p>
          <a:p>
            <a:pPr indent="0" lvl="0" marL="0" rtl="0" algn="l">
              <a:spcBef>
                <a:spcPts val="0"/>
              </a:spcBef>
              <a:spcAft>
                <a:spcPts val="0"/>
              </a:spcAft>
              <a:buSzPts val="1800"/>
              <a:buNone/>
            </a:pPr>
            <a:r>
              <a:rPr lang="en-US"/>
              <a:t>The table of contents indicates in outline form the coverage, sequence, and relative importance of the information in the report. </a:t>
            </a:r>
            <a:endParaRPr/>
          </a:p>
          <a:p>
            <a:pPr indent="0" lvl="0" marL="0" rtl="0" algn="l">
              <a:spcBef>
                <a:spcPts val="0"/>
              </a:spcBef>
              <a:spcAft>
                <a:spcPts val="0"/>
              </a:spcAft>
              <a:buSzPts val="1800"/>
              <a:buNone/>
            </a:pPr>
            <a:r>
              <a:rPr lang="en-US"/>
              <a:t>Some reports refer to all visual aids as illustrations or exhibits. In some, tables are labeled separately from figures. Regardless of the system used to label visual aids, the list of illustrations gives their titles and page numbers.</a:t>
            </a:r>
            <a:endParaRPr/>
          </a:p>
          <a:p>
            <a:pPr indent="0" lvl="0" marL="0" rtl="0" algn="l">
              <a:spcBef>
                <a:spcPts val="0"/>
              </a:spcBef>
              <a:spcAft>
                <a:spcPts val="0"/>
              </a:spcAft>
              <a:buSzPts val="1800"/>
              <a:buNone/>
            </a:pPr>
            <a:r>
              <a:rPr lang="en-US"/>
              <a:t>A brief overview of a report's most important points is called a </a:t>
            </a:r>
            <a:r>
              <a:rPr i="1" lang="en-US"/>
              <a:t>synopsis</a:t>
            </a:r>
            <a:r>
              <a:rPr lang="en-US"/>
              <a:t> (or </a:t>
            </a:r>
            <a:r>
              <a:rPr i="1" lang="en-US"/>
              <a:t>abstract</a:t>
            </a:r>
            <a:r>
              <a:rPr lang="en-US"/>
              <a:t> in technical or academic reports). An </a:t>
            </a:r>
            <a:r>
              <a:rPr i="1" lang="en-US"/>
              <a:t>executive summary</a:t>
            </a:r>
            <a:r>
              <a:rPr lang="en-US"/>
              <a:t> is a fully developed "mini" version of the report.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6" name="Shape 1036"/>
        <p:cNvGrpSpPr/>
        <p:nvPr/>
      </p:nvGrpSpPr>
      <p:grpSpPr>
        <a:xfrm>
          <a:off x="0" y="0"/>
          <a:ext cx="0" cy="0"/>
          <a:chOff x="0" y="0"/>
          <a:chExt cx="0" cy="0"/>
        </a:xfrm>
      </p:grpSpPr>
      <p:sp>
        <p:nvSpPr>
          <p:cNvPr id="1037" name="Google Shape;1037;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38" name="Google Shape;103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9" name="Google Shape;1039;p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Although reports may contain a variety of components, the heart of a report is always composed of three main parts: an introduction, body, and conclusion. </a:t>
            </a:r>
            <a:endParaRPr/>
          </a:p>
          <a:p>
            <a:pPr indent="0" lvl="0" marL="0" rtl="0" algn="l">
              <a:spcBef>
                <a:spcPts val="0"/>
              </a:spcBef>
              <a:spcAft>
                <a:spcPts val="0"/>
              </a:spcAft>
              <a:buSzPts val="1800"/>
              <a:buNone/>
            </a:pPr>
            <a:r>
              <a:rPr lang="en-US"/>
              <a:t>A good introduction helps the reader follow and comprehend the information that follows. It invites the audience to continue reading by telling them what the report is about, why the audience should be concerned, and how the report is organized. </a:t>
            </a:r>
            <a:endParaRPr/>
          </a:p>
          <a:p>
            <a:pPr indent="0" lvl="0" marL="0" rtl="0" algn="l">
              <a:spcBef>
                <a:spcPts val="0"/>
              </a:spcBef>
              <a:spcAft>
                <a:spcPts val="0"/>
              </a:spcAft>
              <a:buSzPts val="1800"/>
              <a:buNone/>
            </a:pPr>
            <a:r>
              <a:rPr lang="en-US"/>
              <a:t>This section contains the information that supports your conclusions and recommendations as well as your analysis, logic, and interpretation of the information. Most inexperienced writers have a tendency to include too much data in their reports or place too much data in paragraph format instead of using tables and charts. Such treatment increases the chance of boring or losing the audience. If you find yourself with too much information, include only the essential supporting data in the body, use visuals, and place any additional information in an appendix.  </a:t>
            </a:r>
            <a:endParaRPr/>
          </a:p>
          <a:p>
            <a:pPr indent="0" lvl="0" marL="0" rtl="0" algn="l">
              <a:spcBef>
                <a:spcPts val="0"/>
              </a:spcBef>
              <a:spcAft>
                <a:spcPts val="0"/>
              </a:spcAft>
              <a:buSzPts val="1800"/>
              <a:buNone/>
            </a:pPr>
            <a:r>
              <a:rPr lang="en-US"/>
              <a:t>In very general terms, you want the closing of your report to summarize the main idea of your report, highlight your conclusions or recommendations, and list any courses of action you expect the reader to take.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093" name="Google Shape;1093;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4" name="Google Shape;1094;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Supplementary parts follow the text of the report and provide information for readers who seek more detailed discussion. Supplements are more common in long reports than in short ones, and  typically include the appendixes, bibliography, and index.</a:t>
            </a:r>
            <a:endParaRPr/>
          </a:p>
          <a:p>
            <a:pPr indent="0" lvl="0" marL="0" rtl="0" algn="l">
              <a:spcBef>
                <a:spcPts val="0"/>
              </a:spcBef>
              <a:spcAft>
                <a:spcPts val="0"/>
              </a:spcAft>
              <a:buSzPts val="1800"/>
              <a:buNone/>
            </a:pPr>
            <a:r>
              <a:rPr lang="en-US"/>
              <a:t>An </a:t>
            </a:r>
            <a:r>
              <a:rPr i="1" lang="en-US"/>
              <a:t>appendix</a:t>
            </a:r>
            <a:r>
              <a:rPr b="1" lang="en-US"/>
              <a:t> </a:t>
            </a:r>
            <a:r>
              <a:rPr lang="en-US"/>
              <a:t>contains materials related to the report but not included in the text because they're too lengthy or bulky or because they lack direct relevance. Frequently included in appendixes are sample questionnaires and cover letters, sample forms, computer printouts, statistical formulas, financial statements and spreadsheets, copies of important documents, and complex illustrations; a glossary may be put in an appendix or may stand as a separate supplementary part. The best place to include visual aids is in the text body nearest the point of discussion. But if any visuals are too large to fit on one page or are only indirectly relevant to your report, they too may be put in an appendix. </a:t>
            </a:r>
            <a:endParaRPr/>
          </a:p>
          <a:p>
            <a:pPr indent="0" lvl="0" marL="0" rtl="0" algn="l">
              <a:spcBef>
                <a:spcPts val="0"/>
              </a:spcBef>
              <a:spcAft>
                <a:spcPts val="0"/>
              </a:spcAft>
              <a:buSzPts val="1800"/>
              <a:buNone/>
            </a:pPr>
            <a:r>
              <a:rPr lang="en-US"/>
              <a:t>You have an ethical and a legal obligation to give other people credit for their work. A </a:t>
            </a:r>
            <a:r>
              <a:rPr i="1" lang="en-US"/>
              <a:t>bibliography</a:t>
            </a:r>
            <a:r>
              <a:rPr lang="en-US"/>
              <a:t> is a list of secondary sources consulted when preparing the report. </a:t>
            </a:r>
            <a:endParaRPr/>
          </a:p>
          <a:p>
            <a:pPr indent="0" lvl="0" marL="0" rtl="0" algn="l">
              <a:spcBef>
                <a:spcPts val="0"/>
              </a:spcBef>
              <a:spcAft>
                <a:spcPts val="0"/>
              </a:spcAft>
              <a:buSzPts val="1800"/>
              <a:buNone/>
            </a:pPr>
            <a:r>
              <a:rPr lang="en-US"/>
              <a:t>An </a:t>
            </a:r>
            <a:r>
              <a:rPr i="1" lang="en-US"/>
              <a:t>index</a:t>
            </a:r>
            <a:r>
              <a:rPr lang="en-US"/>
              <a:t> is an alphabetical list of names, places, and subjects mentioned in the report, along with the pages on which they occur (see the index for this book). An index is rarely included in unpublished reports.</a:t>
            </a:r>
            <a:endParaRPr/>
          </a:p>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3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07" name="Google Shape;110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8" name="Google Shape;1108;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cover, title fly, title page, table of contents, and list of illustrations are handled the same as in other formal reports. However, other prefatory parts are handled quite differently, such as the copy of the RFP, the synopsis or executive summary, and the letter of transmittal.</a:t>
            </a:r>
            <a:endParaRPr/>
          </a:p>
          <a:p>
            <a:pPr indent="0" lvl="0" marL="0" rtl="0" algn="l">
              <a:spcBef>
                <a:spcPts val="0"/>
              </a:spcBef>
              <a:spcAft>
                <a:spcPts val="0"/>
              </a:spcAft>
              <a:buSzPts val="1800"/>
              <a:buNone/>
            </a:pPr>
            <a:r>
              <a:rPr lang="en-US"/>
              <a:t>Instead of having a letter of authorization, a formal proposal may have a copy of the request for proposal (RFP), which is a letter or memo soliciting a proposal or a bid for a particular project. </a:t>
            </a:r>
            <a:endParaRPr/>
          </a:p>
          <a:p>
            <a:pPr indent="0" lvl="0" marL="0" rtl="0" algn="l">
              <a:spcBef>
                <a:spcPts val="0"/>
              </a:spcBef>
              <a:spcAft>
                <a:spcPts val="0"/>
              </a:spcAft>
              <a:buSzPts val="1800"/>
              <a:buNone/>
            </a:pPr>
            <a:r>
              <a:rPr lang="en-US"/>
              <a:t>You may include a synopsis or an executive summary; however, they are often less useful in a formal proposal than in a formal report. If your proposal is unsolicited, your transmittal letter will already have caught the reader's interest. It may also be pointless if your proposal is solicited, since the reader is already committed to studying your proposal to find out how you intend to satisfy the terms of a contract. </a:t>
            </a:r>
            <a:endParaRPr/>
          </a:p>
          <a:p>
            <a:pPr indent="0" lvl="0" marL="0" rtl="0" algn="l">
              <a:spcBef>
                <a:spcPts val="0"/>
              </a:spcBef>
              <a:spcAft>
                <a:spcPts val="0"/>
              </a:spcAft>
              <a:buSzPts val="1800"/>
              <a:buNone/>
            </a:pPr>
            <a:r>
              <a:rPr lang="en-US"/>
              <a:t>The way you handle the letter of transmittal depends on whether the proposal is solicited or unsolicited. If the proposal is solicited, the transmittal letter follows the pattern for good-news messages, highlighting those aspects of your proposal that may give you a competitive advantage. If the proposal is unsolicited, the transmittal letter follows the pattern for persuasive messages. The letter must persuade the reader that you have something worthwhile to offer, something that justifies the time required to read the entire proposal. </a:t>
            </a:r>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125" name="Google Shape;112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6" name="Google Shape;1126;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Just as with reports, the text of a proposal is composed of three main parts: an introduction, body, and conclusion. The content and depth of the parts depend on whether the proposal is solicited or unsolicited, formal or informal.</a:t>
            </a:r>
            <a:endParaRPr/>
          </a:p>
          <a:p>
            <a:pPr indent="0" lvl="0" marL="0" rtl="0" algn="l">
              <a:spcBef>
                <a:spcPts val="0"/>
              </a:spcBef>
              <a:spcAft>
                <a:spcPts val="0"/>
              </a:spcAft>
              <a:buSzPts val="1800"/>
              <a:buNone/>
            </a:pPr>
            <a:r>
              <a:rPr b="1" lang="en-US"/>
              <a:t>Introduction.</a:t>
            </a:r>
            <a:r>
              <a:rPr lang="en-US"/>
              <a:t> This section presents and summarizes the problem you intend to solve and your solution to that problem, including any benefits the reader will receive from the solution.</a:t>
            </a:r>
            <a:endParaRPr/>
          </a:p>
          <a:p>
            <a:pPr indent="0" lvl="0" marL="0" rtl="0" algn="l">
              <a:spcBef>
                <a:spcPts val="0"/>
              </a:spcBef>
              <a:spcAft>
                <a:spcPts val="0"/>
              </a:spcAft>
              <a:buSzPts val="1800"/>
              <a:buNone/>
            </a:pPr>
            <a:r>
              <a:rPr b="1" lang="en-US"/>
              <a:t>Body.</a:t>
            </a:r>
            <a:r>
              <a:rPr lang="en-US"/>
              <a:t> This section explains the complete details of the solution: how the job will be done, how it will be broken into tasks, what method will be used to do it (including the required equipment, material, and personnel), when the work will begin and end, How much the entire job will cost (including a detailed breakdown), and why your company is qualified. </a:t>
            </a:r>
            <a:endParaRPr/>
          </a:p>
          <a:p>
            <a:pPr indent="0" lvl="0" marL="0" rtl="0" algn="l">
              <a:spcBef>
                <a:spcPts val="0"/>
              </a:spcBef>
              <a:spcAft>
                <a:spcPts val="0"/>
              </a:spcAft>
              <a:buSzPts val="1800"/>
              <a:buNone/>
            </a:pPr>
            <a:r>
              <a:rPr b="1" lang="en-US"/>
              <a:t>Closing. </a:t>
            </a:r>
            <a:r>
              <a:rPr lang="en-US"/>
              <a:t> This section emphasizes the benefits that readers will realize from your solution, and it urges readers to act.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3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640"/>
              </a:spcBef>
              <a:spcAft>
                <a:spcPts val="0"/>
              </a:spcAft>
              <a:buClr>
                <a:schemeClr val="dk1"/>
              </a:buClr>
              <a:buSzPts val="3200"/>
              <a:buFont typeface="Arial"/>
              <a:buNone/>
              <a:defRPr/>
            </a:lvl2pPr>
            <a:lvl3pPr lvl="2" algn="ctr">
              <a:spcBef>
                <a:spcPts val="640"/>
              </a:spcBef>
              <a:spcAft>
                <a:spcPts val="0"/>
              </a:spcAft>
              <a:buClr>
                <a:schemeClr val="dk1"/>
              </a:buClr>
              <a:buSzPts val="3200"/>
              <a:buFont typeface="Arial"/>
              <a:buNone/>
              <a:defRPr/>
            </a:lvl3pPr>
            <a:lvl4pPr lvl="3" algn="ctr">
              <a:spcBef>
                <a:spcPts val="640"/>
              </a:spcBef>
              <a:spcAft>
                <a:spcPts val="0"/>
              </a:spcAft>
              <a:buClr>
                <a:schemeClr val="dk1"/>
              </a:buClr>
              <a:buSzPts val="3200"/>
              <a:buFont typeface="Arial"/>
              <a:buNone/>
              <a:defRPr/>
            </a:lvl4pPr>
            <a:lvl5pPr lvl="4" algn="ctr">
              <a:spcBef>
                <a:spcPts val="640"/>
              </a:spcBef>
              <a:spcAft>
                <a:spcPts val="0"/>
              </a:spcAft>
              <a:buClr>
                <a:schemeClr val="dk1"/>
              </a:buClr>
              <a:buSzPts val="3200"/>
              <a:buFont typeface="Arial"/>
              <a:buNone/>
              <a:defRPr/>
            </a:lvl5pPr>
            <a:lvl6pPr lvl="5" algn="ctr">
              <a:spcBef>
                <a:spcPts val="640"/>
              </a:spcBef>
              <a:spcAft>
                <a:spcPts val="0"/>
              </a:spcAft>
              <a:buClr>
                <a:schemeClr val="dk1"/>
              </a:buClr>
              <a:buSzPts val="3200"/>
              <a:buFont typeface="Arial"/>
              <a:buNone/>
              <a:defRPr/>
            </a:lvl6pPr>
            <a:lvl7pPr lvl="6" algn="ctr">
              <a:spcBef>
                <a:spcPts val="640"/>
              </a:spcBef>
              <a:spcAft>
                <a:spcPts val="0"/>
              </a:spcAft>
              <a:buClr>
                <a:schemeClr val="dk1"/>
              </a:buClr>
              <a:buSzPts val="3200"/>
              <a:buFont typeface="Arial"/>
              <a:buNone/>
              <a:defRPr/>
            </a:lvl7pPr>
            <a:lvl8pPr lvl="7" algn="ctr">
              <a:spcBef>
                <a:spcPts val="640"/>
              </a:spcBef>
              <a:spcAft>
                <a:spcPts val="0"/>
              </a:spcAft>
              <a:buClr>
                <a:schemeClr val="dk1"/>
              </a:buClr>
              <a:buSzPts val="3200"/>
              <a:buFont typeface="Arial"/>
              <a:buNone/>
              <a:defRPr/>
            </a:lvl8pPr>
            <a:lvl9pPr lvl="8" algn="ctr">
              <a:spcBef>
                <a:spcPts val="640"/>
              </a:spcBef>
              <a:spcAft>
                <a:spcPts val="0"/>
              </a:spcAft>
              <a:buClr>
                <a:schemeClr val="dk1"/>
              </a:buClr>
              <a:buSzPts val="3200"/>
              <a:buFont typeface="Arial"/>
              <a:buNone/>
              <a:defRPr/>
            </a:lvl9pPr>
          </a:lstStyle>
          <a:p/>
        </p:txBody>
      </p:sp>
      <p:sp>
        <p:nvSpPr>
          <p:cNvPr id="18" name="Google Shape;18;p3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35"/>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36"/>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6"/>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6"/>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6"/>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type="chart">
  <p:cSld name="CHART">
    <p:spTree>
      <p:nvGrpSpPr>
        <p:cNvPr id="32" name="Shape 32"/>
        <p:cNvGrpSpPr/>
        <p:nvPr/>
      </p:nvGrpSpPr>
      <p:grpSpPr>
        <a:xfrm>
          <a:off x="0" y="0"/>
          <a:ext cx="0" cy="0"/>
          <a:chOff x="0" y="0"/>
          <a:chExt cx="0" cy="0"/>
        </a:xfrm>
      </p:grpSpPr>
      <p:sp>
        <p:nvSpPr>
          <p:cNvPr id="33" name="Google Shape;33;p37"/>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4" name="Google Shape;34;p37"/>
          <p:cNvSpPr/>
          <p:nvPr>
            <p:ph idx="2" type="chart"/>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lvl="1"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lvl="2"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lvl="3"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lvl="4"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lvl="5"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lvl="6"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lvl="7"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lvl="8"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35" name="Google Shape;35;p37"/>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7"/>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 name="Shape 38"/>
        <p:cNvGrpSpPr/>
        <p:nvPr/>
      </p:nvGrpSpPr>
      <p:grpSpPr>
        <a:xfrm>
          <a:off x="0" y="0"/>
          <a:ext cx="0" cy="0"/>
          <a:chOff x="0" y="0"/>
          <a:chExt cx="0" cy="0"/>
        </a:xfrm>
      </p:grpSpPr>
      <p:sp>
        <p:nvSpPr>
          <p:cNvPr id="39" name="Google Shape;39;p38"/>
          <p:cNvSpPr txBox="1"/>
          <p:nvPr>
            <p:ph type="title"/>
          </p:nvPr>
        </p:nvSpPr>
        <p:spPr>
          <a:xfrm rot="5400000">
            <a:off x="4800600" y="2209800"/>
            <a:ext cx="571500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0" name="Google Shape;40;p38"/>
          <p:cNvSpPr txBox="1"/>
          <p:nvPr>
            <p:ph idx="1" type="body"/>
          </p:nvPr>
        </p:nvSpPr>
        <p:spPr>
          <a:xfrm rot="5400000">
            <a:off x="609600" y="228600"/>
            <a:ext cx="571500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3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4" name="Shape 44"/>
        <p:cNvGrpSpPr/>
        <p:nvPr/>
      </p:nvGrpSpPr>
      <p:grpSpPr>
        <a:xfrm>
          <a:off x="0" y="0"/>
          <a:ext cx="0" cy="0"/>
          <a:chOff x="0" y="0"/>
          <a:chExt cx="0" cy="0"/>
        </a:xfrm>
      </p:grpSpPr>
      <p:sp>
        <p:nvSpPr>
          <p:cNvPr id="45" name="Google Shape;45;p39"/>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39"/>
          <p:cNvSpPr txBox="1"/>
          <p:nvPr>
            <p:ph idx="1" type="body"/>
          </p:nvPr>
        </p:nvSpPr>
        <p:spPr>
          <a:xfrm rot="5400000">
            <a:off x="2514600" y="152400"/>
            <a:ext cx="4114800" cy="7772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7" name="Google Shape;47;p39"/>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9"/>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0" name="Shape 50"/>
        <p:cNvGrpSpPr/>
        <p:nvPr/>
      </p:nvGrpSpPr>
      <p:grpSpPr>
        <a:xfrm>
          <a:off x="0" y="0"/>
          <a:ext cx="0" cy="0"/>
          <a:chOff x="0" y="0"/>
          <a:chExt cx="0" cy="0"/>
        </a:xfrm>
      </p:grpSpPr>
      <p:sp>
        <p:nvSpPr>
          <p:cNvPr id="51" name="Google Shape;51;p4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40"/>
          <p:cNvSpPr/>
          <p:nvPr>
            <p:ph idx="2" type="pic"/>
          </p:nvPr>
        </p:nvSpPr>
        <p:spPr>
          <a:xfrm>
            <a:off x="1792288" y="612775"/>
            <a:ext cx="5486400" cy="4114800"/>
          </a:xfrm>
          <a:prstGeom prst="rect">
            <a:avLst/>
          </a:prstGeom>
          <a:noFill/>
          <a:ln>
            <a:noFill/>
          </a:ln>
        </p:spPr>
      </p:sp>
      <p:sp>
        <p:nvSpPr>
          <p:cNvPr id="53" name="Google Shape;53;p4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4" name="Google Shape;54;p40"/>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0"/>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0"/>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60" name="Google Shape;60;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61" name="Google Shape;61;p41"/>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1"/>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1"/>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42"/>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2"/>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2"/>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 name="Google Shape;70;p4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1" name="Google Shape;71;p4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2" name="Google Shape;72;p4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73" name="Google Shape;73;p4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4" name="Google Shape;74;p4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 name="Shape 77"/>
        <p:cNvGrpSpPr/>
        <p:nvPr/>
      </p:nvGrpSpPr>
      <p:grpSpPr>
        <a:xfrm>
          <a:off x="0" y="0"/>
          <a:ext cx="0" cy="0"/>
          <a:chOff x="0" y="0"/>
          <a:chExt cx="0" cy="0"/>
        </a:xfrm>
      </p:grpSpPr>
      <p:sp>
        <p:nvSpPr>
          <p:cNvPr id="78" name="Google Shape;78;p44"/>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9" name="Google Shape;79;p44"/>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80" name="Google Shape;80;p44"/>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81" name="Google Shape;81;p44"/>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44"/>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44"/>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4" name="Shape 84"/>
        <p:cNvGrpSpPr/>
        <p:nvPr/>
      </p:nvGrpSpPr>
      <p:grpSpPr>
        <a:xfrm>
          <a:off x="0" y="0"/>
          <a:ext cx="0" cy="0"/>
          <a:chOff x="0" y="0"/>
          <a:chExt cx="0" cy="0"/>
        </a:xfrm>
      </p:grpSpPr>
      <p:sp>
        <p:nvSpPr>
          <p:cNvPr id="85" name="Google Shape;85;p4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6" name="Google Shape;86;p4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87" name="Google Shape;87;p45"/>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5"/>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b="1" sz="1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45"/>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200"/>
              <a:buFont typeface="Arial"/>
              <a:buNone/>
              <a:defRPr b="1" i="0" sz="1200" u="non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8F8"/>
        </a:solidFill>
      </p:bgPr>
    </p:bg>
    <p:spTree>
      <p:nvGrpSpPr>
        <p:cNvPr id="9" name="Shape 9"/>
        <p:cNvGrpSpPr/>
        <p:nvPr/>
      </p:nvGrpSpPr>
      <p:grpSpPr>
        <a:xfrm>
          <a:off x="0" y="0"/>
          <a:ext cx="0" cy="0"/>
          <a:chOff x="0" y="0"/>
          <a:chExt cx="0" cy="0"/>
        </a:xfrm>
      </p:grpSpPr>
      <p:sp>
        <p:nvSpPr>
          <p:cNvPr id="10" name="Google Shape;10;p33"/>
          <p:cNvSpPr txBox="1"/>
          <p:nvPr>
            <p:ph type="title"/>
          </p:nvPr>
        </p:nvSpPr>
        <p:spPr>
          <a:xfrm>
            <a:off x="457200" y="381000"/>
            <a:ext cx="8229600" cy="13716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1" i="0" sz="4400" u="none" cap="none" strike="noStrike">
                <a:solidFill>
                  <a:schemeClr val="dk2"/>
                </a:solidFill>
                <a:latin typeface="Tahoma"/>
                <a:ea typeface="Tahoma"/>
                <a:cs typeface="Tahoma"/>
                <a:sym typeface="Tahoma"/>
              </a:defRPr>
            </a:lvl9pPr>
          </a:lstStyle>
          <a:p/>
        </p:txBody>
      </p:sp>
      <p:sp>
        <p:nvSpPr>
          <p:cNvPr id="11" name="Google Shape;11;p33"/>
          <p:cNvSpPr txBox="1"/>
          <p:nvPr>
            <p:ph idx="1" type="body"/>
          </p:nvPr>
        </p:nvSpPr>
        <p:spPr>
          <a:xfrm>
            <a:off x="685800" y="1981200"/>
            <a:ext cx="7772400" cy="4114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1pPr>
            <a:lvl2pPr indent="-431800" lvl="1" marL="9144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2pPr>
            <a:lvl3pPr indent="-431800" lvl="2" marL="13716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3pPr>
            <a:lvl4pPr indent="-431800" lvl="3" marL="18288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4pPr>
            <a:lvl5pPr indent="-431800" lvl="4" marL="22860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5pPr>
            <a:lvl6pPr indent="-431800" lvl="5" marL="27432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6pPr>
            <a:lvl7pPr indent="-431800" lvl="6" marL="32004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7pPr>
            <a:lvl8pPr indent="-431800" lvl="7" marL="36576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8pPr>
            <a:lvl9pPr indent="-431800" lvl="8" marL="4114800" marR="0" rtl="0" algn="l">
              <a:spcBef>
                <a:spcPts val="640"/>
              </a:spcBef>
              <a:spcAft>
                <a:spcPts val="0"/>
              </a:spcAft>
              <a:buClr>
                <a:schemeClr val="dk1"/>
              </a:buClr>
              <a:buSzPts val="3200"/>
              <a:buFont typeface="Arial"/>
              <a:buChar char="»"/>
              <a:defRPr b="1" i="0" sz="3200" u="none" cap="none" strike="noStrike">
                <a:solidFill>
                  <a:schemeClr val="dk1"/>
                </a:solidFill>
                <a:latin typeface="Arial"/>
                <a:ea typeface="Arial"/>
                <a:cs typeface="Arial"/>
                <a:sym typeface="Arial"/>
              </a:defRPr>
            </a:lvl9pPr>
          </a:lstStyle>
          <a:p/>
        </p:txBody>
      </p:sp>
      <p:sp>
        <p:nvSpPr>
          <p:cNvPr id="12" name="Google Shape;12;p33"/>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33"/>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1"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33"/>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200"/>
              <a:buFont typeface="Arial"/>
              <a:buNone/>
              <a:defRPr b="1" i="0" sz="12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r>
              <a:rPr lang="en-US"/>
              <a:t>Chapter 11 - </a:t>
            </a: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96" name="Google Shape;96;p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97" name="Google Shape;97;p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11 -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98" name="Google Shape;98;p1"/>
          <p:cNvSpPr txBox="1"/>
          <p:nvPr>
            <p:ph type="ctrTitle"/>
          </p:nvPr>
        </p:nvSpPr>
        <p:spPr>
          <a:xfrm>
            <a:off x="457200" y="3810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3600"/>
              <a:buFont typeface="Tahoma"/>
              <a:buNone/>
            </a:pPr>
            <a:r>
              <a:rPr b="1" i="0" lang="en-US" sz="3600" u="none">
                <a:solidFill>
                  <a:schemeClr val="dk2"/>
                </a:solidFill>
                <a:latin typeface="Tahoma"/>
                <a:ea typeface="Tahoma"/>
                <a:cs typeface="Tahoma"/>
                <a:sym typeface="Tahoma"/>
              </a:rPr>
              <a:t>Writing and Completing Business Reports and Proposals</a:t>
            </a:r>
            <a:endParaRPr/>
          </a:p>
        </p:txBody>
      </p:sp>
      <p:pic>
        <p:nvPicPr>
          <p:cNvPr id="99" name="Google Shape;99;p1"/>
          <p:cNvPicPr preferRelativeResize="0"/>
          <p:nvPr/>
        </p:nvPicPr>
        <p:blipFill rotWithShape="1">
          <a:blip r:embed="rId3">
            <a:alphaModFix/>
          </a:blip>
          <a:srcRect b="12518" l="889" r="-888" t="20813"/>
          <a:stretch/>
        </p:blipFill>
        <p:spPr>
          <a:xfrm>
            <a:off x="0" y="1981200"/>
            <a:ext cx="9220200" cy="487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 Prentice Hall, 2004</a:t>
            </a:r>
            <a:endParaRPr/>
          </a:p>
        </p:txBody>
      </p:sp>
      <p:sp>
        <p:nvSpPr>
          <p:cNvPr id="106" name="Google Shape;106;p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Business Communication Essentials</a:t>
            </a:r>
            <a:endParaRPr/>
          </a:p>
        </p:txBody>
      </p:sp>
      <p:sp>
        <p:nvSpPr>
          <p:cNvPr id="107" name="Google Shape;107;p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Chapter 11 - </a:t>
            </a:r>
            <a:fld id="{00000000-1234-1234-1234-123412341234}" type="slidenum">
              <a:rPr b="1" i="0" lang="en-US" sz="1200" u="none" cap="none" strike="noStrike">
                <a:solidFill>
                  <a:schemeClr val="dk1"/>
                </a:solidFill>
                <a:latin typeface="Arial"/>
                <a:ea typeface="Arial"/>
                <a:cs typeface="Arial"/>
                <a:sym typeface="Arial"/>
              </a:rPr>
              <a:t>‹#›</a:t>
            </a:fld>
            <a:endParaRPr/>
          </a:p>
        </p:txBody>
      </p:sp>
      <p:sp>
        <p:nvSpPr>
          <p:cNvPr id="108" name="Google Shape;108;p2"/>
          <p:cNvSpPr txBox="1"/>
          <p:nvPr/>
        </p:nvSpPr>
        <p:spPr>
          <a:xfrm>
            <a:off x="457200" y="1828800"/>
            <a:ext cx="8229600" cy="4343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9" name="Google Shape;109;p2"/>
          <p:cNvSpPr txBox="1"/>
          <p:nvPr>
            <p:ph type="title"/>
          </p:nvPr>
        </p:nvSpPr>
        <p:spPr>
          <a:xfrm>
            <a:off x="457200" y="381000"/>
            <a:ext cx="8229600" cy="1447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Three-Step Writing Process</a:t>
            </a:r>
            <a:endParaRPr/>
          </a:p>
        </p:txBody>
      </p:sp>
      <p:sp>
        <p:nvSpPr>
          <p:cNvPr id="110" name="Google Shape;110;p2"/>
          <p:cNvSpPr txBox="1"/>
          <p:nvPr/>
        </p:nvSpPr>
        <p:spPr>
          <a:xfrm>
            <a:off x="609600" y="2057400"/>
            <a:ext cx="2438400" cy="1301750"/>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0" i="0" lang="en-US" sz="2400" u="none">
                <a:solidFill>
                  <a:schemeClr val="dk1"/>
                </a:solidFill>
                <a:latin typeface="Arial Black"/>
                <a:ea typeface="Arial Black"/>
                <a:cs typeface="Arial Black"/>
                <a:sym typeface="Arial Black"/>
              </a:rPr>
              <a:t>Planning</a:t>
            </a:r>
            <a:endParaRPr/>
          </a:p>
        </p:txBody>
      </p:sp>
      <p:sp>
        <p:nvSpPr>
          <p:cNvPr id="111" name="Google Shape;111;p2"/>
          <p:cNvSpPr txBox="1"/>
          <p:nvPr/>
        </p:nvSpPr>
        <p:spPr>
          <a:xfrm>
            <a:off x="5867400" y="2057400"/>
            <a:ext cx="2743200" cy="1301750"/>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0" i="0" lang="en-US" sz="2400" u="none">
                <a:solidFill>
                  <a:schemeClr val="dk1"/>
                </a:solidFill>
                <a:latin typeface="Arial Black"/>
                <a:ea typeface="Arial Black"/>
                <a:cs typeface="Arial Black"/>
                <a:sym typeface="Arial Black"/>
              </a:rPr>
              <a:t>Completing</a:t>
            </a:r>
            <a:endParaRPr/>
          </a:p>
        </p:txBody>
      </p:sp>
      <p:sp>
        <p:nvSpPr>
          <p:cNvPr id="112" name="Google Shape;112;p2"/>
          <p:cNvSpPr txBox="1"/>
          <p:nvPr/>
        </p:nvSpPr>
        <p:spPr>
          <a:xfrm>
            <a:off x="3200400" y="2057400"/>
            <a:ext cx="2514600" cy="1298575"/>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0" i="0" lang="en-US" sz="2400" u="none">
                <a:solidFill>
                  <a:schemeClr val="dk1"/>
                </a:solidFill>
                <a:latin typeface="Arial Black"/>
                <a:ea typeface="Arial Black"/>
                <a:cs typeface="Arial Black"/>
                <a:sym typeface="Arial Black"/>
              </a:rPr>
              <a:t>Writing</a:t>
            </a:r>
            <a:endParaRPr/>
          </a:p>
        </p:txBody>
      </p:sp>
      <p:sp>
        <p:nvSpPr>
          <p:cNvPr id="113" name="Google Shape;113;p2"/>
          <p:cNvSpPr txBox="1"/>
          <p:nvPr/>
        </p:nvSpPr>
        <p:spPr>
          <a:xfrm>
            <a:off x="609600" y="3657600"/>
            <a:ext cx="2438400" cy="2057400"/>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Analyze the Situation</a:t>
            </a:r>
            <a:endParaRPr/>
          </a:p>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Investigate the Topic</a:t>
            </a:r>
            <a:endParaRPr/>
          </a:p>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Adapt to the Audience</a:t>
            </a:r>
            <a:endParaRPr/>
          </a:p>
        </p:txBody>
      </p:sp>
      <p:sp>
        <p:nvSpPr>
          <p:cNvPr id="114" name="Google Shape;114;p2"/>
          <p:cNvSpPr txBox="1"/>
          <p:nvPr/>
        </p:nvSpPr>
        <p:spPr>
          <a:xfrm>
            <a:off x="3200400" y="3657600"/>
            <a:ext cx="2514600" cy="2057400"/>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Organize the Message </a:t>
            </a:r>
            <a:endParaRPr/>
          </a:p>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Compose the Message</a:t>
            </a:r>
            <a:r>
              <a:rPr b="1" i="0" lang="en-US" sz="2000" u="none">
                <a:solidFill>
                  <a:schemeClr val="dk1"/>
                </a:solidFill>
                <a:latin typeface="Arial"/>
                <a:ea typeface="Arial"/>
                <a:cs typeface="Arial"/>
                <a:sym typeface="Arial"/>
              </a:rPr>
              <a:t> </a:t>
            </a:r>
            <a:endParaRPr/>
          </a:p>
        </p:txBody>
      </p:sp>
      <p:sp>
        <p:nvSpPr>
          <p:cNvPr id="115" name="Google Shape;115;p2"/>
          <p:cNvSpPr txBox="1"/>
          <p:nvPr/>
        </p:nvSpPr>
        <p:spPr>
          <a:xfrm>
            <a:off x="5867400" y="3657600"/>
            <a:ext cx="2667000" cy="2057400"/>
          </a:xfrm>
          <a:prstGeom prst="rect">
            <a:avLst/>
          </a:prstGeom>
          <a:gradFill>
            <a:gsLst>
              <a:gs pos="0">
                <a:schemeClr val="lt1"/>
              </a:gs>
              <a:gs pos="100000">
                <a:srgbClr val="DBDBDB"/>
              </a:gs>
            </a:gsLst>
            <a:path path="circle">
              <a:fillToRect b="50%" l="50%" r="50%" t="50%"/>
            </a:path>
            <a:tileRect/>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Revise the Message</a:t>
            </a:r>
            <a:endParaRPr/>
          </a:p>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Produce the Message</a:t>
            </a:r>
            <a:endParaRPr/>
          </a:p>
          <a:p>
            <a:pPr indent="0" lvl="0" marL="0" marR="0" rtl="0" algn="ctr">
              <a:lnSpc>
                <a:spcPct val="18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Proofread the Message</a:t>
            </a:r>
            <a:endParaRPr/>
          </a:p>
        </p:txBody>
      </p:sp>
    </p:spTree>
  </p:cSld>
  <p:clrMapOvr>
    <a:masterClrMapping/>
  </p:clrMapOvr>
  <p:transition spd="slow">
    <p:checker dir="ver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22" name="Google Shape;122;p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23" name="Google Shape;123;p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24" name="Google Shape;124;p3"/>
          <p:cNvSpPr txBox="1"/>
          <p:nvPr/>
        </p:nvSpPr>
        <p:spPr>
          <a:xfrm>
            <a:off x="457200" y="2362200"/>
            <a:ext cx="8229600" cy="3810000"/>
          </a:xfrm>
          <a:prstGeom prst="rect">
            <a:avLst/>
          </a:prstGeom>
          <a:gradFill>
            <a:gsLst>
              <a:gs pos="0">
                <a:srgbClr val="D1C39F"/>
              </a:gs>
              <a:gs pos="17500">
                <a:srgbClr val="F0EBD5"/>
              </a:gs>
              <a:gs pos="50000">
                <a:srgbClr val="FFEFD1"/>
              </a:gs>
              <a:gs pos="82499">
                <a:srgbClr val="F0EBD5"/>
              </a:gs>
              <a:gs pos="100000">
                <a:srgbClr val="D1C39F"/>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5" name="Google Shape;125;p3"/>
          <p:cNvSpPr txBox="1"/>
          <p:nvPr>
            <p:ph type="title"/>
          </p:nvPr>
        </p:nvSpPr>
        <p:spPr>
          <a:xfrm>
            <a:off x="457200" y="457200"/>
            <a:ext cx="8229600" cy="19050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Organizing Reports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and Proposals</a:t>
            </a:r>
            <a:endParaRPr/>
          </a:p>
        </p:txBody>
      </p:sp>
      <p:sp>
        <p:nvSpPr>
          <p:cNvPr id="126" name="Google Shape;126;p3"/>
          <p:cNvSpPr txBox="1"/>
          <p:nvPr/>
        </p:nvSpPr>
        <p:spPr>
          <a:xfrm>
            <a:off x="3086100" y="2514600"/>
            <a:ext cx="2971800" cy="6985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Format</a:t>
            </a:r>
            <a:endParaRPr/>
          </a:p>
        </p:txBody>
      </p:sp>
      <p:sp>
        <p:nvSpPr>
          <p:cNvPr id="127" name="Google Shape;127;p3"/>
          <p:cNvSpPr txBox="1"/>
          <p:nvPr/>
        </p:nvSpPr>
        <p:spPr>
          <a:xfrm>
            <a:off x="3086100" y="3454400"/>
            <a:ext cx="2971800" cy="6985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Length</a:t>
            </a:r>
            <a:endParaRPr/>
          </a:p>
        </p:txBody>
      </p:sp>
      <p:sp>
        <p:nvSpPr>
          <p:cNvPr id="128" name="Google Shape;128;p3"/>
          <p:cNvSpPr txBox="1"/>
          <p:nvPr/>
        </p:nvSpPr>
        <p:spPr>
          <a:xfrm>
            <a:off x="3086100" y="4394200"/>
            <a:ext cx="2971800" cy="6985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Order</a:t>
            </a:r>
            <a:endParaRPr/>
          </a:p>
        </p:txBody>
      </p:sp>
      <p:sp>
        <p:nvSpPr>
          <p:cNvPr id="129" name="Google Shape;129;p3"/>
          <p:cNvSpPr txBox="1"/>
          <p:nvPr/>
        </p:nvSpPr>
        <p:spPr>
          <a:xfrm>
            <a:off x="3086100" y="5334000"/>
            <a:ext cx="2971800" cy="698500"/>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Structure</a:t>
            </a:r>
            <a:endParaRPr/>
          </a:p>
        </p:txBody>
      </p:sp>
      <p:sp>
        <p:nvSpPr>
          <p:cNvPr id="130" name="Google Shape;130;p3"/>
          <p:cNvSpPr/>
          <p:nvPr/>
        </p:nvSpPr>
        <p:spPr>
          <a:xfrm>
            <a:off x="609600" y="3511550"/>
            <a:ext cx="2057400" cy="1524000"/>
          </a:xfrm>
          <a:prstGeom prst="foldedCorner">
            <a:avLst>
              <a:gd fmla="val 16667" name="adj"/>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Collected</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Material</a:t>
            </a:r>
            <a:endParaRPr/>
          </a:p>
        </p:txBody>
      </p:sp>
      <p:sp>
        <p:nvSpPr>
          <p:cNvPr id="131" name="Google Shape;131;p3"/>
          <p:cNvSpPr/>
          <p:nvPr/>
        </p:nvSpPr>
        <p:spPr>
          <a:xfrm>
            <a:off x="6477000" y="3511550"/>
            <a:ext cx="2057400" cy="1524000"/>
          </a:xfrm>
          <a:prstGeom prst="foldedCorner">
            <a:avLst>
              <a:gd fmla="val 16667" name="adj"/>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Business</a:t>
            </a:r>
            <a:endParaRPr/>
          </a:p>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Document</a:t>
            </a:r>
            <a:endParaRPr/>
          </a:p>
        </p:txBody>
      </p:sp>
      <p:cxnSp>
        <p:nvCxnSpPr>
          <p:cNvPr id="132" name="Google Shape;132;p3"/>
          <p:cNvCxnSpPr/>
          <p:nvPr/>
        </p:nvCxnSpPr>
        <p:spPr>
          <a:xfrm rot="-5400000">
            <a:off x="2171700" y="3359150"/>
            <a:ext cx="14097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3" name="Google Shape;133;p3"/>
          <p:cNvCxnSpPr/>
          <p:nvPr/>
        </p:nvCxnSpPr>
        <p:spPr>
          <a:xfrm flipH="1" rot="-5400000">
            <a:off x="2171700" y="4768850"/>
            <a:ext cx="14097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4" name="Google Shape;134;p3"/>
          <p:cNvCxnSpPr/>
          <p:nvPr/>
        </p:nvCxnSpPr>
        <p:spPr>
          <a:xfrm rot="-5400000">
            <a:off x="2641650" y="3829100"/>
            <a:ext cx="4698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5" name="Google Shape;135;p3"/>
          <p:cNvCxnSpPr/>
          <p:nvPr/>
        </p:nvCxnSpPr>
        <p:spPr>
          <a:xfrm flipH="1" rot="-5400000">
            <a:off x="2641650" y="4298900"/>
            <a:ext cx="4698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6" name="Google Shape;136;p3"/>
          <p:cNvCxnSpPr/>
          <p:nvPr/>
        </p:nvCxnSpPr>
        <p:spPr>
          <a:xfrm flipH="1" rot="-5400000">
            <a:off x="5562600" y="3359150"/>
            <a:ext cx="14097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7" name="Google Shape;137;p3"/>
          <p:cNvCxnSpPr/>
          <p:nvPr/>
        </p:nvCxnSpPr>
        <p:spPr>
          <a:xfrm rot="-5400000">
            <a:off x="5562600" y="4768850"/>
            <a:ext cx="14097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8" name="Google Shape;138;p3"/>
          <p:cNvCxnSpPr/>
          <p:nvPr/>
        </p:nvCxnSpPr>
        <p:spPr>
          <a:xfrm rot="-5400000">
            <a:off x="6032550" y="4299000"/>
            <a:ext cx="4698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139" name="Google Shape;139;p3"/>
          <p:cNvCxnSpPr/>
          <p:nvPr/>
        </p:nvCxnSpPr>
        <p:spPr>
          <a:xfrm flipH="1" rot="-5400000">
            <a:off x="6032550" y="3829000"/>
            <a:ext cx="469800" cy="419100"/>
          </a:xfrm>
          <a:prstGeom prst="bentConnector3">
            <a:avLst>
              <a:gd fmla="val 50000" name="adj1"/>
            </a:avLst>
          </a:prstGeom>
          <a:noFill/>
          <a:ln cap="flat" cmpd="sng" w="9525">
            <a:solidFill>
              <a:schemeClr val="dk1"/>
            </a:solidFill>
            <a:prstDash val="solid"/>
            <a:miter lim="800000"/>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46" name="Google Shape;146;p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47" name="Google Shape;147;p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descr="Recycled paper" id="148" name="Google Shape;148;p4"/>
          <p:cNvSpPr txBox="1"/>
          <p:nvPr/>
        </p:nvSpPr>
        <p:spPr>
          <a:xfrm>
            <a:off x="457200" y="2286000"/>
            <a:ext cx="8229600" cy="38862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9" name="Google Shape;149;p4"/>
          <p:cNvSpPr txBox="1"/>
          <p:nvPr>
            <p:ph type="title"/>
          </p:nvPr>
        </p:nvSpPr>
        <p:spPr>
          <a:xfrm>
            <a:off x="457200" y="381000"/>
            <a:ext cx="8229600" cy="1905000"/>
          </a:xfrm>
          <a:prstGeom prst="rect">
            <a:avLst/>
          </a:prstGeom>
          <a:solidFill>
            <a:srgbClr val="66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Selecting</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Format and Length</a:t>
            </a:r>
            <a:endParaRPr/>
          </a:p>
        </p:txBody>
      </p:sp>
      <p:pic>
        <p:nvPicPr>
          <p:cNvPr descr="M:\PFiles\MSOffice\Clipart\standard\stddir3\pe01676_.wmf" id="150" name="Google Shape;150;p4"/>
          <p:cNvPicPr preferRelativeResize="0"/>
          <p:nvPr/>
        </p:nvPicPr>
        <p:blipFill rotWithShape="1">
          <a:blip r:embed="rId3">
            <a:alphaModFix/>
          </a:blip>
          <a:srcRect b="0" l="0" r="0" t="0"/>
          <a:stretch/>
        </p:blipFill>
        <p:spPr>
          <a:xfrm>
            <a:off x="4159250" y="2703512"/>
            <a:ext cx="4527550" cy="3468687"/>
          </a:xfrm>
          <a:prstGeom prst="rect">
            <a:avLst/>
          </a:prstGeom>
          <a:noFill/>
          <a:ln>
            <a:noFill/>
          </a:ln>
        </p:spPr>
      </p:pic>
      <p:sp>
        <p:nvSpPr>
          <p:cNvPr id="151" name="Google Shape;151;p4"/>
          <p:cNvSpPr txBox="1"/>
          <p:nvPr>
            <p:ph idx="1" type="body"/>
          </p:nvPr>
        </p:nvSpPr>
        <p:spPr>
          <a:xfrm>
            <a:off x="533400" y="2286000"/>
            <a:ext cx="3886200" cy="3810000"/>
          </a:xfrm>
          <a:prstGeom prst="rect">
            <a:avLst/>
          </a:prstGeom>
          <a:noFill/>
          <a:ln>
            <a:noFill/>
          </a:ln>
        </p:spPr>
        <p:txBody>
          <a:bodyPr anchorCtr="0" anchor="t" bIns="45700" lIns="91425" spcFirstLastPara="1" rIns="91425" wrap="square" tIns="45700">
            <a:noAutofit/>
          </a:bodyPr>
          <a:lstStyle/>
          <a:p>
            <a:pPr indent="-342900" lvl="0" marL="342900" rtl="0" algn="l">
              <a:lnSpc>
                <a:spcPct val="160000"/>
              </a:lnSpc>
              <a:spcBef>
                <a:spcPts val="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Preprinted Form</a:t>
            </a:r>
            <a:endParaRPr/>
          </a:p>
          <a:p>
            <a:pPr indent="-342900" lvl="0" marL="342900" rtl="0" algn="l">
              <a:lnSpc>
                <a:spcPct val="16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Letter</a:t>
            </a:r>
            <a:endParaRPr/>
          </a:p>
          <a:p>
            <a:pPr indent="-342900" lvl="0" marL="342900" rtl="0" algn="l">
              <a:lnSpc>
                <a:spcPct val="16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Memorandum</a:t>
            </a:r>
            <a:endParaRPr/>
          </a:p>
          <a:p>
            <a:pPr indent="-342900" lvl="0" marL="342900" rtl="0" algn="l">
              <a:lnSpc>
                <a:spcPct val="160000"/>
              </a:lnSpc>
              <a:spcBef>
                <a:spcPts val="640"/>
              </a:spcBef>
              <a:spcAft>
                <a:spcPts val="0"/>
              </a:spcAft>
              <a:buClr>
                <a:schemeClr val="dk1"/>
              </a:buClr>
              <a:buSzPts val="3200"/>
              <a:buFont typeface="Arial"/>
              <a:buChar char="•"/>
            </a:pPr>
            <a:r>
              <a:rPr b="1" i="0" lang="en-US" sz="3200" u="none">
                <a:solidFill>
                  <a:schemeClr val="dk1"/>
                </a:solidFill>
                <a:latin typeface="Arial"/>
                <a:ea typeface="Arial"/>
                <a:cs typeface="Arial"/>
                <a:sym typeface="Arial"/>
              </a:rPr>
              <a:t>Manuscript</a:t>
            </a:r>
            <a:endParaRPr/>
          </a:p>
        </p:txBody>
      </p:sp>
    </p:spTree>
  </p:cSld>
  <p:clrMapOvr>
    <a:masterClrMapping/>
  </p:clrMapOvr>
  <p:transition spd="slow">
    <p:checke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58" name="Google Shape;158;p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59" name="Google Shape;159;p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60" name="Google Shape;160;p5"/>
          <p:cNvSpPr txBox="1"/>
          <p:nvPr/>
        </p:nvSpPr>
        <p:spPr>
          <a:xfrm>
            <a:off x="457200" y="1905000"/>
            <a:ext cx="8229600" cy="426720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1" name="Google Shape;161;p5"/>
          <p:cNvSpPr txBox="1"/>
          <p:nvPr>
            <p:ph type="title"/>
          </p:nvPr>
        </p:nvSpPr>
        <p:spPr>
          <a:xfrm>
            <a:off x="457200" y="381000"/>
            <a:ext cx="8229600" cy="1524000"/>
          </a:xfrm>
          <a:prstGeom prst="rect">
            <a:avLst/>
          </a:prstGeom>
          <a:solidFill>
            <a:srgbClr val="0033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Choosing an Approach</a:t>
            </a:r>
            <a:endParaRPr/>
          </a:p>
        </p:txBody>
      </p:sp>
      <p:sp>
        <p:nvSpPr>
          <p:cNvPr id="162" name="Google Shape;162;p5"/>
          <p:cNvSpPr/>
          <p:nvPr/>
        </p:nvSpPr>
        <p:spPr>
          <a:xfrm>
            <a:off x="533400" y="2133600"/>
            <a:ext cx="8077200" cy="1600200"/>
          </a:xfrm>
          <a:prstGeom prst="leftRightArrow">
            <a:avLst>
              <a:gd fmla="val 50000" name="adj1"/>
              <a:gd fmla="val 50000" name="adj2"/>
            </a:avLst>
          </a:prstGeom>
          <a:solidFill>
            <a:srgbClr val="FFFFFF"/>
          </a:solidFill>
          <a:ln cap="flat" cmpd="sng" w="9525">
            <a:solidFill>
              <a:schemeClr val="dk1"/>
            </a:solidFill>
            <a:prstDash val="solid"/>
            <a:miter lim="800000"/>
            <a:headEnd len="sm" w="sm" type="none"/>
            <a:tailEnd len="sm" w="sm" type="none"/>
          </a:ln>
          <a:effectLst>
            <a:outerShdw blurRad="63500" dir="14606097" dist="56796">
              <a:schemeClr val="lt2"/>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3" name="Google Shape;163;p5"/>
          <p:cNvSpPr txBox="1"/>
          <p:nvPr/>
        </p:nvSpPr>
        <p:spPr>
          <a:xfrm>
            <a:off x="1311275" y="2705100"/>
            <a:ext cx="2555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Direct Approach</a:t>
            </a:r>
            <a:endParaRPr/>
          </a:p>
        </p:txBody>
      </p:sp>
      <p:sp>
        <p:nvSpPr>
          <p:cNvPr id="164" name="Google Shape;164;p5"/>
          <p:cNvSpPr txBox="1"/>
          <p:nvPr/>
        </p:nvSpPr>
        <p:spPr>
          <a:xfrm>
            <a:off x="5045075" y="2705100"/>
            <a:ext cx="279082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Indirect Approach</a:t>
            </a:r>
            <a:endParaRPr/>
          </a:p>
        </p:txBody>
      </p:sp>
      <p:sp>
        <p:nvSpPr>
          <p:cNvPr id="165" name="Google Shape;165;p5"/>
          <p:cNvSpPr txBox="1"/>
          <p:nvPr/>
        </p:nvSpPr>
        <p:spPr>
          <a:xfrm>
            <a:off x="6400800" y="3962400"/>
            <a:ext cx="8778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Hostile</a:t>
            </a:r>
            <a:endParaRPr/>
          </a:p>
        </p:txBody>
      </p:sp>
      <p:sp>
        <p:nvSpPr>
          <p:cNvPr id="166" name="Google Shape;166;p5"/>
          <p:cNvSpPr txBox="1"/>
          <p:nvPr/>
        </p:nvSpPr>
        <p:spPr>
          <a:xfrm>
            <a:off x="5486400" y="4860925"/>
            <a:ext cx="109855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Skeptical</a:t>
            </a:r>
            <a:endParaRPr/>
          </a:p>
        </p:txBody>
      </p:sp>
      <p:sp>
        <p:nvSpPr>
          <p:cNvPr id="167" name="Google Shape;167;p5"/>
          <p:cNvSpPr txBox="1"/>
          <p:nvPr/>
        </p:nvSpPr>
        <p:spPr>
          <a:xfrm>
            <a:off x="4011612" y="5699125"/>
            <a:ext cx="11207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a:t>
            </a:r>
            <a:endParaRPr/>
          </a:p>
        </p:txBody>
      </p:sp>
      <p:sp>
        <p:nvSpPr>
          <p:cNvPr id="168" name="Google Shape;168;p5"/>
          <p:cNvSpPr txBox="1"/>
          <p:nvPr/>
        </p:nvSpPr>
        <p:spPr>
          <a:xfrm>
            <a:off x="1752600" y="3962400"/>
            <a:ext cx="11684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Receptive</a:t>
            </a:r>
            <a:endParaRPr/>
          </a:p>
        </p:txBody>
      </p:sp>
      <p:sp>
        <p:nvSpPr>
          <p:cNvPr id="169" name="Google Shape;169;p5"/>
          <p:cNvSpPr txBox="1"/>
          <p:nvPr/>
        </p:nvSpPr>
        <p:spPr>
          <a:xfrm>
            <a:off x="2449512" y="4860925"/>
            <a:ext cx="15128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Open-Minded</a:t>
            </a:r>
            <a:endParaRPr/>
          </a:p>
        </p:txBody>
      </p:sp>
      <p:cxnSp>
        <p:nvCxnSpPr>
          <p:cNvPr id="170" name="Google Shape;170;p5"/>
          <p:cNvCxnSpPr/>
          <p:nvPr/>
        </p:nvCxnSpPr>
        <p:spPr>
          <a:xfrm flipH="1" rot="10800000">
            <a:off x="5132387" y="4359162"/>
            <a:ext cx="1708200" cy="1538400"/>
          </a:xfrm>
          <a:prstGeom prst="bentConnector2">
            <a:avLst/>
          </a:prstGeom>
          <a:noFill/>
          <a:ln cap="flat" cmpd="sng" w="9525">
            <a:solidFill>
              <a:schemeClr val="dk1"/>
            </a:solidFill>
            <a:prstDash val="solid"/>
            <a:miter lim="800000"/>
            <a:headEnd len="med" w="med" type="none"/>
            <a:tailEnd len="med" w="med" type="none"/>
          </a:ln>
        </p:spPr>
      </p:cxnSp>
      <p:cxnSp>
        <p:nvCxnSpPr>
          <p:cNvPr id="171" name="Google Shape;171;p5"/>
          <p:cNvCxnSpPr/>
          <p:nvPr/>
        </p:nvCxnSpPr>
        <p:spPr>
          <a:xfrm flipH="1" rot="10800000">
            <a:off x="5132387" y="5257662"/>
            <a:ext cx="903300" cy="639900"/>
          </a:xfrm>
          <a:prstGeom prst="bentConnector2">
            <a:avLst/>
          </a:prstGeom>
          <a:noFill/>
          <a:ln cap="flat" cmpd="sng" w="9525">
            <a:solidFill>
              <a:schemeClr val="dk1"/>
            </a:solidFill>
            <a:prstDash val="solid"/>
            <a:miter lim="800000"/>
            <a:headEnd len="med" w="med" type="none"/>
            <a:tailEnd len="med" w="med" type="none"/>
          </a:ln>
        </p:spPr>
      </p:cxnSp>
      <p:cxnSp>
        <p:nvCxnSpPr>
          <p:cNvPr id="172" name="Google Shape;172;p5"/>
          <p:cNvCxnSpPr/>
          <p:nvPr/>
        </p:nvCxnSpPr>
        <p:spPr>
          <a:xfrm rot="10800000">
            <a:off x="3206712" y="5257662"/>
            <a:ext cx="804900" cy="639900"/>
          </a:xfrm>
          <a:prstGeom prst="bentConnector2">
            <a:avLst/>
          </a:prstGeom>
          <a:noFill/>
          <a:ln cap="flat" cmpd="sng" w="9525">
            <a:solidFill>
              <a:schemeClr val="dk1"/>
            </a:solidFill>
            <a:prstDash val="solid"/>
            <a:miter lim="800000"/>
            <a:headEnd len="med" w="med" type="none"/>
            <a:tailEnd len="med" w="med" type="none"/>
          </a:ln>
        </p:spPr>
      </p:cxnSp>
      <p:cxnSp>
        <p:nvCxnSpPr>
          <p:cNvPr id="173" name="Google Shape;173;p5"/>
          <p:cNvCxnSpPr/>
          <p:nvPr/>
        </p:nvCxnSpPr>
        <p:spPr>
          <a:xfrm rot="10800000">
            <a:off x="2336712" y="4359162"/>
            <a:ext cx="1674900" cy="1538400"/>
          </a:xfrm>
          <a:prstGeom prst="bentConnector2">
            <a:avLst/>
          </a:prstGeom>
          <a:noFill/>
          <a:ln cap="flat" cmpd="sng" w="9525">
            <a:solidFill>
              <a:schemeClr val="dk1"/>
            </a:solidFill>
            <a:prstDash val="solid"/>
            <a:miter lim="800000"/>
            <a:headEnd len="med" w="med" type="none"/>
            <a:tailEnd len="med" w="med" type="none"/>
          </a:ln>
        </p:spPr>
      </p:cxnSp>
      <p:cxnSp>
        <p:nvCxnSpPr>
          <p:cNvPr id="174" name="Google Shape;174;p5"/>
          <p:cNvCxnSpPr/>
          <p:nvPr/>
        </p:nvCxnSpPr>
        <p:spPr>
          <a:xfrm rot="10800000">
            <a:off x="4572000" y="3333750"/>
            <a:ext cx="0" cy="2365375"/>
          </a:xfrm>
          <a:prstGeom prst="straightConnector1">
            <a:avLst/>
          </a:prstGeom>
          <a:noFill/>
          <a:ln cap="flat" cmpd="sng" w="9525">
            <a:solidFill>
              <a:schemeClr val="dk1"/>
            </a:solidFill>
            <a:prstDash val="solid"/>
            <a:miter lim="800000"/>
            <a:headEnd len="med" w="med" type="none"/>
            <a:tailEnd len="med" w="med" type="none"/>
          </a:ln>
        </p:spPr>
      </p:cxnSp>
      <p:cxnSp>
        <p:nvCxnSpPr>
          <p:cNvPr id="175" name="Google Shape;175;p5"/>
          <p:cNvCxnSpPr/>
          <p:nvPr/>
        </p:nvCxnSpPr>
        <p:spPr>
          <a:xfrm rot="5400000">
            <a:off x="3125700" y="3414750"/>
            <a:ext cx="1527300" cy="1365300"/>
          </a:xfrm>
          <a:prstGeom prst="bentConnector3">
            <a:avLst>
              <a:gd fmla="val 13628" name="adj1"/>
            </a:avLst>
          </a:prstGeom>
          <a:noFill/>
          <a:ln cap="flat" cmpd="sng" w="9525">
            <a:solidFill>
              <a:schemeClr val="dk1"/>
            </a:solidFill>
            <a:prstDash val="solid"/>
            <a:miter lim="800000"/>
            <a:headEnd len="med" w="med" type="none"/>
            <a:tailEnd len="med" w="med" type="none"/>
          </a:ln>
        </p:spPr>
      </p:cxnSp>
      <p:cxnSp>
        <p:nvCxnSpPr>
          <p:cNvPr id="176" name="Google Shape;176;p5"/>
          <p:cNvCxnSpPr/>
          <p:nvPr/>
        </p:nvCxnSpPr>
        <p:spPr>
          <a:xfrm flipH="1">
            <a:off x="2336700" y="3333750"/>
            <a:ext cx="2235300" cy="6288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177" name="Google Shape;177;p5"/>
          <p:cNvCxnSpPr/>
          <p:nvPr/>
        </p:nvCxnSpPr>
        <p:spPr>
          <a:xfrm flipH="1" rot="-5400000">
            <a:off x="4540200" y="3365550"/>
            <a:ext cx="1527300" cy="1463700"/>
          </a:xfrm>
          <a:prstGeom prst="bentConnector3">
            <a:avLst>
              <a:gd fmla="val 13628" name="adj1"/>
            </a:avLst>
          </a:prstGeom>
          <a:noFill/>
          <a:ln cap="flat" cmpd="sng" w="9525">
            <a:solidFill>
              <a:schemeClr val="dk1"/>
            </a:solidFill>
            <a:prstDash val="solid"/>
            <a:miter lim="800000"/>
            <a:headEnd len="med" w="med" type="none"/>
            <a:tailEnd len="med" w="med" type="none"/>
          </a:ln>
        </p:spPr>
      </p:cxnSp>
      <p:cxnSp>
        <p:nvCxnSpPr>
          <p:cNvPr id="178" name="Google Shape;178;p5"/>
          <p:cNvCxnSpPr/>
          <p:nvPr/>
        </p:nvCxnSpPr>
        <p:spPr>
          <a:xfrm>
            <a:off x="4572000" y="3333750"/>
            <a:ext cx="2268600" cy="628800"/>
          </a:xfrm>
          <a:prstGeom prst="bentConnector3">
            <a:avLst>
              <a:gd fmla="val 0" name="adj1"/>
            </a:avLst>
          </a:prstGeom>
          <a:noFill/>
          <a:ln cap="flat" cmpd="sng" w="9525">
            <a:solidFill>
              <a:schemeClr val="dk1"/>
            </a:solidFill>
            <a:prstDash val="solid"/>
            <a:miter lim="800000"/>
            <a:headEnd len="med" w="med" type="none"/>
            <a:tailEnd len="med" w="med" type="none"/>
          </a:ln>
        </p:spPr>
      </p:cxnSp>
    </p:spTree>
  </p:cSld>
  <p:clrMapOvr>
    <a:masterClrMapping/>
  </p:clrMapOvr>
  <p:transition spd="slow">
    <p:spli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85" name="Google Shape;185;p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86" name="Google Shape;186;p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87" name="Google Shape;187;p6"/>
          <p:cNvSpPr txBox="1"/>
          <p:nvPr/>
        </p:nvSpPr>
        <p:spPr>
          <a:xfrm>
            <a:off x="457200" y="2286000"/>
            <a:ext cx="8229600" cy="3886200"/>
          </a:xfrm>
          <a:prstGeom prst="rect">
            <a:avLst/>
          </a:prstGeom>
          <a:gradFill>
            <a:gsLst>
              <a:gs pos="0">
                <a:srgbClr val="D1C39F"/>
              </a:gs>
              <a:gs pos="35000">
                <a:srgbClr val="F0EBD5"/>
              </a:gs>
              <a:gs pos="100000">
                <a:srgbClr val="FFEFD1"/>
              </a:gs>
            </a:gsLst>
            <a:path path="circle">
              <a:fillToRect b="50%" l="50%" r="50%" t="50%"/>
            </a:path>
            <a:tileRect/>
          </a:gra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8" name="Google Shape;188;p6"/>
          <p:cNvSpPr txBox="1"/>
          <p:nvPr>
            <p:ph type="title"/>
          </p:nvPr>
        </p:nvSpPr>
        <p:spPr>
          <a:xfrm>
            <a:off x="457200" y="381000"/>
            <a:ext cx="8229600" cy="1905000"/>
          </a:xfrm>
          <a:prstGeom prst="rect">
            <a:avLst/>
          </a:prstGeom>
          <a:solidFill>
            <a:srgbClr val="800000"/>
          </a:solidFill>
          <a:ln cap="flat" cmpd="sng" w="2857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Structuring </a:t>
            </a:r>
            <a:br>
              <a:rPr b="1" i="0" lang="en-US" sz="5400" u="none">
                <a:solidFill>
                  <a:schemeClr val="lt1"/>
                </a:solidFill>
                <a:latin typeface="Tahoma"/>
                <a:ea typeface="Tahoma"/>
                <a:cs typeface="Tahoma"/>
                <a:sym typeface="Tahoma"/>
              </a:rPr>
            </a:br>
            <a:r>
              <a:rPr b="1" i="0" lang="en-US" sz="5400" u="none">
                <a:solidFill>
                  <a:schemeClr val="lt1"/>
                </a:solidFill>
                <a:latin typeface="Tahoma"/>
                <a:ea typeface="Tahoma"/>
                <a:cs typeface="Tahoma"/>
                <a:sym typeface="Tahoma"/>
              </a:rPr>
              <a:t>Informational Reports</a:t>
            </a:r>
            <a:endParaRPr/>
          </a:p>
        </p:txBody>
      </p:sp>
      <p:sp>
        <p:nvSpPr>
          <p:cNvPr id="189" name="Google Shape;189;p6"/>
          <p:cNvSpPr txBox="1"/>
          <p:nvPr/>
        </p:nvSpPr>
        <p:spPr>
          <a:xfrm>
            <a:off x="6019800" y="25146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Chronology</a:t>
            </a:r>
            <a:endParaRPr/>
          </a:p>
          <a:p>
            <a:pPr indent="0" lvl="0" marL="0" marR="0" rtl="0" algn="ctr">
              <a:lnSpc>
                <a:spcPct val="100000"/>
              </a:lnSpc>
              <a:spcBef>
                <a:spcPts val="0"/>
              </a:spcBef>
              <a:spcAft>
                <a:spcPts val="0"/>
              </a:spcAft>
              <a:buClr>
                <a:schemeClr val="dk1"/>
              </a:buClr>
              <a:buSzPts val="1800"/>
              <a:buFont typeface="Arial Black"/>
              <a:buNone/>
            </a:pPr>
            <a:r>
              <a:rPr b="1" i="0" lang="en-US" sz="1800" u="none">
                <a:solidFill>
                  <a:schemeClr val="dk1"/>
                </a:solidFill>
                <a:latin typeface="Arial Black"/>
                <a:ea typeface="Arial Black"/>
                <a:cs typeface="Arial Black"/>
                <a:sym typeface="Arial Black"/>
              </a:rPr>
              <a:t>(To describe </a:t>
            </a:r>
            <a:endParaRPr/>
          </a:p>
          <a:p>
            <a:pPr indent="0" lvl="0" marL="0" marR="0" rtl="0" algn="ctr">
              <a:lnSpc>
                <a:spcPct val="100000"/>
              </a:lnSpc>
              <a:spcBef>
                <a:spcPts val="0"/>
              </a:spcBef>
              <a:spcAft>
                <a:spcPts val="0"/>
              </a:spcAft>
              <a:buClr>
                <a:schemeClr val="dk1"/>
              </a:buClr>
              <a:buSzPts val="1800"/>
              <a:buFont typeface="Arial Black"/>
              <a:buNone/>
            </a:pPr>
            <a:r>
              <a:rPr b="1" i="0" lang="en-US" sz="1800" u="none">
                <a:solidFill>
                  <a:schemeClr val="dk1"/>
                </a:solidFill>
                <a:latin typeface="Arial Black"/>
                <a:ea typeface="Arial Black"/>
                <a:cs typeface="Arial Black"/>
                <a:sym typeface="Arial Black"/>
              </a:rPr>
              <a:t>chain of events)</a:t>
            </a:r>
            <a:endParaRPr/>
          </a:p>
        </p:txBody>
      </p:sp>
      <p:sp>
        <p:nvSpPr>
          <p:cNvPr id="190" name="Google Shape;190;p6"/>
          <p:cNvSpPr txBox="1"/>
          <p:nvPr/>
        </p:nvSpPr>
        <p:spPr>
          <a:xfrm>
            <a:off x="609600" y="25146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Importance</a:t>
            </a:r>
            <a:endParaRPr/>
          </a:p>
        </p:txBody>
      </p:sp>
      <p:sp>
        <p:nvSpPr>
          <p:cNvPr id="191" name="Google Shape;191;p6"/>
          <p:cNvSpPr txBox="1"/>
          <p:nvPr/>
        </p:nvSpPr>
        <p:spPr>
          <a:xfrm>
            <a:off x="3314700" y="25146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Sequence</a:t>
            </a:r>
            <a:endParaRPr/>
          </a:p>
          <a:p>
            <a:pPr indent="0" lvl="0" marL="0" marR="0" rtl="0" algn="ctr">
              <a:lnSpc>
                <a:spcPct val="100000"/>
              </a:lnSpc>
              <a:spcBef>
                <a:spcPts val="0"/>
              </a:spcBef>
              <a:spcAft>
                <a:spcPts val="0"/>
              </a:spcAft>
              <a:buClr>
                <a:schemeClr val="dk1"/>
              </a:buClr>
              <a:buSzPts val="1800"/>
              <a:buFont typeface="Arial Black"/>
              <a:buNone/>
            </a:pPr>
            <a:r>
              <a:rPr b="1" i="0" lang="en-US" sz="1800" u="none">
                <a:solidFill>
                  <a:schemeClr val="dk1"/>
                </a:solidFill>
                <a:latin typeface="Arial Black"/>
                <a:ea typeface="Arial Black"/>
                <a:cs typeface="Arial Black"/>
                <a:sym typeface="Arial Black"/>
              </a:rPr>
              <a:t>(To describe </a:t>
            </a:r>
            <a:endParaRPr/>
          </a:p>
          <a:p>
            <a:pPr indent="0" lvl="0" marL="0" marR="0" rtl="0" algn="ctr">
              <a:lnSpc>
                <a:spcPct val="100000"/>
              </a:lnSpc>
              <a:spcBef>
                <a:spcPts val="0"/>
              </a:spcBef>
              <a:spcAft>
                <a:spcPts val="0"/>
              </a:spcAft>
              <a:buClr>
                <a:schemeClr val="dk1"/>
              </a:buClr>
              <a:buSzPts val="1800"/>
              <a:buFont typeface="Arial Black"/>
              <a:buNone/>
            </a:pPr>
            <a:r>
              <a:rPr b="1" i="0" lang="en-US" sz="1800" u="none">
                <a:solidFill>
                  <a:schemeClr val="dk1"/>
                </a:solidFill>
                <a:latin typeface="Arial Black"/>
                <a:ea typeface="Arial Black"/>
                <a:cs typeface="Arial Black"/>
                <a:sym typeface="Arial Black"/>
              </a:rPr>
              <a:t>process)</a:t>
            </a:r>
            <a:endParaRPr/>
          </a:p>
        </p:txBody>
      </p:sp>
      <p:sp>
        <p:nvSpPr>
          <p:cNvPr id="192" name="Google Shape;192;p6"/>
          <p:cNvSpPr txBox="1"/>
          <p:nvPr/>
        </p:nvSpPr>
        <p:spPr>
          <a:xfrm>
            <a:off x="609600" y="43434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Spatial</a:t>
            </a:r>
            <a:endParaRPr/>
          </a:p>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Orientation</a:t>
            </a:r>
            <a:endParaRPr/>
          </a:p>
          <a:p>
            <a:pPr indent="0" lvl="0" marL="0" marR="0" rtl="0" algn="ctr">
              <a:lnSpc>
                <a:spcPct val="100000"/>
              </a:lnSpc>
              <a:spcBef>
                <a:spcPts val="0"/>
              </a:spcBef>
              <a:spcAft>
                <a:spcPts val="0"/>
              </a:spcAft>
              <a:buClr>
                <a:schemeClr val="dk1"/>
              </a:buClr>
              <a:buSzPts val="1600"/>
              <a:buFont typeface="Arial Black"/>
              <a:buNone/>
            </a:pPr>
            <a:r>
              <a:rPr b="1" i="0" lang="en-US" sz="1600" u="none">
                <a:solidFill>
                  <a:schemeClr val="dk1"/>
                </a:solidFill>
                <a:latin typeface="Arial Black"/>
                <a:ea typeface="Arial Black"/>
                <a:cs typeface="Arial Black"/>
                <a:sym typeface="Arial Black"/>
              </a:rPr>
              <a:t>(To describe how </a:t>
            </a:r>
            <a:endParaRPr/>
          </a:p>
          <a:p>
            <a:pPr indent="0" lvl="0" marL="0" marR="0" rtl="0" algn="ctr">
              <a:lnSpc>
                <a:spcPct val="100000"/>
              </a:lnSpc>
              <a:spcBef>
                <a:spcPts val="0"/>
              </a:spcBef>
              <a:spcAft>
                <a:spcPts val="0"/>
              </a:spcAft>
              <a:buClr>
                <a:schemeClr val="dk1"/>
              </a:buClr>
              <a:buSzPts val="1600"/>
              <a:buFont typeface="Arial Black"/>
              <a:buNone/>
            </a:pPr>
            <a:r>
              <a:rPr b="1" i="0" lang="en-US" sz="1600" u="none">
                <a:solidFill>
                  <a:schemeClr val="dk1"/>
                </a:solidFill>
                <a:latin typeface="Arial Black"/>
                <a:ea typeface="Arial Black"/>
                <a:cs typeface="Arial Black"/>
                <a:sym typeface="Arial Black"/>
              </a:rPr>
              <a:t>something works)</a:t>
            </a:r>
            <a:endParaRPr/>
          </a:p>
        </p:txBody>
      </p:sp>
      <p:sp>
        <p:nvSpPr>
          <p:cNvPr id="193" name="Google Shape;193;p6"/>
          <p:cNvSpPr txBox="1"/>
          <p:nvPr/>
        </p:nvSpPr>
        <p:spPr>
          <a:xfrm>
            <a:off x="6019800" y="43434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Category</a:t>
            </a:r>
            <a:endParaRPr/>
          </a:p>
          <a:p>
            <a:pPr indent="0" lvl="0" marL="0" marR="0" rtl="0" algn="ctr">
              <a:lnSpc>
                <a:spcPct val="100000"/>
              </a:lnSpc>
              <a:spcBef>
                <a:spcPts val="0"/>
              </a:spcBef>
              <a:spcAft>
                <a:spcPts val="0"/>
              </a:spcAft>
              <a:buClr>
                <a:schemeClr val="dk1"/>
              </a:buClr>
              <a:buSzPts val="1400"/>
              <a:buFont typeface="Arial Black"/>
              <a:buNone/>
            </a:pPr>
            <a:r>
              <a:rPr b="1" i="0" lang="en-US" sz="1400" u="none">
                <a:solidFill>
                  <a:schemeClr val="dk1"/>
                </a:solidFill>
                <a:latin typeface="Arial Black"/>
                <a:ea typeface="Arial Black"/>
                <a:cs typeface="Arial Black"/>
                <a:sym typeface="Arial Black"/>
              </a:rPr>
              <a:t>(To review several </a:t>
            </a:r>
            <a:endParaRPr/>
          </a:p>
          <a:p>
            <a:pPr indent="0" lvl="0" marL="0" marR="0" rtl="0" algn="ctr">
              <a:lnSpc>
                <a:spcPct val="100000"/>
              </a:lnSpc>
              <a:spcBef>
                <a:spcPts val="0"/>
              </a:spcBef>
              <a:spcAft>
                <a:spcPts val="0"/>
              </a:spcAft>
              <a:buClr>
                <a:schemeClr val="dk1"/>
              </a:buClr>
              <a:buSzPts val="1400"/>
              <a:buFont typeface="Arial Black"/>
              <a:buNone/>
            </a:pPr>
            <a:r>
              <a:rPr b="1" i="0" lang="en-US" sz="1400" u="none">
                <a:solidFill>
                  <a:schemeClr val="dk1"/>
                </a:solidFill>
                <a:latin typeface="Arial Black"/>
                <a:ea typeface="Arial Black"/>
                <a:cs typeface="Arial Black"/>
                <a:sym typeface="Arial Black"/>
              </a:rPr>
              <a:t>distinct </a:t>
            </a:r>
            <a:endParaRPr/>
          </a:p>
          <a:p>
            <a:pPr indent="0" lvl="0" marL="0" marR="0" rtl="0" algn="ctr">
              <a:lnSpc>
                <a:spcPct val="100000"/>
              </a:lnSpc>
              <a:spcBef>
                <a:spcPts val="0"/>
              </a:spcBef>
              <a:spcAft>
                <a:spcPts val="0"/>
              </a:spcAft>
              <a:buClr>
                <a:schemeClr val="dk1"/>
              </a:buClr>
              <a:buSzPts val="1400"/>
              <a:buFont typeface="Arial Black"/>
              <a:buNone/>
            </a:pPr>
            <a:r>
              <a:rPr b="1" i="0" lang="en-US" sz="1400" u="none">
                <a:solidFill>
                  <a:schemeClr val="dk1"/>
                </a:solidFill>
                <a:latin typeface="Arial Black"/>
                <a:ea typeface="Arial Black"/>
                <a:cs typeface="Arial Black"/>
                <a:sym typeface="Arial Black"/>
              </a:rPr>
              <a:t>Aspects)</a:t>
            </a:r>
            <a:endParaRPr/>
          </a:p>
        </p:txBody>
      </p:sp>
      <p:sp>
        <p:nvSpPr>
          <p:cNvPr id="194" name="Google Shape;194;p6"/>
          <p:cNvSpPr txBox="1"/>
          <p:nvPr/>
        </p:nvSpPr>
        <p:spPr>
          <a:xfrm>
            <a:off x="3314700" y="4343400"/>
            <a:ext cx="2514600" cy="1579562"/>
          </a:xfrm>
          <a:prstGeom prst="rect">
            <a:avLst/>
          </a:prstGeom>
          <a:gradFill>
            <a:gsLst>
              <a:gs pos="0">
                <a:srgbClr val="D1C39F"/>
              </a:gs>
              <a:gs pos="17500">
                <a:srgbClr val="F0EBD5"/>
              </a:gs>
              <a:gs pos="50000">
                <a:srgbClr val="FFEFD1"/>
              </a:gs>
              <a:gs pos="82499">
                <a:srgbClr val="F0EBD5"/>
              </a:gs>
              <a:gs pos="100000">
                <a:srgbClr val="D1C39F"/>
              </a:gs>
            </a:gsLst>
            <a:lin ang="5400000" scaled="0"/>
          </a:gradFill>
          <a:ln cap="flat" cmpd="sng" w="9525">
            <a:solidFill>
              <a:schemeClr val="dk1"/>
            </a:solidFill>
            <a:prstDash val="solid"/>
            <a:miter lim="800000"/>
            <a:headEnd len="sm" w="sm" type="none"/>
            <a:tailEnd len="sm" w="sm" type="none"/>
          </a:ln>
          <a:effectLst>
            <a:outerShdw blurRad="63500" dir="2700000" dist="107763">
              <a:srgbClr val="808080">
                <a:alpha val="4980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Black"/>
              <a:buNone/>
            </a:pPr>
            <a:r>
              <a:rPr b="1" i="0" lang="en-US" sz="2400" u="none">
                <a:solidFill>
                  <a:schemeClr val="dk1"/>
                </a:solidFill>
                <a:latin typeface="Arial Black"/>
                <a:ea typeface="Arial Black"/>
                <a:cs typeface="Arial Black"/>
                <a:sym typeface="Arial Black"/>
              </a:rPr>
              <a:t>Geography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01" name="Google Shape;201;p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02" name="Google Shape;202;p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03" name="Google Shape;203;p7"/>
          <p:cNvSpPr txBox="1"/>
          <p:nvPr>
            <p:ph type="title"/>
          </p:nvPr>
        </p:nvSpPr>
        <p:spPr>
          <a:xfrm>
            <a:off x="457200" y="381000"/>
            <a:ext cx="8229600" cy="1981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Structuring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Analytical Reports</a:t>
            </a:r>
            <a:endParaRPr/>
          </a:p>
        </p:txBody>
      </p:sp>
      <p:grpSp>
        <p:nvGrpSpPr>
          <p:cNvPr id="204" name="Google Shape;204;p7"/>
          <p:cNvGrpSpPr/>
          <p:nvPr/>
        </p:nvGrpSpPr>
        <p:grpSpPr>
          <a:xfrm>
            <a:off x="457200" y="2362200"/>
            <a:ext cx="8229600" cy="3810000"/>
            <a:chOff x="288" y="1488"/>
            <a:chExt cx="5184" cy="2400"/>
          </a:xfrm>
        </p:grpSpPr>
        <p:sp>
          <p:nvSpPr>
            <p:cNvPr id="205" name="Google Shape;205;p7"/>
            <p:cNvSpPr txBox="1"/>
            <p:nvPr/>
          </p:nvSpPr>
          <p:spPr>
            <a:xfrm>
              <a:off x="288" y="1488"/>
              <a:ext cx="5184" cy="2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206" name="Google Shape;206;p7"/>
            <p:cNvCxnSpPr/>
            <p:nvPr/>
          </p:nvCxnSpPr>
          <p:spPr>
            <a:xfrm>
              <a:off x="336" y="2352"/>
              <a:ext cx="5088" cy="0"/>
            </a:xfrm>
            <a:prstGeom prst="straightConnector1">
              <a:avLst/>
            </a:prstGeom>
            <a:noFill/>
            <a:ln cap="flat" cmpd="sng" w="76200">
              <a:solidFill>
                <a:schemeClr val="dk1"/>
              </a:solidFill>
              <a:prstDash val="solid"/>
              <a:miter lim="800000"/>
              <a:headEnd len="med" w="med" type="triangle"/>
              <a:tailEnd len="med" w="med" type="triangle"/>
            </a:ln>
          </p:spPr>
        </p:cxnSp>
        <p:sp>
          <p:nvSpPr>
            <p:cNvPr id="207" name="Google Shape;207;p7"/>
            <p:cNvSpPr txBox="1"/>
            <p:nvPr/>
          </p:nvSpPr>
          <p:spPr>
            <a:xfrm>
              <a:off x="576" y="2877"/>
              <a:ext cx="93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Focusing on </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Conclusions</a:t>
              </a:r>
              <a:endParaRPr/>
            </a:p>
          </p:txBody>
        </p:sp>
        <p:sp>
          <p:nvSpPr>
            <p:cNvPr id="208" name="Google Shape;208;p7"/>
            <p:cNvSpPr txBox="1"/>
            <p:nvPr/>
          </p:nvSpPr>
          <p:spPr>
            <a:xfrm>
              <a:off x="2235" y="2880"/>
              <a:ext cx="1290"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Focusing on</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Recommendations</a:t>
              </a:r>
              <a:endParaRPr/>
            </a:p>
          </p:txBody>
        </p:sp>
        <p:sp>
          <p:nvSpPr>
            <p:cNvPr id="209" name="Google Shape;209;p7"/>
            <p:cNvSpPr txBox="1"/>
            <p:nvPr/>
          </p:nvSpPr>
          <p:spPr>
            <a:xfrm>
              <a:off x="4080" y="2877"/>
              <a:ext cx="1303" cy="44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Focusing on</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Logical Arguments</a:t>
              </a:r>
              <a:endParaRPr/>
            </a:p>
          </p:txBody>
        </p:sp>
        <p:sp>
          <p:nvSpPr>
            <p:cNvPr id="210" name="Google Shape;210;p7"/>
            <p:cNvSpPr txBox="1"/>
            <p:nvPr/>
          </p:nvSpPr>
          <p:spPr>
            <a:xfrm>
              <a:off x="2527" y="1584"/>
              <a:ext cx="70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a:t>
              </a:r>
              <a:endParaRPr/>
            </a:p>
          </p:txBody>
        </p:sp>
        <p:sp>
          <p:nvSpPr>
            <p:cNvPr id="211" name="Google Shape;211;p7"/>
            <p:cNvSpPr txBox="1"/>
            <p:nvPr/>
          </p:nvSpPr>
          <p:spPr>
            <a:xfrm>
              <a:off x="673" y="2054"/>
              <a:ext cx="736"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Receptive</a:t>
              </a:r>
              <a:endParaRPr/>
            </a:p>
          </p:txBody>
        </p:sp>
        <p:sp>
          <p:nvSpPr>
            <p:cNvPr id="212" name="Google Shape;212;p7"/>
            <p:cNvSpPr txBox="1"/>
            <p:nvPr/>
          </p:nvSpPr>
          <p:spPr>
            <a:xfrm>
              <a:off x="4298" y="2054"/>
              <a:ext cx="867"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Unreceptive</a:t>
              </a:r>
              <a:endParaRPr/>
            </a:p>
          </p:txBody>
        </p:sp>
        <p:cxnSp>
          <p:nvCxnSpPr>
            <p:cNvPr id="213" name="Google Shape;213;p7"/>
            <p:cNvCxnSpPr/>
            <p:nvPr/>
          </p:nvCxnSpPr>
          <p:spPr>
            <a:xfrm>
              <a:off x="3253" y="1728"/>
              <a:ext cx="1499" cy="345"/>
            </a:xfrm>
            <a:prstGeom prst="bentConnector2">
              <a:avLst/>
            </a:prstGeom>
            <a:noFill/>
            <a:ln cap="flat" cmpd="sng" w="9525">
              <a:solidFill>
                <a:schemeClr val="dk1"/>
              </a:solidFill>
              <a:prstDash val="solid"/>
              <a:miter lim="800000"/>
              <a:headEnd len="med" w="med" type="none"/>
              <a:tailEnd len="med" w="med" type="none"/>
            </a:ln>
          </p:spPr>
        </p:cxnSp>
        <p:cxnSp>
          <p:nvCxnSpPr>
            <p:cNvPr id="214" name="Google Shape;214;p7"/>
            <p:cNvCxnSpPr/>
            <p:nvPr/>
          </p:nvCxnSpPr>
          <p:spPr>
            <a:xfrm flipH="1">
              <a:off x="1008" y="1728"/>
              <a:ext cx="1486" cy="345"/>
            </a:xfrm>
            <a:prstGeom prst="bentConnector2">
              <a:avLst/>
            </a:prstGeom>
            <a:noFill/>
            <a:ln cap="flat" cmpd="sng" w="9525">
              <a:solidFill>
                <a:schemeClr val="dk1"/>
              </a:solidFill>
              <a:prstDash val="solid"/>
              <a:miter lim="800000"/>
              <a:headEnd len="med" w="med" type="none"/>
              <a:tailEnd len="med" w="med" type="none"/>
            </a:ln>
          </p:spPr>
        </p:cxnSp>
        <p:cxnSp>
          <p:nvCxnSpPr>
            <p:cNvPr id="215" name="Google Shape;215;p7"/>
            <p:cNvCxnSpPr/>
            <p:nvPr/>
          </p:nvCxnSpPr>
          <p:spPr>
            <a:xfrm>
              <a:off x="1409" y="2179"/>
              <a:ext cx="2889" cy="0"/>
            </a:xfrm>
            <a:prstGeom prst="straightConnector1">
              <a:avLst/>
            </a:prstGeom>
            <a:noFill/>
            <a:ln cap="flat" cmpd="sng" w="9525">
              <a:solidFill>
                <a:schemeClr val="dk1"/>
              </a:solidFill>
              <a:prstDash val="solid"/>
              <a:miter lim="800000"/>
              <a:headEnd len="med" w="med" type="triangle"/>
              <a:tailEnd len="med" w="med" type="triangle"/>
            </a:ln>
          </p:spPr>
        </p:cxnSp>
        <p:sp>
          <p:nvSpPr>
            <p:cNvPr id="216" name="Google Shape;216;p7"/>
            <p:cNvSpPr txBox="1"/>
            <p:nvPr/>
          </p:nvSpPr>
          <p:spPr>
            <a:xfrm>
              <a:off x="1632" y="3590"/>
              <a:ext cx="488"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Direct</a:t>
              </a:r>
              <a:endParaRPr/>
            </a:p>
          </p:txBody>
        </p:sp>
        <p:sp>
          <p:nvSpPr>
            <p:cNvPr id="217" name="Google Shape;217;p7"/>
            <p:cNvSpPr txBox="1"/>
            <p:nvPr/>
          </p:nvSpPr>
          <p:spPr>
            <a:xfrm>
              <a:off x="3600" y="3590"/>
              <a:ext cx="589" cy="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Indirect</a:t>
              </a:r>
              <a:endParaRPr/>
            </a:p>
          </p:txBody>
        </p:sp>
        <p:cxnSp>
          <p:nvCxnSpPr>
            <p:cNvPr id="218" name="Google Shape;218;p7"/>
            <p:cNvCxnSpPr/>
            <p:nvPr/>
          </p:nvCxnSpPr>
          <p:spPr>
            <a:xfrm rot="10800000">
              <a:off x="1008" y="3312"/>
              <a:ext cx="591" cy="390"/>
            </a:xfrm>
            <a:prstGeom prst="bentConnector2">
              <a:avLst/>
            </a:prstGeom>
            <a:noFill/>
            <a:ln cap="flat" cmpd="sng" w="9525">
              <a:solidFill>
                <a:schemeClr val="dk1"/>
              </a:solidFill>
              <a:prstDash val="solid"/>
              <a:miter lim="800000"/>
              <a:headEnd len="med" w="med" type="none"/>
              <a:tailEnd len="med" w="med" type="none"/>
            </a:ln>
          </p:spPr>
        </p:cxnSp>
        <p:cxnSp>
          <p:nvCxnSpPr>
            <p:cNvPr id="219" name="Google Shape;219;p7"/>
            <p:cNvCxnSpPr/>
            <p:nvPr/>
          </p:nvCxnSpPr>
          <p:spPr>
            <a:xfrm flipH="1" rot="10800000">
              <a:off x="2120" y="3322"/>
              <a:ext cx="760" cy="393"/>
            </a:xfrm>
            <a:prstGeom prst="bentConnector2">
              <a:avLst/>
            </a:prstGeom>
            <a:noFill/>
            <a:ln cap="flat" cmpd="sng" w="9525">
              <a:solidFill>
                <a:schemeClr val="dk1"/>
              </a:solidFill>
              <a:prstDash val="solid"/>
              <a:miter lim="800000"/>
              <a:headEnd len="med" w="med" type="none"/>
              <a:tailEnd len="med" w="med" type="none"/>
            </a:ln>
          </p:spPr>
        </p:cxnSp>
        <p:cxnSp>
          <p:nvCxnSpPr>
            <p:cNvPr id="220" name="Google Shape;220;p7"/>
            <p:cNvCxnSpPr/>
            <p:nvPr/>
          </p:nvCxnSpPr>
          <p:spPr>
            <a:xfrm rot="10800000">
              <a:off x="2880" y="3322"/>
              <a:ext cx="720" cy="393"/>
            </a:xfrm>
            <a:prstGeom prst="bentConnector2">
              <a:avLst/>
            </a:prstGeom>
            <a:noFill/>
            <a:ln cap="flat" cmpd="sng" w="9525">
              <a:solidFill>
                <a:schemeClr val="dk1"/>
              </a:solidFill>
              <a:prstDash val="solid"/>
              <a:miter lim="800000"/>
              <a:headEnd len="med" w="med" type="none"/>
              <a:tailEnd len="med" w="med" type="none"/>
            </a:ln>
          </p:spPr>
        </p:cxnSp>
        <p:cxnSp>
          <p:nvCxnSpPr>
            <p:cNvPr id="221" name="Google Shape;221;p7"/>
            <p:cNvCxnSpPr/>
            <p:nvPr/>
          </p:nvCxnSpPr>
          <p:spPr>
            <a:xfrm flipH="1" rot="10800000">
              <a:off x="4209" y="3312"/>
              <a:ext cx="543" cy="390"/>
            </a:xfrm>
            <a:prstGeom prst="bentConnector2">
              <a:avLst/>
            </a:prstGeom>
            <a:noFill/>
            <a:ln cap="flat" cmpd="sng" w="9525">
              <a:solidFill>
                <a:schemeClr val="dk1"/>
              </a:solidFill>
              <a:prstDash val="solid"/>
              <a:miter lim="800000"/>
              <a:headEnd len="med" w="med" type="none"/>
              <a:tailEnd len="med" w="med" type="none"/>
            </a:ln>
          </p:spPr>
        </p:cxnSp>
        <p:cxnSp>
          <p:nvCxnSpPr>
            <p:cNvPr id="222" name="Google Shape;222;p7"/>
            <p:cNvCxnSpPr/>
            <p:nvPr/>
          </p:nvCxnSpPr>
          <p:spPr>
            <a:xfrm rot="10800000">
              <a:off x="1008" y="2352"/>
              <a:ext cx="0" cy="528"/>
            </a:xfrm>
            <a:prstGeom prst="straightConnector1">
              <a:avLst/>
            </a:prstGeom>
            <a:noFill/>
            <a:ln cap="flat" cmpd="sng" w="9525">
              <a:solidFill>
                <a:schemeClr val="dk1"/>
              </a:solidFill>
              <a:prstDash val="solid"/>
              <a:miter lim="800000"/>
              <a:headEnd len="med" w="med" type="none"/>
              <a:tailEnd len="med" w="med" type="none"/>
            </a:ln>
          </p:spPr>
        </p:cxnSp>
        <p:cxnSp>
          <p:nvCxnSpPr>
            <p:cNvPr id="223" name="Google Shape;223;p7"/>
            <p:cNvCxnSpPr/>
            <p:nvPr/>
          </p:nvCxnSpPr>
          <p:spPr>
            <a:xfrm rot="10800000">
              <a:off x="2880" y="2352"/>
              <a:ext cx="0" cy="528"/>
            </a:xfrm>
            <a:prstGeom prst="straightConnector1">
              <a:avLst/>
            </a:prstGeom>
            <a:noFill/>
            <a:ln cap="flat" cmpd="sng" w="9525">
              <a:solidFill>
                <a:schemeClr val="dk1"/>
              </a:solidFill>
              <a:prstDash val="solid"/>
              <a:miter lim="800000"/>
              <a:headEnd len="med" w="med" type="none"/>
              <a:tailEnd len="med" w="med" type="none"/>
            </a:ln>
          </p:spPr>
        </p:cxnSp>
        <p:cxnSp>
          <p:nvCxnSpPr>
            <p:cNvPr id="224" name="Google Shape;224;p7"/>
            <p:cNvCxnSpPr/>
            <p:nvPr/>
          </p:nvCxnSpPr>
          <p:spPr>
            <a:xfrm rot="10800000">
              <a:off x="4752" y="2352"/>
              <a:ext cx="0" cy="528"/>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transition spd="slow">
    <p:checke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31" name="Google Shape;231;p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32" name="Google Shape;232;p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33" name="Google Shape;233;p8"/>
          <p:cNvSpPr txBox="1"/>
          <p:nvPr>
            <p:ph type="title"/>
          </p:nvPr>
        </p:nvSpPr>
        <p:spPr>
          <a:xfrm>
            <a:off x="457200" y="381000"/>
            <a:ext cx="8229600" cy="2057400"/>
          </a:xfrm>
          <a:prstGeom prst="rect">
            <a:avLst/>
          </a:prstGeom>
          <a:solidFill>
            <a:srgbClr val="003366"/>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Structuring Proposals</a:t>
            </a:r>
            <a:endParaRPr/>
          </a:p>
        </p:txBody>
      </p:sp>
      <p:sp>
        <p:nvSpPr>
          <p:cNvPr id="234" name="Google Shape;234;p8"/>
          <p:cNvSpPr txBox="1"/>
          <p:nvPr/>
        </p:nvSpPr>
        <p:spPr>
          <a:xfrm>
            <a:off x="457200" y="2438400"/>
            <a:ext cx="4114800" cy="1219200"/>
          </a:xfrm>
          <a:prstGeom prst="rect">
            <a:avLst/>
          </a:prstGeom>
          <a:no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Solicited</a:t>
            </a:r>
            <a:endParaRPr/>
          </a:p>
          <a:p>
            <a:pPr indent="0" lvl="0" marL="0" marR="0" rtl="0" algn="ctr">
              <a:lnSpc>
                <a:spcPct val="100000"/>
              </a:lnSpc>
              <a:spcBef>
                <a:spcPts val="0"/>
              </a:spcBef>
              <a:spcAft>
                <a:spcPts val="0"/>
              </a:spcAft>
              <a:buClr>
                <a:schemeClr val="dk1"/>
              </a:buClr>
              <a:buSzPts val="1400"/>
              <a:buFont typeface="Tahoma"/>
              <a:buNone/>
            </a:pPr>
            <a:r>
              <a:rPr b="1" i="0" lang="en-US" sz="1400" u="none">
                <a:solidFill>
                  <a:schemeClr val="dk1"/>
                </a:solidFill>
                <a:latin typeface="Tahoma"/>
                <a:ea typeface="Tahoma"/>
                <a:cs typeface="Tahoma"/>
                <a:sym typeface="Tahoma"/>
              </a:rPr>
              <a:t>(Problem identified, they</a:t>
            </a:r>
            <a:endParaRPr/>
          </a:p>
          <a:p>
            <a:pPr indent="0" lvl="0" marL="0" marR="0" rtl="0" algn="ctr">
              <a:lnSpc>
                <a:spcPct val="100000"/>
              </a:lnSpc>
              <a:spcBef>
                <a:spcPts val="0"/>
              </a:spcBef>
              <a:spcAft>
                <a:spcPts val="0"/>
              </a:spcAft>
              <a:buClr>
                <a:schemeClr val="dk1"/>
              </a:buClr>
              <a:buSzPts val="1400"/>
              <a:buFont typeface="Tahoma"/>
              <a:buNone/>
            </a:pPr>
            <a:r>
              <a:rPr b="1" i="0" lang="en-US" sz="1400" u="none">
                <a:solidFill>
                  <a:schemeClr val="dk1"/>
                </a:solidFill>
                <a:latin typeface="Tahoma"/>
                <a:ea typeface="Tahoma"/>
                <a:cs typeface="Tahoma"/>
                <a:sym typeface="Tahoma"/>
              </a:rPr>
              <a:t> asked for proposal)</a:t>
            </a:r>
            <a:endParaRPr/>
          </a:p>
        </p:txBody>
      </p:sp>
      <p:sp>
        <p:nvSpPr>
          <p:cNvPr id="235" name="Google Shape;235;p8"/>
          <p:cNvSpPr txBox="1"/>
          <p:nvPr/>
        </p:nvSpPr>
        <p:spPr>
          <a:xfrm>
            <a:off x="4572000" y="2438400"/>
            <a:ext cx="4114800" cy="1219200"/>
          </a:xfrm>
          <a:prstGeom prst="rect">
            <a:avLst/>
          </a:prstGeom>
          <a:no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Unsolicited</a:t>
            </a:r>
            <a:endParaRPr/>
          </a:p>
          <a:p>
            <a:pPr indent="0" lvl="0" marL="0" marR="0" rtl="0" algn="ctr">
              <a:lnSpc>
                <a:spcPct val="100000"/>
              </a:lnSpc>
              <a:spcBef>
                <a:spcPts val="0"/>
              </a:spcBef>
              <a:spcAft>
                <a:spcPts val="0"/>
              </a:spcAft>
              <a:buClr>
                <a:schemeClr val="dk1"/>
              </a:buClr>
              <a:buSzPts val="1600"/>
              <a:buFont typeface="Tahoma"/>
              <a:buNone/>
            </a:pPr>
            <a:r>
              <a:rPr b="1" i="0" lang="en-US" sz="1600" u="none">
                <a:solidFill>
                  <a:schemeClr val="dk1"/>
                </a:solidFill>
                <a:latin typeface="Tahoma"/>
                <a:ea typeface="Tahoma"/>
                <a:cs typeface="Tahoma"/>
                <a:sym typeface="Tahoma"/>
              </a:rPr>
              <a:t>(Audience don’t know the problem, </a:t>
            </a:r>
            <a:endParaRPr/>
          </a:p>
          <a:p>
            <a:pPr indent="0" lvl="0" marL="0" marR="0" rtl="0" algn="ctr">
              <a:lnSpc>
                <a:spcPct val="100000"/>
              </a:lnSpc>
              <a:spcBef>
                <a:spcPts val="0"/>
              </a:spcBef>
              <a:spcAft>
                <a:spcPts val="0"/>
              </a:spcAft>
              <a:buClr>
                <a:schemeClr val="dk1"/>
              </a:buClr>
              <a:buSzPts val="1600"/>
              <a:buFont typeface="Tahoma"/>
              <a:buNone/>
            </a:pPr>
            <a:r>
              <a:rPr b="1" i="0" lang="en-US" sz="1600" u="none">
                <a:solidFill>
                  <a:schemeClr val="dk1"/>
                </a:solidFill>
                <a:latin typeface="Tahoma"/>
                <a:ea typeface="Tahoma"/>
                <a:cs typeface="Tahoma"/>
                <a:sym typeface="Tahoma"/>
              </a:rPr>
              <a:t>clarify first, then propose solution)</a:t>
            </a:r>
            <a:endParaRPr/>
          </a:p>
        </p:txBody>
      </p:sp>
      <p:sp>
        <p:nvSpPr>
          <p:cNvPr id="236" name="Google Shape;236;p8"/>
          <p:cNvSpPr txBox="1"/>
          <p:nvPr/>
        </p:nvSpPr>
        <p:spPr>
          <a:xfrm>
            <a:off x="457200" y="3657600"/>
            <a:ext cx="4114800" cy="2514600"/>
          </a:xfrm>
          <a:prstGeom prst="rect">
            <a:avLst/>
          </a:prstGeom>
          <a:no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Receptive Audience</a:t>
            </a:r>
            <a:endParaRPr/>
          </a:p>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Recognized Problem</a:t>
            </a:r>
            <a:endParaRPr/>
          </a:p>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Identified Solution</a:t>
            </a:r>
            <a:endParaRPr/>
          </a:p>
        </p:txBody>
      </p:sp>
      <p:sp>
        <p:nvSpPr>
          <p:cNvPr id="237" name="Google Shape;237;p8"/>
          <p:cNvSpPr txBox="1"/>
          <p:nvPr/>
        </p:nvSpPr>
        <p:spPr>
          <a:xfrm>
            <a:off x="4572000" y="3657600"/>
            <a:ext cx="4114800" cy="2514600"/>
          </a:xfrm>
          <a:prstGeom prst="rect">
            <a:avLst/>
          </a:prstGeom>
          <a:no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Skeptical Audience</a:t>
            </a:r>
            <a:endParaRPr/>
          </a:p>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Unrecognized Problem</a:t>
            </a:r>
            <a:endParaRPr/>
          </a:p>
          <a:p>
            <a:pPr indent="-152400" lvl="0" marL="0" marR="0" rtl="0" algn="l">
              <a:lnSpc>
                <a:spcPct val="180000"/>
              </a:lnSpc>
              <a:spcBef>
                <a:spcPts val="0"/>
              </a:spcBef>
              <a:spcAft>
                <a:spcPts val="0"/>
              </a:spcAft>
              <a:buClr>
                <a:schemeClr val="dk1"/>
              </a:buClr>
              <a:buSzPts val="2400"/>
              <a:buFont typeface="Arial"/>
              <a:buChar char="●"/>
            </a:pPr>
            <a:r>
              <a:rPr b="1" i="0" lang="en-US" sz="2400" u="none">
                <a:solidFill>
                  <a:schemeClr val="dk1"/>
                </a:solidFill>
                <a:latin typeface="Arial"/>
                <a:ea typeface="Arial"/>
                <a:cs typeface="Arial"/>
                <a:sym typeface="Arial"/>
              </a:rPr>
              <a:t>Proposed Solution</a:t>
            </a:r>
            <a:endParaRPr/>
          </a:p>
        </p:txBody>
      </p:sp>
    </p:spTree>
  </p:cSld>
  <p:clrMapOvr>
    <a:masterClrMapping/>
  </p:clrMapOvr>
  <p:transition spd="slow">
    <p:wipe dir="d"/>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44" name="Google Shape;244;p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45" name="Google Shape;245;p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46" name="Google Shape;246;p9"/>
          <p:cNvSpPr txBox="1"/>
          <p:nvPr>
            <p:ph type="title"/>
          </p:nvPr>
        </p:nvSpPr>
        <p:spPr>
          <a:xfrm>
            <a:off x="457200" y="0"/>
            <a:ext cx="8229600" cy="1219200"/>
          </a:xfrm>
          <a:prstGeom prst="rect">
            <a:avLst/>
          </a:prstGeom>
          <a:solidFill>
            <a:srgbClr val="000099"/>
          </a:solidFill>
          <a:ln cap="flat" cmpd="sng" w="2857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Selecting Visual Aids</a:t>
            </a:r>
            <a:endParaRPr/>
          </a:p>
        </p:txBody>
      </p:sp>
      <p:sp>
        <p:nvSpPr>
          <p:cNvPr id="247" name="Google Shape;247;p9"/>
          <p:cNvSpPr txBox="1"/>
          <p:nvPr/>
        </p:nvSpPr>
        <p:spPr>
          <a:xfrm>
            <a:off x="457200" y="1371600"/>
            <a:ext cx="8305800" cy="4894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Calibri"/>
              <a:buNone/>
            </a:pPr>
            <a:r>
              <a:rPr b="0" i="0" lang="en-US" sz="2400" u="none">
                <a:solidFill>
                  <a:srgbClr val="000000"/>
                </a:solidFill>
                <a:latin typeface="Calibri"/>
                <a:ea typeface="Calibri"/>
                <a:cs typeface="Calibri"/>
                <a:sym typeface="Calibri"/>
              </a:rPr>
              <a:t>Keep in mind that most visuals are not interchangeable. Some types of visuals depict certain kinds of data better than others:</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present detailed, exact values, use tables.</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illustrate trends over time, use a line chart or a bar chart.</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show frequency or distribution, use a pie chart, segmented bar chart, or area chart.</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compare one item with another, use a bar chart.</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compare one part with the whole, use a pie chart.</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show correlations, use a line chart, a bar chart, or a scatter (dot) chart.</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show geographic relationships, use a map.</a:t>
            </a:r>
            <a:endParaRPr/>
          </a:p>
          <a:p>
            <a:pPr indent="-152400" lvl="0" marL="0" marR="0" rtl="0" algn="l">
              <a:lnSpc>
                <a:spcPct val="100000"/>
              </a:lnSpc>
              <a:spcBef>
                <a:spcPts val="0"/>
              </a:spcBef>
              <a:spcAft>
                <a:spcPts val="0"/>
              </a:spcAft>
              <a:buClr>
                <a:srgbClr val="000000"/>
              </a:buClr>
              <a:buSzPts val="2400"/>
              <a:buFont typeface="Calibri"/>
              <a:buChar char="•"/>
            </a:pPr>
            <a:r>
              <a:rPr b="0" i="0" lang="en-US" sz="2400" u="none">
                <a:solidFill>
                  <a:srgbClr val="000000"/>
                </a:solidFill>
                <a:latin typeface="Calibri"/>
                <a:ea typeface="Calibri"/>
                <a:cs typeface="Calibri"/>
                <a:sym typeface="Calibri"/>
              </a:rPr>
              <a:t> 	To illustrate a process or a procedure, use a flowchart or a diagram.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54" name="Google Shape;254;p1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55" name="Google Shape;255;p1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56" name="Google Shape;256;p10"/>
          <p:cNvSpPr txBox="1"/>
          <p:nvPr/>
        </p:nvSpPr>
        <p:spPr>
          <a:xfrm>
            <a:off x="457200" y="1600200"/>
            <a:ext cx="8229600" cy="45720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57" name="Google Shape;257;p10"/>
          <p:cNvSpPr txBox="1"/>
          <p:nvPr>
            <p:ph type="title"/>
          </p:nvPr>
        </p:nvSpPr>
        <p:spPr>
          <a:xfrm>
            <a:off x="457200" y="381000"/>
            <a:ext cx="8229600" cy="12192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The Parts of a Table</a:t>
            </a:r>
            <a:endParaRPr/>
          </a:p>
        </p:txBody>
      </p:sp>
      <p:sp>
        <p:nvSpPr>
          <p:cNvPr id="258" name="Google Shape;258;p10"/>
          <p:cNvSpPr txBox="1"/>
          <p:nvPr/>
        </p:nvSpPr>
        <p:spPr>
          <a:xfrm>
            <a:off x="593725" y="2482850"/>
            <a:ext cx="1446212"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Stub head</a:t>
            </a:r>
            <a:endParaRPr/>
          </a:p>
        </p:txBody>
      </p:sp>
      <p:sp>
        <p:nvSpPr>
          <p:cNvPr id="259" name="Google Shape;259;p10"/>
          <p:cNvSpPr txBox="1"/>
          <p:nvPr/>
        </p:nvSpPr>
        <p:spPr>
          <a:xfrm>
            <a:off x="4114800" y="2482850"/>
            <a:ext cx="1285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Subhead</a:t>
            </a:r>
            <a:endParaRPr/>
          </a:p>
        </p:txBody>
      </p:sp>
      <p:sp>
        <p:nvSpPr>
          <p:cNvPr id="260" name="Google Shape;260;p10"/>
          <p:cNvSpPr txBox="1"/>
          <p:nvPr/>
        </p:nvSpPr>
        <p:spPr>
          <a:xfrm>
            <a:off x="5767387" y="1752600"/>
            <a:ext cx="1200150" cy="11874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Single</a:t>
            </a:r>
            <a:endParaRPr/>
          </a:p>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Column</a:t>
            </a:r>
            <a:endParaRPr/>
          </a:p>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Head</a:t>
            </a:r>
            <a:endParaRPr/>
          </a:p>
        </p:txBody>
      </p:sp>
      <p:sp>
        <p:nvSpPr>
          <p:cNvPr id="261" name="Google Shape;261;p10"/>
          <p:cNvSpPr txBox="1"/>
          <p:nvPr/>
        </p:nvSpPr>
        <p:spPr>
          <a:xfrm>
            <a:off x="7329487" y="1752600"/>
            <a:ext cx="1200150" cy="11874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Single</a:t>
            </a:r>
            <a:endParaRPr/>
          </a:p>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Column</a:t>
            </a:r>
            <a:endParaRPr/>
          </a:p>
          <a:p>
            <a:pPr indent="0" lvl="0" marL="0" marR="0" rtl="0" algn="ctr">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Head</a:t>
            </a:r>
            <a:endParaRPr/>
          </a:p>
        </p:txBody>
      </p:sp>
      <p:sp>
        <p:nvSpPr>
          <p:cNvPr id="262" name="Google Shape;262;p10"/>
          <p:cNvSpPr txBox="1"/>
          <p:nvPr/>
        </p:nvSpPr>
        <p:spPr>
          <a:xfrm>
            <a:off x="609600" y="3124200"/>
            <a:ext cx="1481137" cy="20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Row head</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Row head</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Subhead</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Subhead</a:t>
            </a:r>
            <a:endParaRPr/>
          </a:p>
          <a:p>
            <a:pPr indent="0" lvl="0" marL="0" marR="0" rtl="0" algn="l">
              <a:lnSpc>
                <a:spcPct val="13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Total</a:t>
            </a:r>
            <a:endParaRPr/>
          </a:p>
        </p:txBody>
      </p:sp>
      <p:sp>
        <p:nvSpPr>
          <p:cNvPr id="263" name="Google Shape;263;p10"/>
          <p:cNvSpPr txBox="1"/>
          <p:nvPr/>
        </p:nvSpPr>
        <p:spPr>
          <a:xfrm>
            <a:off x="4325937" y="3124200"/>
            <a:ext cx="846137" cy="20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a:p>
            <a:pPr indent="0" lvl="0" marL="0" marR="0" rtl="0" algn="l">
              <a:lnSpc>
                <a:spcPct val="100000"/>
              </a:lnSpc>
              <a:spcBef>
                <a:spcPts val="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a:p>
            <a:pPr indent="0" lvl="0" marL="0" marR="0" rtl="0" algn="l">
              <a:lnSpc>
                <a:spcPct val="13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p:txBody>
      </p:sp>
      <p:sp>
        <p:nvSpPr>
          <p:cNvPr id="264" name="Google Shape;264;p10"/>
          <p:cNvSpPr txBox="1"/>
          <p:nvPr/>
        </p:nvSpPr>
        <p:spPr>
          <a:xfrm>
            <a:off x="7594600" y="3124200"/>
            <a:ext cx="625475" cy="20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00000"/>
              </a:lnSpc>
              <a:spcBef>
                <a:spcPts val="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3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p:txBody>
      </p:sp>
      <p:sp>
        <p:nvSpPr>
          <p:cNvPr id="265" name="Google Shape;265;p10"/>
          <p:cNvSpPr txBox="1"/>
          <p:nvPr/>
        </p:nvSpPr>
        <p:spPr>
          <a:xfrm>
            <a:off x="6070600" y="3124200"/>
            <a:ext cx="625475" cy="20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00000"/>
              </a:lnSpc>
              <a:spcBef>
                <a:spcPts val="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a:p>
            <a:pPr indent="0" lvl="0" marL="0" marR="0" rtl="0" algn="l">
              <a:lnSpc>
                <a:spcPct val="13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a:t>
            </a:r>
            <a:endParaRPr/>
          </a:p>
        </p:txBody>
      </p:sp>
      <p:sp>
        <p:nvSpPr>
          <p:cNvPr id="266" name="Google Shape;266;p10"/>
          <p:cNvSpPr txBox="1"/>
          <p:nvPr/>
        </p:nvSpPr>
        <p:spPr>
          <a:xfrm>
            <a:off x="2438400" y="2482850"/>
            <a:ext cx="1285875"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Subhead</a:t>
            </a:r>
            <a:endParaRPr/>
          </a:p>
        </p:txBody>
      </p:sp>
      <p:sp>
        <p:nvSpPr>
          <p:cNvPr id="267" name="Google Shape;267;p10"/>
          <p:cNvSpPr txBox="1"/>
          <p:nvPr/>
        </p:nvSpPr>
        <p:spPr>
          <a:xfrm>
            <a:off x="2649537" y="3124200"/>
            <a:ext cx="854075" cy="20272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a:p>
            <a:pPr indent="0" lvl="0" marL="0" marR="0" rtl="0" algn="l">
              <a:lnSpc>
                <a:spcPct val="100000"/>
              </a:lnSpc>
              <a:spcBef>
                <a:spcPts val="0"/>
              </a:spcBef>
              <a:spcAft>
                <a:spcPts val="0"/>
              </a:spcAft>
              <a:buClr>
                <a:schemeClr val="dk1"/>
              </a:buClr>
              <a:buSzPts val="2400"/>
              <a:buFont typeface="Times New Roman"/>
              <a:buNone/>
            </a:pPr>
            <a:r>
              <a:t/>
            </a:r>
            <a:endParaRPr b="1" i="0" sz="2400" u="non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XX</a:t>
            </a:r>
            <a:endParaRPr/>
          </a:p>
          <a:p>
            <a:pPr indent="0" lvl="0" marL="0" marR="0" rtl="0" algn="l">
              <a:lnSpc>
                <a:spcPct val="10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   XX</a:t>
            </a:r>
            <a:endParaRPr/>
          </a:p>
          <a:p>
            <a:pPr indent="0" lvl="0" marL="0" marR="0" rtl="0" algn="l">
              <a:lnSpc>
                <a:spcPct val="130000"/>
              </a:lnSpc>
              <a:spcBef>
                <a:spcPts val="0"/>
              </a:spcBef>
              <a:spcAft>
                <a:spcPts val="0"/>
              </a:spcAft>
              <a:buClr>
                <a:schemeClr val="dk1"/>
              </a:buClr>
              <a:buSzPts val="2400"/>
              <a:buFont typeface="Times New Roman"/>
              <a:buNone/>
            </a:pPr>
            <a:r>
              <a:rPr b="1" i="0" lang="en-US" sz="2400" u="none">
                <a:solidFill>
                  <a:schemeClr val="dk1"/>
                </a:solidFill>
                <a:latin typeface="Times New Roman"/>
                <a:ea typeface="Times New Roman"/>
                <a:cs typeface="Times New Roman"/>
                <a:sym typeface="Times New Roman"/>
              </a:rPr>
              <a:t>XXX</a:t>
            </a:r>
            <a:endParaRPr/>
          </a:p>
        </p:txBody>
      </p:sp>
      <p:grpSp>
        <p:nvGrpSpPr>
          <p:cNvPr id="268" name="Google Shape;268;p10"/>
          <p:cNvGrpSpPr/>
          <p:nvPr/>
        </p:nvGrpSpPr>
        <p:grpSpPr>
          <a:xfrm>
            <a:off x="2438400" y="1828800"/>
            <a:ext cx="2971800" cy="457200"/>
            <a:chOff x="1536" y="1152"/>
            <a:chExt cx="1872" cy="288"/>
          </a:xfrm>
        </p:grpSpPr>
        <p:sp>
          <p:nvSpPr>
            <p:cNvPr id="269" name="Google Shape;269;p10"/>
            <p:cNvSpPr txBox="1"/>
            <p:nvPr/>
          </p:nvSpPr>
          <p:spPr>
            <a:xfrm>
              <a:off x="1632" y="1152"/>
              <a:ext cx="1720" cy="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1" i="1" lang="en-US" sz="2400" u="none">
                  <a:solidFill>
                    <a:schemeClr val="dk1"/>
                  </a:solidFill>
                  <a:latin typeface="Times New Roman"/>
                  <a:ea typeface="Times New Roman"/>
                  <a:cs typeface="Times New Roman"/>
                  <a:sym typeface="Times New Roman"/>
                </a:rPr>
                <a:t>Multicolumn Head*</a:t>
              </a:r>
              <a:endParaRPr/>
            </a:p>
          </p:txBody>
        </p:sp>
        <p:cxnSp>
          <p:nvCxnSpPr>
            <p:cNvPr id="270" name="Google Shape;270;p10"/>
            <p:cNvCxnSpPr/>
            <p:nvPr/>
          </p:nvCxnSpPr>
          <p:spPr>
            <a:xfrm>
              <a:off x="1536" y="1440"/>
              <a:ext cx="1872" cy="0"/>
            </a:xfrm>
            <a:prstGeom prst="straightConnector1">
              <a:avLst/>
            </a:prstGeom>
            <a:noFill/>
            <a:ln cap="flat" cmpd="sng" w="9525">
              <a:solidFill>
                <a:schemeClr val="dk1"/>
              </a:solidFill>
              <a:prstDash val="solid"/>
              <a:miter lim="800000"/>
              <a:headEnd len="med" w="med" type="none"/>
              <a:tailEnd len="med" w="med" type="none"/>
            </a:ln>
          </p:spPr>
        </p:cxnSp>
      </p:grpSp>
      <p:cxnSp>
        <p:nvCxnSpPr>
          <p:cNvPr id="271" name="Google Shape;271;p10"/>
          <p:cNvCxnSpPr/>
          <p:nvPr/>
        </p:nvCxnSpPr>
        <p:spPr>
          <a:xfrm>
            <a:off x="609600" y="3048000"/>
            <a:ext cx="7924800" cy="0"/>
          </a:xfrm>
          <a:prstGeom prst="straightConnector1">
            <a:avLst/>
          </a:prstGeom>
          <a:noFill/>
          <a:ln cap="flat" cmpd="sng" w="12700">
            <a:solidFill>
              <a:schemeClr val="dk1"/>
            </a:solidFill>
            <a:prstDash val="solid"/>
            <a:miter lim="800000"/>
            <a:headEnd len="med" w="med" type="none"/>
            <a:tailEnd len="med" w="med" type="none"/>
          </a:ln>
        </p:spPr>
      </p:cxnSp>
      <p:cxnSp>
        <p:nvCxnSpPr>
          <p:cNvPr id="272" name="Google Shape;272;p10"/>
          <p:cNvCxnSpPr/>
          <p:nvPr/>
        </p:nvCxnSpPr>
        <p:spPr>
          <a:xfrm>
            <a:off x="609600" y="5257800"/>
            <a:ext cx="7924800" cy="0"/>
          </a:xfrm>
          <a:prstGeom prst="straightConnector1">
            <a:avLst/>
          </a:prstGeom>
          <a:noFill/>
          <a:ln cap="flat" cmpd="sng" w="12700">
            <a:solidFill>
              <a:schemeClr val="dk1"/>
            </a:solidFill>
            <a:prstDash val="solid"/>
            <a:miter lim="800000"/>
            <a:headEnd len="med" w="med" type="none"/>
            <a:tailEnd len="med" w="med" type="none"/>
          </a:ln>
        </p:spPr>
      </p:cxnSp>
      <p:sp>
        <p:nvSpPr>
          <p:cNvPr id="273" name="Google Shape;273;p10"/>
          <p:cNvSpPr txBox="1"/>
          <p:nvPr/>
        </p:nvSpPr>
        <p:spPr>
          <a:xfrm>
            <a:off x="593725" y="5372100"/>
            <a:ext cx="5111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imes New Roman"/>
              <a:buNone/>
            </a:pPr>
            <a:r>
              <a:rPr b="1" i="1" lang="en-US" sz="1800" u="none">
                <a:solidFill>
                  <a:schemeClr val="dk1"/>
                </a:solidFill>
                <a:latin typeface="Times New Roman"/>
                <a:ea typeface="Times New Roman"/>
                <a:cs typeface="Times New Roman"/>
                <a:sym typeface="Times New Roman"/>
              </a:rPr>
              <a:t>Source: (In the same format as a text footnote).</a:t>
            </a:r>
            <a:endParaRPr/>
          </a:p>
          <a:p>
            <a:pPr indent="0" lvl="0" marL="0" marR="0" rtl="0" algn="l">
              <a:lnSpc>
                <a:spcPct val="100000"/>
              </a:lnSpc>
              <a:spcBef>
                <a:spcPts val="0"/>
              </a:spcBef>
              <a:spcAft>
                <a:spcPts val="0"/>
              </a:spcAft>
              <a:buClr>
                <a:schemeClr val="dk1"/>
              </a:buClr>
              <a:buSzPts val="1800"/>
              <a:buFont typeface="Times New Roman"/>
              <a:buNone/>
            </a:pPr>
            <a:r>
              <a:rPr b="1" i="1" lang="en-US" sz="1800" u="none">
                <a:solidFill>
                  <a:schemeClr val="dk1"/>
                </a:solidFill>
                <a:latin typeface="Times New Roman"/>
                <a:ea typeface="Times New Roman"/>
                <a:cs typeface="Times New Roman"/>
                <a:sym typeface="Times New Roman"/>
              </a:rPr>
              <a:t>*Footnote (for explanation of elements in the table).</a:t>
            </a:r>
            <a:endParaRPr/>
          </a:p>
        </p:txBody>
      </p:sp>
      <p:cxnSp>
        <p:nvCxnSpPr>
          <p:cNvPr id="274" name="Google Shape;274;p10"/>
          <p:cNvCxnSpPr/>
          <p:nvPr/>
        </p:nvCxnSpPr>
        <p:spPr>
          <a:xfrm>
            <a:off x="2743200" y="4648200"/>
            <a:ext cx="685800" cy="0"/>
          </a:xfrm>
          <a:prstGeom prst="straightConnector1">
            <a:avLst/>
          </a:prstGeom>
          <a:noFill/>
          <a:ln cap="flat" cmpd="sng" w="12700">
            <a:solidFill>
              <a:schemeClr val="dk1"/>
            </a:solidFill>
            <a:prstDash val="solid"/>
            <a:miter lim="800000"/>
            <a:headEnd len="med" w="med" type="none"/>
            <a:tailEnd len="med" w="med" type="none"/>
          </a:ln>
        </p:spPr>
      </p:cxnSp>
      <p:cxnSp>
        <p:nvCxnSpPr>
          <p:cNvPr id="275" name="Google Shape;275;p10"/>
          <p:cNvCxnSpPr/>
          <p:nvPr/>
        </p:nvCxnSpPr>
        <p:spPr>
          <a:xfrm>
            <a:off x="4419600" y="4648200"/>
            <a:ext cx="685800" cy="0"/>
          </a:xfrm>
          <a:prstGeom prst="straightConnector1">
            <a:avLst/>
          </a:prstGeom>
          <a:noFill/>
          <a:ln cap="flat" cmpd="sng" w="12700">
            <a:solidFill>
              <a:schemeClr val="dk1"/>
            </a:solidFill>
            <a:prstDash val="solid"/>
            <a:miter lim="800000"/>
            <a:headEnd len="med" w="med" type="none"/>
            <a:tailEnd len="med" w="med" type="none"/>
          </a:ln>
        </p:spPr>
      </p:cxnSp>
      <p:cxnSp>
        <p:nvCxnSpPr>
          <p:cNvPr id="276" name="Google Shape;276;p10"/>
          <p:cNvCxnSpPr/>
          <p:nvPr/>
        </p:nvCxnSpPr>
        <p:spPr>
          <a:xfrm>
            <a:off x="6096000" y="4648200"/>
            <a:ext cx="533400" cy="0"/>
          </a:xfrm>
          <a:prstGeom prst="straightConnector1">
            <a:avLst/>
          </a:prstGeom>
          <a:noFill/>
          <a:ln cap="flat" cmpd="sng" w="12700">
            <a:solidFill>
              <a:schemeClr val="dk1"/>
            </a:solidFill>
            <a:prstDash val="solid"/>
            <a:miter lim="800000"/>
            <a:headEnd len="med" w="med" type="none"/>
            <a:tailEnd len="med" w="med" type="none"/>
          </a:ln>
        </p:spPr>
      </p:cxnSp>
      <p:cxnSp>
        <p:nvCxnSpPr>
          <p:cNvPr id="277" name="Google Shape;277;p10"/>
          <p:cNvCxnSpPr/>
          <p:nvPr/>
        </p:nvCxnSpPr>
        <p:spPr>
          <a:xfrm>
            <a:off x="7620000" y="4648200"/>
            <a:ext cx="533400" cy="0"/>
          </a:xfrm>
          <a:prstGeom prst="straightConnector1">
            <a:avLst/>
          </a:prstGeom>
          <a:noFill/>
          <a:ln cap="flat" cmpd="sng" w="12700">
            <a:solidFill>
              <a:schemeClr val="dk1"/>
            </a:solidFill>
            <a:prstDash val="solid"/>
            <a:miter lim="800000"/>
            <a:headEnd len="med" w="med" type="none"/>
            <a:tailEnd len="med" w="med" type="none"/>
          </a:ln>
        </p:spPr>
      </p:cxn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84" name="Google Shape;284;p1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85" name="Google Shape;285;p1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86" name="Google Shape;286;p11"/>
          <p:cNvSpPr txBox="1"/>
          <p:nvPr/>
        </p:nvSpPr>
        <p:spPr>
          <a:xfrm>
            <a:off x="457200" y="2286000"/>
            <a:ext cx="8229600" cy="38862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87" name="Google Shape;287;p11"/>
          <p:cNvSpPr txBox="1"/>
          <p:nvPr>
            <p:ph type="title"/>
          </p:nvPr>
        </p:nvSpPr>
        <p:spPr>
          <a:xfrm>
            <a:off x="457200" y="381000"/>
            <a:ext cx="8229600" cy="19050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Preparing Tables</a:t>
            </a:r>
            <a:endParaRPr/>
          </a:p>
        </p:txBody>
      </p:sp>
      <p:sp>
        <p:nvSpPr>
          <p:cNvPr id="288" name="Google Shape;288;p11"/>
          <p:cNvSpPr txBox="1"/>
          <p:nvPr>
            <p:ph idx="1" type="body"/>
          </p:nvPr>
        </p:nvSpPr>
        <p:spPr>
          <a:xfrm>
            <a:off x="457200" y="2286000"/>
            <a:ext cx="8229600" cy="36576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Use common, clearly identified units</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Use the same units for all items in a column</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Label column headings</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Separate rows and columns </a:t>
            </a:r>
            <a:endParaRPr/>
          </a:p>
          <a:p>
            <a:pPr indent="-342900" lvl="0" marL="342900" rtl="0" algn="l">
              <a:lnSpc>
                <a:spcPct val="150000"/>
              </a:lnSpc>
              <a:spcBef>
                <a:spcPts val="560"/>
              </a:spcBef>
              <a:spcAft>
                <a:spcPts val="0"/>
              </a:spcAft>
              <a:buClr>
                <a:schemeClr val="dk1"/>
              </a:buClr>
              <a:buSzPts val="2800"/>
              <a:buFont typeface="Arial"/>
              <a:buChar char="•"/>
            </a:pPr>
            <a:r>
              <a:rPr b="1" i="0" lang="en-US" sz="2800" u="none">
                <a:solidFill>
                  <a:schemeClr val="dk1"/>
                </a:solidFill>
                <a:latin typeface="Arial"/>
                <a:ea typeface="Arial"/>
                <a:cs typeface="Arial"/>
                <a:sym typeface="Arial"/>
              </a:rPr>
              <a:t>Document data sources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295" name="Google Shape;295;p1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296" name="Google Shape;296;p1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297" name="Google Shape;297;p12"/>
          <p:cNvSpPr txBox="1"/>
          <p:nvPr/>
        </p:nvSpPr>
        <p:spPr>
          <a:xfrm>
            <a:off x="457200" y="1066800"/>
            <a:ext cx="8229600" cy="5105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98" name="Google Shape;298;p12"/>
          <p:cNvSpPr txBox="1"/>
          <p:nvPr>
            <p:ph type="title"/>
          </p:nvPr>
        </p:nvSpPr>
        <p:spPr>
          <a:xfrm>
            <a:off x="457200" y="381000"/>
            <a:ext cx="8229600" cy="685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1800"/>
              <a:buFont typeface="Tahoma"/>
              <a:buNone/>
            </a:pPr>
            <a:r>
              <a:rPr b="1" i="0" lang="en-US" sz="1800" u="none">
                <a:solidFill>
                  <a:schemeClr val="lt1"/>
                </a:solidFill>
                <a:latin typeface="Tahoma"/>
                <a:ea typeface="Tahoma"/>
                <a:cs typeface="Tahoma"/>
                <a:sym typeface="Tahoma"/>
              </a:rPr>
              <a:t>Line Chart: Net Operating Income/Loss of Santa Monica Studios</a:t>
            </a:r>
            <a:endParaRPr/>
          </a:p>
        </p:txBody>
      </p:sp>
      <p:graphicFrame>
        <p:nvGraphicFramePr>
          <p:cNvPr id="299" name="Google Shape;299;p12"/>
          <p:cNvGraphicFramePr/>
          <p:nvPr/>
        </p:nvGraphicFramePr>
        <p:xfrm>
          <a:off x="457200" y="1066800"/>
          <a:ext cx="7988300" cy="5219700"/>
        </p:xfrm>
        <a:graphic>
          <a:graphicData uri="http://schemas.openxmlformats.org/presentationml/2006/ole">
            <mc:AlternateContent>
              <mc:Choice Requires="v">
                <p:oleObj r:id="rId4" imgH="5219700" imgW="7988300" progId="MSGraph.Chart.8" spid="_x0000_s1">
                  <p:embed/>
                </p:oleObj>
              </mc:Choice>
              <mc:Fallback>
                <p:oleObj r:id="rId5" imgH="5219700" imgW="7988300" progId="MSGraph.Chart.8">
                  <p:embed/>
                  <p:pic>
                    <p:nvPicPr>
                      <p:cNvPr id="299" name="Google Shape;299;p12"/>
                      <p:cNvPicPr preferRelativeResize="0"/>
                      <p:nvPr/>
                    </p:nvPicPr>
                    <p:blipFill rotWithShape="1">
                      <a:blip r:embed="rId6">
                        <a:alphaModFix/>
                      </a:blip>
                      <a:srcRect b="0" l="0" r="0" t="0"/>
                      <a:stretch/>
                    </p:blipFill>
                    <p:spPr>
                      <a:xfrm>
                        <a:off x="457200" y="1066800"/>
                        <a:ext cx="7988300" cy="5219700"/>
                      </a:xfrm>
                      <a:prstGeom prst="rect">
                        <a:avLst/>
                      </a:prstGeom>
                      <a:noFill/>
                      <a:ln>
                        <a:noFill/>
                      </a:ln>
                    </p:spPr>
                  </p:pic>
                </p:oleObj>
              </mc:Fallback>
            </mc:AlternateContent>
          </a:graphicData>
        </a:graphic>
      </p:graphicFrame>
    </p:spTree>
  </p:cSld>
  <p:clrMapOvr>
    <a:masterClrMapping/>
  </p:clrMapOvr>
  <p:transition spd="slow">
    <p:checker dir="ver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06" name="Google Shape;306;p1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07" name="Google Shape;307;p1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308" name="Google Shape;308;p13"/>
          <p:cNvSpPr txBox="1"/>
          <p:nvPr/>
        </p:nvSpPr>
        <p:spPr>
          <a:xfrm>
            <a:off x="457200" y="1066800"/>
            <a:ext cx="8229600" cy="5105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9" name="Google Shape;309;p13"/>
          <p:cNvSpPr txBox="1"/>
          <p:nvPr>
            <p:ph type="title"/>
          </p:nvPr>
        </p:nvSpPr>
        <p:spPr>
          <a:xfrm>
            <a:off x="457200" y="381000"/>
            <a:ext cx="8229600" cy="685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000"/>
              <a:buFont typeface="Tahoma"/>
              <a:buNone/>
            </a:pPr>
            <a:r>
              <a:rPr b="1" i="0" lang="en-US" sz="2000" u="none">
                <a:solidFill>
                  <a:schemeClr val="lt1"/>
                </a:solidFill>
                <a:latin typeface="Tahoma"/>
                <a:ea typeface="Tahoma"/>
                <a:cs typeface="Tahoma"/>
                <a:sym typeface="Tahoma"/>
              </a:rPr>
              <a:t>Surface Chart: Average Monthly Sales at Computer Land</a:t>
            </a:r>
            <a:endParaRPr/>
          </a:p>
        </p:txBody>
      </p:sp>
      <p:graphicFrame>
        <p:nvGraphicFramePr>
          <p:cNvPr id="310" name="Google Shape;310;p13"/>
          <p:cNvGraphicFramePr/>
          <p:nvPr/>
        </p:nvGraphicFramePr>
        <p:xfrm>
          <a:off x="457200" y="1066800"/>
          <a:ext cx="8229600" cy="5105400"/>
        </p:xfrm>
        <a:graphic>
          <a:graphicData uri="http://schemas.openxmlformats.org/presentationml/2006/ole">
            <mc:AlternateContent>
              <mc:Choice Requires="v">
                <p:oleObj r:id="rId4" imgH="5105400" imgW="8229600" progId="MSGraph.Chart.8" spid="_x0000_s1">
                  <p:embed/>
                </p:oleObj>
              </mc:Choice>
              <mc:Fallback>
                <p:oleObj r:id="rId5" imgH="5105400" imgW="8229600" progId="MSGraph.Chart.8">
                  <p:embed/>
                  <p:pic>
                    <p:nvPicPr>
                      <p:cNvPr id="310" name="Google Shape;310;p13"/>
                      <p:cNvPicPr preferRelativeResize="0"/>
                      <p:nvPr/>
                    </p:nvPicPr>
                    <p:blipFill rotWithShape="1">
                      <a:blip r:embed="rId6">
                        <a:alphaModFix/>
                      </a:blip>
                      <a:srcRect b="0" l="0" r="0" t="0"/>
                      <a:stretch/>
                    </p:blipFill>
                    <p:spPr>
                      <a:xfrm>
                        <a:off x="457200" y="1066800"/>
                        <a:ext cx="8229600" cy="5105400"/>
                      </a:xfrm>
                      <a:prstGeom prst="rect">
                        <a:avLst/>
                      </a:prstGeom>
                      <a:noFill/>
                      <a:ln>
                        <a:noFill/>
                      </a:ln>
                    </p:spPr>
                  </p:pic>
                </p:oleObj>
              </mc:Fallback>
            </mc:AlternateContent>
          </a:graphicData>
        </a:graphic>
      </p:graphicFrame>
    </p:spTree>
  </p:cSld>
  <p:clrMapOvr>
    <a:masterClrMapping/>
  </p:clrMapOvr>
  <p:transition spd="slow">
    <p:checke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17" name="Google Shape;317;p1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18" name="Google Shape;318;p1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319" name="Google Shape;319;p14"/>
          <p:cNvSpPr txBox="1"/>
          <p:nvPr/>
        </p:nvSpPr>
        <p:spPr>
          <a:xfrm>
            <a:off x="457200" y="1066800"/>
            <a:ext cx="8229600" cy="51054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20" name="Google Shape;320;p14"/>
          <p:cNvSpPr txBox="1"/>
          <p:nvPr>
            <p:ph type="title"/>
          </p:nvPr>
        </p:nvSpPr>
        <p:spPr>
          <a:xfrm>
            <a:off x="457200" y="381000"/>
            <a:ext cx="8229600" cy="685800"/>
          </a:xfrm>
          <a:prstGeom prst="rect">
            <a:avLst/>
          </a:prstGeom>
          <a:no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2000"/>
              <a:buFont typeface="Tahoma"/>
              <a:buNone/>
            </a:pPr>
            <a:r>
              <a:rPr b="1" i="0" lang="en-US" sz="2000" u="none">
                <a:solidFill>
                  <a:schemeClr val="dk2"/>
                </a:solidFill>
                <a:latin typeface="Tahoma"/>
                <a:ea typeface="Tahoma"/>
                <a:cs typeface="Tahoma"/>
                <a:sym typeface="Tahoma"/>
              </a:rPr>
              <a:t>Bar Chart: Total Internet Sales 1997-2003</a:t>
            </a:r>
            <a:endParaRPr/>
          </a:p>
        </p:txBody>
      </p:sp>
      <p:graphicFrame>
        <p:nvGraphicFramePr>
          <p:cNvPr id="321" name="Google Shape;321;p14"/>
          <p:cNvGraphicFramePr/>
          <p:nvPr/>
        </p:nvGraphicFramePr>
        <p:xfrm>
          <a:off x="457200" y="1066800"/>
          <a:ext cx="8229600" cy="5130800"/>
        </p:xfrm>
        <a:graphic>
          <a:graphicData uri="http://schemas.openxmlformats.org/presentationml/2006/ole">
            <mc:AlternateContent>
              <mc:Choice Requires="v">
                <p:oleObj r:id="rId4" imgH="5130800" imgW="8229600" progId="MSGraph.Chart.8" spid="_x0000_s1">
                  <p:embed/>
                </p:oleObj>
              </mc:Choice>
              <mc:Fallback>
                <p:oleObj r:id="rId5" imgH="5130800" imgW="8229600" progId="MSGraph.Chart.8">
                  <p:embed/>
                  <p:pic>
                    <p:nvPicPr>
                      <p:cNvPr id="321" name="Google Shape;321;p14"/>
                      <p:cNvPicPr preferRelativeResize="0"/>
                      <p:nvPr/>
                    </p:nvPicPr>
                    <p:blipFill rotWithShape="1">
                      <a:blip r:embed="rId6">
                        <a:alphaModFix/>
                      </a:blip>
                      <a:srcRect b="0" l="0" r="0" t="0"/>
                      <a:stretch/>
                    </p:blipFill>
                    <p:spPr>
                      <a:xfrm>
                        <a:off x="457200" y="1066800"/>
                        <a:ext cx="8229600" cy="5130800"/>
                      </a:xfrm>
                      <a:prstGeom prst="rect">
                        <a:avLst/>
                      </a:prstGeom>
                      <a:noFill/>
                      <a:ln>
                        <a:noFill/>
                      </a:ln>
                    </p:spPr>
                  </p:pic>
                </p:oleObj>
              </mc:Fallback>
            </mc:AlternateContent>
          </a:graphicData>
        </a:graphic>
      </p:graphicFrame>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28" name="Google Shape;328;p1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29" name="Google Shape;329;p1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330" name="Google Shape;330;p15"/>
          <p:cNvSpPr txBox="1"/>
          <p:nvPr/>
        </p:nvSpPr>
        <p:spPr>
          <a:xfrm>
            <a:off x="457200" y="1905000"/>
            <a:ext cx="8229600" cy="42672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aphicFrame>
        <p:nvGraphicFramePr>
          <p:cNvPr id="331" name="Google Shape;331;p15"/>
          <p:cNvGraphicFramePr/>
          <p:nvPr/>
        </p:nvGraphicFramePr>
        <p:xfrm>
          <a:off x="685800" y="1905000"/>
          <a:ext cx="7770812" cy="4267200"/>
        </p:xfrm>
        <a:graphic>
          <a:graphicData uri="http://schemas.openxmlformats.org/presentationml/2006/ole">
            <mc:AlternateContent>
              <mc:Choice Requires="v">
                <p:oleObj r:id="rId4" imgH="4267200" imgW="7770812" progId="MSGraph.Chart.8" spid="_x0000_s1">
                  <p:embed/>
                </p:oleObj>
              </mc:Choice>
              <mc:Fallback>
                <p:oleObj r:id="rId5" imgH="4267200" imgW="7770812" progId="MSGraph.Chart.8">
                  <p:embed/>
                  <p:pic>
                    <p:nvPicPr>
                      <p:cNvPr id="331" name="Google Shape;331;p15"/>
                      <p:cNvPicPr preferRelativeResize="0"/>
                      <p:nvPr>
                        <p:ph idx="2" type="chart"/>
                      </p:nvPr>
                    </p:nvPicPr>
                    <p:blipFill rotWithShape="1">
                      <a:blip r:embed="rId6">
                        <a:alphaModFix/>
                      </a:blip>
                      <a:srcRect b="0" l="0" r="0" t="0"/>
                      <a:stretch/>
                    </p:blipFill>
                    <p:spPr>
                      <a:xfrm>
                        <a:off x="685800" y="1905000"/>
                        <a:ext cx="7770812" cy="4267200"/>
                      </a:xfrm>
                      <a:prstGeom prst="rect">
                        <a:avLst/>
                      </a:prstGeom>
                      <a:noFill/>
                      <a:ln>
                        <a:noFill/>
                      </a:ln>
                    </p:spPr>
                  </p:pic>
                </p:oleObj>
              </mc:Fallback>
            </mc:AlternateContent>
          </a:graphicData>
        </a:graphic>
      </p:graphicFrame>
      <p:sp>
        <p:nvSpPr>
          <p:cNvPr id="332" name="Google Shape;332;p15"/>
          <p:cNvSpPr txBox="1"/>
          <p:nvPr>
            <p:ph type="title"/>
          </p:nvPr>
        </p:nvSpPr>
        <p:spPr>
          <a:xfrm>
            <a:off x="457200" y="381000"/>
            <a:ext cx="8229600" cy="1524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Tahoma"/>
              <a:buNone/>
            </a:pPr>
            <a:r>
              <a:rPr b="1" i="0" lang="en-US" sz="4000" u="none">
                <a:solidFill>
                  <a:schemeClr val="lt1"/>
                </a:solidFill>
                <a:latin typeface="Tahoma"/>
                <a:ea typeface="Tahoma"/>
                <a:cs typeface="Tahoma"/>
                <a:sym typeface="Tahoma"/>
              </a:rPr>
              <a:t>Usage of Business Communication Channels</a:t>
            </a:r>
            <a:endParaRPr/>
          </a:p>
        </p:txBody>
      </p:sp>
    </p:spTree>
  </p:cSld>
  <p:clrMapOvr>
    <a:masterClrMapping/>
  </p:clrMapOvr>
  <p:transition spd="slow">
    <p:spli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39" name="Google Shape;339;p1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40" name="Google Shape;340;p1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341" name="Google Shape;341;p16"/>
          <p:cNvSpPr txBox="1"/>
          <p:nvPr>
            <p:ph type="title"/>
          </p:nvPr>
        </p:nvSpPr>
        <p:spPr>
          <a:xfrm>
            <a:off x="457200" y="381000"/>
            <a:ext cx="8229600" cy="9144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2800"/>
              <a:buFont typeface="Tahoma"/>
              <a:buNone/>
            </a:pPr>
            <a:r>
              <a:rPr b="1" i="0" lang="en-US" sz="2800" u="none">
                <a:solidFill>
                  <a:schemeClr val="lt1"/>
                </a:solidFill>
                <a:latin typeface="Tahoma"/>
                <a:ea typeface="Tahoma"/>
                <a:cs typeface="Tahoma"/>
                <a:sym typeface="Tahoma"/>
              </a:rPr>
              <a:t>Flow Chart: The Report Writing Process</a:t>
            </a:r>
            <a:endParaRPr/>
          </a:p>
        </p:txBody>
      </p:sp>
      <p:grpSp>
        <p:nvGrpSpPr>
          <p:cNvPr id="342" name="Google Shape;342;p16"/>
          <p:cNvGrpSpPr/>
          <p:nvPr/>
        </p:nvGrpSpPr>
        <p:grpSpPr>
          <a:xfrm>
            <a:off x="457200" y="1295400"/>
            <a:ext cx="8229600" cy="4876800"/>
            <a:chOff x="288" y="816"/>
            <a:chExt cx="5184" cy="3072"/>
          </a:xfrm>
        </p:grpSpPr>
        <p:sp>
          <p:nvSpPr>
            <p:cNvPr id="343" name="Google Shape;343;p16"/>
            <p:cNvSpPr txBox="1"/>
            <p:nvPr/>
          </p:nvSpPr>
          <p:spPr>
            <a:xfrm>
              <a:off x="288" y="816"/>
              <a:ext cx="5184" cy="3072"/>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4" name="Google Shape;344;p16"/>
            <p:cNvSpPr txBox="1"/>
            <p:nvPr/>
          </p:nvSpPr>
          <p:spPr>
            <a:xfrm>
              <a:off x="720" y="912"/>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Keyboard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Input</a:t>
              </a:r>
              <a:endParaRPr/>
            </a:p>
          </p:txBody>
        </p:sp>
        <p:sp>
          <p:nvSpPr>
            <p:cNvPr id="345" name="Google Shape;345;p16"/>
            <p:cNvSpPr txBox="1"/>
            <p:nvPr/>
          </p:nvSpPr>
          <p:spPr>
            <a:xfrm>
              <a:off x="1968" y="912"/>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First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Hard Copy</a:t>
              </a:r>
              <a:endParaRPr/>
            </a:p>
          </p:txBody>
        </p:sp>
        <p:sp>
          <p:nvSpPr>
            <p:cNvPr id="346" name="Google Shape;346;p16"/>
            <p:cNvSpPr txBox="1"/>
            <p:nvPr/>
          </p:nvSpPr>
          <p:spPr>
            <a:xfrm>
              <a:off x="3264" y="912"/>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Next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Hard Copy</a:t>
              </a:r>
              <a:endParaRPr/>
            </a:p>
          </p:txBody>
        </p:sp>
        <p:sp>
          <p:nvSpPr>
            <p:cNvPr id="347" name="Google Shape;347;p16"/>
            <p:cNvSpPr txBox="1"/>
            <p:nvPr/>
          </p:nvSpPr>
          <p:spPr>
            <a:xfrm>
              <a:off x="720" y="3299"/>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Style and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Spelling</a:t>
              </a:r>
              <a:endParaRPr/>
            </a:p>
          </p:txBody>
        </p:sp>
        <p:sp>
          <p:nvSpPr>
            <p:cNvPr id="348" name="Google Shape;348;p16"/>
            <p:cNvSpPr txBox="1"/>
            <p:nvPr/>
          </p:nvSpPr>
          <p:spPr>
            <a:xfrm>
              <a:off x="1968" y="3299"/>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Style and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Spelling</a:t>
              </a:r>
              <a:endParaRPr/>
            </a:p>
          </p:txBody>
        </p:sp>
        <p:sp>
          <p:nvSpPr>
            <p:cNvPr id="349" name="Google Shape;349;p16"/>
            <p:cNvSpPr txBox="1"/>
            <p:nvPr/>
          </p:nvSpPr>
          <p:spPr>
            <a:xfrm>
              <a:off x="1968" y="2474"/>
              <a:ext cx="960" cy="478"/>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Keyboard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Input/Edit</a:t>
              </a:r>
              <a:endParaRPr/>
            </a:p>
          </p:txBody>
        </p:sp>
        <p:sp>
          <p:nvSpPr>
            <p:cNvPr id="350" name="Google Shape;350;p16"/>
            <p:cNvSpPr txBox="1"/>
            <p:nvPr/>
          </p:nvSpPr>
          <p:spPr>
            <a:xfrm>
              <a:off x="4368" y="2040"/>
              <a:ext cx="960" cy="478"/>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Submit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Report</a:t>
              </a:r>
              <a:endParaRPr/>
            </a:p>
          </p:txBody>
        </p:sp>
        <p:sp>
          <p:nvSpPr>
            <p:cNvPr id="351" name="Google Shape;351;p16"/>
            <p:cNvSpPr/>
            <p:nvPr/>
          </p:nvSpPr>
          <p:spPr>
            <a:xfrm>
              <a:off x="720" y="1606"/>
              <a:ext cx="960" cy="535"/>
            </a:xfrm>
            <a:prstGeom prst="flowChartPreparation">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Edit</a:t>
              </a:r>
              <a:endParaRPr/>
            </a:p>
          </p:txBody>
        </p:sp>
        <p:sp>
          <p:nvSpPr>
            <p:cNvPr id="352" name="Google Shape;352;p16"/>
            <p:cNvSpPr/>
            <p:nvPr/>
          </p:nvSpPr>
          <p:spPr>
            <a:xfrm>
              <a:off x="1968" y="1606"/>
              <a:ext cx="960" cy="535"/>
            </a:xfrm>
            <a:prstGeom prst="flowChartPreparation">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Edit</a:t>
              </a:r>
              <a:endParaRPr/>
            </a:p>
          </p:txBody>
        </p:sp>
        <p:sp>
          <p:nvSpPr>
            <p:cNvPr id="353" name="Google Shape;353;p16"/>
            <p:cNvSpPr/>
            <p:nvPr/>
          </p:nvSpPr>
          <p:spPr>
            <a:xfrm>
              <a:off x="720" y="2442"/>
              <a:ext cx="960" cy="499"/>
            </a:xfrm>
            <a:prstGeom prst="flowChartDecision">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Add?</a:t>
              </a:r>
              <a:endParaRPr/>
            </a:p>
          </p:txBody>
        </p:sp>
        <p:cxnSp>
          <p:nvCxnSpPr>
            <p:cNvPr id="354" name="Google Shape;354;p16"/>
            <p:cNvCxnSpPr/>
            <p:nvPr/>
          </p:nvCxnSpPr>
          <p:spPr>
            <a:xfrm flipH="1" rot="10800000">
              <a:off x="720" y="1151"/>
              <a:ext cx="1" cy="1540"/>
            </a:xfrm>
            <a:prstGeom prst="bentConnector3">
              <a:avLst>
                <a:gd fmla="val -71956605" name="adj1"/>
              </a:avLst>
            </a:prstGeom>
            <a:noFill/>
            <a:ln cap="flat" cmpd="sng" w="19050">
              <a:solidFill>
                <a:schemeClr val="dk1"/>
              </a:solidFill>
              <a:prstDash val="solid"/>
              <a:miter lim="800000"/>
              <a:headEnd len="med" w="med" type="none"/>
              <a:tailEnd len="med" w="med" type="triangle"/>
            </a:ln>
          </p:spPr>
        </p:cxnSp>
        <p:cxnSp>
          <p:nvCxnSpPr>
            <p:cNvPr id="355" name="Google Shape;355;p16"/>
            <p:cNvCxnSpPr/>
            <p:nvPr/>
          </p:nvCxnSpPr>
          <p:spPr>
            <a:xfrm>
              <a:off x="1200" y="1389"/>
              <a:ext cx="0" cy="217"/>
            </a:xfrm>
            <a:prstGeom prst="straightConnector1">
              <a:avLst/>
            </a:prstGeom>
            <a:noFill/>
            <a:ln cap="flat" cmpd="sng" w="19050">
              <a:solidFill>
                <a:schemeClr val="dk1"/>
              </a:solidFill>
              <a:prstDash val="solid"/>
              <a:miter lim="800000"/>
              <a:headEnd len="med" w="med" type="none"/>
              <a:tailEnd len="med" w="med" type="triangle"/>
            </a:ln>
          </p:spPr>
        </p:cxnSp>
        <p:cxnSp>
          <p:nvCxnSpPr>
            <p:cNvPr id="356" name="Google Shape;356;p16"/>
            <p:cNvCxnSpPr/>
            <p:nvPr/>
          </p:nvCxnSpPr>
          <p:spPr>
            <a:xfrm>
              <a:off x="1200" y="2141"/>
              <a:ext cx="0" cy="301"/>
            </a:xfrm>
            <a:prstGeom prst="straightConnector1">
              <a:avLst/>
            </a:prstGeom>
            <a:noFill/>
            <a:ln cap="flat" cmpd="sng" w="19050">
              <a:solidFill>
                <a:schemeClr val="dk1"/>
              </a:solidFill>
              <a:prstDash val="solid"/>
              <a:miter lim="800000"/>
              <a:headEnd len="med" w="med" type="none"/>
              <a:tailEnd len="med" w="med" type="triangle"/>
            </a:ln>
          </p:spPr>
        </p:cxnSp>
        <p:cxnSp>
          <p:nvCxnSpPr>
            <p:cNvPr id="357" name="Google Shape;357;p16"/>
            <p:cNvCxnSpPr/>
            <p:nvPr/>
          </p:nvCxnSpPr>
          <p:spPr>
            <a:xfrm>
              <a:off x="1200" y="2941"/>
              <a:ext cx="0" cy="358"/>
            </a:xfrm>
            <a:prstGeom prst="straightConnector1">
              <a:avLst/>
            </a:prstGeom>
            <a:noFill/>
            <a:ln cap="flat" cmpd="sng" w="19050">
              <a:solidFill>
                <a:schemeClr val="dk1"/>
              </a:solidFill>
              <a:prstDash val="solid"/>
              <a:miter lim="800000"/>
              <a:headEnd len="med" w="med" type="none"/>
              <a:tailEnd len="med" w="med" type="triangle"/>
            </a:ln>
          </p:spPr>
        </p:cxnSp>
        <p:cxnSp>
          <p:nvCxnSpPr>
            <p:cNvPr id="358" name="Google Shape;358;p16"/>
            <p:cNvCxnSpPr/>
            <p:nvPr/>
          </p:nvCxnSpPr>
          <p:spPr>
            <a:xfrm flipH="1" rot="10800000">
              <a:off x="1680" y="1151"/>
              <a:ext cx="288" cy="2386"/>
            </a:xfrm>
            <a:prstGeom prst="bentConnector3">
              <a:avLst>
                <a:gd fmla="val 50000" name="adj1"/>
              </a:avLst>
            </a:prstGeom>
            <a:noFill/>
            <a:ln cap="flat" cmpd="sng" w="19050">
              <a:solidFill>
                <a:schemeClr val="dk1"/>
              </a:solidFill>
              <a:prstDash val="solid"/>
              <a:miter lim="800000"/>
              <a:headEnd len="med" w="med" type="none"/>
              <a:tailEnd len="med" w="med" type="triangle"/>
            </a:ln>
          </p:spPr>
        </p:cxnSp>
        <p:cxnSp>
          <p:nvCxnSpPr>
            <p:cNvPr id="359" name="Google Shape;359;p16"/>
            <p:cNvCxnSpPr/>
            <p:nvPr/>
          </p:nvCxnSpPr>
          <p:spPr>
            <a:xfrm flipH="1" rot="10800000">
              <a:off x="2928" y="1151"/>
              <a:ext cx="336" cy="2386"/>
            </a:xfrm>
            <a:prstGeom prst="bentConnector3">
              <a:avLst>
                <a:gd fmla="val 50000" name="adj1"/>
              </a:avLst>
            </a:prstGeom>
            <a:noFill/>
            <a:ln cap="flat" cmpd="sng" w="19050">
              <a:solidFill>
                <a:schemeClr val="dk1"/>
              </a:solidFill>
              <a:prstDash val="solid"/>
              <a:miter lim="800000"/>
              <a:headEnd len="med" w="med" type="none"/>
              <a:tailEnd len="med" w="med" type="triangle"/>
            </a:ln>
          </p:spPr>
        </p:cxnSp>
        <p:cxnSp>
          <p:nvCxnSpPr>
            <p:cNvPr id="360" name="Google Shape;360;p16"/>
            <p:cNvCxnSpPr/>
            <p:nvPr/>
          </p:nvCxnSpPr>
          <p:spPr>
            <a:xfrm>
              <a:off x="2448" y="1389"/>
              <a:ext cx="0" cy="217"/>
            </a:xfrm>
            <a:prstGeom prst="straightConnector1">
              <a:avLst/>
            </a:prstGeom>
            <a:noFill/>
            <a:ln cap="flat" cmpd="sng" w="19050">
              <a:solidFill>
                <a:schemeClr val="dk1"/>
              </a:solidFill>
              <a:prstDash val="solid"/>
              <a:miter lim="800000"/>
              <a:headEnd len="med" w="med" type="none"/>
              <a:tailEnd len="med" w="med" type="triangle"/>
            </a:ln>
          </p:spPr>
        </p:cxnSp>
        <p:cxnSp>
          <p:nvCxnSpPr>
            <p:cNvPr id="361" name="Google Shape;361;p16"/>
            <p:cNvCxnSpPr/>
            <p:nvPr/>
          </p:nvCxnSpPr>
          <p:spPr>
            <a:xfrm>
              <a:off x="2448" y="2141"/>
              <a:ext cx="0" cy="333"/>
            </a:xfrm>
            <a:prstGeom prst="straightConnector1">
              <a:avLst/>
            </a:prstGeom>
            <a:noFill/>
            <a:ln cap="flat" cmpd="sng" w="19050">
              <a:solidFill>
                <a:schemeClr val="dk1"/>
              </a:solidFill>
              <a:prstDash val="solid"/>
              <a:miter lim="800000"/>
              <a:headEnd len="med" w="med" type="none"/>
              <a:tailEnd len="med" w="med" type="triangle"/>
            </a:ln>
          </p:spPr>
        </p:cxnSp>
        <p:cxnSp>
          <p:nvCxnSpPr>
            <p:cNvPr id="362" name="Google Shape;362;p16"/>
            <p:cNvCxnSpPr/>
            <p:nvPr/>
          </p:nvCxnSpPr>
          <p:spPr>
            <a:xfrm>
              <a:off x="2448" y="2952"/>
              <a:ext cx="0" cy="347"/>
            </a:xfrm>
            <a:prstGeom prst="straightConnector1">
              <a:avLst/>
            </a:prstGeom>
            <a:noFill/>
            <a:ln cap="flat" cmpd="sng" w="19050">
              <a:solidFill>
                <a:schemeClr val="dk1"/>
              </a:solidFill>
              <a:prstDash val="solid"/>
              <a:miter lim="800000"/>
              <a:headEnd len="med" w="med" type="none"/>
              <a:tailEnd len="med" w="med" type="triangle"/>
            </a:ln>
          </p:spPr>
        </p:cxnSp>
        <p:sp>
          <p:nvSpPr>
            <p:cNvPr id="363" name="Google Shape;363;p16"/>
            <p:cNvSpPr/>
            <p:nvPr/>
          </p:nvSpPr>
          <p:spPr>
            <a:xfrm>
              <a:off x="3264" y="1606"/>
              <a:ext cx="960" cy="499"/>
            </a:xfrm>
            <a:prstGeom prst="flowChartDecision">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OK?</a:t>
              </a:r>
              <a:endParaRPr/>
            </a:p>
          </p:txBody>
        </p:sp>
        <p:cxnSp>
          <p:nvCxnSpPr>
            <p:cNvPr id="364" name="Google Shape;364;p16"/>
            <p:cNvCxnSpPr/>
            <p:nvPr/>
          </p:nvCxnSpPr>
          <p:spPr>
            <a:xfrm>
              <a:off x="4224" y="1856"/>
              <a:ext cx="624" cy="184"/>
            </a:xfrm>
            <a:prstGeom prst="bentConnector2">
              <a:avLst/>
            </a:prstGeom>
            <a:noFill/>
            <a:ln cap="flat" cmpd="sng" w="19050">
              <a:solidFill>
                <a:schemeClr val="dk1"/>
              </a:solidFill>
              <a:prstDash val="solid"/>
              <a:miter lim="800000"/>
              <a:headEnd len="med" w="med" type="none"/>
              <a:tailEnd len="med" w="med" type="triangle"/>
            </a:ln>
          </p:spPr>
        </p:cxnSp>
        <p:cxnSp>
          <p:nvCxnSpPr>
            <p:cNvPr id="365" name="Google Shape;365;p16"/>
            <p:cNvCxnSpPr/>
            <p:nvPr/>
          </p:nvCxnSpPr>
          <p:spPr>
            <a:xfrm>
              <a:off x="3744" y="1389"/>
              <a:ext cx="0" cy="217"/>
            </a:xfrm>
            <a:prstGeom prst="straightConnector1">
              <a:avLst/>
            </a:prstGeom>
            <a:noFill/>
            <a:ln cap="flat" cmpd="sng" w="19050">
              <a:solidFill>
                <a:schemeClr val="dk1"/>
              </a:solidFill>
              <a:prstDash val="solid"/>
              <a:miter lim="800000"/>
              <a:headEnd len="med" w="med" type="none"/>
              <a:tailEnd len="med" w="med" type="triangle"/>
            </a:ln>
          </p:spPr>
        </p:cxnSp>
        <p:cxnSp>
          <p:nvCxnSpPr>
            <p:cNvPr id="366" name="Google Shape;366;p16"/>
            <p:cNvCxnSpPr/>
            <p:nvPr/>
          </p:nvCxnSpPr>
          <p:spPr>
            <a:xfrm>
              <a:off x="3744" y="2105"/>
              <a:ext cx="0" cy="355"/>
            </a:xfrm>
            <a:prstGeom prst="straightConnector1">
              <a:avLst/>
            </a:prstGeom>
            <a:noFill/>
            <a:ln cap="flat" cmpd="sng" w="19050">
              <a:solidFill>
                <a:schemeClr val="dk1"/>
              </a:solidFill>
              <a:prstDash val="solid"/>
              <a:miter lim="800000"/>
              <a:headEnd len="med" w="med" type="none"/>
              <a:tailEnd len="med" w="med" type="triangle"/>
            </a:ln>
          </p:spPr>
        </p:cxnSp>
        <p:sp>
          <p:nvSpPr>
            <p:cNvPr id="367" name="Google Shape;367;p16"/>
            <p:cNvSpPr txBox="1"/>
            <p:nvPr/>
          </p:nvSpPr>
          <p:spPr>
            <a:xfrm>
              <a:off x="4416" y="1762"/>
              <a:ext cx="302" cy="212"/>
            </a:xfrm>
            <a:prstGeom prst="rect">
              <a:avLst/>
            </a:prstGeom>
            <a:solidFill>
              <a:srgbClr val="F8F8F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Narrow"/>
                <a:buNone/>
              </a:pPr>
              <a:r>
                <a:rPr b="1" i="0" lang="en-US" sz="1600" u="none">
                  <a:solidFill>
                    <a:schemeClr val="dk1"/>
                  </a:solidFill>
                  <a:latin typeface="Arial Narrow"/>
                  <a:ea typeface="Arial Narrow"/>
                  <a:cs typeface="Arial Narrow"/>
                  <a:sym typeface="Arial Narrow"/>
                </a:rPr>
                <a:t>Yes</a:t>
              </a:r>
              <a:endParaRPr/>
            </a:p>
          </p:txBody>
        </p:sp>
        <p:sp>
          <p:nvSpPr>
            <p:cNvPr id="368" name="Google Shape;368;p16"/>
            <p:cNvSpPr txBox="1"/>
            <p:nvPr/>
          </p:nvSpPr>
          <p:spPr>
            <a:xfrm>
              <a:off x="3600" y="2144"/>
              <a:ext cx="256" cy="212"/>
            </a:xfrm>
            <a:prstGeom prst="rect">
              <a:avLst/>
            </a:prstGeom>
            <a:solidFill>
              <a:srgbClr val="F8F8F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Narrow"/>
                <a:buNone/>
              </a:pPr>
              <a:r>
                <a:rPr b="1" i="0" lang="en-US" sz="1600" u="none">
                  <a:solidFill>
                    <a:schemeClr val="dk1"/>
                  </a:solidFill>
                  <a:latin typeface="Arial Narrow"/>
                  <a:ea typeface="Arial Narrow"/>
                  <a:cs typeface="Arial Narrow"/>
                  <a:sym typeface="Arial Narrow"/>
                </a:rPr>
                <a:t>No</a:t>
              </a:r>
              <a:endParaRPr/>
            </a:p>
          </p:txBody>
        </p:sp>
        <p:sp>
          <p:nvSpPr>
            <p:cNvPr id="369" name="Google Shape;369;p16"/>
            <p:cNvSpPr txBox="1"/>
            <p:nvPr/>
          </p:nvSpPr>
          <p:spPr>
            <a:xfrm>
              <a:off x="1071" y="2987"/>
              <a:ext cx="256" cy="212"/>
            </a:xfrm>
            <a:prstGeom prst="rect">
              <a:avLst/>
            </a:prstGeom>
            <a:solidFill>
              <a:srgbClr val="F8F8F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Narrow"/>
                <a:buNone/>
              </a:pPr>
              <a:r>
                <a:rPr b="1" i="0" lang="en-US" sz="1600" u="none">
                  <a:solidFill>
                    <a:schemeClr val="dk1"/>
                  </a:solidFill>
                  <a:latin typeface="Arial Narrow"/>
                  <a:ea typeface="Arial Narrow"/>
                  <a:cs typeface="Arial Narrow"/>
                  <a:sym typeface="Arial Narrow"/>
                </a:rPr>
                <a:t>No</a:t>
              </a:r>
              <a:endParaRPr/>
            </a:p>
          </p:txBody>
        </p:sp>
        <p:sp>
          <p:nvSpPr>
            <p:cNvPr id="370" name="Google Shape;370;p16"/>
            <p:cNvSpPr txBox="1"/>
            <p:nvPr/>
          </p:nvSpPr>
          <p:spPr>
            <a:xfrm>
              <a:off x="418" y="1750"/>
              <a:ext cx="302" cy="212"/>
            </a:xfrm>
            <a:prstGeom prst="rect">
              <a:avLst/>
            </a:prstGeom>
            <a:solidFill>
              <a:srgbClr val="F8F8F8"/>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Narrow"/>
                <a:buNone/>
              </a:pPr>
              <a:r>
                <a:rPr b="1" i="0" lang="en-US" sz="1600" u="none">
                  <a:solidFill>
                    <a:schemeClr val="dk1"/>
                  </a:solidFill>
                  <a:latin typeface="Arial Narrow"/>
                  <a:ea typeface="Arial Narrow"/>
                  <a:cs typeface="Arial Narrow"/>
                  <a:sym typeface="Arial Narrow"/>
                </a:rPr>
                <a:t>Yes</a:t>
              </a:r>
              <a:endParaRPr/>
            </a:p>
          </p:txBody>
        </p:sp>
        <p:cxnSp>
          <p:nvCxnSpPr>
            <p:cNvPr id="371" name="Google Shape;371;p16"/>
            <p:cNvCxnSpPr/>
            <p:nvPr/>
          </p:nvCxnSpPr>
          <p:spPr>
            <a:xfrm rot="10800000">
              <a:off x="3120" y="2691"/>
              <a:ext cx="144" cy="0"/>
            </a:xfrm>
            <a:prstGeom prst="straightConnector1">
              <a:avLst/>
            </a:prstGeom>
            <a:noFill/>
            <a:ln cap="flat" cmpd="sng" w="19050">
              <a:solidFill>
                <a:schemeClr val="dk1"/>
              </a:solidFill>
              <a:prstDash val="solid"/>
              <a:miter lim="800000"/>
              <a:headEnd len="med" w="med" type="none"/>
              <a:tailEnd len="med" w="med" type="triangle"/>
            </a:ln>
          </p:spPr>
        </p:cxnSp>
        <p:sp>
          <p:nvSpPr>
            <p:cNvPr id="372" name="Google Shape;372;p16"/>
            <p:cNvSpPr txBox="1"/>
            <p:nvPr/>
          </p:nvSpPr>
          <p:spPr>
            <a:xfrm>
              <a:off x="3264" y="2460"/>
              <a:ext cx="960" cy="477"/>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Keyboard</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Input/Edit</a:t>
              </a:r>
              <a:endParaRPr/>
            </a:p>
          </p:txBody>
        </p:sp>
      </p:grpSp>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379" name="Google Shape;379;p1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380" name="Google Shape;380;p1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381" name="Google Shape;381;p17"/>
          <p:cNvSpPr txBox="1"/>
          <p:nvPr/>
        </p:nvSpPr>
        <p:spPr>
          <a:xfrm>
            <a:off x="457200" y="1219200"/>
            <a:ext cx="8229600" cy="4953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82" name="Google Shape;382;p17"/>
          <p:cNvSpPr txBox="1"/>
          <p:nvPr>
            <p:ph type="title"/>
          </p:nvPr>
        </p:nvSpPr>
        <p:spPr>
          <a:xfrm>
            <a:off x="457200" y="381000"/>
            <a:ext cx="8229600" cy="887412"/>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Organization Chart</a:t>
            </a:r>
            <a:endParaRPr/>
          </a:p>
        </p:txBody>
      </p:sp>
      <p:grpSp>
        <p:nvGrpSpPr>
          <p:cNvPr id="383" name="Google Shape;383;p17"/>
          <p:cNvGrpSpPr/>
          <p:nvPr/>
        </p:nvGrpSpPr>
        <p:grpSpPr>
          <a:xfrm>
            <a:off x="914400" y="1839525"/>
            <a:ext cx="7315200" cy="4027875"/>
            <a:chOff x="576" y="1002"/>
            <a:chExt cx="4608" cy="2694"/>
          </a:xfrm>
        </p:grpSpPr>
        <p:sp>
          <p:nvSpPr>
            <p:cNvPr id="384" name="Google Shape;384;p17"/>
            <p:cNvSpPr txBox="1"/>
            <p:nvPr/>
          </p:nvSpPr>
          <p:spPr>
            <a:xfrm>
              <a:off x="576"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A</a:t>
              </a:r>
              <a:endParaRPr/>
            </a:p>
          </p:txBody>
        </p:sp>
        <p:sp>
          <p:nvSpPr>
            <p:cNvPr id="385" name="Google Shape;385;p17"/>
            <p:cNvSpPr txBox="1"/>
            <p:nvPr/>
          </p:nvSpPr>
          <p:spPr>
            <a:xfrm>
              <a:off x="1240"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B</a:t>
              </a:r>
              <a:endParaRPr/>
            </a:p>
          </p:txBody>
        </p:sp>
        <p:sp>
          <p:nvSpPr>
            <p:cNvPr id="386" name="Google Shape;386;p17"/>
            <p:cNvSpPr txBox="1"/>
            <p:nvPr/>
          </p:nvSpPr>
          <p:spPr>
            <a:xfrm>
              <a:off x="1918"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C</a:t>
              </a:r>
              <a:endParaRPr/>
            </a:p>
          </p:txBody>
        </p:sp>
        <p:sp>
          <p:nvSpPr>
            <p:cNvPr id="387" name="Google Shape;387;p17"/>
            <p:cNvSpPr txBox="1"/>
            <p:nvPr/>
          </p:nvSpPr>
          <p:spPr>
            <a:xfrm>
              <a:off x="2572" y="3339"/>
              <a:ext cx="596"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a:t>
              </a:r>
              <a:endParaRPr/>
            </a:p>
          </p:txBody>
        </p:sp>
        <p:sp>
          <p:nvSpPr>
            <p:cNvPr id="388" name="Google Shape;388;p17"/>
            <p:cNvSpPr txBox="1"/>
            <p:nvPr/>
          </p:nvSpPr>
          <p:spPr>
            <a:xfrm>
              <a:off x="3259"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E</a:t>
              </a:r>
              <a:endParaRPr/>
            </a:p>
          </p:txBody>
        </p:sp>
        <p:sp>
          <p:nvSpPr>
            <p:cNvPr id="389" name="Google Shape;389;p17"/>
            <p:cNvSpPr txBox="1"/>
            <p:nvPr/>
          </p:nvSpPr>
          <p:spPr>
            <a:xfrm>
              <a:off x="3923"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F</a:t>
              </a:r>
              <a:endParaRPr/>
            </a:p>
          </p:txBody>
        </p:sp>
        <p:sp>
          <p:nvSpPr>
            <p:cNvPr id="390" name="Google Shape;390;p17"/>
            <p:cNvSpPr txBox="1"/>
            <p:nvPr/>
          </p:nvSpPr>
          <p:spPr>
            <a:xfrm>
              <a:off x="4586" y="3339"/>
              <a:ext cx="598"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District</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G</a:t>
              </a:r>
              <a:endParaRPr/>
            </a:p>
          </p:txBody>
        </p:sp>
        <p:sp>
          <p:nvSpPr>
            <p:cNvPr id="391" name="Google Shape;391;p17"/>
            <p:cNvSpPr txBox="1"/>
            <p:nvPr/>
          </p:nvSpPr>
          <p:spPr>
            <a:xfrm>
              <a:off x="785" y="2760"/>
              <a:ext cx="691"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Region</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1</a:t>
              </a:r>
              <a:endParaRPr/>
            </a:p>
          </p:txBody>
        </p:sp>
        <p:sp>
          <p:nvSpPr>
            <p:cNvPr id="392" name="Google Shape;392;p17"/>
            <p:cNvSpPr txBox="1"/>
            <p:nvPr/>
          </p:nvSpPr>
          <p:spPr>
            <a:xfrm>
              <a:off x="1654" y="2760"/>
              <a:ext cx="691"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Region</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2</a:t>
              </a:r>
              <a:endParaRPr/>
            </a:p>
          </p:txBody>
        </p:sp>
        <p:sp>
          <p:nvSpPr>
            <p:cNvPr id="393" name="Google Shape;393;p17"/>
            <p:cNvSpPr txBox="1"/>
            <p:nvPr/>
          </p:nvSpPr>
          <p:spPr>
            <a:xfrm>
              <a:off x="2528" y="2760"/>
              <a:ext cx="690"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Region</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3</a:t>
              </a:r>
              <a:endParaRPr/>
            </a:p>
          </p:txBody>
        </p:sp>
        <p:sp>
          <p:nvSpPr>
            <p:cNvPr id="394" name="Google Shape;394;p17"/>
            <p:cNvSpPr txBox="1"/>
            <p:nvPr/>
          </p:nvSpPr>
          <p:spPr>
            <a:xfrm>
              <a:off x="3392" y="2760"/>
              <a:ext cx="691"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Region</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4</a:t>
              </a:r>
              <a:endParaRPr/>
            </a:p>
          </p:txBody>
        </p:sp>
        <p:sp>
          <p:nvSpPr>
            <p:cNvPr id="395" name="Google Shape;395;p17"/>
            <p:cNvSpPr txBox="1"/>
            <p:nvPr/>
          </p:nvSpPr>
          <p:spPr>
            <a:xfrm>
              <a:off x="4291" y="2760"/>
              <a:ext cx="691"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Region</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5</a:t>
              </a:r>
              <a:endParaRPr/>
            </a:p>
          </p:txBody>
        </p:sp>
        <p:sp>
          <p:nvSpPr>
            <p:cNvPr id="396" name="Google Shape;396;p17"/>
            <p:cNvSpPr txBox="1"/>
            <p:nvPr/>
          </p:nvSpPr>
          <p:spPr>
            <a:xfrm>
              <a:off x="772" y="2157"/>
              <a:ext cx="752"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sp>
          <p:nvSpPr>
            <p:cNvPr id="397" name="Google Shape;397;p17"/>
            <p:cNvSpPr txBox="1"/>
            <p:nvPr/>
          </p:nvSpPr>
          <p:spPr>
            <a:xfrm>
              <a:off x="1641" y="2157"/>
              <a:ext cx="752"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sp>
          <p:nvSpPr>
            <p:cNvPr id="398" name="Google Shape;398;p17"/>
            <p:cNvSpPr txBox="1"/>
            <p:nvPr/>
          </p:nvSpPr>
          <p:spPr>
            <a:xfrm>
              <a:off x="3347" y="2157"/>
              <a:ext cx="752"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sp>
          <p:nvSpPr>
            <p:cNvPr id="399" name="Google Shape;399;p17"/>
            <p:cNvSpPr txBox="1"/>
            <p:nvPr/>
          </p:nvSpPr>
          <p:spPr>
            <a:xfrm>
              <a:off x="2496" y="2157"/>
              <a:ext cx="751"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sp>
          <p:nvSpPr>
            <p:cNvPr id="400" name="Google Shape;400;p17"/>
            <p:cNvSpPr txBox="1"/>
            <p:nvPr/>
          </p:nvSpPr>
          <p:spPr>
            <a:xfrm>
              <a:off x="4231" y="2157"/>
              <a:ext cx="752"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sp>
          <p:nvSpPr>
            <p:cNvPr id="401" name="Google Shape;401;p17"/>
            <p:cNvSpPr txBox="1"/>
            <p:nvPr/>
          </p:nvSpPr>
          <p:spPr>
            <a:xfrm>
              <a:off x="2327" y="1002"/>
              <a:ext cx="1093"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Chief Executive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Officer</a:t>
              </a:r>
              <a:endParaRPr/>
            </a:p>
          </p:txBody>
        </p:sp>
        <p:sp>
          <p:nvSpPr>
            <p:cNvPr id="402" name="Google Shape;402;p17"/>
            <p:cNvSpPr txBox="1"/>
            <p:nvPr/>
          </p:nvSpPr>
          <p:spPr>
            <a:xfrm>
              <a:off x="3831" y="1595"/>
              <a:ext cx="1094" cy="357"/>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Executive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 President</a:t>
              </a:r>
              <a:endParaRPr/>
            </a:p>
          </p:txBody>
        </p:sp>
        <p:sp>
          <p:nvSpPr>
            <p:cNvPr id="403" name="Google Shape;403;p17"/>
            <p:cNvSpPr txBox="1"/>
            <p:nvPr/>
          </p:nvSpPr>
          <p:spPr>
            <a:xfrm>
              <a:off x="773" y="1605"/>
              <a:ext cx="1092"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Executive</a:t>
              </a:r>
              <a:endParaRPr/>
            </a:p>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Vice President</a:t>
              </a:r>
              <a:endParaRPr/>
            </a:p>
          </p:txBody>
        </p:sp>
        <p:sp>
          <p:nvSpPr>
            <p:cNvPr id="404" name="Google Shape;404;p17"/>
            <p:cNvSpPr txBox="1"/>
            <p:nvPr/>
          </p:nvSpPr>
          <p:spPr>
            <a:xfrm>
              <a:off x="2327" y="1605"/>
              <a:ext cx="1093" cy="356"/>
            </a:xfrm>
            <a:prstGeom prst="rect">
              <a:avLst/>
            </a:prstGeom>
            <a:solidFill>
              <a:srgbClr val="FFFF00"/>
            </a:solidFill>
            <a:ln cap="flat" cmpd="sng" w="12700">
              <a:solidFill>
                <a:srgbClr val="414141"/>
              </a:solidFill>
              <a:prstDash val="solid"/>
              <a:miter lim="800000"/>
              <a:headEnd len="sm" w="sm" type="none"/>
              <a:tailEnd len="sm" w="sm" type="none"/>
            </a:ln>
            <a:effectLst>
              <a:outerShdw blurRad="63500" dir="2700000" dist="35921">
                <a:schemeClr val="lt2"/>
              </a:outerShdw>
            </a:effectLst>
          </p:spPr>
          <p:txBody>
            <a:bodyPr anchorCtr="0" anchor="ctr" bIns="44450" lIns="90475" spcFirstLastPara="1" rIns="90475" wrap="square" tIns="44450">
              <a:noAutofit/>
            </a:bodyPr>
            <a:lstStyle/>
            <a:p>
              <a:pPr indent="0" lvl="0" marL="0" marR="0" rtl="0" algn="ctr">
                <a:lnSpc>
                  <a:spcPct val="100000"/>
                </a:lnSpc>
                <a:spcBef>
                  <a:spcPts val="0"/>
                </a:spcBef>
                <a:spcAft>
                  <a:spcPts val="0"/>
                </a:spcAft>
                <a:buClr>
                  <a:srgbClr val="414141"/>
                </a:buClr>
                <a:buSzPts val="1600"/>
                <a:buFont typeface="Arial"/>
                <a:buNone/>
              </a:pPr>
              <a:r>
                <a:rPr b="1" i="0" lang="en-US" sz="1600" u="none">
                  <a:solidFill>
                    <a:srgbClr val="414141"/>
                  </a:solidFill>
                  <a:latin typeface="Arial"/>
                  <a:ea typeface="Arial"/>
                  <a:cs typeface="Arial"/>
                  <a:sym typeface="Arial"/>
                </a:rPr>
                <a:t>President</a:t>
              </a:r>
              <a:endParaRPr/>
            </a:p>
          </p:txBody>
        </p:sp>
        <p:cxnSp>
          <p:nvCxnSpPr>
            <p:cNvPr id="405" name="Google Shape;405;p17"/>
            <p:cNvCxnSpPr/>
            <p:nvPr/>
          </p:nvCxnSpPr>
          <p:spPr>
            <a:xfrm flipH="1">
              <a:off x="1373" y="1359"/>
              <a:ext cx="15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06" name="Google Shape;406;p17"/>
            <p:cNvCxnSpPr/>
            <p:nvPr/>
          </p:nvCxnSpPr>
          <p:spPr>
            <a:xfrm>
              <a:off x="2873" y="1359"/>
              <a:ext cx="15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07" name="Google Shape;407;p17"/>
            <p:cNvCxnSpPr/>
            <p:nvPr/>
          </p:nvCxnSpPr>
          <p:spPr>
            <a:xfrm>
              <a:off x="2873" y="1359"/>
              <a:ext cx="0" cy="246"/>
            </a:xfrm>
            <a:prstGeom prst="straightConnector1">
              <a:avLst/>
            </a:prstGeom>
            <a:noFill/>
            <a:ln cap="flat" cmpd="sng" w="9525">
              <a:solidFill>
                <a:schemeClr val="dk1"/>
              </a:solidFill>
              <a:prstDash val="solid"/>
              <a:miter lim="800000"/>
              <a:headEnd len="med" w="med" type="none"/>
              <a:tailEnd len="med" w="med" type="none"/>
            </a:ln>
          </p:spPr>
        </p:cxnSp>
        <p:cxnSp>
          <p:nvCxnSpPr>
            <p:cNvPr id="408" name="Google Shape;408;p17"/>
            <p:cNvCxnSpPr/>
            <p:nvPr/>
          </p:nvCxnSpPr>
          <p:spPr>
            <a:xfrm flipH="1">
              <a:off x="1073" y="1961"/>
              <a:ext cx="18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09" name="Google Shape;409;p17"/>
            <p:cNvCxnSpPr/>
            <p:nvPr/>
          </p:nvCxnSpPr>
          <p:spPr>
            <a:xfrm flipH="1">
              <a:off x="1973" y="1961"/>
              <a:ext cx="9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0" name="Google Shape;410;p17"/>
            <p:cNvCxnSpPr/>
            <p:nvPr/>
          </p:nvCxnSpPr>
          <p:spPr>
            <a:xfrm>
              <a:off x="2873" y="1961"/>
              <a:ext cx="9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1" name="Google Shape;411;p17"/>
            <p:cNvCxnSpPr/>
            <p:nvPr/>
          </p:nvCxnSpPr>
          <p:spPr>
            <a:xfrm>
              <a:off x="2873" y="1961"/>
              <a:ext cx="18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2" name="Google Shape;412;p17"/>
            <p:cNvCxnSpPr/>
            <p:nvPr/>
          </p:nvCxnSpPr>
          <p:spPr>
            <a:xfrm flipH="1">
              <a:off x="2872" y="1961"/>
              <a:ext cx="1" cy="196"/>
            </a:xfrm>
            <a:prstGeom prst="straightConnector1">
              <a:avLst/>
            </a:prstGeom>
            <a:noFill/>
            <a:ln cap="flat" cmpd="sng" w="9525">
              <a:solidFill>
                <a:schemeClr val="dk1"/>
              </a:solidFill>
              <a:prstDash val="solid"/>
              <a:miter lim="800000"/>
              <a:headEnd len="med" w="med" type="none"/>
              <a:tailEnd len="med" w="med" type="none"/>
            </a:ln>
          </p:spPr>
        </p:cxnSp>
        <p:cxnSp>
          <p:nvCxnSpPr>
            <p:cNvPr id="413" name="Google Shape;413;p17"/>
            <p:cNvCxnSpPr/>
            <p:nvPr/>
          </p:nvCxnSpPr>
          <p:spPr>
            <a:xfrm flipH="1">
              <a:off x="1072" y="2514"/>
              <a:ext cx="18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4" name="Google Shape;414;p17"/>
            <p:cNvCxnSpPr/>
            <p:nvPr/>
          </p:nvCxnSpPr>
          <p:spPr>
            <a:xfrm flipH="1">
              <a:off x="1972" y="2514"/>
              <a:ext cx="9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5" name="Google Shape;415;p17"/>
            <p:cNvCxnSpPr/>
            <p:nvPr/>
          </p:nvCxnSpPr>
          <p:spPr>
            <a:xfrm>
              <a:off x="2872" y="2514"/>
              <a:ext cx="9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6" name="Google Shape;416;p17"/>
            <p:cNvCxnSpPr/>
            <p:nvPr/>
          </p:nvCxnSpPr>
          <p:spPr>
            <a:xfrm>
              <a:off x="2872" y="2514"/>
              <a:ext cx="18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7" name="Google Shape;417;p17"/>
            <p:cNvCxnSpPr/>
            <p:nvPr/>
          </p:nvCxnSpPr>
          <p:spPr>
            <a:xfrm>
              <a:off x="2872" y="2514"/>
              <a:ext cx="1" cy="246"/>
            </a:xfrm>
            <a:prstGeom prst="straightConnector1">
              <a:avLst/>
            </a:prstGeom>
            <a:noFill/>
            <a:ln cap="flat" cmpd="sng" w="9525">
              <a:solidFill>
                <a:schemeClr val="dk1"/>
              </a:solidFill>
              <a:prstDash val="solid"/>
              <a:miter lim="800000"/>
              <a:headEnd len="med" w="med" type="none"/>
              <a:tailEnd len="med" w="med" type="none"/>
            </a:ln>
          </p:spPr>
        </p:cxnSp>
        <p:cxnSp>
          <p:nvCxnSpPr>
            <p:cNvPr id="418" name="Google Shape;418;p17"/>
            <p:cNvCxnSpPr/>
            <p:nvPr/>
          </p:nvCxnSpPr>
          <p:spPr>
            <a:xfrm flipH="1">
              <a:off x="773" y="3116"/>
              <a:ext cx="21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19" name="Google Shape;419;p17"/>
            <p:cNvCxnSpPr/>
            <p:nvPr/>
          </p:nvCxnSpPr>
          <p:spPr>
            <a:xfrm flipH="1">
              <a:off x="1673" y="3116"/>
              <a:ext cx="12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20" name="Google Shape;420;p17"/>
            <p:cNvCxnSpPr/>
            <p:nvPr/>
          </p:nvCxnSpPr>
          <p:spPr>
            <a:xfrm flipH="1">
              <a:off x="2273" y="3116"/>
              <a:ext cx="6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21" name="Google Shape;421;p17"/>
            <p:cNvCxnSpPr/>
            <p:nvPr/>
          </p:nvCxnSpPr>
          <p:spPr>
            <a:xfrm>
              <a:off x="2873" y="3116"/>
              <a:ext cx="6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22" name="Google Shape;422;p17"/>
            <p:cNvCxnSpPr/>
            <p:nvPr/>
          </p:nvCxnSpPr>
          <p:spPr>
            <a:xfrm>
              <a:off x="2873" y="3116"/>
              <a:ext cx="12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23" name="Google Shape;423;p17"/>
            <p:cNvCxnSpPr/>
            <p:nvPr/>
          </p:nvCxnSpPr>
          <p:spPr>
            <a:xfrm>
              <a:off x="2873" y="3116"/>
              <a:ext cx="2100" cy="300"/>
            </a:xfrm>
            <a:prstGeom prst="bentConnector3">
              <a:avLst>
                <a:gd fmla="val 50000" name="adj1"/>
              </a:avLst>
            </a:prstGeom>
            <a:noFill/>
            <a:ln cap="flat" cmpd="sng" w="9525">
              <a:solidFill>
                <a:schemeClr val="dk1"/>
              </a:solidFill>
              <a:prstDash val="solid"/>
              <a:miter lim="800000"/>
              <a:headEnd len="med" w="med" type="none"/>
              <a:tailEnd len="med" w="med" type="none"/>
            </a:ln>
          </p:spPr>
        </p:cxnSp>
        <p:cxnSp>
          <p:nvCxnSpPr>
            <p:cNvPr id="424" name="Google Shape;424;p17"/>
            <p:cNvCxnSpPr/>
            <p:nvPr/>
          </p:nvCxnSpPr>
          <p:spPr>
            <a:xfrm flipH="1">
              <a:off x="2870" y="3116"/>
              <a:ext cx="3" cy="223"/>
            </a:xfrm>
            <a:prstGeom prst="straightConnector1">
              <a:avLst/>
            </a:prstGeom>
            <a:noFill/>
            <a:ln cap="flat" cmpd="sng" w="9525">
              <a:solidFill>
                <a:schemeClr val="dk1"/>
              </a:solidFill>
              <a:prstDash val="solid"/>
              <a:miter lim="800000"/>
              <a:headEnd len="med" w="med" type="none"/>
              <a:tailEnd len="med" w="med" type="none"/>
            </a:ln>
          </p:spPr>
        </p:cxnSp>
      </p:gr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31" name="Google Shape;431;p1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32" name="Google Shape;432;p1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433" name="Google Shape;433;p18"/>
          <p:cNvSpPr txBox="1"/>
          <p:nvPr/>
        </p:nvSpPr>
        <p:spPr>
          <a:xfrm>
            <a:off x="457200" y="2133600"/>
            <a:ext cx="8229600" cy="4038600"/>
          </a:xfrm>
          <a:prstGeom prst="rect">
            <a:avLst/>
          </a:prstGeom>
          <a:solidFill>
            <a:srgbClr val="FFFF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34" name="Google Shape;434;p18"/>
          <p:cNvSpPr txBox="1"/>
          <p:nvPr>
            <p:ph type="title"/>
          </p:nvPr>
        </p:nvSpPr>
        <p:spPr>
          <a:xfrm>
            <a:off x="457200" y="381000"/>
            <a:ext cx="8229600" cy="17526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Using Computers</a:t>
            </a:r>
            <a:br>
              <a:rPr b="1" i="0" lang="en-US" sz="4400" u="none">
                <a:solidFill>
                  <a:schemeClr val="lt1"/>
                </a:solidFill>
                <a:latin typeface="Tahoma"/>
                <a:ea typeface="Tahoma"/>
                <a:cs typeface="Tahoma"/>
                <a:sym typeface="Tahoma"/>
              </a:rPr>
            </a:br>
            <a:r>
              <a:rPr b="1" i="0" lang="en-US" sz="4400" u="none">
                <a:solidFill>
                  <a:schemeClr val="lt1"/>
                </a:solidFill>
                <a:latin typeface="Tahoma"/>
                <a:ea typeface="Tahoma"/>
                <a:cs typeface="Tahoma"/>
                <a:sym typeface="Tahoma"/>
              </a:rPr>
              <a:t>to Create Visuals</a:t>
            </a:r>
            <a:endParaRPr/>
          </a:p>
        </p:txBody>
      </p:sp>
      <p:sp>
        <p:nvSpPr>
          <p:cNvPr id="435" name="Google Shape;435;p18"/>
          <p:cNvSpPr txBox="1"/>
          <p:nvPr/>
        </p:nvSpPr>
        <p:spPr>
          <a:xfrm>
            <a:off x="914400" y="2438400"/>
            <a:ext cx="3200400" cy="9906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Advantages</a:t>
            </a:r>
            <a:endParaRPr/>
          </a:p>
        </p:txBody>
      </p:sp>
      <p:sp>
        <p:nvSpPr>
          <p:cNvPr id="436" name="Google Shape;436;p18"/>
          <p:cNvSpPr txBox="1"/>
          <p:nvPr/>
        </p:nvSpPr>
        <p:spPr>
          <a:xfrm>
            <a:off x="5029200" y="2438400"/>
            <a:ext cx="3200400" cy="9906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Challenges</a:t>
            </a:r>
            <a:endParaRPr/>
          </a:p>
        </p:txBody>
      </p:sp>
      <p:sp>
        <p:nvSpPr>
          <p:cNvPr id="437" name="Google Shape;437;p18"/>
          <p:cNvSpPr txBox="1"/>
          <p:nvPr/>
        </p:nvSpPr>
        <p:spPr>
          <a:xfrm>
            <a:off x="1333500" y="36195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Speed</a:t>
            </a:r>
            <a:endParaRPr/>
          </a:p>
        </p:txBody>
      </p:sp>
      <p:sp>
        <p:nvSpPr>
          <p:cNvPr id="438" name="Google Shape;438;p18"/>
          <p:cNvSpPr txBox="1"/>
          <p:nvPr/>
        </p:nvSpPr>
        <p:spPr>
          <a:xfrm>
            <a:off x="1333500" y="44577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Accuracy</a:t>
            </a:r>
            <a:endParaRPr/>
          </a:p>
        </p:txBody>
      </p:sp>
      <p:sp>
        <p:nvSpPr>
          <p:cNvPr id="439" name="Google Shape;439;p18"/>
          <p:cNvSpPr txBox="1"/>
          <p:nvPr/>
        </p:nvSpPr>
        <p:spPr>
          <a:xfrm>
            <a:off x="1333500" y="52959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Ease of Use</a:t>
            </a:r>
            <a:endParaRPr/>
          </a:p>
        </p:txBody>
      </p:sp>
      <p:sp>
        <p:nvSpPr>
          <p:cNvPr id="440" name="Google Shape;440;p18"/>
          <p:cNvSpPr txBox="1"/>
          <p:nvPr/>
        </p:nvSpPr>
        <p:spPr>
          <a:xfrm>
            <a:off x="5448300" y="36195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Image</a:t>
            </a:r>
            <a:endParaRPr/>
          </a:p>
        </p:txBody>
      </p:sp>
      <p:sp>
        <p:nvSpPr>
          <p:cNvPr id="441" name="Google Shape;441;p18"/>
          <p:cNvSpPr txBox="1"/>
          <p:nvPr/>
        </p:nvSpPr>
        <p:spPr>
          <a:xfrm>
            <a:off x="5448300" y="44577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Message</a:t>
            </a:r>
            <a:endParaRPr/>
          </a:p>
        </p:txBody>
      </p:sp>
      <p:sp>
        <p:nvSpPr>
          <p:cNvPr id="442" name="Google Shape;442;p18"/>
          <p:cNvSpPr txBox="1"/>
          <p:nvPr/>
        </p:nvSpPr>
        <p:spPr>
          <a:xfrm>
            <a:off x="5448300" y="5295900"/>
            <a:ext cx="2362200" cy="685800"/>
          </a:xfrm>
          <a:prstGeom prst="rect">
            <a:avLst/>
          </a:prstGeom>
          <a:solidFill>
            <a:srgbClr val="FFFFCC"/>
          </a:solidFill>
          <a:ln cap="flat" cmpd="sng" w="9525">
            <a:solidFill>
              <a:schemeClr val="dk1"/>
            </a:solidFill>
            <a:prstDash val="solid"/>
            <a:miter lim="800000"/>
            <a:headEnd len="sm" w="sm" type="none"/>
            <a:tailEnd len="sm" w="sm" type="none"/>
          </a:ln>
          <a:effectLst>
            <a:outerShdw blurRad="63500" dir="13012194" dist="63500">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Tahoma"/>
              <a:buNone/>
            </a:pPr>
            <a:r>
              <a:rPr b="1" i="0" lang="en-US" sz="2400" u="none">
                <a:solidFill>
                  <a:schemeClr val="dk1"/>
                </a:solidFill>
                <a:latin typeface="Tahoma"/>
                <a:ea typeface="Tahoma"/>
                <a:cs typeface="Tahoma"/>
                <a:sym typeface="Tahoma"/>
              </a:rPr>
              <a:t>Audience</a:t>
            </a:r>
            <a:endParaRPr/>
          </a:p>
        </p:txBody>
      </p:sp>
      <p:cxnSp>
        <p:nvCxnSpPr>
          <p:cNvPr id="443" name="Google Shape;443;p18"/>
          <p:cNvCxnSpPr/>
          <p:nvPr/>
        </p:nvCxnSpPr>
        <p:spPr>
          <a:xfrm flipH="1" rot="-5400000">
            <a:off x="609600" y="3238500"/>
            <a:ext cx="1028700" cy="4191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4" name="Google Shape;444;p18"/>
          <p:cNvCxnSpPr/>
          <p:nvPr/>
        </p:nvCxnSpPr>
        <p:spPr>
          <a:xfrm rot="5400000">
            <a:off x="3390900" y="3238500"/>
            <a:ext cx="1028700" cy="4191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5" name="Google Shape;445;p18"/>
          <p:cNvCxnSpPr/>
          <p:nvPr/>
        </p:nvCxnSpPr>
        <p:spPr>
          <a:xfrm flipH="1" rot="-5400000">
            <a:off x="915150" y="43807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6" name="Google Shape;446;p18"/>
          <p:cNvCxnSpPr/>
          <p:nvPr/>
        </p:nvCxnSpPr>
        <p:spPr>
          <a:xfrm flipH="1" rot="-5400000">
            <a:off x="3277350" y="43807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7" name="Google Shape;447;p18"/>
          <p:cNvCxnSpPr/>
          <p:nvPr/>
        </p:nvCxnSpPr>
        <p:spPr>
          <a:xfrm flipH="1" rot="-5400000">
            <a:off x="915150" y="52189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8" name="Google Shape;448;p18"/>
          <p:cNvCxnSpPr/>
          <p:nvPr/>
        </p:nvCxnSpPr>
        <p:spPr>
          <a:xfrm flipH="1" rot="-5400000">
            <a:off x="3277350" y="52189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49" name="Google Shape;449;p18"/>
          <p:cNvCxnSpPr/>
          <p:nvPr/>
        </p:nvCxnSpPr>
        <p:spPr>
          <a:xfrm flipH="1" rot="-5400000">
            <a:off x="4724400" y="3238500"/>
            <a:ext cx="1028700" cy="4191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50" name="Google Shape;450;p18"/>
          <p:cNvCxnSpPr/>
          <p:nvPr/>
        </p:nvCxnSpPr>
        <p:spPr>
          <a:xfrm rot="5400000">
            <a:off x="7505700" y="3238500"/>
            <a:ext cx="1028700" cy="4191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51" name="Google Shape;451;p18"/>
          <p:cNvCxnSpPr/>
          <p:nvPr/>
        </p:nvCxnSpPr>
        <p:spPr>
          <a:xfrm flipH="1" rot="-5400000">
            <a:off x="5029950" y="43807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52" name="Google Shape;452;p18"/>
          <p:cNvCxnSpPr/>
          <p:nvPr/>
        </p:nvCxnSpPr>
        <p:spPr>
          <a:xfrm flipH="1" rot="-5400000">
            <a:off x="7392150" y="43807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53" name="Google Shape;453;p18"/>
          <p:cNvCxnSpPr/>
          <p:nvPr/>
        </p:nvCxnSpPr>
        <p:spPr>
          <a:xfrm flipH="1" rot="-5400000">
            <a:off x="5029950" y="52189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cxnSp>
        <p:nvCxnSpPr>
          <p:cNvPr id="454" name="Google Shape;454;p18"/>
          <p:cNvCxnSpPr/>
          <p:nvPr/>
        </p:nvCxnSpPr>
        <p:spPr>
          <a:xfrm flipH="1" rot="-5400000">
            <a:off x="7392150" y="5218950"/>
            <a:ext cx="838200" cy="1500"/>
          </a:xfrm>
          <a:prstGeom prst="bentConnector3">
            <a:avLst>
              <a:gd fmla="val 0" name="adj1"/>
            </a:avLst>
          </a:prstGeom>
          <a:noFill/>
          <a:ln cap="flat" cmpd="sng" w="9525">
            <a:solidFill>
              <a:schemeClr val="dk1"/>
            </a:solidFill>
            <a:prstDash val="solid"/>
            <a:miter lim="800000"/>
            <a:headEnd len="med" w="med" type="none"/>
            <a:tailEnd len="med" w="med" type="none"/>
          </a:ln>
        </p:spPr>
      </p:cxnSp>
    </p:spTree>
  </p:cSld>
  <p:clrMapOvr>
    <a:masterClrMapping/>
  </p:clrMapOvr>
  <p:transition spd="slow">
    <p:spli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461" name="Google Shape;461;p1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462" name="Google Shape;462;p1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463" name="Google Shape;463;p19"/>
          <p:cNvSpPr txBox="1"/>
          <p:nvPr>
            <p:ph type="title"/>
          </p:nvPr>
        </p:nvSpPr>
        <p:spPr>
          <a:xfrm>
            <a:off x="457200" y="381000"/>
            <a:ext cx="8229600" cy="1600200"/>
          </a:xfrm>
          <a:prstGeom prst="rect">
            <a:avLst/>
          </a:prstGeom>
          <a:solidFill>
            <a:srgbClr val="990099"/>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Composing Reports</a:t>
            </a:r>
            <a:br>
              <a:rPr b="1" i="0" lang="en-US" sz="4400" u="none">
                <a:solidFill>
                  <a:schemeClr val="lt1"/>
                </a:solidFill>
                <a:latin typeface="Tahoma"/>
                <a:ea typeface="Tahoma"/>
                <a:cs typeface="Tahoma"/>
                <a:sym typeface="Tahoma"/>
              </a:rPr>
            </a:br>
            <a:r>
              <a:rPr b="1" i="0" lang="en-US" sz="4400" u="none">
                <a:solidFill>
                  <a:schemeClr val="lt1"/>
                </a:solidFill>
                <a:latin typeface="Tahoma"/>
                <a:ea typeface="Tahoma"/>
                <a:cs typeface="Tahoma"/>
                <a:sym typeface="Tahoma"/>
              </a:rPr>
              <a:t>and Proposals</a:t>
            </a:r>
            <a:endParaRPr/>
          </a:p>
        </p:txBody>
      </p:sp>
      <p:grpSp>
        <p:nvGrpSpPr>
          <p:cNvPr id="464" name="Google Shape;464;p19"/>
          <p:cNvGrpSpPr/>
          <p:nvPr/>
        </p:nvGrpSpPr>
        <p:grpSpPr>
          <a:xfrm>
            <a:off x="4572000" y="1981200"/>
            <a:ext cx="4114800" cy="4191000"/>
            <a:chOff x="2880" y="1008"/>
            <a:chExt cx="2592" cy="2880"/>
          </a:xfrm>
        </p:grpSpPr>
        <p:sp>
          <p:nvSpPr>
            <p:cNvPr id="465" name="Google Shape;465;p19"/>
            <p:cNvSpPr txBox="1"/>
            <p:nvPr/>
          </p:nvSpPr>
          <p:spPr>
            <a:xfrm>
              <a:off x="2880" y="1008"/>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Text and Content</a:t>
              </a:r>
              <a:endParaRPr/>
            </a:p>
          </p:txBody>
        </p:sp>
        <p:sp>
          <p:nvSpPr>
            <p:cNvPr id="466" name="Google Shape;466;p19"/>
            <p:cNvSpPr txBox="1"/>
            <p:nvPr/>
          </p:nvSpPr>
          <p:spPr>
            <a:xfrm>
              <a:off x="2880" y="1728"/>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Degree of Formality</a:t>
              </a:r>
              <a:endParaRPr/>
            </a:p>
          </p:txBody>
        </p:sp>
        <p:sp>
          <p:nvSpPr>
            <p:cNvPr id="467" name="Google Shape;467;p19"/>
            <p:cNvSpPr txBox="1"/>
            <p:nvPr/>
          </p:nvSpPr>
          <p:spPr>
            <a:xfrm>
              <a:off x="2880" y="2448"/>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Time Perspective</a:t>
              </a:r>
              <a:endParaRPr/>
            </a:p>
          </p:txBody>
        </p:sp>
        <p:sp>
          <p:nvSpPr>
            <p:cNvPr id="468" name="Google Shape;468;p19"/>
            <p:cNvSpPr txBox="1"/>
            <p:nvPr/>
          </p:nvSpPr>
          <p:spPr>
            <a:xfrm>
              <a:off x="2880" y="3168"/>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Tahoma"/>
                <a:buNone/>
              </a:pPr>
              <a:r>
                <a:rPr b="1" i="0" lang="en-US" sz="2800" u="none">
                  <a:solidFill>
                    <a:schemeClr val="dk1"/>
                  </a:solidFill>
                  <a:latin typeface="Tahoma"/>
                  <a:ea typeface="Tahoma"/>
                  <a:cs typeface="Tahoma"/>
                  <a:sym typeface="Tahoma"/>
                </a:rPr>
                <a:t>Navigational Clues</a:t>
              </a:r>
              <a:endParaRPr/>
            </a:p>
          </p:txBody>
        </p:sp>
      </p:grpSp>
      <p:grpSp>
        <p:nvGrpSpPr>
          <p:cNvPr id="469" name="Google Shape;469;p19"/>
          <p:cNvGrpSpPr/>
          <p:nvPr/>
        </p:nvGrpSpPr>
        <p:grpSpPr>
          <a:xfrm>
            <a:off x="457200" y="1981200"/>
            <a:ext cx="4114800" cy="4191000"/>
            <a:chOff x="288" y="1296"/>
            <a:chExt cx="2592" cy="2592"/>
          </a:xfrm>
        </p:grpSpPr>
        <p:sp>
          <p:nvSpPr>
            <p:cNvPr id="470" name="Google Shape;470;p19"/>
            <p:cNvSpPr txBox="1"/>
            <p:nvPr/>
          </p:nvSpPr>
          <p:spPr>
            <a:xfrm>
              <a:off x="288" y="1296"/>
              <a:ext cx="2592" cy="2592"/>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1" name="Google Shape;471;p19"/>
            <p:cNvSpPr/>
            <p:nvPr/>
          </p:nvSpPr>
          <p:spPr>
            <a:xfrm>
              <a:off x="345" y="1580"/>
              <a:ext cx="2500" cy="2194"/>
            </a:xfrm>
            <a:custGeom>
              <a:rect b="b" l="l" r="r" t="t"/>
              <a:pathLst>
                <a:path extrusionOk="0" h="4226" w="4999">
                  <a:moveTo>
                    <a:pt x="431" y="803"/>
                  </a:moveTo>
                  <a:lnTo>
                    <a:pt x="724" y="558"/>
                  </a:lnTo>
                  <a:lnTo>
                    <a:pt x="960" y="608"/>
                  </a:lnTo>
                  <a:lnTo>
                    <a:pt x="1038" y="803"/>
                  </a:lnTo>
                  <a:lnTo>
                    <a:pt x="1332" y="669"/>
                  </a:lnTo>
                  <a:lnTo>
                    <a:pt x="1334" y="373"/>
                  </a:lnTo>
                  <a:lnTo>
                    <a:pt x="1437" y="168"/>
                  </a:lnTo>
                  <a:lnTo>
                    <a:pt x="1619" y="53"/>
                  </a:lnTo>
                  <a:lnTo>
                    <a:pt x="1876" y="0"/>
                  </a:lnTo>
                  <a:lnTo>
                    <a:pt x="2184" y="83"/>
                  </a:lnTo>
                  <a:lnTo>
                    <a:pt x="2477" y="266"/>
                  </a:lnTo>
                  <a:lnTo>
                    <a:pt x="2631" y="541"/>
                  </a:lnTo>
                  <a:lnTo>
                    <a:pt x="3108" y="693"/>
                  </a:lnTo>
                  <a:lnTo>
                    <a:pt x="3693" y="951"/>
                  </a:lnTo>
                  <a:lnTo>
                    <a:pt x="4397" y="730"/>
                  </a:lnTo>
                  <a:lnTo>
                    <a:pt x="4581" y="959"/>
                  </a:lnTo>
                  <a:lnTo>
                    <a:pt x="4779" y="1265"/>
                  </a:lnTo>
                  <a:lnTo>
                    <a:pt x="4845" y="1454"/>
                  </a:lnTo>
                  <a:lnTo>
                    <a:pt x="4845" y="1598"/>
                  </a:lnTo>
                  <a:lnTo>
                    <a:pt x="4742" y="1843"/>
                  </a:lnTo>
                  <a:lnTo>
                    <a:pt x="4969" y="2239"/>
                  </a:lnTo>
                  <a:lnTo>
                    <a:pt x="4893" y="2624"/>
                  </a:lnTo>
                  <a:lnTo>
                    <a:pt x="4767" y="2867"/>
                  </a:lnTo>
                  <a:lnTo>
                    <a:pt x="4999" y="3030"/>
                  </a:lnTo>
                  <a:lnTo>
                    <a:pt x="4925" y="3275"/>
                  </a:lnTo>
                  <a:lnTo>
                    <a:pt x="3973" y="4112"/>
                  </a:lnTo>
                  <a:lnTo>
                    <a:pt x="3634" y="4220"/>
                  </a:lnTo>
                  <a:lnTo>
                    <a:pt x="3026" y="4196"/>
                  </a:lnTo>
                  <a:lnTo>
                    <a:pt x="2243" y="4226"/>
                  </a:lnTo>
                  <a:lnTo>
                    <a:pt x="1370" y="4210"/>
                  </a:lnTo>
                  <a:lnTo>
                    <a:pt x="817" y="4062"/>
                  </a:lnTo>
                  <a:lnTo>
                    <a:pt x="490" y="3762"/>
                  </a:lnTo>
                  <a:lnTo>
                    <a:pt x="996" y="3427"/>
                  </a:lnTo>
                  <a:lnTo>
                    <a:pt x="850" y="3214"/>
                  </a:lnTo>
                  <a:lnTo>
                    <a:pt x="270" y="3478"/>
                  </a:lnTo>
                  <a:lnTo>
                    <a:pt x="146" y="3640"/>
                  </a:lnTo>
                  <a:lnTo>
                    <a:pt x="0" y="3571"/>
                  </a:lnTo>
                  <a:lnTo>
                    <a:pt x="23" y="3472"/>
                  </a:lnTo>
                  <a:lnTo>
                    <a:pt x="103" y="3390"/>
                  </a:lnTo>
                  <a:lnTo>
                    <a:pt x="125" y="3198"/>
                  </a:lnTo>
                  <a:lnTo>
                    <a:pt x="629" y="3001"/>
                  </a:lnTo>
                  <a:lnTo>
                    <a:pt x="395" y="2437"/>
                  </a:lnTo>
                  <a:lnTo>
                    <a:pt x="344" y="1896"/>
                  </a:lnTo>
                  <a:lnTo>
                    <a:pt x="238" y="1381"/>
                  </a:lnTo>
                  <a:lnTo>
                    <a:pt x="431" y="803"/>
                  </a:lnTo>
                  <a:lnTo>
                    <a:pt x="431" y="80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2" name="Google Shape;472;p19"/>
            <p:cNvSpPr/>
            <p:nvPr/>
          </p:nvSpPr>
          <p:spPr>
            <a:xfrm>
              <a:off x="438" y="1889"/>
              <a:ext cx="458" cy="685"/>
            </a:xfrm>
            <a:custGeom>
              <a:rect b="b" l="l" r="r" t="t"/>
              <a:pathLst>
                <a:path extrusionOk="0" h="1320" w="917">
                  <a:moveTo>
                    <a:pt x="0" y="842"/>
                  </a:moveTo>
                  <a:lnTo>
                    <a:pt x="152" y="728"/>
                  </a:lnTo>
                  <a:lnTo>
                    <a:pt x="247" y="527"/>
                  </a:lnTo>
                  <a:lnTo>
                    <a:pt x="329" y="304"/>
                  </a:lnTo>
                  <a:lnTo>
                    <a:pt x="379" y="201"/>
                  </a:lnTo>
                  <a:lnTo>
                    <a:pt x="439" y="118"/>
                  </a:lnTo>
                  <a:lnTo>
                    <a:pt x="546" y="43"/>
                  </a:lnTo>
                  <a:lnTo>
                    <a:pt x="622" y="16"/>
                  </a:lnTo>
                  <a:lnTo>
                    <a:pt x="744" y="0"/>
                  </a:lnTo>
                  <a:lnTo>
                    <a:pt x="917" y="189"/>
                  </a:lnTo>
                  <a:lnTo>
                    <a:pt x="546" y="440"/>
                  </a:lnTo>
                  <a:lnTo>
                    <a:pt x="299" y="832"/>
                  </a:lnTo>
                  <a:lnTo>
                    <a:pt x="116" y="1320"/>
                  </a:lnTo>
                  <a:lnTo>
                    <a:pt x="0" y="842"/>
                  </a:lnTo>
                  <a:lnTo>
                    <a:pt x="0" y="842"/>
                  </a:lnTo>
                  <a:close/>
                </a:path>
              </a:pathLst>
            </a:custGeom>
            <a:solidFill>
              <a:srgbClr val="BA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 name="Google Shape;473;p19"/>
            <p:cNvSpPr/>
            <p:nvPr/>
          </p:nvSpPr>
          <p:spPr>
            <a:xfrm>
              <a:off x="663" y="2738"/>
              <a:ext cx="1447" cy="1113"/>
            </a:xfrm>
            <a:custGeom>
              <a:rect b="b" l="l" r="r" t="t"/>
              <a:pathLst>
                <a:path extrusionOk="0" h="2141" w="2895">
                  <a:moveTo>
                    <a:pt x="340" y="1399"/>
                  </a:moveTo>
                  <a:lnTo>
                    <a:pt x="289" y="1263"/>
                  </a:lnTo>
                  <a:lnTo>
                    <a:pt x="1294" y="667"/>
                  </a:lnTo>
                  <a:lnTo>
                    <a:pt x="2281" y="0"/>
                  </a:lnTo>
                  <a:lnTo>
                    <a:pt x="2281" y="139"/>
                  </a:lnTo>
                  <a:lnTo>
                    <a:pt x="1882" y="399"/>
                  </a:lnTo>
                  <a:lnTo>
                    <a:pt x="1452" y="659"/>
                  </a:lnTo>
                  <a:lnTo>
                    <a:pt x="1412" y="707"/>
                  </a:lnTo>
                  <a:lnTo>
                    <a:pt x="1412" y="878"/>
                  </a:lnTo>
                  <a:lnTo>
                    <a:pt x="1794" y="1155"/>
                  </a:lnTo>
                  <a:lnTo>
                    <a:pt x="2499" y="1739"/>
                  </a:lnTo>
                  <a:lnTo>
                    <a:pt x="2895" y="2031"/>
                  </a:lnTo>
                  <a:lnTo>
                    <a:pt x="2197" y="2133"/>
                  </a:lnTo>
                  <a:lnTo>
                    <a:pt x="1640" y="2141"/>
                  </a:lnTo>
                  <a:lnTo>
                    <a:pt x="1811" y="1804"/>
                  </a:lnTo>
                  <a:lnTo>
                    <a:pt x="1646" y="1480"/>
                  </a:lnTo>
                  <a:lnTo>
                    <a:pt x="1460" y="1301"/>
                  </a:lnTo>
                  <a:lnTo>
                    <a:pt x="1351" y="1202"/>
                  </a:lnTo>
                  <a:lnTo>
                    <a:pt x="684" y="1514"/>
                  </a:lnTo>
                  <a:lnTo>
                    <a:pt x="182" y="1829"/>
                  </a:lnTo>
                  <a:lnTo>
                    <a:pt x="0" y="1622"/>
                  </a:lnTo>
                  <a:lnTo>
                    <a:pt x="340" y="1399"/>
                  </a:lnTo>
                  <a:lnTo>
                    <a:pt x="340" y="1399"/>
                  </a:lnTo>
                  <a:close/>
                </a:path>
              </a:pathLst>
            </a:custGeom>
            <a:solidFill>
              <a:srgbClr val="D6D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4" name="Google Shape;474;p19"/>
            <p:cNvSpPr/>
            <p:nvPr/>
          </p:nvSpPr>
          <p:spPr>
            <a:xfrm>
              <a:off x="1514" y="2236"/>
              <a:ext cx="348" cy="399"/>
            </a:xfrm>
            <a:custGeom>
              <a:rect b="b" l="l" r="r" t="t"/>
              <a:pathLst>
                <a:path extrusionOk="0" h="767" w="696">
                  <a:moveTo>
                    <a:pt x="336" y="37"/>
                  </a:moveTo>
                  <a:lnTo>
                    <a:pt x="205" y="274"/>
                  </a:lnTo>
                  <a:lnTo>
                    <a:pt x="0" y="554"/>
                  </a:lnTo>
                  <a:lnTo>
                    <a:pt x="220" y="594"/>
                  </a:lnTo>
                  <a:lnTo>
                    <a:pt x="580" y="767"/>
                  </a:lnTo>
                  <a:lnTo>
                    <a:pt x="572" y="160"/>
                  </a:lnTo>
                  <a:lnTo>
                    <a:pt x="696" y="45"/>
                  </a:lnTo>
                  <a:lnTo>
                    <a:pt x="506" y="0"/>
                  </a:lnTo>
                  <a:lnTo>
                    <a:pt x="336" y="37"/>
                  </a:lnTo>
                  <a:lnTo>
                    <a:pt x="336" y="37"/>
                  </a:lnTo>
                  <a:close/>
                </a:path>
              </a:pathLst>
            </a:custGeom>
            <a:solidFill>
              <a:srgbClr val="CCDEE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5" name="Google Shape;475;p19"/>
            <p:cNvSpPr/>
            <p:nvPr/>
          </p:nvSpPr>
          <p:spPr>
            <a:xfrm>
              <a:off x="810" y="3385"/>
              <a:ext cx="876" cy="475"/>
            </a:xfrm>
            <a:custGeom>
              <a:rect b="b" l="l" r="r" t="t"/>
              <a:pathLst>
                <a:path extrusionOk="0" h="916" w="1751">
                  <a:moveTo>
                    <a:pt x="0" y="626"/>
                  </a:moveTo>
                  <a:lnTo>
                    <a:pt x="692" y="211"/>
                  </a:lnTo>
                  <a:lnTo>
                    <a:pt x="903" y="65"/>
                  </a:lnTo>
                  <a:lnTo>
                    <a:pt x="1021" y="0"/>
                  </a:lnTo>
                  <a:lnTo>
                    <a:pt x="1130" y="8"/>
                  </a:lnTo>
                  <a:lnTo>
                    <a:pt x="1360" y="200"/>
                  </a:lnTo>
                  <a:lnTo>
                    <a:pt x="1751" y="653"/>
                  </a:lnTo>
                  <a:lnTo>
                    <a:pt x="1675" y="857"/>
                  </a:lnTo>
                  <a:lnTo>
                    <a:pt x="1533" y="916"/>
                  </a:lnTo>
                  <a:lnTo>
                    <a:pt x="1346" y="896"/>
                  </a:lnTo>
                  <a:lnTo>
                    <a:pt x="1088" y="898"/>
                  </a:lnTo>
                  <a:lnTo>
                    <a:pt x="721" y="845"/>
                  </a:lnTo>
                  <a:lnTo>
                    <a:pt x="491" y="801"/>
                  </a:lnTo>
                  <a:lnTo>
                    <a:pt x="249" y="713"/>
                  </a:lnTo>
                  <a:lnTo>
                    <a:pt x="0" y="626"/>
                  </a:lnTo>
                  <a:lnTo>
                    <a:pt x="0" y="626"/>
                  </a:lnTo>
                  <a:close/>
                </a:path>
              </a:pathLst>
            </a:custGeom>
            <a:solidFill>
              <a:srgbClr val="99E5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6" name="Google Shape;476;p19"/>
            <p:cNvSpPr/>
            <p:nvPr/>
          </p:nvSpPr>
          <p:spPr>
            <a:xfrm>
              <a:off x="1192" y="2884"/>
              <a:ext cx="326" cy="202"/>
            </a:xfrm>
            <a:custGeom>
              <a:rect b="b" l="l" r="r" t="t"/>
              <a:pathLst>
                <a:path extrusionOk="0" h="388" w="652">
                  <a:moveTo>
                    <a:pt x="0" y="151"/>
                  </a:moveTo>
                  <a:lnTo>
                    <a:pt x="197" y="45"/>
                  </a:lnTo>
                  <a:lnTo>
                    <a:pt x="416" y="0"/>
                  </a:lnTo>
                  <a:lnTo>
                    <a:pt x="652" y="7"/>
                  </a:lnTo>
                  <a:lnTo>
                    <a:pt x="72" y="388"/>
                  </a:lnTo>
                  <a:lnTo>
                    <a:pt x="0" y="151"/>
                  </a:lnTo>
                  <a:lnTo>
                    <a:pt x="0" y="151"/>
                  </a:lnTo>
                  <a:close/>
                </a:path>
              </a:pathLst>
            </a:custGeom>
            <a:solidFill>
              <a:srgbClr val="BA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7" name="Google Shape;477;p19"/>
            <p:cNvSpPr/>
            <p:nvPr/>
          </p:nvSpPr>
          <p:spPr>
            <a:xfrm>
              <a:off x="942" y="2540"/>
              <a:ext cx="837" cy="648"/>
            </a:xfrm>
            <a:custGeom>
              <a:rect b="b" l="l" r="r" t="t"/>
              <a:pathLst>
                <a:path extrusionOk="0" h="1249" w="1672">
                  <a:moveTo>
                    <a:pt x="294" y="1249"/>
                  </a:moveTo>
                  <a:lnTo>
                    <a:pt x="81" y="1020"/>
                  </a:lnTo>
                  <a:lnTo>
                    <a:pt x="0" y="631"/>
                  </a:lnTo>
                  <a:lnTo>
                    <a:pt x="22" y="471"/>
                  </a:lnTo>
                  <a:lnTo>
                    <a:pt x="330" y="396"/>
                  </a:lnTo>
                  <a:lnTo>
                    <a:pt x="828" y="197"/>
                  </a:lnTo>
                  <a:lnTo>
                    <a:pt x="1093" y="0"/>
                  </a:lnTo>
                  <a:lnTo>
                    <a:pt x="1393" y="144"/>
                  </a:lnTo>
                  <a:lnTo>
                    <a:pt x="1672" y="335"/>
                  </a:lnTo>
                  <a:lnTo>
                    <a:pt x="1152" y="670"/>
                  </a:lnTo>
                  <a:lnTo>
                    <a:pt x="806" y="649"/>
                  </a:lnTo>
                  <a:lnTo>
                    <a:pt x="638" y="724"/>
                  </a:lnTo>
                  <a:lnTo>
                    <a:pt x="500" y="814"/>
                  </a:lnTo>
                  <a:lnTo>
                    <a:pt x="572" y="1051"/>
                  </a:lnTo>
                  <a:lnTo>
                    <a:pt x="294" y="1249"/>
                  </a:lnTo>
                  <a:lnTo>
                    <a:pt x="294" y="1249"/>
                  </a:lnTo>
                  <a:close/>
                </a:path>
              </a:pathLst>
            </a:custGeom>
            <a:solidFill>
              <a:srgbClr val="75759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8" name="Google Shape;478;p19"/>
            <p:cNvSpPr/>
            <p:nvPr/>
          </p:nvSpPr>
          <p:spPr>
            <a:xfrm>
              <a:off x="1290" y="3481"/>
              <a:ext cx="340" cy="245"/>
            </a:xfrm>
            <a:custGeom>
              <a:rect b="b" l="l" r="r" t="t"/>
              <a:pathLst>
                <a:path extrusionOk="0" h="471" w="681">
                  <a:moveTo>
                    <a:pt x="16" y="195"/>
                  </a:moveTo>
                  <a:lnTo>
                    <a:pt x="0" y="91"/>
                  </a:lnTo>
                  <a:lnTo>
                    <a:pt x="177" y="0"/>
                  </a:lnTo>
                  <a:lnTo>
                    <a:pt x="322" y="114"/>
                  </a:lnTo>
                  <a:lnTo>
                    <a:pt x="500" y="114"/>
                  </a:lnTo>
                  <a:lnTo>
                    <a:pt x="681" y="229"/>
                  </a:lnTo>
                  <a:lnTo>
                    <a:pt x="611" y="383"/>
                  </a:lnTo>
                  <a:lnTo>
                    <a:pt x="211" y="471"/>
                  </a:lnTo>
                  <a:lnTo>
                    <a:pt x="71" y="317"/>
                  </a:lnTo>
                  <a:lnTo>
                    <a:pt x="16" y="195"/>
                  </a:lnTo>
                  <a:lnTo>
                    <a:pt x="16" y="195"/>
                  </a:lnTo>
                  <a:close/>
                </a:path>
              </a:pathLst>
            </a:custGeom>
            <a:solidFill>
              <a:srgbClr val="FF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9" name="Google Shape;479;p19"/>
            <p:cNvSpPr/>
            <p:nvPr/>
          </p:nvSpPr>
          <p:spPr>
            <a:xfrm>
              <a:off x="1298" y="3583"/>
              <a:ext cx="332" cy="177"/>
            </a:xfrm>
            <a:custGeom>
              <a:rect b="b" l="l" r="r" t="t"/>
              <a:pathLst>
                <a:path extrusionOk="0" h="341" w="665">
                  <a:moveTo>
                    <a:pt x="0" y="0"/>
                  </a:moveTo>
                  <a:lnTo>
                    <a:pt x="62" y="8"/>
                  </a:lnTo>
                  <a:lnTo>
                    <a:pt x="281" y="172"/>
                  </a:lnTo>
                  <a:lnTo>
                    <a:pt x="414" y="138"/>
                  </a:lnTo>
                  <a:lnTo>
                    <a:pt x="532" y="8"/>
                  </a:lnTo>
                  <a:lnTo>
                    <a:pt x="665" y="34"/>
                  </a:lnTo>
                  <a:lnTo>
                    <a:pt x="631" y="300"/>
                  </a:lnTo>
                  <a:lnTo>
                    <a:pt x="376" y="341"/>
                  </a:lnTo>
                  <a:lnTo>
                    <a:pt x="95" y="261"/>
                  </a:lnTo>
                  <a:lnTo>
                    <a:pt x="0" y="0"/>
                  </a:lnTo>
                  <a:lnTo>
                    <a:pt x="0" y="0"/>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19"/>
            <p:cNvSpPr/>
            <p:nvPr/>
          </p:nvSpPr>
          <p:spPr>
            <a:xfrm>
              <a:off x="1104" y="1880"/>
              <a:ext cx="513" cy="522"/>
            </a:xfrm>
            <a:custGeom>
              <a:rect b="b" l="l" r="r" t="t"/>
              <a:pathLst>
                <a:path extrusionOk="0" h="1006" w="1026">
                  <a:moveTo>
                    <a:pt x="983" y="16"/>
                  </a:moveTo>
                  <a:lnTo>
                    <a:pt x="1026" y="168"/>
                  </a:lnTo>
                  <a:lnTo>
                    <a:pt x="952" y="533"/>
                  </a:lnTo>
                  <a:lnTo>
                    <a:pt x="762" y="831"/>
                  </a:lnTo>
                  <a:lnTo>
                    <a:pt x="564" y="1006"/>
                  </a:lnTo>
                  <a:lnTo>
                    <a:pt x="418" y="953"/>
                  </a:lnTo>
                  <a:lnTo>
                    <a:pt x="374" y="945"/>
                  </a:lnTo>
                  <a:lnTo>
                    <a:pt x="198" y="983"/>
                  </a:lnTo>
                  <a:lnTo>
                    <a:pt x="102" y="937"/>
                  </a:lnTo>
                  <a:lnTo>
                    <a:pt x="0" y="799"/>
                  </a:lnTo>
                  <a:lnTo>
                    <a:pt x="154" y="807"/>
                  </a:lnTo>
                  <a:lnTo>
                    <a:pt x="154" y="663"/>
                  </a:lnTo>
                  <a:lnTo>
                    <a:pt x="374" y="708"/>
                  </a:lnTo>
                  <a:lnTo>
                    <a:pt x="477" y="580"/>
                  </a:lnTo>
                  <a:lnTo>
                    <a:pt x="433" y="466"/>
                  </a:lnTo>
                  <a:lnTo>
                    <a:pt x="644" y="328"/>
                  </a:lnTo>
                  <a:lnTo>
                    <a:pt x="505" y="320"/>
                  </a:lnTo>
                  <a:lnTo>
                    <a:pt x="521" y="237"/>
                  </a:lnTo>
                  <a:lnTo>
                    <a:pt x="593" y="130"/>
                  </a:lnTo>
                  <a:lnTo>
                    <a:pt x="572" y="0"/>
                  </a:lnTo>
                  <a:lnTo>
                    <a:pt x="983" y="16"/>
                  </a:lnTo>
                  <a:lnTo>
                    <a:pt x="983" y="16"/>
                  </a:lnTo>
                  <a:close/>
                </a:path>
              </a:pathLst>
            </a:custGeom>
            <a:solidFill>
              <a:srgbClr val="FFC7B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 name="Google Shape;481;p19"/>
            <p:cNvSpPr/>
            <p:nvPr/>
          </p:nvSpPr>
          <p:spPr>
            <a:xfrm>
              <a:off x="1106" y="1882"/>
              <a:ext cx="115" cy="215"/>
            </a:xfrm>
            <a:custGeom>
              <a:rect b="b" l="l" r="r" t="t"/>
              <a:pathLst>
                <a:path extrusionOk="0" h="414" w="230">
                  <a:moveTo>
                    <a:pt x="87" y="180"/>
                  </a:moveTo>
                  <a:lnTo>
                    <a:pt x="0" y="168"/>
                  </a:lnTo>
                  <a:lnTo>
                    <a:pt x="11" y="255"/>
                  </a:lnTo>
                  <a:lnTo>
                    <a:pt x="47" y="308"/>
                  </a:lnTo>
                  <a:lnTo>
                    <a:pt x="3" y="369"/>
                  </a:lnTo>
                  <a:lnTo>
                    <a:pt x="62" y="414"/>
                  </a:lnTo>
                  <a:lnTo>
                    <a:pt x="230" y="355"/>
                  </a:lnTo>
                  <a:lnTo>
                    <a:pt x="74" y="0"/>
                  </a:lnTo>
                  <a:lnTo>
                    <a:pt x="87" y="180"/>
                  </a:lnTo>
                  <a:lnTo>
                    <a:pt x="87" y="180"/>
                  </a:lnTo>
                  <a:close/>
                </a:path>
              </a:pathLst>
            </a:custGeom>
            <a:solidFill>
              <a:srgbClr val="FFC7B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2" name="Google Shape;482;p19"/>
            <p:cNvSpPr/>
            <p:nvPr/>
          </p:nvSpPr>
          <p:spPr>
            <a:xfrm>
              <a:off x="1096" y="3292"/>
              <a:ext cx="352" cy="395"/>
            </a:xfrm>
            <a:custGeom>
              <a:rect b="b" l="l" r="r" t="t"/>
              <a:pathLst>
                <a:path extrusionOk="0" h="759" w="703">
                  <a:moveTo>
                    <a:pt x="95" y="51"/>
                  </a:moveTo>
                  <a:lnTo>
                    <a:pt x="199" y="0"/>
                  </a:lnTo>
                  <a:lnTo>
                    <a:pt x="469" y="29"/>
                  </a:lnTo>
                  <a:lnTo>
                    <a:pt x="703" y="49"/>
                  </a:lnTo>
                  <a:lnTo>
                    <a:pt x="454" y="181"/>
                  </a:lnTo>
                  <a:lnTo>
                    <a:pt x="330" y="304"/>
                  </a:lnTo>
                  <a:lnTo>
                    <a:pt x="418" y="424"/>
                  </a:lnTo>
                  <a:lnTo>
                    <a:pt x="572" y="623"/>
                  </a:lnTo>
                  <a:lnTo>
                    <a:pt x="646" y="692"/>
                  </a:lnTo>
                  <a:lnTo>
                    <a:pt x="458" y="682"/>
                  </a:lnTo>
                  <a:lnTo>
                    <a:pt x="448" y="759"/>
                  </a:lnTo>
                  <a:lnTo>
                    <a:pt x="256" y="730"/>
                  </a:lnTo>
                  <a:lnTo>
                    <a:pt x="110" y="615"/>
                  </a:lnTo>
                  <a:lnTo>
                    <a:pt x="15" y="379"/>
                  </a:lnTo>
                  <a:lnTo>
                    <a:pt x="0" y="213"/>
                  </a:lnTo>
                  <a:lnTo>
                    <a:pt x="95" y="51"/>
                  </a:lnTo>
                  <a:lnTo>
                    <a:pt x="95" y="51"/>
                  </a:lnTo>
                  <a:close/>
                </a:path>
              </a:pathLst>
            </a:custGeom>
            <a:solidFill>
              <a:srgbClr val="FFC7B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3" name="Google Shape;483;p19"/>
            <p:cNvSpPr/>
            <p:nvPr/>
          </p:nvSpPr>
          <p:spPr>
            <a:xfrm>
              <a:off x="1041" y="1639"/>
              <a:ext cx="606" cy="427"/>
            </a:xfrm>
            <a:custGeom>
              <a:rect b="b" l="l" r="r" t="t"/>
              <a:pathLst>
                <a:path extrusionOk="0" h="822" w="1211">
                  <a:moveTo>
                    <a:pt x="0" y="708"/>
                  </a:moveTo>
                  <a:lnTo>
                    <a:pt x="0" y="365"/>
                  </a:lnTo>
                  <a:lnTo>
                    <a:pt x="154" y="106"/>
                  </a:lnTo>
                  <a:lnTo>
                    <a:pt x="236" y="151"/>
                  </a:lnTo>
                  <a:lnTo>
                    <a:pt x="280" y="45"/>
                  </a:lnTo>
                  <a:lnTo>
                    <a:pt x="398" y="5"/>
                  </a:lnTo>
                  <a:lnTo>
                    <a:pt x="573" y="0"/>
                  </a:lnTo>
                  <a:lnTo>
                    <a:pt x="837" y="120"/>
                  </a:lnTo>
                  <a:lnTo>
                    <a:pt x="611" y="120"/>
                  </a:lnTo>
                  <a:lnTo>
                    <a:pt x="544" y="159"/>
                  </a:lnTo>
                  <a:lnTo>
                    <a:pt x="719" y="181"/>
                  </a:lnTo>
                  <a:lnTo>
                    <a:pt x="932" y="213"/>
                  </a:lnTo>
                  <a:lnTo>
                    <a:pt x="1109" y="327"/>
                  </a:lnTo>
                  <a:lnTo>
                    <a:pt x="1211" y="524"/>
                  </a:lnTo>
                  <a:lnTo>
                    <a:pt x="1167" y="578"/>
                  </a:lnTo>
                  <a:lnTo>
                    <a:pt x="924" y="479"/>
                  </a:lnTo>
                  <a:lnTo>
                    <a:pt x="698" y="463"/>
                  </a:lnTo>
                  <a:lnTo>
                    <a:pt x="654" y="540"/>
                  </a:lnTo>
                  <a:lnTo>
                    <a:pt x="529" y="593"/>
                  </a:lnTo>
                  <a:lnTo>
                    <a:pt x="521" y="662"/>
                  </a:lnTo>
                  <a:lnTo>
                    <a:pt x="462" y="745"/>
                  </a:lnTo>
                  <a:lnTo>
                    <a:pt x="360" y="822"/>
                  </a:lnTo>
                  <a:lnTo>
                    <a:pt x="265" y="791"/>
                  </a:lnTo>
                  <a:lnTo>
                    <a:pt x="265" y="631"/>
                  </a:lnTo>
                  <a:lnTo>
                    <a:pt x="170" y="556"/>
                  </a:lnTo>
                  <a:lnTo>
                    <a:pt x="75" y="570"/>
                  </a:lnTo>
                  <a:lnTo>
                    <a:pt x="46" y="708"/>
                  </a:lnTo>
                  <a:lnTo>
                    <a:pt x="0" y="708"/>
                  </a:lnTo>
                  <a:lnTo>
                    <a:pt x="0" y="708"/>
                  </a:lnTo>
                  <a:close/>
                </a:path>
              </a:pathLst>
            </a:custGeom>
            <a:solidFill>
              <a:srgbClr val="DA8D5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4" name="Google Shape;484;p19"/>
            <p:cNvSpPr/>
            <p:nvPr/>
          </p:nvSpPr>
          <p:spPr>
            <a:xfrm>
              <a:off x="569" y="1959"/>
              <a:ext cx="1550" cy="1470"/>
            </a:xfrm>
            <a:custGeom>
              <a:rect b="b" l="l" r="r" t="t"/>
              <a:pathLst>
                <a:path extrusionOk="0" h="2833" w="3100">
                  <a:moveTo>
                    <a:pt x="931" y="290"/>
                  </a:moveTo>
                  <a:lnTo>
                    <a:pt x="1026" y="572"/>
                  </a:lnTo>
                  <a:lnTo>
                    <a:pt x="1209" y="854"/>
                  </a:lnTo>
                  <a:lnTo>
                    <a:pt x="1444" y="793"/>
                  </a:lnTo>
                  <a:lnTo>
                    <a:pt x="1634" y="854"/>
                  </a:lnTo>
                  <a:lnTo>
                    <a:pt x="1752" y="770"/>
                  </a:lnTo>
                  <a:lnTo>
                    <a:pt x="1986" y="450"/>
                  </a:lnTo>
                  <a:lnTo>
                    <a:pt x="2096" y="16"/>
                  </a:lnTo>
                  <a:lnTo>
                    <a:pt x="2227" y="0"/>
                  </a:lnTo>
                  <a:lnTo>
                    <a:pt x="2353" y="191"/>
                  </a:lnTo>
                  <a:lnTo>
                    <a:pt x="2397" y="24"/>
                  </a:lnTo>
                  <a:lnTo>
                    <a:pt x="2784" y="152"/>
                  </a:lnTo>
                  <a:lnTo>
                    <a:pt x="3100" y="274"/>
                  </a:lnTo>
                  <a:lnTo>
                    <a:pt x="2668" y="564"/>
                  </a:lnTo>
                  <a:lnTo>
                    <a:pt x="2397" y="535"/>
                  </a:lnTo>
                  <a:lnTo>
                    <a:pt x="2227" y="572"/>
                  </a:lnTo>
                  <a:lnTo>
                    <a:pt x="2053" y="908"/>
                  </a:lnTo>
                  <a:lnTo>
                    <a:pt x="1840" y="1121"/>
                  </a:lnTo>
                  <a:lnTo>
                    <a:pt x="1421" y="1432"/>
                  </a:lnTo>
                  <a:lnTo>
                    <a:pt x="1019" y="1570"/>
                  </a:lnTo>
                  <a:lnTo>
                    <a:pt x="769" y="1592"/>
                  </a:lnTo>
                  <a:lnTo>
                    <a:pt x="762" y="1912"/>
                  </a:lnTo>
                  <a:lnTo>
                    <a:pt x="990" y="2324"/>
                  </a:lnTo>
                  <a:lnTo>
                    <a:pt x="1136" y="2468"/>
                  </a:lnTo>
                  <a:lnTo>
                    <a:pt x="1165" y="2553"/>
                  </a:lnTo>
                  <a:lnTo>
                    <a:pt x="1055" y="2697"/>
                  </a:lnTo>
                  <a:lnTo>
                    <a:pt x="1034" y="2833"/>
                  </a:lnTo>
                  <a:lnTo>
                    <a:pt x="901" y="2819"/>
                  </a:lnTo>
                  <a:lnTo>
                    <a:pt x="564" y="2660"/>
                  </a:lnTo>
                  <a:lnTo>
                    <a:pt x="241" y="2300"/>
                  </a:lnTo>
                  <a:lnTo>
                    <a:pt x="0" y="1845"/>
                  </a:lnTo>
                  <a:lnTo>
                    <a:pt x="43" y="1653"/>
                  </a:lnTo>
                  <a:lnTo>
                    <a:pt x="43" y="1312"/>
                  </a:lnTo>
                  <a:lnTo>
                    <a:pt x="66" y="1109"/>
                  </a:lnTo>
                  <a:lnTo>
                    <a:pt x="121" y="896"/>
                  </a:lnTo>
                  <a:lnTo>
                    <a:pt x="167" y="787"/>
                  </a:lnTo>
                  <a:lnTo>
                    <a:pt x="226" y="681"/>
                  </a:lnTo>
                  <a:lnTo>
                    <a:pt x="302" y="574"/>
                  </a:lnTo>
                  <a:lnTo>
                    <a:pt x="395" y="474"/>
                  </a:lnTo>
                  <a:lnTo>
                    <a:pt x="513" y="481"/>
                  </a:lnTo>
                  <a:lnTo>
                    <a:pt x="718" y="594"/>
                  </a:lnTo>
                  <a:lnTo>
                    <a:pt x="623" y="442"/>
                  </a:lnTo>
                  <a:lnTo>
                    <a:pt x="564" y="290"/>
                  </a:lnTo>
                  <a:lnTo>
                    <a:pt x="695" y="191"/>
                  </a:lnTo>
                  <a:lnTo>
                    <a:pt x="806" y="176"/>
                  </a:lnTo>
                  <a:lnTo>
                    <a:pt x="821" y="428"/>
                  </a:lnTo>
                  <a:lnTo>
                    <a:pt x="931" y="290"/>
                  </a:lnTo>
                  <a:lnTo>
                    <a:pt x="931" y="290"/>
                  </a:lnTo>
                  <a:close/>
                </a:path>
              </a:pathLst>
            </a:custGeom>
            <a:solidFill>
              <a:srgbClr val="99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5" name="Google Shape;485;p19"/>
            <p:cNvSpPr/>
            <p:nvPr/>
          </p:nvSpPr>
          <p:spPr>
            <a:xfrm>
              <a:off x="1108" y="2413"/>
              <a:ext cx="150" cy="431"/>
            </a:xfrm>
            <a:custGeom>
              <a:rect b="b" l="l" r="r" t="t"/>
              <a:pathLst>
                <a:path extrusionOk="0" h="831" w="301">
                  <a:moveTo>
                    <a:pt x="88" y="16"/>
                  </a:moveTo>
                  <a:lnTo>
                    <a:pt x="183" y="0"/>
                  </a:lnTo>
                  <a:lnTo>
                    <a:pt x="301" y="61"/>
                  </a:lnTo>
                  <a:lnTo>
                    <a:pt x="213" y="160"/>
                  </a:lnTo>
                  <a:lnTo>
                    <a:pt x="293" y="466"/>
                  </a:lnTo>
                  <a:lnTo>
                    <a:pt x="278" y="602"/>
                  </a:lnTo>
                  <a:lnTo>
                    <a:pt x="183" y="831"/>
                  </a:lnTo>
                  <a:lnTo>
                    <a:pt x="0" y="641"/>
                  </a:lnTo>
                  <a:lnTo>
                    <a:pt x="67" y="397"/>
                  </a:lnTo>
                  <a:lnTo>
                    <a:pt x="162" y="213"/>
                  </a:lnTo>
                  <a:lnTo>
                    <a:pt x="154" y="138"/>
                  </a:lnTo>
                  <a:lnTo>
                    <a:pt x="88" y="16"/>
                  </a:lnTo>
                  <a:lnTo>
                    <a:pt x="88" y="16"/>
                  </a:lnTo>
                  <a:close/>
                </a:path>
              </a:pathLst>
            </a:custGeom>
            <a:solidFill>
              <a:srgbClr val="9900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6" name="Google Shape;486;p19"/>
            <p:cNvSpPr/>
            <p:nvPr/>
          </p:nvSpPr>
          <p:spPr>
            <a:xfrm>
              <a:off x="371" y="3362"/>
              <a:ext cx="109" cy="132"/>
            </a:xfrm>
            <a:custGeom>
              <a:rect b="b" l="l" r="r" t="t"/>
              <a:pathLst>
                <a:path extrusionOk="0" h="256" w="219">
                  <a:moveTo>
                    <a:pt x="154" y="0"/>
                  </a:moveTo>
                  <a:lnTo>
                    <a:pt x="0" y="241"/>
                  </a:lnTo>
                  <a:lnTo>
                    <a:pt x="109" y="256"/>
                  </a:lnTo>
                  <a:lnTo>
                    <a:pt x="211" y="142"/>
                  </a:lnTo>
                  <a:lnTo>
                    <a:pt x="219" y="45"/>
                  </a:lnTo>
                  <a:lnTo>
                    <a:pt x="171" y="55"/>
                  </a:lnTo>
                  <a:lnTo>
                    <a:pt x="154" y="0"/>
                  </a:lnTo>
                  <a:lnTo>
                    <a:pt x="154" y="0"/>
                  </a:lnTo>
                  <a:close/>
                </a:path>
              </a:pathLst>
            </a:custGeom>
            <a:solidFill>
              <a:srgbClr val="A3A3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7" name="Google Shape;487;p19"/>
            <p:cNvSpPr/>
            <p:nvPr/>
          </p:nvSpPr>
          <p:spPr>
            <a:xfrm>
              <a:off x="394" y="3153"/>
              <a:ext cx="376" cy="256"/>
            </a:xfrm>
            <a:custGeom>
              <a:rect b="b" l="l" r="r" t="t"/>
              <a:pathLst>
                <a:path extrusionOk="0" h="496" w="753">
                  <a:moveTo>
                    <a:pt x="93" y="253"/>
                  </a:moveTo>
                  <a:lnTo>
                    <a:pt x="591" y="0"/>
                  </a:lnTo>
                  <a:lnTo>
                    <a:pt x="753" y="184"/>
                  </a:lnTo>
                  <a:lnTo>
                    <a:pt x="108" y="496"/>
                  </a:lnTo>
                  <a:lnTo>
                    <a:pt x="0" y="415"/>
                  </a:lnTo>
                  <a:lnTo>
                    <a:pt x="93" y="253"/>
                  </a:lnTo>
                  <a:lnTo>
                    <a:pt x="93" y="253"/>
                  </a:lnTo>
                  <a:close/>
                </a:path>
              </a:pathLst>
            </a:custGeom>
            <a:solidFill>
              <a:srgbClr val="A3A3D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8" name="Google Shape;488;p19"/>
            <p:cNvSpPr/>
            <p:nvPr/>
          </p:nvSpPr>
          <p:spPr>
            <a:xfrm>
              <a:off x="1878" y="2014"/>
              <a:ext cx="890" cy="665"/>
            </a:xfrm>
            <a:custGeom>
              <a:rect b="b" l="l" r="r" t="t"/>
              <a:pathLst>
                <a:path extrusionOk="0" h="1282" w="1781">
                  <a:moveTo>
                    <a:pt x="0" y="599"/>
                  </a:moveTo>
                  <a:lnTo>
                    <a:pt x="804" y="177"/>
                  </a:lnTo>
                  <a:lnTo>
                    <a:pt x="1329" y="0"/>
                  </a:lnTo>
                  <a:lnTo>
                    <a:pt x="1781" y="633"/>
                  </a:lnTo>
                  <a:lnTo>
                    <a:pt x="508" y="1282"/>
                  </a:lnTo>
                  <a:lnTo>
                    <a:pt x="0" y="599"/>
                  </a:lnTo>
                  <a:lnTo>
                    <a:pt x="0" y="599"/>
                  </a:lnTo>
                  <a:close/>
                </a:path>
              </a:pathLst>
            </a:custGeom>
            <a:solidFill>
              <a:srgbClr val="FF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9" name="Google Shape;489;p19"/>
            <p:cNvSpPr/>
            <p:nvPr/>
          </p:nvSpPr>
          <p:spPr>
            <a:xfrm>
              <a:off x="1772" y="3068"/>
              <a:ext cx="1059" cy="679"/>
            </a:xfrm>
            <a:custGeom>
              <a:rect b="b" l="l" r="r" t="t"/>
              <a:pathLst>
                <a:path extrusionOk="0" h="1308" w="2118">
                  <a:moveTo>
                    <a:pt x="1914" y="0"/>
                  </a:moveTo>
                  <a:lnTo>
                    <a:pt x="2118" y="211"/>
                  </a:lnTo>
                  <a:lnTo>
                    <a:pt x="1977" y="586"/>
                  </a:lnTo>
                  <a:lnTo>
                    <a:pt x="1133" y="1292"/>
                  </a:lnTo>
                  <a:lnTo>
                    <a:pt x="804" y="1308"/>
                  </a:lnTo>
                  <a:lnTo>
                    <a:pt x="0" y="406"/>
                  </a:lnTo>
                  <a:lnTo>
                    <a:pt x="375" y="130"/>
                  </a:lnTo>
                  <a:lnTo>
                    <a:pt x="468" y="163"/>
                  </a:lnTo>
                  <a:lnTo>
                    <a:pt x="899" y="641"/>
                  </a:lnTo>
                  <a:lnTo>
                    <a:pt x="319" y="544"/>
                  </a:lnTo>
                  <a:lnTo>
                    <a:pt x="1000" y="625"/>
                  </a:lnTo>
                  <a:lnTo>
                    <a:pt x="1914" y="0"/>
                  </a:lnTo>
                  <a:lnTo>
                    <a:pt x="1914" y="0"/>
                  </a:lnTo>
                  <a:close/>
                </a:path>
              </a:pathLst>
            </a:custGeom>
            <a:solidFill>
              <a:srgbClr val="FF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0" name="Google Shape;490;p19"/>
            <p:cNvSpPr/>
            <p:nvPr/>
          </p:nvSpPr>
          <p:spPr>
            <a:xfrm>
              <a:off x="1447" y="2861"/>
              <a:ext cx="470" cy="460"/>
            </a:xfrm>
            <a:custGeom>
              <a:rect b="b" l="l" r="r" t="t"/>
              <a:pathLst>
                <a:path extrusionOk="0" h="886" w="939">
                  <a:moveTo>
                    <a:pt x="0" y="505"/>
                  </a:moveTo>
                  <a:lnTo>
                    <a:pt x="703" y="0"/>
                  </a:lnTo>
                  <a:lnTo>
                    <a:pt x="814" y="440"/>
                  </a:lnTo>
                  <a:lnTo>
                    <a:pt x="939" y="505"/>
                  </a:lnTo>
                  <a:lnTo>
                    <a:pt x="565" y="781"/>
                  </a:lnTo>
                  <a:lnTo>
                    <a:pt x="509" y="886"/>
                  </a:lnTo>
                  <a:lnTo>
                    <a:pt x="0" y="505"/>
                  </a:lnTo>
                  <a:lnTo>
                    <a:pt x="0" y="505"/>
                  </a:lnTo>
                  <a:close/>
                </a:path>
              </a:pathLst>
            </a:custGeom>
            <a:solidFill>
              <a:srgbClr val="FF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1" name="Google Shape;491;p19"/>
            <p:cNvSpPr/>
            <p:nvPr/>
          </p:nvSpPr>
          <p:spPr>
            <a:xfrm>
              <a:off x="1846" y="2418"/>
              <a:ext cx="328" cy="811"/>
            </a:xfrm>
            <a:custGeom>
              <a:rect b="b" l="l" r="r" t="t"/>
              <a:pathLst>
                <a:path extrusionOk="0" h="1560" w="656">
                  <a:moveTo>
                    <a:pt x="0" y="0"/>
                  </a:moveTo>
                  <a:lnTo>
                    <a:pt x="10" y="361"/>
                  </a:lnTo>
                  <a:lnTo>
                    <a:pt x="40" y="688"/>
                  </a:lnTo>
                  <a:lnTo>
                    <a:pt x="54" y="994"/>
                  </a:lnTo>
                  <a:lnTo>
                    <a:pt x="16" y="1292"/>
                  </a:lnTo>
                  <a:lnTo>
                    <a:pt x="656" y="1560"/>
                  </a:lnTo>
                  <a:lnTo>
                    <a:pt x="555" y="422"/>
                  </a:lnTo>
                  <a:lnTo>
                    <a:pt x="489" y="320"/>
                  </a:lnTo>
                  <a:lnTo>
                    <a:pt x="430" y="260"/>
                  </a:lnTo>
                  <a:lnTo>
                    <a:pt x="356" y="199"/>
                  </a:lnTo>
                  <a:lnTo>
                    <a:pt x="274" y="140"/>
                  </a:lnTo>
                  <a:lnTo>
                    <a:pt x="185" y="85"/>
                  </a:lnTo>
                  <a:lnTo>
                    <a:pt x="92" y="37"/>
                  </a:lnTo>
                  <a:lnTo>
                    <a:pt x="0" y="0"/>
                  </a:lnTo>
                  <a:lnTo>
                    <a:pt x="0" y="0"/>
                  </a:lnTo>
                  <a:close/>
                </a:path>
              </a:pathLst>
            </a:custGeom>
            <a:solidFill>
              <a:srgbClr val="D1BA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2" name="Google Shape;492;p19"/>
            <p:cNvSpPr/>
            <p:nvPr/>
          </p:nvSpPr>
          <p:spPr>
            <a:xfrm>
              <a:off x="2100" y="2347"/>
              <a:ext cx="759" cy="780"/>
            </a:xfrm>
            <a:custGeom>
              <a:rect b="b" l="l" r="r" t="t"/>
              <a:pathLst>
                <a:path extrusionOk="0" h="1501" w="1519">
                  <a:moveTo>
                    <a:pt x="1195" y="323"/>
                  </a:moveTo>
                  <a:lnTo>
                    <a:pt x="1519" y="864"/>
                  </a:lnTo>
                  <a:lnTo>
                    <a:pt x="1384" y="1144"/>
                  </a:lnTo>
                  <a:lnTo>
                    <a:pt x="798" y="1501"/>
                  </a:lnTo>
                  <a:lnTo>
                    <a:pt x="562" y="915"/>
                  </a:lnTo>
                  <a:lnTo>
                    <a:pt x="0" y="600"/>
                  </a:lnTo>
                  <a:lnTo>
                    <a:pt x="1342" y="0"/>
                  </a:lnTo>
                  <a:lnTo>
                    <a:pt x="1195" y="323"/>
                  </a:lnTo>
                  <a:lnTo>
                    <a:pt x="1195" y="323"/>
                  </a:lnTo>
                  <a:close/>
                </a:path>
              </a:pathLst>
            </a:custGeom>
            <a:solidFill>
              <a:srgbClr val="D1BA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3" name="Google Shape;493;p19"/>
            <p:cNvSpPr/>
            <p:nvPr/>
          </p:nvSpPr>
          <p:spPr>
            <a:xfrm>
              <a:off x="1384" y="3177"/>
              <a:ext cx="806" cy="635"/>
            </a:xfrm>
            <a:custGeom>
              <a:rect b="b" l="l" r="r" t="t"/>
              <a:pathLst>
                <a:path extrusionOk="0" h="1223" w="1611">
                  <a:moveTo>
                    <a:pt x="47" y="0"/>
                  </a:moveTo>
                  <a:lnTo>
                    <a:pt x="0" y="98"/>
                  </a:lnTo>
                  <a:lnTo>
                    <a:pt x="1214" y="1223"/>
                  </a:lnTo>
                  <a:lnTo>
                    <a:pt x="1467" y="1207"/>
                  </a:lnTo>
                  <a:lnTo>
                    <a:pt x="1611" y="1154"/>
                  </a:lnTo>
                  <a:lnTo>
                    <a:pt x="790" y="375"/>
                  </a:lnTo>
                  <a:lnTo>
                    <a:pt x="712" y="505"/>
                  </a:lnTo>
                  <a:lnTo>
                    <a:pt x="634" y="276"/>
                  </a:lnTo>
                  <a:lnTo>
                    <a:pt x="47" y="0"/>
                  </a:lnTo>
                  <a:lnTo>
                    <a:pt x="47" y="0"/>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4" name="Google Shape;494;p19"/>
            <p:cNvSpPr/>
            <p:nvPr/>
          </p:nvSpPr>
          <p:spPr>
            <a:xfrm>
              <a:off x="1913" y="2351"/>
              <a:ext cx="930" cy="1261"/>
            </a:xfrm>
            <a:custGeom>
              <a:rect b="b" l="l" r="r" t="t"/>
              <a:pathLst>
                <a:path extrusionOk="0" h="2426" w="1861">
                  <a:moveTo>
                    <a:pt x="1745" y="0"/>
                  </a:moveTo>
                  <a:lnTo>
                    <a:pt x="936" y="296"/>
                  </a:lnTo>
                  <a:lnTo>
                    <a:pt x="415" y="592"/>
                  </a:lnTo>
                  <a:lnTo>
                    <a:pt x="523" y="1688"/>
                  </a:lnTo>
                  <a:lnTo>
                    <a:pt x="149" y="1566"/>
                  </a:lnTo>
                  <a:lnTo>
                    <a:pt x="116" y="1663"/>
                  </a:lnTo>
                  <a:lnTo>
                    <a:pt x="382" y="1900"/>
                  </a:lnTo>
                  <a:lnTo>
                    <a:pt x="219" y="1915"/>
                  </a:lnTo>
                  <a:lnTo>
                    <a:pt x="0" y="1842"/>
                  </a:lnTo>
                  <a:lnTo>
                    <a:pt x="109" y="2053"/>
                  </a:lnTo>
                  <a:lnTo>
                    <a:pt x="179" y="2144"/>
                  </a:lnTo>
                  <a:lnTo>
                    <a:pt x="249" y="2219"/>
                  </a:lnTo>
                  <a:lnTo>
                    <a:pt x="318" y="2282"/>
                  </a:lnTo>
                  <a:lnTo>
                    <a:pt x="386" y="2332"/>
                  </a:lnTo>
                  <a:lnTo>
                    <a:pt x="519" y="2399"/>
                  </a:lnTo>
                  <a:lnTo>
                    <a:pt x="649" y="2426"/>
                  </a:lnTo>
                  <a:lnTo>
                    <a:pt x="890" y="2397"/>
                  </a:lnTo>
                  <a:lnTo>
                    <a:pt x="1110" y="2306"/>
                  </a:lnTo>
                  <a:lnTo>
                    <a:pt x="1681" y="1777"/>
                  </a:lnTo>
                  <a:lnTo>
                    <a:pt x="1595" y="1452"/>
                  </a:lnTo>
                  <a:lnTo>
                    <a:pt x="1751" y="1331"/>
                  </a:lnTo>
                  <a:lnTo>
                    <a:pt x="1861" y="893"/>
                  </a:lnTo>
                  <a:lnTo>
                    <a:pt x="1282" y="1266"/>
                  </a:lnTo>
                  <a:lnTo>
                    <a:pt x="1188" y="860"/>
                  </a:lnTo>
                  <a:lnTo>
                    <a:pt x="1626" y="446"/>
                  </a:lnTo>
                  <a:lnTo>
                    <a:pt x="1745" y="0"/>
                  </a:lnTo>
                  <a:lnTo>
                    <a:pt x="1745" y="0"/>
                  </a:lnTo>
                  <a:close/>
                </a:path>
              </a:pathLst>
            </a:custGeom>
            <a:solidFill>
              <a:srgbClr val="A38C8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5" name="Google Shape;495;p19"/>
            <p:cNvSpPr/>
            <p:nvPr/>
          </p:nvSpPr>
          <p:spPr>
            <a:xfrm>
              <a:off x="1793" y="1941"/>
              <a:ext cx="753" cy="387"/>
            </a:xfrm>
            <a:custGeom>
              <a:rect b="b" l="l" r="r" t="t"/>
              <a:pathLst>
                <a:path extrusionOk="0" h="745" w="1505">
                  <a:moveTo>
                    <a:pt x="23" y="666"/>
                  </a:moveTo>
                  <a:lnTo>
                    <a:pt x="108" y="595"/>
                  </a:lnTo>
                  <a:lnTo>
                    <a:pt x="215" y="520"/>
                  </a:lnTo>
                  <a:lnTo>
                    <a:pt x="340" y="443"/>
                  </a:lnTo>
                  <a:lnTo>
                    <a:pt x="473" y="368"/>
                  </a:lnTo>
                  <a:lnTo>
                    <a:pt x="627" y="290"/>
                  </a:lnTo>
                  <a:lnTo>
                    <a:pt x="775" y="217"/>
                  </a:lnTo>
                  <a:lnTo>
                    <a:pt x="910" y="155"/>
                  </a:lnTo>
                  <a:lnTo>
                    <a:pt x="1026" y="108"/>
                  </a:lnTo>
                  <a:lnTo>
                    <a:pt x="1148" y="73"/>
                  </a:lnTo>
                  <a:lnTo>
                    <a:pt x="1355" y="17"/>
                  </a:lnTo>
                  <a:lnTo>
                    <a:pt x="1484" y="0"/>
                  </a:lnTo>
                  <a:lnTo>
                    <a:pt x="1505" y="31"/>
                  </a:lnTo>
                  <a:lnTo>
                    <a:pt x="1462" y="57"/>
                  </a:lnTo>
                  <a:lnTo>
                    <a:pt x="1376" y="92"/>
                  </a:lnTo>
                  <a:lnTo>
                    <a:pt x="1194" y="157"/>
                  </a:lnTo>
                  <a:lnTo>
                    <a:pt x="1061" y="205"/>
                  </a:lnTo>
                  <a:lnTo>
                    <a:pt x="926" y="262"/>
                  </a:lnTo>
                  <a:lnTo>
                    <a:pt x="791" y="323"/>
                  </a:lnTo>
                  <a:lnTo>
                    <a:pt x="658" y="390"/>
                  </a:lnTo>
                  <a:lnTo>
                    <a:pt x="526" y="461"/>
                  </a:lnTo>
                  <a:lnTo>
                    <a:pt x="445" y="509"/>
                  </a:lnTo>
                  <a:lnTo>
                    <a:pt x="365" y="558"/>
                  </a:lnTo>
                  <a:lnTo>
                    <a:pt x="207" y="657"/>
                  </a:lnTo>
                  <a:lnTo>
                    <a:pt x="133" y="708"/>
                  </a:lnTo>
                  <a:lnTo>
                    <a:pt x="55" y="745"/>
                  </a:lnTo>
                  <a:lnTo>
                    <a:pt x="0" y="724"/>
                  </a:lnTo>
                  <a:lnTo>
                    <a:pt x="23" y="666"/>
                  </a:lnTo>
                  <a:lnTo>
                    <a:pt x="23" y="66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6" name="Google Shape;496;p19"/>
            <p:cNvSpPr/>
            <p:nvPr/>
          </p:nvSpPr>
          <p:spPr>
            <a:xfrm>
              <a:off x="2559" y="1986"/>
              <a:ext cx="199" cy="345"/>
            </a:xfrm>
            <a:custGeom>
              <a:rect b="b" l="l" r="r" t="t"/>
              <a:pathLst>
                <a:path extrusionOk="0" h="665" w="397">
                  <a:moveTo>
                    <a:pt x="28" y="0"/>
                  </a:moveTo>
                  <a:lnTo>
                    <a:pt x="99" y="63"/>
                  </a:lnTo>
                  <a:lnTo>
                    <a:pt x="196" y="184"/>
                  </a:lnTo>
                  <a:lnTo>
                    <a:pt x="287" y="316"/>
                  </a:lnTo>
                  <a:lnTo>
                    <a:pt x="344" y="407"/>
                  </a:lnTo>
                  <a:lnTo>
                    <a:pt x="376" y="521"/>
                  </a:lnTo>
                  <a:lnTo>
                    <a:pt x="397" y="638"/>
                  </a:lnTo>
                  <a:lnTo>
                    <a:pt x="382" y="665"/>
                  </a:lnTo>
                  <a:lnTo>
                    <a:pt x="357" y="647"/>
                  </a:lnTo>
                  <a:lnTo>
                    <a:pt x="279" y="448"/>
                  </a:lnTo>
                  <a:lnTo>
                    <a:pt x="209" y="344"/>
                  </a:lnTo>
                  <a:lnTo>
                    <a:pt x="154" y="229"/>
                  </a:lnTo>
                  <a:lnTo>
                    <a:pt x="89" y="121"/>
                  </a:lnTo>
                  <a:lnTo>
                    <a:pt x="4" y="34"/>
                  </a:lnTo>
                  <a:lnTo>
                    <a:pt x="0" y="2"/>
                  </a:lnTo>
                  <a:lnTo>
                    <a:pt x="28" y="0"/>
                  </a:lnTo>
                  <a:lnTo>
                    <a:pt x="2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7" name="Google Shape;497;p19"/>
            <p:cNvSpPr/>
            <p:nvPr/>
          </p:nvSpPr>
          <p:spPr>
            <a:xfrm>
              <a:off x="1871" y="2367"/>
              <a:ext cx="234" cy="252"/>
            </a:xfrm>
            <a:custGeom>
              <a:rect b="b" l="l" r="r" t="t"/>
              <a:pathLst>
                <a:path extrusionOk="0" h="486" w="467">
                  <a:moveTo>
                    <a:pt x="24" y="0"/>
                  </a:moveTo>
                  <a:lnTo>
                    <a:pt x="158" y="57"/>
                  </a:lnTo>
                  <a:lnTo>
                    <a:pt x="308" y="176"/>
                  </a:lnTo>
                  <a:lnTo>
                    <a:pt x="405" y="278"/>
                  </a:lnTo>
                  <a:lnTo>
                    <a:pt x="467" y="458"/>
                  </a:lnTo>
                  <a:lnTo>
                    <a:pt x="456" y="486"/>
                  </a:lnTo>
                  <a:lnTo>
                    <a:pt x="429" y="472"/>
                  </a:lnTo>
                  <a:lnTo>
                    <a:pt x="351" y="347"/>
                  </a:lnTo>
                  <a:lnTo>
                    <a:pt x="310" y="292"/>
                  </a:lnTo>
                  <a:lnTo>
                    <a:pt x="251" y="231"/>
                  </a:lnTo>
                  <a:lnTo>
                    <a:pt x="125" y="109"/>
                  </a:lnTo>
                  <a:lnTo>
                    <a:pt x="17" y="42"/>
                  </a:lnTo>
                  <a:lnTo>
                    <a:pt x="0" y="16"/>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8" name="Google Shape;498;p19"/>
            <p:cNvSpPr/>
            <p:nvPr/>
          </p:nvSpPr>
          <p:spPr>
            <a:xfrm>
              <a:off x="2122" y="2347"/>
              <a:ext cx="654" cy="316"/>
            </a:xfrm>
            <a:custGeom>
              <a:rect b="b" l="l" r="r" t="t"/>
              <a:pathLst>
                <a:path extrusionOk="0" h="607" w="1307">
                  <a:moveTo>
                    <a:pt x="0" y="572"/>
                  </a:moveTo>
                  <a:lnTo>
                    <a:pt x="39" y="525"/>
                  </a:lnTo>
                  <a:lnTo>
                    <a:pt x="97" y="473"/>
                  </a:lnTo>
                  <a:lnTo>
                    <a:pt x="249" y="375"/>
                  </a:lnTo>
                  <a:lnTo>
                    <a:pt x="330" y="329"/>
                  </a:lnTo>
                  <a:lnTo>
                    <a:pt x="410" y="290"/>
                  </a:lnTo>
                  <a:lnTo>
                    <a:pt x="541" y="231"/>
                  </a:lnTo>
                  <a:lnTo>
                    <a:pt x="747" y="162"/>
                  </a:lnTo>
                  <a:lnTo>
                    <a:pt x="904" y="110"/>
                  </a:lnTo>
                  <a:lnTo>
                    <a:pt x="1062" y="61"/>
                  </a:lnTo>
                  <a:lnTo>
                    <a:pt x="1220" y="16"/>
                  </a:lnTo>
                  <a:lnTo>
                    <a:pt x="1298" y="0"/>
                  </a:lnTo>
                  <a:lnTo>
                    <a:pt x="1307" y="41"/>
                  </a:lnTo>
                  <a:lnTo>
                    <a:pt x="1197" y="79"/>
                  </a:lnTo>
                  <a:lnTo>
                    <a:pt x="1075" y="110"/>
                  </a:lnTo>
                  <a:lnTo>
                    <a:pt x="821" y="207"/>
                  </a:lnTo>
                  <a:lnTo>
                    <a:pt x="695" y="258"/>
                  </a:lnTo>
                  <a:lnTo>
                    <a:pt x="568" y="308"/>
                  </a:lnTo>
                  <a:lnTo>
                    <a:pt x="395" y="384"/>
                  </a:lnTo>
                  <a:lnTo>
                    <a:pt x="228" y="477"/>
                  </a:lnTo>
                  <a:lnTo>
                    <a:pt x="123" y="550"/>
                  </a:lnTo>
                  <a:lnTo>
                    <a:pt x="66" y="588"/>
                  </a:lnTo>
                  <a:lnTo>
                    <a:pt x="22" y="607"/>
                  </a:lnTo>
                  <a:lnTo>
                    <a:pt x="0" y="572"/>
                  </a:lnTo>
                  <a:lnTo>
                    <a:pt x="0" y="5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99" name="Google Shape;499;p19"/>
            <p:cNvSpPr/>
            <p:nvPr/>
          </p:nvSpPr>
          <p:spPr>
            <a:xfrm>
              <a:off x="2711" y="2397"/>
              <a:ext cx="68" cy="149"/>
            </a:xfrm>
            <a:custGeom>
              <a:rect b="b" l="l" r="r" t="t"/>
              <a:pathLst>
                <a:path extrusionOk="0" h="289" w="137">
                  <a:moveTo>
                    <a:pt x="137" y="30"/>
                  </a:moveTo>
                  <a:lnTo>
                    <a:pt x="84" y="154"/>
                  </a:lnTo>
                  <a:lnTo>
                    <a:pt x="40" y="275"/>
                  </a:lnTo>
                  <a:lnTo>
                    <a:pt x="13" y="289"/>
                  </a:lnTo>
                  <a:lnTo>
                    <a:pt x="0" y="261"/>
                  </a:lnTo>
                  <a:lnTo>
                    <a:pt x="46" y="135"/>
                  </a:lnTo>
                  <a:lnTo>
                    <a:pt x="101" y="10"/>
                  </a:lnTo>
                  <a:lnTo>
                    <a:pt x="127" y="0"/>
                  </a:lnTo>
                  <a:lnTo>
                    <a:pt x="137" y="30"/>
                  </a:lnTo>
                  <a:lnTo>
                    <a:pt x="137"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0" name="Google Shape;500;p19"/>
            <p:cNvSpPr/>
            <p:nvPr/>
          </p:nvSpPr>
          <p:spPr>
            <a:xfrm>
              <a:off x="2697" y="2513"/>
              <a:ext cx="160" cy="283"/>
            </a:xfrm>
            <a:custGeom>
              <a:rect b="b" l="l" r="r" t="t"/>
              <a:pathLst>
                <a:path extrusionOk="0" h="545" w="321">
                  <a:moveTo>
                    <a:pt x="57" y="8"/>
                  </a:moveTo>
                  <a:lnTo>
                    <a:pt x="155" y="138"/>
                  </a:lnTo>
                  <a:lnTo>
                    <a:pt x="237" y="284"/>
                  </a:lnTo>
                  <a:lnTo>
                    <a:pt x="321" y="513"/>
                  </a:lnTo>
                  <a:lnTo>
                    <a:pt x="311" y="545"/>
                  </a:lnTo>
                  <a:lnTo>
                    <a:pt x="283" y="533"/>
                  </a:lnTo>
                  <a:lnTo>
                    <a:pt x="237" y="468"/>
                  </a:lnTo>
                  <a:lnTo>
                    <a:pt x="169" y="357"/>
                  </a:lnTo>
                  <a:lnTo>
                    <a:pt x="68" y="180"/>
                  </a:lnTo>
                  <a:lnTo>
                    <a:pt x="0" y="54"/>
                  </a:lnTo>
                  <a:lnTo>
                    <a:pt x="5" y="0"/>
                  </a:lnTo>
                  <a:lnTo>
                    <a:pt x="57" y="8"/>
                  </a:lnTo>
                  <a:lnTo>
                    <a:pt x="57"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1" name="Google Shape;501;p19"/>
            <p:cNvSpPr/>
            <p:nvPr/>
          </p:nvSpPr>
          <p:spPr>
            <a:xfrm>
              <a:off x="2260" y="2522"/>
              <a:ext cx="405" cy="236"/>
            </a:xfrm>
            <a:custGeom>
              <a:rect b="b" l="l" r="r" t="t"/>
              <a:pathLst>
                <a:path extrusionOk="0" h="454" w="812">
                  <a:moveTo>
                    <a:pt x="0" y="416"/>
                  </a:moveTo>
                  <a:lnTo>
                    <a:pt x="46" y="355"/>
                  </a:lnTo>
                  <a:lnTo>
                    <a:pt x="135" y="286"/>
                  </a:lnTo>
                  <a:lnTo>
                    <a:pt x="243" y="219"/>
                  </a:lnTo>
                  <a:lnTo>
                    <a:pt x="358" y="158"/>
                  </a:lnTo>
                  <a:lnTo>
                    <a:pt x="460" y="107"/>
                  </a:lnTo>
                  <a:lnTo>
                    <a:pt x="532" y="73"/>
                  </a:lnTo>
                  <a:lnTo>
                    <a:pt x="671" y="30"/>
                  </a:lnTo>
                  <a:lnTo>
                    <a:pt x="802" y="0"/>
                  </a:lnTo>
                  <a:lnTo>
                    <a:pt x="812" y="42"/>
                  </a:lnTo>
                  <a:lnTo>
                    <a:pt x="717" y="87"/>
                  </a:lnTo>
                  <a:lnTo>
                    <a:pt x="540" y="154"/>
                  </a:lnTo>
                  <a:lnTo>
                    <a:pt x="335" y="237"/>
                  </a:lnTo>
                  <a:lnTo>
                    <a:pt x="177" y="320"/>
                  </a:lnTo>
                  <a:lnTo>
                    <a:pt x="139" y="357"/>
                  </a:lnTo>
                  <a:lnTo>
                    <a:pt x="72" y="416"/>
                  </a:lnTo>
                  <a:lnTo>
                    <a:pt x="14" y="454"/>
                  </a:lnTo>
                  <a:lnTo>
                    <a:pt x="0" y="416"/>
                  </a:lnTo>
                  <a:lnTo>
                    <a:pt x="0" y="41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2" name="Google Shape;502;p19"/>
            <p:cNvSpPr/>
            <p:nvPr/>
          </p:nvSpPr>
          <p:spPr>
            <a:xfrm>
              <a:off x="2099" y="2657"/>
              <a:ext cx="72" cy="548"/>
            </a:xfrm>
            <a:custGeom>
              <a:rect b="b" l="l" r="r" t="t"/>
              <a:pathLst>
                <a:path extrusionOk="0" h="1053" w="144">
                  <a:moveTo>
                    <a:pt x="68" y="35"/>
                  </a:moveTo>
                  <a:lnTo>
                    <a:pt x="91" y="380"/>
                  </a:lnTo>
                  <a:lnTo>
                    <a:pt x="141" y="775"/>
                  </a:lnTo>
                  <a:lnTo>
                    <a:pt x="144" y="844"/>
                  </a:lnTo>
                  <a:lnTo>
                    <a:pt x="143" y="913"/>
                  </a:lnTo>
                  <a:lnTo>
                    <a:pt x="137" y="1053"/>
                  </a:lnTo>
                  <a:lnTo>
                    <a:pt x="95" y="1053"/>
                  </a:lnTo>
                  <a:lnTo>
                    <a:pt x="68" y="775"/>
                  </a:lnTo>
                  <a:lnTo>
                    <a:pt x="17" y="394"/>
                  </a:lnTo>
                  <a:lnTo>
                    <a:pt x="0" y="35"/>
                  </a:lnTo>
                  <a:lnTo>
                    <a:pt x="34" y="0"/>
                  </a:lnTo>
                  <a:lnTo>
                    <a:pt x="68" y="35"/>
                  </a:lnTo>
                  <a:lnTo>
                    <a:pt x="68"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3" name="Google Shape;503;p19"/>
            <p:cNvSpPr/>
            <p:nvPr/>
          </p:nvSpPr>
          <p:spPr>
            <a:xfrm>
              <a:off x="2221" y="2795"/>
              <a:ext cx="45" cy="396"/>
            </a:xfrm>
            <a:custGeom>
              <a:rect b="b" l="l" r="r" t="t"/>
              <a:pathLst>
                <a:path extrusionOk="0" h="763" w="92">
                  <a:moveTo>
                    <a:pt x="92" y="6"/>
                  </a:moveTo>
                  <a:lnTo>
                    <a:pt x="80" y="148"/>
                  </a:lnTo>
                  <a:lnTo>
                    <a:pt x="61" y="310"/>
                  </a:lnTo>
                  <a:lnTo>
                    <a:pt x="61" y="566"/>
                  </a:lnTo>
                  <a:lnTo>
                    <a:pt x="52" y="763"/>
                  </a:lnTo>
                  <a:lnTo>
                    <a:pt x="10" y="763"/>
                  </a:lnTo>
                  <a:lnTo>
                    <a:pt x="0" y="308"/>
                  </a:lnTo>
                  <a:lnTo>
                    <a:pt x="15" y="150"/>
                  </a:lnTo>
                  <a:lnTo>
                    <a:pt x="52" y="0"/>
                  </a:lnTo>
                  <a:lnTo>
                    <a:pt x="92" y="6"/>
                  </a:lnTo>
                  <a:lnTo>
                    <a:pt x="92"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4" name="Google Shape;504;p19"/>
            <p:cNvSpPr/>
            <p:nvPr/>
          </p:nvSpPr>
          <p:spPr>
            <a:xfrm>
              <a:off x="2171" y="3178"/>
              <a:ext cx="90" cy="69"/>
            </a:xfrm>
            <a:custGeom>
              <a:rect b="b" l="l" r="r" t="t"/>
              <a:pathLst>
                <a:path extrusionOk="0" h="134" w="181">
                  <a:moveTo>
                    <a:pt x="164" y="73"/>
                  </a:moveTo>
                  <a:lnTo>
                    <a:pt x="37" y="134"/>
                  </a:lnTo>
                  <a:lnTo>
                    <a:pt x="0" y="124"/>
                  </a:lnTo>
                  <a:lnTo>
                    <a:pt x="10" y="89"/>
                  </a:lnTo>
                  <a:lnTo>
                    <a:pt x="67" y="39"/>
                  </a:lnTo>
                  <a:lnTo>
                    <a:pt x="128" y="0"/>
                  </a:lnTo>
                  <a:lnTo>
                    <a:pt x="181" y="18"/>
                  </a:lnTo>
                  <a:lnTo>
                    <a:pt x="164" y="73"/>
                  </a:lnTo>
                  <a:lnTo>
                    <a:pt x="164" y="7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5" name="Google Shape;505;p19"/>
            <p:cNvSpPr/>
            <p:nvPr/>
          </p:nvSpPr>
          <p:spPr>
            <a:xfrm>
              <a:off x="2251" y="3174"/>
              <a:ext cx="249" cy="147"/>
            </a:xfrm>
            <a:custGeom>
              <a:rect b="b" l="l" r="r" t="t"/>
              <a:pathLst>
                <a:path extrusionOk="0" h="284" w="498">
                  <a:moveTo>
                    <a:pt x="31" y="0"/>
                  </a:moveTo>
                  <a:lnTo>
                    <a:pt x="160" y="39"/>
                  </a:lnTo>
                  <a:lnTo>
                    <a:pt x="281" y="112"/>
                  </a:lnTo>
                  <a:lnTo>
                    <a:pt x="392" y="175"/>
                  </a:lnTo>
                  <a:lnTo>
                    <a:pt x="490" y="248"/>
                  </a:lnTo>
                  <a:lnTo>
                    <a:pt x="498" y="278"/>
                  </a:lnTo>
                  <a:lnTo>
                    <a:pt x="470" y="284"/>
                  </a:lnTo>
                  <a:lnTo>
                    <a:pt x="356" y="239"/>
                  </a:lnTo>
                  <a:lnTo>
                    <a:pt x="247" y="177"/>
                  </a:lnTo>
                  <a:lnTo>
                    <a:pt x="139" y="110"/>
                  </a:lnTo>
                  <a:lnTo>
                    <a:pt x="23" y="53"/>
                  </a:lnTo>
                  <a:lnTo>
                    <a:pt x="0" y="24"/>
                  </a:lnTo>
                  <a:lnTo>
                    <a:pt x="31" y="0"/>
                  </a:lnTo>
                  <a:lnTo>
                    <a:pt x="3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6" name="Google Shape;506;p19"/>
            <p:cNvSpPr/>
            <p:nvPr/>
          </p:nvSpPr>
          <p:spPr>
            <a:xfrm>
              <a:off x="2314" y="2792"/>
              <a:ext cx="232" cy="228"/>
            </a:xfrm>
            <a:custGeom>
              <a:rect b="b" l="l" r="r" t="t"/>
              <a:pathLst>
                <a:path extrusionOk="0" h="440" w="463">
                  <a:moveTo>
                    <a:pt x="30" y="0"/>
                  </a:moveTo>
                  <a:lnTo>
                    <a:pt x="89" y="51"/>
                  </a:lnTo>
                  <a:lnTo>
                    <a:pt x="152" y="112"/>
                  </a:lnTo>
                  <a:lnTo>
                    <a:pt x="296" y="227"/>
                  </a:lnTo>
                  <a:lnTo>
                    <a:pt x="439" y="347"/>
                  </a:lnTo>
                  <a:lnTo>
                    <a:pt x="463" y="440"/>
                  </a:lnTo>
                  <a:lnTo>
                    <a:pt x="366" y="369"/>
                  </a:lnTo>
                  <a:lnTo>
                    <a:pt x="294" y="310"/>
                  </a:lnTo>
                  <a:lnTo>
                    <a:pt x="216" y="243"/>
                  </a:lnTo>
                  <a:lnTo>
                    <a:pt x="140" y="174"/>
                  </a:lnTo>
                  <a:lnTo>
                    <a:pt x="74" y="112"/>
                  </a:lnTo>
                  <a:lnTo>
                    <a:pt x="1" y="32"/>
                  </a:lnTo>
                  <a:lnTo>
                    <a:pt x="0" y="0"/>
                  </a:lnTo>
                  <a:lnTo>
                    <a:pt x="30"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7" name="Google Shape;507;p19"/>
            <p:cNvSpPr/>
            <p:nvPr/>
          </p:nvSpPr>
          <p:spPr>
            <a:xfrm>
              <a:off x="2561" y="2857"/>
              <a:ext cx="206" cy="166"/>
            </a:xfrm>
            <a:custGeom>
              <a:rect b="b" l="l" r="r" t="t"/>
              <a:pathLst>
                <a:path extrusionOk="0" h="322" w="412">
                  <a:moveTo>
                    <a:pt x="7" y="269"/>
                  </a:moveTo>
                  <a:lnTo>
                    <a:pt x="72" y="213"/>
                  </a:lnTo>
                  <a:lnTo>
                    <a:pt x="192" y="125"/>
                  </a:lnTo>
                  <a:lnTo>
                    <a:pt x="313" y="40"/>
                  </a:lnTo>
                  <a:lnTo>
                    <a:pt x="382" y="0"/>
                  </a:lnTo>
                  <a:lnTo>
                    <a:pt x="412" y="4"/>
                  </a:lnTo>
                  <a:lnTo>
                    <a:pt x="405" y="36"/>
                  </a:lnTo>
                  <a:lnTo>
                    <a:pt x="348" y="87"/>
                  </a:lnTo>
                  <a:lnTo>
                    <a:pt x="230" y="184"/>
                  </a:lnTo>
                  <a:lnTo>
                    <a:pt x="108" y="277"/>
                  </a:lnTo>
                  <a:lnTo>
                    <a:pt x="43" y="322"/>
                  </a:lnTo>
                  <a:lnTo>
                    <a:pt x="0" y="314"/>
                  </a:lnTo>
                  <a:lnTo>
                    <a:pt x="7" y="269"/>
                  </a:lnTo>
                  <a:lnTo>
                    <a:pt x="7" y="26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8" name="Google Shape;508;p19"/>
            <p:cNvSpPr/>
            <p:nvPr/>
          </p:nvSpPr>
          <p:spPr>
            <a:xfrm>
              <a:off x="2530" y="2998"/>
              <a:ext cx="42" cy="204"/>
            </a:xfrm>
            <a:custGeom>
              <a:rect b="b" l="l" r="r" t="t"/>
              <a:pathLst>
                <a:path extrusionOk="0" h="392" w="84">
                  <a:moveTo>
                    <a:pt x="84" y="21"/>
                  </a:moveTo>
                  <a:lnTo>
                    <a:pt x="72" y="213"/>
                  </a:lnTo>
                  <a:lnTo>
                    <a:pt x="40" y="392"/>
                  </a:lnTo>
                  <a:lnTo>
                    <a:pt x="0" y="386"/>
                  </a:lnTo>
                  <a:lnTo>
                    <a:pt x="19" y="270"/>
                  </a:lnTo>
                  <a:lnTo>
                    <a:pt x="40" y="21"/>
                  </a:lnTo>
                  <a:lnTo>
                    <a:pt x="61" y="0"/>
                  </a:lnTo>
                  <a:lnTo>
                    <a:pt x="84" y="21"/>
                  </a:lnTo>
                  <a:lnTo>
                    <a:pt x="84" y="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09" name="Google Shape;509;p19"/>
            <p:cNvSpPr/>
            <p:nvPr/>
          </p:nvSpPr>
          <p:spPr>
            <a:xfrm>
              <a:off x="2545" y="3022"/>
              <a:ext cx="248" cy="232"/>
            </a:xfrm>
            <a:custGeom>
              <a:rect b="b" l="l" r="r" t="t"/>
              <a:pathLst>
                <a:path extrusionOk="0" h="446" w="497">
                  <a:moveTo>
                    <a:pt x="2" y="414"/>
                  </a:moveTo>
                  <a:lnTo>
                    <a:pt x="63" y="351"/>
                  </a:lnTo>
                  <a:lnTo>
                    <a:pt x="183" y="245"/>
                  </a:lnTo>
                  <a:lnTo>
                    <a:pt x="310" y="134"/>
                  </a:lnTo>
                  <a:lnTo>
                    <a:pt x="394" y="61"/>
                  </a:lnTo>
                  <a:lnTo>
                    <a:pt x="434" y="26"/>
                  </a:lnTo>
                  <a:lnTo>
                    <a:pt x="476" y="0"/>
                  </a:lnTo>
                  <a:lnTo>
                    <a:pt x="497" y="35"/>
                  </a:lnTo>
                  <a:lnTo>
                    <a:pt x="413" y="114"/>
                  </a:lnTo>
                  <a:lnTo>
                    <a:pt x="341" y="179"/>
                  </a:lnTo>
                  <a:lnTo>
                    <a:pt x="259" y="250"/>
                  </a:lnTo>
                  <a:lnTo>
                    <a:pt x="177" y="321"/>
                  </a:lnTo>
                  <a:lnTo>
                    <a:pt x="105" y="383"/>
                  </a:lnTo>
                  <a:lnTo>
                    <a:pt x="29" y="446"/>
                  </a:lnTo>
                  <a:lnTo>
                    <a:pt x="0" y="444"/>
                  </a:lnTo>
                  <a:lnTo>
                    <a:pt x="2" y="414"/>
                  </a:lnTo>
                  <a:lnTo>
                    <a:pt x="2" y="4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0" name="Google Shape;510;p19"/>
            <p:cNvSpPr/>
            <p:nvPr/>
          </p:nvSpPr>
          <p:spPr>
            <a:xfrm>
              <a:off x="2772" y="2806"/>
              <a:ext cx="83" cy="238"/>
            </a:xfrm>
            <a:custGeom>
              <a:rect b="b" l="l" r="r" t="t"/>
              <a:pathLst>
                <a:path extrusionOk="0" h="457" w="167">
                  <a:moveTo>
                    <a:pt x="167" y="27"/>
                  </a:moveTo>
                  <a:lnTo>
                    <a:pt x="110" y="234"/>
                  </a:lnTo>
                  <a:lnTo>
                    <a:pt x="70" y="373"/>
                  </a:lnTo>
                  <a:lnTo>
                    <a:pt x="49" y="440"/>
                  </a:lnTo>
                  <a:lnTo>
                    <a:pt x="15" y="457"/>
                  </a:lnTo>
                  <a:lnTo>
                    <a:pt x="0" y="424"/>
                  </a:lnTo>
                  <a:lnTo>
                    <a:pt x="34" y="303"/>
                  </a:lnTo>
                  <a:lnTo>
                    <a:pt x="80" y="177"/>
                  </a:lnTo>
                  <a:lnTo>
                    <a:pt x="127" y="15"/>
                  </a:lnTo>
                  <a:lnTo>
                    <a:pt x="152" y="0"/>
                  </a:lnTo>
                  <a:lnTo>
                    <a:pt x="167" y="27"/>
                  </a:lnTo>
                  <a:lnTo>
                    <a:pt x="167"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1" name="Google Shape;511;p19"/>
            <p:cNvSpPr/>
            <p:nvPr/>
          </p:nvSpPr>
          <p:spPr>
            <a:xfrm>
              <a:off x="1775" y="2289"/>
              <a:ext cx="74" cy="780"/>
            </a:xfrm>
            <a:custGeom>
              <a:rect b="b" l="l" r="r" t="t"/>
              <a:pathLst>
                <a:path extrusionOk="0" h="1502" w="148">
                  <a:moveTo>
                    <a:pt x="17" y="69"/>
                  </a:moveTo>
                  <a:lnTo>
                    <a:pt x="42" y="2"/>
                  </a:lnTo>
                  <a:lnTo>
                    <a:pt x="59" y="0"/>
                  </a:lnTo>
                  <a:lnTo>
                    <a:pt x="76" y="131"/>
                  </a:lnTo>
                  <a:lnTo>
                    <a:pt x="78" y="411"/>
                  </a:lnTo>
                  <a:lnTo>
                    <a:pt x="93" y="805"/>
                  </a:lnTo>
                  <a:lnTo>
                    <a:pt x="135" y="1200"/>
                  </a:lnTo>
                  <a:lnTo>
                    <a:pt x="148" y="1476"/>
                  </a:lnTo>
                  <a:lnTo>
                    <a:pt x="131" y="1502"/>
                  </a:lnTo>
                  <a:lnTo>
                    <a:pt x="108" y="1482"/>
                  </a:lnTo>
                  <a:lnTo>
                    <a:pt x="34" y="1058"/>
                  </a:lnTo>
                  <a:lnTo>
                    <a:pt x="0" y="423"/>
                  </a:lnTo>
                  <a:lnTo>
                    <a:pt x="17" y="69"/>
                  </a:lnTo>
                  <a:lnTo>
                    <a:pt x="17" y="6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2" name="Google Shape;512;p19"/>
            <p:cNvSpPr/>
            <p:nvPr/>
          </p:nvSpPr>
          <p:spPr>
            <a:xfrm>
              <a:off x="1840" y="3059"/>
              <a:ext cx="299" cy="175"/>
            </a:xfrm>
            <a:custGeom>
              <a:rect b="b" l="l" r="r" t="t"/>
              <a:pathLst>
                <a:path extrusionOk="0" h="335" w="599">
                  <a:moveTo>
                    <a:pt x="30" y="0"/>
                  </a:moveTo>
                  <a:lnTo>
                    <a:pt x="162" y="71"/>
                  </a:lnTo>
                  <a:lnTo>
                    <a:pt x="304" y="140"/>
                  </a:lnTo>
                  <a:lnTo>
                    <a:pt x="445" y="209"/>
                  </a:lnTo>
                  <a:lnTo>
                    <a:pt x="551" y="276"/>
                  </a:lnTo>
                  <a:lnTo>
                    <a:pt x="599" y="318"/>
                  </a:lnTo>
                  <a:lnTo>
                    <a:pt x="570" y="335"/>
                  </a:lnTo>
                  <a:lnTo>
                    <a:pt x="352" y="258"/>
                  </a:lnTo>
                  <a:lnTo>
                    <a:pt x="219" y="197"/>
                  </a:lnTo>
                  <a:lnTo>
                    <a:pt x="129" y="152"/>
                  </a:lnTo>
                  <a:lnTo>
                    <a:pt x="63" y="97"/>
                  </a:lnTo>
                  <a:lnTo>
                    <a:pt x="6" y="33"/>
                  </a:lnTo>
                  <a:lnTo>
                    <a:pt x="0" y="2"/>
                  </a:lnTo>
                  <a:lnTo>
                    <a:pt x="30"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3" name="Google Shape;513;p19"/>
            <p:cNvSpPr/>
            <p:nvPr/>
          </p:nvSpPr>
          <p:spPr>
            <a:xfrm>
              <a:off x="1896" y="3159"/>
              <a:ext cx="573" cy="318"/>
            </a:xfrm>
            <a:custGeom>
              <a:rect b="b" l="l" r="r" t="t"/>
              <a:pathLst>
                <a:path extrusionOk="0" h="614" w="1146">
                  <a:moveTo>
                    <a:pt x="44" y="202"/>
                  </a:moveTo>
                  <a:lnTo>
                    <a:pt x="63" y="308"/>
                  </a:lnTo>
                  <a:lnTo>
                    <a:pt x="124" y="395"/>
                  </a:lnTo>
                  <a:lnTo>
                    <a:pt x="202" y="452"/>
                  </a:lnTo>
                  <a:lnTo>
                    <a:pt x="299" y="494"/>
                  </a:lnTo>
                  <a:lnTo>
                    <a:pt x="517" y="541"/>
                  </a:lnTo>
                  <a:lnTo>
                    <a:pt x="840" y="521"/>
                  </a:lnTo>
                  <a:lnTo>
                    <a:pt x="951" y="470"/>
                  </a:lnTo>
                  <a:lnTo>
                    <a:pt x="1105" y="405"/>
                  </a:lnTo>
                  <a:lnTo>
                    <a:pt x="1146" y="423"/>
                  </a:lnTo>
                  <a:lnTo>
                    <a:pt x="1099" y="482"/>
                  </a:lnTo>
                  <a:lnTo>
                    <a:pt x="1032" y="529"/>
                  </a:lnTo>
                  <a:lnTo>
                    <a:pt x="954" y="568"/>
                  </a:lnTo>
                  <a:lnTo>
                    <a:pt x="865" y="596"/>
                  </a:lnTo>
                  <a:lnTo>
                    <a:pt x="510" y="614"/>
                  </a:lnTo>
                  <a:lnTo>
                    <a:pt x="268" y="551"/>
                  </a:lnTo>
                  <a:lnTo>
                    <a:pt x="86" y="424"/>
                  </a:lnTo>
                  <a:lnTo>
                    <a:pt x="19" y="314"/>
                  </a:lnTo>
                  <a:lnTo>
                    <a:pt x="0" y="180"/>
                  </a:lnTo>
                  <a:lnTo>
                    <a:pt x="42" y="131"/>
                  </a:lnTo>
                  <a:lnTo>
                    <a:pt x="122" y="46"/>
                  </a:lnTo>
                  <a:lnTo>
                    <a:pt x="188" y="0"/>
                  </a:lnTo>
                  <a:lnTo>
                    <a:pt x="196" y="65"/>
                  </a:lnTo>
                  <a:lnTo>
                    <a:pt x="169" y="113"/>
                  </a:lnTo>
                  <a:lnTo>
                    <a:pt x="129" y="144"/>
                  </a:lnTo>
                  <a:lnTo>
                    <a:pt x="44" y="202"/>
                  </a:lnTo>
                  <a:lnTo>
                    <a:pt x="44" y="20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4" name="Google Shape;514;p19"/>
            <p:cNvSpPr/>
            <p:nvPr/>
          </p:nvSpPr>
          <p:spPr>
            <a:xfrm>
              <a:off x="1745" y="3115"/>
              <a:ext cx="187" cy="153"/>
            </a:xfrm>
            <a:custGeom>
              <a:rect b="b" l="l" r="r" t="t"/>
              <a:pathLst>
                <a:path extrusionOk="0" h="294" w="372">
                  <a:moveTo>
                    <a:pt x="367" y="56"/>
                  </a:moveTo>
                  <a:lnTo>
                    <a:pt x="312" y="105"/>
                  </a:lnTo>
                  <a:lnTo>
                    <a:pt x="226" y="170"/>
                  </a:lnTo>
                  <a:lnTo>
                    <a:pt x="108" y="251"/>
                  </a:lnTo>
                  <a:lnTo>
                    <a:pt x="19" y="294"/>
                  </a:lnTo>
                  <a:lnTo>
                    <a:pt x="0" y="257"/>
                  </a:lnTo>
                  <a:lnTo>
                    <a:pt x="57" y="208"/>
                  </a:lnTo>
                  <a:lnTo>
                    <a:pt x="160" y="127"/>
                  </a:lnTo>
                  <a:lnTo>
                    <a:pt x="264" y="46"/>
                  </a:lnTo>
                  <a:lnTo>
                    <a:pt x="325" y="0"/>
                  </a:lnTo>
                  <a:lnTo>
                    <a:pt x="372" y="6"/>
                  </a:lnTo>
                  <a:lnTo>
                    <a:pt x="367" y="56"/>
                  </a:lnTo>
                  <a:lnTo>
                    <a:pt x="367"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5" name="Google Shape;515;p19"/>
            <p:cNvSpPr/>
            <p:nvPr/>
          </p:nvSpPr>
          <p:spPr>
            <a:xfrm>
              <a:off x="1712" y="3267"/>
              <a:ext cx="68" cy="270"/>
            </a:xfrm>
            <a:custGeom>
              <a:rect b="b" l="l" r="r" t="t"/>
              <a:pathLst>
                <a:path extrusionOk="0" h="519" w="135">
                  <a:moveTo>
                    <a:pt x="63" y="56"/>
                  </a:moveTo>
                  <a:lnTo>
                    <a:pt x="82" y="292"/>
                  </a:lnTo>
                  <a:lnTo>
                    <a:pt x="112" y="395"/>
                  </a:lnTo>
                  <a:lnTo>
                    <a:pt x="135" y="492"/>
                  </a:lnTo>
                  <a:lnTo>
                    <a:pt x="120" y="519"/>
                  </a:lnTo>
                  <a:lnTo>
                    <a:pt x="95" y="504"/>
                  </a:lnTo>
                  <a:lnTo>
                    <a:pt x="65" y="409"/>
                  </a:lnTo>
                  <a:lnTo>
                    <a:pt x="0" y="44"/>
                  </a:lnTo>
                  <a:lnTo>
                    <a:pt x="35" y="0"/>
                  </a:lnTo>
                  <a:lnTo>
                    <a:pt x="63" y="56"/>
                  </a:lnTo>
                  <a:lnTo>
                    <a:pt x="63" y="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6" name="Google Shape;516;p19"/>
            <p:cNvSpPr/>
            <p:nvPr/>
          </p:nvSpPr>
          <p:spPr>
            <a:xfrm>
              <a:off x="1766" y="3314"/>
              <a:ext cx="469" cy="433"/>
            </a:xfrm>
            <a:custGeom>
              <a:rect b="b" l="l" r="r" t="t"/>
              <a:pathLst>
                <a:path extrusionOk="0" h="835" w="937">
                  <a:moveTo>
                    <a:pt x="30" y="0"/>
                  </a:moveTo>
                  <a:lnTo>
                    <a:pt x="127" y="77"/>
                  </a:lnTo>
                  <a:lnTo>
                    <a:pt x="213" y="154"/>
                  </a:lnTo>
                  <a:lnTo>
                    <a:pt x="311" y="243"/>
                  </a:lnTo>
                  <a:lnTo>
                    <a:pt x="437" y="357"/>
                  </a:lnTo>
                  <a:lnTo>
                    <a:pt x="555" y="468"/>
                  </a:lnTo>
                  <a:lnTo>
                    <a:pt x="652" y="557"/>
                  </a:lnTo>
                  <a:lnTo>
                    <a:pt x="714" y="614"/>
                  </a:lnTo>
                  <a:lnTo>
                    <a:pt x="832" y="695"/>
                  </a:lnTo>
                  <a:lnTo>
                    <a:pt x="933" y="774"/>
                  </a:lnTo>
                  <a:lnTo>
                    <a:pt x="937" y="835"/>
                  </a:lnTo>
                  <a:lnTo>
                    <a:pt x="878" y="833"/>
                  </a:lnTo>
                  <a:lnTo>
                    <a:pt x="815" y="785"/>
                  </a:lnTo>
                  <a:lnTo>
                    <a:pt x="690" y="681"/>
                  </a:lnTo>
                  <a:lnTo>
                    <a:pt x="593" y="594"/>
                  </a:lnTo>
                  <a:lnTo>
                    <a:pt x="486" y="499"/>
                  </a:lnTo>
                  <a:lnTo>
                    <a:pt x="378" y="401"/>
                  </a:lnTo>
                  <a:lnTo>
                    <a:pt x="273" y="302"/>
                  </a:lnTo>
                  <a:lnTo>
                    <a:pt x="169" y="205"/>
                  </a:lnTo>
                  <a:lnTo>
                    <a:pt x="85" y="123"/>
                  </a:lnTo>
                  <a:lnTo>
                    <a:pt x="2" y="32"/>
                  </a:lnTo>
                  <a:lnTo>
                    <a:pt x="0" y="0"/>
                  </a:lnTo>
                  <a:lnTo>
                    <a:pt x="30"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7" name="Google Shape;517;p19"/>
            <p:cNvSpPr/>
            <p:nvPr/>
          </p:nvSpPr>
          <p:spPr>
            <a:xfrm>
              <a:off x="2731" y="3059"/>
              <a:ext cx="126" cy="96"/>
            </a:xfrm>
            <a:custGeom>
              <a:rect b="b" l="l" r="r" t="t"/>
              <a:pathLst>
                <a:path extrusionOk="0" h="183" w="253">
                  <a:moveTo>
                    <a:pt x="36" y="0"/>
                  </a:moveTo>
                  <a:lnTo>
                    <a:pt x="139" y="83"/>
                  </a:lnTo>
                  <a:lnTo>
                    <a:pt x="241" y="144"/>
                  </a:lnTo>
                  <a:lnTo>
                    <a:pt x="253" y="174"/>
                  </a:lnTo>
                  <a:lnTo>
                    <a:pt x="224" y="183"/>
                  </a:lnTo>
                  <a:lnTo>
                    <a:pt x="108" y="120"/>
                  </a:lnTo>
                  <a:lnTo>
                    <a:pt x="4" y="41"/>
                  </a:lnTo>
                  <a:lnTo>
                    <a:pt x="0" y="4"/>
                  </a:lnTo>
                  <a:lnTo>
                    <a:pt x="36" y="0"/>
                  </a:lnTo>
                  <a:lnTo>
                    <a:pt x="3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8" name="Google Shape;518;p19"/>
            <p:cNvSpPr/>
            <p:nvPr/>
          </p:nvSpPr>
          <p:spPr>
            <a:xfrm>
              <a:off x="2782" y="3157"/>
              <a:ext cx="80" cy="174"/>
            </a:xfrm>
            <a:custGeom>
              <a:rect b="b" l="l" r="r" t="t"/>
              <a:pathLst>
                <a:path extrusionOk="0" h="338" w="159">
                  <a:moveTo>
                    <a:pt x="159" y="38"/>
                  </a:moveTo>
                  <a:lnTo>
                    <a:pt x="104" y="186"/>
                  </a:lnTo>
                  <a:lnTo>
                    <a:pt x="64" y="275"/>
                  </a:lnTo>
                  <a:lnTo>
                    <a:pt x="38" y="324"/>
                  </a:lnTo>
                  <a:lnTo>
                    <a:pt x="11" y="338"/>
                  </a:lnTo>
                  <a:lnTo>
                    <a:pt x="0" y="308"/>
                  </a:lnTo>
                  <a:lnTo>
                    <a:pt x="47" y="156"/>
                  </a:lnTo>
                  <a:lnTo>
                    <a:pt x="110" y="14"/>
                  </a:lnTo>
                  <a:lnTo>
                    <a:pt x="146" y="0"/>
                  </a:lnTo>
                  <a:lnTo>
                    <a:pt x="159" y="38"/>
                  </a:lnTo>
                  <a:lnTo>
                    <a:pt x="159" y="3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19" name="Google Shape;519;p19"/>
            <p:cNvSpPr/>
            <p:nvPr/>
          </p:nvSpPr>
          <p:spPr>
            <a:xfrm>
              <a:off x="2300" y="3139"/>
              <a:ext cx="554" cy="591"/>
            </a:xfrm>
            <a:custGeom>
              <a:rect b="b" l="l" r="r" t="t"/>
              <a:pathLst>
                <a:path extrusionOk="0" h="1138" w="1108">
                  <a:moveTo>
                    <a:pt x="1108" y="47"/>
                  </a:moveTo>
                  <a:lnTo>
                    <a:pt x="1070" y="122"/>
                  </a:lnTo>
                  <a:lnTo>
                    <a:pt x="1009" y="209"/>
                  </a:lnTo>
                  <a:lnTo>
                    <a:pt x="930" y="306"/>
                  </a:lnTo>
                  <a:lnTo>
                    <a:pt x="838" y="404"/>
                  </a:lnTo>
                  <a:lnTo>
                    <a:pt x="745" y="501"/>
                  </a:lnTo>
                  <a:lnTo>
                    <a:pt x="654" y="590"/>
                  </a:lnTo>
                  <a:lnTo>
                    <a:pt x="572" y="665"/>
                  </a:lnTo>
                  <a:lnTo>
                    <a:pt x="508" y="724"/>
                  </a:lnTo>
                  <a:lnTo>
                    <a:pt x="405" y="821"/>
                  </a:lnTo>
                  <a:lnTo>
                    <a:pt x="338" y="884"/>
                  </a:lnTo>
                  <a:lnTo>
                    <a:pt x="268" y="951"/>
                  </a:lnTo>
                  <a:lnTo>
                    <a:pt x="198" y="1014"/>
                  </a:lnTo>
                  <a:lnTo>
                    <a:pt x="131" y="1071"/>
                  </a:lnTo>
                  <a:lnTo>
                    <a:pt x="27" y="1138"/>
                  </a:lnTo>
                  <a:lnTo>
                    <a:pt x="0" y="1107"/>
                  </a:lnTo>
                  <a:lnTo>
                    <a:pt x="46" y="1045"/>
                  </a:lnTo>
                  <a:lnTo>
                    <a:pt x="131" y="961"/>
                  </a:lnTo>
                  <a:lnTo>
                    <a:pt x="243" y="856"/>
                  </a:lnTo>
                  <a:lnTo>
                    <a:pt x="373" y="742"/>
                  </a:lnTo>
                  <a:lnTo>
                    <a:pt x="506" y="625"/>
                  </a:lnTo>
                  <a:lnTo>
                    <a:pt x="631" y="515"/>
                  </a:lnTo>
                  <a:lnTo>
                    <a:pt x="736" y="418"/>
                  </a:lnTo>
                  <a:lnTo>
                    <a:pt x="808" y="345"/>
                  </a:lnTo>
                  <a:lnTo>
                    <a:pt x="897" y="235"/>
                  </a:lnTo>
                  <a:lnTo>
                    <a:pt x="1011" y="93"/>
                  </a:lnTo>
                  <a:lnTo>
                    <a:pt x="1099" y="0"/>
                  </a:lnTo>
                  <a:lnTo>
                    <a:pt x="1108" y="47"/>
                  </a:lnTo>
                  <a:lnTo>
                    <a:pt x="1108" y="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0" name="Google Shape;520;p19"/>
            <p:cNvSpPr/>
            <p:nvPr/>
          </p:nvSpPr>
          <p:spPr>
            <a:xfrm>
              <a:off x="1762" y="3513"/>
              <a:ext cx="273" cy="268"/>
            </a:xfrm>
            <a:custGeom>
              <a:rect b="b" l="l" r="r" t="t"/>
              <a:pathLst>
                <a:path extrusionOk="0" h="517" w="548">
                  <a:moveTo>
                    <a:pt x="42" y="0"/>
                  </a:moveTo>
                  <a:lnTo>
                    <a:pt x="128" y="75"/>
                  </a:lnTo>
                  <a:lnTo>
                    <a:pt x="221" y="177"/>
                  </a:lnTo>
                  <a:lnTo>
                    <a:pt x="316" y="284"/>
                  </a:lnTo>
                  <a:lnTo>
                    <a:pt x="409" y="375"/>
                  </a:lnTo>
                  <a:lnTo>
                    <a:pt x="534" y="477"/>
                  </a:lnTo>
                  <a:lnTo>
                    <a:pt x="548" y="507"/>
                  </a:lnTo>
                  <a:lnTo>
                    <a:pt x="519" y="517"/>
                  </a:lnTo>
                  <a:lnTo>
                    <a:pt x="394" y="454"/>
                  </a:lnTo>
                  <a:lnTo>
                    <a:pt x="253" y="335"/>
                  </a:lnTo>
                  <a:lnTo>
                    <a:pt x="137" y="213"/>
                  </a:lnTo>
                  <a:lnTo>
                    <a:pt x="8" y="55"/>
                  </a:lnTo>
                  <a:lnTo>
                    <a:pt x="0" y="6"/>
                  </a:lnTo>
                  <a:lnTo>
                    <a:pt x="42" y="0"/>
                  </a:lnTo>
                  <a:lnTo>
                    <a:pt x="4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1" name="Google Shape;521;p19"/>
            <p:cNvSpPr/>
            <p:nvPr/>
          </p:nvSpPr>
          <p:spPr>
            <a:xfrm>
              <a:off x="1282" y="3473"/>
              <a:ext cx="368" cy="323"/>
            </a:xfrm>
            <a:custGeom>
              <a:rect b="b" l="l" r="r" t="t"/>
              <a:pathLst>
                <a:path extrusionOk="0" h="623" w="738">
                  <a:moveTo>
                    <a:pt x="0" y="87"/>
                  </a:moveTo>
                  <a:lnTo>
                    <a:pt x="44" y="34"/>
                  </a:lnTo>
                  <a:lnTo>
                    <a:pt x="116" y="0"/>
                  </a:lnTo>
                  <a:lnTo>
                    <a:pt x="223" y="6"/>
                  </a:lnTo>
                  <a:lnTo>
                    <a:pt x="274" y="49"/>
                  </a:lnTo>
                  <a:lnTo>
                    <a:pt x="341" y="95"/>
                  </a:lnTo>
                  <a:lnTo>
                    <a:pt x="519" y="109"/>
                  </a:lnTo>
                  <a:lnTo>
                    <a:pt x="681" y="180"/>
                  </a:lnTo>
                  <a:lnTo>
                    <a:pt x="738" y="375"/>
                  </a:lnTo>
                  <a:lnTo>
                    <a:pt x="717" y="481"/>
                  </a:lnTo>
                  <a:lnTo>
                    <a:pt x="666" y="564"/>
                  </a:lnTo>
                  <a:lnTo>
                    <a:pt x="612" y="602"/>
                  </a:lnTo>
                  <a:lnTo>
                    <a:pt x="546" y="623"/>
                  </a:lnTo>
                  <a:lnTo>
                    <a:pt x="335" y="623"/>
                  </a:lnTo>
                  <a:lnTo>
                    <a:pt x="154" y="554"/>
                  </a:lnTo>
                  <a:lnTo>
                    <a:pt x="65" y="440"/>
                  </a:lnTo>
                  <a:lnTo>
                    <a:pt x="36" y="300"/>
                  </a:lnTo>
                  <a:lnTo>
                    <a:pt x="61" y="284"/>
                  </a:lnTo>
                  <a:lnTo>
                    <a:pt x="84" y="310"/>
                  </a:lnTo>
                  <a:lnTo>
                    <a:pt x="206" y="468"/>
                  </a:lnTo>
                  <a:lnTo>
                    <a:pt x="293" y="511"/>
                  </a:lnTo>
                  <a:lnTo>
                    <a:pt x="373" y="533"/>
                  </a:lnTo>
                  <a:lnTo>
                    <a:pt x="512" y="527"/>
                  </a:lnTo>
                  <a:lnTo>
                    <a:pt x="660" y="395"/>
                  </a:lnTo>
                  <a:lnTo>
                    <a:pt x="673" y="306"/>
                  </a:lnTo>
                  <a:lnTo>
                    <a:pt x="635" y="223"/>
                  </a:lnTo>
                  <a:lnTo>
                    <a:pt x="569" y="174"/>
                  </a:lnTo>
                  <a:lnTo>
                    <a:pt x="493" y="154"/>
                  </a:lnTo>
                  <a:lnTo>
                    <a:pt x="333" y="136"/>
                  </a:lnTo>
                  <a:lnTo>
                    <a:pt x="245" y="75"/>
                  </a:lnTo>
                  <a:lnTo>
                    <a:pt x="204" y="43"/>
                  </a:lnTo>
                  <a:lnTo>
                    <a:pt x="122" y="47"/>
                  </a:lnTo>
                  <a:lnTo>
                    <a:pt x="23" y="109"/>
                  </a:lnTo>
                  <a:lnTo>
                    <a:pt x="0" y="87"/>
                  </a:lnTo>
                  <a:lnTo>
                    <a:pt x="0" y="8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2" name="Google Shape;522;p19"/>
            <p:cNvSpPr/>
            <p:nvPr/>
          </p:nvSpPr>
          <p:spPr>
            <a:xfrm>
              <a:off x="1429" y="3576"/>
              <a:ext cx="103" cy="184"/>
            </a:xfrm>
            <a:custGeom>
              <a:rect b="b" l="l" r="r" t="t"/>
              <a:pathLst>
                <a:path extrusionOk="0" h="353" w="205">
                  <a:moveTo>
                    <a:pt x="0" y="326"/>
                  </a:moveTo>
                  <a:lnTo>
                    <a:pt x="21" y="174"/>
                  </a:lnTo>
                  <a:lnTo>
                    <a:pt x="46" y="134"/>
                  </a:lnTo>
                  <a:lnTo>
                    <a:pt x="114" y="54"/>
                  </a:lnTo>
                  <a:lnTo>
                    <a:pt x="180" y="0"/>
                  </a:lnTo>
                  <a:lnTo>
                    <a:pt x="205" y="34"/>
                  </a:lnTo>
                  <a:lnTo>
                    <a:pt x="89" y="196"/>
                  </a:lnTo>
                  <a:lnTo>
                    <a:pt x="57" y="326"/>
                  </a:lnTo>
                  <a:lnTo>
                    <a:pt x="28" y="353"/>
                  </a:lnTo>
                  <a:lnTo>
                    <a:pt x="0" y="326"/>
                  </a:lnTo>
                  <a:lnTo>
                    <a:pt x="0" y="3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3" name="Google Shape;523;p19"/>
            <p:cNvSpPr/>
            <p:nvPr/>
          </p:nvSpPr>
          <p:spPr>
            <a:xfrm>
              <a:off x="1486" y="3620"/>
              <a:ext cx="128" cy="111"/>
            </a:xfrm>
            <a:custGeom>
              <a:rect b="b" l="l" r="r" t="t"/>
              <a:pathLst>
                <a:path extrusionOk="0" h="215" w="257">
                  <a:moveTo>
                    <a:pt x="27" y="0"/>
                  </a:moveTo>
                  <a:lnTo>
                    <a:pt x="108" y="6"/>
                  </a:lnTo>
                  <a:lnTo>
                    <a:pt x="200" y="81"/>
                  </a:lnTo>
                  <a:lnTo>
                    <a:pt x="257" y="188"/>
                  </a:lnTo>
                  <a:lnTo>
                    <a:pt x="243" y="215"/>
                  </a:lnTo>
                  <a:lnTo>
                    <a:pt x="217" y="199"/>
                  </a:lnTo>
                  <a:lnTo>
                    <a:pt x="135" y="99"/>
                  </a:lnTo>
                  <a:lnTo>
                    <a:pt x="19" y="47"/>
                  </a:lnTo>
                  <a:lnTo>
                    <a:pt x="0" y="20"/>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4" name="Google Shape;524;p19"/>
            <p:cNvSpPr/>
            <p:nvPr/>
          </p:nvSpPr>
          <p:spPr>
            <a:xfrm>
              <a:off x="1385" y="2804"/>
              <a:ext cx="415" cy="294"/>
            </a:xfrm>
            <a:custGeom>
              <a:rect b="b" l="l" r="r" t="t"/>
              <a:pathLst>
                <a:path extrusionOk="0" h="566" w="829">
                  <a:moveTo>
                    <a:pt x="829" y="37"/>
                  </a:moveTo>
                  <a:lnTo>
                    <a:pt x="681" y="134"/>
                  </a:lnTo>
                  <a:lnTo>
                    <a:pt x="559" y="227"/>
                  </a:lnTo>
                  <a:lnTo>
                    <a:pt x="472" y="298"/>
                  </a:lnTo>
                  <a:lnTo>
                    <a:pt x="369" y="369"/>
                  </a:lnTo>
                  <a:lnTo>
                    <a:pt x="211" y="455"/>
                  </a:lnTo>
                  <a:lnTo>
                    <a:pt x="118" y="515"/>
                  </a:lnTo>
                  <a:lnTo>
                    <a:pt x="25" y="566"/>
                  </a:lnTo>
                  <a:lnTo>
                    <a:pt x="0" y="530"/>
                  </a:lnTo>
                  <a:lnTo>
                    <a:pt x="71" y="463"/>
                  </a:lnTo>
                  <a:lnTo>
                    <a:pt x="172" y="396"/>
                  </a:lnTo>
                  <a:lnTo>
                    <a:pt x="248" y="349"/>
                  </a:lnTo>
                  <a:lnTo>
                    <a:pt x="324" y="305"/>
                  </a:lnTo>
                  <a:lnTo>
                    <a:pt x="453" y="225"/>
                  </a:lnTo>
                  <a:lnTo>
                    <a:pt x="538" y="159"/>
                  </a:lnTo>
                  <a:lnTo>
                    <a:pt x="649" y="83"/>
                  </a:lnTo>
                  <a:lnTo>
                    <a:pt x="738" y="29"/>
                  </a:lnTo>
                  <a:lnTo>
                    <a:pt x="810" y="0"/>
                  </a:lnTo>
                  <a:lnTo>
                    <a:pt x="829" y="37"/>
                  </a:lnTo>
                  <a:lnTo>
                    <a:pt x="829" y="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5" name="Google Shape;525;p19"/>
            <p:cNvSpPr/>
            <p:nvPr/>
          </p:nvSpPr>
          <p:spPr>
            <a:xfrm>
              <a:off x="1395" y="3125"/>
              <a:ext cx="309" cy="199"/>
            </a:xfrm>
            <a:custGeom>
              <a:rect b="b" l="l" r="r" t="t"/>
              <a:pathLst>
                <a:path extrusionOk="0" h="385" w="618">
                  <a:moveTo>
                    <a:pt x="29" y="0"/>
                  </a:moveTo>
                  <a:lnTo>
                    <a:pt x="105" y="32"/>
                  </a:lnTo>
                  <a:lnTo>
                    <a:pt x="192" y="81"/>
                  </a:lnTo>
                  <a:lnTo>
                    <a:pt x="287" y="138"/>
                  </a:lnTo>
                  <a:lnTo>
                    <a:pt x="434" y="229"/>
                  </a:lnTo>
                  <a:lnTo>
                    <a:pt x="529" y="288"/>
                  </a:lnTo>
                  <a:lnTo>
                    <a:pt x="613" y="349"/>
                  </a:lnTo>
                  <a:lnTo>
                    <a:pt x="618" y="381"/>
                  </a:lnTo>
                  <a:lnTo>
                    <a:pt x="590" y="385"/>
                  </a:lnTo>
                  <a:lnTo>
                    <a:pt x="523" y="351"/>
                  </a:lnTo>
                  <a:lnTo>
                    <a:pt x="430" y="290"/>
                  </a:lnTo>
                  <a:lnTo>
                    <a:pt x="333" y="223"/>
                  </a:lnTo>
                  <a:lnTo>
                    <a:pt x="261" y="176"/>
                  </a:lnTo>
                  <a:lnTo>
                    <a:pt x="183" y="134"/>
                  </a:lnTo>
                  <a:lnTo>
                    <a:pt x="86" y="87"/>
                  </a:lnTo>
                  <a:lnTo>
                    <a:pt x="10" y="38"/>
                  </a:lnTo>
                  <a:lnTo>
                    <a:pt x="0" y="10"/>
                  </a:lnTo>
                  <a:lnTo>
                    <a:pt x="29" y="0"/>
                  </a:lnTo>
                  <a:lnTo>
                    <a:pt x="2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6" name="Google Shape;526;p19"/>
            <p:cNvSpPr/>
            <p:nvPr/>
          </p:nvSpPr>
          <p:spPr>
            <a:xfrm>
              <a:off x="1367" y="3120"/>
              <a:ext cx="333" cy="344"/>
            </a:xfrm>
            <a:custGeom>
              <a:rect b="b" l="l" r="r" t="t"/>
              <a:pathLst>
                <a:path extrusionOk="0" h="663" w="666">
                  <a:moveTo>
                    <a:pt x="63" y="184"/>
                  </a:moveTo>
                  <a:lnTo>
                    <a:pt x="151" y="227"/>
                  </a:lnTo>
                  <a:lnTo>
                    <a:pt x="327" y="316"/>
                  </a:lnTo>
                  <a:lnTo>
                    <a:pt x="445" y="425"/>
                  </a:lnTo>
                  <a:lnTo>
                    <a:pt x="498" y="486"/>
                  </a:lnTo>
                  <a:lnTo>
                    <a:pt x="553" y="543"/>
                  </a:lnTo>
                  <a:lnTo>
                    <a:pt x="660" y="628"/>
                  </a:lnTo>
                  <a:lnTo>
                    <a:pt x="666" y="657"/>
                  </a:lnTo>
                  <a:lnTo>
                    <a:pt x="637" y="663"/>
                  </a:lnTo>
                  <a:lnTo>
                    <a:pt x="468" y="535"/>
                  </a:lnTo>
                  <a:lnTo>
                    <a:pt x="371" y="442"/>
                  </a:lnTo>
                  <a:lnTo>
                    <a:pt x="291" y="375"/>
                  </a:lnTo>
                  <a:lnTo>
                    <a:pt x="217" y="330"/>
                  </a:lnTo>
                  <a:lnTo>
                    <a:pt x="139" y="292"/>
                  </a:lnTo>
                  <a:lnTo>
                    <a:pt x="16" y="231"/>
                  </a:lnTo>
                  <a:lnTo>
                    <a:pt x="0" y="56"/>
                  </a:lnTo>
                  <a:lnTo>
                    <a:pt x="14" y="0"/>
                  </a:lnTo>
                  <a:lnTo>
                    <a:pt x="35" y="28"/>
                  </a:lnTo>
                  <a:lnTo>
                    <a:pt x="63" y="184"/>
                  </a:lnTo>
                  <a:lnTo>
                    <a:pt x="63" y="18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7" name="Google Shape;527;p19"/>
            <p:cNvSpPr/>
            <p:nvPr/>
          </p:nvSpPr>
          <p:spPr>
            <a:xfrm>
              <a:off x="1733" y="2927"/>
              <a:ext cx="56" cy="34"/>
            </a:xfrm>
            <a:custGeom>
              <a:rect b="b" l="l" r="r" t="t"/>
              <a:pathLst>
                <a:path extrusionOk="0" h="66" w="112">
                  <a:moveTo>
                    <a:pt x="12" y="0"/>
                  </a:moveTo>
                  <a:lnTo>
                    <a:pt x="67" y="20"/>
                  </a:lnTo>
                  <a:lnTo>
                    <a:pt x="101" y="10"/>
                  </a:lnTo>
                  <a:lnTo>
                    <a:pt x="112" y="52"/>
                  </a:lnTo>
                  <a:lnTo>
                    <a:pt x="61" y="66"/>
                  </a:lnTo>
                  <a:lnTo>
                    <a:pt x="0" y="42"/>
                  </a:lnTo>
                  <a:lnTo>
                    <a:pt x="12" y="0"/>
                  </a:lnTo>
                  <a:lnTo>
                    <a:pt x="1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8" name="Google Shape;528;p19"/>
            <p:cNvSpPr/>
            <p:nvPr/>
          </p:nvSpPr>
          <p:spPr>
            <a:xfrm>
              <a:off x="1686" y="2975"/>
              <a:ext cx="66" cy="34"/>
            </a:xfrm>
            <a:custGeom>
              <a:rect b="b" l="l" r="r" t="t"/>
              <a:pathLst>
                <a:path extrusionOk="0" h="65" w="133">
                  <a:moveTo>
                    <a:pt x="8" y="8"/>
                  </a:moveTo>
                  <a:lnTo>
                    <a:pt x="69" y="20"/>
                  </a:lnTo>
                  <a:lnTo>
                    <a:pt x="120" y="0"/>
                  </a:lnTo>
                  <a:lnTo>
                    <a:pt x="133" y="42"/>
                  </a:lnTo>
                  <a:lnTo>
                    <a:pt x="69" y="65"/>
                  </a:lnTo>
                  <a:lnTo>
                    <a:pt x="0" y="49"/>
                  </a:lnTo>
                  <a:lnTo>
                    <a:pt x="8" y="8"/>
                  </a:lnTo>
                  <a:lnTo>
                    <a:pt x="8"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29" name="Google Shape;529;p19"/>
            <p:cNvSpPr/>
            <p:nvPr/>
          </p:nvSpPr>
          <p:spPr>
            <a:xfrm>
              <a:off x="1612" y="3019"/>
              <a:ext cx="67" cy="29"/>
            </a:xfrm>
            <a:custGeom>
              <a:rect b="b" l="l" r="r" t="t"/>
              <a:pathLst>
                <a:path extrusionOk="0" h="57" w="133">
                  <a:moveTo>
                    <a:pt x="30" y="0"/>
                  </a:moveTo>
                  <a:lnTo>
                    <a:pt x="72" y="14"/>
                  </a:lnTo>
                  <a:lnTo>
                    <a:pt x="118" y="4"/>
                  </a:lnTo>
                  <a:lnTo>
                    <a:pt x="133" y="43"/>
                  </a:lnTo>
                  <a:lnTo>
                    <a:pt x="76" y="57"/>
                  </a:lnTo>
                  <a:lnTo>
                    <a:pt x="5" y="36"/>
                  </a:lnTo>
                  <a:lnTo>
                    <a:pt x="0" y="6"/>
                  </a:lnTo>
                  <a:lnTo>
                    <a:pt x="30" y="0"/>
                  </a:lnTo>
                  <a:lnTo>
                    <a:pt x="3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0" name="Google Shape;530;p19"/>
            <p:cNvSpPr/>
            <p:nvPr/>
          </p:nvSpPr>
          <p:spPr>
            <a:xfrm>
              <a:off x="1560" y="3056"/>
              <a:ext cx="67" cy="29"/>
            </a:xfrm>
            <a:custGeom>
              <a:rect b="b" l="l" r="r" t="t"/>
              <a:pathLst>
                <a:path extrusionOk="0" h="55" w="133">
                  <a:moveTo>
                    <a:pt x="27" y="0"/>
                  </a:moveTo>
                  <a:lnTo>
                    <a:pt x="74" y="12"/>
                  </a:lnTo>
                  <a:lnTo>
                    <a:pt x="118" y="6"/>
                  </a:lnTo>
                  <a:lnTo>
                    <a:pt x="133" y="45"/>
                  </a:lnTo>
                  <a:lnTo>
                    <a:pt x="71" y="55"/>
                  </a:lnTo>
                  <a:lnTo>
                    <a:pt x="12" y="39"/>
                  </a:lnTo>
                  <a:lnTo>
                    <a:pt x="0" y="12"/>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1" name="Google Shape;531;p19"/>
            <p:cNvSpPr/>
            <p:nvPr/>
          </p:nvSpPr>
          <p:spPr>
            <a:xfrm>
              <a:off x="1505" y="3090"/>
              <a:ext cx="72" cy="40"/>
            </a:xfrm>
            <a:custGeom>
              <a:rect b="b" l="l" r="r" t="t"/>
              <a:pathLst>
                <a:path extrusionOk="0" h="77" w="144">
                  <a:moveTo>
                    <a:pt x="27" y="2"/>
                  </a:moveTo>
                  <a:lnTo>
                    <a:pt x="87" y="28"/>
                  </a:lnTo>
                  <a:lnTo>
                    <a:pt x="124" y="24"/>
                  </a:lnTo>
                  <a:lnTo>
                    <a:pt x="144" y="40"/>
                  </a:lnTo>
                  <a:lnTo>
                    <a:pt x="125" y="65"/>
                  </a:lnTo>
                  <a:lnTo>
                    <a:pt x="59" y="77"/>
                  </a:lnTo>
                  <a:lnTo>
                    <a:pt x="0" y="34"/>
                  </a:lnTo>
                  <a:lnTo>
                    <a:pt x="2" y="0"/>
                  </a:lnTo>
                  <a:lnTo>
                    <a:pt x="27" y="2"/>
                  </a:lnTo>
                  <a:lnTo>
                    <a:pt x="27" y="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2" name="Google Shape;532;p19"/>
            <p:cNvSpPr/>
            <p:nvPr/>
          </p:nvSpPr>
          <p:spPr>
            <a:xfrm>
              <a:off x="1572" y="3152"/>
              <a:ext cx="56" cy="27"/>
            </a:xfrm>
            <a:custGeom>
              <a:rect b="b" l="l" r="r" t="t"/>
              <a:pathLst>
                <a:path extrusionOk="0" h="54" w="112">
                  <a:moveTo>
                    <a:pt x="29" y="0"/>
                  </a:moveTo>
                  <a:lnTo>
                    <a:pt x="65" y="10"/>
                  </a:lnTo>
                  <a:lnTo>
                    <a:pt x="103" y="4"/>
                  </a:lnTo>
                  <a:lnTo>
                    <a:pt x="112" y="46"/>
                  </a:lnTo>
                  <a:lnTo>
                    <a:pt x="84" y="54"/>
                  </a:lnTo>
                  <a:lnTo>
                    <a:pt x="8" y="38"/>
                  </a:lnTo>
                  <a:lnTo>
                    <a:pt x="0" y="8"/>
                  </a:lnTo>
                  <a:lnTo>
                    <a:pt x="29" y="0"/>
                  </a:lnTo>
                  <a:lnTo>
                    <a:pt x="2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3" name="Google Shape;533;p19"/>
            <p:cNvSpPr/>
            <p:nvPr/>
          </p:nvSpPr>
          <p:spPr>
            <a:xfrm>
              <a:off x="1617" y="3103"/>
              <a:ext cx="66" cy="34"/>
            </a:xfrm>
            <a:custGeom>
              <a:rect b="b" l="l" r="r" t="t"/>
              <a:pathLst>
                <a:path extrusionOk="0" h="65" w="131">
                  <a:moveTo>
                    <a:pt x="34" y="6"/>
                  </a:moveTo>
                  <a:lnTo>
                    <a:pt x="84" y="23"/>
                  </a:lnTo>
                  <a:lnTo>
                    <a:pt x="116" y="12"/>
                  </a:lnTo>
                  <a:lnTo>
                    <a:pt x="131" y="51"/>
                  </a:lnTo>
                  <a:lnTo>
                    <a:pt x="71" y="65"/>
                  </a:lnTo>
                  <a:lnTo>
                    <a:pt x="0" y="27"/>
                  </a:lnTo>
                  <a:lnTo>
                    <a:pt x="6" y="0"/>
                  </a:lnTo>
                  <a:lnTo>
                    <a:pt x="34" y="6"/>
                  </a:lnTo>
                  <a:lnTo>
                    <a:pt x="34"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4" name="Google Shape;534;p19"/>
            <p:cNvSpPr/>
            <p:nvPr/>
          </p:nvSpPr>
          <p:spPr>
            <a:xfrm>
              <a:off x="1690" y="3056"/>
              <a:ext cx="68" cy="38"/>
            </a:xfrm>
            <a:custGeom>
              <a:rect b="b" l="l" r="r" t="t"/>
              <a:pathLst>
                <a:path extrusionOk="0" h="71" w="135">
                  <a:moveTo>
                    <a:pt x="3" y="24"/>
                  </a:moveTo>
                  <a:lnTo>
                    <a:pt x="62" y="28"/>
                  </a:lnTo>
                  <a:lnTo>
                    <a:pt x="116" y="0"/>
                  </a:lnTo>
                  <a:lnTo>
                    <a:pt x="135" y="37"/>
                  </a:lnTo>
                  <a:lnTo>
                    <a:pt x="70" y="71"/>
                  </a:lnTo>
                  <a:lnTo>
                    <a:pt x="0" y="65"/>
                  </a:lnTo>
                  <a:lnTo>
                    <a:pt x="3" y="24"/>
                  </a:lnTo>
                  <a:lnTo>
                    <a:pt x="3" y="2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5" name="Google Shape;535;p19"/>
            <p:cNvSpPr/>
            <p:nvPr/>
          </p:nvSpPr>
          <p:spPr>
            <a:xfrm>
              <a:off x="1765" y="3003"/>
              <a:ext cx="71" cy="38"/>
            </a:xfrm>
            <a:custGeom>
              <a:rect b="b" l="l" r="r" t="t"/>
              <a:pathLst>
                <a:path extrusionOk="0" h="73" w="140">
                  <a:moveTo>
                    <a:pt x="7" y="8"/>
                  </a:moveTo>
                  <a:lnTo>
                    <a:pt x="64" y="22"/>
                  </a:lnTo>
                  <a:lnTo>
                    <a:pt x="120" y="0"/>
                  </a:lnTo>
                  <a:lnTo>
                    <a:pt x="140" y="38"/>
                  </a:lnTo>
                  <a:lnTo>
                    <a:pt x="68" y="73"/>
                  </a:lnTo>
                  <a:lnTo>
                    <a:pt x="0" y="54"/>
                  </a:lnTo>
                  <a:lnTo>
                    <a:pt x="7" y="8"/>
                  </a:lnTo>
                  <a:lnTo>
                    <a:pt x="7"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6" name="Google Shape;536;p19"/>
            <p:cNvSpPr/>
            <p:nvPr/>
          </p:nvSpPr>
          <p:spPr>
            <a:xfrm>
              <a:off x="1641" y="3179"/>
              <a:ext cx="76" cy="38"/>
            </a:xfrm>
            <a:custGeom>
              <a:rect b="b" l="l" r="r" t="t"/>
              <a:pathLst>
                <a:path extrusionOk="0" h="73" w="152">
                  <a:moveTo>
                    <a:pt x="24" y="29"/>
                  </a:moveTo>
                  <a:lnTo>
                    <a:pt x="80" y="27"/>
                  </a:lnTo>
                  <a:lnTo>
                    <a:pt x="121" y="0"/>
                  </a:lnTo>
                  <a:lnTo>
                    <a:pt x="152" y="4"/>
                  </a:lnTo>
                  <a:lnTo>
                    <a:pt x="152" y="37"/>
                  </a:lnTo>
                  <a:lnTo>
                    <a:pt x="89" y="73"/>
                  </a:lnTo>
                  <a:lnTo>
                    <a:pt x="17" y="71"/>
                  </a:lnTo>
                  <a:lnTo>
                    <a:pt x="0" y="45"/>
                  </a:lnTo>
                  <a:lnTo>
                    <a:pt x="24" y="29"/>
                  </a:lnTo>
                  <a:lnTo>
                    <a:pt x="24" y="2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7" name="Google Shape;537;p19"/>
            <p:cNvSpPr/>
            <p:nvPr/>
          </p:nvSpPr>
          <p:spPr>
            <a:xfrm>
              <a:off x="1711" y="3116"/>
              <a:ext cx="92" cy="45"/>
            </a:xfrm>
            <a:custGeom>
              <a:rect b="b" l="l" r="r" t="t"/>
              <a:pathLst>
                <a:path extrusionOk="0" h="85" w="185">
                  <a:moveTo>
                    <a:pt x="27" y="32"/>
                  </a:moveTo>
                  <a:lnTo>
                    <a:pt x="101" y="30"/>
                  </a:lnTo>
                  <a:lnTo>
                    <a:pt x="156" y="0"/>
                  </a:lnTo>
                  <a:lnTo>
                    <a:pt x="185" y="14"/>
                  </a:lnTo>
                  <a:lnTo>
                    <a:pt x="179" y="50"/>
                  </a:lnTo>
                  <a:lnTo>
                    <a:pt x="101" y="85"/>
                  </a:lnTo>
                  <a:lnTo>
                    <a:pt x="16" y="81"/>
                  </a:lnTo>
                  <a:lnTo>
                    <a:pt x="0" y="52"/>
                  </a:lnTo>
                  <a:lnTo>
                    <a:pt x="27" y="32"/>
                  </a:lnTo>
                  <a:lnTo>
                    <a:pt x="27"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8" name="Google Shape;538;p19"/>
            <p:cNvSpPr/>
            <p:nvPr/>
          </p:nvSpPr>
          <p:spPr>
            <a:xfrm>
              <a:off x="1789" y="3072"/>
              <a:ext cx="59" cy="27"/>
            </a:xfrm>
            <a:custGeom>
              <a:rect b="b" l="l" r="r" t="t"/>
              <a:pathLst>
                <a:path extrusionOk="0" h="53" w="118">
                  <a:moveTo>
                    <a:pt x="27" y="0"/>
                  </a:moveTo>
                  <a:lnTo>
                    <a:pt x="63" y="9"/>
                  </a:lnTo>
                  <a:lnTo>
                    <a:pt x="99" y="0"/>
                  </a:lnTo>
                  <a:lnTo>
                    <a:pt x="118" y="37"/>
                  </a:lnTo>
                  <a:lnTo>
                    <a:pt x="63" y="53"/>
                  </a:lnTo>
                  <a:lnTo>
                    <a:pt x="10" y="39"/>
                  </a:lnTo>
                  <a:lnTo>
                    <a:pt x="0" y="9"/>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39" name="Google Shape;539;p19"/>
            <p:cNvSpPr/>
            <p:nvPr/>
          </p:nvSpPr>
          <p:spPr>
            <a:xfrm>
              <a:off x="489" y="1912"/>
              <a:ext cx="563" cy="1531"/>
            </a:xfrm>
            <a:custGeom>
              <a:rect b="b" l="l" r="r" t="t"/>
              <a:pathLst>
                <a:path extrusionOk="0" h="2948" w="1125">
                  <a:moveTo>
                    <a:pt x="1125" y="2908"/>
                  </a:moveTo>
                  <a:lnTo>
                    <a:pt x="1112" y="2948"/>
                  </a:lnTo>
                  <a:lnTo>
                    <a:pt x="933" y="2885"/>
                  </a:lnTo>
                  <a:lnTo>
                    <a:pt x="720" y="2784"/>
                  </a:lnTo>
                  <a:lnTo>
                    <a:pt x="587" y="2674"/>
                  </a:lnTo>
                  <a:lnTo>
                    <a:pt x="458" y="2545"/>
                  </a:lnTo>
                  <a:lnTo>
                    <a:pt x="342" y="2413"/>
                  </a:lnTo>
                  <a:lnTo>
                    <a:pt x="243" y="2273"/>
                  </a:lnTo>
                  <a:lnTo>
                    <a:pt x="162" y="2129"/>
                  </a:lnTo>
                  <a:lnTo>
                    <a:pt x="38" y="1800"/>
                  </a:lnTo>
                  <a:lnTo>
                    <a:pt x="0" y="1490"/>
                  </a:lnTo>
                  <a:lnTo>
                    <a:pt x="32" y="1174"/>
                  </a:lnTo>
                  <a:lnTo>
                    <a:pt x="74" y="1014"/>
                  </a:lnTo>
                  <a:lnTo>
                    <a:pt x="135" y="857"/>
                  </a:lnTo>
                  <a:lnTo>
                    <a:pt x="215" y="697"/>
                  </a:lnTo>
                  <a:lnTo>
                    <a:pt x="262" y="618"/>
                  </a:lnTo>
                  <a:lnTo>
                    <a:pt x="316" y="539"/>
                  </a:lnTo>
                  <a:lnTo>
                    <a:pt x="378" y="450"/>
                  </a:lnTo>
                  <a:lnTo>
                    <a:pt x="449" y="365"/>
                  </a:lnTo>
                  <a:lnTo>
                    <a:pt x="523" y="284"/>
                  </a:lnTo>
                  <a:lnTo>
                    <a:pt x="603" y="207"/>
                  </a:lnTo>
                  <a:lnTo>
                    <a:pt x="724" y="117"/>
                  </a:lnTo>
                  <a:lnTo>
                    <a:pt x="855" y="44"/>
                  </a:lnTo>
                  <a:lnTo>
                    <a:pt x="979" y="0"/>
                  </a:lnTo>
                  <a:lnTo>
                    <a:pt x="1025" y="14"/>
                  </a:lnTo>
                  <a:lnTo>
                    <a:pt x="1011" y="59"/>
                  </a:lnTo>
                  <a:lnTo>
                    <a:pt x="905" y="140"/>
                  </a:lnTo>
                  <a:lnTo>
                    <a:pt x="768" y="219"/>
                  </a:lnTo>
                  <a:lnTo>
                    <a:pt x="644" y="294"/>
                  </a:lnTo>
                  <a:lnTo>
                    <a:pt x="508" y="422"/>
                  </a:lnTo>
                  <a:lnTo>
                    <a:pt x="373" y="608"/>
                  </a:lnTo>
                  <a:lnTo>
                    <a:pt x="279" y="768"/>
                  </a:lnTo>
                  <a:lnTo>
                    <a:pt x="201" y="931"/>
                  </a:lnTo>
                  <a:lnTo>
                    <a:pt x="112" y="1227"/>
                  </a:lnTo>
                  <a:lnTo>
                    <a:pt x="103" y="1381"/>
                  </a:lnTo>
                  <a:lnTo>
                    <a:pt x="108" y="1533"/>
                  </a:lnTo>
                  <a:lnTo>
                    <a:pt x="150" y="1768"/>
                  </a:lnTo>
                  <a:lnTo>
                    <a:pt x="196" y="1914"/>
                  </a:lnTo>
                  <a:lnTo>
                    <a:pt x="253" y="2054"/>
                  </a:lnTo>
                  <a:lnTo>
                    <a:pt x="335" y="2208"/>
                  </a:lnTo>
                  <a:lnTo>
                    <a:pt x="430" y="2354"/>
                  </a:lnTo>
                  <a:lnTo>
                    <a:pt x="540" y="2488"/>
                  </a:lnTo>
                  <a:lnTo>
                    <a:pt x="597" y="2551"/>
                  </a:lnTo>
                  <a:lnTo>
                    <a:pt x="660" y="2610"/>
                  </a:lnTo>
                  <a:lnTo>
                    <a:pt x="730" y="2672"/>
                  </a:lnTo>
                  <a:lnTo>
                    <a:pt x="802" y="2729"/>
                  </a:lnTo>
                  <a:lnTo>
                    <a:pt x="958" y="2827"/>
                  </a:lnTo>
                  <a:lnTo>
                    <a:pt x="1040" y="2871"/>
                  </a:lnTo>
                  <a:lnTo>
                    <a:pt x="1125" y="2908"/>
                  </a:lnTo>
                  <a:lnTo>
                    <a:pt x="1125" y="29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0" name="Google Shape;540;p19"/>
            <p:cNvSpPr/>
            <p:nvPr/>
          </p:nvSpPr>
          <p:spPr>
            <a:xfrm>
              <a:off x="1034" y="2392"/>
              <a:ext cx="316" cy="118"/>
            </a:xfrm>
            <a:custGeom>
              <a:rect b="b" l="l" r="r" t="t"/>
              <a:pathLst>
                <a:path extrusionOk="0" h="228" w="633">
                  <a:moveTo>
                    <a:pt x="0" y="197"/>
                  </a:moveTo>
                  <a:lnTo>
                    <a:pt x="46" y="144"/>
                  </a:lnTo>
                  <a:lnTo>
                    <a:pt x="120" y="80"/>
                  </a:lnTo>
                  <a:lnTo>
                    <a:pt x="200" y="27"/>
                  </a:lnTo>
                  <a:lnTo>
                    <a:pt x="264" y="0"/>
                  </a:lnTo>
                  <a:lnTo>
                    <a:pt x="500" y="79"/>
                  </a:lnTo>
                  <a:lnTo>
                    <a:pt x="626" y="152"/>
                  </a:lnTo>
                  <a:lnTo>
                    <a:pt x="633" y="181"/>
                  </a:lnTo>
                  <a:lnTo>
                    <a:pt x="605" y="189"/>
                  </a:lnTo>
                  <a:lnTo>
                    <a:pt x="447" y="120"/>
                  </a:lnTo>
                  <a:lnTo>
                    <a:pt x="272" y="84"/>
                  </a:lnTo>
                  <a:lnTo>
                    <a:pt x="133" y="146"/>
                  </a:lnTo>
                  <a:lnTo>
                    <a:pt x="29" y="228"/>
                  </a:lnTo>
                  <a:lnTo>
                    <a:pt x="0" y="197"/>
                  </a:lnTo>
                  <a:lnTo>
                    <a:pt x="0" y="1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1" name="Google Shape;541;p19"/>
            <p:cNvSpPr/>
            <p:nvPr/>
          </p:nvSpPr>
          <p:spPr>
            <a:xfrm>
              <a:off x="1039" y="2135"/>
              <a:ext cx="266" cy="272"/>
            </a:xfrm>
            <a:custGeom>
              <a:rect b="b" l="l" r="r" t="t"/>
              <a:pathLst>
                <a:path extrusionOk="0" h="523" w="532">
                  <a:moveTo>
                    <a:pt x="38" y="14"/>
                  </a:moveTo>
                  <a:lnTo>
                    <a:pt x="79" y="133"/>
                  </a:lnTo>
                  <a:lnTo>
                    <a:pt x="133" y="273"/>
                  </a:lnTo>
                  <a:lnTo>
                    <a:pt x="167" y="340"/>
                  </a:lnTo>
                  <a:lnTo>
                    <a:pt x="207" y="395"/>
                  </a:lnTo>
                  <a:lnTo>
                    <a:pt x="275" y="446"/>
                  </a:lnTo>
                  <a:lnTo>
                    <a:pt x="363" y="452"/>
                  </a:lnTo>
                  <a:lnTo>
                    <a:pt x="511" y="403"/>
                  </a:lnTo>
                  <a:lnTo>
                    <a:pt x="532" y="440"/>
                  </a:lnTo>
                  <a:lnTo>
                    <a:pt x="444" y="501"/>
                  </a:lnTo>
                  <a:lnTo>
                    <a:pt x="302" y="523"/>
                  </a:lnTo>
                  <a:lnTo>
                    <a:pt x="184" y="434"/>
                  </a:lnTo>
                  <a:lnTo>
                    <a:pt x="116" y="330"/>
                  </a:lnTo>
                  <a:lnTo>
                    <a:pt x="36" y="158"/>
                  </a:lnTo>
                  <a:lnTo>
                    <a:pt x="0" y="26"/>
                  </a:lnTo>
                  <a:lnTo>
                    <a:pt x="13" y="0"/>
                  </a:lnTo>
                  <a:lnTo>
                    <a:pt x="38" y="14"/>
                  </a:lnTo>
                  <a:lnTo>
                    <a:pt x="38"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2" name="Google Shape;542;p19"/>
            <p:cNvSpPr/>
            <p:nvPr/>
          </p:nvSpPr>
          <p:spPr>
            <a:xfrm>
              <a:off x="1118" y="2425"/>
              <a:ext cx="160" cy="341"/>
            </a:xfrm>
            <a:custGeom>
              <a:rect b="b" l="l" r="r" t="t"/>
              <a:pathLst>
                <a:path extrusionOk="0" h="657" w="320">
                  <a:moveTo>
                    <a:pt x="69" y="0"/>
                  </a:moveTo>
                  <a:lnTo>
                    <a:pt x="133" y="43"/>
                  </a:lnTo>
                  <a:lnTo>
                    <a:pt x="274" y="260"/>
                  </a:lnTo>
                  <a:lnTo>
                    <a:pt x="320" y="525"/>
                  </a:lnTo>
                  <a:lnTo>
                    <a:pt x="266" y="643"/>
                  </a:lnTo>
                  <a:lnTo>
                    <a:pt x="242" y="657"/>
                  </a:lnTo>
                  <a:lnTo>
                    <a:pt x="228" y="629"/>
                  </a:lnTo>
                  <a:lnTo>
                    <a:pt x="225" y="521"/>
                  </a:lnTo>
                  <a:lnTo>
                    <a:pt x="208" y="306"/>
                  </a:lnTo>
                  <a:lnTo>
                    <a:pt x="168" y="211"/>
                  </a:lnTo>
                  <a:lnTo>
                    <a:pt x="122" y="152"/>
                  </a:lnTo>
                  <a:lnTo>
                    <a:pt x="73" y="102"/>
                  </a:lnTo>
                  <a:lnTo>
                    <a:pt x="0" y="45"/>
                  </a:lnTo>
                  <a:lnTo>
                    <a:pt x="17" y="12"/>
                  </a:lnTo>
                  <a:lnTo>
                    <a:pt x="69" y="0"/>
                  </a:lnTo>
                  <a:lnTo>
                    <a:pt x="6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3" name="Google Shape;543;p19"/>
            <p:cNvSpPr/>
            <p:nvPr/>
          </p:nvSpPr>
          <p:spPr>
            <a:xfrm>
              <a:off x="1097" y="2447"/>
              <a:ext cx="187" cy="302"/>
            </a:xfrm>
            <a:custGeom>
              <a:rect b="b" l="l" r="r" t="t"/>
              <a:pathLst>
                <a:path extrusionOk="0" h="582" w="372">
                  <a:moveTo>
                    <a:pt x="372" y="34"/>
                  </a:moveTo>
                  <a:lnTo>
                    <a:pt x="279" y="119"/>
                  </a:lnTo>
                  <a:lnTo>
                    <a:pt x="186" y="207"/>
                  </a:lnTo>
                  <a:lnTo>
                    <a:pt x="106" y="365"/>
                  </a:lnTo>
                  <a:lnTo>
                    <a:pt x="76" y="466"/>
                  </a:lnTo>
                  <a:lnTo>
                    <a:pt x="39" y="582"/>
                  </a:lnTo>
                  <a:lnTo>
                    <a:pt x="0" y="570"/>
                  </a:lnTo>
                  <a:lnTo>
                    <a:pt x="32" y="414"/>
                  </a:lnTo>
                  <a:lnTo>
                    <a:pt x="74" y="296"/>
                  </a:lnTo>
                  <a:lnTo>
                    <a:pt x="131" y="178"/>
                  </a:lnTo>
                  <a:lnTo>
                    <a:pt x="207" y="83"/>
                  </a:lnTo>
                  <a:lnTo>
                    <a:pt x="298" y="0"/>
                  </a:lnTo>
                  <a:lnTo>
                    <a:pt x="372" y="34"/>
                  </a:lnTo>
                  <a:lnTo>
                    <a:pt x="372" y="3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 name="Google Shape;544;p19"/>
            <p:cNvSpPr/>
            <p:nvPr/>
          </p:nvSpPr>
          <p:spPr>
            <a:xfrm>
              <a:off x="1096" y="2746"/>
              <a:ext cx="105" cy="105"/>
            </a:xfrm>
            <a:custGeom>
              <a:rect b="b" l="l" r="r" t="t"/>
              <a:pathLst>
                <a:path extrusionOk="0" h="201" w="209">
                  <a:moveTo>
                    <a:pt x="26" y="0"/>
                  </a:moveTo>
                  <a:lnTo>
                    <a:pt x="150" y="53"/>
                  </a:lnTo>
                  <a:lnTo>
                    <a:pt x="209" y="172"/>
                  </a:lnTo>
                  <a:lnTo>
                    <a:pt x="203" y="201"/>
                  </a:lnTo>
                  <a:lnTo>
                    <a:pt x="174" y="194"/>
                  </a:lnTo>
                  <a:lnTo>
                    <a:pt x="95" y="99"/>
                  </a:lnTo>
                  <a:lnTo>
                    <a:pt x="13" y="40"/>
                  </a:lnTo>
                  <a:lnTo>
                    <a:pt x="0" y="12"/>
                  </a:lnTo>
                  <a:lnTo>
                    <a:pt x="26" y="0"/>
                  </a:lnTo>
                  <a:lnTo>
                    <a:pt x="26"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 name="Google Shape;545;p19"/>
            <p:cNvSpPr/>
            <p:nvPr/>
          </p:nvSpPr>
          <p:spPr>
            <a:xfrm>
              <a:off x="1177" y="2754"/>
              <a:ext cx="65" cy="108"/>
            </a:xfrm>
            <a:custGeom>
              <a:rect b="b" l="l" r="r" t="t"/>
              <a:pathLst>
                <a:path extrusionOk="0" h="207" w="129">
                  <a:moveTo>
                    <a:pt x="0" y="154"/>
                  </a:moveTo>
                  <a:lnTo>
                    <a:pt x="65" y="37"/>
                  </a:lnTo>
                  <a:lnTo>
                    <a:pt x="99" y="0"/>
                  </a:lnTo>
                  <a:lnTo>
                    <a:pt x="129" y="28"/>
                  </a:lnTo>
                  <a:lnTo>
                    <a:pt x="101" y="93"/>
                  </a:lnTo>
                  <a:lnTo>
                    <a:pt x="80" y="180"/>
                  </a:lnTo>
                  <a:lnTo>
                    <a:pt x="27" y="207"/>
                  </a:lnTo>
                  <a:lnTo>
                    <a:pt x="0" y="154"/>
                  </a:lnTo>
                  <a:lnTo>
                    <a:pt x="0" y="1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6" name="Google Shape;546;p19"/>
            <p:cNvSpPr/>
            <p:nvPr/>
          </p:nvSpPr>
          <p:spPr>
            <a:xfrm>
              <a:off x="934" y="2352"/>
              <a:ext cx="214" cy="911"/>
            </a:xfrm>
            <a:custGeom>
              <a:rect b="b" l="l" r="r" t="t"/>
              <a:pathLst>
                <a:path extrusionOk="0" h="1754" w="427">
                  <a:moveTo>
                    <a:pt x="233" y="19"/>
                  </a:moveTo>
                  <a:lnTo>
                    <a:pt x="250" y="124"/>
                  </a:lnTo>
                  <a:lnTo>
                    <a:pt x="218" y="317"/>
                  </a:lnTo>
                  <a:lnTo>
                    <a:pt x="148" y="534"/>
                  </a:lnTo>
                  <a:lnTo>
                    <a:pt x="97" y="716"/>
                  </a:lnTo>
                  <a:lnTo>
                    <a:pt x="72" y="1051"/>
                  </a:lnTo>
                  <a:lnTo>
                    <a:pt x="121" y="1239"/>
                  </a:lnTo>
                  <a:lnTo>
                    <a:pt x="186" y="1367"/>
                  </a:lnTo>
                  <a:lnTo>
                    <a:pt x="281" y="1497"/>
                  </a:lnTo>
                  <a:lnTo>
                    <a:pt x="401" y="1641"/>
                  </a:lnTo>
                  <a:lnTo>
                    <a:pt x="427" y="1724"/>
                  </a:lnTo>
                  <a:lnTo>
                    <a:pt x="422" y="1754"/>
                  </a:lnTo>
                  <a:lnTo>
                    <a:pt x="393" y="1748"/>
                  </a:lnTo>
                  <a:lnTo>
                    <a:pt x="294" y="1663"/>
                  </a:lnTo>
                  <a:lnTo>
                    <a:pt x="207" y="1570"/>
                  </a:lnTo>
                  <a:lnTo>
                    <a:pt x="135" y="1473"/>
                  </a:lnTo>
                  <a:lnTo>
                    <a:pt x="38" y="1268"/>
                  </a:lnTo>
                  <a:lnTo>
                    <a:pt x="0" y="1071"/>
                  </a:lnTo>
                  <a:lnTo>
                    <a:pt x="3" y="897"/>
                  </a:lnTo>
                  <a:lnTo>
                    <a:pt x="38" y="712"/>
                  </a:lnTo>
                  <a:lnTo>
                    <a:pt x="97" y="524"/>
                  </a:lnTo>
                  <a:lnTo>
                    <a:pt x="167" y="298"/>
                  </a:lnTo>
                  <a:lnTo>
                    <a:pt x="180" y="138"/>
                  </a:lnTo>
                  <a:lnTo>
                    <a:pt x="192" y="23"/>
                  </a:lnTo>
                  <a:lnTo>
                    <a:pt x="211" y="0"/>
                  </a:lnTo>
                  <a:lnTo>
                    <a:pt x="233" y="19"/>
                  </a:lnTo>
                  <a:lnTo>
                    <a:pt x="233"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7" name="Google Shape;547;p19"/>
            <p:cNvSpPr/>
            <p:nvPr/>
          </p:nvSpPr>
          <p:spPr>
            <a:xfrm>
              <a:off x="1239" y="2166"/>
              <a:ext cx="474" cy="562"/>
            </a:xfrm>
            <a:custGeom>
              <a:rect b="b" l="l" r="r" t="t"/>
              <a:pathLst>
                <a:path extrusionOk="0" h="1083" w="948">
                  <a:moveTo>
                    <a:pt x="948" y="27"/>
                  </a:moveTo>
                  <a:lnTo>
                    <a:pt x="920" y="134"/>
                  </a:lnTo>
                  <a:lnTo>
                    <a:pt x="859" y="280"/>
                  </a:lnTo>
                  <a:lnTo>
                    <a:pt x="815" y="372"/>
                  </a:lnTo>
                  <a:lnTo>
                    <a:pt x="754" y="487"/>
                  </a:lnTo>
                  <a:lnTo>
                    <a:pt x="699" y="582"/>
                  </a:lnTo>
                  <a:lnTo>
                    <a:pt x="667" y="627"/>
                  </a:lnTo>
                  <a:lnTo>
                    <a:pt x="606" y="694"/>
                  </a:lnTo>
                  <a:lnTo>
                    <a:pt x="526" y="767"/>
                  </a:lnTo>
                  <a:lnTo>
                    <a:pt x="433" y="844"/>
                  </a:lnTo>
                  <a:lnTo>
                    <a:pt x="332" y="917"/>
                  </a:lnTo>
                  <a:lnTo>
                    <a:pt x="158" y="1024"/>
                  </a:lnTo>
                  <a:lnTo>
                    <a:pt x="7" y="1083"/>
                  </a:lnTo>
                  <a:lnTo>
                    <a:pt x="0" y="1057"/>
                  </a:lnTo>
                  <a:lnTo>
                    <a:pt x="97" y="970"/>
                  </a:lnTo>
                  <a:lnTo>
                    <a:pt x="220" y="876"/>
                  </a:lnTo>
                  <a:lnTo>
                    <a:pt x="287" y="826"/>
                  </a:lnTo>
                  <a:lnTo>
                    <a:pt x="363" y="763"/>
                  </a:lnTo>
                  <a:lnTo>
                    <a:pt x="443" y="698"/>
                  </a:lnTo>
                  <a:lnTo>
                    <a:pt x="585" y="558"/>
                  </a:lnTo>
                  <a:lnTo>
                    <a:pt x="673" y="445"/>
                  </a:lnTo>
                  <a:lnTo>
                    <a:pt x="758" y="323"/>
                  </a:lnTo>
                  <a:lnTo>
                    <a:pt x="840" y="181"/>
                  </a:lnTo>
                  <a:lnTo>
                    <a:pt x="910" y="13"/>
                  </a:lnTo>
                  <a:lnTo>
                    <a:pt x="937" y="0"/>
                  </a:lnTo>
                  <a:lnTo>
                    <a:pt x="948" y="27"/>
                  </a:lnTo>
                  <a:lnTo>
                    <a:pt x="948" y="2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 name="Google Shape;548;p19"/>
            <p:cNvSpPr/>
            <p:nvPr/>
          </p:nvSpPr>
          <p:spPr>
            <a:xfrm>
              <a:off x="990" y="2750"/>
              <a:ext cx="128" cy="43"/>
            </a:xfrm>
            <a:custGeom>
              <a:rect b="b" l="l" r="r" t="t"/>
              <a:pathLst>
                <a:path extrusionOk="0" h="85" w="256">
                  <a:moveTo>
                    <a:pt x="256" y="40"/>
                  </a:moveTo>
                  <a:lnTo>
                    <a:pt x="177" y="69"/>
                  </a:lnTo>
                  <a:lnTo>
                    <a:pt x="95" y="85"/>
                  </a:lnTo>
                  <a:lnTo>
                    <a:pt x="19" y="83"/>
                  </a:lnTo>
                  <a:lnTo>
                    <a:pt x="0" y="61"/>
                  </a:lnTo>
                  <a:lnTo>
                    <a:pt x="19" y="40"/>
                  </a:lnTo>
                  <a:lnTo>
                    <a:pt x="241" y="0"/>
                  </a:lnTo>
                  <a:lnTo>
                    <a:pt x="256" y="40"/>
                  </a:lnTo>
                  <a:lnTo>
                    <a:pt x="256" y="4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 name="Google Shape;549;p19"/>
            <p:cNvSpPr/>
            <p:nvPr/>
          </p:nvSpPr>
          <p:spPr>
            <a:xfrm>
              <a:off x="1526" y="2522"/>
              <a:ext cx="286" cy="133"/>
            </a:xfrm>
            <a:custGeom>
              <a:rect b="b" l="l" r="r" t="t"/>
              <a:pathLst>
                <a:path extrusionOk="0" h="257" w="572">
                  <a:moveTo>
                    <a:pt x="2" y="0"/>
                  </a:moveTo>
                  <a:lnTo>
                    <a:pt x="177" y="10"/>
                  </a:lnTo>
                  <a:lnTo>
                    <a:pt x="437" y="107"/>
                  </a:lnTo>
                  <a:lnTo>
                    <a:pt x="522" y="154"/>
                  </a:lnTo>
                  <a:lnTo>
                    <a:pt x="557" y="215"/>
                  </a:lnTo>
                  <a:lnTo>
                    <a:pt x="572" y="257"/>
                  </a:lnTo>
                  <a:lnTo>
                    <a:pt x="534" y="255"/>
                  </a:lnTo>
                  <a:lnTo>
                    <a:pt x="408" y="192"/>
                  </a:lnTo>
                  <a:lnTo>
                    <a:pt x="289" y="134"/>
                  </a:lnTo>
                  <a:lnTo>
                    <a:pt x="148" y="85"/>
                  </a:lnTo>
                  <a:lnTo>
                    <a:pt x="0" y="42"/>
                  </a:lnTo>
                  <a:lnTo>
                    <a:pt x="2" y="0"/>
                  </a:lnTo>
                  <a:lnTo>
                    <a:pt x="2"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 name="Google Shape;550;p19"/>
            <p:cNvSpPr/>
            <p:nvPr/>
          </p:nvSpPr>
          <p:spPr>
            <a:xfrm>
              <a:off x="1131" y="2884"/>
              <a:ext cx="98" cy="174"/>
            </a:xfrm>
            <a:custGeom>
              <a:rect b="b" l="l" r="r" t="t"/>
              <a:pathLst>
                <a:path extrusionOk="0" h="335" w="198">
                  <a:moveTo>
                    <a:pt x="34" y="7"/>
                  </a:moveTo>
                  <a:lnTo>
                    <a:pt x="108" y="108"/>
                  </a:lnTo>
                  <a:lnTo>
                    <a:pt x="169" y="211"/>
                  </a:lnTo>
                  <a:lnTo>
                    <a:pt x="198" y="297"/>
                  </a:lnTo>
                  <a:lnTo>
                    <a:pt x="184" y="335"/>
                  </a:lnTo>
                  <a:lnTo>
                    <a:pt x="148" y="321"/>
                  </a:lnTo>
                  <a:lnTo>
                    <a:pt x="112" y="236"/>
                  </a:lnTo>
                  <a:lnTo>
                    <a:pt x="57" y="132"/>
                  </a:lnTo>
                  <a:lnTo>
                    <a:pt x="0" y="29"/>
                  </a:lnTo>
                  <a:lnTo>
                    <a:pt x="6" y="0"/>
                  </a:lnTo>
                  <a:lnTo>
                    <a:pt x="34" y="7"/>
                  </a:lnTo>
                  <a:lnTo>
                    <a:pt x="34" y="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 name="Google Shape;551;p19"/>
            <p:cNvSpPr/>
            <p:nvPr/>
          </p:nvSpPr>
          <p:spPr>
            <a:xfrm>
              <a:off x="1187" y="2868"/>
              <a:ext cx="327" cy="106"/>
            </a:xfrm>
            <a:custGeom>
              <a:rect b="b" l="l" r="r" t="t"/>
              <a:pathLst>
                <a:path extrusionOk="0" h="205" w="656">
                  <a:moveTo>
                    <a:pt x="0" y="172"/>
                  </a:moveTo>
                  <a:lnTo>
                    <a:pt x="88" y="103"/>
                  </a:lnTo>
                  <a:lnTo>
                    <a:pt x="183" y="57"/>
                  </a:lnTo>
                  <a:lnTo>
                    <a:pt x="297" y="22"/>
                  </a:lnTo>
                  <a:lnTo>
                    <a:pt x="318" y="18"/>
                  </a:lnTo>
                  <a:lnTo>
                    <a:pt x="523" y="0"/>
                  </a:lnTo>
                  <a:lnTo>
                    <a:pt x="656" y="14"/>
                  </a:lnTo>
                  <a:lnTo>
                    <a:pt x="654" y="55"/>
                  </a:lnTo>
                  <a:lnTo>
                    <a:pt x="525" y="55"/>
                  </a:lnTo>
                  <a:lnTo>
                    <a:pt x="331" y="85"/>
                  </a:lnTo>
                  <a:lnTo>
                    <a:pt x="190" y="126"/>
                  </a:lnTo>
                  <a:lnTo>
                    <a:pt x="82" y="178"/>
                  </a:lnTo>
                  <a:lnTo>
                    <a:pt x="25" y="205"/>
                  </a:lnTo>
                  <a:lnTo>
                    <a:pt x="0" y="172"/>
                  </a:lnTo>
                  <a:lnTo>
                    <a:pt x="0" y="17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2" name="Google Shape;552;p19"/>
            <p:cNvSpPr/>
            <p:nvPr/>
          </p:nvSpPr>
          <p:spPr>
            <a:xfrm>
              <a:off x="1046" y="1916"/>
              <a:ext cx="110" cy="174"/>
            </a:xfrm>
            <a:custGeom>
              <a:rect b="b" l="l" r="r" t="t"/>
              <a:pathLst>
                <a:path extrusionOk="0" h="336" w="220">
                  <a:moveTo>
                    <a:pt x="186" y="111"/>
                  </a:moveTo>
                  <a:lnTo>
                    <a:pt x="129" y="46"/>
                  </a:lnTo>
                  <a:lnTo>
                    <a:pt x="85" y="63"/>
                  </a:lnTo>
                  <a:lnTo>
                    <a:pt x="63" y="111"/>
                  </a:lnTo>
                  <a:lnTo>
                    <a:pt x="70" y="239"/>
                  </a:lnTo>
                  <a:lnTo>
                    <a:pt x="84" y="314"/>
                  </a:lnTo>
                  <a:lnTo>
                    <a:pt x="55" y="336"/>
                  </a:lnTo>
                  <a:lnTo>
                    <a:pt x="15" y="290"/>
                  </a:lnTo>
                  <a:lnTo>
                    <a:pt x="0" y="89"/>
                  </a:lnTo>
                  <a:lnTo>
                    <a:pt x="25" y="46"/>
                  </a:lnTo>
                  <a:lnTo>
                    <a:pt x="68" y="10"/>
                  </a:lnTo>
                  <a:lnTo>
                    <a:pt x="146" y="0"/>
                  </a:lnTo>
                  <a:lnTo>
                    <a:pt x="220" y="89"/>
                  </a:lnTo>
                  <a:lnTo>
                    <a:pt x="215" y="119"/>
                  </a:lnTo>
                  <a:lnTo>
                    <a:pt x="186" y="111"/>
                  </a:lnTo>
                  <a:lnTo>
                    <a:pt x="186" y="1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 name="Google Shape;553;p19"/>
            <p:cNvSpPr/>
            <p:nvPr/>
          </p:nvSpPr>
          <p:spPr>
            <a:xfrm>
              <a:off x="1170" y="1887"/>
              <a:ext cx="193" cy="55"/>
            </a:xfrm>
            <a:custGeom>
              <a:rect b="b" l="l" r="r" t="t"/>
              <a:pathLst>
                <a:path extrusionOk="0" h="105" w="386">
                  <a:moveTo>
                    <a:pt x="23" y="47"/>
                  </a:moveTo>
                  <a:lnTo>
                    <a:pt x="104" y="47"/>
                  </a:lnTo>
                  <a:lnTo>
                    <a:pt x="161" y="26"/>
                  </a:lnTo>
                  <a:lnTo>
                    <a:pt x="237" y="0"/>
                  </a:lnTo>
                  <a:lnTo>
                    <a:pt x="300" y="24"/>
                  </a:lnTo>
                  <a:lnTo>
                    <a:pt x="365" y="47"/>
                  </a:lnTo>
                  <a:lnTo>
                    <a:pt x="386" y="69"/>
                  </a:lnTo>
                  <a:lnTo>
                    <a:pt x="365" y="91"/>
                  </a:lnTo>
                  <a:lnTo>
                    <a:pt x="232" y="67"/>
                  </a:lnTo>
                  <a:lnTo>
                    <a:pt x="163" y="85"/>
                  </a:lnTo>
                  <a:lnTo>
                    <a:pt x="103" y="105"/>
                  </a:lnTo>
                  <a:lnTo>
                    <a:pt x="17" y="89"/>
                  </a:lnTo>
                  <a:lnTo>
                    <a:pt x="0" y="65"/>
                  </a:lnTo>
                  <a:lnTo>
                    <a:pt x="23" y="47"/>
                  </a:lnTo>
                  <a:lnTo>
                    <a:pt x="23" y="4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 name="Google Shape;554;p19"/>
            <p:cNvSpPr/>
            <p:nvPr/>
          </p:nvSpPr>
          <p:spPr>
            <a:xfrm>
              <a:off x="1183" y="2000"/>
              <a:ext cx="106" cy="36"/>
            </a:xfrm>
            <a:custGeom>
              <a:rect b="b" l="l" r="r" t="t"/>
              <a:pathLst>
                <a:path extrusionOk="0" h="71" w="212">
                  <a:moveTo>
                    <a:pt x="32" y="10"/>
                  </a:moveTo>
                  <a:lnTo>
                    <a:pt x="83" y="12"/>
                  </a:lnTo>
                  <a:lnTo>
                    <a:pt x="182" y="0"/>
                  </a:lnTo>
                  <a:lnTo>
                    <a:pt x="212" y="37"/>
                  </a:lnTo>
                  <a:lnTo>
                    <a:pt x="178" y="55"/>
                  </a:lnTo>
                  <a:lnTo>
                    <a:pt x="154" y="49"/>
                  </a:lnTo>
                  <a:lnTo>
                    <a:pt x="81" y="71"/>
                  </a:lnTo>
                  <a:lnTo>
                    <a:pt x="7" y="57"/>
                  </a:lnTo>
                  <a:lnTo>
                    <a:pt x="0" y="26"/>
                  </a:lnTo>
                  <a:lnTo>
                    <a:pt x="32" y="10"/>
                  </a:lnTo>
                  <a:lnTo>
                    <a:pt x="32" y="1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 name="Google Shape;555;p19"/>
            <p:cNvSpPr/>
            <p:nvPr/>
          </p:nvSpPr>
          <p:spPr>
            <a:xfrm>
              <a:off x="1182" y="1950"/>
              <a:ext cx="129" cy="41"/>
            </a:xfrm>
            <a:custGeom>
              <a:rect b="b" l="l" r="r" t="t"/>
              <a:pathLst>
                <a:path extrusionOk="0" h="79" w="258">
                  <a:moveTo>
                    <a:pt x="28" y="14"/>
                  </a:moveTo>
                  <a:lnTo>
                    <a:pt x="108" y="26"/>
                  </a:lnTo>
                  <a:lnTo>
                    <a:pt x="182" y="0"/>
                  </a:lnTo>
                  <a:lnTo>
                    <a:pt x="243" y="10"/>
                  </a:lnTo>
                  <a:lnTo>
                    <a:pt x="258" y="38"/>
                  </a:lnTo>
                  <a:lnTo>
                    <a:pt x="232" y="52"/>
                  </a:lnTo>
                  <a:lnTo>
                    <a:pt x="123" y="79"/>
                  </a:lnTo>
                  <a:lnTo>
                    <a:pt x="74" y="79"/>
                  </a:lnTo>
                  <a:lnTo>
                    <a:pt x="5" y="50"/>
                  </a:lnTo>
                  <a:lnTo>
                    <a:pt x="0" y="20"/>
                  </a:lnTo>
                  <a:lnTo>
                    <a:pt x="28" y="14"/>
                  </a:lnTo>
                  <a:lnTo>
                    <a:pt x="28"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 name="Google Shape;556;p19"/>
            <p:cNvSpPr/>
            <p:nvPr/>
          </p:nvSpPr>
          <p:spPr>
            <a:xfrm>
              <a:off x="946" y="1959"/>
              <a:ext cx="78" cy="231"/>
            </a:xfrm>
            <a:custGeom>
              <a:rect b="b" l="l" r="r" t="t"/>
              <a:pathLst>
                <a:path extrusionOk="0" h="448" w="156">
                  <a:moveTo>
                    <a:pt x="156" y="36"/>
                  </a:moveTo>
                  <a:lnTo>
                    <a:pt x="92" y="156"/>
                  </a:lnTo>
                  <a:lnTo>
                    <a:pt x="65" y="316"/>
                  </a:lnTo>
                  <a:lnTo>
                    <a:pt x="84" y="420"/>
                  </a:lnTo>
                  <a:lnTo>
                    <a:pt x="73" y="448"/>
                  </a:lnTo>
                  <a:lnTo>
                    <a:pt x="46" y="436"/>
                  </a:lnTo>
                  <a:lnTo>
                    <a:pt x="0" y="320"/>
                  </a:lnTo>
                  <a:lnTo>
                    <a:pt x="15" y="162"/>
                  </a:lnTo>
                  <a:lnTo>
                    <a:pt x="61" y="77"/>
                  </a:lnTo>
                  <a:lnTo>
                    <a:pt x="122" y="2"/>
                  </a:lnTo>
                  <a:lnTo>
                    <a:pt x="156" y="0"/>
                  </a:lnTo>
                  <a:lnTo>
                    <a:pt x="156" y="36"/>
                  </a:lnTo>
                  <a:lnTo>
                    <a:pt x="156" y="3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7" name="Google Shape;557;p19"/>
            <p:cNvSpPr/>
            <p:nvPr/>
          </p:nvSpPr>
          <p:spPr>
            <a:xfrm>
              <a:off x="997" y="1566"/>
              <a:ext cx="673" cy="473"/>
            </a:xfrm>
            <a:custGeom>
              <a:rect b="b" l="l" r="r" t="t"/>
              <a:pathLst>
                <a:path extrusionOk="0" h="912" w="1348">
                  <a:moveTo>
                    <a:pt x="34" y="912"/>
                  </a:moveTo>
                  <a:lnTo>
                    <a:pt x="0" y="389"/>
                  </a:lnTo>
                  <a:lnTo>
                    <a:pt x="46" y="261"/>
                  </a:lnTo>
                  <a:lnTo>
                    <a:pt x="112" y="158"/>
                  </a:lnTo>
                  <a:lnTo>
                    <a:pt x="207" y="77"/>
                  </a:lnTo>
                  <a:lnTo>
                    <a:pt x="319" y="26"/>
                  </a:lnTo>
                  <a:lnTo>
                    <a:pt x="561" y="0"/>
                  </a:lnTo>
                  <a:lnTo>
                    <a:pt x="814" y="52"/>
                  </a:lnTo>
                  <a:lnTo>
                    <a:pt x="1015" y="141"/>
                  </a:lnTo>
                  <a:lnTo>
                    <a:pt x="1184" y="263"/>
                  </a:lnTo>
                  <a:lnTo>
                    <a:pt x="1325" y="454"/>
                  </a:lnTo>
                  <a:lnTo>
                    <a:pt x="1348" y="565"/>
                  </a:lnTo>
                  <a:lnTo>
                    <a:pt x="1327" y="675"/>
                  </a:lnTo>
                  <a:lnTo>
                    <a:pt x="1302" y="695"/>
                  </a:lnTo>
                  <a:lnTo>
                    <a:pt x="1287" y="646"/>
                  </a:lnTo>
                  <a:lnTo>
                    <a:pt x="1274" y="533"/>
                  </a:lnTo>
                  <a:lnTo>
                    <a:pt x="1243" y="484"/>
                  </a:lnTo>
                  <a:lnTo>
                    <a:pt x="1192" y="423"/>
                  </a:lnTo>
                  <a:lnTo>
                    <a:pt x="1139" y="360"/>
                  </a:lnTo>
                  <a:lnTo>
                    <a:pt x="1097" y="316"/>
                  </a:lnTo>
                  <a:lnTo>
                    <a:pt x="1032" y="261"/>
                  </a:lnTo>
                  <a:lnTo>
                    <a:pt x="956" y="208"/>
                  </a:lnTo>
                  <a:lnTo>
                    <a:pt x="871" y="164"/>
                  </a:lnTo>
                  <a:lnTo>
                    <a:pt x="777" y="125"/>
                  </a:lnTo>
                  <a:lnTo>
                    <a:pt x="563" y="81"/>
                  </a:lnTo>
                  <a:lnTo>
                    <a:pt x="367" y="105"/>
                  </a:lnTo>
                  <a:lnTo>
                    <a:pt x="164" y="233"/>
                  </a:lnTo>
                  <a:lnTo>
                    <a:pt x="61" y="405"/>
                  </a:lnTo>
                  <a:lnTo>
                    <a:pt x="53" y="657"/>
                  </a:lnTo>
                  <a:lnTo>
                    <a:pt x="76" y="912"/>
                  </a:lnTo>
                  <a:lnTo>
                    <a:pt x="34" y="912"/>
                  </a:lnTo>
                  <a:lnTo>
                    <a:pt x="34" y="9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8" name="Google Shape;558;p19"/>
            <p:cNvSpPr/>
            <p:nvPr/>
          </p:nvSpPr>
          <p:spPr>
            <a:xfrm>
              <a:off x="1202" y="1753"/>
              <a:ext cx="446" cy="185"/>
            </a:xfrm>
            <a:custGeom>
              <a:rect b="b" l="l" r="r" t="t"/>
              <a:pathLst>
                <a:path extrusionOk="0" h="356" w="893">
                  <a:moveTo>
                    <a:pt x="30" y="4"/>
                  </a:moveTo>
                  <a:lnTo>
                    <a:pt x="87" y="60"/>
                  </a:lnTo>
                  <a:lnTo>
                    <a:pt x="169" y="131"/>
                  </a:lnTo>
                  <a:lnTo>
                    <a:pt x="264" y="180"/>
                  </a:lnTo>
                  <a:lnTo>
                    <a:pt x="363" y="206"/>
                  </a:lnTo>
                  <a:lnTo>
                    <a:pt x="536" y="221"/>
                  </a:lnTo>
                  <a:lnTo>
                    <a:pt x="739" y="243"/>
                  </a:lnTo>
                  <a:lnTo>
                    <a:pt x="809" y="277"/>
                  </a:lnTo>
                  <a:lnTo>
                    <a:pt x="878" y="314"/>
                  </a:lnTo>
                  <a:lnTo>
                    <a:pt x="893" y="342"/>
                  </a:lnTo>
                  <a:lnTo>
                    <a:pt x="866" y="356"/>
                  </a:lnTo>
                  <a:lnTo>
                    <a:pt x="750" y="324"/>
                  </a:lnTo>
                  <a:lnTo>
                    <a:pt x="534" y="298"/>
                  </a:lnTo>
                  <a:lnTo>
                    <a:pt x="353" y="271"/>
                  </a:lnTo>
                  <a:lnTo>
                    <a:pt x="150" y="206"/>
                  </a:lnTo>
                  <a:lnTo>
                    <a:pt x="38" y="113"/>
                  </a:lnTo>
                  <a:lnTo>
                    <a:pt x="0" y="32"/>
                  </a:lnTo>
                  <a:lnTo>
                    <a:pt x="3" y="0"/>
                  </a:lnTo>
                  <a:lnTo>
                    <a:pt x="30" y="4"/>
                  </a:lnTo>
                  <a:lnTo>
                    <a:pt x="30"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9" name="Google Shape;559;p19"/>
            <p:cNvSpPr/>
            <p:nvPr/>
          </p:nvSpPr>
          <p:spPr>
            <a:xfrm>
              <a:off x="1394" y="1900"/>
              <a:ext cx="239" cy="507"/>
            </a:xfrm>
            <a:custGeom>
              <a:rect b="b" l="l" r="r" t="t"/>
              <a:pathLst>
                <a:path extrusionOk="0" h="974" w="479">
                  <a:moveTo>
                    <a:pt x="479" y="53"/>
                  </a:moveTo>
                  <a:lnTo>
                    <a:pt x="456" y="179"/>
                  </a:lnTo>
                  <a:lnTo>
                    <a:pt x="414" y="388"/>
                  </a:lnTo>
                  <a:lnTo>
                    <a:pt x="359" y="568"/>
                  </a:lnTo>
                  <a:lnTo>
                    <a:pt x="300" y="680"/>
                  </a:lnTo>
                  <a:lnTo>
                    <a:pt x="216" y="799"/>
                  </a:lnTo>
                  <a:lnTo>
                    <a:pt x="125" y="903"/>
                  </a:lnTo>
                  <a:lnTo>
                    <a:pt x="24" y="974"/>
                  </a:lnTo>
                  <a:lnTo>
                    <a:pt x="0" y="939"/>
                  </a:lnTo>
                  <a:lnTo>
                    <a:pt x="83" y="846"/>
                  </a:lnTo>
                  <a:lnTo>
                    <a:pt x="165" y="751"/>
                  </a:lnTo>
                  <a:lnTo>
                    <a:pt x="239" y="653"/>
                  </a:lnTo>
                  <a:lnTo>
                    <a:pt x="363" y="394"/>
                  </a:lnTo>
                  <a:lnTo>
                    <a:pt x="378" y="132"/>
                  </a:lnTo>
                  <a:lnTo>
                    <a:pt x="399" y="29"/>
                  </a:lnTo>
                  <a:lnTo>
                    <a:pt x="450" y="0"/>
                  </a:lnTo>
                  <a:lnTo>
                    <a:pt x="479" y="53"/>
                  </a:lnTo>
                  <a:lnTo>
                    <a:pt x="479" y="5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0" name="Google Shape;560;p19"/>
            <p:cNvSpPr/>
            <p:nvPr/>
          </p:nvSpPr>
          <p:spPr>
            <a:xfrm>
              <a:off x="1180" y="2231"/>
              <a:ext cx="220" cy="179"/>
            </a:xfrm>
            <a:custGeom>
              <a:rect b="b" l="l" r="r" t="t"/>
              <a:pathLst>
                <a:path extrusionOk="0" h="345" w="441">
                  <a:moveTo>
                    <a:pt x="28" y="0"/>
                  </a:moveTo>
                  <a:lnTo>
                    <a:pt x="144" y="93"/>
                  </a:lnTo>
                  <a:lnTo>
                    <a:pt x="224" y="164"/>
                  </a:lnTo>
                  <a:lnTo>
                    <a:pt x="315" y="252"/>
                  </a:lnTo>
                  <a:lnTo>
                    <a:pt x="350" y="272"/>
                  </a:lnTo>
                  <a:lnTo>
                    <a:pt x="424" y="304"/>
                  </a:lnTo>
                  <a:lnTo>
                    <a:pt x="441" y="327"/>
                  </a:lnTo>
                  <a:lnTo>
                    <a:pt x="416" y="345"/>
                  </a:lnTo>
                  <a:lnTo>
                    <a:pt x="310" y="335"/>
                  </a:lnTo>
                  <a:lnTo>
                    <a:pt x="173" y="229"/>
                  </a:lnTo>
                  <a:lnTo>
                    <a:pt x="97" y="146"/>
                  </a:lnTo>
                  <a:lnTo>
                    <a:pt x="6" y="33"/>
                  </a:lnTo>
                  <a:lnTo>
                    <a:pt x="0" y="4"/>
                  </a:lnTo>
                  <a:lnTo>
                    <a:pt x="28" y="0"/>
                  </a:lnTo>
                  <a:lnTo>
                    <a:pt x="2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1" name="Google Shape;561;p19"/>
            <p:cNvSpPr/>
            <p:nvPr/>
          </p:nvSpPr>
          <p:spPr>
            <a:xfrm>
              <a:off x="1648" y="1851"/>
              <a:ext cx="511" cy="210"/>
            </a:xfrm>
            <a:custGeom>
              <a:rect b="b" l="l" r="r" t="t"/>
              <a:pathLst>
                <a:path extrusionOk="0" h="406" w="1021">
                  <a:moveTo>
                    <a:pt x="49" y="0"/>
                  </a:moveTo>
                  <a:lnTo>
                    <a:pt x="314" y="61"/>
                  </a:lnTo>
                  <a:lnTo>
                    <a:pt x="490" y="116"/>
                  </a:lnTo>
                  <a:lnTo>
                    <a:pt x="603" y="162"/>
                  </a:lnTo>
                  <a:lnTo>
                    <a:pt x="760" y="233"/>
                  </a:lnTo>
                  <a:lnTo>
                    <a:pt x="912" y="310"/>
                  </a:lnTo>
                  <a:lnTo>
                    <a:pt x="1009" y="367"/>
                  </a:lnTo>
                  <a:lnTo>
                    <a:pt x="1021" y="396"/>
                  </a:lnTo>
                  <a:lnTo>
                    <a:pt x="992" y="406"/>
                  </a:lnTo>
                  <a:lnTo>
                    <a:pt x="910" y="377"/>
                  </a:lnTo>
                  <a:lnTo>
                    <a:pt x="739" y="316"/>
                  </a:lnTo>
                  <a:lnTo>
                    <a:pt x="561" y="249"/>
                  </a:lnTo>
                  <a:lnTo>
                    <a:pt x="458" y="209"/>
                  </a:lnTo>
                  <a:lnTo>
                    <a:pt x="314" y="160"/>
                  </a:lnTo>
                  <a:lnTo>
                    <a:pt x="25" y="75"/>
                  </a:lnTo>
                  <a:lnTo>
                    <a:pt x="0" y="24"/>
                  </a:lnTo>
                  <a:lnTo>
                    <a:pt x="49" y="0"/>
                  </a:lnTo>
                  <a:lnTo>
                    <a:pt x="49"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2" name="Google Shape;562;p19"/>
            <p:cNvSpPr/>
            <p:nvPr/>
          </p:nvSpPr>
          <p:spPr>
            <a:xfrm>
              <a:off x="1670" y="2218"/>
              <a:ext cx="245" cy="58"/>
            </a:xfrm>
            <a:custGeom>
              <a:rect b="b" l="l" r="r" t="t"/>
              <a:pathLst>
                <a:path extrusionOk="0" h="113" w="488">
                  <a:moveTo>
                    <a:pt x="57" y="12"/>
                  </a:moveTo>
                  <a:lnTo>
                    <a:pt x="154" y="0"/>
                  </a:lnTo>
                  <a:lnTo>
                    <a:pt x="249" y="2"/>
                  </a:lnTo>
                  <a:lnTo>
                    <a:pt x="488" y="51"/>
                  </a:lnTo>
                  <a:lnTo>
                    <a:pt x="469" y="79"/>
                  </a:lnTo>
                  <a:lnTo>
                    <a:pt x="410" y="101"/>
                  </a:lnTo>
                  <a:lnTo>
                    <a:pt x="245" y="97"/>
                  </a:lnTo>
                  <a:lnTo>
                    <a:pt x="148" y="101"/>
                  </a:lnTo>
                  <a:lnTo>
                    <a:pt x="32" y="113"/>
                  </a:lnTo>
                  <a:lnTo>
                    <a:pt x="0" y="69"/>
                  </a:lnTo>
                  <a:lnTo>
                    <a:pt x="19" y="34"/>
                  </a:lnTo>
                  <a:lnTo>
                    <a:pt x="57" y="12"/>
                  </a:lnTo>
                  <a:lnTo>
                    <a:pt x="57"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3" name="Google Shape;563;p19"/>
            <p:cNvSpPr/>
            <p:nvPr/>
          </p:nvSpPr>
          <p:spPr>
            <a:xfrm>
              <a:off x="1347" y="2018"/>
              <a:ext cx="129" cy="32"/>
            </a:xfrm>
            <a:custGeom>
              <a:rect b="b" l="l" r="r" t="t"/>
              <a:pathLst>
                <a:path extrusionOk="0" h="63" w="259">
                  <a:moveTo>
                    <a:pt x="25" y="19"/>
                  </a:moveTo>
                  <a:lnTo>
                    <a:pt x="113" y="11"/>
                  </a:lnTo>
                  <a:lnTo>
                    <a:pt x="192" y="0"/>
                  </a:lnTo>
                  <a:lnTo>
                    <a:pt x="259" y="1"/>
                  </a:lnTo>
                  <a:lnTo>
                    <a:pt x="259" y="45"/>
                  </a:lnTo>
                  <a:lnTo>
                    <a:pt x="19" y="63"/>
                  </a:lnTo>
                  <a:lnTo>
                    <a:pt x="0" y="37"/>
                  </a:lnTo>
                  <a:lnTo>
                    <a:pt x="25" y="19"/>
                  </a:lnTo>
                  <a:lnTo>
                    <a:pt x="25"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4" name="Google Shape;564;p19"/>
            <p:cNvSpPr/>
            <p:nvPr/>
          </p:nvSpPr>
          <p:spPr>
            <a:xfrm>
              <a:off x="1395" y="2037"/>
              <a:ext cx="38" cy="30"/>
            </a:xfrm>
            <a:custGeom>
              <a:rect b="b" l="l" r="r" t="t"/>
              <a:pathLst>
                <a:path extrusionOk="0" h="55" w="77">
                  <a:moveTo>
                    <a:pt x="0" y="6"/>
                  </a:moveTo>
                  <a:lnTo>
                    <a:pt x="50" y="0"/>
                  </a:lnTo>
                  <a:lnTo>
                    <a:pt x="77" y="28"/>
                  </a:lnTo>
                  <a:lnTo>
                    <a:pt x="50" y="55"/>
                  </a:lnTo>
                  <a:lnTo>
                    <a:pt x="0" y="49"/>
                  </a:lnTo>
                  <a:lnTo>
                    <a:pt x="0" y="6"/>
                  </a:lnTo>
                  <a:lnTo>
                    <a:pt x="0"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5" name="Google Shape;565;p19"/>
            <p:cNvSpPr/>
            <p:nvPr/>
          </p:nvSpPr>
          <p:spPr>
            <a:xfrm>
              <a:off x="1542" y="2020"/>
              <a:ext cx="53" cy="34"/>
            </a:xfrm>
            <a:custGeom>
              <a:rect b="b" l="l" r="r" t="t"/>
              <a:pathLst>
                <a:path extrusionOk="0" h="68" w="107">
                  <a:moveTo>
                    <a:pt x="27" y="0"/>
                  </a:moveTo>
                  <a:lnTo>
                    <a:pt x="80" y="4"/>
                  </a:lnTo>
                  <a:lnTo>
                    <a:pt x="107" y="40"/>
                  </a:lnTo>
                  <a:lnTo>
                    <a:pt x="72" y="68"/>
                  </a:lnTo>
                  <a:lnTo>
                    <a:pt x="27" y="58"/>
                  </a:lnTo>
                  <a:lnTo>
                    <a:pt x="0" y="28"/>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6" name="Google Shape;566;p19"/>
            <p:cNvSpPr/>
            <p:nvPr/>
          </p:nvSpPr>
          <p:spPr>
            <a:xfrm>
              <a:off x="1399" y="1976"/>
              <a:ext cx="142" cy="307"/>
            </a:xfrm>
            <a:custGeom>
              <a:rect b="b" l="l" r="r" t="t"/>
              <a:pathLst>
                <a:path extrusionOk="0" h="589" w="283">
                  <a:moveTo>
                    <a:pt x="120" y="558"/>
                  </a:moveTo>
                  <a:lnTo>
                    <a:pt x="70" y="582"/>
                  </a:lnTo>
                  <a:lnTo>
                    <a:pt x="46" y="589"/>
                  </a:lnTo>
                  <a:lnTo>
                    <a:pt x="0" y="570"/>
                  </a:lnTo>
                  <a:lnTo>
                    <a:pt x="21" y="530"/>
                  </a:lnTo>
                  <a:lnTo>
                    <a:pt x="67" y="516"/>
                  </a:lnTo>
                  <a:lnTo>
                    <a:pt x="97" y="384"/>
                  </a:lnTo>
                  <a:lnTo>
                    <a:pt x="133" y="353"/>
                  </a:lnTo>
                  <a:lnTo>
                    <a:pt x="220" y="325"/>
                  </a:lnTo>
                  <a:lnTo>
                    <a:pt x="232" y="205"/>
                  </a:lnTo>
                  <a:lnTo>
                    <a:pt x="200" y="0"/>
                  </a:lnTo>
                  <a:lnTo>
                    <a:pt x="241" y="0"/>
                  </a:lnTo>
                  <a:lnTo>
                    <a:pt x="276" y="197"/>
                  </a:lnTo>
                  <a:lnTo>
                    <a:pt x="283" y="329"/>
                  </a:lnTo>
                  <a:lnTo>
                    <a:pt x="262" y="378"/>
                  </a:lnTo>
                  <a:lnTo>
                    <a:pt x="207" y="400"/>
                  </a:lnTo>
                  <a:lnTo>
                    <a:pt x="171" y="408"/>
                  </a:lnTo>
                  <a:lnTo>
                    <a:pt x="135" y="453"/>
                  </a:lnTo>
                  <a:lnTo>
                    <a:pt x="129" y="524"/>
                  </a:lnTo>
                  <a:lnTo>
                    <a:pt x="120" y="558"/>
                  </a:lnTo>
                  <a:lnTo>
                    <a:pt x="120" y="55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7" name="Google Shape;567;p19"/>
            <p:cNvSpPr/>
            <p:nvPr/>
          </p:nvSpPr>
          <p:spPr>
            <a:xfrm>
              <a:off x="462" y="3161"/>
              <a:ext cx="251" cy="149"/>
            </a:xfrm>
            <a:custGeom>
              <a:rect b="b" l="l" r="r" t="t"/>
              <a:pathLst>
                <a:path extrusionOk="0" h="286" w="502">
                  <a:moveTo>
                    <a:pt x="494" y="48"/>
                  </a:moveTo>
                  <a:lnTo>
                    <a:pt x="429" y="93"/>
                  </a:lnTo>
                  <a:lnTo>
                    <a:pt x="319" y="152"/>
                  </a:lnTo>
                  <a:lnTo>
                    <a:pt x="203" y="207"/>
                  </a:lnTo>
                  <a:lnTo>
                    <a:pt x="121" y="243"/>
                  </a:lnTo>
                  <a:lnTo>
                    <a:pt x="17" y="286"/>
                  </a:lnTo>
                  <a:lnTo>
                    <a:pt x="0" y="253"/>
                  </a:lnTo>
                  <a:lnTo>
                    <a:pt x="76" y="211"/>
                  </a:lnTo>
                  <a:lnTo>
                    <a:pt x="148" y="172"/>
                  </a:lnTo>
                  <a:lnTo>
                    <a:pt x="230" y="127"/>
                  </a:lnTo>
                  <a:lnTo>
                    <a:pt x="313" y="81"/>
                  </a:lnTo>
                  <a:lnTo>
                    <a:pt x="388" y="42"/>
                  </a:lnTo>
                  <a:lnTo>
                    <a:pt x="467" y="0"/>
                  </a:lnTo>
                  <a:lnTo>
                    <a:pt x="502" y="10"/>
                  </a:lnTo>
                  <a:lnTo>
                    <a:pt x="494" y="48"/>
                  </a:lnTo>
                  <a:lnTo>
                    <a:pt x="494" y="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 name="Google Shape;568;p19"/>
            <p:cNvSpPr/>
            <p:nvPr/>
          </p:nvSpPr>
          <p:spPr>
            <a:xfrm>
              <a:off x="406" y="3139"/>
              <a:ext cx="255" cy="112"/>
            </a:xfrm>
            <a:custGeom>
              <a:rect b="b" l="l" r="r" t="t"/>
              <a:pathLst>
                <a:path extrusionOk="0" h="217" w="509">
                  <a:moveTo>
                    <a:pt x="509" y="35"/>
                  </a:moveTo>
                  <a:lnTo>
                    <a:pt x="446" y="69"/>
                  </a:lnTo>
                  <a:lnTo>
                    <a:pt x="349" y="108"/>
                  </a:lnTo>
                  <a:lnTo>
                    <a:pt x="178" y="169"/>
                  </a:lnTo>
                  <a:lnTo>
                    <a:pt x="91" y="199"/>
                  </a:lnTo>
                  <a:lnTo>
                    <a:pt x="7" y="217"/>
                  </a:lnTo>
                  <a:lnTo>
                    <a:pt x="0" y="179"/>
                  </a:lnTo>
                  <a:lnTo>
                    <a:pt x="91" y="142"/>
                  </a:lnTo>
                  <a:lnTo>
                    <a:pt x="315" y="79"/>
                  </a:lnTo>
                  <a:lnTo>
                    <a:pt x="408" y="35"/>
                  </a:lnTo>
                  <a:lnTo>
                    <a:pt x="496" y="0"/>
                  </a:lnTo>
                  <a:lnTo>
                    <a:pt x="509" y="35"/>
                  </a:lnTo>
                  <a:lnTo>
                    <a:pt x="509"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 name="Google Shape;569;p19"/>
            <p:cNvSpPr/>
            <p:nvPr/>
          </p:nvSpPr>
          <p:spPr>
            <a:xfrm>
              <a:off x="424" y="3300"/>
              <a:ext cx="43" cy="119"/>
            </a:xfrm>
            <a:custGeom>
              <a:rect b="b" l="l" r="r" t="t"/>
              <a:pathLst>
                <a:path extrusionOk="0" h="228" w="85">
                  <a:moveTo>
                    <a:pt x="85" y="5"/>
                  </a:moveTo>
                  <a:lnTo>
                    <a:pt x="66" y="116"/>
                  </a:lnTo>
                  <a:lnTo>
                    <a:pt x="36" y="228"/>
                  </a:lnTo>
                  <a:lnTo>
                    <a:pt x="0" y="224"/>
                  </a:lnTo>
                  <a:lnTo>
                    <a:pt x="19" y="112"/>
                  </a:lnTo>
                  <a:lnTo>
                    <a:pt x="51" y="0"/>
                  </a:lnTo>
                  <a:lnTo>
                    <a:pt x="85" y="5"/>
                  </a:lnTo>
                  <a:lnTo>
                    <a:pt x="85"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0" name="Google Shape;570;p19"/>
            <p:cNvSpPr/>
            <p:nvPr/>
          </p:nvSpPr>
          <p:spPr>
            <a:xfrm>
              <a:off x="394" y="3272"/>
              <a:ext cx="24" cy="122"/>
            </a:xfrm>
            <a:custGeom>
              <a:rect b="b" l="l" r="r" t="t"/>
              <a:pathLst>
                <a:path extrusionOk="0" h="233" w="47">
                  <a:moveTo>
                    <a:pt x="42" y="18"/>
                  </a:moveTo>
                  <a:lnTo>
                    <a:pt x="47" y="44"/>
                  </a:lnTo>
                  <a:lnTo>
                    <a:pt x="44" y="227"/>
                  </a:lnTo>
                  <a:lnTo>
                    <a:pt x="9" y="233"/>
                  </a:lnTo>
                  <a:lnTo>
                    <a:pt x="0" y="44"/>
                  </a:lnTo>
                  <a:lnTo>
                    <a:pt x="2" y="24"/>
                  </a:lnTo>
                  <a:lnTo>
                    <a:pt x="19" y="0"/>
                  </a:lnTo>
                  <a:lnTo>
                    <a:pt x="42" y="18"/>
                  </a:lnTo>
                  <a:lnTo>
                    <a:pt x="42" y="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1" name="Google Shape;571;p19"/>
            <p:cNvSpPr/>
            <p:nvPr/>
          </p:nvSpPr>
          <p:spPr>
            <a:xfrm>
              <a:off x="434" y="3240"/>
              <a:ext cx="362" cy="179"/>
            </a:xfrm>
            <a:custGeom>
              <a:rect b="b" l="l" r="r" t="t"/>
              <a:pathLst>
                <a:path extrusionOk="0" h="345" w="724">
                  <a:moveTo>
                    <a:pt x="0" y="320"/>
                  </a:moveTo>
                  <a:lnTo>
                    <a:pt x="91" y="261"/>
                  </a:lnTo>
                  <a:lnTo>
                    <a:pt x="178" y="213"/>
                  </a:lnTo>
                  <a:lnTo>
                    <a:pt x="277" y="162"/>
                  </a:lnTo>
                  <a:lnTo>
                    <a:pt x="380" y="113"/>
                  </a:lnTo>
                  <a:lnTo>
                    <a:pt x="473" y="67"/>
                  </a:lnTo>
                  <a:lnTo>
                    <a:pt x="587" y="20"/>
                  </a:lnTo>
                  <a:lnTo>
                    <a:pt x="680" y="0"/>
                  </a:lnTo>
                  <a:lnTo>
                    <a:pt x="724" y="32"/>
                  </a:lnTo>
                  <a:lnTo>
                    <a:pt x="659" y="69"/>
                  </a:lnTo>
                  <a:lnTo>
                    <a:pt x="532" y="119"/>
                  </a:lnTo>
                  <a:lnTo>
                    <a:pt x="397" y="168"/>
                  </a:lnTo>
                  <a:lnTo>
                    <a:pt x="308" y="201"/>
                  </a:lnTo>
                  <a:lnTo>
                    <a:pt x="245" y="237"/>
                  </a:lnTo>
                  <a:lnTo>
                    <a:pt x="125" y="302"/>
                  </a:lnTo>
                  <a:lnTo>
                    <a:pt x="19" y="345"/>
                  </a:lnTo>
                  <a:lnTo>
                    <a:pt x="0" y="320"/>
                  </a:lnTo>
                  <a:lnTo>
                    <a:pt x="0" y="3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2" name="Google Shape;572;p19"/>
            <p:cNvSpPr/>
            <p:nvPr/>
          </p:nvSpPr>
          <p:spPr>
            <a:xfrm>
              <a:off x="333" y="3345"/>
              <a:ext cx="172" cy="164"/>
            </a:xfrm>
            <a:custGeom>
              <a:rect b="b" l="l" r="r" t="t"/>
              <a:pathLst>
                <a:path extrusionOk="0" h="316" w="344">
                  <a:moveTo>
                    <a:pt x="93" y="225"/>
                  </a:moveTo>
                  <a:lnTo>
                    <a:pt x="166" y="247"/>
                  </a:lnTo>
                  <a:lnTo>
                    <a:pt x="234" y="225"/>
                  </a:lnTo>
                  <a:lnTo>
                    <a:pt x="266" y="170"/>
                  </a:lnTo>
                  <a:lnTo>
                    <a:pt x="259" y="107"/>
                  </a:lnTo>
                  <a:lnTo>
                    <a:pt x="285" y="77"/>
                  </a:lnTo>
                  <a:lnTo>
                    <a:pt x="333" y="77"/>
                  </a:lnTo>
                  <a:lnTo>
                    <a:pt x="344" y="176"/>
                  </a:lnTo>
                  <a:lnTo>
                    <a:pt x="303" y="259"/>
                  </a:lnTo>
                  <a:lnTo>
                    <a:pt x="259" y="294"/>
                  </a:lnTo>
                  <a:lnTo>
                    <a:pt x="204" y="316"/>
                  </a:lnTo>
                  <a:lnTo>
                    <a:pt x="34" y="281"/>
                  </a:lnTo>
                  <a:lnTo>
                    <a:pt x="0" y="202"/>
                  </a:lnTo>
                  <a:lnTo>
                    <a:pt x="10" y="105"/>
                  </a:lnTo>
                  <a:lnTo>
                    <a:pt x="59" y="24"/>
                  </a:lnTo>
                  <a:lnTo>
                    <a:pt x="128" y="0"/>
                  </a:lnTo>
                  <a:lnTo>
                    <a:pt x="149" y="18"/>
                  </a:lnTo>
                  <a:lnTo>
                    <a:pt x="107" y="62"/>
                  </a:lnTo>
                  <a:lnTo>
                    <a:pt x="65" y="131"/>
                  </a:lnTo>
                  <a:lnTo>
                    <a:pt x="93" y="225"/>
                  </a:lnTo>
                  <a:lnTo>
                    <a:pt x="93" y="2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3" name="Google Shape;573;p19"/>
            <p:cNvSpPr/>
            <p:nvPr/>
          </p:nvSpPr>
          <p:spPr>
            <a:xfrm>
              <a:off x="1084" y="3445"/>
              <a:ext cx="225" cy="252"/>
            </a:xfrm>
            <a:custGeom>
              <a:rect b="b" l="l" r="r" t="t"/>
              <a:pathLst>
                <a:path extrusionOk="0" h="485" w="450">
                  <a:moveTo>
                    <a:pt x="40" y="14"/>
                  </a:moveTo>
                  <a:lnTo>
                    <a:pt x="66" y="94"/>
                  </a:lnTo>
                  <a:lnTo>
                    <a:pt x="103" y="185"/>
                  </a:lnTo>
                  <a:lnTo>
                    <a:pt x="148" y="270"/>
                  </a:lnTo>
                  <a:lnTo>
                    <a:pt x="201" y="335"/>
                  </a:lnTo>
                  <a:lnTo>
                    <a:pt x="272" y="386"/>
                  </a:lnTo>
                  <a:lnTo>
                    <a:pt x="348" y="424"/>
                  </a:lnTo>
                  <a:lnTo>
                    <a:pt x="429" y="444"/>
                  </a:lnTo>
                  <a:lnTo>
                    <a:pt x="450" y="465"/>
                  </a:lnTo>
                  <a:lnTo>
                    <a:pt x="429" y="485"/>
                  </a:lnTo>
                  <a:lnTo>
                    <a:pt x="228" y="475"/>
                  </a:lnTo>
                  <a:lnTo>
                    <a:pt x="95" y="325"/>
                  </a:lnTo>
                  <a:lnTo>
                    <a:pt x="27" y="114"/>
                  </a:lnTo>
                  <a:lnTo>
                    <a:pt x="0" y="27"/>
                  </a:lnTo>
                  <a:lnTo>
                    <a:pt x="13" y="0"/>
                  </a:lnTo>
                  <a:lnTo>
                    <a:pt x="40" y="14"/>
                  </a:lnTo>
                  <a:lnTo>
                    <a:pt x="40" y="1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4" name="Google Shape;574;p19"/>
            <p:cNvSpPr/>
            <p:nvPr/>
          </p:nvSpPr>
          <p:spPr>
            <a:xfrm>
              <a:off x="1164" y="3515"/>
              <a:ext cx="270" cy="161"/>
            </a:xfrm>
            <a:custGeom>
              <a:rect b="b" l="l" r="r" t="t"/>
              <a:pathLst>
                <a:path extrusionOk="0" h="310" w="539">
                  <a:moveTo>
                    <a:pt x="36" y="8"/>
                  </a:moveTo>
                  <a:lnTo>
                    <a:pt x="89" y="73"/>
                  </a:lnTo>
                  <a:lnTo>
                    <a:pt x="142" y="120"/>
                  </a:lnTo>
                  <a:lnTo>
                    <a:pt x="268" y="191"/>
                  </a:lnTo>
                  <a:lnTo>
                    <a:pt x="342" y="219"/>
                  </a:lnTo>
                  <a:lnTo>
                    <a:pt x="416" y="241"/>
                  </a:lnTo>
                  <a:lnTo>
                    <a:pt x="520" y="254"/>
                  </a:lnTo>
                  <a:lnTo>
                    <a:pt x="539" y="276"/>
                  </a:lnTo>
                  <a:lnTo>
                    <a:pt x="520" y="298"/>
                  </a:lnTo>
                  <a:lnTo>
                    <a:pt x="406" y="310"/>
                  </a:lnTo>
                  <a:lnTo>
                    <a:pt x="327" y="286"/>
                  </a:lnTo>
                  <a:lnTo>
                    <a:pt x="243" y="256"/>
                  </a:lnTo>
                  <a:lnTo>
                    <a:pt x="108" y="168"/>
                  </a:lnTo>
                  <a:lnTo>
                    <a:pt x="0" y="29"/>
                  </a:lnTo>
                  <a:lnTo>
                    <a:pt x="7" y="0"/>
                  </a:lnTo>
                  <a:lnTo>
                    <a:pt x="36" y="8"/>
                  </a:lnTo>
                  <a:lnTo>
                    <a:pt x="36" y="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5" name="Google Shape;575;p19"/>
            <p:cNvSpPr/>
            <p:nvPr/>
          </p:nvSpPr>
          <p:spPr>
            <a:xfrm>
              <a:off x="1252" y="3346"/>
              <a:ext cx="153" cy="278"/>
            </a:xfrm>
            <a:custGeom>
              <a:rect b="b" l="l" r="r" t="t"/>
              <a:pathLst>
                <a:path extrusionOk="0" h="537" w="306">
                  <a:moveTo>
                    <a:pt x="257" y="537"/>
                  </a:moveTo>
                  <a:lnTo>
                    <a:pt x="128" y="440"/>
                  </a:lnTo>
                  <a:lnTo>
                    <a:pt x="16" y="324"/>
                  </a:lnTo>
                  <a:lnTo>
                    <a:pt x="0" y="209"/>
                  </a:lnTo>
                  <a:lnTo>
                    <a:pt x="27" y="156"/>
                  </a:lnTo>
                  <a:lnTo>
                    <a:pt x="67" y="105"/>
                  </a:lnTo>
                  <a:lnTo>
                    <a:pt x="175" y="30"/>
                  </a:lnTo>
                  <a:lnTo>
                    <a:pt x="285" y="0"/>
                  </a:lnTo>
                  <a:lnTo>
                    <a:pt x="306" y="22"/>
                  </a:lnTo>
                  <a:lnTo>
                    <a:pt x="285" y="44"/>
                  </a:lnTo>
                  <a:lnTo>
                    <a:pt x="133" y="117"/>
                  </a:lnTo>
                  <a:lnTo>
                    <a:pt x="88" y="190"/>
                  </a:lnTo>
                  <a:lnTo>
                    <a:pt x="97" y="271"/>
                  </a:lnTo>
                  <a:lnTo>
                    <a:pt x="158" y="367"/>
                  </a:lnTo>
                  <a:lnTo>
                    <a:pt x="230" y="454"/>
                  </a:lnTo>
                  <a:lnTo>
                    <a:pt x="282" y="501"/>
                  </a:lnTo>
                  <a:lnTo>
                    <a:pt x="285" y="533"/>
                  </a:lnTo>
                  <a:lnTo>
                    <a:pt x="257" y="537"/>
                  </a:lnTo>
                  <a:lnTo>
                    <a:pt x="257" y="53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6" name="Google Shape;576;p19"/>
            <p:cNvSpPr/>
            <p:nvPr/>
          </p:nvSpPr>
          <p:spPr>
            <a:xfrm>
              <a:off x="1196" y="3278"/>
              <a:ext cx="259" cy="61"/>
            </a:xfrm>
            <a:custGeom>
              <a:rect b="b" l="l" r="r" t="t"/>
              <a:pathLst>
                <a:path extrusionOk="0" h="117" w="517">
                  <a:moveTo>
                    <a:pt x="0" y="26"/>
                  </a:moveTo>
                  <a:lnTo>
                    <a:pt x="110" y="4"/>
                  </a:lnTo>
                  <a:lnTo>
                    <a:pt x="226" y="0"/>
                  </a:lnTo>
                  <a:lnTo>
                    <a:pt x="359" y="12"/>
                  </a:lnTo>
                  <a:lnTo>
                    <a:pt x="481" y="59"/>
                  </a:lnTo>
                  <a:lnTo>
                    <a:pt x="504" y="75"/>
                  </a:lnTo>
                  <a:lnTo>
                    <a:pt x="517" y="103"/>
                  </a:lnTo>
                  <a:lnTo>
                    <a:pt x="491" y="117"/>
                  </a:lnTo>
                  <a:lnTo>
                    <a:pt x="354" y="67"/>
                  </a:lnTo>
                  <a:lnTo>
                    <a:pt x="107" y="55"/>
                  </a:lnTo>
                  <a:lnTo>
                    <a:pt x="6" y="67"/>
                  </a:lnTo>
                  <a:lnTo>
                    <a:pt x="0" y="26"/>
                  </a:lnTo>
                  <a:lnTo>
                    <a:pt x="0" y="2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7" name="Google Shape;577;p19"/>
            <p:cNvSpPr/>
            <p:nvPr/>
          </p:nvSpPr>
          <p:spPr>
            <a:xfrm>
              <a:off x="813" y="3128"/>
              <a:ext cx="235" cy="234"/>
            </a:xfrm>
            <a:custGeom>
              <a:rect b="b" l="l" r="r" t="t"/>
              <a:pathLst>
                <a:path extrusionOk="0" h="450" w="470">
                  <a:moveTo>
                    <a:pt x="72" y="97"/>
                  </a:moveTo>
                  <a:lnTo>
                    <a:pt x="59" y="136"/>
                  </a:lnTo>
                  <a:lnTo>
                    <a:pt x="34" y="158"/>
                  </a:lnTo>
                  <a:lnTo>
                    <a:pt x="13" y="128"/>
                  </a:lnTo>
                  <a:lnTo>
                    <a:pt x="0" y="44"/>
                  </a:lnTo>
                  <a:lnTo>
                    <a:pt x="48" y="0"/>
                  </a:lnTo>
                  <a:lnTo>
                    <a:pt x="204" y="44"/>
                  </a:lnTo>
                  <a:lnTo>
                    <a:pt x="304" y="162"/>
                  </a:lnTo>
                  <a:lnTo>
                    <a:pt x="397" y="334"/>
                  </a:lnTo>
                  <a:lnTo>
                    <a:pt x="468" y="418"/>
                  </a:lnTo>
                  <a:lnTo>
                    <a:pt x="470" y="448"/>
                  </a:lnTo>
                  <a:lnTo>
                    <a:pt x="441" y="450"/>
                  </a:lnTo>
                  <a:lnTo>
                    <a:pt x="356" y="363"/>
                  </a:lnTo>
                  <a:lnTo>
                    <a:pt x="240" y="221"/>
                  </a:lnTo>
                  <a:lnTo>
                    <a:pt x="158" y="140"/>
                  </a:lnTo>
                  <a:lnTo>
                    <a:pt x="72" y="97"/>
                  </a:lnTo>
                  <a:lnTo>
                    <a:pt x="72" y="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8" name="Google Shape;578;p19"/>
            <p:cNvSpPr/>
            <p:nvPr/>
          </p:nvSpPr>
          <p:spPr>
            <a:xfrm>
              <a:off x="1076" y="3267"/>
              <a:ext cx="109" cy="218"/>
            </a:xfrm>
            <a:custGeom>
              <a:rect b="b" l="l" r="r" t="t"/>
              <a:pathLst>
                <a:path extrusionOk="0" h="421" w="216">
                  <a:moveTo>
                    <a:pt x="4" y="397"/>
                  </a:moveTo>
                  <a:lnTo>
                    <a:pt x="0" y="324"/>
                  </a:lnTo>
                  <a:lnTo>
                    <a:pt x="2" y="253"/>
                  </a:lnTo>
                  <a:lnTo>
                    <a:pt x="28" y="178"/>
                  </a:lnTo>
                  <a:lnTo>
                    <a:pt x="76" y="105"/>
                  </a:lnTo>
                  <a:lnTo>
                    <a:pt x="135" y="42"/>
                  </a:lnTo>
                  <a:lnTo>
                    <a:pt x="197" y="0"/>
                  </a:lnTo>
                  <a:lnTo>
                    <a:pt x="216" y="36"/>
                  </a:lnTo>
                  <a:lnTo>
                    <a:pt x="121" y="135"/>
                  </a:lnTo>
                  <a:lnTo>
                    <a:pt x="68" y="267"/>
                  </a:lnTo>
                  <a:lnTo>
                    <a:pt x="51" y="397"/>
                  </a:lnTo>
                  <a:lnTo>
                    <a:pt x="26" y="421"/>
                  </a:lnTo>
                  <a:lnTo>
                    <a:pt x="4" y="397"/>
                  </a:lnTo>
                  <a:lnTo>
                    <a:pt x="4" y="39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79" name="Google Shape;579;p19"/>
            <p:cNvSpPr/>
            <p:nvPr/>
          </p:nvSpPr>
          <p:spPr>
            <a:xfrm>
              <a:off x="1085" y="2689"/>
              <a:ext cx="722" cy="506"/>
            </a:xfrm>
            <a:custGeom>
              <a:rect b="b" l="l" r="r" t="t"/>
              <a:pathLst>
                <a:path extrusionOk="0" h="976" w="1444">
                  <a:moveTo>
                    <a:pt x="0" y="931"/>
                  </a:moveTo>
                  <a:lnTo>
                    <a:pt x="108" y="850"/>
                  </a:lnTo>
                  <a:lnTo>
                    <a:pt x="213" y="765"/>
                  </a:lnTo>
                  <a:lnTo>
                    <a:pt x="323" y="686"/>
                  </a:lnTo>
                  <a:lnTo>
                    <a:pt x="519" y="568"/>
                  </a:lnTo>
                  <a:lnTo>
                    <a:pt x="686" y="465"/>
                  </a:lnTo>
                  <a:lnTo>
                    <a:pt x="853" y="365"/>
                  </a:lnTo>
                  <a:lnTo>
                    <a:pt x="1021" y="262"/>
                  </a:lnTo>
                  <a:lnTo>
                    <a:pt x="1188" y="158"/>
                  </a:lnTo>
                  <a:lnTo>
                    <a:pt x="1309" y="79"/>
                  </a:lnTo>
                  <a:lnTo>
                    <a:pt x="1431" y="0"/>
                  </a:lnTo>
                  <a:lnTo>
                    <a:pt x="1444" y="69"/>
                  </a:lnTo>
                  <a:lnTo>
                    <a:pt x="1308" y="162"/>
                  </a:lnTo>
                  <a:lnTo>
                    <a:pt x="1169" y="252"/>
                  </a:lnTo>
                  <a:lnTo>
                    <a:pt x="1032" y="341"/>
                  </a:lnTo>
                  <a:lnTo>
                    <a:pt x="893" y="432"/>
                  </a:lnTo>
                  <a:lnTo>
                    <a:pt x="734" y="534"/>
                  </a:lnTo>
                  <a:lnTo>
                    <a:pt x="572" y="639"/>
                  </a:lnTo>
                  <a:lnTo>
                    <a:pt x="471" y="704"/>
                  </a:lnTo>
                  <a:lnTo>
                    <a:pt x="370" y="767"/>
                  </a:lnTo>
                  <a:lnTo>
                    <a:pt x="268" y="832"/>
                  </a:lnTo>
                  <a:lnTo>
                    <a:pt x="167" y="897"/>
                  </a:lnTo>
                  <a:lnTo>
                    <a:pt x="45" y="976"/>
                  </a:lnTo>
                  <a:lnTo>
                    <a:pt x="0" y="931"/>
                  </a:lnTo>
                  <a:lnTo>
                    <a:pt x="0" y="9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0" name="Google Shape;580;p19"/>
            <p:cNvSpPr/>
            <p:nvPr/>
          </p:nvSpPr>
          <p:spPr>
            <a:xfrm>
              <a:off x="589" y="3319"/>
              <a:ext cx="299" cy="229"/>
            </a:xfrm>
            <a:custGeom>
              <a:rect b="b" l="l" r="r" t="t"/>
              <a:pathLst>
                <a:path extrusionOk="0" h="442" w="598">
                  <a:moveTo>
                    <a:pt x="598" y="49"/>
                  </a:moveTo>
                  <a:lnTo>
                    <a:pt x="439" y="156"/>
                  </a:lnTo>
                  <a:lnTo>
                    <a:pt x="279" y="264"/>
                  </a:lnTo>
                  <a:lnTo>
                    <a:pt x="152" y="353"/>
                  </a:lnTo>
                  <a:lnTo>
                    <a:pt x="22" y="442"/>
                  </a:lnTo>
                  <a:lnTo>
                    <a:pt x="0" y="406"/>
                  </a:lnTo>
                  <a:lnTo>
                    <a:pt x="125" y="314"/>
                  </a:lnTo>
                  <a:lnTo>
                    <a:pt x="249" y="219"/>
                  </a:lnTo>
                  <a:lnTo>
                    <a:pt x="389" y="109"/>
                  </a:lnTo>
                  <a:lnTo>
                    <a:pt x="534" y="0"/>
                  </a:lnTo>
                  <a:lnTo>
                    <a:pt x="598" y="49"/>
                  </a:lnTo>
                  <a:lnTo>
                    <a:pt x="598" y="4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1" name="Google Shape;581;p19"/>
            <p:cNvSpPr/>
            <p:nvPr/>
          </p:nvSpPr>
          <p:spPr>
            <a:xfrm>
              <a:off x="735" y="3464"/>
              <a:ext cx="377" cy="225"/>
            </a:xfrm>
            <a:custGeom>
              <a:rect b="b" l="l" r="r" t="t"/>
              <a:pathLst>
                <a:path extrusionOk="0" h="432" w="753">
                  <a:moveTo>
                    <a:pt x="753" y="22"/>
                  </a:moveTo>
                  <a:lnTo>
                    <a:pt x="590" y="126"/>
                  </a:lnTo>
                  <a:lnTo>
                    <a:pt x="468" y="203"/>
                  </a:lnTo>
                  <a:lnTo>
                    <a:pt x="339" y="282"/>
                  </a:lnTo>
                  <a:lnTo>
                    <a:pt x="240" y="342"/>
                  </a:lnTo>
                  <a:lnTo>
                    <a:pt x="150" y="389"/>
                  </a:lnTo>
                  <a:lnTo>
                    <a:pt x="38" y="432"/>
                  </a:lnTo>
                  <a:lnTo>
                    <a:pt x="0" y="422"/>
                  </a:lnTo>
                  <a:lnTo>
                    <a:pt x="8" y="399"/>
                  </a:lnTo>
                  <a:lnTo>
                    <a:pt x="111" y="334"/>
                  </a:lnTo>
                  <a:lnTo>
                    <a:pt x="244" y="269"/>
                  </a:lnTo>
                  <a:lnTo>
                    <a:pt x="314" y="239"/>
                  </a:lnTo>
                  <a:lnTo>
                    <a:pt x="443" y="162"/>
                  </a:lnTo>
                  <a:lnTo>
                    <a:pt x="569" y="83"/>
                  </a:lnTo>
                  <a:lnTo>
                    <a:pt x="694" y="0"/>
                  </a:lnTo>
                  <a:lnTo>
                    <a:pt x="753" y="22"/>
                  </a:lnTo>
                  <a:lnTo>
                    <a:pt x="753" y="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2" name="Google Shape;582;p19"/>
            <p:cNvSpPr/>
            <p:nvPr/>
          </p:nvSpPr>
          <p:spPr>
            <a:xfrm>
              <a:off x="1295" y="3378"/>
              <a:ext cx="265" cy="170"/>
            </a:xfrm>
            <a:custGeom>
              <a:rect b="b" l="l" r="r" t="t"/>
              <a:pathLst>
                <a:path extrusionOk="0" h="327" w="530">
                  <a:moveTo>
                    <a:pt x="0" y="41"/>
                  </a:moveTo>
                  <a:lnTo>
                    <a:pt x="82" y="1"/>
                  </a:lnTo>
                  <a:lnTo>
                    <a:pt x="171" y="0"/>
                  </a:lnTo>
                  <a:lnTo>
                    <a:pt x="372" y="134"/>
                  </a:lnTo>
                  <a:lnTo>
                    <a:pt x="473" y="232"/>
                  </a:lnTo>
                  <a:lnTo>
                    <a:pt x="530" y="315"/>
                  </a:lnTo>
                  <a:lnTo>
                    <a:pt x="502" y="327"/>
                  </a:lnTo>
                  <a:lnTo>
                    <a:pt x="456" y="309"/>
                  </a:lnTo>
                  <a:lnTo>
                    <a:pt x="346" y="215"/>
                  </a:lnTo>
                  <a:lnTo>
                    <a:pt x="256" y="112"/>
                  </a:lnTo>
                  <a:lnTo>
                    <a:pt x="211" y="74"/>
                  </a:lnTo>
                  <a:lnTo>
                    <a:pt x="156" y="55"/>
                  </a:lnTo>
                  <a:lnTo>
                    <a:pt x="6" y="94"/>
                  </a:lnTo>
                  <a:lnTo>
                    <a:pt x="0" y="41"/>
                  </a:lnTo>
                  <a:lnTo>
                    <a:pt x="0" y="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3" name="Google Shape;583;p19"/>
            <p:cNvSpPr/>
            <p:nvPr/>
          </p:nvSpPr>
          <p:spPr>
            <a:xfrm>
              <a:off x="1576" y="3593"/>
              <a:ext cx="137" cy="274"/>
            </a:xfrm>
            <a:custGeom>
              <a:rect b="b" l="l" r="r" t="t"/>
              <a:pathLst>
                <a:path extrusionOk="0" h="529" w="273">
                  <a:moveTo>
                    <a:pt x="98" y="0"/>
                  </a:moveTo>
                  <a:lnTo>
                    <a:pt x="144" y="63"/>
                  </a:lnTo>
                  <a:lnTo>
                    <a:pt x="205" y="144"/>
                  </a:lnTo>
                  <a:lnTo>
                    <a:pt x="273" y="296"/>
                  </a:lnTo>
                  <a:lnTo>
                    <a:pt x="222" y="422"/>
                  </a:lnTo>
                  <a:lnTo>
                    <a:pt x="180" y="471"/>
                  </a:lnTo>
                  <a:lnTo>
                    <a:pt x="123" y="507"/>
                  </a:lnTo>
                  <a:lnTo>
                    <a:pt x="43" y="529"/>
                  </a:lnTo>
                  <a:lnTo>
                    <a:pt x="0" y="515"/>
                  </a:lnTo>
                  <a:lnTo>
                    <a:pt x="47" y="459"/>
                  </a:lnTo>
                  <a:lnTo>
                    <a:pt x="108" y="408"/>
                  </a:lnTo>
                  <a:lnTo>
                    <a:pt x="178" y="286"/>
                  </a:lnTo>
                  <a:lnTo>
                    <a:pt x="146" y="187"/>
                  </a:lnTo>
                  <a:lnTo>
                    <a:pt x="106" y="95"/>
                  </a:lnTo>
                  <a:lnTo>
                    <a:pt x="98" y="0"/>
                  </a:lnTo>
                  <a:lnTo>
                    <a:pt x="98"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4" name="Google Shape;584;p19"/>
            <p:cNvSpPr/>
            <p:nvPr/>
          </p:nvSpPr>
          <p:spPr>
            <a:xfrm>
              <a:off x="1284" y="3397"/>
              <a:ext cx="573" cy="462"/>
            </a:xfrm>
            <a:custGeom>
              <a:rect b="b" l="l" r="r" t="t"/>
              <a:pathLst>
                <a:path extrusionOk="0" h="892" w="1146">
                  <a:moveTo>
                    <a:pt x="0" y="142"/>
                  </a:moveTo>
                  <a:lnTo>
                    <a:pt x="34" y="95"/>
                  </a:lnTo>
                  <a:lnTo>
                    <a:pt x="80" y="57"/>
                  </a:lnTo>
                  <a:lnTo>
                    <a:pt x="196" y="8"/>
                  </a:lnTo>
                  <a:lnTo>
                    <a:pt x="439" y="0"/>
                  </a:lnTo>
                  <a:lnTo>
                    <a:pt x="662" y="83"/>
                  </a:lnTo>
                  <a:lnTo>
                    <a:pt x="795" y="193"/>
                  </a:lnTo>
                  <a:lnTo>
                    <a:pt x="865" y="324"/>
                  </a:lnTo>
                  <a:lnTo>
                    <a:pt x="901" y="462"/>
                  </a:lnTo>
                  <a:lnTo>
                    <a:pt x="947" y="643"/>
                  </a:lnTo>
                  <a:lnTo>
                    <a:pt x="985" y="726"/>
                  </a:lnTo>
                  <a:lnTo>
                    <a:pt x="1046" y="801"/>
                  </a:lnTo>
                  <a:lnTo>
                    <a:pt x="1120" y="850"/>
                  </a:lnTo>
                  <a:lnTo>
                    <a:pt x="1146" y="880"/>
                  </a:lnTo>
                  <a:lnTo>
                    <a:pt x="1114" y="892"/>
                  </a:lnTo>
                  <a:lnTo>
                    <a:pt x="979" y="827"/>
                  </a:lnTo>
                  <a:lnTo>
                    <a:pt x="903" y="679"/>
                  </a:lnTo>
                  <a:lnTo>
                    <a:pt x="854" y="495"/>
                  </a:lnTo>
                  <a:lnTo>
                    <a:pt x="810" y="335"/>
                  </a:lnTo>
                  <a:lnTo>
                    <a:pt x="745" y="221"/>
                  </a:lnTo>
                  <a:lnTo>
                    <a:pt x="618" y="132"/>
                  </a:lnTo>
                  <a:lnTo>
                    <a:pt x="454" y="69"/>
                  </a:lnTo>
                  <a:lnTo>
                    <a:pt x="279" y="47"/>
                  </a:lnTo>
                  <a:lnTo>
                    <a:pt x="131" y="87"/>
                  </a:lnTo>
                  <a:lnTo>
                    <a:pt x="53" y="180"/>
                  </a:lnTo>
                  <a:lnTo>
                    <a:pt x="0" y="142"/>
                  </a:lnTo>
                  <a:lnTo>
                    <a:pt x="0" y="1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85" name="Google Shape;585;p19"/>
            <p:cNvSpPr/>
            <p:nvPr/>
          </p:nvSpPr>
          <p:spPr>
            <a:xfrm>
              <a:off x="425" y="1858"/>
              <a:ext cx="486" cy="808"/>
            </a:xfrm>
            <a:custGeom>
              <a:rect b="b" l="l" r="r" t="t"/>
              <a:pathLst>
                <a:path extrusionOk="0" h="1556" w="971">
                  <a:moveTo>
                    <a:pt x="705" y="57"/>
                  </a:moveTo>
                  <a:lnTo>
                    <a:pt x="547" y="71"/>
                  </a:lnTo>
                  <a:lnTo>
                    <a:pt x="412" y="163"/>
                  </a:lnTo>
                  <a:lnTo>
                    <a:pt x="270" y="367"/>
                  </a:lnTo>
                  <a:lnTo>
                    <a:pt x="167" y="623"/>
                  </a:lnTo>
                  <a:lnTo>
                    <a:pt x="102" y="919"/>
                  </a:lnTo>
                  <a:lnTo>
                    <a:pt x="98" y="1154"/>
                  </a:lnTo>
                  <a:lnTo>
                    <a:pt x="127" y="1254"/>
                  </a:lnTo>
                  <a:lnTo>
                    <a:pt x="175" y="1418"/>
                  </a:lnTo>
                  <a:lnTo>
                    <a:pt x="194" y="1533"/>
                  </a:lnTo>
                  <a:lnTo>
                    <a:pt x="186" y="1556"/>
                  </a:lnTo>
                  <a:lnTo>
                    <a:pt x="161" y="1545"/>
                  </a:lnTo>
                  <a:lnTo>
                    <a:pt x="59" y="1393"/>
                  </a:lnTo>
                  <a:lnTo>
                    <a:pt x="7" y="1183"/>
                  </a:lnTo>
                  <a:lnTo>
                    <a:pt x="0" y="1043"/>
                  </a:lnTo>
                  <a:lnTo>
                    <a:pt x="9" y="893"/>
                  </a:lnTo>
                  <a:lnTo>
                    <a:pt x="74" y="592"/>
                  </a:lnTo>
                  <a:lnTo>
                    <a:pt x="127" y="450"/>
                  </a:lnTo>
                  <a:lnTo>
                    <a:pt x="192" y="317"/>
                  </a:lnTo>
                  <a:lnTo>
                    <a:pt x="270" y="203"/>
                  </a:lnTo>
                  <a:lnTo>
                    <a:pt x="359" y="108"/>
                  </a:lnTo>
                  <a:lnTo>
                    <a:pt x="444" y="47"/>
                  </a:lnTo>
                  <a:lnTo>
                    <a:pt x="536" y="8"/>
                  </a:lnTo>
                  <a:lnTo>
                    <a:pt x="737" y="0"/>
                  </a:lnTo>
                  <a:lnTo>
                    <a:pt x="903" y="140"/>
                  </a:lnTo>
                  <a:lnTo>
                    <a:pt x="937" y="185"/>
                  </a:lnTo>
                  <a:lnTo>
                    <a:pt x="971" y="274"/>
                  </a:lnTo>
                  <a:lnTo>
                    <a:pt x="878" y="266"/>
                  </a:lnTo>
                  <a:lnTo>
                    <a:pt x="823" y="181"/>
                  </a:lnTo>
                  <a:lnTo>
                    <a:pt x="794" y="118"/>
                  </a:lnTo>
                  <a:lnTo>
                    <a:pt x="705" y="57"/>
                  </a:lnTo>
                  <a:lnTo>
                    <a:pt x="705"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2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592" name="Google Shape;592;p2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593" name="Google Shape;593;p2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594" name="Google Shape;594;p20"/>
          <p:cNvSpPr txBox="1"/>
          <p:nvPr/>
        </p:nvSpPr>
        <p:spPr>
          <a:xfrm>
            <a:off x="4572000" y="1676400"/>
            <a:ext cx="4114800" cy="4495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5" name="Google Shape;595;p20"/>
          <p:cNvSpPr txBox="1"/>
          <p:nvPr/>
        </p:nvSpPr>
        <p:spPr>
          <a:xfrm>
            <a:off x="457200" y="1676400"/>
            <a:ext cx="4114800" cy="4495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96" name="Google Shape;596;p20"/>
          <p:cNvSpPr txBox="1"/>
          <p:nvPr>
            <p:ph type="title"/>
          </p:nvPr>
        </p:nvSpPr>
        <p:spPr>
          <a:xfrm>
            <a:off x="457200" y="381000"/>
            <a:ext cx="8229600" cy="12954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Successful Reports</a:t>
            </a:r>
            <a:endParaRPr/>
          </a:p>
        </p:txBody>
      </p:sp>
      <p:sp>
        <p:nvSpPr>
          <p:cNvPr id="597" name="Google Shape;597;p20"/>
          <p:cNvSpPr txBox="1"/>
          <p:nvPr>
            <p:ph idx="4294967295" type="body"/>
          </p:nvPr>
        </p:nvSpPr>
        <p:spPr>
          <a:xfrm>
            <a:off x="4572000" y="1752600"/>
            <a:ext cx="3886200" cy="43418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1" i="0" lang="en-US" sz="2800" u="none" cap="none" strike="noStrike">
                <a:solidFill>
                  <a:schemeClr val="dk1"/>
                </a:solidFill>
                <a:latin typeface="Arial"/>
                <a:ea typeface="Arial"/>
                <a:cs typeface="Arial"/>
                <a:sym typeface="Arial"/>
              </a:rPr>
              <a:t>Accurate</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cap="none" strike="noStrike">
                <a:solidFill>
                  <a:schemeClr val="dk1"/>
                </a:solidFill>
                <a:latin typeface="Arial"/>
                <a:ea typeface="Arial"/>
                <a:cs typeface="Arial"/>
                <a:sym typeface="Arial"/>
              </a:rPr>
              <a:t>Complete </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cap="none" strike="noStrike">
                <a:solidFill>
                  <a:schemeClr val="dk1"/>
                </a:solidFill>
                <a:latin typeface="Arial"/>
                <a:ea typeface="Arial"/>
                <a:cs typeface="Arial"/>
                <a:sym typeface="Arial"/>
              </a:rPr>
              <a:t>Balanced </a:t>
            </a:r>
            <a:r>
              <a:rPr b="1" i="1" lang="en-US" sz="2800" u="none" cap="none" strike="noStrike">
                <a:solidFill>
                  <a:srgbClr val="FF0000"/>
                </a:solidFill>
                <a:latin typeface="Arial"/>
                <a:ea typeface="Arial"/>
                <a:cs typeface="Arial"/>
                <a:sym typeface="Arial"/>
              </a:rPr>
              <a:t>(Not biased)</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cap="none" strike="noStrike">
                <a:solidFill>
                  <a:schemeClr val="dk1"/>
                </a:solidFill>
                <a:latin typeface="Arial"/>
                <a:ea typeface="Arial"/>
                <a:cs typeface="Arial"/>
                <a:sym typeface="Arial"/>
              </a:rPr>
              <a:t>Structured </a:t>
            </a:r>
            <a:r>
              <a:rPr b="1" i="1" lang="en-US" sz="2800" u="none" cap="none" strike="noStrike">
                <a:solidFill>
                  <a:srgbClr val="FF0000"/>
                </a:solidFill>
                <a:latin typeface="Arial"/>
                <a:ea typeface="Arial"/>
                <a:cs typeface="Arial"/>
                <a:sym typeface="Arial"/>
              </a:rPr>
              <a:t>(Maintains a flow)</a:t>
            </a:r>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cap="none" strike="noStrike">
                <a:solidFill>
                  <a:schemeClr val="dk1"/>
                </a:solidFill>
                <a:latin typeface="Arial"/>
                <a:ea typeface="Arial"/>
                <a:cs typeface="Arial"/>
                <a:sym typeface="Arial"/>
              </a:rPr>
              <a:t>Documented </a:t>
            </a:r>
            <a:r>
              <a:rPr b="1" i="1" lang="en-US" sz="2800" u="none" cap="none" strike="noStrike">
                <a:solidFill>
                  <a:srgbClr val="FF0000"/>
                </a:solidFill>
                <a:latin typeface="Arial"/>
                <a:ea typeface="Arial"/>
                <a:cs typeface="Arial"/>
                <a:sym typeface="Arial"/>
              </a:rPr>
              <a:t>(Cites credible source)</a:t>
            </a:r>
            <a:endParaRPr/>
          </a:p>
        </p:txBody>
      </p:sp>
      <p:grpSp>
        <p:nvGrpSpPr>
          <p:cNvPr id="598" name="Google Shape;598;p20"/>
          <p:cNvGrpSpPr/>
          <p:nvPr/>
        </p:nvGrpSpPr>
        <p:grpSpPr>
          <a:xfrm flipH="1">
            <a:off x="615950" y="2057400"/>
            <a:ext cx="3778250" cy="4064000"/>
            <a:chOff x="1145" y="1447"/>
            <a:chExt cx="2616" cy="2704"/>
          </a:xfrm>
        </p:grpSpPr>
        <p:sp>
          <p:nvSpPr>
            <p:cNvPr id="599" name="Google Shape;599;p20"/>
            <p:cNvSpPr/>
            <p:nvPr/>
          </p:nvSpPr>
          <p:spPr>
            <a:xfrm>
              <a:off x="1145" y="2631"/>
              <a:ext cx="927" cy="1508"/>
            </a:xfrm>
            <a:custGeom>
              <a:rect b="b" l="l" r="r" t="t"/>
              <a:pathLst>
                <a:path extrusionOk="0" h="3018" w="1854">
                  <a:moveTo>
                    <a:pt x="803" y="0"/>
                  </a:moveTo>
                  <a:lnTo>
                    <a:pt x="0" y="2520"/>
                  </a:lnTo>
                  <a:lnTo>
                    <a:pt x="1854" y="3018"/>
                  </a:lnTo>
                  <a:lnTo>
                    <a:pt x="1550" y="56"/>
                  </a:lnTo>
                </a:path>
              </a:pathLst>
            </a:custGeom>
            <a:noFill/>
            <a:ln cap="flat" cmpd="sng" w="666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0" name="Google Shape;600;p20"/>
            <p:cNvSpPr/>
            <p:nvPr/>
          </p:nvSpPr>
          <p:spPr>
            <a:xfrm>
              <a:off x="2051" y="2541"/>
              <a:ext cx="782" cy="1176"/>
            </a:xfrm>
            <a:custGeom>
              <a:rect b="b" l="l" r="r" t="t"/>
              <a:pathLst>
                <a:path extrusionOk="0" h="2354" w="1564">
                  <a:moveTo>
                    <a:pt x="526" y="42"/>
                  </a:moveTo>
                  <a:lnTo>
                    <a:pt x="0" y="2146"/>
                  </a:lnTo>
                  <a:lnTo>
                    <a:pt x="1564" y="2354"/>
                  </a:lnTo>
                  <a:lnTo>
                    <a:pt x="1162" y="0"/>
                  </a:lnTo>
                </a:path>
              </a:pathLst>
            </a:custGeom>
            <a:noFill/>
            <a:ln cap="flat" cmpd="sng" w="66675">
              <a:solidFill>
                <a:srgbClr val="000000"/>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01" name="Google Shape;601;p20"/>
            <p:cNvGrpSpPr/>
            <p:nvPr/>
          </p:nvGrpSpPr>
          <p:grpSpPr>
            <a:xfrm>
              <a:off x="1145" y="2303"/>
              <a:ext cx="2193" cy="484"/>
              <a:chOff x="1145" y="2303"/>
              <a:chExt cx="2193" cy="484"/>
            </a:xfrm>
          </p:grpSpPr>
          <p:sp>
            <p:nvSpPr>
              <p:cNvPr id="602" name="Google Shape;602;p20"/>
              <p:cNvSpPr/>
              <p:nvPr/>
            </p:nvSpPr>
            <p:spPr>
              <a:xfrm>
                <a:off x="1145" y="2303"/>
                <a:ext cx="2193" cy="415"/>
              </a:xfrm>
              <a:custGeom>
                <a:rect b="b" l="l" r="r" t="t"/>
                <a:pathLst>
                  <a:path extrusionOk="0" h="830" w="4387">
                    <a:moveTo>
                      <a:pt x="0" y="429"/>
                    </a:moveTo>
                    <a:lnTo>
                      <a:pt x="2768" y="830"/>
                    </a:lnTo>
                    <a:lnTo>
                      <a:pt x="4387" y="207"/>
                    </a:lnTo>
                    <a:lnTo>
                      <a:pt x="2311" y="0"/>
                    </a:lnTo>
                    <a:lnTo>
                      <a:pt x="0" y="429"/>
                    </a:lnTo>
                    <a:close/>
                  </a:path>
                </a:pathLst>
              </a:custGeom>
              <a:solidFill>
                <a:srgbClr val="FFFFFF"/>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3" name="Google Shape;603;p20"/>
              <p:cNvSpPr/>
              <p:nvPr/>
            </p:nvSpPr>
            <p:spPr>
              <a:xfrm>
                <a:off x="1150" y="2518"/>
                <a:ext cx="1378" cy="269"/>
              </a:xfrm>
              <a:custGeom>
                <a:rect b="b" l="l" r="r" t="t"/>
                <a:pathLst>
                  <a:path extrusionOk="0" h="539" w="2758">
                    <a:moveTo>
                      <a:pt x="0" y="0"/>
                    </a:moveTo>
                    <a:lnTo>
                      <a:pt x="2758" y="400"/>
                    </a:lnTo>
                    <a:lnTo>
                      <a:pt x="2758" y="539"/>
                    </a:lnTo>
                    <a:lnTo>
                      <a:pt x="0" y="141"/>
                    </a:lnTo>
                    <a:lnTo>
                      <a:pt x="0" y="0"/>
                    </a:lnTo>
                    <a:close/>
                  </a:path>
                </a:pathLst>
              </a:custGeom>
              <a:solidFill>
                <a:srgbClr val="E0E0E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04" name="Google Shape;604;p20"/>
              <p:cNvSpPr/>
              <p:nvPr/>
            </p:nvSpPr>
            <p:spPr>
              <a:xfrm>
                <a:off x="2528" y="2407"/>
                <a:ext cx="810" cy="380"/>
              </a:xfrm>
              <a:custGeom>
                <a:rect b="b" l="l" r="r" t="t"/>
                <a:pathLst>
                  <a:path extrusionOk="0" h="762" w="1619">
                    <a:moveTo>
                      <a:pt x="0" y="762"/>
                    </a:moveTo>
                    <a:lnTo>
                      <a:pt x="0" y="623"/>
                    </a:lnTo>
                    <a:lnTo>
                      <a:pt x="1619" y="0"/>
                    </a:lnTo>
                    <a:lnTo>
                      <a:pt x="1619" y="97"/>
                    </a:lnTo>
                    <a:lnTo>
                      <a:pt x="0" y="762"/>
                    </a:lnTo>
                    <a:close/>
                  </a:path>
                </a:pathLst>
              </a:custGeom>
              <a:solidFill>
                <a:srgbClr val="C0C0C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05" name="Google Shape;605;p20"/>
            <p:cNvGrpSpPr/>
            <p:nvPr/>
          </p:nvGrpSpPr>
          <p:grpSpPr>
            <a:xfrm>
              <a:off x="1497" y="1447"/>
              <a:ext cx="2264" cy="2704"/>
              <a:chOff x="1497" y="1447"/>
              <a:chExt cx="2264" cy="2704"/>
            </a:xfrm>
          </p:grpSpPr>
          <p:grpSp>
            <p:nvGrpSpPr>
              <p:cNvPr id="606" name="Google Shape;606;p20"/>
              <p:cNvGrpSpPr/>
              <p:nvPr/>
            </p:nvGrpSpPr>
            <p:grpSpPr>
              <a:xfrm>
                <a:off x="1497" y="1592"/>
                <a:ext cx="1528" cy="1069"/>
                <a:chOff x="1497" y="1592"/>
                <a:chExt cx="1528" cy="1069"/>
              </a:xfrm>
            </p:grpSpPr>
            <p:grpSp>
              <p:nvGrpSpPr>
                <p:cNvPr id="607" name="Google Shape;607;p20"/>
                <p:cNvGrpSpPr/>
                <p:nvPr/>
              </p:nvGrpSpPr>
              <p:grpSpPr>
                <a:xfrm>
                  <a:off x="1497" y="1592"/>
                  <a:ext cx="1180" cy="968"/>
                  <a:chOff x="1497" y="1592"/>
                  <a:chExt cx="1180" cy="968"/>
                </a:xfrm>
              </p:grpSpPr>
              <p:grpSp>
                <p:nvGrpSpPr>
                  <p:cNvPr id="608" name="Google Shape;608;p20"/>
                  <p:cNvGrpSpPr/>
                  <p:nvPr/>
                </p:nvGrpSpPr>
                <p:grpSpPr>
                  <a:xfrm>
                    <a:off x="1497" y="1592"/>
                    <a:ext cx="1180" cy="968"/>
                    <a:chOff x="1497" y="1592"/>
                    <a:chExt cx="1180" cy="968"/>
                  </a:xfrm>
                </p:grpSpPr>
                <p:grpSp>
                  <p:nvGrpSpPr>
                    <p:cNvPr id="609" name="Google Shape;609;p20"/>
                    <p:cNvGrpSpPr/>
                    <p:nvPr/>
                  </p:nvGrpSpPr>
                  <p:grpSpPr>
                    <a:xfrm>
                      <a:off x="1497" y="2138"/>
                      <a:ext cx="1180" cy="422"/>
                      <a:chOff x="1497" y="2138"/>
                      <a:chExt cx="1180" cy="422"/>
                    </a:xfrm>
                  </p:grpSpPr>
                  <p:sp>
                    <p:nvSpPr>
                      <p:cNvPr id="610" name="Google Shape;610;p20"/>
                      <p:cNvSpPr/>
                      <p:nvPr/>
                    </p:nvSpPr>
                    <p:spPr>
                      <a:xfrm>
                        <a:off x="2000" y="2138"/>
                        <a:ext cx="677" cy="422"/>
                      </a:xfrm>
                      <a:custGeom>
                        <a:rect b="b" l="l" r="r" t="t"/>
                        <a:pathLst>
                          <a:path extrusionOk="0" h="844" w="1354">
                            <a:moveTo>
                              <a:pt x="0" y="258"/>
                            </a:moveTo>
                            <a:lnTo>
                              <a:pt x="0" y="844"/>
                            </a:lnTo>
                            <a:lnTo>
                              <a:pt x="1354" y="412"/>
                            </a:lnTo>
                            <a:lnTo>
                              <a:pt x="1354" y="0"/>
                            </a:lnTo>
                            <a:lnTo>
                              <a:pt x="0" y="258"/>
                            </a:lnTo>
                            <a:close/>
                          </a:path>
                        </a:pathLst>
                      </a:custGeom>
                      <a:solidFill>
                        <a:srgbClr val="A0A0A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1" name="Google Shape;611;p20"/>
                      <p:cNvSpPr/>
                      <p:nvPr/>
                    </p:nvSpPr>
                    <p:spPr>
                      <a:xfrm>
                        <a:off x="1497" y="2238"/>
                        <a:ext cx="503" cy="322"/>
                      </a:xfrm>
                      <a:custGeom>
                        <a:rect b="b" l="l" r="r" t="t"/>
                        <a:pathLst>
                          <a:path extrusionOk="0" h="643" w="1007">
                            <a:moveTo>
                              <a:pt x="1007" y="57"/>
                            </a:moveTo>
                            <a:lnTo>
                              <a:pt x="1007" y="643"/>
                            </a:lnTo>
                            <a:lnTo>
                              <a:pt x="0" y="498"/>
                            </a:lnTo>
                            <a:lnTo>
                              <a:pt x="0" y="0"/>
                            </a:lnTo>
                            <a:lnTo>
                              <a:pt x="1007" y="57"/>
                            </a:lnTo>
                            <a:close/>
                          </a:path>
                        </a:pathLst>
                      </a:custGeom>
                      <a:solidFill>
                        <a:srgbClr val="80808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2" name="Google Shape;612;p20"/>
                      <p:cNvSpPr/>
                      <p:nvPr/>
                    </p:nvSpPr>
                    <p:spPr>
                      <a:xfrm>
                        <a:off x="1497" y="2138"/>
                        <a:ext cx="1180" cy="128"/>
                      </a:xfrm>
                      <a:custGeom>
                        <a:rect b="b" l="l" r="r" t="t"/>
                        <a:pathLst>
                          <a:path extrusionOk="0" h="258" w="2361">
                            <a:moveTo>
                              <a:pt x="0" y="201"/>
                            </a:moveTo>
                            <a:lnTo>
                              <a:pt x="1017" y="258"/>
                            </a:lnTo>
                            <a:lnTo>
                              <a:pt x="2361" y="0"/>
                            </a:lnTo>
                            <a:lnTo>
                              <a:pt x="1372" y="0"/>
                            </a:lnTo>
                            <a:lnTo>
                              <a:pt x="0" y="201"/>
                            </a:lnTo>
                            <a:close/>
                          </a:path>
                        </a:pathLst>
                      </a:custGeom>
                      <a:solidFill>
                        <a:srgbClr val="C0C0C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613" name="Google Shape;613;p20"/>
                    <p:cNvSpPr/>
                    <p:nvPr/>
                  </p:nvSpPr>
                  <p:spPr>
                    <a:xfrm>
                      <a:off x="1881" y="2103"/>
                      <a:ext cx="428" cy="120"/>
                    </a:xfrm>
                    <a:custGeom>
                      <a:rect b="b" l="l" r="r" t="t"/>
                      <a:pathLst>
                        <a:path extrusionOk="0" h="240" w="856">
                          <a:moveTo>
                            <a:pt x="0" y="137"/>
                          </a:moveTo>
                          <a:lnTo>
                            <a:pt x="0" y="214"/>
                          </a:lnTo>
                          <a:lnTo>
                            <a:pt x="400" y="240"/>
                          </a:lnTo>
                          <a:lnTo>
                            <a:pt x="856" y="154"/>
                          </a:lnTo>
                          <a:lnTo>
                            <a:pt x="856" y="0"/>
                          </a:lnTo>
                          <a:lnTo>
                            <a:pt x="0" y="137"/>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14" name="Google Shape;614;p20"/>
                    <p:cNvGrpSpPr/>
                    <p:nvPr/>
                  </p:nvGrpSpPr>
                  <p:grpSpPr>
                    <a:xfrm>
                      <a:off x="1587" y="1592"/>
                      <a:ext cx="955" cy="604"/>
                      <a:chOff x="1587" y="1592"/>
                      <a:chExt cx="955" cy="604"/>
                    </a:xfrm>
                  </p:grpSpPr>
                  <p:sp>
                    <p:nvSpPr>
                      <p:cNvPr id="615" name="Google Shape;615;p20"/>
                      <p:cNvSpPr/>
                      <p:nvPr/>
                    </p:nvSpPr>
                    <p:spPr>
                      <a:xfrm>
                        <a:off x="1996" y="1592"/>
                        <a:ext cx="546" cy="589"/>
                      </a:xfrm>
                      <a:custGeom>
                        <a:rect b="b" l="l" r="r" t="t"/>
                        <a:pathLst>
                          <a:path extrusionOk="0" h="1179" w="1093">
                            <a:moveTo>
                              <a:pt x="154" y="1179"/>
                            </a:moveTo>
                            <a:lnTo>
                              <a:pt x="0" y="38"/>
                            </a:lnTo>
                            <a:lnTo>
                              <a:pt x="941" y="0"/>
                            </a:lnTo>
                            <a:lnTo>
                              <a:pt x="1093" y="1016"/>
                            </a:lnTo>
                            <a:lnTo>
                              <a:pt x="154" y="1179"/>
                            </a:lnTo>
                            <a:close/>
                          </a:path>
                        </a:pathLst>
                      </a:custGeom>
                      <a:solidFill>
                        <a:srgbClr val="A0A0A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6" name="Google Shape;616;p20"/>
                      <p:cNvSpPr/>
                      <p:nvPr/>
                    </p:nvSpPr>
                    <p:spPr>
                      <a:xfrm>
                        <a:off x="1587" y="1610"/>
                        <a:ext cx="486" cy="586"/>
                      </a:xfrm>
                      <a:custGeom>
                        <a:rect b="b" l="l" r="r" t="t"/>
                        <a:pathLst>
                          <a:path extrusionOk="0" h="1171" w="970">
                            <a:moveTo>
                              <a:pt x="816" y="0"/>
                            </a:moveTo>
                            <a:lnTo>
                              <a:pt x="0" y="259"/>
                            </a:lnTo>
                            <a:lnTo>
                              <a:pt x="116" y="1171"/>
                            </a:lnTo>
                            <a:lnTo>
                              <a:pt x="970" y="1142"/>
                            </a:lnTo>
                            <a:lnTo>
                              <a:pt x="816" y="0"/>
                            </a:lnTo>
                            <a:close/>
                          </a:path>
                        </a:pathLst>
                      </a:custGeom>
                      <a:solidFill>
                        <a:srgbClr val="80808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17" name="Google Shape;617;p20"/>
                      <p:cNvSpPr/>
                      <p:nvPr/>
                    </p:nvSpPr>
                    <p:spPr>
                      <a:xfrm>
                        <a:off x="2087" y="1650"/>
                        <a:ext cx="393" cy="443"/>
                      </a:xfrm>
                      <a:custGeom>
                        <a:rect b="b" l="l" r="r" t="t"/>
                        <a:pathLst>
                          <a:path extrusionOk="0" h="888" w="785">
                            <a:moveTo>
                              <a:pt x="0" y="40"/>
                            </a:moveTo>
                            <a:lnTo>
                              <a:pt x="110" y="888"/>
                            </a:lnTo>
                            <a:lnTo>
                              <a:pt x="785" y="788"/>
                            </a:lnTo>
                            <a:lnTo>
                              <a:pt x="669" y="0"/>
                            </a:lnTo>
                            <a:lnTo>
                              <a:pt x="0" y="40"/>
                            </a:lnTo>
                            <a:close/>
                          </a:path>
                        </a:pathLst>
                      </a:custGeom>
                      <a:solidFill>
                        <a:srgbClr val="00C0C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nvGrpSpPr>
                  <p:cNvPr id="618" name="Google Shape;618;p20"/>
                  <p:cNvGrpSpPr/>
                  <p:nvPr/>
                </p:nvGrpSpPr>
                <p:grpSpPr>
                  <a:xfrm>
                    <a:off x="2244" y="2183"/>
                    <a:ext cx="385" cy="275"/>
                    <a:chOff x="2244" y="2183"/>
                    <a:chExt cx="385" cy="275"/>
                  </a:xfrm>
                </p:grpSpPr>
                <p:sp>
                  <p:nvSpPr>
                    <p:cNvPr id="619" name="Google Shape;619;p20"/>
                    <p:cNvSpPr/>
                    <p:nvPr/>
                  </p:nvSpPr>
                  <p:spPr>
                    <a:xfrm>
                      <a:off x="2244" y="2183"/>
                      <a:ext cx="385" cy="275"/>
                    </a:xfrm>
                    <a:custGeom>
                      <a:rect b="b" l="l" r="r" t="t"/>
                      <a:pathLst>
                        <a:path extrusionOk="0" h="550" w="769">
                          <a:moveTo>
                            <a:pt x="769" y="0"/>
                          </a:moveTo>
                          <a:lnTo>
                            <a:pt x="0" y="164"/>
                          </a:lnTo>
                          <a:lnTo>
                            <a:pt x="0" y="550"/>
                          </a:lnTo>
                          <a:lnTo>
                            <a:pt x="769" y="310"/>
                          </a:lnTo>
                          <a:lnTo>
                            <a:pt x="769" y="0"/>
                          </a:lnTo>
                          <a:close/>
                        </a:path>
                      </a:pathLst>
                    </a:custGeom>
                    <a:solidFill>
                      <a:srgbClr val="40404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20" name="Google Shape;620;p20"/>
                    <p:cNvCxnSpPr/>
                    <p:nvPr/>
                  </p:nvCxnSpPr>
                  <p:spPr>
                    <a:xfrm flipH="1" rot="10800000">
                      <a:off x="2497" y="2247"/>
                      <a:ext cx="98" cy="26"/>
                    </a:xfrm>
                    <a:prstGeom prst="straightConnector1">
                      <a:avLst/>
                    </a:prstGeom>
                    <a:noFill/>
                    <a:ln cap="flat" cmpd="sng" w="33325">
                      <a:solidFill>
                        <a:srgbClr val="000000"/>
                      </a:solidFill>
                      <a:prstDash val="solid"/>
                      <a:miter lim="800000"/>
                      <a:headEnd len="med" w="med" type="none"/>
                      <a:tailEnd len="med" w="med" type="none"/>
                    </a:ln>
                  </p:spPr>
                </p:cxnSp>
                <p:cxnSp>
                  <p:nvCxnSpPr>
                    <p:cNvPr id="621" name="Google Shape;621;p20"/>
                    <p:cNvCxnSpPr/>
                    <p:nvPr/>
                  </p:nvCxnSpPr>
                  <p:spPr>
                    <a:xfrm flipH="1">
                      <a:off x="2310" y="2286"/>
                      <a:ext cx="130" cy="32"/>
                    </a:xfrm>
                    <a:prstGeom prst="straightConnector1">
                      <a:avLst/>
                    </a:prstGeom>
                    <a:noFill/>
                    <a:ln cap="flat" cmpd="sng" w="33325">
                      <a:solidFill>
                        <a:srgbClr val="000000"/>
                      </a:solidFill>
                      <a:prstDash val="solid"/>
                      <a:miter lim="800000"/>
                      <a:headEnd len="med" w="med" type="none"/>
                      <a:tailEnd len="med" w="med" type="none"/>
                    </a:ln>
                  </p:spPr>
                </p:cxnSp>
                <p:cxnSp>
                  <p:nvCxnSpPr>
                    <p:cNvPr id="622" name="Google Shape;622;p20"/>
                    <p:cNvCxnSpPr/>
                    <p:nvPr/>
                  </p:nvCxnSpPr>
                  <p:spPr>
                    <a:xfrm>
                      <a:off x="2467" y="2216"/>
                      <a:ext cx="1" cy="173"/>
                    </a:xfrm>
                    <a:prstGeom prst="straightConnector1">
                      <a:avLst/>
                    </a:prstGeom>
                    <a:noFill/>
                    <a:ln cap="flat" cmpd="sng" w="11100">
                      <a:solidFill>
                        <a:srgbClr val="000000"/>
                      </a:solidFill>
                      <a:prstDash val="solid"/>
                      <a:miter lim="800000"/>
                      <a:headEnd len="med" w="med" type="none"/>
                      <a:tailEnd len="med" w="med" type="none"/>
                    </a:ln>
                  </p:spPr>
                </p:cxnSp>
                <p:cxnSp>
                  <p:nvCxnSpPr>
                    <p:cNvPr id="623" name="Google Shape;623;p20"/>
                    <p:cNvCxnSpPr/>
                    <p:nvPr/>
                  </p:nvCxnSpPr>
                  <p:spPr>
                    <a:xfrm>
                      <a:off x="2282" y="2258"/>
                      <a:ext cx="1" cy="188"/>
                    </a:xfrm>
                    <a:prstGeom prst="straightConnector1">
                      <a:avLst/>
                    </a:prstGeom>
                    <a:noFill/>
                    <a:ln cap="flat" cmpd="sng" w="11100">
                      <a:solidFill>
                        <a:srgbClr val="000000"/>
                      </a:solidFill>
                      <a:prstDash val="solid"/>
                      <a:miter lim="800000"/>
                      <a:headEnd len="med" w="med" type="none"/>
                      <a:tailEnd len="med" w="med" type="none"/>
                    </a:ln>
                  </p:spPr>
                </p:cxnSp>
                <p:cxnSp>
                  <p:nvCxnSpPr>
                    <p:cNvPr id="624" name="Google Shape;624;p20"/>
                    <p:cNvCxnSpPr/>
                    <p:nvPr/>
                  </p:nvCxnSpPr>
                  <p:spPr>
                    <a:xfrm flipH="1">
                      <a:off x="2282" y="2254"/>
                      <a:ext cx="345" cy="90"/>
                    </a:xfrm>
                    <a:prstGeom prst="straightConnector1">
                      <a:avLst/>
                    </a:prstGeom>
                    <a:noFill/>
                    <a:ln cap="flat" cmpd="sng" w="11100">
                      <a:solidFill>
                        <a:srgbClr val="000000"/>
                      </a:solidFill>
                      <a:prstDash val="solid"/>
                      <a:miter lim="800000"/>
                      <a:headEnd len="med" w="med" type="none"/>
                      <a:tailEnd len="med" w="med" type="none"/>
                    </a:ln>
                  </p:spPr>
                </p:cxnSp>
                <p:cxnSp>
                  <p:nvCxnSpPr>
                    <p:cNvPr id="625" name="Google Shape;625;p20"/>
                    <p:cNvCxnSpPr/>
                    <p:nvPr/>
                  </p:nvCxnSpPr>
                  <p:spPr>
                    <a:xfrm flipH="1" rot="10800000">
                      <a:off x="2282" y="2224"/>
                      <a:ext cx="347" cy="82"/>
                    </a:xfrm>
                    <a:prstGeom prst="straightConnector1">
                      <a:avLst/>
                    </a:prstGeom>
                    <a:noFill/>
                    <a:ln cap="flat" cmpd="sng" w="11100">
                      <a:solidFill>
                        <a:srgbClr val="000000"/>
                      </a:solidFill>
                      <a:prstDash val="solid"/>
                      <a:miter lim="800000"/>
                      <a:headEnd len="med" w="med" type="none"/>
                      <a:tailEnd len="med" w="med" type="none"/>
                    </a:ln>
                  </p:spPr>
                </p:cxnSp>
              </p:grpSp>
            </p:grpSp>
            <p:grpSp>
              <p:nvGrpSpPr>
                <p:cNvPr id="626" name="Google Shape;626;p20"/>
                <p:cNvGrpSpPr/>
                <p:nvPr/>
              </p:nvGrpSpPr>
              <p:grpSpPr>
                <a:xfrm>
                  <a:off x="2104" y="2189"/>
                  <a:ext cx="921" cy="472"/>
                  <a:chOff x="2104" y="2189"/>
                  <a:chExt cx="921" cy="472"/>
                </a:xfrm>
              </p:grpSpPr>
              <p:grpSp>
                <p:nvGrpSpPr>
                  <p:cNvPr id="627" name="Google Shape;627;p20"/>
                  <p:cNvGrpSpPr/>
                  <p:nvPr/>
                </p:nvGrpSpPr>
                <p:grpSpPr>
                  <a:xfrm>
                    <a:off x="2163" y="2446"/>
                    <a:ext cx="149" cy="111"/>
                    <a:chOff x="2163" y="2446"/>
                    <a:chExt cx="149" cy="111"/>
                  </a:xfrm>
                </p:grpSpPr>
                <p:sp>
                  <p:nvSpPr>
                    <p:cNvPr id="628" name="Google Shape;628;p20"/>
                    <p:cNvSpPr/>
                    <p:nvPr/>
                  </p:nvSpPr>
                  <p:spPr>
                    <a:xfrm>
                      <a:off x="2163" y="2446"/>
                      <a:ext cx="43" cy="111"/>
                    </a:xfrm>
                    <a:custGeom>
                      <a:rect b="b" l="l" r="r" t="t"/>
                      <a:pathLst>
                        <a:path extrusionOk="0" h="223" w="87">
                          <a:moveTo>
                            <a:pt x="26" y="0"/>
                          </a:moveTo>
                          <a:lnTo>
                            <a:pt x="0" y="209"/>
                          </a:lnTo>
                          <a:lnTo>
                            <a:pt x="62" y="223"/>
                          </a:lnTo>
                          <a:lnTo>
                            <a:pt x="87" y="10"/>
                          </a:lnTo>
                          <a:lnTo>
                            <a:pt x="26" y="0"/>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29" name="Google Shape;629;p20"/>
                    <p:cNvSpPr/>
                    <p:nvPr/>
                  </p:nvSpPr>
                  <p:spPr>
                    <a:xfrm>
                      <a:off x="2194" y="2460"/>
                      <a:ext cx="118" cy="97"/>
                    </a:xfrm>
                    <a:custGeom>
                      <a:rect b="b" l="l" r="r" t="t"/>
                      <a:pathLst>
                        <a:path extrusionOk="0" h="193" w="237">
                          <a:moveTo>
                            <a:pt x="21" y="6"/>
                          </a:moveTo>
                          <a:lnTo>
                            <a:pt x="0" y="193"/>
                          </a:lnTo>
                          <a:lnTo>
                            <a:pt x="237" y="96"/>
                          </a:lnTo>
                          <a:lnTo>
                            <a:pt x="144" y="67"/>
                          </a:lnTo>
                          <a:lnTo>
                            <a:pt x="61" y="110"/>
                          </a:lnTo>
                          <a:lnTo>
                            <a:pt x="87" y="0"/>
                          </a:lnTo>
                          <a:lnTo>
                            <a:pt x="21" y="6"/>
                          </a:lnTo>
                          <a:close/>
                        </a:path>
                      </a:pathLst>
                    </a:custGeom>
                    <a:solidFill>
                      <a:srgbClr val="40404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30" name="Google Shape;630;p20"/>
                  <p:cNvGrpSpPr/>
                  <p:nvPr/>
                </p:nvGrpSpPr>
                <p:grpSpPr>
                  <a:xfrm>
                    <a:off x="2104" y="2189"/>
                    <a:ext cx="921" cy="472"/>
                    <a:chOff x="2104" y="2189"/>
                    <a:chExt cx="921" cy="472"/>
                  </a:xfrm>
                </p:grpSpPr>
                <p:sp>
                  <p:nvSpPr>
                    <p:cNvPr id="631" name="Google Shape;631;p20"/>
                    <p:cNvSpPr/>
                    <p:nvPr/>
                  </p:nvSpPr>
                  <p:spPr>
                    <a:xfrm>
                      <a:off x="2120" y="2189"/>
                      <a:ext cx="902" cy="417"/>
                    </a:xfrm>
                    <a:custGeom>
                      <a:rect b="b" l="l" r="r" t="t"/>
                      <a:pathLst>
                        <a:path extrusionOk="0" h="836" w="1804">
                          <a:moveTo>
                            <a:pt x="0" y="355"/>
                          </a:moveTo>
                          <a:lnTo>
                            <a:pt x="865" y="836"/>
                          </a:lnTo>
                          <a:lnTo>
                            <a:pt x="1804" y="365"/>
                          </a:lnTo>
                          <a:lnTo>
                            <a:pt x="1085" y="0"/>
                          </a:lnTo>
                          <a:lnTo>
                            <a:pt x="0" y="355"/>
                          </a:lnTo>
                          <a:close/>
                        </a:path>
                      </a:pathLst>
                    </a:custGeom>
                    <a:solidFill>
                      <a:srgbClr val="80808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2" name="Google Shape;632;p20"/>
                    <p:cNvSpPr/>
                    <p:nvPr/>
                  </p:nvSpPr>
                  <p:spPr>
                    <a:xfrm>
                      <a:off x="2104" y="2364"/>
                      <a:ext cx="451" cy="295"/>
                    </a:xfrm>
                    <a:custGeom>
                      <a:rect b="b" l="l" r="r" t="t"/>
                      <a:pathLst>
                        <a:path extrusionOk="0" h="590" w="903">
                          <a:moveTo>
                            <a:pt x="32" y="0"/>
                          </a:moveTo>
                          <a:lnTo>
                            <a:pt x="903" y="488"/>
                          </a:lnTo>
                          <a:lnTo>
                            <a:pt x="877" y="590"/>
                          </a:lnTo>
                          <a:lnTo>
                            <a:pt x="0" y="94"/>
                          </a:lnTo>
                          <a:lnTo>
                            <a:pt x="32" y="0"/>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3" name="Google Shape;633;p20"/>
                    <p:cNvSpPr/>
                    <p:nvPr/>
                  </p:nvSpPr>
                  <p:spPr>
                    <a:xfrm>
                      <a:off x="2542" y="2371"/>
                      <a:ext cx="483" cy="290"/>
                    </a:xfrm>
                    <a:custGeom>
                      <a:rect b="b" l="l" r="r" t="t"/>
                      <a:pathLst>
                        <a:path extrusionOk="0" h="580" w="966">
                          <a:moveTo>
                            <a:pt x="0" y="580"/>
                          </a:moveTo>
                          <a:lnTo>
                            <a:pt x="30" y="471"/>
                          </a:lnTo>
                          <a:lnTo>
                            <a:pt x="966" y="0"/>
                          </a:lnTo>
                          <a:lnTo>
                            <a:pt x="933" y="87"/>
                          </a:lnTo>
                          <a:lnTo>
                            <a:pt x="0" y="580"/>
                          </a:lnTo>
                          <a:close/>
                        </a:path>
                      </a:pathLst>
                    </a:custGeom>
                    <a:solidFill>
                      <a:srgbClr val="40404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4" name="Google Shape;634;p20"/>
                    <p:cNvSpPr/>
                    <p:nvPr/>
                  </p:nvSpPr>
                  <p:spPr>
                    <a:xfrm>
                      <a:off x="2296" y="2386"/>
                      <a:ext cx="364" cy="185"/>
                    </a:xfrm>
                    <a:custGeom>
                      <a:rect b="b" l="l" r="r" t="t"/>
                      <a:pathLst>
                        <a:path extrusionOk="0" h="370" w="729">
                          <a:moveTo>
                            <a:pt x="0" y="97"/>
                          </a:moveTo>
                          <a:lnTo>
                            <a:pt x="253" y="0"/>
                          </a:lnTo>
                          <a:lnTo>
                            <a:pt x="729" y="258"/>
                          </a:lnTo>
                          <a:lnTo>
                            <a:pt x="486" y="370"/>
                          </a:lnTo>
                          <a:lnTo>
                            <a:pt x="0" y="97"/>
                          </a:lnTo>
                          <a:close/>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5" name="Google Shape;635;p20"/>
                    <p:cNvSpPr/>
                    <p:nvPr/>
                  </p:nvSpPr>
                  <p:spPr>
                    <a:xfrm>
                      <a:off x="2444" y="2256"/>
                      <a:ext cx="536" cy="248"/>
                    </a:xfrm>
                    <a:custGeom>
                      <a:rect b="b" l="l" r="r" t="t"/>
                      <a:pathLst>
                        <a:path extrusionOk="0" h="497" w="1073">
                          <a:moveTo>
                            <a:pt x="0" y="241"/>
                          </a:moveTo>
                          <a:lnTo>
                            <a:pt x="469" y="497"/>
                          </a:lnTo>
                          <a:lnTo>
                            <a:pt x="1073" y="213"/>
                          </a:lnTo>
                          <a:lnTo>
                            <a:pt x="633" y="0"/>
                          </a:lnTo>
                          <a:lnTo>
                            <a:pt x="0" y="241"/>
                          </a:lnTo>
                          <a:close/>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6" name="Google Shape;636;p20"/>
                    <p:cNvSpPr/>
                    <p:nvPr/>
                  </p:nvSpPr>
                  <p:spPr>
                    <a:xfrm>
                      <a:off x="2163" y="2202"/>
                      <a:ext cx="590" cy="227"/>
                    </a:xfrm>
                    <a:custGeom>
                      <a:rect b="b" l="l" r="r" t="t"/>
                      <a:pathLst>
                        <a:path extrusionOk="0" h="453" w="1181">
                          <a:moveTo>
                            <a:pt x="246" y="453"/>
                          </a:moveTo>
                          <a:lnTo>
                            <a:pt x="0" y="327"/>
                          </a:lnTo>
                          <a:lnTo>
                            <a:pt x="991" y="0"/>
                          </a:lnTo>
                          <a:lnTo>
                            <a:pt x="1181" y="93"/>
                          </a:lnTo>
                          <a:lnTo>
                            <a:pt x="246" y="453"/>
                          </a:lnTo>
                          <a:close/>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637" name="Google Shape;637;p20"/>
                    <p:cNvCxnSpPr/>
                    <p:nvPr/>
                  </p:nvCxnSpPr>
                  <p:spPr>
                    <a:xfrm flipH="1" rot="10800000">
                      <a:off x="2179" y="2209"/>
                      <a:ext cx="504" cy="177"/>
                    </a:xfrm>
                    <a:prstGeom prst="straightConnector1">
                      <a:avLst/>
                    </a:prstGeom>
                    <a:noFill/>
                    <a:ln cap="flat" cmpd="sng" w="22225">
                      <a:solidFill>
                        <a:srgbClr val="808080"/>
                      </a:solidFill>
                      <a:prstDash val="solid"/>
                      <a:miter lim="800000"/>
                      <a:headEnd len="med" w="med" type="none"/>
                      <a:tailEnd len="med" w="med" type="none"/>
                    </a:ln>
                  </p:spPr>
                </p:cxnSp>
                <p:cxnSp>
                  <p:nvCxnSpPr>
                    <p:cNvPr id="638" name="Google Shape;638;p20"/>
                    <p:cNvCxnSpPr/>
                    <p:nvPr/>
                  </p:nvCxnSpPr>
                  <p:spPr>
                    <a:xfrm flipH="1" rot="10800000">
                      <a:off x="2222" y="2221"/>
                      <a:ext cx="488" cy="179"/>
                    </a:xfrm>
                    <a:prstGeom prst="straightConnector1">
                      <a:avLst/>
                    </a:prstGeom>
                    <a:noFill/>
                    <a:ln cap="flat" cmpd="sng" w="22225">
                      <a:solidFill>
                        <a:srgbClr val="808080"/>
                      </a:solidFill>
                      <a:prstDash val="solid"/>
                      <a:miter lim="800000"/>
                      <a:headEnd len="med" w="med" type="none"/>
                      <a:tailEnd len="med" w="med" type="none"/>
                    </a:ln>
                  </p:spPr>
                </p:cxnSp>
                <p:cxnSp>
                  <p:nvCxnSpPr>
                    <p:cNvPr id="639" name="Google Shape;639;p20"/>
                    <p:cNvCxnSpPr/>
                    <p:nvPr/>
                  </p:nvCxnSpPr>
                  <p:spPr>
                    <a:xfrm flipH="1" rot="10800000">
                      <a:off x="2252" y="2236"/>
                      <a:ext cx="478" cy="184"/>
                    </a:xfrm>
                    <a:prstGeom prst="straightConnector1">
                      <a:avLst/>
                    </a:prstGeom>
                    <a:noFill/>
                    <a:ln cap="flat" cmpd="sng" w="22225">
                      <a:solidFill>
                        <a:srgbClr val="808080"/>
                      </a:solidFill>
                      <a:prstDash val="solid"/>
                      <a:miter lim="800000"/>
                      <a:headEnd len="med" w="med" type="none"/>
                      <a:tailEnd len="med" w="med" type="none"/>
                    </a:ln>
                  </p:spPr>
                </p:cxnSp>
                <p:cxnSp>
                  <p:nvCxnSpPr>
                    <p:cNvPr id="640" name="Google Shape;640;p20"/>
                    <p:cNvCxnSpPr/>
                    <p:nvPr/>
                  </p:nvCxnSpPr>
                  <p:spPr>
                    <a:xfrm flipH="1" rot="10800000">
                      <a:off x="2323" y="2266"/>
                      <a:ext cx="468" cy="190"/>
                    </a:xfrm>
                    <a:prstGeom prst="straightConnector1">
                      <a:avLst/>
                    </a:prstGeom>
                    <a:noFill/>
                    <a:ln cap="flat" cmpd="sng" w="22225">
                      <a:solidFill>
                        <a:srgbClr val="808080"/>
                      </a:solidFill>
                      <a:prstDash val="solid"/>
                      <a:miter lim="800000"/>
                      <a:headEnd len="med" w="med" type="none"/>
                      <a:tailEnd len="med" w="med" type="none"/>
                    </a:ln>
                  </p:spPr>
                </p:cxnSp>
                <p:cxnSp>
                  <p:nvCxnSpPr>
                    <p:cNvPr id="641" name="Google Shape;641;p20"/>
                    <p:cNvCxnSpPr/>
                    <p:nvPr/>
                  </p:nvCxnSpPr>
                  <p:spPr>
                    <a:xfrm flipH="1" rot="10800000">
                      <a:off x="2362" y="2286"/>
                      <a:ext cx="465" cy="192"/>
                    </a:xfrm>
                    <a:prstGeom prst="straightConnector1">
                      <a:avLst/>
                    </a:prstGeom>
                    <a:noFill/>
                    <a:ln cap="flat" cmpd="sng" w="22225">
                      <a:solidFill>
                        <a:srgbClr val="808080"/>
                      </a:solidFill>
                      <a:prstDash val="solid"/>
                      <a:miter lim="800000"/>
                      <a:headEnd len="med" w="med" type="none"/>
                      <a:tailEnd len="med" w="med" type="none"/>
                    </a:ln>
                  </p:spPr>
                </p:cxnSp>
                <p:cxnSp>
                  <p:nvCxnSpPr>
                    <p:cNvPr id="642" name="Google Shape;642;p20"/>
                    <p:cNvCxnSpPr/>
                    <p:nvPr/>
                  </p:nvCxnSpPr>
                  <p:spPr>
                    <a:xfrm flipH="1" rot="10800000">
                      <a:off x="2399" y="2303"/>
                      <a:ext cx="466" cy="200"/>
                    </a:xfrm>
                    <a:prstGeom prst="straightConnector1">
                      <a:avLst/>
                    </a:prstGeom>
                    <a:noFill/>
                    <a:ln cap="flat" cmpd="sng" w="22225">
                      <a:solidFill>
                        <a:srgbClr val="808080"/>
                      </a:solidFill>
                      <a:prstDash val="solid"/>
                      <a:miter lim="800000"/>
                      <a:headEnd len="med" w="med" type="none"/>
                      <a:tailEnd len="med" w="med" type="none"/>
                    </a:ln>
                  </p:spPr>
                </p:cxnSp>
                <p:cxnSp>
                  <p:nvCxnSpPr>
                    <p:cNvPr id="643" name="Google Shape;643;p20"/>
                    <p:cNvCxnSpPr/>
                    <p:nvPr/>
                  </p:nvCxnSpPr>
                  <p:spPr>
                    <a:xfrm flipH="1" rot="10800000">
                      <a:off x="2445" y="2321"/>
                      <a:ext cx="450" cy="200"/>
                    </a:xfrm>
                    <a:prstGeom prst="straightConnector1">
                      <a:avLst/>
                    </a:prstGeom>
                    <a:noFill/>
                    <a:ln cap="flat" cmpd="sng" w="22225">
                      <a:solidFill>
                        <a:srgbClr val="808080"/>
                      </a:solidFill>
                      <a:prstDash val="solid"/>
                      <a:miter lim="800000"/>
                      <a:headEnd len="med" w="med" type="none"/>
                      <a:tailEnd len="med" w="med" type="none"/>
                    </a:ln>
                  </p:spPr>
                </p:cxnSp>
                <p:cxnSp>
                  <p:nvCxnSpPr>
                    <p:cNvPr id="644" name="Google Shape;644;p20"/>
                    <p:cNvCxnSpPr/>
                    <p:nvPr/>
                  </p:nvCxnSpPr>
                  <p:spPr>
                    <a:xfrm flipH="1" rot="10800000">
                      <a:off x="2489" y="2343"/>
                      <a:ext cx="446" cy="201"/>
                    </a:xfrm>
                    <a:prstGeom prst="straightConnector1">
                      <a:avLst/>
                    </a:prstGeom>
                    <a:noFill/>
                    <a:ln cap="flat" cmpd="sng" w="22225">
                      <a:solidFill>
                        <a:srgbClr val="808080"/>
                      </a:solidFill>
                      <a:prstDash val="solid"/>
                      <a:miter lim="800000"/>
                      <a:headEnd len="med" w="med" type="none"/>
                      <a:tailEnd len="med" w="med" type="none"/>
                    </a:ln>
                  </p:spPr>
                </p:cxnSp>
                <p:cxnSp>
                  <p:nvCxnSpPr>
                    <p:cNvPr id="645" name="Google Shape;645;p20"/>
                    <p:cNvCxnSpPr/>
                    <p:nvPr/>
                  </p:nvCxnSpPr>
                  <p:spPr>
                    <a:xfrm>
                      <a:off x="2337" y="2418"/>
                      <a:ext cx="240" cy="137"/>
                    </a:xfrm>
                    <a:prstGeom prst="straightConnector1">
                      <a:avLst/>
                    </a:prstGeom>
                    <a:noFill/>
                    <a:ln cap="flat" cmpd="sng" w="22225">
                      <a:solidFill>
                        <a:srgbClr val="808080"/>
                      </a:solidFill>
                      <a:prstDash val="solid"/>
                      <a:miter lim="800000"/>
                      <a:headEnd len="med" w="med" type="none"/>
                      <a:tailEnd len="med" w="med" type="none"/>
                    </a:ln>
                  </p:spPr>
                </p:cxnSp>
                <p:cxnSp>
                  <p:nvCxnSpPr>
                    <p:cNvPr id="646" name="Google Shape;646;p20"/>
                    <p:cNvCxnSpPr/>
                    <p:nvPr/>
                  </p:nvCxnSpPr>
                  <p:spPr>
                    <a:xfrm>
                      <a:off x="2387" y="2400"/>
                      <a:ext cx="236" cy="131"/>
                    </a:xfrm>
                    <a:prstGeom prst="straightConnector1">
                      <a:avLst/>
                    </a:prstGeom>
                    <a:noFill/>
                    <a:ln cap="flat" cmpd="sng" w="22225">
                      <a:solidFill>
                        <a:srgbClr val="808080"/>
                      </a:solidFill>
                      <a:prstDash val="solid"/>
                      <a:miter lim="800000"/>
                      <a:headEnd len="med" w="med" type="none"/>
                      <a:tailEnd len="med" w="med" type="none"/>
                    </a:ln>
                  </p:spPr>
                </p:cxnSp>
                <p:cxnSp>
                  <p:nvCxnSpPr>
                    <p:cNvPr id="647" name="Google Shape;647;p20"/>
                    <p:cNvCxnSpPr/>
                    <p:nvPr/>
                  </p:nvCxnSpPr>
                  <p:spPr>
                    <a:xfrm>
                      <a:off x="2494" y="2358"/>
                      <a:ext cx="229" cy="125"/>
                    </a:xfrm>
                    <a:prstGeom prst="straightConnector1">
                      <a:avLst/>
                    </a:prstGeom>
                    <a:noFill/>
                    <a:ln cap="flat" cmpd="sng" w="22225">
                      <a:solidFill>
                        <a:srgbClr val="808080"/>
                      </a:solidFill>
                      <a:prstDash val="solid"/>
                      <a:miter lim="800000"/>
                      <a:headEnd len="med" w="med" type="none"/>
                      <a:tailEnd len="med" w="med" type="none"/>
                    </a:ln>
                  </p:spPr>
                </p:cxnSp>
                <p:cxnSp>
                  <p:nvCxnSpPr>
                    <p:cNvPr id="648" name="Google Shape;648;p20"/>
                    <p:cNvCxnSpPr/>
                    <p:nvPr/>
                  </p:nvCxnSpPr>
                  <p:spPr>
                    <a:xfrm>
                      <a:off x="2548" y="2337"/>
                      <a:ext cx="228" cy="124"/>
                    </a:xfrm>
                    <a:prstGeom prst="straightConnector1">
                      <a:avLst/>
                    </a:prstGeom>
                    <a:noFill/>
                    <a:ln cap="flat" cmpd="sng" w="22225">
                      <a:solidFill>
                        <a:srgbClr val="808080"/>
                      </a:solidFill>
                      <a:prstDash val="solid"/>
                      <a:miter lim="800000"/>
                      <a:headEnd len="med" w="med" type="none"/>
                      <a:tailEnd len="med" w="med" type="none"/>
                    </a:ln>
                  </p:spPr>
                </p:cxnSp>
                <p:cxnSp>
                  <p:nvCxnSpPr>
                    <p:cNvPr id="649" name="Google Shape;649;p20"/>
                    <p:cNvCxnSpPr/>
                    <p:nvPr/>
                  </p:nvCxnSpPr>
                  <p:spPr>
                    <a:xfrm>
                      <a:off x="2604" y="2318"/>
                      <a:ext cx="221" cy="123"/>
                    </a:xfrm>
                    <a:prstGeom prst="straightConnector1">
                      <a:avLst/>
                    </a:prstGeom>
                    <a:noFill/>
                    <a:ln cap="flat" cmpd="sng" w="22225">
                      <a:solidFill>
                        <a:srgbClr val="808080"/>
                      </a:solidFill>
                      <a:prstDash val="solid"/>
                      <a:miter lim="800000"/>
                      <a:headEnd len="med" w="med" type="none"/>
                      <a:tailEnd len="med" w="med" type="none"/>
                    </a:ln>
                  </p:spPr>
                </p:cxnSp>
                <p:cxnSp>
                  <p:nvCxnSpPr>
                    <p:cNvPr id="650" name="Google Shape;650;p20"/>
                    <p:cNvCxnSpPr/>
                    <p:nvPr/>
                  </p:nvCxnSpPr>
                  <p:spPr>
                    <a:xfrm>
                      <a:off x="2652" y="2298"/>
                      <a:ext cx="218" cy="118"/>
                    </a:xfrm>
                    <a:prstGeom prst="straightConnector1">
                      <a:avLst/>
                    </a:prstGeom>
                    <a:noFill/>
                    <a:ln cap="flat" cmpd="sng" w="22225">
                      <a:solidFill>
                        <a:srgbClr val="808080"/>
                      </a:solidFill>
                      <a:prstDash val="solid"/>
                      <a:miter lim="800000"/>
                      <a:headEnd len="med" w="med" type="none"/>
                      <a:tailEnd len="med" w="med" type="none"/>
                    </a:ln>
                  </p:spPr>
                </p:cxnSp>
                <p:cxnSp>
                  <p:nvCxnSpPr>
                    <p:cNvPr id="651" name="Google Shape;651;p20"/>
                    <p:cNvCxnSpPr/>
                    <p:nvPr/>
                  </p:nvCxnSpPr>
                  <p:spPr>
                    <a:xfrm>
                      <a:off x="2701" y="2278"/>
                      <a:ext cx="217" cy="113"/>
                    </a:xfrm>
                    <a:prstGeom prst="straightConnector1">
                      <a:avLst/>
                    </a:prstGeom>
                    <a:noFill/>
                    <a:ln cap="flat" cmpd="sng" w="22225">
                      <a:solidFill>
                        <a:srgbClr val="808080"/>
                      </a:solidFill>
                      <a:prstDash val="solid"/>
                      <a:miter lim="800000"/>
                      <a:headEnd len="med" w="med" type="none"/>
                      <a:tailEnd len="med" w="med" type="none"/>
                    </a:ln>
                  </p:spPr>
                </p:cxnSp>
                <p:cxnSp>
                  <p:nvCxnSpPr>
                    <p:cNvPr id="652" name="Google Shape;652;p20"/>
                    <p:cNvCxnSpPr/>
                    <p:nvPr/>
                  </p:nvCxnSpPr>
                  <p:spPr>
                    <a:xfrm>
                      <a:off x="2235" y="2341"/>
                      <a:ext cx="115" cy="60"/>
                    </a:xfrm>
                    <a:prstGeom prst="straightConnector1">
                      <a:avLst/>
                    </a:prstGeom>
                    <a:noFill/>
                    <a:ln cap="flat" cmpd="sng" w="22225">
                      <a:solidFill>
                        <a:srgbClr val="808080"/>
                      </a:solidFill>
                      <a:prstDash val="solid"/>
                      <a:miter lim="800000"/>
                      <a:headEnd len="med" w="med" type="none"/>
                      <a:tailEnd len="med" w="med" type="none"/>
                    </a:ln>
                  </p:spPr>
                </p:cxnSp>
                <p:cxnSp>
                  <p:nvCxnSpPr>
                    <p:cNvPr id="653" name="Google Shape;653;p20"/>
                    <p:cNvCxnSpPr/>
                    <p:nvPr/>
                  </p:nvCxnSpPr>
                  <p:spPr>
                    <a:xfrm>
                      <a:off x="2310" y="2316"/>
                      <a:ext cx="109" cy="60"/>
                    </a:xfrm>
                    <a:prstGeom prst="straightConnector1">
                      <a:avLst/>
                    </a:prstGeom>
                    <a:noFill/>
                    <a:ln cap="flat" cmpd="sng" w="22225">
                      <a:solidFill>
                        <a:srgbClr val="808080"/>
                      </a:solidFill>
                      <a:prstDash val="solid"/>
                      <a:miter lim="800000"/>
                      <a:headEnd len="med" w="med" type="none"/>
                      <a:tailEnd len="med" w="med" type="none"/>
                    </a:ln>
                  </p:spPr>
                </p:cxnSp>
                <p:cxnSp>
                  <p:nvCxnSpPr>
                    <p:cNvPr id="654" name="Google Shape;654;p20"/>
                    <p:cNvCxnSpPr/>
                    <p:nvPr/>
                  </p:nvCxnSpPr>
                  <p:spPr>
                    <a:xfrm>
                      <a:off x="2379" y="2294"/>
                      <a:ext cx="110" cy="57"/>
                    </a:xfrm>
                    <a:prstGeom prst="straightConnector1">
                      <a:avLst/>
                    </a:prstGeom>
                    <a:noFill/>
                    <a:ln cap="flat" cmpd="sng" w="22225">
                      <a:solidFill>
                        <a:srgbClr val="808080"/>
                      </a:solidFill>
                      <a:prstDash val="solid"/>
                      <a:miter lim="800000"/>
                      <a:headEnd len="med" w="med" type="none"/>
                      <a:tailEnd len="med" w="med" type="none"/>
                    </a:ln>
                  </p:spPr>
                </p:cxnSp>
                <p:cxnSp>
                  <p:nvCxnSpPr>
                    <p:cNvPr id="655" name="Google Shape;655;p20"/>
                    <p:cNvCxnSpPr/>
                    <p:nvPr/>
                  </p:nvCxnSpPr>
                  <p:spPr>
                    <a:xfrm>
                      <a:off x="2445" y="2271"/>
                      <a:ext cx="110" cy="55"/>
                    </a:xfrm>
                    <a:prstGeom prst="straightConnector1">
                      <a:avLst/>
                    </a:prstGeom>
                    <a:noFill/>
                    <a:ln cap="flat" cmpd="sng" w="22225">
                      <a:solidFill>
                        <a:srgbClr val="808080"/>
                      </a:solidFill>
                      <a:prstDash val="solid"/>
                      <a:miter lim="800000"/>
                      <a:headEnd len="med" w="med" type="none"/>
                      <a:tailEnd len="med" w="med" type="none"/>
                    </a:ln>
                  </p:spPr>
                </p:cxnSp>
                <p:cxnSp>
                  <p:nvCxnSpPr>
                    <p:cNvPr id="656" name="Google Shape;656;p20"/>
                    <p:cNvCxnSpPr/>
                    <p:nvPr/>
                  </p:nvCxnSpPr>
                  <p:spPr>
                    <a:xfrm>
                      <a:off x="2517" y="2247"/>
                      <a:ext cx="101" cy="56"/>
                    </a:xfrm>
                    <a:prstGeom prst="straightConnector1">
                      <a:avLst/>
                    </a:prstGeom>
                    <a:noFill/>
                    <a:ln cap="flat" cmpd="sng" w="22225">
                      <a:solidFill>
                        <a:srgbClr val="808080"/>
                      </a:solidFill>
                      <a:prstDash val="solid"/>
                      <a:miter lim="800000"/>
                      <a:headEnd len="med" w="med" type="none"/>
                      <a:tailEnd len="med" w="med" type="none"/>
                    </a:ln>
                  </p:spPr>
                </p:cxnSp>
                <p:cxnSp>
                  <p:nvCxnSpPr>
                    <p:cNvPr id="657" name="Google Shape;657;p20"/>
                    <p:cNvCxnSpPr/>
                    <p:nvPr/>
                  </p:nvCxnSpPr>
                  <p:spPr>
                    <a:xfrm>
                      <a:off x="2593" y="2221"/>
                      <a:ext cx="99" cy="55"/>
                    </a:xfrm>
                    <a:prstGeom prst="straightConnector1">
                      <a:avLst/>
                    </a:prstGeom>
                    <a:noFill/>
                    <a:ln cap="flat" cmpd="sng" w="22225">
                      <a:solidFill>
                        <a:srgbClr val="808080"/>
                      </a:solidFill>
                      <a:prstDash val="solid"/>
                      <a:miter lim="800000"/>
                      <a:headEnd len="med" w="med" type="none"/>
                      <a:tailEnd len="med" w="med" type="none"/>
                    </a:ln>
                  </p:spPr>
                </p:cxnSp>
              </p:grpSp>
            </p:grpSp>
          </p:grpSp>
          <p:grpSp>
            <p:nvGrpSpPr>
              <p:cNvPr id="658" name="Google Shape;658;p20"/>
              <p:cNvGrpSpPr/>
              <p:nvPr/>
            </p:nvGrpSpPr>
            <p:grpSpPr>
              <a:xfrm>
                <a:off x="2132" y="1447"/>
                <a:ext cx="1629" cy="2704"/>
                <a:chOff x="2132" y="1447"/>
                <a:chExt cx="1629" cy="2704"/>
              </a:xfrm>
            </p:grpSpPr>
            <p:grpSp>
              <p:nvGrpSpPr>
                <p:cNvPr id="659" name="Google Shape;659;p20"/>
                <p:cNvGrpSpPr/>
                <p:nvPr/>
              </p:nvGrpSpPr>
              <p:grpSpPr>
                <a:xfrm>
                  <a:off x="2272" y="3786"/>
                  <a:ext cx="552" cy="283"/>
                  <a:chOff x="2272" y="3786"/>
                  <a:chExt cx="552" cy="283"/>
                </a:xfrm>
              </p:grpSpPr>
              <p:sp>
                <p:nvSpPr>
                  <p:cNvPr id="660" name="Google Shape;660;p20"/>
                  <p:cNvSpPr/>
                  <p:nvPr/>
                </p:nvSpPr>
                <p:spPr>
                  <a:xfrm>
                    <a:off x="2272" y="3786"/>
                    <a:ext cx="552" cy="283"/>
                  </a:xfrm>
                  <a:custGeom>
                    <a:rect b="b" l="l" r="r" t="t"/>
                    <a:pathLst>
                      <a:path extrusionOk="0" h="566" w="1103">
                        <a:moveTo>
                          <a:pt x="657" y="19"/>
                        </a:moveTo>
                        <a:lnTo>
                          <a:pt x="667" y="166"/>
                        </a:lnTo>
                        <a:lnTo>
                          <a:pt x="377" y="303"/>
                        </a:lnTo>
                        <a:lnTo>
                          <a:pt x="135" y="362"/>
                        </a:lnTo>
                        <a:lnTo>
                          <a:pt x="0" y="420"/>
                        </a:lnTo>
                        <a:lnTo>
                          <a:pt x="8" y="498"/>
                        </a:lnTo>
                        <a:lnTo>
                          <a:pt x="183" y="548"/>
                        </a:lnTo>
                        <a:lnTo>
                          <a:pt x="444" y="566"/>
                        </a:lnTo>
                        <a:lnTo>
                          <a:pt x="667" y="528"/>
                        </a:lnTo>
                        <a:lnTo>
                          <a:pt x="802" y="490"/>
                        </a:lnTo>
                        <a:lnTo>
                          <a:pt x="811" y="533"/>
                        </a:lnTo>
                        <a:lnTo>
                          <a:pt x="986" y="528"/>
                        </a:lnTo>
                        <a:lnTo>
                          <a:pt x="1093" y="509"/>
                        </a:lnTo>
                        <a:lnTo>
                          <a:pt x="1093" y="431"/>
                        </a:lnTo>
                        <a:lnTo>
                          <a:pt x="1103" y="386"/>
                        </a:lnTo>
                        <a:lnTo>
                          <a:pt x="1103" y="277"/>
                        </a:lnTo>
                        <a:lnTo>
                          <a:pt x="1074" y="215"/>
                        </a:lnTo>
                        <a:lnTo>
                          <a:pt x="1019" y="147"/>
                        </a:lnTo>
                        <a:lnTo>
                          <a:pt x="1006" y="0"/>
                        </a:lnTo>
                        <a:lnTo>
                          <a:pt x="657" y="19"/>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1" name="Google Shape;661;p20"/>
                  <p:cNvSpPr/>
                  <p:nvPr/>
                </p:nvSpPr>
                <p:spPr>
                  <a:xfrm>
                    <a:off x="2473" y="3888"/>
                    <a:ext cx="167" cy="90"/>
                  </a:xfrm>
                  <a:custGeom>
                    <a:rect b="b" l="l" r="r" t="t"/>
                    <a:pathLst>
                      <a:path extrusionOk="0" h="180" w="334">
                        <a:moveTo>
                          <a:pt x="251" y="0"/>
                        </a:moveTo>
                        <a:lnTo>
                          <a:pt x="334" y="96"/>
                        </a:lnTo>
                        <a:lnTo>
                          <a:pt x="35" y="180"/>
                        </a:lnTo>
                        <a:lnTo>
                          <a:pt x="0" y="115"/>
                        </a:lnTo>
                        <a:lnTo>
                          <a:pt x="251" y="0"/>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2" name="Google Shape;662;p20"/>
                  <p:cNvSpPr/>
                  <p:nvPr/>
                </p:nvSpPr>
                <p:spPr>
                  <a:xfrm>
                    <a:off x="2288" y="3950"/>
                    <a:ext cx="188" cy="55"/>
                  </a:xfrm>
                  <a:custGeom>
                    <a:rect b="b" l="l" r="r" t="t"/>
                    <a:pathLst>
                      <a:path extrusionOk="0" h="111" w="377">
                        <a:moveTo>
                          <a:pt x="334" y="0"/>
                        </a:moveTo>
                        <a:lnTo>
                          <a:pt x="377" y="52"/>
                        </a:lnTo>
                        <a:lnTo>
                          <a:pt x="192" y="100"/>
                        </a:lnTo>
                        <a:lnTo>
                          <a:pt x="105" y="111"/>
                        </a:lnTo>
                        <a:lnTo>
                          <a:pt x="0" y="104"/>
                        </a:lnTo>
                        <a:lnTo>
                          <a:pt x="112" y="48"/>
                        </a:lnTo>
                        <a:lnTo>
                          <a:pt x="334" y="0"/>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3" name="Google Shape;663;p20"/>
                  <p:cNvSpPr/>
                  <p:nvPr/>
                </p:nvSpPr>
                <p:spPr>
                  <a:xfrm>
                    <a:off x="2284" y="3888"/>
                    <a:ext cx="536" cy="168"/>
                  </a:xfrm>
                  <a:custGeom>
                    <a:rect b="b" l="l" r="r" t="t"/>
                    <a:pathLst>
                      <a:path extrusionOk="0" h="338" w="1073">
                        <a:moveTo>
                          <a:pt x="0" y="288"/>
                        </a:moveTo>
                        <a:lnTo>
                          <a:pt x="0" y="236"/>
                        </a:lnTo>
                        <a:lnTo>
                          <a:pt x="140" y="250"/>
                        </a:lnTo>
                        <a:lnTo>
                          <a:pt x="367" y="217"/>
                        </a:lnTo>
                        <a:lnTo>
                          <a:pt x="495" y="187"/>
                        </a:lnTo>
                        <a:lnTo>
                          <a:pt x="742" y="108"/>
                        </a:lnTo>
                        <a:lnTo>
                          <a:pt x="850" y="96"/>
                        </a:lnTo>
                        <a:lnTo>
                          <a:pt x="955" y="56"/>
                        </a:lnTo>
                        <a:lnTo>
                          <a:pt x="1009" y="0"/>
                        </a:lnTo>
                        <a:lnTo>
                          <a:pt x="1073" y="70"/>
                        </a:lnTo>
                        <a:lnTo>
                          <a:pt x="1073" y="213"/>
                        </a:lnTo>
                        <a:lnTo>
                          <a:pt x="993" y="236"/>
                        </a:lnTo>
                        <a:lnTo>
                          <a:pt x="799" y="262"/>
                        </a:lnTo>
                        <a:lnTo>
                          <a:pt x="723" y="272"/>
                        </a:lnTo>
                        <a:lnTo>
                          <a:pt x="595" y="317"/>
                        </a:lnTo>
                        <a:lnTo>
                          <a:pt x="452" y="338"/>
                        </a:lnTo>
                        <a:lnTo>
                          <a:pt x="350" y="338"/>
                        </a:lnTo>
                        <a:lnTo>
                          <a:pt x="187" y="338"/>
                        </a:lnTo>
                        <a:lnTo>
                          <a:pt x="0" y="288"/>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4" name="Google Shape;664;p20"/>
                  <p:cNvSpPr/>
                  <p:nvPr/>
                </p:nvSpPr>
                <p:spPr>
                  <a:xfrm>
                    <a:off x="2605" y="3793"/>
                    <a:ext cx="178" cy="137"/>
                  </a:xfrm>
                  <a:custGeom>
                    <a:rect b="b" l="l" r="r" t="t"/>
                    <a:pathLst>
                      <a:path extrusionOk="0" h="275" w="354">
                        <a:moveTo>
                          <a:pt x="10" y="17"/>
                        </a:moveTo>
                        <a:lnTo>
                          <a:pt x="20" y="154"/>
                        </a:lnTo>
                        <a:lnTo>
                          <a:pt x="0" y="184"/>
                        </a:lnTo>
                        <a:lnTo>
                          <a:pt x="79" y="275"/>
                        </a:lnTo>
                        <a:lnTo>
                          <a:pt x="188" y="275"/>
                        </a:lnTo>
                        <a:lnTo>
                          <a:pt x="311" y="235"/>
                        </a:lnTo>
                        <a:lnTo>
                          <a:pt x="354" y="180"/>
                        </a:lnTo>
                        <a:lnTo>
                          <a:pt x="330" y="144"/>
                        </a:lnTo>
                        <a:lnTo>
                          <a:pt x="323" y="0"/>
                        </a:lnTo>
                        <a:lnTo>
                          <a:pt x="10" y="17"/>
                        </a:lnTo>
                        <a:close/>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65" name="Google Shape;665;p20"/>
                <p:cNvGrpSpPr/>
                <p:nvPr/>
              </p:nvGrpSpPr>
              <p:grpSpPr>
                <a:xfrm>
                  <a:off x="2581" y="3292"/>
                  <a:ext cx="233" cy="565"/>
                  <a:chOff x="2581" y="3292"/>
                  <a:chExt cx="233" cy="565"/>
                </a:xfrm>
              </p:grpSpPr>
              <p:sp>
                <p:nvSpPr>
                  <p:cNvPr id="666" name="Google Shape;666;p20"/>
                  <p:cNvSpPr/>
                  <p:nvPr/>
                </p:nvSpPr>
                <p:spPr>
                  <a:xfrm>
                    <a:off x="2581" y="3292"/>
                    <a:ext cx="233" cy="565"/>
                  </a:xfrm>
                  <a:custGeom>
                    <a:rect b="b" l="l" r="r" t="t"/>
                    <a:pathLst>
                      <a:path extrusionOk="0" h="1130" w="466">
                        <a:moveTo>
                          <a:pt x="428" y="25"/>
                        </a:moveTo>
                        <a:lnTo>
                          <a:pt x="457" y="407"/>
                        </a:lnTo>
                        <a:lnTo>
                          <a:pt x="450" y="724"/>
                        </a:lnTo>
                        <a:lnTo>
                          <a:pt x="466" y="1080"/>
                        </a:lnTo>
                        <a:lnTo>
                          <a:pt x="237" y="1130"/>
                        </a:lnTo>
                        <a:lnTo>
                          <a:pt x="16" y="1130"/>
                        </a:lnTo>
                        <a:lnTo>
                          <a:pt x="0" y="0"/>
                        </a:lnTo>
                        <a:lnTo>
                          <a:pt x="428" y="25"/>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7" name="Google Shape;667;p20"/>
                  <p:cNvSpPr/>
                  <p:nvPr/>
                </p:nvSpPr>
                <p:spPr>
                  <a:xfrm>
                    <a:off x="2592" y="3299"/>
                    <a:ext cx="203" cy="545"/>
                  </a:xfrm>
                  <a:custGeom>
                    <a:rect b="b" l="l" r="r" t="t"/>
                    <a:pathLst>
                      <a:path extrusionOk="0" h="1090" w="405">
                        <a:moveTo>
                          <a:pt x="368" y="34"/>
                        </a:moveTo>
                        <a:lnTo>
                          <a:pt x="405" y="358"/>
                        </a:lnTo>
                        <a:lnTo>
                          <a:pt x="398" y="616"/>
                        </a:lnTo>
                        <a:lnTo>
                          <a:pt x="398" y="1014"/>
                        </a:lnTo>
                        <a:lnTo>
                          <a:pt x="199" y="1090"/>
                        </a:lnTo>
                        <a:lnTo>
                          <a:pt x="22" y="1090"/>
                        </a:lnTo>
                        <a:lnTo>
                          <a:pt x="0" y="0"/>
                        </a:lnTo>
                        <a:lnTo>
                          <a:pt x="368" y="34"/>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68" name="Google Shape;668;p20"/>
                <p:cNvGrpSpPr/>
                <p:nvPr/>
              </p:nvGrpSpPr>
              <p:grpSpPr>
                <a:xfrm>
                  <a:off x="2132" y="3867"/>
                  <a:ext cx="561" cy="284"/>
                  <a:chOff x="2132" y="3867"/>
                  <a:chExt cx="561" cy="284"/>
                </a:xfrm>
              </p:grpSpPr>
              <p:sp>
                <p:nvSpPr>
                  <p:cNvPr id="669" name="Google Shape;669;p20"/>
                  <p:cNvSpPr/>
                  <p:nvPr/>
                </p:nvSpPr>
                <p:spPr>
                  <a:xfrm>
                    <a:off x="2132" y="3867"/>
                    <a:ext cx="561" cy="284"/>
                  </a:xfrm>
                  <a:custGeom>
                    <a:rect b="b" l="l" r="r" t="t"/>
                    <a:pathLst>
                      <a:path extrusionOk="0" h="567" w="1121">
                        <a:moveTo>
                          <a:pt x="666" y="19"/>
                        </a:moveTo>
                        <a:lnTo>
                          <a:pt x="677" y="166"/>
                        </a:lnTo>
                        <a:lnTo>
                          <a:pt x="383" y="303"/>
                        </a:lnTo>
                        <a:lnTo>
                          <a:pt x="137" y="362"/>
                        </a:lnTo>
                        <a:lnTo>
                          <a:pt x="0" y="420"/>
                        </a:lnTo>
                        <a:lnTo>
                          <a:pt x="9" y="500"/>
                        </a:lnTo>
                        <a:lnTo>
                          <a:pt x="186" y="548"/>
                        </a:lnTo>
                        <a:lnTo>
                          <a:pt x="452" y="567"/>
                        </a:lnTo>
                        <a:lnTo>
                          <a:pt x="677" y="529"/>
                        </a:lnTo>
                        <a:lnTo>
                          <a:pt x="813" y="490"/>
                        </a:lnTo>
                        <a:lnTo>
                          <a:pt x="822" y="533"/>
                        </a:lnTo>
                        <a:lnTo>
                          <a:pt x="1000" y="529"/>
                        </a:lnTo>
                        <a:lnTo>
                          <a:pt x="1109" y="509"/>
                        </a:lnTo>
                        <a:lnTo>
                          <a:pt x="1109" y="431"/>
                        </a:lnTo>
                        <a:lnTo>
                          <a:pt x="1121" y="387"/>
                        </a:lnTo>
                        <a:lnTo>
                          <a:pt x="1121" y="277"/>
                        </a:lnTo>
                        <a:lnTo>
                          <a:pt x="1089" y="216"/>
                        </a:lnTo>
                        <a:lnTo>
                          <a:pt x="1033" y="149"/>
                        </a:lnTo>
                        <a:lnTo>
                          <a:pt x="1021" y="0"/>
                        </a:lnTo>
                        <a:lnTo>
                          <a:pt x="666" y="19"/>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0" name="Google Shape;670;p20"/>
                  <p:cNvSpPr/>
                  <p:nvPr/>
                </p:nvSpPr>
                <p:spPr>
                  <a:xfrm>
                    <a:off x="2335" y="3968"/>
                    <a:ext cx="170" cy="90"/>
                  </a:xfrm>
                  <a:custGeom>
                    <a:rect b="b" l="l" r="r" t="t"/>
                    <a:pathLst>
                      <a:path extrusionOk="0" h="180" w="339">
                        <a:moveTo>
                          <a:pt x="254" y="0"/>
                        </a:moveTo>
                        <a:lnTo>
                          <a:pt x="339" y="97"/>
                        </a:lnTo>
                        <a:lnTo>
                          <a:pt x="36" y="180"/>
                        </a:lnTo>
                        <a:lnTo>
                          <a:pt x="0" y="115"/>
                        </a:lnTo>
                        <a:lnTo>
                          <a:pt x="254" y="0"/>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1" name="Google Shape;671;p20"/>
                  <p:cNvSpPr/>
                  <p:nvPr/>
                </p:nvSpPr>
                <p:spPr>
                  <a:xfrm>
                    <a:off x="2148" y="4031"/>
                    <a:ext cx="191" cy="55"/>
                  </a:xfrm>
                  <a:custGeom>
                    <a:rect b="b" l="l" r="r" t="t"/>
                    <a:pathLst>
                      <a:path extrusionOk="0" h="109" w="382">
                        <a:moveTo>
                          <a:pt x="339" y="0"/>
                        </a:moveTo>
                        <a:lnTo>
                          <a:pt x="382" y="50"/>
                        </a:lnTo>
                        <a:lnTo>
                          <a:pt x="195" y="98"/>
                        </a:lnTo>
                        <a:lnTo>
                          <a:pt x="107" y="109"/>
                        </a:lnTo>
                        <a:lnTo>
                          <a:pt x="0" y="102"/>
                        </a:lnTo>
                        <a:lnTo>
                          <a:pt x="114" y="46"/>
                        </a:lnTo>
                        <a:lnTo>
                          <a:pt x="339" y="0"/>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2" name="Google Shape;672;p20"/>
                  <p:cNvSpPr/>
                  <p:nvPr/>
                </p:nvSpPr>
                <p:spPr>
                  <a:xfrm>
                    <a:off x="2144" y="3968"/>
                    <a:ext cx="543" cy="170"/>
                  </a:xfrm>
                  <a:custGeom>
                    <a:rect b="b" l="l" r="r" t="t"/>
                    <a:pathLst>
                      <a:path extrusionOk="0" h="339" w="1084">
                        <a:moveTo>
                          <a:pt x="0" y="288"/>
                        </a:moveTo>
                        <a:lnTo>
                          <a:pt x="0" y="236"/>
                        </a:lnTo>
                        <a:lnTo>
                          <a:pt x="140" y="251"/>
                        </a:lnTo>
                        <a:lnTo>
                          <a:pt x="372" y="218"/>
                        </a:lnTo>
                        <a:lnTo>
                          <a:pt x="500" y="189"/>
                        </a:lnTo>
                        <a:lnTo>
                          <a:pt x="750" y="108"/>
                        </a:lnTo>
                        <a:lnTo>
                          <a:pt x="861" y="97"/>
                        </a:lnTo>
                        <a:lnTo>
                          <a:pt x="967" y="56"/>
                        </a:lnTo>
                        <a:lnTo>
                          <a:pt x="1022" y="0"/>
                        </a:lnTo>
                        <a:lnTo>
                          <a:pt x="1084" y="71"/>
                        </a:lnTo>
                        <a:lnTo>
                          <a:pt x="1084" y="215"/>
                        </a:lnTo>
                        <a:lnTo>
                          <a:pt x="1005" y="236"/>
                        </a:lnTo>
                        <a:lnTo>
                          <a:pt x="809" y="262"/>
                        </a:lnTo>
                        <a:lnTo>
                          <a:pt x="731" y="274"/>
                        </a:lnTo>
                        <a:lnTo>
                          <a:pt x="603" y="317"/>
                        </a:lnTo>
                        <a:lnTo>
                          <a:pt x="456" y="339"/>
                        </a:lnTo>
                        <a:lnTo>
                          <a:pt x="353" y="339"/>
                        </a:lnTo>
                        <a:lnTo>
                          <a:pt x="187" y="339"/>
                        </a:lnTo>
                        <a:lnTo>
                          <a:pt x="0" y="288"/>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3" name="Google Shape;673;p20"/>
                  <p:cNvSpPr/>
                  <p:nvPr/>
                </p:nvSpPr>
                <p:spPr>
                  <a:xfrm>
                    <a:off x="2470" y="3873"/>
                    <a:ext cx="180" cy="138"/>
                  </a:xfrm>
                  <a:custGeom>
                    <a:rect b="b" l="l" r="r" t="t"/>
                    <a:pathLst>
                      <a:path extrusionOk="0" h="275" w="362">
                        <a:moveTo>
                          <a:pt x="12" y="19"/>
                        </a:moveTo>
                        <a:lnTo>
                          <a:pt x="23" y="154"/>
                        </a:lnTo>
                        <a:lnTo>
                          <a:pt x="0" y="183"/>
                        </a:lnTo>
                        <a:lnTo>
                          <a:pt x="81" y="275"/>
                        </a:lnTo>
                        <a:lnTo>
                          <a:pt x="192" y="275"/>
                        </a:lnTo>
                        <a:lnTo>
                          <a:pt x="317" y="235"/>
                        </a:lnTo>
                        <a:lnTo>
                          <a:pt x="362" y="180"/>
                        </a:lnTo>
                        <a:lnTo>
                          <a:pt x="336" y="144"/>
                        </a:lnTo>
                        <a:lnTo>
                          <a:pt x="329" y="0"/>
                        </a:lnTo>
                        <a:lnTo>
                          <a:pt x="12" y="19"/>
                        </a:lnTo>
                        <a:close/>
                      </a:path>
                    </a:pathLst>
                  </a:custGeom>
                  <a:solidFill>
                    <a:srgbClr val="A0A0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674" name="Google Shape;674;p20"/>
                <p:cNvSpPr/>
                <p:nvPr/>
              </p:nvSpPr>
              <p:spPr>
                <a:xfrm>
                  <a:off x="2864" y="3869"/>
                  <a:ext cx="668" cy="264"/>
                </a:xfrm>
                <a:prstGeom prst="ellipse">
                  <a:avLst/>
                </a:prstGeom>
                <a:solidFill>
                  <a:srgbClr val="606060"/>
                </a:solidFill>
                <a:ln cap="flat" cmpd="sng" w="111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5" name="Google Shape;675;p20"/>
                <p:cNvSpPr txBox="1"/>
                <p:nvPr/>
              </p:nvSpPr>
              <p:spPr>
                <a:xfrm>
                  <a:off x="3109" y="3353"/>
                  <a:ext cx="181" cy="593"/>
                </a:xfrm>
                <a:prstGeom prst="rect">
                  <a:avLst/>
                </a:prstGeom>
                <a:solidFill>
                  <a:srgbClr val="606060"/>
                </a:solidFill>
                <a:ln cap="flat" cmpd="sng" w="11100">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76" name="Google Shape;676;p20"/>
                <p:cNvGrpSpPr/>
                <p:nvPr/>
              </p:nvGrpSpPr>
              <p:grpSpPr>
                <a:xfrm>
                  <a:off x="2713" y="3132"/>
                  <a:ext cx="881" cy="308"/>
                  <a:chOff x="2713" y="3132"/>
                  <a:chExt cx="881" cy="308"/>
                </a:xfrm>
              </p:grpSpPr>
              <p:sp>
                <p:nvSpPr>
                  <p:cNvPr id="677" name="Google Shape;677;p20"/>
                  <p:cNvSpPr/>
                  <p:nvPr/>
                </p:nvSpPr>
                <p:spPr>
                  <a:xfrm>
                    <a:off x="2713" y="3132"/>
                    <a:ext cx="881" cy="308"/>
                  </a:xfrm>
                  <a:custGeom>
                    <a:rect b="b" l="l" r="r" t="t"/>
                    <a:pathLst>
                      <a:path extrusionOk="0" h="616" w="1763">
                        <a:moveTo>
                          <a:pt x="0" y="322"/>
                        </a:moveTo>
                        <a:lnTo>
                          <a:pt x="11" y="512"/>
                        </a:lnTo>
                        <a:lnTo>
                          <a:pt x="592" y="616"/>
                        </a:lnTo>
                        <a:lnTo>
                          <a:pt x="1232" y="616"/>
                        </a:lnTo>
                        <a:lnTo>
                          <a:pt x="1733" y="460"/>
                        </a:lnTo>
                        <a:lnTo>
                          <a:pt x="1763" y="15"/>
                        </a:lnTo>
                        <a:lnTo>
                          <a:pt x="768" y="0"/>
                        </a:lnTo>
                        <a:lnTo>
                          <a:pt x="0" y="322"/>
                        </a:lnTo>
                        <a:close/>
                      </a:path>
                    </a:pathLst>
                  </a:custGeom>
                  <a:solidFill>
                    <a:srgbClr val="40404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8" name="Google Shape;678;p20"/>
                  <p:cNvSpPr/>
                  <p:nvPr/>
                </p:nvSpPr>
                <p:spPr>
                  <a:xfrm>
                    <a:off x="2732" y="3249"/>
                    <a:ext cx="843" cy="178"/>
                  </a:xfrm>
                  <a:custGeom>
                    <a:rect b="b" l="l" r="r" t="t"/>
                    <a:pathLst>
                      <a:path extrusionOk="0" h="356" w="1685">
                        <a:moveTo>
                          <a:pt x="0" y="122"/>
                        </a:moveTo>
                        <a:lnTo>
                          <a:pt x="9" y="261"/>
                        </a:lnTo>
                        <a:lnTo>
                          <a:pt x="533" y="356"/>
                        </a:lnTo>
                        <a:lnTo>
                          <a:pt x="1211" y="356"/>
                        </a:lnTo>
                        <a:lnTo>
                          <a:pt x="1685" y="192"/>
                        </a:lnTo>
                        <a:lnTo>
                          <a:pt x="1685" y="0"/>
                        </a:lnTo>
                        <a:lnTo>
                          <a:pt x="1232" y="192"/>
                        </a:lnTo>
                        <a:lnTo>
                          <a:pt x="541" y="200"/>
                        </a:lnTo>
                        <a:lnTo>
                          <a:pt x="0" y="122"/>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679" name="Google Shape;679;p20"/>
                <p:cNvSpPr/>
                <p:nvPr/>
              </p:nvSpPr>
              <p:spPr>
                <a:xfrm>
                  <a:off x="2419" y="2808"/>
                  <a:ext cx="1203" cy="1117"/>
                </a:xfrm>
                <a:custGeom>
                  <a:rect b="b" l="l" r="r" t="t"/>
                  <a:pathLst>
                    <a:path extrusionOk="0" h="2234" w="2404">
                      <a:moveTo>
                        <a:pt x="10" y="1258"/>
                      </a:moveTo>
                      <a:lnTo>
                        <a:pt x="24" y="1035"/>
                      </a:lnTo>
                      <a:lnTo>
                        <a:pt x="19" y="796"/>
                      </a:lnTo>
                      <a:lnTo>
                        <a:pt x="29" y="614"/>
                      </a:lnTo>
                      <a:lnTo>
                        <a:pt x="133" y="505"/>
                      </a:lnTo>
                      <a:lnTo>
                        <a:pt x="258" y="443"/>
                      </a:lnTo>
                      <a:lnTo>
                        <a:pt x="543" y="339"/>
                      </a:lnTo>
                      <a:lnTo>
                        <a:pt x="963" y="237"/>
                      </a:lnTo>
                      <a:lnTo>
                        <a:pt x="1045" y="230"/>
                      </a:lnTo>
                      <a:lnTo>
                        <a:pt x="1100" y="237"/>
                      </a:lnTo>
                      <a:lnTo>
                        <a:pt x="1114" y="216"/>
                      </a:lnTo>
                      <a:lnTo>
                        <a:pt x="1136" y="194"/>
                      </a:lnTo>
                      <a:lnTo>
                        <a:pt x="1164" y="199"/>
                      </a:lnTo>
                      <a:lnTo>
                        <a:pt x="1200" y="203"/>
                      </a:lnTo>
                      <a:lnTo>
                        <a:pt x="1216" y="159"/>
                      </a:lnTo>
                      <a:lnTo>
                        <a:pt x="1247" y="137"/>
                      </a:lnTo>
                      <a:lnTo>
                        <a:pt x="1280" y="130"/>
                      </a:lnTo>
                      <a:lnTo>
                        <a:pt x="1323" y="130"/>
                      </a:lnTo>
                      <a:lnTo>
                        <a:pt x="1316" y="94"/>
                      </a:lnTo>
                      <a:lnTo>
                        <a:pt x="1366" y="0"/>
                      </a:lnTo>
                      <a:lnTo>
                        <a:pt x="2345" y="26"/>
                      </a:lnTo>
                      <a:lnTo>
                        <a:pt x="2342" y="126"/>
                      </a:lnTo>
                      <a:lnTo>
                        <a:pt x="2359" y="216"/>
                      </a:lnTo>
                      <a:lnTo>
                        <a:pt x="2375" y="280"/>
                      </a:lnTo>
                      <a:lnTo>
                        <a:pt x="2390" y="360"/>
                      </a:lnTo>
                      <a:lnTo>
                        <a:pt x="2404" y="490"/>
                      </a:lnTo>
                      <a:lnTo>
                        <a:pt x="2389" y="566"/>
                      </a:lnTo>
                      <a:lnTo>
                        <a:pt x="2359" y="637"/>
                      </a:lnTo>
                      <a:lnTo>
                        <a:pt x="2325" y="697"/>
                      </a:lnTo>
                      <a:lnTo>
                        <a:pt x="2280" y="720"/>
                      </a:lnTo>
                      <a:lnTo>
                        <a:pt x="2209" y="741"/>
                      </a:lnTo>
                      <a:lnTo>
                        <a:pt x="2115" y="770"/>
                      </a:lnTo>
                      <a:lnTo>
                        <a:pt x="2072" y="820"/>
                      </a:lnTo>
                      <a:lnTo>
                        <a:pt x="2022" y="863"/>
                      </a:lnTo>
                      <a:lnTo>
                        <a:pt x="1942" y="900"/>
                      </a:lnTo>
                      <a:lnTo>
                        <a:pt x="1849" y="929"/>
                      </a:lnTo>
                      <a:lnTo>
                        <a:pt x="1700" y="947"/>
                      </a:lnTo>
                      <a:lnTo>
                        <a:pt x="1574" y="947"/>
                      </a:lnTo>
                      <a:lnTo>
                        <a:pt x="1477" y="936"/>
                      </a:lnTo>
                      <a:lnTo>
                        <a:pt x="1389" y="929"/>
                      </a:lnTo>
                      <a:lnTo>
                        <a:pt x="1323" y="964"/>
                      </a:lnTo>
                      <a:lnTo>
                        <a:pt x="1195" y="957"/>
                      </a:lnTo>
                      <a:lnTo>
                        <a:pt x="683" y="1030"/>
                      </a:lnTo>
                      <a:lnTo>
                        <a:pt x="545" y="1045"/>
                      </a:lnTo>
                      <a:lnTo>
                        <a:pt x="597" y="1346"/>
                      </a:lnTo>
                      <a:lnTo>
                        <a:pt x="602" y="1502"/>
                      </a:lnTo>
                      <a:lnTo>
                        <a:pt x="571" y="1699"/>
                      </a:lnTo>
                      <a:lnTo>
                        <a:pt x="539" y="1933"/>
                      </a:lnTo>
                      <a:lnTo>
                        <a:pt x="539" y="2172"/>
                      </a:lnTo>
                      <a:lnTo>
                        <a:pt x="420" y="2208"/>
                      </a:lnTo>
                      <a:lnTo>
                        <a:pt x="270" y="2223"/>
                      </a:lnTo>
                      <a:lnTo>
                        <a:pt x="140" y="2234"/>
                      </a:lnTo>
                      <a:lnTo>
                        <a:pt x="0" y="2218"/>
                      </a:lnTo>
                      <a:lnTo>
                        <a:pt x="10" y="1995"/>
                      </a:lnTo>
                      <a:lnTo>
                        <a:pt x="10" y="1632"/>
                      </a:lnTo>
                      <a:lnTo>
                        <a:pt x="10" y="1315"/>
                      </a:lnTo>
                      <a:lnTo>
                        <a:pt x="10" y="1258"/>
                      </a:lnTo>
                      <a:close/>
                    </a:path>
                  </a:pathLst>
                </a:custGeom>
                <a:solidFill>
                  <a:srgbClr val="60606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0" name="Google Shape;680;p20"/>
                <p:cNvSpPr/>
                <p:nvPr/>
              </p:nvSpPr>
              <p:spPr>
                <a:xfrm>
                  <a:off x="2430" y="2856"/>
                  <a:ext cx="1177" cy="1056"/>
                </a:xfrm>
                <a:custGeom>
                  <a:rect b="b" l="l" r="r" t="t"/>
                  <a:pathLst>
                    <a:path extrusionOk="0" h="2113" w="2354">
                      <a:moveTo>
                        <a:pt x="2276" y="37"/>
                      </a:moveTo>
                      <a:lnTo>
                        <a:pt x="2281" y="104"/>
                      </a:lnTo>
                      <a:lnTo>
                        <a:pt x="2307" y="78"/>
                      </a:lnTo>
                      <a:lnTo>
                        <a:pt x="2338" y="229"/>
                      </a:lnTo>
                      <a:lnTo>
                        <a:pt x="2354" y="405"/>
                      </a:lnTo>
                      <a:lnTo>
                        <a:pt x="2292" y="587"/>
                      </a:lnTo>
                      <a:lnTo>
                        <a:pt x="2146" y="628"/>
                      </a:lnTo>
                      <a:lnTo>
                        <a:pt x="2162" y="587"/>
                      </a:lnTo>
                      <a:lnTo>
                        <a:pt x="2084" y="649"/>
                      </a:lnTo>
                      <a:lnTo>
                        <a:pt x="2016" y="717"/>
                      </a:lnTo>
                      <a:lnTo>
                        <a:pt x="1866" y="789"/>
                      </a:lnTo>
                      <a:lnTo>
                        <a:pt x="1679" y="805"/>
                      </a:lnTo>
                      <a:lnTo>
                        <a:pt x="1456" y="815"/>
                      </a:lnTo>
                      <a:lnTo>
                        <a:pt x="1363" y="805"/>
                      </a:lnTo>
                      <a:lnTo>
                        <a:pt x="1446" y="768"/>
                      </a:lnTo>
                      <a:lnTo>
                        <a:pt x="1482" y="675"/>
                      </a:lnTo>
                      <a:lnTo>
                        <a:pt x="1415" y="753"/>
                      </a:lnTo>
                      <a:lnTo>
                        <a:pt x="1331" y="800"/>
                      </a:lnTo>
                      <a:lnTo>
                        <a:pt x="1254" y="841"/>
                      </a:lnTo>
                      <a:lnTo>
                        <a:pt x="1176" y="831"/>
                      </a:lnTo>
                      <a:lnTo>
                        <a:pt x="1228" y="794"/>
                      </a:lnTo>
                      <a:lnTo>
                        <a:pt x="1280" y="748"/>
                      </a:lnTo>
                      <a:lnTo>
                        <a:pt x="1197" y="779"/>
                      </a:lnTo>
                      <a:lnTo>
                        <a:pt x="1114" y="841"/>
                      </a:lnTo>
                      <a:lnTo>
                        <a:pt x="844" y="872"/>
                      </a:lnTo>
                      <a:lnTo>
                        <a:pt x="574" y="914"/>
                      </a:lnTo>
                      <a:lnTo>
                        <a:pt x="493" y="935"/>
                      </a:lnTo>
                      <a:lnTo>
                        <a:pt x="560" y="1329"/>
                      </a:lnTo>
                      <a:lnTo>
                        <a:pt x="508" y="1698"/>
                      </a:lnTo>
                      <a:lnTo>
                        <a:pt x="503" y="2056"/>
                      </a:lnTo>
                      <a:lnTo>
                        <a:pt x="332" y="2092"/>
                      </a:lnTo>
                      <a:lnTo>
                        <a:pt x="181" y="2113"/>
                      </a:lnTo>
                      <a:lnTo>
                        <a:pt x="0" y="2108"/>
                      </a:lnTo>
                      <a:lnTo>
                        <a:pt x="10" y="1594"/>
                      </a:lnTo>
                      <a:lnTo>
                        <a:pt x="10" y="1163"/>
                      </a:lnTo>
                      <a:lnTo>
                        <a:pt x="36" y="924"/>
                      </a:lnTo>
                      <a:lnTo>
                        <a:pt x="13" y="774"/>
                      </a:lnTo>
                      <a:lnTo>
                        <a:pt x="29" y="608"/>
                      </a:lnTo>
                      <a:lnTo>
                        <a:pt x="60" y="499"/>
                      </a:lnTo>
                      <a:lnTo>
                        <a:pt x="190" y="415"/>
                      </a:lnTo>
                      <a:lnTo>
                        <a:pt x="351" y="343"/>
                      </a:lnTo>
                      <a:lnTo>
                        <a:pt x="667" y="239"/>
                      </a:lnTo>
                      <a:lnTo>
                        <a:pt x="922" y="166"/>
                      </a:lnTo>
                      <a:lnTo>
                        <a:pt x="1062" y="156"/>
                      </a:lnTo>
                      <a:lnTo>
                        <a:pt x="1119" y="239"/>
                      </a:lnTo>
                      <a:lnTo>
                        <a:pt x="1295" y="327"/>
                      </a:lnTo>
                      <a:lnTo>
                        <a:pt x="1202" y="249"/>
                      </a:lnTo>
                      <a:lnTo>
                        <a:pt x="1129" y="208"/>
                      </a:lnTo>
                      <a:lnTo>
                        <a:pt x="1103" y="151"/>
                      </a:lnTo>
                      <a:lnTo>
                        <a:pt x="1114" y="125"/>
                      </a:lnTo>
                      <a:lnTo>
                        <a:pt x="1165" y="125"/>
                      </a:lnTo>
                      <a:lnTo>
                        <a:pt x="1197" y="156"/>
                      </a:lnTo>
                      <a:lnTo>
                        <a:pt x="1228" y="187"/>
                      </a:lnTo>
                      <a:lnTo>
                        <a:pt x="1306" y="218"/>
                      </a:lnTo>
                      <a:lnTo>
                        <a:pt x="1233" y="156"/>
                      </a:lnTo>
                      <a:lnTo>
                        <a:pt x="1202" y="109"/>
                      </a:lnTo>
                      <a:lnTo>
                        <a:pt x="1222" y="78"/>
                      </a:lnTo>
                      <a:lnTo>
                        <a:pt x="1285" y="57"/>
                      </a:lnTo>
                      <a:lnTo>
                        <a:pt x="1368" y="130"/>
                      </a:lnTo>
                      <a:lnTo>
                        <a:pt x="1446" y="177"/>
                      </a:lnTo>
                      <a:lnTo>
                        <a:pt x="1352" y="73"/>
                      </a:lnTo>
                      <a:lnTo>
                        <a:pt x="1321" y="31"/>
                      </a:lnTo>
                      <a:lnTo>
                        <a:pt x="1321" y="0"/>
                      </a:lnTo>
                      <a:lnTo>
                        <a:pt x="1399" y="11"/>
                      </a:lnTo>
                      <a:lnTo>
                        <a:pt x="1472" y="63"/>
                      </a:lnTo>
                      <a:lnTo>
                        <a:pt x="1518" y="99"/>
                      </a:lnTo>
                      <a:lnTo>
                        <a:pt x="1741" y="120"/>
                      </a:lnTo>
                      <a:lnTo>
                        <a:pt x="1736" y="63"/>
                      </a:lnTo>
                      <a:lnTo>
                        <a:pt x="1804" y="42"/>
                      </a:lnTo>
                      <a:lnTo>
                        <a:pt x="1804" y="114"/>
                      </a:lnTo>
                      <a:lnTo>
                        <a:pt x="1871" y="130"/>
                      </a:lnTo>
                      <a:lnTo>
                        <a:pt x="2016" y="151"/>
                      </a:lnTo>
                      <a:lnTo>
                        <a:pt x="2006" y="73"/>
                      </a:lnTo>
                      <a:lnTo>
                        <a:pt x="2058" y="73"/>
                      </a:lnTo>
                      <a:lnTo>
                        <a:pt x="2063" y="151"/>
                      </a:lnTo>
                      <a:lnTo>
                        <a:pt x="2146" y="146"/>
                      </a:lnTo>
                      <a:lnTo>
                        <a:pt x="2234" y="125"/>
                      </a:lnTo>
                      <a:lnTo>
                        <a:pt x="2240" y="63"/>
                      </a:lnTo>
                      <a:lnTo>
                        <a:pt x="2276" y="37"/>
                      </a:lnTo>
                      <a:close/>
                    </a:path>
                  </a:pathLst>
                </a:custGeom>
                <a:solidFill>
                  <a:srgbClr val="80808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1" name="Google Shape;681;p20"/>
                <p:cNvSpPr/>
                <p:nvPr/>
              </p:nvSpPr>
              <p:spPr>
                <a:xfrm>
                  <a:off x="3283" y="3030"/>
                  <a:ext cx="160" cy="28"/>
                </a:xfrm>
                <a:custGeom>
                  <a:rect b="b" l="l" r="r" t="t"/>
                  <a:pathLst>
                    <a:path extrusionOk="0" h="57" w="322">
                      <a:moveTo>
                        <a:pt x="322" y="0"/>
                      </a:moveTo>
                      <a:lnTo>
                        <a:pt x="171" y="57"/>
                      </a:lnTo>
                      <a:lnTo>
                        <a:pt x="0" y="42"/>
                      </a:lnTo>
                      <a:lnTo>
                        <a:pt x="322"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2" name="Google Shape;682;p20"/>
                <p:cNvSpPr/>
                <p:nvPr/>
              </p:nvSpPr>
              <p:spPr>
                <a:xfrm>
                  <a:off x="3503" y="2985"/>
                  <a:ext cx="99" cy="34"/>
                </a:xfrm>
                <a:custGeom>
                  <a:rect b="b" l="l" r="r" t="t"/>
                  <a:pathLst>
                    <a:path extrusionOk="0" h="67" w="197">
                      <a:moveTo>
                        <a:pt x="197" y="0"/>
                      </a:moveTo>
                      <a:lnTo>
                        <a:pt x="146" y="41"/>
                      </a:lnTo>
                      <a:lnTo>
                        <a:pt x="0" y="62"/>
                      </a:lnTo>
                      <a:lnTo>
                        <a:pt x="151" y="67"/>
                      </a:lnTo>
                      <a:lnTo>
                        <a:pt x="197"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3" name="Google Shape;683;p20"/>
                <p:cNvSpPr/>
                <p:nvPr/>
              </p:nvSpPr>
              <p:spPr>
                <a:xfrm>
                  <a:off x="3044" y="2959"/>
                  <a:ext cx="150" cy="83"/>
                </a:xfrm>
                <a:custGeom>
                  <a:rect b="b" l="l" r="r" t="t"/>
                  <a:pathLst>
                    <a:path extrusionOk="0" h="166" w="301">
                      <a:moveTo>
                        <a:pt x="301" y="0"/>
                      </a:moveTo>
                      <a:lnTo>
                        <a:pt x="166" y="15"/>
                      </a:lnTo>
                      <a:lnTo>
                        <a:pt x="140" y="36"/>
                      </a:lnTo>
                      <a:lnTo>
                        <a:pt x="140" y="88"/>
                      </a:lnTo>
                      <a:lnTo>
                        <a:pt x="129" y="145"/>
                      </a:lnTo>
                      <a:lnTo>
                        <a:pt x="0" y="166"/>
                      </a:lnTo>
                      <a:lnTo>
                        <a:pt x="155" y="161"/>
                      </a:lnTo>
                      <a:lnTo>
                        <a:pt x="181" y="57"/>
                      </a:lnTo>
                      <a:lnTo>
                        <a:pt x="301"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4" name="Google Shape;684;p20"/>
                <p:cNvSpPr/>
                <p:nvPr/>
              </p:nvSpPr>
              <p:spPr>
                <a:xfrm>
                  <a:off x="2556" y="3146"/>
                  <a:ext cx="488" cy="122"/>
                </a:xfrm>
                <a:custGeom>
                  <a:rect b="b" l="l" r="r" t="t"/>
                  <a:pathLst>
                    <a:path extrusionOk="0" h="244" w="976">
                      <a:moveTo>
                        <a:pt x="976" y="0"/>
                      </a:moveTo>
                      <a:lnTo>
                        <a:pt x="727" y="10"/>
                      </a:lnTo>
                      <a:lnTo>
                        <a:pt x="472" y="72"/>
                      </a:lnTo>
                      <a:lnTo>
                        <a:pt x="285" y="83"/>
                      </a:lnTo>
                      <a:lnTo>
                        <a:pt x="130" y="114"/>
                      </a:lnTo>
                      <a:lnTo>
                        <a:pt x="73" y="197"/>
                      </a:lnTo>
                      <a:lnTo>
                        <a:pt x="0" y="244"/>
                      </a:lnTo>
                      <a:lnTo>
                        <a:pt x="73" y="228"/>
                      </a:lnTo>
                      <a:lnTo>
                        <a:pt x="140" y="135"/>
                      </a:lnTo>
                      <a:lnTo>
                        <a:pt x="348" y="93"/>
                      </a:lnTo>
                      <a:lnTo>
                        <a:pt x="472" y="93"/>
                      </a:lnTo>
                      <a:lnTo>
                        <a:pt x="571" y="72"/>
                      </a:lnTo>
                      <a:lnTo>
                        <a:pt x="742" y="26"/>
                      </a:lnTo>
                      <a:lnTo>
                        <a:pt x="976"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685" name="Google Shape;685;p20"/>
                <p:cNvGrpSpPr/>
                <p:nvPr/>
              </p:nvGrpSpPr>
              <p:grpSpPr>
                <a:xfrm>
                  <a:off x="2633" y="2229"/>
                  <a:ext cx="490" cy="270"/>
                  <a:chOff x="2633" y="2229"/>
                  <a:chExt cx="490" cy="270"/>
                </a:xfrm>
              </p:grpSpPr>
              <p:grpSp>
                <p:nvGrpSpPr>
                  <p:cNvPr id="686" name="Google Shape;686;p20"/>
                  <p:cNvGrpSpPr/>
                  <p:nvPr/>
                </p:nvGrpSpPr>
                <p:grpSpPr>
                  <a:xfrm>
                    <a:off x="2633" y="2229"/>
                    <a:ext cx="428" cy="217"/>
                    <a:chOff x="2633" y="2229"/>
                    <a:chExt cx="428" cy="217"/>
                  </a:xfrm>
                </p:grpSpPr>
                <p:sp>
                  <p:nvSpPr>
                    <p:cNvPr id="687" name="Google Shape;687;p20"/>
                    <p:cNvSpPr/>
                    <p:nvPr/>
                  </p:nvSpPr>
                  <p:spPr>
                    <a:xfrm>
                      <a:off x="2633" y="2229"/>
                      <a:ext cx="428" cy="217"/>
                    </a:xfrm>
                    <a:custGeom>
                      <a:rect b="b" l="l" r="r" t="t"/>
                      <a:pathLst>
                        <a:path extrusionOk="0" h="434" w="856">
                          <a:moveTo>
                            <a:pt x="775" y="434"/>
                          </a:moveTo>
                          <a:lnTo>
                            <a:pt x="730" y="423"/>
                          </a:lnTo>
                          <a:lnTo>
                            <a:pt x="685" y="403"/>
                          </a:lnTo>
                          <a:lnTo>
                            <a:pt x="644" y="394"/>
                          </a:lnTo>
                          <a:lnTo>
                            <a:pt x="573" y="404"/>
                          </a:lnTo>
                          <a:lnTo>
                            <a:pt x="521" y="403"/>
                          </a:lnTo>
                          <a:lnTo>
                            <a:pt x="484" y="391"/>
                          </a:lnTo>
                          <a:lnTo>
                            <a:pt x="455" y="380"/>
                          </a:lnTo>
                          <a:lnTo>
                            <a:pt x="426" y="366"/>
                          </a:lnTo>
                          <a:lnTo>
                            <a:pt x="394" y="339"/>
                          </a:lnTo>
                          <a:lnTo>
                            <a:pt x="368" y="313"/>
                          </a:lnTo>
                          <a:lnTo>
                            <a:pt x="329" y="282"/>
                          </a:lnTo>
                          <a:lnTo>
                            <a:pt x="272" y="292"/>
                          </a:lnTo>
                          <a:lnTo>
                            <a:pt x="237" y="294"/>
                          </a:lnTo>
                          <a:lnTo>
                            <a:pt x="218" y="288"/>
                          </a:lnTo>
                          <a:lnTo>
                            <a:pt x="208" y="278"/>
                          </a:lnTo>
                          <a:lnTo>
                            <a:pt x="201" y="263"/>
                          </a:lnTo>
                          <a:lnTo>
                            <a:pt x="206" y="247"/>
                          </a:lnTo>
                          <a:lnTo>
                            <a:pt x="218" y="230"/>
                          </a:lnTo>
                          <a:lnTo>
                            <a:pt x="237" y="223"/>
                          </a:lnTo>
                          <a:lnTo>
                            <a:pt x="284" y="216"/>
                          </a:lnTo>
                          <a:lnTo>
                            <a:pt x="337" y="197"/>
                          </a:lnTo>
                          <a:lnTo>
                            <a:pt x="292" y="160"/>
                          </a:lnTo>
                          <a:lnTo>
                            <a:pt x="239" y="140"/>
                          </a:lnTo>
                          <a:lnTo>
                            <a:pt x="192" y="143"/>
                          </a:lnTo>
                          <a:lnTo>
                            <a:pt x="138" y="140"/>
                          </a:lnTo>
                          <a:lnTo>
                            <a:pt x="107" y="150"/>
                          </a:lnTo>
                          <a:lnTo>
                            <a:pt x="62" y="152"/>
                          </a:lnTo>
                          <a:lnTo>
                            <a:pt x="48" y="140"/>
                          </a:lnTo>
                          <a:lnTo>
                            <a:pt x="45" y="121"/>
                          </a:lnTo>
                          <a:lnTo>
                            <a:pt x="21" y="122"/>
                          </a:lnTo>
                          <a:lnTo>
                            <a:pt x="7" y="119"/>
                          </a:lnTo>
                          <a:lnTo>
                            <a:pt x="0" y="102"/>
                          </a:lnTo>
                          <a:lnTo>
                            <a:pt x="5" y="86"/>
                          </a:lnTo>
                          <a:lnTo>
                            <a:pt x="17" y="79"/>
                          </a:lnTo>
                          <a:lnTo>
                            <a:pt x="42" y="65"/>
                          </a:lnTo>
                          <a:lnTo>
                            <a:pt x="61" y="51"/>
                          </a:lnTo>
                          <a:lnTo>
                            <a:pt x="81" y="39"/>
                          </a:lnTo>
                          <a:lnTo>
                            <a:pt x="107" y="32"/>
                          </a:lnTo>
                          <a:lnTo>
                            <a:pt x="128" y="32"/>
                          </a:lnTo>
                          <a:lnTo>
                            <a:pt x="232" y="10"/>
                          </a:lnTo>
                          <a:lnTo>
                            <a:pt x="254" y="5"/>
                          </a:lnTo>
                          <a:lnTo>
                            <a:pt x="279" y="0"/>
                          </a:lnTo>
                          <a:lnTo>
                            <a:pt x="304" y="5"/>
                          </a:lnTo>
                          <a:lnTo>
                            <a:pt x="336" y="15"/>
                          </a:lnTo>
                          <a:lnTo>
                            <a:pt x="426" y="65"/>
                          </a:lnTo>
                          <a:lnTo>
                            <a:pt x="467" y="74"/>
                          </a:lnTo>
                          <a:lnTo>
                            <a:pt x="505" y="83"/>
                          </a:lnTo>
                          <a:lnTo>
                            <a:pt x="535" y="102"/>
                          </a:lnTo>
                          <a:lnTo>
                            <a:pt x="552" y="124"/>
                          </a:lnTo>
                          <a:lnTo>
                            <a:pt x="626" y="176"/>
                          </a:lnTo>
                          <a:lnTo>
                            <a:pt x="661" y="200"/>
                          </a:lnTo>
                          <a:lnTo>
                            <a:pt x="704" y="247"/>
                          </a:lnTo>
                          <a:lnTo>
                            <a:pt x="732" y="261"/>
                          </a:lnTo>
                          <a:lnTo>
                            <a:pt x="856" y="266"/>
                          </a:lnTo>
                          <a:lnTo>
                            <a:pt x="775" y="434"/>
                          </a:lnTo>
                          <a:close/>
                        </a:path>
                      </a:pathLst>
                    </a:custGeom>
                    <a:solidFill>
                      <a:srgbClr val="FFC080"/>
                    </a:solidFill>
                    <a:ln cap="flat" cmpd="sng" w="11100">
                      <a:solidFill>
                        <a:srgbClr val="402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8" name="Google Shape;688;p20"/>
                    <p:cNvSpPr/>
                    <p:nvPr/>
                  </p:nvSpPr>
                  <p:spPr>
                    <a:xfrm>
                      <a:off x="2798" y="2324"/>
                      <a:ext cx="103" cy="26"/>
                    </a:xfrm>
                    <a:custGeom>
                      <a:rect b="b" l="l" r="r" t="t"/>
                      <a:pathLst>
                        <a:path extrusionOk="0" h="52" w="206">
                          <a:moveTo>
                            <a:pt x="0" y="0"/>
                          </a:moveTo>
                          <a:lnTo>
                            <a:pt x="6" y="14"/>
                          </a:lnTo>
                          <a:lnTo>
                            <a:pt x="42" y="12"/>
                          </a:lnTo>
                          <a:lnTo>
                            <a:pt x="58" y="21"/>
                          </a:lnTo>
                          <a:lnTo>
                            <a:pt x="87" y="36"/>
                          </a:lnTo>
                          <a:lnTo>
                            <a:pt x="128" y="45"/>
                          </a:lnTo>
                          <a:lnTo>
                            <a:pt x="173" y="47"/>
                          </a:lnTo>
                          <a:lnTo>
                            <a:pt x="206" y="52"/>
                          </a:lnTo>
                          <a:lnTo>
                            <a:pt x="179" y="41"/>
                          </a:lnTo>
                          <a:lnTo>
                            <a:pt x="144" y="36"/>
                          </a:lnTo>
                          <a:lnTo>
                            <a:pt x="120" y="36"/>
                          </a:lnTo>
                          <a:lnTo>
                            <a:pt x="87" y="26"/>
                          </a:lnTo>
                          <a:lnTo>
                            <a:pt x="61" y="10"/>
                          </a:lnTo>
                          <a:lnTo>
                            <a:pt x="49" y="3"/>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89" name="Google Shape;689;p20"/>
                    <p:cNvSpPr/>
                    <p:nvPr/>
                  </p:nvSpPr>
                  <p:spPr>
                    <a:xfrm>
                      <a:off x="2760" y="2347"/>
                      <a:ext cx="12" cy="15"/>
                    </a:xfrm>
                    <a:custGeom>
                      <a:rect b="b" l="l" r="r" t="t"/>
                      <a:pathLst>
                        <a:path extrusionOk="0" h="31" w="25">
                          <a:moveTo>
                            <a:pt x="4" y="0"/>
                          </a:moveTo>
                          <a:lnTo>
                            <a:pt x="14" y="8"/>
                          </a:lnTo>
                          <a:lnTo>
                            <a:pt x="11" y="19"/>
                          </a:lnTo>
                          <a:lnTo>
                            <a:pt x="0" y="31"/>
                          </a:lnTo>
                          <a:lnTo>
                            <a:pt x="21" y="22"/>
                          </a:lnTo>
                          <a:lnTo>
                            <a:pt x="25" y="10"/>
                          </a:lnTo>
                          <a:lnTo>
                            <a:pt x="4"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0" name="Google Shape;690;p20"/>
                    <p:cNvSpPr/>
                    <p:nvPr/>
                  </p:nvSpPr>
                  <p:spPr>
                    <a:xfrm>
                      <a:off x="2652" y="2262"/>
                      <a:ext cx="61" cy="29"/>
                    </a:xfrm>
                    <a:custGeom>
                      <a:rect b="b" l="l" r="r" t="t"/>
                      <a:pathLst>
                        <a:path extrusionOk="0" h="57" w="121">
                          <a:moveTo>
                            <a:pt x="0" y="54"/>
                          </a:moveTo>
                          <a:lnTo>
                            <a:pt x="12" y="57"/>
                          </a:lnTo>
                          <a:lnTo>
                            <a:pt x="29" y="40"/>
                          </a:lnTo>
                          <a:lnTo>
                            <a:pt x="54" y="30"/>
                          </a:lnTo>
                          <a:lnTo>
                            <a:pt x="66" y="18"/>
                          </a:lnTo>
                          <a:lnTo>
                            <a:pt x="76" y="11"/>
                          </a:lnTo>
                          <a:lnTo>
                            <a:pt x="104" y="5"/>
                          </a:lnTo>
                          <a:lnTo>
                            <a:pt x="121" y="2"/>
                          </a:lnTo>
                          <a:lnTo>
                            <a:pt x="99" y="0"/>
                          </a:lnTo>
                          <a:lnTo>
                            <a:pt x="68" y="5"/>
                          </a:lnTo>
                          <a:lnTo>
                            <a:pt x="57" y="14"/>
                          </a:lnTo>
                          <a:lnTo>
                            <a:pt x="43" y="24"/>
                          </a:lnTo>
                          <a:lnTo>
                            <a:pt x="0" y="54"/>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1" name="Google Shape;691;p20"/>
                    <p:cNvSpPr/>
                    <p:nvPr/>
                  </p:nvSpPr>
                  <p:spPr>
                    <a:xfrm>
                      <a:off x="2740" y="2251"/>
                      <a:ext cx="95" cy="25"/>
                    </a:xfrm>
                    <a:custGeom>
                      <a:rect b="b" l="l" r="r" t="t"/>
                      <a:pathLst>
                        <a:path extrusionOk="0" h="50" w="190">
                          <a:moveTo>
                            <a:pt x="0" y="12"/>
                          </a:moveTo>
                          <a:lnTo>
                            <a:pt x="39" y="7"/>
                          </a:lnTo>
                          <a:lnTo>
                            <a:pt x="62" y="0"/>
                          </a:lnTo>
                          <a:lnTo>
                            <a:pt x="72" y="0"/>
                          </a:lnTo>
                          <a:lnTo>
                            <a:pt x="96" y="5"/>
                          </a:lnTo>
                          <a:lnTo>
                            <a:pt x="107" y="17"/>
                          </a:lnTo>
                          <a:lnTo>
                            <a:pt x="126" y="27"/>
                          </a:lnTo>
                          <a:lnTo>
                            <a:pt x="164" y="43"/>
                          </a:lnTo>
                          <a:lnTo>
                            <a:pt x="190" y="43"/>
                          </a:lnTo>
                          <a:lnTo>
                            <a:pt x="162" y="50"/>
                          </a:lnTo>
                          <a:lnTo>
                            <a:pt x="145" y="46"/>
                          </a:lnTo>
                          <a:lnTo>
                            <a:pt x="103" y="26"/>
                          </a:lnTo>
                          <a:lnTo>
                            <a:pt x="89" y="12"/>
                          </a:lnTo>
                          <a:lnTo>
                            <a:pt x="62" y="8"/>
                          </a:lnTo>
                          <a:lnTo>
                            <a:pt x="39" y="12"/>
                          </a:lnTo>
                          <a:lnTo>
                            <a:pt x="0" y="12"/>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2" name="Google Shape;692;p20"/>
                    <p:cNvSpPr/>
                    <p:nvPr/>
                  </p:nvSpPr>
                  <p:spPr>
                    <a:xfrm>
                      <a:off x="2668" y="2278"/>
                      <a:ext cx="20" cy="18"/>
                    </a:xfrm>
                    <a:custGeom>
                      <a:rect b="b" l="l" r="r" t="t"/>
                      <a:pathLst>
                        <a:path extrusionOk="0" h="37" w="40">
                          <a:moveTo>
                            <a:pt x="30" y="0"/>
                          </a:moveTo>
                          <a:lnTo>
                            <a:pt x="40" y="14"/>
                          </a:lnTo>
                          <a:lnTo>
                            <a:pt x="28" y="30"/>
                          </a:lnTo>
                          <a:lnTo>
                            <a:pt x="0" y="37"/>
                          </a:lnTo>
                          <a:lnTo>
                            <a:pt x="30" y="18"/>
                          </a:lnTo>
                          <a:lnTo>
                            <a:pt x="3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3" name="Google Shape;693;p20"/>
                    <p:cNvSpPr/>
                    <p:nvPr/>
                  </p:nvSpPr>
                  <p:spPr>
                    <a:xfrm>
                      <a:off x="2647" y="2263"/>
                      <a:ext cx="20" cy="17"/>
                    </a:xfrm>
                    <a:custGeom>
                      <a:rect b="b" l="l" r="r" t="t"/>
                      <a:pathLst>
                        <a:path extrusionOk="0" h="35" w="39">
                          <a:moveTo>
                            <a:pt x="39" y="19"/>
                          </a:moveTo>
                          <a:lnTo>
                            <a:pt x="29" y="0"/>
                          </a:lnTo>
                          <a:lnTo>
                            <a:pt x="27" y="16"/>
                          </a:lnTo>
                          <a:lnTo>
                            <a:pt x="0" y="31"/>
                          </a:lnTo>
                          <a:lnTo>
                            <a:pt x="3" y="35"/>
                          </a:lnTo>
                          <a:lnTo>
                            <a:pt x="39" y="19"/>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4" name="Google Shape;694;p20"/>
                    <p:cNvSpPr/>
                    <p:nvPr/>
                  </p:nvSpPr>
                  <p:spPr>
                    <a:xfrm>
                      <a:off x="2883" y="2285"/>
                      <a:ext cx="22" cy="25"/>
                    </a:xfrm>
                    <a:custGeom>
                      <a:rect b="b" l="l" r="r" t="t"/>
                      <a:pathLst>
                        <a:path extrusionOk="0" h="50" w="45">
                          <a:moveTo>
                            <a:pt x="0" y="0"/>
                          </a:moveTo>
                          <a:lnTo>
                            <a:pt x="10" y="26"/>
                          </a:lnTo>
                          <a:lnTo>
                            <a:pt x="28" y="47"/>
                          </a:lnTo>
                          <a:lnTo>
                            <a:pt x="45" y="50"/>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5" name="Google Shape;695;p20"/>
                    <p:cNvSpPr/>
                    <p:nvPr/>
                  </p:nvSpPr>
                  <p:spPr>
                    <a:xfrm>
                      <a:off x="2958" y="2390"/>
                      <a:ext cx="30" cy="24"/>
                    </a:xfrm>
                    <a:custGeom>
                      <a:rect b="b" l="l" r="r" t="t"/>
                      <a:pathLst>
                        <a:path extrusionOk="0" h="47" w="59">
                          <a:moveTo>
                            <a:pt x="59" y="0"/>
                          </a:moveTo>
                          <a:lnTo>
                            <a:pt x="21" y="18"/>
                          </a:lnTo>
                          <a:lnTo>
                            <a:pt x="0" y="47"/>
                          </a:lnTo>
                          <a:lnTo>
                            <a:pt x="59"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696" name="Google Shape;696;p20"/>
                  <p:cNvGrpSpPr/>
                  <p:nvPr/>
                </p:nvGrpSpPr>
                <p:grpSpPr>
                  <a:xfrm>
                    <a:off x="2999" y="2347"/>
                    <a:ext cx="124" cy="152"/>
                    <a:chOff x="2999" y="2347"/>
                    <a:chExt cx="124" cy="152"/>
                  </a:xfrm>
                </p:grpSpPr>
                <p:sp>
                  <p:nvSpPr>
                    <p:cNvPr id="697" name="Google Shape;697;p20"/>
                    <p:cNvSpPr/>
                    <p:nvPr/>
                  </p:nvSpPr>
                  <p:spPr>
                    <a:xfrm>
                      <a:off x="2999" y="2347"/>
                      <a:ext cx="124" cy="152"/>
                    </a:xfrm>
                    <a:custGeom>
                      <a:rect b="b" l="l" r="r" t="t"/>
                      <a:pathLst>
                        <a:path extrusionOk="0" h="304" w="249">
                          <a:moveTo>
                            <a:pt x="86" y="21"/>
                          </a:moveTo>
                          <a:lnTo>
                            <a:pt x="46" y="64"/>
                          </a:lnTo>
                          <a:lnTo>
                            <a:pt x="29" y="100"/>
                          </a:lnTo>
                          <a:lnTo>
                            <a:pt x="12" y="157"/>
                          </a:lnTo>
                          <a:lnTo>
                            <a:pt x="12" y="190"/>
                          </a:lnTo>
                          <a:lnTo>
                            <a:pt x="0" y="240"/>
                          </a:lnTo>
                          <a:lnTo>
                            <a:pt x="202" y="304"/>
                          </a:lnTo>
                          <a:lnTo>
                            <a:pt x="249" y="0"/>
                          </a:lnTo>
                          <a:lnTo>
                            <a:pt x="166" y="21"/>
                          </a:lnTo>
                          <a:lnTo>
                            <a:pt x="86" y="21"/>
                          </a:lnTo>
                          <a:close/>
                        </a:path>
                      </a:pathLst>
                    </a:custGeom>
                    <a:solidFill>
                      <a:srgbClr val="C0C0C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98" name="Google Shape;698;p20"/>
                    <p:cNvSpPr/>
                    <p:nvPr/>
                  </p:nvSpPr>
                  <p:spPr>
                    <a:xfrm>
                      <a:off x="3012" y="2361"/>
                      <a:ext cx="101" cy="126"/>
                    </a:xfrm>
                    <a:custGeom>
                      <a:rect b="b" l="l" r="r" t="t"/>
                      <a:pathLst>
                        <a:path extrusionOk="0" h="252" w="202">
                          <a:moveTo>
                            <a:pt x="79" y="6"/>
                          </a:moveTo>
                          <a:lnTo>
                            <a:pt x="43" y="46"/>
                          </a:lnTo>
                          <a:lnTo>
                            <a:pt x="14" y="105"/>
                          </a:lnTo>
                          <a:lnTo>
                            <a:pt x="7" y="147"/>
                          </a:lnTo>
                          <a:lnTo>
                            <a:pt x="0" y="195"/>
                          </a:lnTo>
                          <a:lnTo>
                            <a:pt x="162" y="252"/>
                          </a:lnTo>
                          <a:lnTo>
                            <a:pt x="202" y="0"/>
                          </a:lnTo>
                          <a:lnTo>
                            <a:pt x="140" y="10"/>
                          </a:lnTo>
                          <a:lnTo>
                            <a:pt x="79" y="6"/>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sp>
              <p:nvSpPr>
                <p:cNvPr id="699" name="Google Shape;699;p20"/>
                <p:cNvSpPr/>
                <p:nvPr/>
              </p:nvSpPr>
              <p:spPr>
                <a:xfrm>
                  <a:off x="3110" y="1513"/>
                  <a:ext cx="422" cy="461"/>
                </a:xfrm>
                <a:custGeom>
                  <a:rect b="b" l="l" r="r" t="t"/>
                  <a:pathLst>
                    <a:path extrusionOk="0" h="922" w="844">
                      <a:moveTo>
                        <a:pt x="275" y="29"/>
                      </a:moveTo>
                      <a:lnTo>
                        <a:pt x="203" y="83"/>
                      </a:lnTo>
                      <a:lnTo>
                        <a:pt x="163" y="149"/>
                      </a:lnTo>
                      <a:lnTo>
                        <a:pt x="126" y="220"/>
                      </a:lnTo>
                      <a:lnTo>
                        <a:pt x="104" y="256"/>
                      </a:lnTo>
                      <a:lnTo>
                        <a:pt x="104" y="296"/>
                      </a:lnTo>
                      <a:lnTo>
                        <a:pt x="123" y="342"/>
                      </a:lnTo>
                      <a:lnTo>
                        <a:pt x="87" y="379"/>
                      </a:lnTo>
                      <a:lnTo>
                        <a:pt x="30" y="479"/>
                      </a:lnTo>
                      <a:lnTo>
                        <a:pt x="0" y="533"/>
                      </a:lnTo>
                      <a:lnTo>
                        <a:pt x="0" y="550"/>
                      </a:lnTo>
                      <a:lnTo>
                        <a:pt x="7" y="569"/>
                      </a:lnTo>
                      <a:lnTo>
                        <a:pt x="31" y="574"/>
                      </a:lnTo>
                      <a:lnTo>
                        <a:pt x="68" y="576"/>
                      </a:lnTo>
                      <a:lnTo>
                        <a:pt x="88" y="583"/>
                      </a:lnTo>
                      <a:lnTo>
                        <a:pt x="87" y="623"/>
                      </a:lnTo>
                      <a:lnTo>
                        <a:pt x="76" y="669"/>
                      </a:lnTo>
                      <a:lnTo>
                        <a:pt x="97" y="695"/>
                      </a:lnTo>
                      <a:lnTo>
                        <a:pt x="90" y="730"/>
                      </a:lnTo>
                      <a:lnTo>
                        <a:pt x="107" y="753"/>
                      </a:lnTo>
                      <a:lnTo>
                        <a:pt x="125" y="813"/>
                      </a:lnTo>
                      <a:lnTo>
                        <a:pt x="151" y="832"/>
                      </a:lnTo>
                      <a:lnTo>
                        <a:pt x="190" y="832"/>
                      </a:lnTo>
                      <a:lnTo>
                        <a:pt x="246" y="823"/>
                      </a:lnTo>
                      <a:lnTo>
                        <a:pt x="305" y="813"/>
                      </a:lnTo>
                      <a:lnTo>
                        <a:pt x="299" y="922"/>
                      </a:lnTo>
                      <a:lnTo>
                        <a:pt x="749" y="777"/>
                      </a:lnTo>
                      <a:lnTo>
                        <a:pt x="713" y="692"/>
                      </a:lnTo>
                      <a:lnTo>
                        <a:pt x="721" y="626"/>
                      </a:lnTo>
                      <a:lnTo>
                        <a:pt x="844" y="503"/>
                      </a:lnTo>
                      <a:lnTo>
                        <a:pt x="844" y="176"/>
                      </a:lnTo>
                      <a:lnTo>
                        <a:pt x="761" y="86"/>
                      </a:lnTo>
                      <a:lnTo>
                        <a:pt x="657" y="40"/>
                      </a:lnTo>
                      <a:lnTo>
                        <a:pt x="548" y="0"/>
                      </a:lnTo>
                      <a:lnTo>
                        <a:pt x="405" y="19"/>
                      </a:lnTo>
                      <a:lnTo>
                        <a:pt x="275" y="29"/>
                      </a:lnTo>
                      <a:close/>
                    </a:path>
                  </a:pathLst>
                </a:custGeom>
                <a:solidFill>
                  <a:srgbClr val="FFC080"/>
                </a:solidFill>
                <a:ln cap="flat" cmpd="sng" w="11100">
                  <a:solidFill>
                    <a:srgbClr val="402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0" name="Google Shape;700;p20"/>
                <p:cNvSpPr/>
                <p:nvPr/>
              </p:nvSpPr>
              <p:spPr>
                <a:xfrm>
                  <a:off x="3133" y="1791"/>
                  <a:ext cx="25" cy="7"/>
                </a:xfrm>
                <a:custGeom>
                  <a:rect b="b" l="l" r="r" t="t"/>
                  <a:pathLst>
                    <a:path extrusionOk="0" h="14" w="50">
                      <a:moveTo>
                        <a:pt x="0" y="5"/>
                      </a:moveTo>
                      <a:lnTo>
                        <a:pt x="10" y="12"/>
                      </a:lnTo>
                      <a:lnTo>
                        <a:pt x="36" y="9"/>
                      </a:lnTo>
                      <a:lnTo>
                        <a:pt x="47" y="14"/>
                      </a:lnTo>
                      <a:lnTo>
                        <a:pt x="50" y="4"/>
                      </a:lnTo>
                      <a:lnTo>
                        <a:pt x="34" y="0"/>
                      </a:lnTo>
                      <a:lnTo>
                        <a:pt x="0" y="5"/>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1" name="Google Shape;701;p20"/>
                <p:cNvSpPr/>
                <p:nvPr/>
              </p:nvSpPr>
              <p:spPr>
                <a:xfrm>
                  <a:off x="3155" y="1772"/>
                  <a:ext cx="11" cy="20"/>
                </a:xfrm>
                <a:custGeom>
                  <a:rect b="b" l="l" r="r" t="t"/>
                  <a:pathLst>
                    <a:path extrusionOk="0" h="38" w="23">
                      <a:moveTo>
                        <a:pt x="0" y="0"/>
                      </a:moveTo>
                      <a:lnTo>
                        <a:pt x="14" y="9"/>
                      </a:lnTo>
                      <a:lnTo>
                        <a:pt x="14" y="21"/>
                      </a:lnTo>
                      <a:lnTo>
                        <a:pt x="17" y="38"/>
                      </a:lnTo>
                      <a:lnTo>
                        <a:pt x="23" y="16"/>
                      </a:lnTo>
                      <a:lnTo>
                        <a:pt x="23" y="2"/>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2" name="Google Shape;702;p20"/>
                <p:cNvSpPr/>
                <p:nvPr/>
              </p:nvSpPr>
              <p:spPr>
                <a:xfrm>
                  <a:off x="3171" y="1716"/>
                  <a:ext cx="12" cy="36"/>
                </a:xfrm>
                <a:custGeom>
                  <a:rect b="b" l="l" r="r" t="t"/>
                  <a:pathLst>
                    <a:path extrusionOk="0" h="71" w="24">
                      <a:moveTo>
                        <a:pt x="24" y="0"/>
                      </a:moveTo>
                      <a:lnTo>
                        <a:pt x="7" y="40"/>
                      </a:lnTo>
                      <a:lnTo>
                        <a:pt x="0" y="71"/>
                      </a:lnTo>
                      <a:lnTo>
                        <a:pt x="12" y="51"/>
                      </a:lnTo>
                      <a:lnTo>
                        <a:pt x="24"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3" name="Google Shape;703;p20"/>
                <p:cNvSpPr/>
                <p:nvPr/>
              </p:nvSpPr>
              <p:spPr>
                <a:xfrm>
                  <a:off x="3180" y="1682"/>
                  <a:ext cx="46" cy="31"/>
                </a:xfrm>
                <a:custGeom>
                  <a:rect b="b" l="l" r="r" t="t"/>
                  <a:pathLst>
                    <a:path extrusionOk="0" h="61" w="94">
                      <a:moveTo>
                        <a:pt x="0" y="0"/>
                      </a:moveTo>
                      <a:lnTo>
                        <a:pt x="19" y="33"/>
                      </a:lnTo>
                      <a:lnTo>
                        <a:pt x="16" y="42"/>
                      </a:lnTo>
                      <a:lnTo>
                        <a:pt x="16" y="48"/>
                      </a:lnTo>
                      <a:lnTo>
                        <a:pt x="11" y="61"/>
                      </a:lnTo>
                      <a:lnTo>
                        <a:pt x="23" y="40"/>
                      </a:lnTo>
                      <a:lnTo>
                        <a:pt x="42" y="40"/>
                      </a:lnTo>
                      <a:lnTo>
                        <a:pt x="61" y="33"/>
                      </a:lnTo>
                      <a:lnTo>
                        <a:pt x="94" y="31"/>
                      </a:lnTo>
                      <a:lnTo>
                        <a:pt x="61" y="10"/>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4" name="Google Shape;704;p20"/>
                <p:cNvSpPr/>
                <p:nvPr/>
              </p:nvSpPr>
              <p:spPr>
                <a:xfrm>
                  <a:off x="3168" y="1639"/>
                  <a:ext cx="78" cy="29"/>
                </a:xfrm>
                <a:custGeom>
                  <a:rect b="b" l="l" r="r" t="t"/>
                  <a:pathLst>
                    <a:path extrusionOk="0" h="58" w="155">
                      <a:moveTo>
                        <a:pt x="0" y="30"/>
                      </a:moveTo>
                      <a:lnTo>
                        <a:pt x="7" y="51"/>
                      </a:lnTo>
                      <a:lnTo>
                        <a:pt x="22" y="58"/>
                      </a:lnTo>
                      <a:lnTo>
                        <a:pt x="48" y="40"/>
                      </a:lnTo>
                      <a:lnTo>
                        <a:pt x="79" y="30"/>
                      </a:lnTo>
                      <a:lnTo>
                        <a:pt x="131" y="28"/>
                      </a:lnTo>
                      <a:lnTo>
                        <a:pt x="155" y="32"/>
                      </a:lnTo>
                      <a:lnTo>
                        <a:pt x="116" y="14"/>
                      </a:lnTo>
                      <a:lnTo>
                        <a:pt x="88" y="7"/>
                      </a:lnTo>
                      <a:lnTo>
                        <a:pt x="91" y="0"/>
                      </a:lnTo>
                      <a:lnTo>
                        <a:pt x="66" y="11"/>
                      </a:lnTo>
                      <a:lnTo>
                        <a:pt x="69" y="4"/>
                      </a:lnTo>
                      <a:lnTo>
                        <a:pt x="46" y="14"/>
                      </a:lnTo>
                      <a:lnTo>
                        <a:pt x="26" y="14"/>
                      </a:lnTo>
                      <a:lnTo>
                        <a:pt x="0" y="3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5" name="Google Shape;705;p20"/>
                <p:cNvSpPr/>
                <p:nvPr/>
              </p:nvSpPr>
              <p:spPr>
                <a:xfrm>
                  <a:off x="3341" y="1677"/>
                  <a:ext cx="46" cy="92"/>
                </a:xfrm>
                <a:custGeom>
                  <a:rect b="b" l="l" r="r" t="t"/>
                  <a:pathLst>
                    <a:path extrusionOk="0" h="183" w="91">
                      <a:moveTo>
                        <a:pt x="0" y="34"/>
                      </a:moveTo>
                      <a:lnTo>
                        <a:pt x="27" y="12"/>
                      </a:lnTo>
                      <a:lnTo>
                        <a:pt x="60" y="17"/>
                      </a:lnTo>
                      <a:lnTo>
                        <a:pt x="79" y="48"/>
                      </a:lnTo>
                      <a:lnTo>
                        <a:pt x="83" y="90"/>
                      </a:lnTo>
                      <a:lnTo>
                        <a:pt x="79" y="121"/>
                      </a:lnTo>
                      <a:lnTo>
                        <a:pt x="67" y="148"/>
                      </a:lnTo>
                      <a:lnTo>
                        <a:pt x="52" y="107"/>
                      </a:lnTo>
                      <a:lnTo>
                        <a:pt x="36" y="84"/>
                      </a:lnTo>
                      <a:lnTo>
                        <a:pt x="5" y="69"/>
                      </a:lnTo>
                      <a:lnTo>
                        <a:pt x="29" y="102"/>
                      </a:lnTo>
                      <a:lnTo>
                        <a:pt x="55" y="128"/>
                      </a:lnTo>
                      <a:lnTo>
                        <a:pt x="57" y="155"/>
                      </a:lnTo>
                      <a:lnTo>
                        <a:pt x="46" y="180"/>
                      </a:lnTo>
                      <a:lnTo>
                        <a:pt x="33" y="183"/>
                      </a:lnTo>
                      <a:lnTo>
                        <a:pt x="71" y="174"/>
                      </a:lnTo>
                      <a:lnTo>
                        <a:pt x="90" y="135"/>
                      </a:lnTo>
                      <a:lnTo>
                        <a:pt x="91" y="84"/>
                      </a:lnTo>
                      <a:lnTo>
                        <a:pt x="90" y="38"/>
                      </a:lnTo>
                      <a:lnTo>
                        <a:pt x="67" y="8"/>
                      </a:lnTo>
                      <a:lnTo>
                        <a:pt x="40" y="0"/>
                      </a:lnTo>
                      <a:lnTo>
                        <a:pt x="12" y="5"/>
                      </a:lnTo>
                      <a:lnTo>
                        <a:pt x="0" y="34"/>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6" name="Google Shape;706;p20"/>
                <p:cNvSpPr/>
                <p:nvPr/>
              </p:nvSpPr>
              <p:spPr>
                <a:xfrm>
                  <a:off x="3328" y="1663"/>
                  <a:ext cx="75" cy="123"/>
                </a:xfrm>
                <a:custGeom>
                  <a:rect b="b" l="l" r="r" t="t"/>
                  <a:pathLst>
                    <a:path extrusionOk="0" h="248" w="149">
                      <a:moveTo>
                        <a:pt x="0" y="61"/>
                      </a:moveTo>
                      <a:lnTo>
                        <a:pt x="22" y="21"/>
                      </a:lnTo>
                      <a:lnTo>
                        <a:pt x="62" y="11"/>
                      </a:lnTo>
                      <a:lnTo>
                        <a:pt x="109" y="18"/>
                      </a:lnTo>
                      <a:lnTo>
                        <a:pt x="126" y="40"/>
                      </a:lnTo>
                      <a:lnTo>
                        <a:pt x="138" y="78"/>
                      </a:lnTo>
                      <a:lnTo>
                        <a:pt x="138" y="107"/>
                      </a:lnTo>
                      <a:lnTo>
                        <a:pt x="131" y="128"/>
                      </a:lnTo>
                      <a:lnTo>
                        <a:pt x="131" y="158"/>
                      </a:lnTo>
                      <a:lnTo>
                        <a:pt x="124" y="194"/>
                      </a:lnTo>
                      <a:lnTo>
                        <a:pt x="91" y="229"/>
                      </a:lnTo>
                      <a:lnTo>
                        <a:pt x="72" y="229"/>
                      </a:lnTo>
                      <a:lnTo>
                        <a:pt x="46" y="229"/>
                      </a:lnTo>
                      <a:lnTo>
                        <a:pt x="46" y="234"/>
                      </a:lnTo>
                      <a:lnTo>
                        <a:pt x="66" y="248"/>
                      </a:lnTo>
                      <a:lnTo>
                        <a:pt x="88" y="244"/>
                      </a:lnTo>
                      <a:lnTo>
                        <a:pt x="117" y="232"/>
                      </a:lnTo>
                      <a:lnTo>
                        <a:pt x="140" y="197"/>
                      </a:lnTo>
                      <a:lnTo>
                        <a:pt x="142" y="139"/>
                      </a:lnTo>
                      <a:lnTo>
                        <a:pt x="149" y="101"/>
                      </a:lnTo>
                      <a:lnTo>
                        <a:pt x="149" y="68"/>
                      </a:lnTo>
                      <a:lnTo>
                        <a:pt x="135" y="37"/>
                      </a:lnTo>
                      <a:lnTo>
                        <a:pt x="119" y="11"/>
                      </a:lnTo>
                      <a:lnTo>
                        <a:pt x="79" y="0"/>
                      </a:lnTo>
                      <a:lnTo>
                        <a:pt x="22" y="7"/>
                      </a:lnTo>
                      <a:lnTo>
                        <a:pt x="3" y="21"/>
                      </a:lnTo>
                      <a:lnTo>
                        <a:pt x="0" y="61"/>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7" name="Google Shape;707;p20"/>
                <p:cNvSpPr/>
                <p:nvPr/>
              </p:nvSpPr>
              <p:spPr>
                <a:xfrm>
                  <a:off x="3291" y="1794"/>
                  <a:ext cx="69" cy="104"/>
                </a:xfrm>
                <a:custGeom>
                  <a:rect b="b" l="l" r="r" t="t"/>
                  <a:pathLst>
                    <a:path extrusionOk="0" h="208" w="137">
                      <a:moveTo>
                        <a:pt x="137" y="0"/>
                      </a:moveTo>
                      <a:lnTo>
                        <a:pt x="120" y="45"/>
                      </a:lnTo>
                      <a:lnTo>
                        <a:pt x="90" y="94"/>
                      </a:lnTo>
                      <a:lnTo>
                        <a:pt x="61" y="135"/>
                      </a:lnTo>
                      <a:lnTo>
                        <a:pt x="19" y="191"/>
                      </a:lnTo>
                      <a:lnTo>
                        <a:pt x="0" y="208"/>
                      </a:lnTo>
                      <a:lnTo>
                        <a:pt x="47" y="184"/>
                      </a:lnTo>
                      <a:lnTo>
                        <a:pt x="82" y="133"/>
                      </a:lnTo>
                      <a:lnTo>
                        <a:pt x="116" y="78"/>
                      </a:lnTo>
                      <a:lnTo>
                        <a:pt x="137"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8" name="Google Shape;708;p20"/>
                <p:cNvSpPr/>
                <p:nvPr/>
              </p:nvSpPr>
              <p:spPr>
                <a:xfrm>
                  <a:off x="3180" y="1447"/>
                  <a:ext cx="384" cy="384"/>
                </a:xfrm>
                <a:custGeom>
                  <a:rect b="b" l="l" r="r" t="t"/>
                  <a:pathLst>
                    <a:path extrusionOk="0" h="769" w="766">
                      <a:moveTo>
                        <a:pt x="61" y="222"/>
                      </a:moveTo>
                      <a:lnTo>
                        <a:pt x="176" y="205"/>
                      </a:lnTo>
                      <a:lnTo>
                        <a:pt x="256" y="215"/>
                      </a:lnTo>
                      <a:lnTo>
                        <a:pt x="303" y="269"/>
                      </a:lnTo>
                      <a:lnTo>
                        <a:pt x="273" y="334"/>
                      </a:lnTo>
                      <a:lnTo>
                        <a:pt x="237" y="359"/>
                      </a:lnTo>
                      <a:lnTo>
                        <a:pt x="227" y="421"/>
                      </a:lnTo>
                      <a:lnTo>
                        <a:pt x="249" y="461"/>
                      </a:lnTo>
                      <a:lnTo>
                        <a:pt x="230" y="521"/>
                      </a:lnTo>
                      <a:lnTo>
                        <a:pt x="277" y="521"/>
                      </a:lnTo>
                      <a:lnTo>
                        <a:pt x="291" y="452"/>
                      </a:lnTo>
                      <a:lnTo>
                        <a:pt x="320" y="421"/>
                      </a:lnTo>
                      <a:lnTo>
                        <a:pt x="377" y="421"/>
                      </a:lnTo>
                      <a:lnTo>
                        <a:pt x="432" y="435"/>
                      </a:lnTo>
                      <a:lnTo>
                        <a:pt x="450" y="481"/>
                      </a:lnTo>
                      <a:lnTo>
                        <a:pt x="457" y="545"/>
                      </a:lnTo>
                      <a:lnTo>
                        <a:pt x="450" y="594"/>
                      </a:lnTo>
                      <a:lnTo>
                        <a:pt x="450" y="628"/>
                      </a:lnTo>
                      <a:lnTo>
                        <a:pt x="453" y="668"/>
                      </a:lnTo>
                      <a:lnTo>
                        <a:pt x="490" y="705"/>
                      </a:lnTo>
                      <a:lnTo>
                        <a:pt x="515" y="725"/>
                      </a:lnTo>
                      <a:lnTo>
                        <a:pt x="583" y="769"/>
                      </a:lnTo>
                      <a:lnTo>
                        <a:pt x="709" y="641"/>
                      </a:lnTo>
                      <a:lnTo>
                        <a:pt x="746" y="535"/>
                      </a:lnTo>
                      <a:lnTo>
                        <a:pt x="759" y="367"/>
                      </a:lnTo>
                      <a:lnTo>
                        <a:pt x="766" y="248"/>
                      </a:lnTo>
                      <a:lnTo>
                        <a:pt x="752" y="132"/>
                      </a:lnTo>
                      <a:lnTo>
                        <a:pt x="720" y="68"/>
                      </a:lnTo>
                      <a:lnTo>
                        <a:pt x="643" y="25"/>
                      </a:lnTo>
                      <a:lnTo>
                        <a:pt x="573" y="11"/>
                      </a:lnTo>
                      <a:lnTo>
                        <a:pt x="439" y="0"/>
                      </a:lnTo>
                      <a:lnTo>
                        <a:pt x="310" y="7"/>
                      </a:lnTo>
                      <a:lnTo>
                        <a:pt x="147" y="35"/>
                      </a:lnTo>
                      <a:lnTo>
                        <a:pt x="73" y="71"/>
                      </a:lnTo>
                      <a:lnTo>
                        <a:pt x="36" y="108"/>
                      </a:lnTo>
                      <a:lnTo>
                        <a:pt x="0" y="161"/>
                      </a:lnTo>
                      <a:lnTo>
                        <a:pt x="7" y="191"/>
                      </a:lnTo>
                      <a:lnTo>
                        <a:pt x="61" y="222"/>
                      </a:lnTo>
                      <a:close/>
                    </a:path>
                  </a:pathLst>
                </a:custGeom>
                <a:solidFill>
                  <a:srgbClr val="603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09" name="Google Shape;709;p20"/>
                <p:cNvSpPr/>
                <p:nvPr/>
              </p:nvSpPr>
              <p:spPr>
                <a:xfrm>
                  <a:off x="3191" y="1452"/>
                  <a:ext cx="364" cy="369"/>
                </a:xfrm>
                <a:custGeom>
                  <a:rect b="b" l="l" r="r" t="t"/>
                  <a:pathLst>
                    <a:path extrusionOk="0" h="737" w="728">
                      <a:moveTo>
                        <a:pt x="119" y="46"/>
                      </a:moveTo>
                      <a:lnTo>
                        <a:pt x="59" y="71"/>
                      </a:lnTo>
                      <a:lnTo>
                        <a:pt x="29" y="110"/>
                      </a:lnTo>
                      <a:lnTo>
                        <a:pt x="12" y="136"/>
                      </a:lnTo>
                      <a:lnTo>
                        <a:pt x="0" y="157"/>
                      </a:lnTo>
                      <a:lnTo>
                        <a:pt x="15" y="173"/>
                      </a:lnTo>
                      <a:lnTo>
                        <a:pt x="46" y="194"/>
                      </a:lnTo>
                      <a:lnTo>
                        <a:pt x="126" y="180"/>
                      </a:lnTo>
                      <a:lnTo>
                        <a:pt x="185" y="180"/>
                      </a:lnTo>
                      <a:lnTo>
                        <a:pt x="223" y="161"/>
                      </a:lnTo>
                      <a:lnTo>
                        <a:pt x="282" y="147"/>
                      </a:lnTo>
                      <a:lnTo>
                        <a:pt x="332" y="143"/>
                      </a:lnTo>
                      <a:lnTo>
                        <a:pt x="392" y="147"/>
                      </a:lnTo>
                      <a:lnTo>
                        <a:pt x="306" y="157"/>
                      </a:lnTo>
                      <a:lnTo>
                        <a:pt x="263" y="168"/>
                      </a:lnTo>
                      <a:lnTo>
                        <a:pt x="232" y="180"/>
                      </a:lnTo>
                      <a:lnTo>
                        <a:pt x="223" y="183"/>
                      </a:lnTo>
                      <a:lnTo>
                        <a:pt x="245" y="194"/>
                      </a:lnTo>
                      <a:lnTo>
                        <a:pt x="263" y="211"/>
                      </a:lnTo>
                      <a:lnTo>
                        <a:pt x="292" y="194"/>
                      </a:lnTo>
                      <a:lnTo>
                        <a:pt x="318" y="187"/>
                      </a:lnTo>
                      <a:lnTo>
                        <a:pt x="372" y="176"/>
                      </a:lnTo>
                      <a:lnTo>
                        <a:pt x="389" y="176"/>
                      </a:lnTo>
                      <a:lnTo>
                        <a:pt x="335" y="197"/>
                      </a:lnTo>
                      <a:lnTo>
                        <a:pt x="296" y="214"/>
                      </a:lnTo>
                      <a:lnTo>
                        <a:pt x="275" y="230"/>
                      </a:lnTo>
                      <a:lnTo>
                        <a:pt x="292" y="247"/>
                      </a:lnTo>
                      <a:lnTo>
                        <a:pt x="335" y="233"/>
                      </a:lnTo>
                      <a:lnTo>
                        <a:pt x="372" y="226"/>
                      </a:lnTo>
                      <a:lnTo>
                        <a:pt x="306" y="258"/>
                      </a:lnTo>
                      <a:lnTo>
                        <a:pt x="285" y="273"/>
                      </a:lnTo>
                      <a:lnTo>
                        <a:pt x="278" y="304"/>
                      </a:lnTo>
                      <a:lnTo>
                        <a:pt x="266" y="320"/>
                      </a:lnTo>
                      <a:lnTo>
                        <a:pt x="306" y="301"/>
                      </a:lnTo>
                      <a:lnTo>
                        <a:pt x="342" y="294"/>
                      </a:lnTo>
                      <a:lnTo>
                        <a:pt x="399" y="290"/>
                      </a:lnTo>
                      <a:lnTo>
                        <a:pt x="313" y="316"/>
                      </a:lnTo>
                      <a:lnTo>
                        <a:pt x="259" y="337"/>
                      </a:lnTo>
                      <a:lnTo>
                        <a:pt x="223" y="356"/>
                      </a:lnTo>
                      <a:lnTo>
                        <a:pt x="219" y="384"/>
                      </a:lnTo>
                      <a:lnTo>
                        <a:pt x="263" y="363"/>
                      </a:lnTo>
                      <a:lnTo>
                        <a:pt x="321" y="344"/>
                      </a:lnTo>
                      <a:lnTo>
                        <a:pt x="349" y="344"/>
                      </a:lnTo>
                      <a:lnTo>
                        <a:pt x="285" y="367"/>
                      </a:lnTo>
                      <a:lnTo>
                        <a:pt x="235" y="387"/>
                      </a:lnTo>
                      <a:lnTo>
                        <a:pt x="216" y="406"/>
                      </a:lnTo>
                      <a:lnTo>
                        <a:pt x="223" y="424"/>
                      </a:lnTo>
                      <a:lnTo>
                        <a:pt x="263" y="410"/>
                      </a:lnTo>
                      <a:lnTo>
                        <a:pt x="299" y="394"/>
                      </a:lnTo>
                      <a:lnTo>
                        <a:pt x="375" y="391"/>
                      </a:lnTo>
                      <a:lnTo>
                        <a:pt x="405" y="394"/>
                      </a:lnTo>
                      <a:lnTo>
                        <a:pt x="475" y="398"/>
                      </a:lnTo>
                      <a:lnTo>
                        <a:pt x="558" y="387"/>
                      </a:lnTo>
                      <a:lnTo>
                        <a:pt x="508" y="406"/>
                      </a:lnTo>
                      <a:lnTo>
                        <a:pt x="422" y="420"/>
                      </a:lnTo>
                      <a:lnTo>
                        <a:pt x="439" y="450"/>
                      </a:lnTo>
                      <a:lnTo>
                        <a:pt x="501" y="434"/>
                      </a:lnTo>
                      <a:lnTo>
                        <a:pt x="562" y="413"/>
                      </a:lnTo>
                      <a:lnTo>
                        <a:pt x="602" y="394"/>
                      </a:lnTo>
                      <a:lnTo>
                        <a:pt x="526" y="450"/>
                      </a:lnTo>
                      <a:lnTo>
                        <a:pt x="479" y="463"/>
                      </a:lnTo>
                      <a:lnTo>
                        <a:pt x="439" y="477"/>
                      </a:lnTo>
                      <a:lnTo>
                        <a:pt x="443" y="507"/>
                      </a:lnTo>
                      <a:lnTo>
                        <a:pt x="501" y="496"/>
                      </a:lnTo>
                      <a:lnTo>
                        <a:pt x="548" y="484"/>
                      </a:lnTo>
                      <a:lnTo>
                        <a:pt x="519" y="503"/>
                      </a:lnTo>
                      <a:lnTo>
                        <a:pt x="469" y="517"/>
                      </a:lnTo>
                      <a:lnTo>
                        <a:pt x="443" y="521"/>
                      </a:lnTo>
                      <a:lnTo>
                        <a:pt x="443" y="586"/>
                      </a:lnTo>
                      <a:lnTo>
                        <a:pt x="498" y="564"/>
                      </a:lnTo>
                      <a:lnTo>
                        <a:pt x="541" y="547"/>
                      </a:lnTo>
                      <a:lnTo>
                        <a:pt x="494" y="583"/>
                      </a:lnTo>
                      <a:lnTo>
                        <a:pt x="436" y="607"/>
                      </a:lnTo>
                      <a:lnTo>
                        <a:pt x="439" y="636"/>
                      </a:lnTo>
                      <a:lnTo>
                        <a:pt x="472" y="671"/>
                      </a:lnTo>
                      <a:lnTo>
                        <a:pt x="501" y="633"/>
                      </a:lnTo>
                      <a:lnTo>
                        <a:pt x="541" y="586"/>
                      </a:lnTo>
                      <a:lnTo>
                        <a:pt x="569" y="540"/>
                      </a:lnTo>
                      <a:lnTo>
                        <a:pt x="541" y="611"/>
                      </a:lnTo>
                      <a:lnTo>
                        <a:pt x="519" y="636"/>
                      </a:lnTo>
                      <a:lnTo>
                        <a:pt x="479" y="687"/>
                      </a:lnTo>
                      <a:lnTo>
                        <a:pt x="508" y="720"/>
                      </a:lnTo>
                      <a:lnTo>
                        <a:pt x="555" y="680"/>
                      </a:lnTo>
                      <a:lnTo>
                        <a:pt x="588" y="633"/>
                      </a:lnTo>
                      <a:lnTo>
                        <a:pt x="619" y="583"/>
                      </a:lnTo>
                      <a:lnTo>
                        <a:pt x="591" y="657"/>
                      </a:lnTo>
                      <a:lnTo>
                        <a:pt x="562" y="690"/>
                      </a:lnTo>
                      <a:lnTo>
                        <a:pt x="533" y="723"/>
                      </a:lnTo>
                      <a:lnTo>
                        <a:pt x="558" y="737"/>
                      </a:lnTo>
                      <a:lnTo>
                        <a:pt x="619" y="687"/>
                      </a:lnTo>
                      <a:lnTo>
                        <a:pt x="674" y="607"/>
                      </a:lnTo>
                      <a:lnTo>
                        <a:pt x="695" y="547"/>
                      </a:lnTo>
                      <a:lnTo>
                        <a:pt x="709" y="441"/>
                      </a:lnTo>
                      <a:lnTo>
                        <a:pt x="718" y="363"/>
                      </a:lnTo>
                      <a:lnTo>
                        <a:pt x="728" y="273"/>
                      </a:lnTo>
                      <a:lnTo>
                        <a:pt x="666" y="290"/>
                      </a:lnTo>
                      <a:lnTo>
                        <a:pt x="598" y="316"/>
                      </a:lnTo>
                      <a:lnTo>
                        <a:pt x="494" y="341"/>
                      </a:lnTo>
                      <a:lnTo>
                        <a:pt x="588" y="304"/>
                      </a:lnTo>
                      <a:lnTo>
                        <a:pt x="622" y="284"/>
                      </a:lnTo>
                      <a:lnTo>
                        <a:pt x="688" y="261"/>
                      </a:lnTo>
                      <a:lnTo>
                        <a:pt x="721" y="254"/>
                      </a:lnTo>
                      <a:lnTo>
                        <a:pt x="721" y="207"/>
                      </a:lnTo>
                      <a:lnTo>
                        <a:pt x="712" y="147"/>
                      </a:lnTo>
                      <a:lnTo>
                        <a:pt x="631" y="161"/>
                      </a:lnTo>
                      <a:lnTo>
                        <a:pt x="579" y="176"/>
                      </a:lnTo>
                      <a:lnTo>
                        <a:pt x="512" y="207"/>
                      </a:lnTo>
                      <a:lnTo>
                        <a:pt x="572" y="161"/>
                      </a:lnTo>
                      <a:lnTo>
                        <a:pt x="642" y="140"/>
                      </a:lnTo>
                      <a:lnTo>
                        <a:pt x="709" y="124"/>
                      </a:lnTo>
                      <a:lnTo>
                        <a:pt x="695" y="78"/>
                      </a:lnTo>
                      <a:lnTo>
                        <a:pt x="674" y="50"/>
                      </a:lnTo>
                      <a:lnTo>
                        <a:pt x="612" y="31"/>
                      </a:lnTo>
                      <a:lnTo>
                        <a:pt x="552" y="46"/>
                      </a:lnTo>
                      <a:lnTo>
                        <a:pt x="494" y="86"/>
                      </a:lnTo>
                      <a:lnTo>
                        <a:pt x="533" y="40"/>
                      </a:lnTo>
                      <a:lnTo>
                        <a:pt x="591" y="17"/>
                      </a:lnTo>
                      <a:lnTo>
                        <a:pt x="526" y="7"/>
                      </a:lnTo>
                      <a:lnTo>
                        <a:pt x="479" y="3"/>
                      </a:lnTo>
                      <a:lnTo>
                        <a:pt x="411" y="14"/>
                      </a:lnTo>
                      <a:lnTo>
                        <a:pt x="365" y="43"/>
                      </a:lnTo>
                      <a:lnTo>
                        <a:pt x="292" y="57"/>
                      </a:lnTo>
                      <a:lnTo>
                        <a:pt x="342" y="36"/>
                      </a:lnTo>
                      <a:lnTo>
                        <a:pt x="379" y="14"/>
                      </a:lnTo>
                      <a:lnTo>
                        <a:pt x="399" y="0"/>
                      </a:lnTo>
                      <a:lnTo>
                        <a:pt x="328" y="3"/>
                      </a:lnTo>
                      <a:lnTo>
                        <a:pt x="266" y="7"/>
                      </a:lnTo>
                      <a:lnTo>
                        <a:pt x="228" y="24"/>
                      </a:lnTo>
                      <a:lnTo>
                        <a:pt x="188" y="60"/>
                      </a:lnTo>
                      <a:lnTo>
                        <a:pt x="155" y="107"/>
                      </a:lnTo>
                      <a:lnTo>
                        <a:pt x="173" y="53"/>
                      </a:lnTo>
                      <a:lnTo>
                        <a:pt x="213" y="17"/>
                      </a:lnTo>
                      <a:lnTo>
                        <a:pt x="119" y="46"/>
                      </a:lnTo>
                      <a:close/>
                    </a:path>
                  </a:pathLst>
                </a:custGeom>
                <a:solidFill>
                  <a:srgbClr val="A05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710" name="Google Shape;710;p20"/>
                <p:cNvGrpSpPr/>
                <p:nvPr/>
              </p:nvGrpSpPr>
              <p:grpSpPr>
                <a:xfrm>
                  <a:off x="2422" y="2380"/>
                  <a:ext cx="397" cy="243"/>
                  <a:chOff x="2422" y="2380"/>
                  <a:chExt cx="397" cy="243"/>
                </a:xfrm>
              </p:grpSpPr>
              <p:sp>
                <p:nvSpPr>
                  <p:cNvPr id="711" name="Google Shape;711;p20"/>
                  <p:cNvSpPr/>
                  <p:nvPr/>
                </p:nvSpPr>
                <p:spPr>
                  <a:xfrm>
                    <a:off x="2422" y="2380"/>
                    <a:ext cx="397" cy="243"/>
                  </a:xfrm>
                  <a:custGeom>
                    <a:rect b="b" l="l" r="r" t="t"/>
                    <a:pathLst>
                      <a:path extrusionOk="0" h="486" w="794">
                        <a:moveTo>
                          <a:pt x="794" y="289"/>
                        </a:moveTo>
                        <a:lnTo>
                          <a:pt x="695" y="266"/>
                        </a:lnTo>
                        <a:lnTo>
                          <a:pt x="659" y="259"/>
                        </a:lnTo>
                        <a:lnTo>
                          <a:pt x="637" y="238"/>
                        </a:lnTo>
                        <a:lnTo>
                          <a:pt x="612" y="207"/>
                        </a:lnTo>
                        <a:lnTo>
                          <a:pt x="566" y="162"/>
                        </a:lnTo>
                        <a:lnTo>
                          <a:pt x="479" y="90"/>
                        </a:lnTo>
                        <a:lnTo>
                          <a:pt x="464" y="65"/>
                        </a:lnTo>
                        <a:lnTo>
                          <a:pt x="441" y="43"/>
                        </a:lnTo>
                        <a:lnTo>
                          <a:pt x="394" y="36"/>
                        </a:lnTo>
                        <a:lnTo>
                          <a:pt x="256" y="12"/>
                        </a:lnTo>
                        <a:lnTo>
                          <a:pt x="218" y="0"/>
                        </a:lnTo>
                        <a:lnTo>
                          <a:pt x="183" y="15"/>
                        </a:lnTo>
                        <a:lnTo>
                          <a:pt x="166" y="31"/>
                        </a:lnTo>
                        <a:lnTo>
                          <a:pt x="85" y="58"/>
                        </a:lnTo>
                        <a:lnTo>
                          <a:pt x="54" y="71"/>
                        </a:lnTo>
                        <a:lnTo>
                          <a:pt x="41" y="83"/>
                        </a:lnTo>
                        <a:lnTo>
                          <a:pt x="26" y="129"/>
                        </a:lnTo>
                        <a:lnTo>
                          <a:pt x="17" y="152"/>
                        </a:lnTo>
                        <a:lnTo>
                          <a:pt x="10" y="166"/>
                        </a:lnTo>
                        <a:lnTo>
                          <a:pt x="0" y="188"/>
                        </a:lnTo>
                        <a:lnTo>
                          <a:pt x="0" y="205"/>
                        </a:lnTo>
                        <a:lnTo>
                          <a:pt x="16" y="218"/>
                        </a:lnTo>
                        <a:lnTo>
                          <a:pt x="48" y="216"/>
                        </a:lnTo>
                        <a:lnTo>
                          <a:pt x="100" y="192"/>
                        </a:lnTo>
                        <a:lnTo>
                          <a:pt x="166" y="180"/>
                        </a:lnTo>
                        <a:lnTo>
                          <a:pt x="225" y="188"/>
                        </a:lnTo>
                        <a:lnTo>
                          <a:pt x="163" y="204"/>
                        </a:lnTo>
                        <a:lnTo>
                          <a:pt x="119" y="218"/>
                        </a:lnTo>
                        <a:lnTo>
                          <a:pt x="69" y="238"/>
                        </a:lnTo>
                        <a:lnTo>
                          <a:pt x="57" y="256"/>
                        </a:lnTo>
                        <a:lnTo>
                          <a:pt x="57" y="275"/>
                        </a:lnTo>
                        <a:lnTo>
                          <a:pt x="76" y="289"/>
                        </a:lnTo>
                        <a:lnTo>
                          <a:pt x="99" y="285"/>
                        </a:lnTo>
                        <a:lnTo>
                          <a:pt x="169" y="266"/>
                        </a:lnTo>
                        <a:lnTo>
                          <a:pt x="233" y="263"/>
                        </a:lnTo>
                        <a:lnTo>
                          <a:pt x="282" y="266"/>
                        </a:lnTo>
                        <a:lnTo>
                          <a:pt x="310" y="285"/>
                        </a:lnTo>
                        <a:lnTo>
                          <a:pt x="342" y="318"/>
                        </a:lnTo>
                        <a:lnTo>
                          <a:pt x="367" y="354"/>
                        </a:lnTo>
                        <a:lnTo>
                          <a:pt x="393" y="391"/>
                        </a:lnTo>
                        <a:lnTo>
                          <a:pt x="415" y="418"/>
                        </a:lnTo>
                        <a:lnTo>
                          <a:pt x="453" y="444"/>
                        </a:lnTo>
                        <a:lnTo>
                          <a:pt x="489" y="453"/>
                        </a:lnTo>
                        <a:lnTo>
                          <a:pt x="529" y="456"/>
                        </a:lnTo>
                        <a:lnTo>
                          <a:pt x="578" y="453"/>
                        </a:lnTo>
                        <a:lnTo>
                          <a:pt x="614" y="449"/>
                        </a:lnTo>
                        <a:lnTo>
                          <a:pt x="662" y="462"/>
                        </a:lnTo>
                        <a:lnTo>
                          <a:pt x="794" y="486"/>
                        </a:lnTo>
                        <a:lnTo>
                          <a:pt x="794" y="289"/>
                        </a:lnTo>
                        <a:close/>
                      </a:path>
                    </a:pathLst>
                  </a:custGeom>
                  <a:solidFill>
                    <a:srgbClr val="FFC080"/>
                  </a:solidFill>
                  <a:ln cap="flat" cmpd="sng" w="11100">
                    <a:solidFill>
                      <a:srgbClr val="402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2" name="Google Shape;712;p20"/>
                  <p:cNvSpPr/>
                  <p:nvPr/>
                </p:nvSpPr>
                <p:spPr>
                  <a:xfrm>
                    <a:off x="2440" y="2423"/>
                    <a:ext cx="128" cy="31"/>
                  </a:xfrm>
                  <a:custGeom>
                    <a:rect b="b" l="l" r="r" t="t"/>
                    <a:pathLst>
                      <a:path extrusionOk="0" h="62" w="256">
                        <a:moveTo>
                          <a:pt x="0" y="62"/>
                        </a:moveTo>
                        <a:lnTo>
                          <a:pt x="44" y="42"/>
                        </a:lnTo>
                        <a:lnTo>
                          <a:pt x="80" y="35"/>
                        </a:lnTo>
                        <a:lnTo>
                          <a:pt x="123" y="23"/>
                        </a:lnTo>
                        <a:lnTo>
                          <a:pt x="159" y="12"/>
                        </a:lnTo>
                        <a:lnTo>
                          <a:pt x="217" y="19"/>
                        </a:lnTo>
                        <a:lnTo>
                          <a:pt x="256" y="23"/>
                        </a:lnTo>
                        <a:lnTo>
                          <a:pt x="197" y="9"/>
                        </a:lnTo>
                        <a:lnTo>
                          <a:pt x="146" y="0"/>
                        </a:lnTo>
                        <a:lnTo>
                          <a:pt x="80" y="30"/>
                        </a:lnTo>
                        <a:lnTo>
                          <a:pt x="44" y="33"/>
                        </a:lnTo>
                        <a:lnTo>
                          <a:pt x="4" y="54"/>
                        </a:lnTo>
                        <a:lnTo>
                          <a:pt x="0" y="62"/>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3" name="Google Shape;713;p20"/>
                  <p:cNvSpPr/>
                  <p:nvPr/>
                </p:nvSpPr>
                <p:spPr>
                  <a:xfrm>
                    <a:off x="2508" y="2391"/>
                    <a:ext cx="109" cy="22"/>
                  </a:xfrm>
                  <a:custGeom>
                    <a:rect b="b" l="l" r="r" t="t"/>
                    <a:pathLst>
                      <a:path extrusionOk="0" h="43" w="216">
                        <a:moveTo>
                          <a:pt x="60" y="0"/>
                        </a:moveTo>
                        <a:lnTo>
                          <a:pt x="33" y="2"/>
                        </a:lnTo>
                        <a:lnTo>
                          <a:pt x="0" y="14"/>
                        </a:lnTo>
                        <a:lnTo>
                          <a:pt x="22" y="10"/>
                        </a:lnTo>
                        <a:lnTo>
                          <a:pt x="57" y="5"/>
                        </a:lnTo>
                        <a:lnTo>
                          <a:pt x="126" y="24"/>
                        </a:lnTo>
                        <a:lnTo>
                          <a:pt x="166" y="36"/>
                        </a:lnTo>
                        <a:lnTo>
                          <a:pt x="209" y="43"/>
                        </a:lnTo>
                        <a:lnTo>
                          <a:pt x="216" y="36"/>
                        </a:lnTo>
                        <a:lnTo>
                          <a:pt x="169" y="26"/>
                        </a:lnTo>
                        <a:lnTo>
                          <a:pt x="112" y="14"/>
                        </a:lnTo>
                        <a:lnTo>
                          <a:pt x="6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4" name="Google Shape;714;p20"/>
                  <p:cNvSpPr/>
                  <p:nvPr/>
                </p:nvSpPr>
                <p:spPr>
                  <a:xfrm>
                    <a:off x="2528" y="2466"/>
                    <a:ext cx="45" cy="12"/>
                  </a:xfrm>
                  <a:custGeom>
                    <a:rect b="b" l="l" r="r" t="t"/>
                    <a:pathLst>
                      <a:path extrusionOk="0" h="22" w="90">
                        <a:moveTo>
                          <a:pt x="0" y="10"/>
                        </a:moveTo>
                        <a:lnTo>
                          <a:pt x="10" y="22"/>
                        </a:lnTo>
                        <a:lnTo>
                          <a:pt x="43" y="15"/>
                        </a:lnTo>
                        <a:lnTo>
                          <a:pt x="79" y="15"/>
                        </a:lnTo>
                        <a:lnTo>
                          <a:pt x="90" y="0"/>
                        </a:lnTo>
                        <a:lnTo>
                          <a:pt x="64" y="5"/>
                        </a:lnTo>
                        <a:lnTo>
                          <a:pt x="0" y="1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5" name="Google Shape;715;p20"/>
                  <p:cNvSpPr/>
                  <p:nvPr/>
                </p:nvSpPr>
                <p:spPr>
                  <a:xfrm>
                    <a:off x="2438" y="2458"/>
                    <a:ext cx="12" cy="20"/>
                  </a:xfrm>
                  <a:custGeom>
                    <a:rect b="b" l="l" r="r" t="t"/>
                    <a:pathLst>
                      <a:path extrusionOk="0" h="40" w="22">
                        <a:moveTo>
                          <a:pt x="22" y="0"/>
                        </a:moveTo>
                        <a:lnTo>
                          <a:pt x="22" y="12"/>
                        </a:lnTo>
                        <a:lnTo>
                          <a:pt x="17" y="30"/>
                        </a:lnTo>
                        <a:lnTo>
                          <a:pt x="0" y="40"/>
                        </a:lnTo>
                        <a:lnTo>
                          <a:pt x="22"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6" name="Google Shape;716;p20"/>
                  <p:cNvSpPr/>
                  <p:nvPr/>
                </p:nvSpPr>
                <p:spPr>
                  <a:xfrm>
                    <a:off x="2469" y="2503"/>
                    <a:ext cx="9" cy="12"/>
                  </a:xfrm>
                  <a:custGeom>
                    <a:rect b="b" l="l" r="r" t="t"/>
                    <a:pathLst>
                      <a:path extrusionOk="0" h="25" w="19">
                        <a:moveTo>
                          <a:pt x="19" y="0"/>
                        </a:moveTo>
                        <a:lnTo>
                          <a:pt x="16" y="12"/>
                        </a:lnTo>
                        <a:lnTo>
                          <a:pt x="0" y="25"/>
                        </a:lnTo>
                        <a:lnTo>
                          <a:pt x="19"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7" name="Google Shape;717;p20"/>
                  <p:cNvSpPr/>
                  <p:nvPr/>
                </p:nvSpPr>
                <p:spPr>
                  <a:xfrm>
                    <a:off x="2611" y="2439"/>
                    <a:ext cx="22" cy="26"/>
                  </a:xfrm>
                  <a:custGeom>
                    <a:rect b="b" l="l" r="r" t="t"/>
                    <a:pathLst>
                      <a:path extrusionOk="0" h="52" w="43">
                        <a:moveTo>
                          <a:pt x="0" y="0"/>
                        </a:moveTo>
                        <a:lnTo>
                          <a:pt x="7" y="17"/>
                        </a:lnTo>
                        <a:lnTo>
                          <a:pt x="7" y="29"/>
                        </a:lnTo>
                        <a:lnTo>
                          <a:pt x="43" y="52"/>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8" name="Google Shape;718;p20"/>
                  <p:cNvSpPr/>
                  <p:nvPr/>
                </p:nvSpPr>
                <p:spPr>
                  <a:xfrm>
                    <a:off x="2649" y="2439"/>
                    <a:ext cx="65" cy="66"/>
                  </a:xfrm>
                  <a:custGeom>
                    <a:rect b="b" l="l" r="r" t="t"/>
                    <a:pathLst>
                      <a:path extrusionOk="0" h="133" w="132">
                        <a:moveTo>
                          <a:pt x="0" y="0"/>
                        </a:moveTo>
                        <a:lnTo>
                          <a:pt x="23" y="42"/>
                        </a:lnTo>
                        <a:lnTo>
                          <a:pt x="49" y="75"/>
                        </a:lnTo>
                        <a:lnTo>
                          <a:pt x="132" y="133"/>
                        </a:lnTo>
                        <a:lnTo>
                          <a:pt x="54" y="63"/>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19" name="Google Shape;719;p20"/>
                  <p:cNvSpPr/>
                  <p:nvPr/>
                </p:nvSpPr>
                <p:spPr>
                  <a:xfrm>
                    <a:off x="2730" y="2530"/>
                    <a:ext cx="16" cy="49"/>
                  </a:xfrm>
                  <a:custGeom>
                    <a:rect b="b" l="l" r="r" t="t"/>
                    <a:pathLst>
                      <a:path extrusionOk="0" h="97" w="33">
                        <a:moveTo>
                          <a:pt x="33" y="0"/>
                        </a:moveTo>
                        <a:lnTo>
                          <a:pt x="12" y="34"/>
                        </a:lnTo>
                        <a:lnTo>
                          <a:pt x="5" y="67"/>
                        </a:lnTo>
                        <a:lnTo>
                          <a:pt x="3" y="97"/>
                        </a:lnTo>
                        <a:lnTo>
                          <a:pt x="0" y="55"/>
                        </a:lnTo>
                        <a:lnTo>
                          <a:pt x="3" y="24"/>
                        </a:lnTo>
                        <a:lnTo>
                          <a:pt x="33"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0" name="Google Shape;720;p20"/>
                  <p:cNvSpPr/>
                  <p:nvPr/>
                </p:nvSpPr>
                <p:spPr>
                  <a:xfrm>
                    <a:off x="2587" y="2483"/>
                    <a:ext cx="10" cy="18"/>
                  </a:xfrm>
                  <a:custGeom>
                    <a:rect b="b" l="l" r="r" t="t"/>
                    <a:pathLst>
                      <a:path extrusionOk="0" h="37" w="19">
                        <a:moveTo>
                          <a:pt x="16" y="0"/>
                        </a:moveTo>
                        <a:lnTo>
                          <a:pt x="19" y="16"/>
                        </a:lnTo>
                        <a:lnTo>
                          <a:pt x="0" y="37"/>
                        </a:lnTo>
                        <a:lnTo>
                          <a:pt x="16"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721" name="Google Shape;721;p20"/>
                <p:cNvGrpSpPr/>
                <p:nvPr/>
              </p:nvGrpSpPr>
              <p:grpSpPr>
                <a:xfrm>
                  <a:off x="2760" y="1847"/>
                  <a:ext cx="915" cy="1044"/>
                  <a:chOff x="2760" y="1847"/>
                  <a:chExt cx="915" cy="1044"/>
                </a:xfrm>
              </p:grpSpPr>
              <p:sp>
                <p:nvSpPr>
                  <p:cNvPr id="722" name="Google Shape;722;p20"/>
                  <p:cNvSpPr/>
                  <p:nvPr/>
                </p:nvSpPr>
                <p:spPr>
                  <a:xfrm>
                    <a:off x="3151" y="1847"/>
                    <a:ext cx="30" cy="22"/>
                  </a:xfrm>
                  <a:custGeom>
                    <a:rect b="b" l="l" r="r" t="t"/>
                    <a:pathLst>
                      <a:path extrusionOk="0" h="43" w="61">
                        <a:moveTo>
                          <a:pt x="0" y="0"/>
                        </a:moveTo>
                        <a:lnTo>
                          <a:pt x="17" y="12"/>
                        </a:lnTo>
                        <a:lnTo>
                          <a:pt x="35" y="19"/>
                        </a:lnTo>
                        <a:lnTo>
                          <a:pt x="52" y="27"/>
                        </a:lnTo>
                        <a:lnTo>
                          <a:pt x="61" y="43"/>
                        </a:lnTo>
                        <a:lnTo>
                          <a:pt x="47" y="38"/>
                        </a:lnTo>
                        <a:lnTo>
                          <a:pt x="17" y="29"/>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3" name="Google Shape;723;p20"/>
                  <p:cNvSpPr/>
                  <p:nvPr/>
                </p:nvSpPr>
                <p:spPr>
                  <a:xfrm>
                    <a:off x="3158" y="1880"/>
                    <a:ext cx="10" cy="14"/>
                  </a:xfrm>
                  <a:custGeom>
                    <a:rect b="b" l="l" r="r" t="t"/>
                    <a:pathLst>
                      <a:path extrusionOk="0" h="30" w="19">
                        <a:moveTo>
                          <a:pt x="0" y="0"/>
                        </a:moveTo>
                        <a:lnTo>
                          <a:pt x="19" y="0"/>
                        </a:lnTo>
                        <a:lnTo>
                          <a:pt x="19" y="30"/>
                        </a:lnTo>
                        <a:lnTo>
                          <a:pt x="0" y="0"/>
                        </a:lnTo>
                        <a:close/>
                      </a:path>
                    </a:pathLst>
                  </a:custGeom>
                  <a:solidFill>
                    <a:srgbClr val="402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4" name="Google Shape;724;p20"/>
                  <p:cNvSpPr/>
                  <p:nvPr/>
                </p:nvSpPr>
                <p:spPr>
                  <a:xfrm>
                    <a:off x="3038" y="1984"/>
                    <a:ext cx="245" cy="616"/>
                  </a:xfrm>
                  <a:custGeom>
                    <a:rect b="b" l="l" r="r" t="t"/>
                    <a:pathLst>
                      <a:path extrusionOk="0" h="1230" w="491">
                        <a:moveTo>
                          <a:pt x="418" y="0"/>
                        </a:moveTo>
                        <a:lnTo>
                          <a:pt x="373" y="50"/>
                        </a:lnTo>
                        <a:lnTo>
                          <a:pt x="359" y="123"/>
                        </a:lnTo>
                        <a:lnTo>
                          <a:pt x="288" y="194"/>
                        </a:lnTo>
                        <a:lnTo>
                          <a:pt x="143" y="526"/>
                        </a:lnTo>
                        <a:lnTo>
                          <a:pt x="64" y="827"/>
                        </a:lnTo>
                        <a:lnTo>
                          <a:pt x="0" y="1230"/>
                        </a:lnTo>
                        <a:lnTo>
                          <a:pt x="202" y="1050"/>
                        </a:lnTo>
                        <a:lnTo>
                          <a:pt x="491" y="159"/>
                        </a:lnTo>
                        <a:lnTo>
                          <a:pt x="418" y="0"/>
                        </a:lnTo>
                        <a:close/>
                      </a:path>
                    </a:pathLst>
                  </a:custGeom>
                  <a:solidFill>
                    <a:srgbClr val="40000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5" name="Google Shape;725;p20"/>
                  <p:cNvSpPr/>
                  <p:nvPr/>
                </p:nvSpPr>
                <p:spPr>
                  <a:xfrm>
                    <a:off x="2760" y="1866"/>
                    <a:ext cx="915" cy="1025"/>
                  </a:xfrm>
                  <a:custGeom>
                    <a:rect b="b" l="l" r="r" t="t"/>
                    <a:pathLst>
                      <a:path extrusionOk="0" h="2050" w="1830">
                        <a:moveTo>
                          <a:pt x="1491" y="107"/>
                        </a:moveTo>
                        <a:lnTo>
                          <a:pt x="1434" y="0"/>
                        </a:lnTo>
                        <a:lnTo>
                          <a:pt x="988" y="187"/>
                        </a:lnTo>
                        <a:lnTo>
                          <a:pt x="967" y="330"/>
                        </a:lnTo>
                        <a:lnTo>
                          <a:pt x="931" y="380"/>
                        </a:lnTo>
                        <a:lnTo>
                          <a:pt x="881" y="438"/>
                        </a:lnTo>
                        <a:lnTo>
                          <a:pt x="851" y="540"/>
                        </a:lnTo>
                        <a:lnTo>
                          <a:pt x="751" y="777"/>
                        </a:lnTo>
                        <a:lnTo>
                          <a:pt x="671" y="1057"/>
                        </a:lnTo>
                        <a:lnTo>
                          <a:pt x="635" y="1244"/>
                        </a:lnTo>
                        <a:lnTo>
                          <a:pt x="275" y="1251"/>
                        </a:lnTo>
                        <a:lnTo>
                          <a:pt x="218" y="1287"/>
                        </a:lnTo>
                        <a:lnTo>
                          <a:pt x="52" y="1287"/>
                        </a:lnTo>
                        <a:lnTo>
                          <a:pt x="7" y="1360"/>
                        </a:lnTo>
                        <a:lnTo>
                          <a:pt x="0" y="1446"/>
                        </a:lnTo>
                        <a:lnTo>
                          <a:pt x="16" y="1524"/>
                        </a:lnTo>
                        <a:lnTo>
                          <a:pt x="168" y="1554"/>
                        </a:lnTo>
                        <a:lnTo>
                          <a:pt x="239" y="1661"/>
                        </a:lnTo>
                        <a:lnTo>
                          <a:pt x="383" y="1697"/>
                        </a:lnTo>
                        <a:lnTo>
                          <a:pt x="490" y="1697"/>
                        </a:lnTo>
                        <a:lnTo>
                          <a:pt x="613" y="1720"/>
                        </a:lnTo>
                        <a:lnTo>
                          <a:pt x="620" y="1770"/>
                        </a:lnTo>
                        <a:lnTo>
                          <a:pt x="613" y="1877"/>
                        </a:lnTo>
                        <a:lnTo>
                          <a:pt x="626" y="1950"/>
                        </a:lnTo>
                        <a:lnTo>
                          <a:pt x="692" y="1957"/>
                        </a:lnTo>
                        <a:lnTo>
                          <a:pt x="772" y="1971"/>
                        </a:lnTo>
                        <a:lnTo>
                          <a:pt x="851" y="2043"/>
                        </a:lnTo>
                        <a:lnTo>
                          <a:pt x="945" y="2043"/>
                        </a:lnTo>
                        <a:lnTo>
                          <a:pt x="1031" y="2035"/>
                        </a:lnTo>
                        <a:lnTo>
                          <a:pt x="1161" y="1993"/>
                        </a:lnTo>
                        <a:lnTo>
                          <a:pt x="1305" y="2007"/>
                        </a:lnTo>
                        <a:lnTo>
                          <a:pt x="1450" y="2050"/>
                        </a:lnTo>
                        <a:lnTo>
                          <a:pt x="1587" y="2021"/>
                        </a:lnTo>
                        <a:lnTo>
                          <a:pt x="1678" y="1913"/>
                        </a:lnTo>
                        <a:lnTo>
                          <a:pt x="1671" y="1798"/>
                        </a:lnTo>
                        <a:lnTo>
                          <a:pt x="1708" y="1654"/>
                        </a:lnTo>
                        <a:lnTo>
                          <a:pt x="1728" y="1467"/>
                        </a:lnTo>
                        <a:lnTo>
                          <a:pt x="1772" y="1294"/>
                        </a:lnTo>
                        <a:lnTo>
                          <a:pt x="1830" y="1036"/>
                        </a:lnTo>
                        <a:lnTo>
                          <a:pt x="1822" y="777"/>
                        </a:lnTo>
                        <a:lnTo>
                          <a:pt x="1822" y="547"/>
                        </a:lnTo>
                        <a:lnTo>
                          <a:pt x="1808" y="387"/>
                        </a:lnTo>
                        <a:lnTo>
                          <a:pt x="1772" y="316"/>
                        </a:lnTo>
                        <a:lnTo>
                          <a:pt x="1692" y="259"/>
                        </a:lnTo>
                        <a:lnTo>
                          <a:pt x="1599" y="164"/>
                        </a:lnTo>
                        <a:lnTo>
                          <a:pt x="1491" y="107"/>
                        </a:lnTo>
                        <a:close/>
                      </a:path>
                    </a:pathLst>
                  </a:custGeom>
                  <a:solidFill>
                    <a:srgbClr val="C0C0C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6" name="Google Shape;726;p20"/>
                  <p:cNvSpPr/>
                  <p:nvPr/>
                </p:nvSpPr>
                <p:spPr>
                  <a:xfrm>
                    <a:off x="3081" y="1927"/>
                    <a:ext cx="580" cy="956"/>
                  </a:xfrm>
                  <a:custGeom>
                    <a:rect b="b" l="l" r="r" t="t"/>
                    <a:pathLst>
                      <a:path extrusionOk="0" h="1912" w="1159">
                        <a:moveTo>
                          <a:pt x="0" y="1604"/>
                        </a:moveTo>
                        <a:lnTo>
                          <a:pt x="151" y="1581"/>
                        </a:lnTo>
                        <a:lnTo>
                          <a:pt x="280" y="1574"/>
                        </a:lnTo>
                        <a:lnTo>
                          <a:pt x="424" y="1560"/>
                        </a:lnTo>
                        <a:lnTo>
                          <a:pt x="583" y="1538"/>
                        </a:lnTo>
                        <a:lnTo>
                          <a:pt x="656" y="1488"/>
                        </a:lnTo>
                        <a:lnTo>
                          <a:pt x="849" y="1244"/>
                        </a:lnTo>
                        <a:lnTo>
                          <a:pt x="749" y="1315"/>
                        </a:lnTo>
                        <a:lnTo>
                          <a:pt x="683" y="1373"/>
                        </a:lnTo>
                        <a:lnTo>
                          <a:pt x="720" y="1200"/>
                        </a:lnTo>
                        <a:lnTo>
                          <a:pt x="792" y="1135"/>
                        </a:lnTo>
                        <a:lnTo>
                          <a:pt x="900" y="956"/>
                        </a:lnTo>
                        <a:lnTo>
                          <a:pt x="799" y="1041"/>
                        </a:lnTo>
                        <a:lnTo>
                          <a:pt x="734" y="1064"/>
                        </a:lnTo>
                        <a:lnTo>
                          <a:pt x="749" y="941"/>
                        </a:lnTo>
                        <a:lnTo>
                          <a:pt x="820" y="847"/>
                        </a:lnTo>
                        <a:lnTo>
                          <a:pt x="893" y="777"/>
                        </a:lnTo>
                        <a:lnTo>
                          <a:pt x="965" y="567"/>
                        </a:lnTo>
                        <a:lnTo>
                          <a:pt x="827" y="740"/>
                        </a:lnTo>
                        <a:lnTo>
                          <a:pt x="749" y="804"/>
                        </a:lnTo>
                        <a:lnTo>
                          <a:pt x="740" y="538"/>
                        </a:lnTo>
                        <a:lnTo>
                          <a:pt x="720" y="430"/>
                        </a:lnTo>
                        <a:lnTo>
                          <a:pt x="676" y="380"/>
                        </a:lnTo>
                        <a:lnTo>
                          <a:pt x="612" y="301"/>
                        </a:lnTo>
                        <a:lnTo>
                          <a:pt x="510" y="264"/>
                        </a:lnTo>
                        <a:lnTo>
                          <a:pt x="460" y="244"/>
                        </a:lnTo>
                        <a:lnTo>
                          <a:pt x="604" y="107"/>
                        </a:lnTo>
                        <a:lnTo>
                          <a:pt x="756" y="143"/>
                        </a:lnTo>
                        <a:lnTo>
                          <a:pt x="856" y="200"/>
                        </a:lnTo>
                        <a:lnTo>
                          <a:pt x="893" y="257"/>
                        </a:lnTo>
                        <a:lnTo>
                          <a:pt x="863" y="171"/>
                        </a:lnTo>
                        <a:lnTo>
                          <a:pt x="806" y="143"/>
                        </a:lnTo>
                        <a:lnTo>
                          <a:pt x="713" y="107"/>
                        </a:lnTo>
                        <a:lnTo>
                          <a:pt x="640" y="93"/>
                        </a:lnTo>
                        <a:lnTo>
                          <a:pt x="683" y="71"/>
                        </a:lnTo>
                        <a:lnTo>
                          <a:pt x="756" y="50"/>
                        </a:lnTo>
                        <a:lnTo>
                          <a:pt x="820" y="27"/>
                        </a:lnTo>
                        <a:lnTo>
                          <a:pt x="856" y="0"/>
                        </a:lnTo>
                        <a:lnTo>
                          <a:pt x="943" y="57"/>
                        </a:lnTo>
                        <a:lnTo>
                          <a:pt x="993" y="107"/>
                        </a:lnTo>
                        <a:lnTo>
                          <a:pt x="1043" y="171"/>
                        </a:lnTo>
                        <a:lnTo>
                          <a:pt x="1116" y="207"/>
                        </a:lnTo>
                        <a:lnTo>
                          <a:pt x="1130" y="273"/>
                        </a:lnTo>
                        <a:lnTo>
                          <a:pt x="1159" y="380"/>
                        </a:lnTo>
                        <a:lnTo>
                          <a:pt x="1159" y="546"/>
                        </a:lnTo>
                        <a:lnTo>
                          <a:pt x="1152" y="718"/>
                        </a:lnTo>
                        <a:lnTo>
                          <a:pt x="1145" y="913"/>
                        </a:lnTo>
                        <a:lnTo>
                          <a:pt x="1109" y="1114"/>
                        </a:lnTo>
                        <a:lnTo>
                          <a:pt x="1066" y="1323"/>
                        </a:lnTo>
                        <a:lnTo>
                          <a:pt x="1043" y="1503"/>
                        </a:lnTo>
                        <a:lnTo>
                          <a:pt x="1009" y="1631"/>
                        </a:lnTo>
                        <a:lnTo>
                          <a:pt x="1015" y="1747"/>
                        </a:lnTo>
                        <a:lnTo>
                          <a:pt x="1000" y="1811"/>
                        </a:lnTo>
                        <a:lnTo>
                          <a:pt x="950" y="1861"/>
                        </a:lnTo>
                        <a:lnTo>
                          <a:pt x="886" y="1905"/>
                        </a:lnTo>
                        <a:lnTo>
                          <a:pt x="799" y="1912"/>
                        </a:lnTo>
                        <a:lnTo>
                          <a:pt x="756" y="1891"/>
                        </a:lnTo>
                        <a:lnTo>
                          <a:pt x="699" y="1884"/>
                        </a:lnTo>
                        <a:lnTo>
                          <a:pt x="561" y="1855"/>
                        </a:lnTo>
                        <a:lnTo>
                          <a:pt x="619" y="1784"/>
                        </a:lnTo>
                        <a:lnTo>
                          <a:pt x="683" y="1681"/>
                        </a:lnTo>
                        <a:lnTo>
                          <a:pt x="590" y="1754"/>
                        </a:lnTo>
                        <a:lnTo>
                          <a:pt x="517" y="1818"/>
                        </a:lnTo>
                        <a:lnTo>
                          <a:pt x="467" y="1855"/>
                        </a:lnTo>
                        <a:lnTo>
                          <a:pt x="396" y="1891"/>
                        </a:lnTo>
                        <a:lnTo>
                          <a:pt x="317" y="1891"/>
                        </a:lnTo>
                        <a:lnTo>
                          <a:pt x="237" y="1891"/>
                        </a:lnTo>
                        <a:lnTo>
                          <a:pt x="194" y="1870"/>
                        </a:lnTo>
                        <a:lnTo>
                          <a:pt x="173" y="1848"/>
                        </a:lnTo>
                        <a:lnTo>
                          <a:pt x="273" y="1790"/>
                        </a:lnTo>
                        <a:lnTo>
                          <a:pt x="374" y="1697"/>
                        </a:lnTo>
                        <a:lnTo>
                          <a:pt x="403" y="1654"/>
                        </a:lnTo>
                        <a:lnTo>
                          <a:pt x="324" y="1675"/>
                        </a:lnTo>
                        <a:lnTo>
                          <a:pt x="201" y="1768"/>
                        </a:lnTo>
                        <a:lnTo>
                          <a:pt x="151" y="1811"/>
                        </a:lnTo>
                        <a:lnTo>
                          <a:pt x="36" y="1818"/>
                        </a:lnTo>
                        <a:lnTo>
                          <a:pt x="0" y="1797"/>
                        </a:lnTo>
                        <a:lnTo>
                          <a:pt x="0" y="1747"/>
                        </a:lnTo>
                        <a:lnTo>
                          <a:pt x="0" y="1604"/>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7" name="Google Shape;727;p20"/>
                  <p:cNvSpPr/>
                  <p:nvPr/>
                </p:nvSpPr>
                <p:spPr>
                  <a:xfrm>
                    <a:off x="3448" y="2401"/>
                    <a:ext cx="169" cy="443"/>
                  </a:xfrm>
                  <a:custGeom>
                    <a:rect b="b" l="l" r="r" t="t"/>
                    <a:pathLst>
                      <a:path extrusionOk="0" h="886" w="339">
                        <a:moveTo>
                          <a:pt x="0" y="886"/>
                        </a:moveTo>
                        <a:lnTo>
                          <a:pt x="58" y="856"/>
                        </a:lnTo>
                        <a:lnTo>
                          <a:pt x="122" y="785"/>
                        </a:lnTo>
                        <a:lnTo>
                          <a:pt x="179" y="656"/>
                        </a:lnTo>
                        <a:lnTo>
                          <a:pt x="209" y="547"/>
                        </a:lnTo>
                        <a:lnTo>
                          <a:pt x="252" y="425"/>
                        </a:lnTo>
                        <a:lnTo>
                          <a:pt x="275" y="310"/>
                        </a:lnTo>
                        <a:lnTo>
                          <a:pt x="309" y="130"/>
                        </a:lnTo>
                        <a:lnTo>
                          <a:pt x="339" y="0"/>
                        </a:lnTo>
                        <a:lnTo>
                          <a:pt x="266" y="259"/>
                        </a:lnTo>
                        <a:lnTo>
                          <a:pt x="209" y="460"/>
                        </a:lnTo>
                        <a:lnTo>
                          <a:pt x="145" y="597"/>
                        </a:lnTo>
                        <a:lnTo>
                          <a:pt x="43" y="742"/>
                        </a:lnTo>
                        <a:lnTo>
                          <a:pt x="0" y="886"/>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8" name="Google Shape;728;p20"/>
                  <p:cNvSpPr/>
                  <p:nvPr/>
                </p:nvSpPr>
                <p:spPr>
                  <a:xfrm>
                    <a:off x="2775" y="2046"/>
                    <a:ext cx="669" cy="665"/>
                  </a:xfrm>
                  <a:custGeom>
                    <a:rect b="b" l="l" r="r" t="t"/>
                    <a:pathLst>
                      <a:path extrusionOk="0" h="1330" w="1339">
                        <a:moveTo>
                          <a:pt x="1095" y="0"/>
                        </a:moveTo>
                        <a:lnTo>
                          <a:pt x="936" y="50"/>
                        </a:lnTo>
                        <a:lnTo>
                          <a:pt x="863" y="114"/>
                        </a:lnTo>
                        <a:lnTo>
                          <a:pt x="820" y="244"/>
                        </a:lnTo>
                        <a:lnTo>
                          <a:pt x="820" y="367"/>
                        </a:lnTo>
                        <a:lnTo>
                          <a:pt x="842" y="437"/>
                        </a:lnTo>
                        <a:lnTo>
                          <a:pt x="828" y="560"/>
                        </a:lnTo>
                        <a:lnTo>
                          <a:pt x="828" y="654"/>
                        </a:lnTo>
                        <a:lnTo>
                          <a:pt x="849" y="676"/>
                        </a:lnTo>
                        <a:lnTo>
                          <a:pt x="828" y="711"/>
                        </a:lnTo>
                        <a:lnTo>
                          <a:pt x="813" y="747"/>
                        </a:lnTo>
                        <a:lnTo>
                          <a:pt x="842" y="784"/>
                        </a:lnTo>
                        <a:lnTo>
                          <a:pt x="842" y="820"/>
                        </a:lnTo>
                        <a:lnTo>
                          <a:pt x="785" y="834"/>
                        </a:lnTo>
                        <a:lnTo>
                          <a:pt x="792" y="870"/>
                        </a:lnTo>
                        <a:lnTo>
                          <a:pt x="735" y="891"/>
                        </a:lnTo>
                        <a:lnTo>
                          <a:pt x="683" y="877"/>
                        </a:lnTo>
                        <a:lnTo>
                          <a:pt x="648" y="891"/>
                        </a:lnTo>
                        <a:lnTo>
                          <a:pt x="489" y="913"/>
                        </a:lnTo>
                        <a:lnTo>
                          <a:pt x="346" y="906"/>
                        </a:lnTo>
                        <a:lnTo>
                          <a:pt x="252" y="913"/>
                        </a:lnTo>
                        <a:lnTo>
                          <a:pt x="193" y="950"/>
                        </a:lnTo>
                        <a:lnTo>
                          <a:pt x="50" y="950"/>
                        </a:lnTo>
                        <a:lnTo>
                          <a:pt x="0" y="1000"/>
                        </a:lnTo>
                        <a:lnTo>
                          <a:pt x="0" y="1057"/>
                        </a:lnTo>
                        <a:lnTo>
                          <a:pt x="7" y="1150"/>
                        </a:lnTo>
                        <a:lnTo>
                          <a:pt x="123" y="1180"/>
                        </a:lnTo>
                        <a:lnTo>
                          <a:pt x="123" y="1121"/>
                        </a:lnTo>
                        <a:lnTo>
                          <a:pt x="129" y="1071"/>
                        </a:lnTo>
                        <a:lnTo>
                          <a:pt x="150" y="1050"/>
                        </a:lnTo>
                        <a:lnTo>
                          <a:pt x="159" y="1107"/>
                        </a:lnTo>
                        <a:lnTo>
                          <a:pt x="166" y="1180"/>
                        </a:lnTo>
                        <a:lnTo>
                          <a:pt x="193" y="1223"/>
                        </a:lnTo>
                        <a:lnTo>
                          <a:pt x="244" y="1280"/>
                        </a:lnTo>
                        <a:lnTo>
                          <a:pt x="366" y="1308"/>
                        </a:lnTo>
                        <a:lnTo>
                          <a:pt x="460" y="1323"/>
                        </a:lnTo>
                        <a:lnTo>
                          <a:pt x="569" y="1330"/>
                        </a:lnTo>
                        <a:lnTo>
                          <a:pt x="432" y="1251"/>
                        </a:lnTo>
                        <a:lnTo>
                          <a:pt x="339" y="1180"/>
                        </a:lnTo>
                        <a:lnTo>
                          <a:pt x="316" y="1121"/>
                        </a:lnTo>
                        <a:lnTo>
                          <a:pt x="330" y="1071"/>
                        </a:lnTo>
                        <a:lnTo>
                          <a:pt x="410" y="1064"/>
                        </a:lnTo>
                        <a:lnTo>
                          <a:pt x="439" y="1121"/>
                        </a:lnTo>
                        <a:lnTo>
                          <a:pt x="460" y="1187"/>
                        </a:lnTo>
                        <a:lnTo>
                          <a:pt x="532" y="1258"/>
                        </a:lnTo>
                        <a:lnTo>
                          <a:pt x="612" y="1316"/>
                        </a:lnTo>
                        <a:lnTo>
                          <a:pt x="692" y="1323"/>
                        </a:lnTo>
                        <a:lnTo>
                          <a:pt x="813" y="1316"/>
                        </a:lnTo>
                        <a:lnTo>
                          <a:pt x="683" y="1214"/>
                        </a:lnTo>
                        <a:lnTo>
                          <a:pt x="590" y="1164"/>
                        </a:lnTo>
                        <a:lnTo>
                          <a:pt x="519" y="1107"/>
                        </a:lnTo>
                        <a:lnTo>
                          <a:pt x="496" y="1064"/>
                        </a:lnTo>
                        <a:lnTo>
                          <a:pt x="503" y="1021"/>
                        </a:lnTo>
                        <a:lnTo>
                          <a:pt x="546" y="1014"/>
                        </a:lnTo>
                        <a:lnTo>
                          <a:pt x="596" y="1057"/>
                        </a:lnTo>
                        <a:lnTo>
                          <a:pt x="626" y="1114"/>
                        </a:lnTo>
                        <a:lnTo>
                          <a:pt x="692" y="1187"/>
                        </a:lnTo>
                        <a:lnTo>
                          <a:pt x="769" y="1223"/>
                        </a:lnTo>
                        <a:lnTo>
                          <a:pt x="828" y="1258"/>
                        </a:lnTo>
                        <a:lnTo>
                          <a:pt x="892" y="1287"/>
                        </a:lnTo>
                        <a:lnTo>
                          <a:pt x="965" y="1301"/>
                        </a:lnTo>
                        <a:lnTo>
                          <a:pt x="1051" y="1301"/>
                        </a:lnTo>
                        <a:lnTo>
                          <a:pt x="1134" y="1285"/>
                        </a:lnTo>
                        <a:lnTo>
                          <a:pt x="949" y="1223"/>
                        </a:lnTo>
                        <a:lnTo>
                          <a:pt x="878" y="1187"/>
                        </a:lnTo>
                        <a:lnTo>
                          <a:pt x="828" y="1121"/>
                        </a:lnTo>
                        <a:lnTo>
                          <a:pt x="820" y="1064"/>
                        </a:lnTo>
                        <a:lnTo>
                          <a:pt x="863" y="1064"/>
                        </a:lnTo>
                        <a:lnTo>
                          <a:pt x="885" y="1114"/>
                        </a:lnTo>
                        <a:lnTo>
                          <a:pt x="922" y="1157"/>
                        </a:lnTo>
                        <a:lnTo>
                          <a:pt x="979" y="1202"/>
                        </a:lnTo>
                        <a:lnTo>
                          <a:pt x="1045" y="1245"/>
                        </a:lnTo>
                        <a:lnTo>
                          <a:pt x="1129" y="1282"/>
                        </a:lnTo>
                        <a:lnTo>
                          <a:pt x="1195" y="1258"/>
                        </a:lnTo>
                        <a:lnTo>
                          <a:pt x="1224" y="1223"/>
                        </a:lnTo>
                        <a:lnTo>
                          <a:pt x="1275" y="1135"/>
                        </a:lnTo>
                        <a:lnTo>
                          <a:pt x="1181" y="1114"/>
                        </a:lnTo>
                        <a:lnTo>
                          <a:pt x="1001" y="1093"/>
                        </a:lnTo>
                        <a:lnTo>
                          <a:pt x="892" y="1043"/>
                        </a:lnTo>
                        <a:lnTo>
                          <a:pt x="835" y="993"/>
                        </a:lnTo>
                        <a:lnTo>
                          <a:pt x="813" y="934"/>
                        </a:lnTo>
                        <a:lnTo>
                          <a:pt x="806" y="906"/>
                        </a:lnTo>
                        <a:lnTo>
                          <a:pt x="835" y="906"/>
                        </a:lnTo>
                        <a:lnTo>
                          <a:pt x="872" y="950"/>
                        </a:lnTo>
                        <a:lnTo>
                          <a:pt x="929" y="1027"/>
                        </a:lnTo>
                        <a:lnTo>
                          <a:pt x="1058" y="1071"/>
                        </a:lnTo>
                        <a:lnTo>
                          <a:pt x="1181" y="1109"/>
                        </a:lnTo>
                        <a:lnTo>
                          <a:pt x="1275" y="1135"/>
                        </a:lnTo>
                        <a:lnTo>
                          <a:pt x="1311" y="984"/>
                        </a:lnTo>
                        <a:lnTo>
                          <a:pt x="1318" y="877"/>
                        </a:lnTo>
                        <a:lnTo>
                          <a:pt x="1318" y="782"/>
                        </a:lnTo>
                        <a:lnTo>
                          <a:pt x="1195" y="848"/>
                        </a:lnTo>
                        <a:lnTo>
                          <a:pt x="1051" y="877"/>
                        </a:lnTo>
                        <a:lnTo>
                          <a:pt x="936" y="870"/>
                        </a:lnTo>
                        <a:lnTo>
                          <a:pt x="906" y="856"/>
                        </a:lnTo>
                        <a:lnTo>
                          <a:pt x="892" y="820"/>
                        </a:lnTo>
                        <a:lnTo>
                          <a:pt x="958" y="820"/>
                        </a:lnTo>
                        <a:lnTo>
                          <a:pt x="1029" y="841"/>
                        </a:lnTo>
                        <a:lnTo>
                          <a:pt x="1198" y="848"/>
                        </a:lnTo>
                        <a:lnTo>
                          <a:pt x="1318" y="784"/>
                        </a:lnTo>
                        <a:lnTo>
                          <a:pt x="1325" y="647"/>
                        </a:lnTo>
                        <a:lnTo>
                          <a:pt x="1332" y="553"/>
                        </a:lnTo>
                        <a:lnTo>
                          <a:pt x="1339" y="460"/>
                        </a:lnTo>
                        <a:lnTo>
                          <a:pt x="1325" y="301"/>
                        </a:lnTo>
                        <a:lnTo>
                          <a:pt x="1288" y="244"/>
                        </a:lnTo>
                        <a:lnTo>
                          <a:pt x="1181" y="173"/>
                        </a:lnTo>
                        <a:lnTo>
                          <a:pt x="1216" y="180"/>
                        </a:lnTo>
                        <a:lnTo>
                          <a:pt x="1325" y="230"/>
                        </a:lnTo>
                        <a:lnTo>
                          <a:pt x="1282" y="129"/>
                        </a:lnTo>
                        <a:lnTo>
                          <a:pt x="1245" y="78"/>
                        </a:lnTo>
                        <a:lnTo>
                          <a:pt x="1216" y="43"/>
                        </a:lnTo>
                        <a:lnTo>
                          <a:pt x="1095"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29" name="Google Shape;729;p20"/>
                  <p:cNvSpPr/>
                  <p:nvPr/>
                </p:nvSpPr>
                <p:spPr>
                  <a:xfrm>
                    <a:off x="3230" y="2293"/>
                    <a:ext cx="169" cy="152"/>
                  </a:xfrm>
                  <a:custGeom>
                    <a:rect b="b" l="l" r="r" t="t"/>
                    <a:pathLst>
                      <a:path extrusionOk="0" h="302" w="339">
                        <a:moveTo>
                          <a:pt x="0" y="0"/>
                        </a:moveTo>
                        <a:lnTo>
                          <a:pt x="0" y="24"/>
                        </a:lnTo>
                        <a:lnTo>
                          <a:pt x="43" y="83"/>
                        </a:lnTo>
                        <a:lnTo>
                          <a:pt x="86" y="114"/>
                        </a:lnTo>
                        <a:lnTo>
                          <a:pt x="176" y="181"/>
                        </a:lnTo>
                        <a:lnTo>
                          <a:pt x="212" y="209"/>
                        </a:lnTo>
                        <a:lnTo>
                          <a:pt x="299" y="275"/>
                        </a:lnTo>
                        <a:lnTo>
                          <a:pt x="205" y="245"/>
                        </a:lnTo>
                        <a:lnTo>
                          <a:pt x="112" y="216"/>
                        </a:lnTo>
                        <a:lnTo>
                          <a:pt x="19" y="209"/>
                        </a:lnTo>
                        <a:lnTo>
                          <a:pt x="26" y="238"/>
                        </a:lnTo>
                        <a:lnTo>
                          <a:pt x="176" y="266"/>
                        </a:lnTo>
                        <a:lnTo>
                          <a:pt x="256" y="295"/>
                        </a:lnTo>
                        <a:lnTo>
                          <a:pt x="299" y="302"/>
                        </a:lnTo>
                        <a:lnTo>
                          <a:pt x="335" y="290"/>
                        </a:lnTo>
                        <a:lnTo>
                          <a:pt x="339" y="256"/>
                        </a:lnTo>
                        <a:lnTo>
                          <a:pt x="309" y="230"/>
                        </a:lnTo>
                        <a:lnTo>
                          <a:pt x="268" y="186"/>
                        </a:lnTo>
                        <a:lnTo>
                          <a:pt x="216" y="129"/>
                        </a:lnTo>
                        <a:lnTo>
                          <a:pt x="166" y="64"/>
                        </a:lnTo>
                        <a:lnTo>
                          <a:pt x="105" y="20"/>
                        </a:lnTo>
                        <a:lnTo>
                          <a:pt x="39" y="3"/>
                        </a:lnTo>
                        <a:lnTo>
                          <a:pt x="0" y="0"/>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0" name="Google Shape;730;p20"/>
                  <p:cNvSpPr/>
                  <p:nvPr/>
                </p:nvSpPr>
                <p:spPr>
                  <a:xfrm>
                    <a:off x="3239" y="2168"/>
                    <a:ext cx="155" cy="198"/>
                  </a:xfrm>
                  <a:custGeom>
                    <a:rect b="b" l="l" r="r" t="t"/>
                    <a:pathLst>
                      <a:path extrusionOk="0" h="396" w="309">
                        <a:moveTo>
                          <a:pt x="57" y="0"/>
                        </a:moveTo>
                        <a:lnTo>
                          <a:pt x="13" y="7"/>
                        </a:lnTo>
                        <a:lnTo>
                          <a:pt x="0" y="43"/>
                        </a:lnTo>
                        <a:lnTo>
                          <a:pt x="3" y="74"/>
                        </a:lnTo>
                        <a:lnTo>
                          <a:pt x="29" y="116"/>
                        </a:lnTo>
                        <a:lnTo>
                          <a:pt x="64" y="128"/>
                        </a:lnTo>
                        <a:lnTo>
                          <a:pt x="133" y="171"/>
                        </a:lnTo>
                        <a:lnTo>
                          <a:pt x="197" y="225"/>
                        </a:lnTo>
                        <a:lnTo>
                          <a:pt x="244" y="297"/>
                        </a:lnTo>
                        <a:lnTo>
                          <a:pt x="295" y="373"/>
                        </a:lnTo>
                        <a:lnTo>
                          <a:pt x="309" y="396"/>
                        </a:lnTo>
                        <a:lnTo>
                          <a:pt x="295" y="308"/>
                        </a:lnTo>
                        <a:lnTo>
                          <a:pt x="283" y="228"/>
                        </a:lnTo>
                        <a:lnTo>
                          <a:pt x="259" y="161"/>
                        </a:lnTo>
                        <a:lnTo>
                          <a:pt x="216" y="97"/>
                        </a:lnTo>
                        <a:lnTo>
                          <a:pt x="103" y="10"/>
                        </a:lnTo>
                        <a:lnTo>
                          <a:pt x="57" y="0"/>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1" name="Google Shape;731;p20"/>
                  <p:cNvSpPr/>
                  <p:nvPr/>
                </p:nvSpPr>
                <p:spPr>
                  <a:xfrm>
                    <a:off x="3211" y="1974"/>
                    <a:ext cx="165" cy="115"/>
                  </a:xfrm>
                  <a:custGeom>
                    <a:rect b="b" l="l" r="r" t="t"/>
                    <a:pathLst>
                      <a:path extrusionOk="0" h="230" w="330">
                        <a:moveTo>
                          <a:pt x="0" y="230"/>
                        </a:moveTo>
                        <a:lnTo>
                          <a:pt x="57" y="180"/>
                        </a:lnTo>
                        <a:lnTo>
                          <a:pt x="150" y="144"/>
                        </a:lnTo>
                        <a:lnTo>
                          <a:pt x="214" y="128"/>
                        </a:lnTo>
                        <a:lnTo>
                          <a:pt x="330" y="0"/>
                        </a:lnTo>
                        <a:lnTo>
                          <a:pt x="243" y="50"/>
                        </a:lnTo>
                        <a:lnTo>
                          <a:pt x="164" y="85"/>
                        </a:lnTo>
                        <a:lnTo>
                          <a:pt x="107" y="114"/>
                        </a:lnTo>
                        <a:lnTo>
                          <a:pt x="77" y="144"/>
                        </a:lnTo>
                        <a:lnTo>
                          <a:pt x="0" y="23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2" name="Google Shape;732;p20"/>
                  <p:cNvSpPr/>
                  <p:nvPr/>
                </p:nvSpPr>
                <p:spPr>
                  <a:xfrm>
                    <a:off x="3088" y="2183"/>
                    <a:ext cx="93" cy="295"/>
                  </a:xfrm>
                  <a:custGeom>
                    <a:rect b="b" l="l" r="r" t="t"/>
                    <a:pathLst>
                      <a:path extrusionOk="0" h="590" w="187">
                        <a:moveTo>
                          <a:pt x="0" y="590"/>
                        </a:moveTo>
                        <a:lnTo>
                          <a:pt x="93" y="590"/>
                        </a:lnTo>
                        <a:lnTo>
                          <a:pt x="123" y="583"/>
                        </a:lnTo>
                        <a:lnTo>
                          <a:pt x="123" y="561"/>
                        </a:lnTo>
                        <a:lnTo>
                          <a:pt x="143" y="540"/>
                        </a:lnTo>
                        <a:lnTo>
                          <a:pt x="173" y="517"/>
                        </a:lnTo>
                        <a:lnTo>
                          <a:pt x="159" y="497"/>
                        </a:lnTo>
                        <a:lnTo>
                          <a:pt x="159" y="467"/>
                        </a:lnTo>
                        <a:lnTo>
                          <a:pt x="180" y="431"/>
                        </a:lnTo>
                        <a:lnTo>
                          <a:pt x="180" y="395"/>
                        </a:lnTo>
                        <a:lnTo>
                          <a:pt x="166" y="351"/>
                        </a:lnTo>
                        <a:lnTo>
                          <a:pt x="166" y="258"/>
                        </a:lnTo>
                        <a:lnTo>
                          <a:pt x="187" y="173"/>
                        </a:lnTo>
                        <a:lnTo>
                          <a:pt x="180" y="107"/>
                        </a:lnTo>
                        <a:lnTo>
                          <a:pt x="180" y="0"/>
                        </a:lnTo>
                        <a:lnTo>
                          <a:pt x="123" y="164"/>
                        </a:lnTo>
                        <a:lnTo>
                          <a:pt x="73" y="317"/>
                        </a:lnTo>
                        <a:lnTo>
                          <a:pt x="36" y="481"/>
                        </a:lnTo>
                        <a:lnTo>
                          <a:pt x="0" y="59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3" name="Google Shape;733;p20"/>
                  <p:cNvSpPr/>
                  <p:nvPr/>
                </p:nvSpPr>
                <p:spPr>
                  <a:xfrm>
                    <a:off x="3225" y="2499"/>
                    <a:ext cx="166" cy="57"/>
                  </a:xfrm>
                  <a:custGeom>
                    <a:rect b="b" l="l" r="r" t="t"/>
                    <a:pathLst>
                      <a:path extrusionOk="0" h="115" w="332">
                        <a:moveTo>
                          <a:pt x="267" y="56"/>
                        </a:moveTo>
                        <a:lnTo>
                          <a:pt x="192" y="23"/>
                        </a:lnTo>
                        <a:lnTo>
                          <a:pt x="126" y="6"/>
                        </a:lnTo>
                        <a:lnTo>
                          <a:pt x="37" y="0"/>
                        </a:lnTo>
                        <a:lnTo>
                          <a:pt x="0" y="7"/>
                        </a:lnTo>
                        <a:lnTo>
                          <a:pt x="16" y="44"/>
                        </a:lnTo>
                        <a:lnTo>
                          <a:pt x="50" y="71"/>
                        </a:lnTo>
                        <a:lnTo>
                          <a:pt x="130" y="94"/>
                        </a:lnTo>
                        <a:lnTo>
                          <a:pt x="253" y="115"/>
                        </a:lnTo>
                        <a:lnTo>
                          <a:pt x="332" y="108"/>
                        </a:lnTo>
                        <a:lnTo>
                          <a:pt x="267" y="56"/>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4" name="Google Shape;734;p20"/>
                  <p:cNvSpPr/>
                  <p:nvPr/>
                </p:nvSpPr>
                <p:spPr>
                  <a:xfrm>
                    <a:off x="3088" y="2529"/>
                    <a:ext cx="101" cy="124"/>
                  </a:xfrm>
                  <a:custGeom>
                    <a:rect b="b" l="l" r="r" t="t"/>
                    <a:pathLst>
                      <a:path extrusionOk="0" h="249" w="202">
                        <a:moveTo>
                          <a:pt x="93" y="69"/>
                        </a:moveTo>
                        <a:lnTo>
                          <a:pt x="69" y="16"/>
                        </a:lnTo>
                        <a:lnTo>
                          <a:pt x="29" y="0"/>
                        </a:lnTo>
                        <a:lnTo>
                          <a:pt x="3" y="12"/>
                        </a:lnTo>
                        <a:lnTo>
                          <a:pt x="0" y="40"/>
                        </a:lnTo>
                        <a:lnTo>
                          <a:pt x="17" y="90"/>
                        </a:lnTo>
                        <a:lnTo>
                          <a:pt x="47" y="133"/>
                        </a:lnTo>
                        <a:lnTo>
                          <a:pt x="83" y="173"/>
                        </a:lnTo>
                        <a:lnTo>
                          <a:pt x="130" y="215"/>
                        </a:lnTo>
                        <a:lnTo>
                          <a:pt x="202" y="249"/>
                        </a:lnTo>
                        <a:lnTo>
                          <a:pt x="137" y="177"/>
                        </a:lnTo>
                        <a:lnTo>
                          <a:pt x="116" y="127"/>
                        </a:lnTo>
                        <a:lnTo>
                          <a:pt x="93" y="69"/>
                        </a:lnTo>
                        <a:close/>
                      </a:path>
                    </a:pathLst>
                  </a:custGeom>
                  <a:solidFill>
                    <a:srgbClr val="C0C0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5" name="Google Shape;735;p20"/>
                  <p:cNvSpPr/>
                  <p:nvPr/>
                </p:nvSpPr>
                <p:spPr>
                  <a:xfrm>
                    <a:off x="3251" y="1878"/>
                    <a:ext cx="240" cy="150"/>
                  </a:xfrm>
                  <a:custGeom>
                    <a:rect b="b" l="l" r="r" t="t"/>
                    <a:pathLst>
                      <a:path extrusionOk="0" h="299" w="479">
                        <a:moveTo>
                          <a:pt x="0" y="299"/>
                        </a:moveTo>
                        <a:lnTo>
                          <a:pt x="15" y="177"/>
                        </a:lnTo>
                        <a:lnTo>
                          <a:pt x="116" y="133"/>
                        </a:lnTo>
                        <a:lnTo>
                          <a:pt x="252" y="80"/>
                        </a:lnTo>
                        <a:lnTo>
                          <a:pt x="349" y="40"/>
                        </a:lnTo>
                        <a:lnTo>
                          <a:pt x="443" y="0"/>
                        </a:lnTo>
                        <a:lnTo>
                          <a:pt x="479" y="87"/>
                        </a:lnTo>
                        <a:lnTo>
                          <a:pt x="393" y="137"/>
                        </a:lnTo>
                        <a:lnTo>
                          <a:pt x="289" y="173"/>
                        </a:lnTo>
                        <a:lnTo>
                          <a:pt x="209" y="196"/>
                        </a:lnTo>
                        <a:lnTo>
                          <a:pt x="112" y="249"/>
                        </a:lnTo>
                        <a:lnTo>
                          <a:pt x="0" y="299"/>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nvGrpSpPr>
                <p:cNvPr id="736" name="Google Shape;736;p20"/>
                <p:cNvGrpSpPr/>
                <p:nvPr/>
              </p:nvGrpSpPr>
              <p:grpSpPr>
                <a:xfrm>
                  <a:off x="3268" y="2573"/>
                  <a:ext cx="493" cy="665"/>
                  <a:chOff x="3268" y="2573"/>
                  <a:chExt cx="493" cy="665"/>
                </a:xfrm>
              </p:grpSpPr>
              <p:sp>
                <p:nvSpPr>
                  <p:cNvPr id="737" name="Google Shape;737;p20"/>
                  <p:cNvSpPr/>
                  <p:nvPr/>
                </p:nvSpPr>
                <p:spPr>
                  <a:xfrm>
                    <a:off x="3268" y="2573"/>
                    <a:ext cx="493" cy="665"/>
                  </a:xfrm>
                  <a:custGeom>
                    <a:rect b="b" l="l" r="r" t="t"/>
                    <a:pathLst>
                      <a:path extrusionOk="0" h="1331" w="986">
                        <a:moveTo>
                          <a:pt x="439" y="196"/>
                        </a:moveTo>
                        <a:lnTo>
                          <a:pt x="619" y="180"/>
                        </a:lnTo>
                        <a:lnTo>
                          <a:pt x="728" y="153"/>
                        </a:lnTo>
                        <a:lnTo>
                          <a:pt x="763" y="103"/>
                        </a:lnTo>
                        <a:lnTo>
                          <a:pt x="763" y="59"/>
                        </a:lnTo>
                        <a:lnTo>
                          <a:pt x="792" y="23"/>
                        </a:lnTo>
                        <a:lnTo>
                          <a:pt x="892" y="0"/>
                        </a:lnTo>
                        <a:lnTo>
                          <a:pt x="986" y="7"/>
                        </a:lnTo>
                        <a:lnTo>
                          <a:pt x="872" y="1037"/>
                        </a:lnTo>
                        <a:lnTo>
                          <a:pt x="792" y="1130"/>
                        </a:lnTo>
                        <a:lnTo>
                          <a:pt x="692" y="1224"/>
                        </a:lnTo>
                        <a:lnTo>
                          <a:pt x="548" y="1296"/>
                        </a:lnTo>
                        <a:lnTo>
                          <a:pt x="382" y="1317"/>
                        </a:lnTo>
                        <a:lnTo>
                          <a:pt x="159" y="1331"/>
                        </a:lnTo>
                        <a:lnTo>
                          <a:pt x="29" y="1310"/>
                        </a:lnTo>
                        <a:lnTo>
                          <a:pt x="0" y="1238"/>
                        </a:lnTo>
                        <a:lnTo>
                          <a:pt x="15" y="1144"/>
                        </a:lnTo>
                        <a:lnTo>
                          <a:pt x="109" y="857"/>
                        </a:lnTo>
                        <a:lnTo>
                          <a:pt x="187" y="570"/>
                        </a:lnTo>
                        <a:lnTo>
                          <a:pt x="223" y="353"/>
                        </a:lnTo>
                        <a:lnTo>
                          <a:pt x="223" y="296"/>
                        </a:lnTo>
                        <a:lnTo>
                          <a:pt x="273" y="217"/>
                        </a:lnTo>
                        <a:lnTo>
                          <a:pt x="332" y="196"/>
                        </a:lnTo>
                        <a:lnTo>
                          <a:pt x="439" y="196"/>
                        </a:lnTo>
                        <a:close/>
                      </a:path>
                    </a:pathLst>
                  </a:custGeom>
                  <a:solidFill>
                    <a:srgbClr val="404040"/>
                  </a:solidFill>
                  <a:ln cap="flat" cmpd="sng" w="111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38" name="Google Shape;738;p20"/>
                  <p:cNvSpPr/>
                  <p:nvPr/>
                </p:nvSpPr>
                <p:spPr>
                  <a:xfrm>
                    <a:off x="3326" y="2606"/>
                    <a:ext cx="424" cy="611"/>
                  </a:xfrm>
                  <a:custGeom>
                    <a:rect b="b" l="l" r="r" t="t"/>
                    <a:pathLst>
                      <a:path extrusionOk="0" h="1223" w="849">
                        <a:moveTo>
                          <a:pt x="294" y="244"/>
                        </a:moveTo>
                        <a:lnTo>
                          <a:pt x="453" y="237"/>
                        </a:lnTo>
                        <a:lnTo>
                          <a:pt x="619" y="208"/>
                        </a:lnTo>
                        <a:lnTo>
                          <a:pt x="719" y="158"/>
                        </a:lnTo>
                        <a:lnTo>
                          <a:pt x="776" y="114"/>
                        </a:lnTo>
                        <a:lnTo>
                          <a:pt x="849" y="0"/>
                        </a:lnTo>
                        <a:lnTo>
                          <a:pt x="742" y="941"/>
                        </a:lnTo>
                        <a:lnTo>
                          <a:pt x="669" y="1028"/>
                        </a:lnTo>
                        <a:lnTo>
                          <a:pt x="589" y="1108"/>
                        </a:lnTo>
                        <a:lnTo>
                          <a:pt x="489" y="1165"/>
                        </a:lnTo>
                        <a:lnTo>
                          <a:pt x="403" y="1194"/>
                        </a:lnTo>
                        <a:lnTo>
                          <a:pt x="294" y="1208"/>
                        </a:lnTo>
                        <a:lnTo>
                          <a:pt x="193" y="1223"/>
                        </a:lnTo>
                        <a:lnTo>
                          <a:pt x="79" y="1223"/>
                        </a:lnTo>
                        <a:lnTo>
                          <a:pt x="27" y="1208"/>
                        </a:lnTo>
                        <a:lnTo>
                          <a:pt x="0" y="1165"/>
                        </a:lnTo>
                        <a:lnTo>
                          <a:pt x="13" y="1094"/>
                        </a:lnTo>
                        <a:lnTo>
                          <a:pt x="86" y="928"/>
                        </a:lnTo>
                        <a:lnTo>
                          <a:pt x="209" y="367"/>
                        </a:lnTo>
                        <a:lnTo>
                          <a:pt x="230" y="287"/>
                        </a:lnTo>
                        <a:lnTo>
                          <a:pt x="294" y="244"/>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
              <p:nvSpPr>
                <p:cNvPr id="739" name="Google Shape;739;p20"/>
                <p:cNvSpPr/>
                <p:nvPr/>
              </p:nvSpPr>
              <p:spPr>
                <a:xfrm>
                  <a:off x="2517" y="3330"/>
                  <a:ext cx="36" cy="561"/>
                </a:xfrm>
                <a:custGeom>
                  <a:rect b="b" l="l" r="r" t="t"/>
                  <a:pathLst>
                    <a:path extrusionOk="0" h="1123" w="73">
                      <a:moveTo>
                        <a:pt x="24" y="0"/>
                      </a:moveTo>
                      <a:lnTo>
                        <a:pt x="0" y="58"/>
                      </a:lnTo>
                      <a:lnTo>
                        <a:pt x="28" y="101"/>
                      </a:lnTo>
                      <a:lnTo>
                        <a:pt x="49" y="194"/>
                      </a:lnTo>
                      <a:lnTo>
                        <a:pt x="21" y="282"/>
                      </a:lnTo>
                      <a:lnTo>
                        <a:pt x="37" y="784"/>
                      </a:lnTo>
                      <a:lnTo>
                        <a:pt x="37" y="1108"/>
                      </a:lnTo>
                      <a:lnTo>
                        <a:pt x="73" y="1123"/>
                      </a:lnTo>
                      <a:lnTo>
                        <a:pt x="69" y="455"/>
                      </a:lnTo>
                      <a:lnTo>
                        <a:pt x="37" y="295"/>
                      </a:lnTo>
                      <a:lnTo>
                        <a:pt x="57" y="218"/>
                      </a:lnTo>
                      <a:lnTo>
                        <a:pt x="66" y="191"/>
                      </a:lnTo>
                      <a:lnTo>
                        <a:pt x="52" y="109"/>
                      </a:lnTo>
                      <a:lnTo>
                        <a:pt x="28" y="64"/>
                      </a:lnTo>
                      <a:lnTo>
                        <a:pt x="24"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40" name="Google Shape;740;p20"/>
                <p:cNvSpPr/>
                <p:nvPr/>
              </p:nvSpPr>
              <p:spPr>
                <a:xfrm>
                  <a:off x="2608" y="3336"/>
                  <a:ext cx="91" cy="30"/>
                </a:xfrm>
                <a:custGeom>
                  <a:rect b="b" l="l" r="r" t="t"/>
                  <a:pathLst>
                    <a:path extrusionOk="0" h="60" w="181">
                      <a:moveTo>
                        <a:pt x="0" y="0"/>
                      </a:moveTo>
                      <a:lnTo>
                        <a:pt x="88" y="45"/>
                      </a:lnTo>
                      <a:lnTo>
                        <a:pt x="166" y="60"/>
                      </a:lnTo>
                      <a:lnTo>
                        <a:pt x="181" y="60"/>
                      </a:lnTo>
                      <a:lnTo>
                        <a:pt x="133" y="19"/>
                      </a:lnTo>
                      <a:lnTo>
                        <a:pt x="0" y="0"/>
                      </a:lnTo>
                      <a:close/>
                    </a:path>
                  </a:pathLst>
                </a:custGeom>
                <a:solidFill>
                  <a:srgbClr val="6060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grpSp>
      </p:grpSp>
    </p:spTree>
  </p:cSld>
  <p:clrMapOvr>
    <a:masterClrMapping/>
  </p:clrMapOvr>
  <p:transition spd="slow">
    <p:wipe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2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747" name="Google Shape;747;p2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748" name="Google Shape;748;p2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descr="Newsprint" id="749" name="Google Shape;749;p21"/>
          <p:cNvSpPr txBox="1"/>
          <p:nvPr/>
        </p:nvSpPr>
        <p:spPr>
          <a:xfrm>
            <a:off x="457200" y="1981200"/>
            <a:ext cx="8229600" cy="41910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0" name="Google Shape;750;p21"/>
          <p:cNvSpPr txBox="1"/>
          <p:nvPr>
            <p:ph type="title"/>
          </p:nvPr>
        </p:nvSpPr>
        <p:spPr>
          <a:xfrm>
            <a:off x="457200" y="381000"/>
            <a:ext cx="8229600" cy="1600200"/>
          </a:xfrm>
          <a:prstGeom prst="rect">
            <a:avLst/>
          </a:prstGeom>
          <a:solidFill>
            <a:srgbClr val="3333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Successful Proposals</a:t>
            </a:r>
            <a:endParaRPr/>
          </a:p>
        </p:txBody>
      </p:sp>
      <p:sp>
        <p:nvSpPr>
          <p:cNvPr id="751" name="Google Shape;751;p21"/>
          <p:cNvSpPr txBox="1"/>
          <p:nvPr>
            <p:ph idx="4294967295" type="body"/>
          </p:nvPr>
        </p:nvSpPr>
        <p:spPr>
          <a:xfrm>
            <a:off x="685800" y="2133600"/>
            <a:ext cx="7772400" cy="3810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Demonstrate your knowledge</a:t>
            </a:r>
            <a:endParaRPr/>
          </a:p>
          <a:p>
            <a:pPr indent="-342900" lvl="0" marL="342900" marR="0" rtl="0" algn="l">
              <a:lnSpc>
                <a:spcPct val="110000"/>
              </a:lnSpc>
              <a:spcBef>
                <a:spcPts val="64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Provide concrete examples</a:t>
            </a:r>
            <a:endParaRPr/>
          </a:p>
          <a:p>
            <a:pPr indent="-342900" lvl="0" marL="342900" marR="0" rtl="0" algn="l">
              <a:lnSpc>
                <a:spcPct val="110000"/>
              </a:lnSpc>
              <a:spcBef>
                <a:spcPts val="64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Research the competition</a:t>
            </a:r>
            <a:endParaRPr/>
          </a:p>
          <a:p>
            <a:pPr indent="-342900" lvl="0" marL="342900" marR="0" rtl="0" algn="l">
              <a:lnSpc>
                <a:spcPct val="110000"/>
              </a:lnSpc>
              <a:spcBef>
                <a:spcPts val="64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Prove that your proposal is workable</a:t>
            </a:r>
            <a:endParaRPr/>
          </a:p>
          <a:p>
            <a:pPr indent="-342900" lvl="0" marL="342900" marR="0" rtl="0" algn="l">
              <a:lnSpc>
                <a:spcPct val="110000"/>
              </a:lnSpc>
              <a:spcBef>
                <a:spcPts val="64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Adopt a “you” attitude</a:t>
            </a:r>
            <a:endParaRPr/>
          </a:p>
          <a:p>
            <a:pPr indent="-342900" lvl="0" marL="342900" marR="0" rtl="0" algn="l">
              <a:lnSpc>
                <a:spcPct val="110000"/>
              </a:lnSpc>
              <a:spcBef>
                <a:spcPts val="64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Package your proposal attractively</a:t>
            </a:r>
            <a:endParaRPr/>
          </a:p>
        </p:txBody>
      </p:sp>
    </p:spTree>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758" name="Google Shape;758;p2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759" name="Google Shape;759;p2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760" name="Google Shape;760;p22"/>
          <p:cNvSpPr txBox="1"/>
          <p:nvPr/>
        </p:nvSpPr>
        <p:spPr>
          <a:xfrm>
            <a:off x="457200" y="1752600"/>
            <a:ext cx="8229600" cy="4419600"/>
          </a:xfrm>
          <a:prstGeom prst="rect">
            <a:avLst/>
          </a:prstGeom>
          <a:solidFill>
            <a:srgbClr val="660033"/>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1" name="Google Shape;761;p22"/>
          <p:cNvSpPr txBox="1"/>
          <p:nvPr>
            <p:ph type="title"/>
          </p:nvPr>
        </p:nvSpPr>
        <p:spPr>
          <a:xfrm>
            <a:off x="457200" y="381000"/>
            <a:ext cx="8229600" cy="1371600"/>
          </a:xfrm>
          <a:prstGeom prst="rect">
            <a:avLst/>
          </a:prstGeom>
          <a:solidFill>
            <a:srgbClr val="660033"/>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The Introduction</a:t>
            </a:r>
            <a:endParaRPr/>
          </a:p>
        </p:txBody>
      </p:sp>
      <p:sp>
        <p:nvSpPr>
          <p:cNvPr id="762" name="Google Shape;762;p22"/>
          <p:cNvSpPr/>
          <p:nvPr/>
        </p:nvSpPr>
        <p:spPr>
          <a:xfrm>
            <a:off x="762000" y="1955800"/>
            <a:ext cx="3429000" cy="1870075"/>
          </a:xfrm>
          <a:prstGeom prst="foldedCorner">
            <a:avLst>
              <a:gd fmla="val 16667" name="adj"/>
            </a:avLst>
          </a:prstGeom>
          <a:solidFill>
            <a:srgbClr val="660033"/>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Context</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or Problem</a:t>
            </a:r>
            <a:endParaRPr/>
          </a:p>
        </p:txBody>
      </p:sp>
      <p:sp>
        <p:nvSpPr>
          <p:cNvPr id="763" name="Google Shape;763;p22"/>
          <p:cNvSpPr/>
          <p:nvPr/>
        </p:nvSpPr>
        <p:spPr>
          <a:xfrm>
            <a:off x="4953000" y="1955800"/>
            <a:ext cx="3432175" cy="1870075"/>
          </a:xfrm>
          <a:prstGeom prst="foldedCorner">
            <a:avLst>
              <a:gd fmla="val 16667" name="adj"/>
            </a:avLst>
          </a:prstGeom>
          <a:solidFill>
            <a:srgbClr val="660033"/>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Subject</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or Purpose</a:t>
            </a:r>
            <a:endParaRPr/>
          </a:p>
        </p:txBody>
      </p:sp>
      <p:sp>
        <p:nvSpPr>
          <p:cNvPr id="764" name="Google Shape;764;p22"/>
          <p:cNvSpPr/>
          <p:nvPr/>
        </p:nvSpPr>
        <p:spPr>
          <a:xfrm>
            <a:off x="762000" y="4073525"/>
            <a:ext cx="3429000" cy="1870075"/>
          </a:xfrm>
          <a:prstGeom prst="foldedCorner">
            <a:avLst>
              <a:gd fmla="val 16667" name="adj"/>
            </a:avLst>
          </a:prstGeom>
          <a:solidFill>
            <a:srgbClr val="660033"/>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Main Ideas</a:t>
            </a:r>
            <a:endParaRPr/>
          </a:p>
        </p:txBody>
      </p:sp>
      <p:sp>
        <p:nvSpPr>
          <p:cNvPr id="765" name="Google Shape;765;p22"/>
          <p:cNvSpPr/>
          <p:nvPr/>
        </p:nvSpPr>
        <p:spPr>
          <a:xfrm>
            <a:off x="4953000" y="4073525"/>
            <a:ext cx="3432175" cy="1870075"/>
          </a:xfrm>
          <a:prstGeom prst="foldedCorner">
            <a:avLst>
              <a:gd fmla="val 16667" name="adj"/>
            </a:avLst>
          </a:prstGeom>
          <a:solidFill>
            <a:srgbClr val="660033"/>
          </a:solidFill>
          <a:ln cap="flat" cmpd="sng" w="9525">
            <a:solidFill>
              <a:schemeClr val="dk1"/>
            </a:solidFill>
            <a:prstDash val="solid"/>
            <a:miter lim="800000"/>
            <a:headEnd len="sm" w="sm" type="none"/>
            <a:tailEnd len="sm" w="sm" type="none"/>
          </a:ln>
          <a:effectLst>
            <a:outerShdw blurRad="63500" dir="2700000" dist="107763">
              <a:schemeClr val="dk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Overall</a:t>
            </a:r>
            <a:endParaRPr/>
          </a:p>
          <a:p>
            <a:pPr indent="0" lvl="0" marL="0" marR="0" rtl="0" algn="ctr">
              <a:lnSpc>
                <a:spcPct val="100000"/>
              </a:lnSpc>
              <a:spcBef>
                <a:spcPts val="0"/>
              </a:spcBef>
              <a:spcAft>
                <a:spcPts val="0"/>
              </a:spcAft>
              <a:buClr>
                <a:schemeClr val="lt1"/>
              </a:buClr>
              <a:buSzPts val="3200"/>
              <a:buFont typeface="Tahoma"/>
              <a:buNone/>
            </a:pPr>
            <a:r>
              <a:rPr b="1" i="0" lang="en-US" sz="3200" u="none">
                <a:solidFill>
                  <a:schemeClr val="lt1"/>
                </a:solidFill>
                <a:latin typeface="Tahoma"/>
                <a:ea typeface="Tahoma"/>
                <a:cs typeface="Tahoma"/>
                <a:sym typeface="Tahoma"/>
              </a:rPr>
              <a:t>Tone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23"/>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772" name="Google Shape;772;p23"/>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773" name="Google Shape;773;p23"/>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774" name="Google Shape;774;p23"/>
          <p:cNvSpPr txBox="1"/>
          <p:nvPr/>
        </p:nvSpPr>
        <p:spPr>
          <a:xfrm>
            <a:off x="457200" y="1752600"/>
            <a:ext cx="4114800" cy="44196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75" name="Google Shape;775;p23"/>
          <p:cNvSpPr txBox="1"/>
          <p:nvPr>
            <p:ph type="title"/>
          </p:nvPr>
        </p:nvSpPr>
        <p:spPr>
          <a:xfrm>
            <a:off x="457200" y="381000"/>
            <a:ext cx="8229600" cy="13716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The Body Chapters </a:t>
            </a:r>
            <a:endParaRPr/>
          </a:p>
        </p:txBody>
      </p:sp>
      <p:grpSp>
        <p:nvGrpSpPr>
          <p:cNvPr id="776" name="Google Shape;776;p23"/>
          <p:cNvGrpSpPr/>
          <p:nvPr/>
        </p:nvGrpSpPr>
        <p:grpSpPr>
          <a:xfrm>
            <a:off x="4572000" y="1752600"/>
            <a:ext cx="4114800" cy="4419600"/>
            <a:chOff x="288" y="1104"/>
            <a:chExt cx="2592" cy="2304"/>
          </a:xfrm>
        </p:grpSpPr>
        <p:sp>
          <p:nvSpPr>
            <p:cNvPr id="777" name="Google Shape;777;p23"/>
            <p:cNvSpPr txBox="1"/>
            <p:nvPr/>
          </p:nvSpPr>
          <p:spPr>
            <a:xfrm>
              <a:off x="288" y="1104"/>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Present</a:t>
              </a:r>
              <a:endParaRPr/>
            </a:p>
          </p:txBody>
        </p:sp>
        <p:sp>
          <p:nvSpPr>
            <p:cNvPr id="778" name="Google Shape;778;p23"/>
            <p:cNvSpPr txBox="1"/>
            <p:nvPr/>
          </p:nvSpPr>
          <p:spPr>
            <a:xfrm>
              <a:off x="288" y="1680"/>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Analyze</a:t>
              </a:r>
              <a:endParaRPr/>
            </a:p>
          </p:txBody>
        </p:sp>
        <p:sp>
          <p:nvSpPr>
            <p:cNvPr id="779" name="Google Shape;779;p23"/>
            <p:cNvSpPr txBox="1"/>
            <p:nvPr/>
          </p:nvSpPr>
          <p:spPr>
            <a:xfrm>
              <a:off x="288" y="2256"/>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Interpret</a:t>
              </a:r>
              <a:endParaRPr/>
            </a:p>
          </p:txBody>
        </p:sp>
        <p:sp>
          <p:nvSpPr>
            <p:cNvPr id="780" name="Google Shape;780;p23"/>
            <p:cNvSpPr txBox="1"/>
            <p:nvPr/>
          </p:nvSpPr>
          <p:spPr>
            <a:xfrm>
              <a:off x="288" y="2832"/>
              <a:ext cx="2592" cy="576"/>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Support</a:t>
              </a:r>
              <a:endParaRPr/>
            </a:p>
          </p:txBody>
        </p:sp>
      </p:grpSp>
      <p:grpSp>
        <p:nvGrpSpPr>
          <p:cNvPr id="781" name="Google Shape;781;p23"/>
          <p:cNvGrpSpPr/>
          <p:nvPr/>
        </p:nvGrpSpPr>
        <p:grpSpPr>
          <a:xfrm>
            <a:off x="609600" y="2209800"/>
            <a:ext cx="3808412" cy="3962400"/>
            <a:chOff x="576" y="1766"/>
            <a:chExt cx="2040" cy="2122"/>
          </a:xfrm>
        </p:grpSpPr>
        <p:sp>
          <p:nvSpPr>
            <p:cNvPr id="782" name="Google Shape;782;p23"/>
            <p:cNvSpPr txBox="1"/>
            <p:nvPr/>
          </p:nvSpPr>
          <p:spPr>
            <a:xfrm>
              <a:off x="1006" y="3377"/>
              <a:ext cx="28" cy="139"/>
            </a:xfrm>
            <a:prstGeom prst="rect">
              <a:avLst/>
            </a:prstGeom>
            <a:solidFill>
              <a:srgbClr val="B2C1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3" name="Google Shape;783;p23"/>
            <p:cNvSpPr/>
            <p:nvPr/>
          </p:nvSpPr>
          <p:spPr>
            <a:xfrm>
              <a:off x="576" y="2620"/>
              <a:ext cx="577" cy="652"/>
            </a:xfrm>
            <a:custGeom>
              <a:rect b="b" l="l" r="r" t="t"/>
              <a:pathLst>
                <a:path extrusionOk="0" h="562" w="466">
                  <a:moveTo>
                    <a:pt x="106" y="512"/>
                  </a:moveTo>
                  <a:lnTo>
                    <a:pt x="466" y="512"/>
                  </a:lnTo>
                  <a:lnTo>
                    <a:pt x="466" y="551"/>
                  </a:lnTo>
                  <a:lnTo>
                    <a:pt x="456" y="562"/>
                  </a:lnTo>
                  <a:lnTo>
                    <a:pt x="163" y="562"/>
                  </a:lnTo>
                  <a:lnTo>
                    <a:pt x="152" y="551"/>
                  </a:lnTo>
                  <a:lnTo>
                    <a:pt x="152" y="533"/>
                  </a:lnTo>
                  <a:lnTo>
                    <a:pt x="140" y="533"/>
                  </a:lnTo>
                  <a:lnTo>
                    <a:pt x="129" y="533"/>
                  </a:lnTo>
                  <a:lnTo>
                    <a:pt x="122" y="533"/>
                  </a:lnTo>
                  <a:lnTo>
                    <a:pt x="115" y="533"/>
                  </a:lnTo>
                  <a:lnTo>
                    <a:pt x="109" y="533"/>
                  </a:lnTo>
                  <a:lnTo>
                    <a:pt x="104" y="533"/>
                  </a:lnTo>
                  <a:lnTo>
                    <a:pt x="97" y="533"/>
                  </a:lnTo>
                  <a:lnTo>
                    <a:pt x="88" y="533"/>
                  </a:lnTo>
                  <a:lnTo>
                    <a:pt x="66" y="531"/>
                  </a:lnTo>
                  <a:lnTo>
                    <a:pt x="49" y="526"/>
                  </a:lnTo>
                  <a:lnTo>
                    <a:pt x="34" y="517"/>
                  </a:lnTo>
                  <a:lnTo>
                    <a:pt x="22" y="505"/>
                  </a:lnTo>
                  <a:lnTo>
                    <a:pt x="13" y="489"/>
                  </a:lnTo>
                  <a:lnTo>
                    <a:pt x="6" y="471"/>
                  </a:lnTo>
                  <a:lnTo>
                    <a:pt x="2" y="450"/>
                  </a:lnTo>
                  <a:lnTo>
                    <a:pt x="0" y="425"/>
                  </a:lnTo>
                  <a:lnTo>
                    <a:pt x="8" y="359"/>
                  </a:lnTo>
                  <a:lnTo>
                    <a:pt x="25" y="266"/>
                  </a:lnTo>
                  <a:lnTo>
                    <a:pt x="43" y="181"/>
                  </a:lnTo>
                  <a:lnTo>
                    <a:pt x="50" y="133"/>
                  </a:lnTo>
                  <a:lnTo>
                    <a:pt x="29" y="133"/>
                  </a:lnTo>
                  <a:lnTo>
                    <a:pt x="29" y="0"/>
                  </a:lnTo>
                  <a:lnTo>
                    <a:pt x="72" y="0"/>
                  </a:lnTo>
                  <a:lnTo>
                    <a:pt x="72" y="16"/>
                  </a:lnTo>
                  <a:lnTo>
                    <a:pt x="72" y="55"/>
                  </a:lnTo>
                  <a:lnTo>
                    <a:pt x="72" y="99"/>
                  </a:lnTo>
                  <a:lnTo>
                    <a:pt x="72" y="133"/>
                  </a:lnTo>
                  <a:lnTo>
                    <a:pt x="65" y="183"/>
                  </a:lnTo>
                  <a:lnTo>
                    <a:pt x="49" y="268"/>
                  </a:lnTo>
                  <a:lnTo>
                    <a:pt x="32" y="357"/>
                  </a:lnTo>
                  <a:lnTo>
                    <a:pt x="25" y="425"/>
                  </a:lnTo>
                  <a:lnTo>
                    <a:pt x="25" y="446"/>
                  </a:lnTo>
                  <a:lnTo>
                    <a:pt x="29" y="464"/>
                  </a:lnTo>
                  <a:lnTo>
                    <a:pt x="32" y="478"/>
                  </a:lnTo>
                  <a:lnTo>
                    <a:pt x="40" y="491"/>
                  </a:lnTo>
                  <a:lnTo>
                    <a:pt x="50" y="499"/>
                  </a:lnTo>
                  <a:lnTo>
                    <a:pt x="65" y="507"/>
                  </a:lnTo>
                  <a:lnTo>
                    <a:pt x="82" y="510"/>
                  </a:lnTo>
                  <a:lnTo>
                    <a:pt x="106" y="512"/>
                  </a:lnTo>
                  <a:close/>
                </a:path>
              </a:pathLst>
            </a:custGeom>
            <a:solidFill>
              <a:srgbClr val="7F99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4" name="Google Shape;784;p23"/>
            <p:cNvSpPr/>
            <p:nvPr/>
          </p:nvSpPr>
          <p:spPr>
            <a:xfrm>
              <a:off x="698" y="3198"/>
              <a:ext cx="606" cy="17"/>
            </a:xfrm>
            <a:custGeom>
              <a:rect b="b" l="l" r="r" t="t"/>
              <a:pathLst>
                <a:path extrusionOk="0" h="14" w="489">
                  <a:moveTo>
                    <a:pt x="7" y="14"/>
                  </a:moveTo>
                  <a:lnTo>
                    <a:pt x="483" y="14"/>
                  </a:lnTo>
                  <a:lnTo>
                    <a:pt x="487" y="12"/>
                  </a:lnTo>
                  <a:lnTo>
                    <a:pt x="489" y="7"/>
                  </a:lnTo>
                  <a:lnTo>
                    <a:pt x="487" y="1"/>
                  </a:lnTo>
                  <a:lnTo>
                    <a:pt x="483" y="0"/>
                  </a:lnTo>
                  <a:lnTo>
                    <a:pt x="7" y="0"/>
                  </a:lnTo>
                  <a:lnTo>
                    <a:pt x="1" y="1"/>
                  </a:lnTo>
                  <a:lnTo>
                    <a:pt x="0" y="7"/>
                  </a:lnTo>
                  <a:lnTo>
                    <a:pt x="1" y="12"/>
                  </a:lnTo>
                  <a:lnTo>
                    <a:pt x="7" y="14"/>
                  </a:lnTo>
                  <a:close/>
                </a:path>
              </a:pathLst>
            </a:custGeom>
            <a:solidFill>
              <a:srgbClr val="28707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5" name="Google Shape;785;p23"/>
            <p:cNvSpPr/>
            <p:nvPr/>
          </p:nvSpPr>
          <p:spPr>
            <a:xfrm>
              <a:off x="665" y="2437"/>
              <a:ext cx="77" cy="406"/>
            </a:xfrm>
            <a:custGeom>
              <a:rect b="b" l="l" r="r" t="t"/>
              <a:pathLst>
                <a:path extrusionOk="0" h="349" w="62">
                  <a:moveTo>
                    <a:pt x="19" y="343"/>
                  </a:moveTo>
                  <a:lnTo>
                    <a:pt x="35" y="327"/>
                  </a:lnTo>
                  <a:lnTo>
                    <a:pt x="50" y="310"/>
                  </a:lnTo>
                  <a:lnTo>
                    <a:pt x="59" y="288"/>
                  </a:lnTo>
                  <a:lnTo>
                    <a:pt x="62" y="265"/>
                  </a:lnTo>
                  <a:lnTo>
                    <a:pt x="62" y="231"/>
                  </a:lnTo>
                  <a:lnTo>
                    <a:pt x="62" y="173"/>
                  </a:lnTo>
                  <a:lnTo>
                    <a:pt x="62" y="110"/>
                  </a:lnTo>
                  <a:lnTo>
                    <a:pt x="62" y="68"/>
                  </a:lnTo>
                  <a:lnTo>
                    <a:pt x="57" y="45"/>
                  </a:lnTo>
                  <a:lnTo>
                    <a:pt x="44" y="23"/>
                  </a:lnTo>
                  <a:lnTo>
                    <a:pt x="30" y="7"/>
                  </a:lnTo>
                  <a:lnTo>
                    <a:pt x="19" y="0"/>
                  </a:lnTo>
                  <a:lnTo>
                    <a:pt x="12" y="0"/>
                  </a:lnTo>
                  <a:lnTo>
                    <a:pt x="5" y="4"/>
                  </a:lnTo>
                  <a:lnTo>
                    <a:pt x="2" y="11"/>
                  </a:lnTo>
                  <a:lnTo>
                    <a:pt x="0" y="21"/>
                  </a:lnTo>
                  <a:lnTo>
                    <a:pt x="0" y="66"/>
                  </a:lnTo>
                  <a:lnTo>
                    <a:pt x="0" y="164"/>
                  </a:lnTo>
                  <a:lnTo>
                    <a:pt x="0" y="270"/>
                  </a:lnTo>
                  <a:lnTo>
                    <a:pt x="0" y="333"/>
                  </a:lnTo>
                  <a:lnTo>
                    <a:pt x="2" y="343"/>
                  </a:lnTo>
                  <a:lnTo>
                    <a:pt x="5" y="349"/>
                  </a:lnTo>
                  <a:lnTo>
                    <a:pt x="12" y="349"/>
                  </a:lnTo>
                  <a:lnTo>
                    <a:pt x="19" y="343"/>
                  </a:lnTo>
                  <a:close/>
                </a:path>
              </a:pathLst>
            </a:custGeom>
            <a:solidFill>
              <a:srgbClr val="0AA3A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6" name="Google Shape;786;p23"/>
            <p:cNvSpPr/>
            <p:nvPr/>
          </p:nvSpPr>
          <p:spPr>
            <a:xfrm>
              <a:off x="676" y="3085"/>
              <a:ext cx="651" cy="113"/>
            </a:xfrm>
            <a:custGeom>
              <a:rect b="b" l="l" r="r" t="t"/>
              <a:pathLst>
                <a:path extrusionOk="0" h="98" w="526">
                  <a:moveTo>
                    <a:pt x="25" y="98"/>
                  </a:moveTo>
                  <a:lnTo>
                    <a:pt x="501" y="98"/>
                  </a:lnTo>
                  <a:lnTo>
                    <a:pt x="508" y="89"/>
                  </a:lnTo>
                  <a:lnTo>
                    <a:pt x="516" y="76"/>
                  </a:lnTo>
                  <a:lnTo>
                    <a:pt x="523" y="60"/>
                  </a:lnTo>
                  <a:lnTo>
                    <a:pt x="526" y="42"/>
                  </a:lnTo>
                  <a:lnTo>
                    <a:pt x="526" y="26"/>
                  </a:lnTo>
                  <a:lnTo>
                    <a:pt x="523" y="12"/>
                  </a:lnTo>
                  <a:lnTo>
                    <a:pt x="512" y="3"/>
                  </a:lnTo>
                  <a:lnTo>
                    <a:pt x="494" y="0"/>
                  </a:lnTo>
                  <a:lnTo>
                    <a:pt x="480" y="0"/>
                  </a:lnTo>
                  <a:lnTo>
                    <a:pt x="460" y="0"/>
                  </a:lnTo>
                  <a:lnTo>
                    <a:pt x="435" y="0"/>
                  </a:lnTo>
                  <a:lnTo>
                    <a:pt x="407" y="0"/>
                  </a:lnTo>
                  <a:lnTo>
                    <a:pt x="375" y="0"/>
                  </a:lnTo>
                  <a:lnTo>
                    <a:pt x="341" y="0"/>
                  </a:lnTo>
                  <a:lnTo>
                    <a:pt x="305" y="0"/>
                  </a:lnTo>
                  <a:lnTo>
                    <a:pt x="269" y="0"/>
                  </a:lnTo>
                  <a:lnTo>
                    <a:pt x="232" y="0"/>
                  </a:lnTo>
                  <a:lnTo>
                    <a:pt x="198" y="0"/>
                  </a:lnTo>
                  <a:lnTo>
                    <a:pt x="166" y="0"/>
                  </a:lnTo>
                  <a:lnTo>
                    <a:pt x="135" y="0"/>
                  </a:lnTo>
                  <a:lnTo>
                    <a:pt x="110" y="0"/>
                  </a:lnTo>
                  <a:lnTo>
                    <a:pt x="89" y="0"/>
                  </a:lnTo>
                  <a:lnTo>
                    <a:pt x="73" y="0"/>
                  </a:lnTo>
                  <a:lnTo>
                    <a:pt x="64" y="0"/>
                  </a:lnTo>
                  <a:lnTo>
                    <a:pt x="35" y="3"/>
                  </a:lnTo>
                  <a:lnTo>
                    <a:pt x="16" y="10"/>
                  </a:lnTo>
                  <a:lnTo>
                    <a:pt x="5" y="21"/>
                  </a:lnTo>
                  <a:lnTo>
                    <a:pt x="0" y="35"/>
                  </a:lnTo>
                  <a:lnTo>
                    <a:pt x="0" y="51"/>
                  </a:lnTo>
                  <a:lnTo>
                    <a:pt x="5" y="67"/>
                  </a:lnTo>
                  <a:lnTo>
                    <a:pt x="14" y="83"/>
                  </a:lnTo>
                  <a:lnTo>
                    <a:pt x="25" y="98"/>
                  </a:lnTo>
                  <a:close/>
                </a:path>
              </a:pathLst>
            </a:custGeom>
            <a:solidFill>
              <a:srgbClr val="0AA3A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7" name="Google Shape;787;p23"/>
            <p:cNvSpPr/>
            <p:nvPr/>
          </p:nvSpPr>
          <p:spPr>
            <a:xfrm>
              <a:off x="583" y="3499"/>
              <a:ext cx="876" cy="344"/>
            </a:xfrm>
            <a:custGeom>
              <a:rect b="b" l="l" r="r" t="t"/>
              <a:pathLst>
                <a:path extrusionOk="0" h="297" w="707">
                  <a:moveTo>
                    <a:pt x="382" y="156"/>
                  </a:moveTo>
                  <a:lnTo>
                    <a:pt x="433" y="158"/>
                  </a:lnTo>
                  <a:lnTo>
                    <a:pt x="480" y="160"/>
                  </a:lnTo>
                  <a:lnTo>
                    <a:pt x="523" y="165"/>
                  </a:lnTo>
                  <a:lnTo>
                    <a:pt x="558" y="168"/>
                  </a:lnTo>
                  <a:lnTo>
                    <a:pt x="589" y="174"/>
                  </a:lnTo>
                  <a:lnTo>
                    <a:pt x="614" y="179"/>
                  </a:lnTo>
                  <a:lnTo>
                    <a:pt x="630" y="183"/>
                  </a:lnTo>
                  <a:lnTo>
                    <a:pt x="637" y="184"/>
                  </a:lnTo>
                  <a:lnTo>
                    <a:pt x="644" y="188"/>
                  </a:lnTo>
                  <a:lnTo>
                    <a:pt x="648" y="192"/>
                  </a:lnTo>
                  <a:lnTo>
                    <a:pt x="651" y="197"/>
                  </a:lnTo>
                  <a:lnTo>
                    <a:pt x="651" y="204"/>
                  </a:lnTo>
                  <a:lnTo>
                    <a:pt x="648" y="208"/>
                  </a:lnTo>
                  <a:lnTo>
                    <a:pt x="646" y="213"/>
                  </a:lnTo>
                  <a:lnTo>
                    <a:pt x="644" y="218"/>
                  </a:lnTo>
                  <a:lnTo>
                    <a:pt x="644" y="225"/>
                  </a:lnTo>
                  <a:lnTo>
                    <a:pt x="646" y="238"/>
                  </a:lnTo>
                  <a:lnTo>
                    <a:pt x="653" y="248"/>
                  </a:lnTo>
                  <a:lnTo>
                    <a:pt x="664" y="256"/>
                  </a:lnTo>
                  <a:lnTo>
                    <a:pt x="674" y="257"/>
                  </a:lnTo>
                  <a:lnTo>
                    <a:pt x="687" y="256"/>
                  </a:lnTo>
                  <a:lnTo>
                    <a:pt x="698" y="248"/>
                  </a:lnTo>
                  <a:lnTo>
                    <a:pt x="705" y="238"/>
                  </a:lnTo>
                  <a:lnTo>
                    <a:pt x="707" y="225"/>
                  </a:lnTo>
                  <a:lnTo>
                    <a:pt x="705" y="216"/>
                  </a:lnTo>
                  <a:lnTo>
                    <a:pt x="701" y="208"/>
                  </a:lnTo>
                  <a:lnTo>
                    <a:pt x="696" y="200"/>
                  </a:lnTo>
                  <a:lnTo>
                    <a:pt x="687" y="197"/>
                  </a:lnTo>
                  <a:lnTo>
                    <a:pt x="687" y="193"/>
                  </a:lnTo>
                  <a:lnTo>
                    <a:pt x="687" y="192"/>
                  </a:lnTo>
                  <a:lnTo>
                    <a:pt x="687" y="188"/>
                  </a:lnTo>
                  <a:lnTo>
                    <a:pt x="687" y="184"/>
                  </a:lnTo>
                  <a:lnTo>
                    <a:pt x="687" y="179"/>
                  </a:lnTo>
                  <a:lnTo>
                    <a:pt x="683" y="172"/>
                  </a:lnTo>
                  <a:lnTo>
                    <a:pt x="676" y="165"/>
                  </a:lnTo>
                  <a:lnTo>
                    <a:pt x="666" y="160"/>
                  </a:lnTo>
                  <a:lnTo>
                    <a:pt x="653" y="154"/>
                  </a:lnTo>
                  <a:lnTo>
                    <a:pt x="632" y="149"/>
                  </a:lnTo>
                  <a:lnTo>
                    <a:pt x="605" y="142"/>
                  </a:lnTo>
                  <a:lnTo>
                    <a:pt x="576" y="135"/>
                  </a:lnTo>
                  <a:lnTo>
                    <a:pt x="544" y="128"/>
                  </a:lnTo>
                  <a:lnTo>
                    <a:pt x="514" y="122"/>
                  </a:lnTo>
                  <a:lnTo>
                    <a:pt x="485" y="117"/>
                  </a:lnTo>
                  <a:lnTo>
                    <a:pt x="460" y="115"/>
                  </a:lnTo>
                  <a:lnTo>
                    <a:pt x="464" y="115"/>
                  </a:lnTo>
                  <a:lnTo>
                    <a:pt x="471" y="112"/>
                  </a:lnTo>
                  <a:lnTo>
                    <a:pt x="483" y="110"/>
                  </a:lnTo>
                  <a:lnTo>
                    <a:pt x="498" y="106"/>
                  </a:lnTo>
                  <a:lnTo>
                    <a:pt x="512" y="103"/>
                  </a:lnTo>
                  <a:lnTo>
                    <a:pt x="526" y="99"/>
                  </a:lnTo>
                  <a:lnTo>
                    <a:pt x="539" y="96"/>
                  </a:lnTo>
                  <a:lnTo>
                    <a:pt x="546" y="94"/>
                  </a:lnTo>
                  <a:lnTo>
                    <a:pt x="555" y="94"/>
                  </a:lnTo>
                  <a:lnTo>
                    <a:pt x="562" y="97"/>
                  </a:lnTo>
                  <a:lnTo>
                    <a:pt x="564" y="101"/>
                  </a:lnTo>
                  <a:lnTo>
                    <a:pt x="566" y="106"/>
                  </a:lnTo>
                  <a:lnTo>
                    <a:pt x="562" y="110"/>
                  </a:lnTo>
                  <a:lnTo>
                    <a:pt x="558" y="115"/>
                  </a:lnTo>
                  <a:lnTo>
                    <a:pt x="557" y="122"/>
                  </a:lnTo>
                  <a:lnTo>
                    <a:pt x="557" y="129"/>
                  </a:lnTo>
                  <a:lnTo>
                    <a:pt x="558" y="140"/>
                  </a:lnTo>
                  <a:lnTo>
                    <a:pt x="566" y="151"/>
                  </a:lnTo>
                  <a:lnTo>
                    <a:pt x="576" y="158"/>
                  </a:lnTo>
                  <a:lnTo>
                    <a:pt x="587" y="160"/>
                  </a:lnTo>
                  <a:lnTo>
                    <a:pt x="600" y="158"/>
                  </a:lnTo>
                  <a:lnTo>
                    <a:pt x="610" y="151"/>
                  </a:lnTo>
                  <a:lnTo>
                    <a:pt x="617" y="140"/>
                  </a:lnTo>
                  <a:lnTo>
                    <a:pt x="619" y="129"/>
                  </a:lnTo>
                  <a:lnTo>
                    <a:pt x="617" y="119"/>
                  </a:lnTo>
                  <a:lnTo>
                    <a:pt x="614" y="110"/>
                  </a:lnTo>
                  <a:lnTo>
                    <a:pt x="607" y="103"/>
                  </a:lnTo>
                  <a:lnTo>
                    <a:pt x="598" y="99"/>
                  </a:lnTo>
                  <a:lnTo>
                    <a:pt x="594" y="87"/>
                  </a:lnTo>
                  <a:lnTo>
                    <a:pt x="587" y="74"/>
                  </a:lnTo>
                  <a:lnTo>
                    <a:pt x="576" y="67"/>
                  </a:lnTo>
                  <a:lnTo>
                    <a:pt x="566" y="65"/>
                  </a:lnTo>
                  <a:lnTo>
                    <a:pt x="550" y="67"/>
                  </a:lnTo>
                  <a:lnTo>
                    <a:pt x="525" y="71"/>
                  </a:lnTo>
                  <a:lnTo>
                    <a:pt x="496" y="74"/>
                  </a:lnTo>
                  <a:lnTo>
                    <a:pt x="464" y="80"/>
                  </a:lnTo>
                  <a:lnTo>
                    <a:pt x="433" y="87"/>
                  </a:lnTo>
                  <a:lnTo>
                    <a:pt x="409" y="90"/>
                  </a:lnTo>
                  <a:lnTo>
                    <a:pt x="391" y="94"/>
                  </a:lnTo>
                  <a:lnTo>
                    <a:pt x="384" y="96"/>
                  </a:lnTo>
                  <a:lnTo>
                    <a:pt x="384" y="12"/>
                  </a:lnTo>
                  <a:lnTo>
                    <a:pt x="382" y="8"/>
                  </a:lnTo>
                  <a:lnTo>
                    <a:pt x="380" y="5"/>
                  </a:lnTo>
                  <a:lnTo>
                    <a:pt x="376" y="1"/>
                  </a:lnTo>
                  <a:lnTo>
                    <a:pt x="373" y="0"/>
                  </a:lnTo>
                  <a:lnTo>
                    <a:pt x="364" y="0"/>
                  </a:lnTo>
                  <a:lnTo>
                    <a:pt x="353" y="0"/>
                  </a:lnTo>
                  <a:lnTo>
                    <a:pt x="342" y="0"/>
                  </a:lnTo>
                  <a:lnTo>
                    <a:pt x="335" y="0"/>
                  </a:lnTo>
                  <a:lnTo>
                    <a:pt x="330" y="1"/>
                  </a:lnTo>
                  <a:lnTo>
                    <a:pt x="326" y="5"/>
                  </a:lnTo>
                  <a:lnTo>
                    <a:pt x="325" y="8"/>
                  </a:lnTo>
                  <a:lnTo>
                    <a:pt x="323" y="12"/>
                  </a:lnTo>
                  <a:lnTo>
                    <a:pt x="323" y="96"/>
                  </a:lnTo>
                  <a:lnTo>
                    <a:pt x="316" y="94"/>
                  </a:lnTo>
                  <a:lnTo>
                    <a:pt x="298" y="90"/>
                  </a:lnTo>
                  <a:lnTo>
                    <a:pt x="273" y="87"/>
                  </a:lnTo>
                  <a:lnTo>
                    <a:pt x="242" y="80"/>
                  </a:lnTo>
                  <a:lnTo>
                    <a:pt x="212" y="74"/>
                  </a:lnTo>
                  <a:lnTo>
                    <a:pt x="182" y="71"/>
                  </a:lnTo>
                  <a:lnTo>
                    <a:pt x="159" y="67"/>
                  </a:lnTo>
                  <a:lnTo>
                    <a:pt x="143" y="65"/>
                  </a:lnTo>
                  <a:lnTo>
                    <a:pt x="130" y="67"/>
                  </a:lnTo>
                  <a:lnTo>
                    <a:pt x="121" y="74"/>
                  </a:lnTo>
                  <a:lnTo>
                    <a:pt x="114" y="87"/>
                  </a:lnTo>
                  <a:lnTo>
                    <a:pt x="110" y="99"/>
                  </a:lnTo>
                  <a:lnTo>
                    <a:pt x="101" y="103"/>
                  </a:lnTo>
                  <a:lnTo>
                    <a:pt x="94" y="110"/>
                  </a:lnTo>
                  <a:lnTo>
                    <a:pt x="89" y="119"/>
                  </a:lnTo>
                  <a:lnTo>
                    <a:pt x="87" y="129"/>
                  </a:lnTo>
                  <a:lnTo>
                    <a:pt x="89" y="140"/>
                  </a:lnTo>
                  <a:lnTo>
                    <a:pt x="96" y="151"/>
                  </a:lnTo>
                  <a:lnTo>
                    <a:pt x="107" y="158"/>
                  </a:lnTo>
                  <a:lnTo>
                    <a:pt x="119" y="160"/>
                  </a:lnTo>
                  <a:lnTo>
                    <a:pt x="132" y="158"/>
                  </a:lnTo>
                  <a:lnTo>
                    <a:pt x="143" y="151"/>
                  </a:lnTo>
                  <a:lnTo>
                    <a:pt x="150" y="140"/>
                  </a:lnTo>
                  <a:lnTo>
                    <a:pt x="151" y="129"/>
                  </a:lnTo>
                  <a:lnTo>
                    <a:pt x="150" y="122"/>
                  </a:lnTo>
                  <a:lnTo>
                    <a:pt x="148" y="115"/>
                  </a:lnTo>
                  <a:lnTo>
                    <a:pt x="144" y="110"/>
                  </a:lnTo>
                  <a:lnTo>
                    <a:pt x="141" y="106"/>
                  </a:lnTo>
                  <a:lnTo>
                    <a:pt x="143" y="101"/>
                  </a:lnTo>
                  <a:lnTo>
                    <a:pt x="146" y="97"/>
                  </a:lnTo>
                  <a:lnTo>
                    <a:pt x="153" y="94"/>
                  </a:lnTo>
                  <a:lnTo>
                    <a:pt x="162" y="94"/>
                  </a:lnTo>
                  <a:lnTo>
                    <a:pt x="169" y="96"/>
                  </a:lnTo>
                  <a:lnTo>
                    <a:pt x="180" y="99"/>
                  </a:lnTo>
                  <a:lnTo>
                    <a:pt x="194" y="103"/>
                  </a:lnTo>
                  <a:lnTo>
                    <a:pt x="210" y="106"/>
                  </a:lnTo>
                  <a:lnTo>
                    <a:pt x="225" y="110"/>
                  </a:lnTo>
                  <a:lnTo>
                    <a:pt x="235" y="112"/>
                  </a:lnTo>
                  <a:lnTo>
                    <a:pt x="244" y="115"/>
                  </a:lnTo>
                  <a:lnTo>
                    <a:pt x="248" y="115"/>
                  </a:lnTo>
                  <a:lnTo>
                    <a:pt x="223" y="117"/>
                  </a:lnTo>
                  <a:lnTo>
                    <a:pt x="194" y="122"/>
                  </a:lnTo>
                  <a:lnTo>
                    <a:pt x="162" y="128"/>
                  </a:lnTo>
                  <a:lnTo>
                    <a:pt x="132" y="135"/>
                  </a:lnTo>
                  <a:lnTo>
                    <a:pt x="101" y="142"/>
                  </a:lnTo>
                  <a:lnTo>
                    <a:pt x="75" y="149"/>
                  </a:lnTo>
                  <a:lnTo>
                    <a:pt x="53" y="154"/>
                  </a:lnTo>
                  <a:lnTo>
                    <a:pt x="41" y="160"/>
                  </a:lnTo>
                  <a:lnTo>
                    <a:pt x="30" y="165"/>
                  </a:lnTo>
                  <a:lnTo>
                    <a:pt x="23" y="172"/>
                  </a:lnTo>
                  <a:lnTo>
                    <a:pt x="19" y="179"/>
                  </a:lnTo>
                  <a:lnTo>
                    <a:pt x="19" y="184"/>
                  </a:lnTo>
                  <a:lnTo>
                    <a:pt x="19" y="188"/>
                  </a:lnTo>
                  <a:lnTo>
                    <a:pt x="19" y="192"/>
                  </a:lnTo>
                  <a:lnTo>
                    <a:pt x="19" y="193"/>
                  </a:lnTo>
                  <a:lnTo>
                    <a:pt x="19" y="197"/>
                  </a:lnTo>
                  <a:lnTo>
                    <a:pt x="12" y="200"/>
                  </a:lnTo>
                  <a:lnTo>
                    <a:pt x="5" y="208"/>
                  </a:lnTo>
                  <a:lnTo>
                    <a:pt x="2" y="216"/>
                  </a:lnTo>
                  <a:lnTo>
                    <a:pt x="0" y="225"/>
                  </a:lnTo>
                  <a:lnTo>
                    <a:pt x="2" y="238"/>
                  </a:lnTo>
                  <a:lnTo>
                    <a:pt x="9" y="248"/>
                  </a:lnTo>
                  <a:lnTo>
                    <a:pt x="19" y="256"/>
                  </a:lnTo>
                  <a:lnTo>
                    <a:pt x="32" y="257"/>
                  </a:lnTo>
                  <a:lnTo>
                    <a:pt x="44" y="256"/>
                  </a:lnTo>
                  <a:lnTo>
                    <a:pt x="55" y="248"/>
                  </a:lnTo>
                  <a:lnTo>
                    <a:pt x="62" y="238"/>
                  </a:lnTo>
                  <a:lnTo>
                    <a:pt x="64" y="225"/>
                  </a:lnTo>
                  <a:lnTo>
                    <a:pt x="64" y="218"/>
                  </a:lnTo>
                  <a:lnTo>
                    <a:pt x="62" y="213"/>
                  </a:lnTo>
                  <a:lnTo>
                    <a:pt x="59" y="208"/>
                  </a:lnTo>
                  <a:lnTo>
                    <a:pt x="55" y="204"/>
                  </a:lnTo>
                  <a:lnTo>
                    <a:pt x="55" y="197"/>
                  </a:lnTo>
                  <a:lnTo>
                    <a:pt x="59" y="192"/>
                  </a:lnTo>
                  <a:lnTo>
                    <a:pt x="62" y="188"/>
                  </a:lnTo>
                  <a:lnTo>
                    <a:pt x="69" y="184"/>
                  </a:lnTo>
                  <a:lnTo>
                    <a:pt x="76" y="183"/>
                  </a:lnTo>
                  <a:lnTo>
                    <a:pt x="93" y="179"/>
                  </a:lnTo>
                  <a:lnTo>
                    <a:pt x="118" y="174"/>
                  </a:lnTo>
                  <a:lnTo>
                    <a:pt x="148" y="168"/>
                  </a:lnTo>
                  <a:lnTo>
                    <a:pt x="184" y="165"/>
                  </a:lnTo>
                  <a:lnTo>
                    <a:pt x="226" y="160"/>
                  </a:lnTo>
                  <a:lnTo>
                    <a:pt x="273" y="158"/>
                  </a:lnTo>
                  <a:lnTo>
                    <a:pt x="325" y="156"/>
                  </a:lnTo>
                  <a:lnTo>
                    <a:pt x="321" y="170"/>
                  </a:lnTo>
                  <a:lnTo>
                    <a:pt x="317" y="186"/>
                  </a:lnTo>
                  <a:lnTo>
                    <a:pt x="316" y="202"/>
                  </a:lnTo>
                  <a:lnTo>
                    <a:pt x="316" y="211"/>
                  </a:lnTo>
                  <a:lnTo>
                    <a:pt x="316" y="216"/>
                  </a:lnTo>
                  <a:lnTo>
                    <a:pt x="316" y="222"/>
                  </a:lnTo>
                  <a:lnTo>
                    <a:pt x="316" y="231"/>
                  </a:lnTo>
                  <a:lnTo>
                    <a:pt x="316" y="241"/>
                  </a:lnTo>
                  <a:lnTo>
                    <a:pt x="310" y="247"/>
                  </a:lnTo>
                  <a:lnTo>
                    <a:pt x="309" y="252"/>
                  </a:lnTo>
                  <a:lnTo>
                    <a:pt x="305" y="259"/>
                  </a:lnTo>
                  <a:lnTo>
                    <a:pt x="305" y="266"/>
                  </a:lnTo>
                  <a:lnTo>
                    <a:pt x="307" y="277"/>
                  </a:lnTo>
                  <a:lnTo>
                    <a:pt x="314" y="288"/>
                  </a:lnTo>
                  <a:lnTo>
                    <a:pt x="325" y="295"/>
                  </a:lnTo>
                  <a:lnTo>
                    <a:pt x="337" y="297"/>
                  </a:lnTo>
                  <a:lnTo>
                    <a:pt x="350" y="295"/>
                  </a:lnTo>
                  <a:lnTo>
                    <a:pt x="360" y="288"/>
                  </a:lnTo>
                  <a:lnTo>
                    <a:pt x="367" y="277"/>
                  </a:lnTo>
                  <a:lnTo>
                    <a:pt x="369" y="266"/>
                  </a:lnTo>
                  <a:lnTo>
                    <a:pt x="367" y="259"/>
                  </a:lnTo>
                  <a:lnTo>
                    <a:pt x="366" y="250"/>
                  </a:lnTo>
                  <a:lnTo>
                    <a:pt x="360" y="245"/>
                  </a:lnTo>
                  <a:lnTo>
                    <a:pt x="355" y="240"/>
                  </a:lnTo>
                  <a:lnTo>
                    <a:pt x="355" y="231"/>
                  </a:lnTo>
                  <a:lnTo>
                    <a:pt x="355" y="224"/>
                  </a:lnTo>
                  <a:lnTo>
                    <a:pt x="355" y="218"/>
                  </a:lnTo>
                  <a:lnTo>
                    <a:pt x="355" y="213"/>
                  </a:lnTo>
                  <a:lnTo>
                    <a:pt x="357" y="202"/>
                  </a:lnTo>
                  <a:lnTo>
                    <a:pt x="360" y="186"/>
                  </a:lnTo>
                  <a:lnTo>
                    <a:pt x="369" y="170"/>
                  </a:lnTo>
                  <a:lnTo>
                    <a:pt x="382" y="156"/>
                  </a:lnTo>
                  <a:close/>
                </a:path>
              </a:pathLst>
            </a:custGeom>
            <a:solidFill>
              <a:srgbClr val="0047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8" name="Google Shape;788;p23"/>
            <p:cNvSpPr/>
            <p:nvPr/>
          </p:nvSpPr>
          <p:spPr>
            <a:xfrm>
              <a:off x="983" y="3272"/>
              <a:ext cx="75" cy="137"/>
            </a:xfrm>
            <a:custGeom>
              <a:rect b="b" l="l" r="r" t="t"/>
              <a:pathLst>
                <a:path extrusionOk="0" h="117" w="61">
                  <a:moveTo>
                    <a:pt x="0" y="0"/>
                  </a:moveTo>
                  <a:lnTo>
                    <a:pt x="0" y="105"/>
                  </a:lnTo>
                  <a:lnTo>
                    <a:pt x="2" y="108"/>
                  </a:lnTo>
                  <a:lnTo>
                    <a:pt x="3" y="112"/>
                  </a:lnTo>
                  <a:lnTo>
                    <a:pt x="7" y="113"/>
                  </a:lnTo>
                  <a:lnTo>
                    <a:pt x="12" y="115"/>
                  </a:lnTo>
                  <a:lnTo>
                    <a:pt x="19" y="117"/>
                  </a:lnTo>
                  <a:lnTo>
                    <a:pt x="30" y="117"/>
                  </a:lnTo>
                  <a:lnTo>
                    <a:pt x="41" y="117"/>
                  </a:lnTo>
                  <a:lnTo>
                    <a:pt x="50" y="115"/>
                  </a:lnTo>
                  <a:lnTo>
                    <a:pt x="53" y="113"/>
                  </a:lnTo>
                  <a:lnTo>
                    <a:pt x="57" y="112"/>
                  </a:lnTo>
                  <a:lnTo>
                    <a:pt x="59" y="108"/>
                  </a:lnTo>
                  <a:lnTo>
                    <a:pt x="61" y="105"/>
                  </a:lnTo>
                  <a:lnTo>
                    <a:pt x="61" y="0"/>
                  </a:lnTo>
                  <a:lnTo>
                    <a:pt x="0" y="0"/>
                  </a:lnTo>
                  <a:close/>
                </a:path>
              </a:pathLst>
            </a:custGeom>
            <a:solidFill>
              <a:srgbClr val="0047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89" name="Google Shape;789;p23"/>
            <p:cNvSpPr/>
            <p:nvPr/>
          </p:nvSpPr>
          <p:spPr>
            <a:xfrm>
              <a:off x="834" y="3302"/>
              <a:ext cx="164" cy="117"/>
            </a:xfrm>
            <a:custGeom>
              <a:rect b="b" l="l" r="r" t="t"/>
              <a:pathLst>
                <a:path extrusionOk="0" h="101" w="132">
                  <a:moveTo>
                    <a:pt x="2" y="97"/>
                  </a:moveTo>
                  <a:lnTo>
                    <a:pt x="0" y="85"/>
                  </a:lnTo>
                  <a:lnTo>
                    <a:pt x="11" y="72"/>
                  </a:lnTo>
                  <a:lnTo>
                    <a:pt x="25" y="64"/>
                  </a:lnTo>
                  <a:lnTo>
                    <a:pt x="38" y="64"/>
                  </a:lnTo>
                  <a:lnTo>
                    <a:pt x="127" y="0"/>
                  </a:lnTo>
                  <a:lnTo>
                    <a:pt x="132" y="7"/>
                  </a:lnTo>
                  <a:lnTo>
                    <a:pt x="43" y="72"/>
                  </a:lnTo>
                  <a:lnTo>
                    <a:pt x="41" y="85"/>
                  </a:lnTo>
                  <a:lnTo>
                    <a:pt x="29" y="96"/>
                  </a:lnTo>
                  <a:lnTo>
                    <a:pt x="14" y="101"/>
                  </a:lnTo>
                  <a:lnTo>
                    <a:pt x="2" y="97"/>
                  </a:lnTo>
                  <a:close/>
                </a:path>
              </a:pathLst>
            </a:custGeom>
            <a:solidFill>
              <a:srgbClr val="00474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0" name="Google Shape;790;p23"/>
            <p:cNvSpPr/>
            <p:nvPr/>
          </p:nvSpPr>
          <p:spPr>
            <a:xfrm>
              <a:off x="1282" y="2649"/>
              <a:ext cx="284" cy="85"/>
            </a:xfrm>
            <a:custGeom>
              <a:rect b="b" l="l" r="r" t="t"/>
              <a:pathLst>
                <a:path extrusionOk="0" h="74" w="230">
                  <a:moveTo>
                    <a:pt x="2" y="40"/>
                  </a:moveTo>
                  <a:lnTo>
                    <a:pt x="0" y="48"/>
                  </a:lnTo>
                  <a:lnTo>
                    <a:pt x="3" y="53"/>
                  </a:lnTo>
                  <a:lnTo>
                    <a:pt x="9" y="56"/>
                  </a:lnTo>
                  <a:lnTo>
                    <a:pt x="16" y="60"/>
                  </a:lnTo>
                  <a:lnTo>
                    <a:pt x="21" y="62"/>
                  </a:lnTo>
                  <a:lnTo>
                    <a:pt x="30" y="64"/>
                  </a:lnTo>
                  <a:lnTo>
                    <a:pt x="37" y="67"/>
                  </a:lnTo>
                  <a:lnTo>
                    <a:pt x="48" y="69"/>
                  </a:lnTo>
                  <a:lnTo>
                    <a:pt x="55" y="72"/>
                  </a:lnTo>
                  <a:lnTo>
                    <a:pt x="64" y="74"/>
                  </a:lnTo>
                  <a:lnTo>
                    <a:pt x="69" y="74"/>
                  </a:lnTo>
                  <a:lnTo>
                    <a:pt x="73" y="74"/>
                  </a:lnTo>
                  <a:lnTo>
                    <a:pt x="77" y="72"/>
                  </a:lnTo>
                  <a:lnTo>
                    <a:pt x="85" y="69"/>
                  </a:lnTo>
                  <a:lnTo>
                    <a:pt x="94" y="65"/>
                  </a:lnTo>
                  <a:lnTo>
                    <a:pt x="107" y="60"/>
                  </a:lnTo>
                  <a:lnTo>
                    <a:pt x="118" y="56"/>
                  </a:lnTo>
                  <a:lnTo>
                    <a:pt x="130" y="53"/>
                  </a:lnTo>
                  <a:lnTo>
                    <a:pt x="139" y="51"/>
                  </a:lnTo>
                  <a:lnTo>
                    <a:pt x="146" y="51"/>
                  </a:lnTo>
                  <a:lnTo>
                    <a:pt x="152" y="51"/>
                  </a:lnTo>
                  <a:lnTo>
                    <a:pt x="160" y="51"/>
                  </a:lnTo>
                  <a:lnTo>
                    <a:pt x="168" y="53"/>
                  </a:lnTo>
                  <a:lnTo>
                    <a:pt x="177" y="53"/>
                  </a:lnTo>
                  <a:lnTo>
                    <a:pt x="185" y="55"/>
                  </a:lnTo>
                  <a:lnTo>
                    <a:pt x="193" y="55"/>
                  </a:lnTo>
                  <a:lnTo>
                    <a:pt x="200" y="56"/>
                  </a:lnTo>
                  <a:lnTo>
                    <a:pt x="205" y="56"/>
                  </a:lnTo>
                  <a:lnTo>
                    <a:pt x="214" y="58"/>
                  </a:lnTo>
                  <a:lnTo>
                    <a:pt x="221" y="60"/>
                  </a:lnTo>
                  <a:lnTo>
                    <a:pt x="227" y="60"/>
                  </a:lnTo>
                  <a:lnTo>
                    <a:pt x="230" y="56"/>
                  </a:lnTo>
                  <a:lnTo>
                    <a:pt x="228" y="51"/>
                  </a:lnTo>
                  <a:lnTo>
                    <a:pt x="221" y="42"/>
                  </a:lnTo>
                  <a:lnTo>
                    <a:pt x="210" y="35"/>
                  </a:lnTo>
                  <a:lnTo>
                    <a:pt x="200" y="28"/>
                  </a:lnTo>
                  <a:lnTo>
                    <a:pt x="189" y="23"/>
                  </a:lnTo>
                  <a:lnTo>
                    <a:pt x="178" y="21"/>
                  </a:lnTo>
                  <a:lnTo>
                    <a:pt x="169" y="17"/>
                  </a:lnTo>
                  <a:lnTo>
                    <a:pt x="160" y="14"/>
                  </a:lnTo>
                  <a:lnTo>
                    <a:pt x="152" y="8"/>
                  </a:lnTo>
                  <a:lnTo>
                    <a:pt x="143" y="5"/>
                  </a:lnTo>
                  <a:lnTo>
                    <a:pt x="134" y="1"/>
                  </a:lnTo>
                  <a:lnTo>
                    <a:pt x="127" y="0"/>
                  </a:lnTo>
                  <a:lnTo>
                    <a:pt x="121" y="0"/>
                  </a:lnTo>
                  <a:lnTo>
                    <a:pt x="114" y="1"/>
                  </a:lnTo>
                  <a:lnTo>
                    <a:pt x="105" y="5"/>
                  </a:lnTo>
                  <a:lnTo>
                    <a:pt x="94" y="8"/>
                  </a:lnTo>
                  <a:lnTo>
                    <a:pt x="84" y="12"/>
                  </a:lnTo>
                  <a:lnTo>
                    <a:pt x="73" y="17"/>
                  </a:lnTo>
                  <a:lnTo>
                    <a:pt x="64" y="19"/>
                  </a:lnTo>
                  <a:lnTo>
                    <a:pt x="59" y="21"/>
                  </a:lnTo>
                  <a:lnTo>
                    <a:pt x="53" y="21"/>
                  </a:lnTo>
                  <a:lnTo>
                    <a:pt x="46" y="21"/>
                  </a:lnTo>
                  <a:lnTo>
                    <a:pt x="37" y="21"/>
                  </a:lnTo>
                  <a:lnTo>
                    <a:pt x="28" y="23"/>
                  </a:lnTo>
                  <a:lnTo>
                    <a:pt x="19" y="24"/>
                  </a:lnTo>
                  <a:lnTo>
                    <a:pt x="12" y="28"/>
                  </a:lnTo>
                  <a:lnTo>
                    <a:pt x="5" y="33"/>
                  </a:lnTo>
                  <a:lnTo>
                    <a:pt x="2" y="4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1" name="Google Shape;791;p23"/>
            <p:cNvSpPr/>
            <p:nvPr/>
          </p:nvSpPr>
          <p:spPr>
            <a:xfrm>
              <a:off x="1290" y="2684"/>
              <a:ext cx="37" cy="33"/>
            </a:xfrm>
            <a:custGeom>
              <a:rect b="b" l="l" r="r" t="t"/>
              <a:pathLst>
                <a:path extrusionOk="0" h="28" w="30">
                  <a:moveTo>
                    <a:pt x="30" y="18"/>
                  </a:moveTo>
                  <a:lnTo>
                    <a:pt x="30" y="12"/>
                  </a:lnTo>
                  <a:lnTo>
                    <a:pt x="29" y="7"/>
                  </a:lnTo>
                  <a:lnTo>
                    <a:pt x="25" y="2"/>
                  </a:lnTo>
                  <a:lnTo>
                    <a:pt x="20" y="0"/>
                  </a:lnTo>
                  <a:lnTo>
                    <a:pt x="12" y="0"/>
                  </a:lnTo>
                  <a:lnTo>
                    <a:pt x="9" y="2"/>
                  </a:lnTo>
                  <a:lnTo>
                    <a:pt x="4" y="5"/>
                  </a:lnTo>
                  <a:lnTo>
                    <a:pt x="2" y="10"/>
                  </a:lnTo>
                  <a:lnTo>
                    <a:pt x="0" y="18"/>
                  </a:lnTo>
                  <a:lnTo>
                    <a:pt x="2" y="21"/>
                  </a:lnTo>
                  <a:lnTo>
                    <a:pt x="7" y="26"/>
                  </a:lnTo>
                  <a:lnTo>
                    <a:pt x="12" y="28"/>
                  </a:lnTo>
                  <a:lnTo>
                    <a:pt x="18" y="28"/>
                  </a:lnTo>
                  <a:lnTo>
                    <a:pt x="23" y="26"/>
                  </a:lnTo>
                  <a:lnTo>
                    <a:pt x="29" y="23"/>
                  </a:lnTo>
                  <a:lnTo>
                    <a:pt x="30" y="1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2" name="Google Shape;792;p23"/>
            <p:cNvSpPr/>
            <p:nvPr/>
          </p:nvSpPr>
          <p:spPr>
            <a:xfrm>
              <a:off x="840" y="2192"/>
              <a:ext cx="495" cy="529"/>
            </a:xfrm>
            <a:custGeom>
              <a:rect b="b" l="l" r="r" t="t"/>
              <a:pathLst>
                <a:path extrusionOk="0" h="455" w="400">
                  <a:moveTo>
                    <a:pt x="264" y="0"/>
                  </a:moveTo>
                  <a:lnTo>
                    <a:pt x="250" y="0"/>
                  </a:lnTo>
                  <a:lnTo>
                    <a:pt x="237" y="3"/>
                  </a:lnTo>
                  <a:lnTo>
                    <a:pt x="225" y="7"/>
                  </a:lnTo>
                  <a:lnTo>
                    <a:pt x="212" y="14"/>
                  </a:lnTo>
                  <a:lnTo>
                    <a:pt x="202" y="21"/>
                  </a:lnTo>
                  <a:lnTo>
                    <a:pt x="191" y="30"/>
                  </a:lnTo>
                  <a:lnTo>
                    <a:pt x="182" y="39"/>
                  </a:lnTo>
                  <a:lnTo>
                    <a:pt x="175" y="48"/>
                  </a:lnTo>
                  <a:lnTo>
                    <a:pt x="166" y="62"/>
                  </a:lnTo>
                  <a:lnTo>
                    <a:pt x="157" y="74"/>
                  </a:lnTo>
                  <a:lnTo>
                    <a:pt x="148" y="88"/>
                  </a:lnTo>
                  <a:lnTo>
                    <a:pt x="141" y="101"/>
                  </a:lnTo>
                  <a:lnTo>
                    <a:pt x="134" y="112"/>
                  </a:lnTo>
                  <a:lnTo>
                    <a:pt x="128" y="120"/>
                  </a:lnTo>
                  <a:lnTo>
                    <a:pt x="123" y="128"/>
                  </a:lnTo>
                  <a:lnTo>
                    <a:pt x="119" y="133"/>
                  </a:lnTo>
                  <a:lnTo>
                    <a:pt x="109" y="144"/>
                  </a:lnTo>
                  <a:lnTo>
                    <a:pt x="94" y="160"/>
                  </a:lnTo>
                  <a:lnTo>
                    <a:pt x="78" y="177"/>
                  </a:lnTo>
                  <a:lnTo>
                    <a:pt x="68" y="193"/>
                  </a:lnTo>
                  <a:lnTo>
                    <a:pt x="60" y="206"/>
                  </a:lnTo>
                  <a:lnTo>
                    <a:pt x="52" y="222"/>
                  </a:lnTo>
                  <a:lnTo>
                    <a:pt x="41" y="234"/>
                  </a:lnTo>
                  <a:lnTo>
                    <a:pt x="34" y="245"/>
                  </a:lnTo>
                  <a:lnTo>
                    <a:pt x="23" y="263"/>
                  </a:lnTo>
                  <a:lnTo>
                    <a:pt x="10" y="293"/>
                  </a:lnTo>
                  <a:lnTo>
                    <a:pt x="2" y="323"/>
                  </a:lnTo>
                  <a:lnTo>
                    <a:pt x="0" y="341"/>
                  </a:lnTo>
                  <a:lnTo>
                    <a:pt x="5" y="346"/>
                  </a:lnTo>
                  <a:lnTo>
                    <a:pt x="18" y="353"/>
                  </a:lnTo>
                  <a:lnTo>
                    <a:pt x="32" y="362"/>
                  </a:lnTo>
                  <a:lnTo>
                    <a:pt x="50" y="371"/>
                  </a:lnTo>
                  <a:lnTo>
                    <a:pt x="69" y="380"/>
                  </a:lnTo>
                  <a:lnTo>
                    <a:pt x="89" y="387"/>
                  </a:lnTo>
                  <a:lnTo>
                    <a:pt x="107" y="394"/>
                  </a:lnTo>
                  <a:lnTo>
                    <a:pt x="121" y="400"/>
                  </a:lnTo>
                  <a:lnTo>
                    <a:pt x="155" y="410"/>
                  </a:lnTo>
                  <a:lnTo>
                    <a:pt x="194" y="421"/>
                  </a:lnTo>
                  <a:lnTo>
                    <a:pt x="235" y="430"/>
                  </a:lnTo>
                  <a:lnTo>
                    <a:pt x="275" y="439"/>
                  </a:lnTo>
                  <a:lnTo>
                    <a:pt x="312" y="446"/>
                  </a:lnTo>
                  <a:lnTo>
                    <a:pt x="343" y="451"/>
                  </a:lnTo>
                  <a:lnTo>
                    <a:pt x="368" y="455"/>
                  </a:lnTo>
                  <a:lnTo>
                    <a:pt x="380" y="455"/>
                  </a:lnTo>
                  <a:lnTo>
                    <a:pt x="387" y="453"/>
                  </a:lnTo>
                  <a:lnTo>
                    <a:pt x="393" y="449"/>
                  </a:lnTo>
                  <a:lnTo>
                    <a:pt x="398" y="444"/>
                  </a:lnTo>
                  <a:lnTo>
                    <a:pt x="400" y="437"/>
                  </a:lnTo>
                  <a:lnTo>
                    <a:pt x="398" y="430"/>
                  </a:lnTo>
                  <a:lnTo>
                    <a:pt x="394" y="423"/>
                  </a:lnTo>
                  <a:lnTo>
                    <a:pt x="389" y="419"/>
                  </a:lnTo>
                  <a:lnTo>
                    <a:pt x="384" y="416"/>
                  </a:lnTo>
                  <a:lnTo>
                    <a:pt x="376" y="412"/>
                  </a:lnTo>
                  <a:lnTo>
                    <a:pt x="362" y="405"/>
                  </a:lnTo>
                  <a:lnTo>
                    <a:pt x="343" y="394"/>
                  </a:lnTo>
                  <a:lnTo>
                    <a:pt x="319" y="384"/>
                  </a:lnTo>
                  <a:lnTo>
                    <a:pt x="296" y="373"/>
                  </a:lnTo>
                  <a:lnTo>
                    <a:pt x="276" y="362"/>
                  </a:lnTo>
                  <a:lnTo>
                    <a:pt x="260" y="353"/>
                  </a:lnTo>
                  <a:lnTo>
                    <a:pt x="251" y="348"/>
                  </a:lnTo>
                  <a:lnTo>
                    <a:pt x="244" y="343"/>
                  </a:lnTo>
                  <a:lnTo>
                    <a:pt x="235" y="337"/>
                  </a:lnTo>
                  <a:lnTo>
                    <a:pt x="225" y="330"/>
                  </a:lnTo>
                  <a:lnTo>
                    <a:pt x="212" y="321"/>
                  </a:lnTo>
                  <a:lnTo>
                    <a:pt x="198" y="314"/>
                  </a:lnTo>
                  <a:lnTo>
                    <a:pt x="184" y="307"/>
                  </a:lnTo>
                  <a:lnTo>
                    <a:pt x="168" y="304"/>
                  </a:lnTo>
                  <a:lnTo>
                    <a:pt x="153" y="300"/>
                  </a:lnTo>
                  <a:lnTo>
                    <a:pt x="162" y="279"/>
                  </a:lnTo>
                  <a:lnTo>
                    <a:pt x="175" y="263"/>
                  </a:lnTo>
                  <a:lnTo>
                    <a:pt x="191" y="249"/>
                  </a:lnTo>
                  <a:lnTo>
                    <a:pt x="205" y="232"/>
                  </a:lnTo>
                  <a:lnTo>
                    <a:pt x="212" y="222"/>
                  </a:lnTo>
                  <a:lnTo>
                    <a:pt x="223" y="209"/>
                  </a:lnTo>
                  <a:lnTo>
                    <a:pt x="234" y="195"/>
                  </a:lnTo>
                  <a:lnTo>
                    <a:pt x="246" y="181"/>
                  </a:lnTo>
                  <a:lnTo>
                    <a:pt x="259" y="167"/>
                  </a:lnTo>
                  <a:lnTo>
                    <a:pt x="271" y="154"/>
                  </a:lnTo>
                  <a:lnTo>
                    <a:pt x="284" y="142"/>
                  </a:lnTo>
                  <a:lnTo>
                    <a:pt x="293" y="135"/>
                  </a:lnTo>
                  <a:lnTo>
                    <a:pt x="310" y="120"/>
                  </a:lnTo>
                  <a:lnTo>
                    <a:pt x="323" y="99"/>
                  </a:lnTo>
                  <a:lnTo>
                    <a:pt x="332" y="78"/>
                  </a:lnTo>
                  <a:lnTo>
                    <a:pt x="335" y="58"/>
                  </a:lnTo>
                  <a:lnTo>
                    <a:pt x="334" y="49"/>
                  </a:lnTo>
                  <a:lnTo>
                    <a:pt x="332" y="40"/>
                  </a:lnTo>
                  <a:lnTo>
                    <a:pt x="326" y="32"/>
                  </a:lnTo>
                  <a:lnTo>
                    <a:pt x="319" y="23"/>
                  </a:lnTo>
                  <a:lnTo>
                    <a:pt x="309" y="14"/>
                  </a:lnTo>
                  <a:lnTo>
                    <a:pt x="296" y="7"/>
                  </a:lnTo>
                  <a:lnTo>
                    <a:pt x="282" y="1"/>
                  </a:lnTo>
                  <a:lnTo>
                    <a:pt x="264" y="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3" name="Google Shape;793;p23"/>
            <p:cNvSpPr/>
            <p:nvPr/>
          </p:nvSpPr>
          <p:spPr>
            <a:xfrm>
              <a:off x="1293" y="2684"/>
              <a:ext cx="34" cy="33"/>
            </a:xfrm>
            <a:custGeom>
              <a:rect b="b" l="l" r="r" t="t"/>
              <a:pathLst>
                <a:path extrusionOk="0" h="28" w="28">
                  <a:moveTo>
                    <a:pt x="14" y="28"/>
                  </a:moveTo>
                  <a:lnTo>
                    <a:pt x="19" y="28"/>
                  </a:lnTo>
                  <a:lnTo>
                    <a:pt x="25" y="25"/>
                  </a:lnTo>
                  <a:lnTo>
                    <a:pt x="27" y="19"/>
                  </a:lnTo>
                  <a:lnTo>
                    <a:pt x="28" y="14"/>
                  </a:lnTo>
                  <a:lnTo>
                    <a:pt x="28" y="9"/>
                  </a:lnTo>
                  <a:lnTo>
                    <a:pt x="25" y="3"/>
                  </a:lnTo>
                  <a:lnTo>
                    <a:pt x="21" y="2"/>
                  </a:lnTo>
                  <a:lnTo>
                    <a:pt x="14" y="0"/>
                  </a:lnTo>
                  <a:lnTo>
                    <a:pt x="9" y="0"/>
                  </a:lnTo>
                  <a:lnTo>
                    <a:pt x="5" y="3"/>
                  </a:lnTo>
                  <a:lnTo>
                    <a:pt x="2" y="7"/>
                  </a:lnTo>
                  <a:lnTo>
                    <a:pt x="0" y="14"/>
                  </a:lnTo>
                  <a:lnTo>
                    <a:pt x="0" y="19"/>
                  </a:lnTo>
                  <a:lnTo>
                    <a:pt x="3" y="23"/>
                  </a:lnTo>
                  <a:lnTo>
                    <a:pt x="9" y="26"/>
                  </a:lnTo>
                  <a:lnTo>
                    <a:pt x="14" y="2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4" name="Google Shape;794;p23"/>
            <p:cNvSpPr/>
            <p:nvPr/>
          </p:nvSpPr>
          <p:spPr>
            <a:xfrm>
              <a:off x="1130" y="2252"/>
              <a:ext cx="37" cy="34"/>
            </a:xfrm>
            <a:custGeom>
              <a:rect b="b" l="l" r="r" t="t"/>
              <a:pathLst>
                <a:path extrusionOk="0" h="30" w="30">
                  <a:moveTo>
                    <a:pt x="14" y="30"/>
                  </a:moveTo>
                  <a:lnTo>
                    <a:pt x="21" y="29"/>
                  </a:lnTo>
                  <a:lnTo>
                    <a:pt x="25" y="27"/>
                  </a:lnTo>
                  <a:lnTo>
                    <a:pt x="28" y="21"/>
                  </a:lnTo>
                  <a:lnTo>
                    <a:pt x="30" y="16"/>
                  </a:lnTo>
                  <a:lnTo>
                    <a:pt x="28" y="11"/>
                  </a:lnTo>
                  <a:lnTo>
                    <a:pt x="26" y="5"/>
                  </a:lnTo>
                  <a:lnTo>
                    <a:pt x="21" y="2"/>
                  </a:lnTo>
                  <a:lnTo>
                    <a:pt x="16" y="0"/>
                  </a:lnTo>
                  <a:lnTo>
                    <a:pt x="9" y="2"/>
                  </a:lnTo>
                  <a:lnTo>
                    <a:pt x="5" y="4"/>
                  </a:lnTo>
                  <a:lnTo>
                    <a:pt x="1" y="9"/>
                  </a:lnTo>
                  <a:lnTo>
                    <a:pt x="0" y="14"/>
                  </a:lnTo>
                  <a:lnTo>
                    <a:pt x="1" y="21"/>
                  </a:lnTo>
                  <a:lnTo>
                    <a:pt x="5" y="25"/>
                  </a:lnTo>
                  <a:lnTo>
                    <a:pt x="9" y="29"/>
                  </a:lnTo>
                  <a:lnTo>
                    <a:pt x="14" y="3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5" name="Google Shape;795;p23"/>
            <p:cNvSpPr/>
            <p:nvPr/>
          </p:nvSpPr>
          <p:spPr>
            <a:xfrm>
              <a:off x="885" y="2183"/>
              <a:ext cx="374" cy="347"/>
            </a:xfrm>
            <a:custGeom>
              <a:rect b="b" l="l" r="r" t="t"/>
              <a:pathLst>
                <a:path extrusionOk="0" h="299" w="302">
                  <a:moveTo>
                    <a:pt x="0" y="242"/>
                  </a:moveTo>
                  <a:lnTo>
                    <a:pt x="9" y="251"/>
                  </a:lnTo>
                  <a:lnTo>
                    <a:pt x="23" y="262"/>
                  </a:lnTo>
                  <a:lnTo>
                    <a:pt x="40" y="269"/>
                  </a:lnTo>
                  <a:lnTo>
                    <a:pt x="59" y="278"/>
                  </a:lnTo>
                  <a:lnTo>
                    <a:pt x="79" y="285"/>
                  </a:lnTo>
                  <a:lnTo>
                    <a:pt x="98" y="290"/>
                  </a:lnTo>
                  <a:lnTo>
                    <a:pt x="116" y="296"/>
                  </a:lnTo>
                  <a:lnTo>
                    <a:pt x="131" y="299"/>
                  </a:lnTo>
                  <a:lnTo>
                    <a:pt x="150" y="280"/>
                  </a:lnTo>
                  <a:lnTo>
                    <a:pt x="175" y="253"/>
                  </a:lnTo>
                  <a:lnTo>
                    <a:pt x="202" y="224"/>
                  </a:lnTo>
                  <a:lnTo>
                    <a:pt x="229" y="194"/>
                  </a:lnTo>
                  <a:lnTo>
                    <a:pt x="256" y="164"/>
                  </a:lnTo>
                  <a:lnTo>
                    <a:pt x="277" y="136"/>
                  </a:lnTo>
                  <a:lnTo>
                    <a:pt x="293" y="112"/>
                  </a:lnTo>
                  <a:lnTo>
                    <a:pt x="300" y="95"/>
                  </a:lnTo>
                  <a:lnTo>
                    <a:pt x="302" y="80"/>
                  </a:lnTo>
                  <a:lnTo>
                    <a:pt x="302" y="64"/>
                  </a:lnTo>
                  <a:lnTo>
                    <a:pt x="300" y="50"/>
                  </a:lnTo>
                  <a:lnTo>
                    <a:pt x="297" y="38"/>
                  </a:lnTo>
                  <a:lnTo>
                    <a:pt x="289" y="25"/>
                  </a:lnTo>
                  <a:lnTo>
                    <a:pt x="281" y="16"/>
                  </a:lnTo>
                  <a:lnTo>
                    <a:pt x="266" y="8"/>
                  </a:lnTo>
                  <a:lnTo>
                    <a:pt x="248" y="2"/>
                  </a:lnTo>
                  <a:lnTo>
                    <a:pt x="229" y="0"/>
                  </a:lnTo>
                  <a:lnTo>
                    <a:pt x="209" y="2"/>
                  </a:lnTo>
                  <a:lnTo>
                    <a:pt x="191" y="6"/>
                  </a:lnTo>
                  <a:lnTo>
                    <a:pt x="175" y="13"/>
                  </a:lnTo>
                  <a:lnTo>
                    <a:pt x="161" y="20"/>
                  </a:lnTo>
                  <a:lnTo>
                    <a:pt x="148" y="29"/>
                  </a:lnTo>
                  <a:lnTo>
                    <a:pt x="138" y="40"/>
                  </a:lnTo>
                  <a:lnTo>
                    <a:pt x="129" y="48"/>
                  </a:lnTo>
                  <a:lnTo>
                    <a:pt x="118" y="63"/>
                  </a:lnTo>
                  <a:lnTo>
                    <a:pt x="102" y="88"/>
                  </a:lnTo>
                  <a:lnTo>
                    <a:pt x="81" y="116"/>
                  </a:lnTo>
                  <a:lnTo>
                    <a:pt x="59" y="146"/>
                  </a:lnTo>
                  <a:lnTo>
                    <a:pt x="38" y="178"/>
                  </a:lnTo>
                  <a:lnTo>
                    <a:pt x="20" y="207"/>
                  </a:lnTo>
                  <a:lnTo>
                    <a:pt x="7" y="228"/>
                  </a:lnTo>
                  <a:lnTo>
                    <a:pt x="0" y="242"/>
                  </a:lnTo>
                  <a:close/>
                </a:path>
              </a:pathLst>
            </a:custGeom>
            <a:solidFill>
              <a:srgbClr val="FFDD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6" name="Google Shape;796;p23"/>
            <p:cNvSpPr/>
            <p:nvPr/>
          </p:nvSpPr>
          <p:spPr>
            <a:xfrm>
              <a:off x="803" y="2865"/>
              <a:ext cx="810" cy="884"/>
            </a:xfrm>
            <a:custGeom>
              <a:rect b="b" l="l" r="r" t="t"/>
              <a:pathLst>
                <a:path extrusionOk="0" h="761" w="654">
                  <a:moveTo>
                    <a:pt x="50" y="208"/>
                  </a:moveTo>
                  <a:lnTo>
                    <a:pt x="32" y="194"/>
                  </a:lnTo>
                  <a:lnTo>
                    <a:pt x="20" y="180"/>
                  </a:lnTo>
                  <a:lnTo>
                    <a:pt x="9" y="160"/>
                  </a:lnTo>
                  <a:lnTo>
                    <a:pt x="2" y="143"/>
                  </a:lnTo>
                  <a:lnTo>
                    <a:pt x="0" y="121"/>
                  </a:lnTo>
                  <a:lnTo>
                    <a:pt x="0" y="102"/>
                  </a:lnTo>
                  <a:lnTo>
                    <a:pt x="7" y="80"/>
                  </a:lnTo>
                  <a:lnTo>
                    <a:pt x="18" y="61"/>
                  </a:lnTo>
                  <a:lnTo>
                    <a:pt x="34" y="41"/>
                  </a:lnTo>
                  <a:lnTo>
                    <a:pt x="52" y="27"/>
                  </a:lnTo>
                  <a:lnTo>
                    <a:pt x="73" y="16"/>
                  </a:lnTo>
                  <a:lnTo>
                    <a:pt x="95" y="7"/>
                  </a:lnTo>
                  <a:lnTo>
                    <a:pt x="118" y="2"/>
                  </a:lnTo>
                  <a:lnTo>
                    <a:pt x="143" y="0"/>
                  </a:lnTo>
                  <a:lnTo>
                    <a:pt x="170" y="0"/>
                  </a:lnTo>
                  <a:lnTo>
                    <a:pt x="198" y="4"/>
                  </a:lnTo>
                  <a:lnTo>
                    <a:pt x="227" y="7"/>
                  </a:lnTo>
                  <a:lnTo>
                    <a:pt x="257" y="15"/>
                  </a:lnTo>
                  <a:lnTo>
                    <a:pt x="289" y="22"/>
                  </a:lnTo>
                  <a:lnTo>
                    <a:pt x="322" y="31"/>
                  </a:lnTo>
                  <a:lnTo>
                    <a:pt x="355" y="39"/>
                  </a:lnTo>
                  <a:lnTo>
                    <a:pt x="388" y="48"/>
                  </a:lnTo>
                  <a:lnTo>
                    <a:pt x="423" y="59"/>
                  </a:lnTo>
                  <a:lnTo>
                    <a:pt x="457" y="68"/>
                  </a:lnTo>
                  <a:lnTo>
                    <a:pt x="470" y="71"/>
                  </a:lnTo>
                  <a:lnTo>
                    <a:pt x="484" y="75"/>
                  </a:lnTo>
                  <a:lnTo>
                    <a:pt x="498" y="80"/>
                  </a:lnTo>
                  <a:lnTo>
                    <a:pt x="513" y="84"/>
                  </a:lnTo>
                  <a:lnTo>
                    <a:pt x="527" y="87"/>
                  </a:lnTo>
                  <a:lnTo>
                    <a:pt x="541" y="91"/>
                  </a:lnTo>
                  <a:lnTo>
                    <a:pt x="554" y="95"/>
                  </a:lnTo>
                  <a:lnTo>
                    <a:pt x="566" y="96"/>
                  </a:lnTo>
                  <a:lnTo>
                    <a:pt x="577" y="98"/>
                  </a:lnTo>
                  <a:lnTo>
                    <a:pt x="589" y="102"/>
                  </a:lnTo>
                  <a:lnTo>
                    <a:pt x="600" y="105"/>
                  </a:lnTo>
                  <a:lnTo>
                    <a:pt x="613" y="111"/>
                  </a:lnTo>
                  <a:lnTo>
                    <a:pt x="621" y="116"/>
                  </a:lnTo>
                  <a:lnTo>
                    <a:pt x="632" y="123"/>
                  </a:lnTo>
                  <a:lnTo>
                    <a:pt x="639" y="128"/>
                  </a:lnTo>
                  <a:lnTo>
                    <a:pt x="646" y="135"/>
                  </a:lnTo>
                  <a:lnTo>
                    <a:pt x="654" y="151"/>
                  </a:lnTo>
                  <a:lnTo>
                    <a:pt x="654" y="173"/>
                  </a:lnTo>
                  <a:lnTo>
                    <a:pt x="646" y="196"/>
                  </a:lnTo>
                  <a:lnTo>
                    <a:pt x="636" y="217"/>
                  </a:lnTo>
                  <a:lnTo>
                    <a:pt x="623" y="244"/>
                  </a:lnTo>
                  <a:lnTo>
                    <a:pt x="611" y="278"/>
                  </a:lnTo>
                  <a:lnTo>
                    <a:pt x="602" y="312"/>
                  </a:lnTo>
                  <a:lnTo>
                    <a:pt x="595" y="335"/>
                  </a:lnTo>
                  <a:lnTo>
                    <a:pt x="586" y="360"/>
                  </a:lnTo>
                  <a:lnTo>
                    <a:pt x="568" y="409"/>
                  </a:lnTo>
                  <a:lnTo>
                    <a:pt x="545" y="479"/>
                  </a:lnTo>
                  <a:lnTo>
                    <a:pt x="518" y="555"/>
                  </a:lnTo>
                  <a:lnTo>
                    <a:pt x="489" y="630"/>
                  </a:lnTo>
                  <a:lnTo>
                    <a:pt x="466" y="696"/>
                  </a:lnTo>
                  <a:lnTo>
                    <a:pt x="446" y="744"/>
                  </a:lnTo>
                  <a:lnTo>
                    <a:pt x="438" y="761"/>
                  </a:lnTo>
                  <a:lnTo>
                    <a:pt x="430" y="756"/>
                  </a:lnTo>
                  <a:lnTo>
                    <a:pt x="423" y="742"/>
                  </a:lnTo>
                  <a:lnTo>
                    <a:pt x="418" y="721"/>
                  </a:lnTo>
                  <a:lnTo>
                    <a:pt x="414" y="701"/>
                  </a:lnTo>
                  <a:lnTo>
                    <a:pt x="413" y="671"/>
                  </a:lnTo>
                  <a:lnTo>
                    <a:pt x="416" y="626"/>
                  </a:lnTo>
                  <a:lnTo>
                    <a:pt x="420" y="582"/>
                  </a:lnTo>
                  <a:lnTo>
                    <a:pt x="423" y="548"/>
                  </a:lnTo>
                  <a:lnTo>
                    <a:pt x="423" y="516"/>
                  </a:lnTo>
                  <a:lnTo>
                    <a:pt x="423" y="470"/>
                  </a:lnTo>
                  <a:lnTo>
                    <a:pt x="425" y="416"/>
                  </a:lnTo>
                  <a:lnTo>
                    <a:pt x="432" y="360"/>
                  </a:lnTo>
                  <a:lnTo>
                    <a:pt x="446" y="312"/>
                  </a:lnTo>
                  <a:lnTo>
                    <a:pt x="461" y="278"/>
                  </a:lnTo>
                  <a:lnTo>
                    <a:pt x="473" y="256"/>
                  </a:lnTo>
                  <a:lnTo>
                    <a:pt x="480" y="244"/>
                  </a:lnTo>
                  <a:lnTo>
                    <a:pt x="479" y="235"/>
                  </a:lnTo>
                  <a:lnTo>
                    <a:pt x="470" y="231"/>
                  </a:lnTo>
                  <a:lnTo>
                    <a:pt x="457" y="230"/>
                  </a:lnTo>
                  <a:lnTo>
                    <a:pt x="443" y="228"/>
                  </a:lnTo>
                  <a:lnTo>
                    <a:pt x="429" y="226"/>
                  </a:lnTo>
                  <a:lnTo>
                    <a:pt x="409" y="226"/>
                  </a:lnTo>
                  <a:lnTo>
                    <a:pt x="388" y="228"/>
                  </a:lnTo>
                  <a:lnTo>
                    <a:pt x="363" y="230"/>
                  </a:lnTo>
                  <a:lnTo>
                    <a:pt x="339" y="231"/>
                  </a:lnTo>
                  <a:lnTo>
                    <a:pt x="316" y="233"/>
                  </a:lnTo>
                  <a:lnTo>
                    <a:pt x="298" y="235"/>
                  </a:lnTo>
                  <a:lnTo>
                    <a:pt x="284" y="237"/>
                  </a:lnTo>
                  <a:lnTo>
                    <a:pt x="272" y="237"/>
                  </a:lnTo>
                  <a:lnTo>
                    <a:pt x="257" y="237"/>
                  </a:lnTo>
                  <a:lnTo>
                    <a:pt x="241" y="237"/>
                  </a:lnTo>
                  <a:lnTo>
                    <a:pt x="223" y="237"/>
                  </a:lnTo>
                  <a:lnTo>
                    <a:pt x="206" y="237"/>
                  </a:lnTo>
                  <a:lnTo>
                    <a:pt x="191" y="235"/>
                  </a:lnTo>
                  <a:lnTo>
                    <a:pt x="177" y="235"/>
                  </a:lnTo>
                  <a:lnTo>
                    <a:pt x="168" y="235"/>
                  </a:lnTo>
                  <a:lnTo>
                    <a:pt x="157" y="235"/>
                  </a:lnTo>
                  <a:lnTo>
                    <a:pt x="143" y="233"/>
                  </a:lnTo>
                  <a:lnTo>
                    <a:pt x="129" y="231"/>
                  </a:lnTo>
                  <a:lnTo>
                    <a:pt x="113" y="230"/>
                  </a:lnTo>
                  <a:lnTo>
                    <a:pt x="95" y="226"/>
                  </a:lnTo>
                  <a:lnTo>
                    <a:pt x="79" y="221"/>
                  </a:lnTo>
                  <a:lnTo>
                    <a:pt x="63" y="215"/>
                  </a:lnTo>
                  <a:lnTo>
                    <a:pt x="50" y="20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7" name="Google Shape;797;p23"/>
            <p:cNvSpPr/>
            <p:nvPr/>
          </p:nvSpPr>
          <p:spPr>
            <a:xfrm>
              <a:off x="1327" y="3650"/>
              <a:ext cx="38" cy="35"/>
            </a:xfrm>
            <a:custGeom>
              <a:rect b="b" l="l" r="r" t="t"/>
              <a:pathLst>
                <a:path extrusionOk="0" h="30" w="31">
                  <a:moveTo>
                    <a:pt x="27" y="25"/>
                  </a:moveTo>
                  <a:lnTo>
                    <a:pt x="31" y="20"/>
                  </a:lnTo>
                  <a:lnTo>
                    <a:pt x="31" y="14"/>
                  </a:lnTo>
                  <a:lnTo>
                    <a:pt x="29" y="9"/>
                  </a:lnTo>
                  <a:lnTo>
                    <a:pt x="25" y="4"/>
                  </a:lnTo>
                  <a:lnTo>
                    <a:pt x="20" y="0"/>
                  </a:lnTo>
                  <a:lnTo>
                    <a:pt x="15" y="0"/>
                  </a:lnTo>
                  <a:lnTo>
                    <a:pt x="9" y="4"/>
                  </a:lnTo>
                  <a:lnTo>
                    <a:pt x="4" y="7"/>
                  </a:lnTo>
                  <a:lnTo>
                    <a:pt x="0" y="13"/>
                  </a:lnTo>
                  <a:lnTo>
                    <a:pt x="0" y="18"/>
                  </a:lnTo>
                  <a:lnTo>
                    <a:pt x="4" y="23"/>
                  </a:lnTo>
                  <a:lnTo>
                    <a:pt x="7" y="29"/>
                  </a:lnTo>
                  <a:lnTo>
                    <a:pt x="13" y="30"/>
                  </a:lnTo>
                  <a:lnTo>
                    <a:pt x="18" y="30"/>
                  </a:lnTo>
                  <a:lnTo>
                    <a:pt x="23" y="29"/>
                  </a:lnTo>
                  <a:lnTo>
                    <a:pt x="27" y="25"/>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8" name="Google Shape;798;p23"/>
            <p:cNvSpPr/>
            <p:nvPr/>
          </p:nvSpPr>
          <p:spPr>
            <a:xfrm>
              <a:off x="868" y="2990"/>
              <a:ext cx="37" cy="34"/>
            </a:xfrm>
            <a:custGeom>
              <a:rect b="b" l="l" r="r" t="t"/>
              <a:pathLst>
                <a:path extrusionOk="0" h="30" w="30">
                  <a:moveTo>
                    <a:pt x="29" y="23"/>
                  </a:moveTo>
                  <a:lnTo>
                    <a:pt x="30" y="18"/>
                  </a:lnTo>
                  <a:lnTo>
                    <a:pt x="30" y="12"/>
                  </a:lnTo>
                  <a:lnTo>
                    <a:pt x="29" y="7"/>
                  </a:lnTo>
                  <a:lnTo>
                    <a:pt x="25" y="2"/>
                  </a:lnTo>
                  <a:lnTo>
                    <a:pt x="20" y="0"/>
                  </a:lnTo>
                  <a:lnTo>
                    <a:pt x="14" y="0"/>
                  </a:lnTo>
                  <a:lnTo>
                    <a:pt x="9" y="2"/>
                  </a:lnTo>
                  <a:lnTo>
                    <a:pt x="4" y="5"/>
                  </a:lnTo>
                  <a:lnTo>
                    <a:pt x="0" y="11"/>
                  </a:lnTo>
                  <a:lnTo>
                    <a:pt x="0" y="16"/>
                  </a:lnTo>
                  <a:lnTo>
                    <a:pt x="4" y="21"/>
                  </a:lnTo>
                  <a:lnTo>
                    <a:pt x="7" y="27"/>
                  </a:lnTo>
                  <a:lnTo>
                    <a:pt x="12" y="30"/>
                  </a:lnTo>
                  <a:lnTo>
                    <a:pt x="18" y="30"/>
                  </a:lnTo>
                  <a:lnTo>
                    <a:pt x="23" y="27"/>
                  </a:lnTo>
                  <a:lnTo>
                    <a:pt x="29" y="23"/>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99" name="Google Shape;799;p23"/>
            <p:cNvSpPr/>
            <p:nvPr/>
          </p:nvSpPr>
          <p:spPr>
            <a:xfrm>
              <a:off x="1279" y="3629"/>
              <a:ext cx="334" cy="168"/>
            </a:xfrm>
            <a:custGeom>
              <a:rect b="b" l="l" r="r" t="t"/>
              <a:pathLst>
                <a:path extrusionOk="0" h="144" w="270">
                  <a:moveTo>
                    <a:pt x="45" y="0"/>
                  </a:moveTo>
                  <a:lnTo>
                    <a:pt x="39" y="4"/>
                  </a:lnTo>
                  <a:lnTo>
                    <a:pt x="32" y="11"/>
                  </a:lnTo>
                  <a:lnTo>
                    <a:pt x="25" y="22"/>
                  </a:lnTo>
                  <a:lnTo>
                    <a:pt x="20" y="32"/>
                  </a:lnTo>
                  <a:lnTo>
                    <a:pt x="13" y="48"/>
                  </a:lnTo>
                  <a:lnTo>
                    <a:pt x="5" y="63"/>
                  </a:lnTo>
                  <a:lnTo>
                    <a:pt x="0" y="80"/>
                  </a:lnTo>
                  <a:lnTo>
                    <a:pt x="0" y="98"/>
                  </a:lnTo>
                  <a:lnTo>
                    <a:pt x="0" y="111"/>
                  </a:lnTo>
                  <a:lnTo>
                    <a:pt x="0" y="119"/>
                  </a:lnTo>
                  <a:lnTo>
                    <a:pt x="2" y="125"/>
                  </a:lnTo>
                  <a:lnTo>
                    <a:pt x="11" y="127"/>
                  </a:lnTo>
                  <a:lnTo>
                    <a:pt x="18" y="127"/>
                  </a:lnTo>
                  <a:lnTo>
                    <a:pt x="27" y="125"/>
                  </a:lnTo>
                  <a:lnTo>
                    <a:pt x="39" y="127"/>
                  </a:lnTo>
                  <a:lnTo>
                    <a:pt x="55" y="128"/>
                  </a:lnTo>
                  <a:lnTo>
                    <a:pt x="66" y="130"/>
                  </a:lnTo>
                  <a:lnTo>
                    <a:pt x="80" y="134"/>
                  </a:lnTo>
                  <a:lnTo>
                    <a:pt x="96" y="137"/>
                  </a:lnTo>
                  <a:lnTo>
                    <a:pt x="114" y="139"/>
                  </a:lnTo>
                  <a:lnTo>
                    <a:pt x="132" y="143"/>
                  </a:lnTo>
                  <a:lnTo>
                    <a:pt x="150" y="144"/>
                  </a:lnTo>
                  <a:lnTo>
                    <a:pt x="168" y="144"/>
                  </a:lnTo>
                  <a:lnTo>
                    <a:pt x="184" y="144"/>
                  </a:lnTo>
                  <a:lnTo>
                    <a:pt x="198" y="144"/>
                  </a:lnTo>
                  <a:lnTo>
                    <a:pt x="212" y="143"/>
                  </a:lnTo>
                  <a:lnTo>
                    <a:pt x="227" y="143"/>
                  </a:lnTo>
                  <a:lnTo>
                    <a:pt x="241" y="141"/>
                  </a:lnTo>
                  <a:lnTo>
                    <a:pt x="252" y="139"/>
                  </a:lnTo>
                  <a:lnTo>
                    <a:pt x="261" y="137"/>
                  </a:lnTo>
                  <a:lnTo>
                    <a:pt x="268" y="134"/>
                  </a:lnTo>
                  <a:lnTo>
                    <a:pt x="270" y="130"/>
                  </a:lnTo>
                  <a:lnTo>
                    <a:pt x="266" y="125"/>
                  </a:lnTo>
                  <a:lnTo>
                    <a:pt x="257" y="119"/>
                  </a:lnTo>
                  <a:lnTo>
                    <a:pt x="245" y="112"/>
                  </a:lnTo>
                  <a:lnTo>
                    <a:pt x="230" y="105"/>
                  </a:lnTo>
                  <a:lnTo>
                    <a:pt x="216" y="100"/>
                  </a:lnTo>
                  <a:lnTo>
                    <a:pt x="200" y="93"/>
                  </a:lnTo>
                  <a:lnTo>
                    <a:pt x="189" y="87"/>
                  </a:lnTo>
                  <a:lnTo>
                    <a:pt x="180" y="84"/>
                  </a:lnTo>
                  <a:lnTo>
                    <a:pt x="164" y="73"/>
                  </a:lnTo>
                  <a:lnTo>
                    <a:pt x="146" y="59"/>
                  </a:lnTo>
                  <a:lnTo>
                    <a:pt x="127" y="43"/>
                  </a:lnTo>
                  <a:lnTo>
                    <a:pt x="107" y="29"/>
                  </a:lnTo>
                  <a:lnTo>
                    <a:pt x="87" y="16"/>
                  </a:lnTo>
                  <a:lnTo>
                    <a:pt x="70" y="7"/>
                  </a:lnTo>
                  <a:lnTo>
                    <a:pt x="55" y="0"/>
                  </a:lnTo>
                  <a:lnTo>
                    <a:pt x="45" y="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0" name="Google Shape;800;p23"/>
            <p:cNvSpPr/>
            <p:nvPr/>
          </p:nvSpPr>
          <p:spPr>
            <a:xfrm>
              <a:off x="1327" y="3650"/>
              <a:ext cx="38" cy="35"/>
            </a:xfrm>
            <a:custGeom>
              <a:rect b="b" l="l" r="r" t="t"/>
              <a:pathLst>
                <a:path extrusionOk="0" h="30" w="31">
                  <a:moveTo>
                    <a:pt x="22" y="30"/>
                  </a:moveTo>
                  <a:lnTo>
                    <a:pt x="27" y="27"/>
                  </a:lnTo>
                  <a:lnTo>
                    <a:pt x="29" y="21"/>
                  </a:lnTo>
                  <a:lnTo>
                    <a:pt x="31" y="16"/>
                  </a:lnTo>
                  <a:lnTo>
                    <a:pt x="31" y="11"/>
                  </a:lnTo>
                  <a:lnTo>
                    <a:pt x="27" y="5"/>
                  </a:lnTo>
                  <a:lnTo>
                    <a:pt x="22" y="2"/>
                  </a:lnTo>
                  <a:lnTo>
                    <a:pt x="16" y="0"/>
                  </a:lnTo>
                  <a:lnTo>
                    <a:pt x="11" y="2"/>
                  </a:lnTo>
                  <a:lnTo>
                    <a:pt x="6" y="4"/>
                  </a:lnTo>
                  <a:lnTo>
                    <a:pt x="2" y="9"/>
                  </a:lnTo>
                  <a:lnTo>
                    <a:pt x="0" y="14"/>
                  </a:lnTo>
                  <a:lnTo>
                    <a:pt x="2" y="21"/>
                  </a:lnTo>
                  <a:lnTo>
                    <a:pt x="4" y="27"/>
                  </a:lnTo>
                  <a:lnTo>
                    <a:pt x="9" y="29"/>
                  </a:lnTo>
                  <a:lnTo>
                    <a:pt x="15" y="30"/>
                  </a:lnTo>
                  <a:lnTo>
                    <a:pt x="22" y="3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1" name="Google Shape;801;p23"/>
            <p:cNvSpPr/>
            <p:nvPr/>
          </p:nvSpPr>
          <p:spPr>
            <a:xfrm>
              <a:off x="1273" y="3666"/>
              <a:ext cx="346" cy="137"/>
            </a:xfrm>
            <a:custGeom>
              <a:rect b="b" l="l" r="r" t="t"/>
              <a:pathLst>
                <a:path extrusionOk="0" h="118" w="280">
                  <a:moveTo>
                    <a:pt x="18" y="7"/>
                  </a:moveTo>
                  <a:lnTo>
                    <a:pt x="14" y="16"/>
                  </a:lnTo>
                  <a:lnTo>
                    <a:pt x="7" y="29"/>
                  </a:lnTo>
                  <a:lnTo>
                    <a:pt x="1" y="45"/>
                  </a:lnTo>
                  <a:lnTo>
                    <a:pt x="0" y="61"/>
                  </a:lnTo>
                  <a:lnTo>
                    <a:pt x="0" y="68"/>
                  </a:lnTo>
                  <a:lnTo>
                    <a:pt x="0" y="77"/>
                  </a:lnTo>
                  <a:lnTo>
                    <a:pt x="1" y="87"/>
                  </a:lnTo>
                  <a:lnTo>
                    <a:pt x="5" y="93"/>
                  </a:lnTo>
                  <a:lnTo>
                    <a:pt x="10" y="95"/>
                  </a:lnTo>
                  <a:lnTo>
                    <a:pt x="18" y="95"/>
                  </a:lnTo>
                  <a:lnTo>
                    <a:pt x="28" y="96"/>
                  </a:lnTo>
                  <a:lnTo>
                    <a:pt x="41" y="98"/>
                  </a:lnTo>
                  <a:lnTo>
                    <a:pt x="53" y="100"/>
                  </a:lnTo>
                  <a:lnTo>
                    <a:pt x="66" y="100"/>
                  </a:lnTo>
                  <a:lnTo>
                    <a:pt x="76" y="102"/>
                  </a:lnTo>
                  <a:lnTo>
                    <a:pt x="85" y="103"/>
                  </a:lnTo>
                  <a:lnTo>
                    <a:pt x="112" y="109"/>
                  </a:lnTo>
                  <a:lnTo>
                    <a:pt x="135" y="114"/>
                  </a:lnTo>
                  <a:lnTo>
                    <a:pt x="157" y="116"/>
                  </a:lnTo>
                  <a:lnTo>
                    <a:pt x="176" y="118"/>
                  </a:lnTo>
                  <a:lnTo>
                    <a:pt x="194" y="118"/>
                  </a:lnTo>
                  <a:lnTo>
                    <a:pt x="212" y="118"/>
                  </a:lnTo>
                  <a:lnTo>
                    <a:pt x="230" y="116"/>
                  </a:lnTo>
                  <a:lnTo>
                    <a:pt x="248" y="114"/>
                  </a:lnTo>
                  <a:lnTo>
                    <a:pt x="262" y="112"/>
                  </a:lnTo>
                  <a:lnTo>
                    <a:pt x="273" y="111"/>
                  </a:lnTo>
                  <a:lnTo>
                    <a:pt x="280" y="105"/>
                  </a:lnTo>
                  <a:lnTo>
                    <a:pt x="280" y="96"/>
                  </a:lnTo>
                  <a:lnTo>
                    <a:pt x="275" y="91"/>
                  </a:lnTo>
                  <a:lnTo>
                    <a:pt x="264" y="84"/>
                  </a:lnTo>
                  <a:lnTo>
                    <a:pt x="250" y="77"/>
                  </a:lnTo>
                  <a:lnTo>
                    <a:pt x="235" y="70"/>
                  </a:lnTo>
                  <a:lnTo>
                    <a:pt x="219" y="63"/>
                  </a:lnTo>
                  <a:lnTo>
                    <a:pt x="205" y="57"/>
                  </a:lnTo>
                  <a:lnTo>
                    <a:pt x="194" y="52"/>
                  </a:lnTo>
                  <a:lnTo>
                    <a:pt x="187" y="48"/>
                  </a:lnTo>
                  <a:lnTo>
                    <a:pt x="176" y="41"/>
                  </a:lnTo>
                  <a:lnTo>
                    <a:pt x="164" y="32"/>
                  </a:lnTo>
                  <a:lnTo>
                    <a:pt x="150" y="22"/>
                  </a:lnTo>
                  <a:lnTo>
                    <a:pt x="142" y="16"/>
                  </a:lnTo>
                  <a:lnTo>
                    <a:pt x="137" y="13"/>
                  </a:lnTo>
                  <a:lnTo>
                    <a:pt x="130" y="11"/>
                  </a:lnTo>
                  <a:lnTo>
                    <a:pt x="123" y="16"/>
                  </a:lnTo>
                  <a:lnTo>
                    <a:pt x="117" y="29"/>
                  </a:lnTo>
                  <a:lnTo>
                    <a:pt x="109" y="32"/>
                  </a:lnTo>
                  <a:lnTo>
                    <a:pt x="98" y="34"/>
                  </a:lnTo>
                  <a:lnTo>
                    <a:pt x="87" y="32"/>
                  </a:lnTo>
                  <a:lnTo>
                    <a:pt x="76" y="31"/>
                  </a:lnTo>
                  <a:lnTo>
                    <a:pt x="66" y="27"/>
                  </a:lnTo>
                  <a:lnTo>
                    <a:pt x="55" y="22"/>
                  </a:lnTo>
                  <a:lnTo>
                    <a:pt x="44" y="16"/>
                  </a:lnTo>
                  <a:lnTo>
                    <a:pt x="35" y="11"/>
                  </a:lnTo>
                  <a:lnTo>
                    <a:pt x="32" y="7"/>
                  </a:lnTo>
                  <a:lnTo>
                    <a:pt x="26" y="2"/>
                  </a:lnTo>
                  <a:lnTo>
                    <a:pt x="23" y="0"/>
                  </a:lnTo>
                  <a:lnTo>
                    <a:pt x="21" y="0"/>
                  </a:lnTo>
                  <a:lnTo>
                    <a:pt x="19" y="4"/>
                  </a:lnTo>
                  <a:lnTo>
                    <a:pt x="19" y="6"/>
                  </a:lnTo>
                  <a:lnTo>
                    <a:pt x="19" y="6"/>
                  </a:lnTo>
                  <a:lnTo>
                    <a:pt x="18" y="7"/>
                  </a:lnTo>
                  <a:close/>
                </a:path>
              </a:pathLst>
            </a:custGeom>
            <a:solidFill>
              <a:srgbClr val="4C16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2" name="Google Shape;802;p23"/>
            <p:cNvSpPr/>
            <p:nvPr/>
          </p:nvSpPr>
          <p:spPr>
            <a:xfrm>
              <a:off x="1274" y="3775"/>
              <a:ext cx="345" cy="37"/>
            </a:xfrm>
            <a:custGeom>
              <a:rect b="b" l="l" r="r" t="t"/>
              <a:pathLst>
                <a:path extrusionOk="0" h="32" w="279">
                  <a:moveTo>
                    <a:pt x="4" y="0"/>
                  </a:moveTo>
                  <a:lnTo>
                    <a:pt x="9" y="2"/>
                  </a:lnTo>
                  <a:lnTo>
                    <a:pt x="17" y="2"/>
                  </a:lnTo>
                  <a:lnTo>
                    <a:pt x="27" y="3"/>
                  </a:lnTo>
                  <a:lnTo>
                    <a:pt x="40" y="5"/>
                  </a:lnTo>
                  <a:lnTo>
                    <a:pt x="52" y="7"/>
                  </a:lnTo>
                  <a:lnTo>
                    <a:pt x="65" y="7"/>
                  </a:lnTo>
                  <a:lnTo>
                    <a:pt x="75" y="9"/>
                  </a:lnTo>
                  <a:lnTo>
                    <a:pt x="84" y="10"/>
                  </a:lnTo>
                  <a:lnTo>
                    <a:pt x="111" y="16"/>
                  </a:lnTo>
                  <a:lnTo>
                    <a:pt x="134" y="21"/>
                  </a:lnTo>
                  <a:lnTo>
                    <a:pt x="156" y="23"/>
                  </a:lnTo>
                  <a:lnTo>
                    <a:pt x="175" y="25"/>
                  </a:lnTo>
                  <a:lnTo>
                    <a:pt x="193" y="25"/>
                  </a:lnTo>
                  <a:lnTo>
                    <a:pt x="211" y="25"/>
                  </a:lnTo>
                  <a:lnTo>
                    <a:pt x="229" y="23"/>
                  </a:lnTo>
                  <a:lnTo>
                    <a:pt x="247" y="21"/>
                  </a:lnTo>
                  <a:lnTo>
                    <a:pt x="254" y="21"/>
                  </a:lnTo>
                  <a:lnTo>
                    <a:pt x="263" y="19"/>
                  </a:lnTo>
                  <a:lnTo>
                    <a:pt x="268" y="18"/>
                  </a:lnTo>
                  <a:lnTo>
                    <a:pt x="274" y="16"/>
                  </a:lnTo>
                  <a:lnTo>
                    <a:pt x="277" y="16"/>
                  </a:lnTo>
                  <a:lnTo>
                    <a:pt x="279" y="18"/>
                  </a:lnTo>
                  <a:lnTo>
                    <a:pt x="279" y="21"/>
                  </a:lnTo>
                  <a:lnTo>
                    <a:pt x="277" y="23"/>
                  </a:lnTo>
                  <a:lnTo>
                    <a:pt x="272" y="25"/>
                  </a:lnTo>
                  <a:lnTo>
                    <a:pt x="261" y="27"/>
                  </a:lnTo>
                  <a:lnTo>
                    <a:pt x="245" y="28"/>
                  </a:lnTo>
                  <a:lnTo>
                    <a:pt x="229" y="30"/>
                  </a:lnTo>
                  <a:lnTo>
                    <a:pt x="209" y="32"/>
                  </a:lnTo>
                  <a:lnTo>
                    <a:pt x="190" y="32"/>
                  </a:lnTo>
                  <a:lnTo>
                    <a:pt x="172" y="32"/>
                  </a:lnTo>
                  <a:lnTo>
                    <a:pt x="158" y="30"/>
                  </a:lnTo>
                  <a:lnTo>
                    <a:pt x="145" y="28"/>
                  </a:lnTo>
                  <a:lnTo>
                    <a:pt x="133" y="25"/>
                  </a:lnTo>
                  <a:lnTo>
                    <a:pt x="122" y="23"/>
                  </a:lnTo>
                  <a:lnTo>
                    <a:pt x="109" y="21"/>
                  </a:lnTo>
                  <a:lnTo>
                    <a:pt x="100" y="18"/>
                  </a:lnTo>
                  <a:lnTo>
                    <a:pt x="91" y="16"/>
                  </a:lnTo>
                  <a:lnTo>
                    <a:pt x="86" y="16"/>
                  </a:lnTo>
                  <a:lnTo>
                    <a:pt x="83" y="14"/>
                  </a:lnTo>
                  <a:lnTo>
                    <a:pt x="83" y="18"/>
                  </a:lnTo>
                  <a:lnTo>
                    <a:pt x="83" y="21"/>
                  </a:lnTo>
                  <a:lnTo>
                    <a:pt x="83" y="23"/>
                  </a:lnTo>
                  <a:lnTo>
                    <a:pt x="81" y="25"/>
                  </a:lnTo>
                  <a:lnTo>
                    <a:pt x="77" y="25"/>
                  </a:lnTo>
                  <a:lnTo>
                    <a:pt x="70" y="25"/>
                  </a:lnTo>
                  <a:lnTo>
                    <a:pt x="61" y="25"/>
                  </a:lnTo>
                  <a:lnTo>
                    <a:pt x="49" y="25"/>
                  </a:lnTo>
                  <a:lnTo>
                    <a:pt x="36" y="25"/>
                  </a:lnTo>
                  <a:lnTo>
                    <a:pt x="24" y="23"/>
                  </a:lnTo>
                  <a:lnTo>
                    <a:pt x="11" y="21"/>
                  </a:lnTo>
                  <a:lnTo>
                    <a:pt x="2" y="18"/>
                  </a:lnTo>
                  <a:lnTo>
                    <a:pt x="0" y="12"/>
                  </a:lnTo>
                  <a:lnTo>
                    <a:pt x="0" y="5"/>
                  </a:lnTo>
                  <a:lnTo>
                    <a:pt x="0" y="2"/>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3" name="Google Shape;803;p23"/>
            <p:cNvSpPr/>
            <p:nvPr/>
          </p:nvSpPr>
          <p:spPr>
            <a:xfrm>
              <a:off x="786" y="2855"/>
              <a:ext cx="845" cy="885"/>
            </a:xfrm>
            <a:custGeom>
              <a:rect b="b" l="l" r="r" t="t"/>
              <a:pathLst>
                <a:path extrusionOk="0" h="763" w="682">
                  <a:moveTo>
                    <a:pt x="394" y="747"/>
                  </a:moveTo>
                  <a:lnTo>
                    <a:pt x="405" y="751"/>
                  </a:lnTo>
                  <a:lnTo>
                    <a:pt x="421" y="756"/>
                  </a:lnTo>
                  <a:lnTo>
                    <a:pt x="443" y="760"/>
                  </a:lnTo>
                  <a:lnTo>
                    <a:pt x="469" y="762"/>
                  </a:lnTo>
                  <a:lnTo>
                    <a:pt x="496" y="763"/>
                  </a:lnTo>
                  <a:lnTo>
                    <a:pt x="525" y="762"/>
                  </a:lnTo>
                  <a:lnTo>
                    <a:pt x="553" y="756"/>
                  </a:lnTo>
                  <a:lnTo>
                    <a:pt x="578" y="746"/>
                  </a:lnTo>
                  <a:lnTo>
                    <a:pt x="573" y="706"/>
                  </a:lnTo>
                  <a:lnTo>
                    <a:pt x="569" y="655"/>
                  </a:lnTo>
                  <a:lnTo>
                    <a:pt x="569" y="607"/>
                  </a:lnTo>
                  <a:lnTo>
                    <a:pt x="571" y="573"/>
                  </a:lnTo>
                  <a:lnTo>
                    <a:pt x="575" y="554"/>
                  </a:lnTo>
                  <a:lnTo>
                    <a:pt x="584" y="520"/>
                  </a:lnTo>
                  <a:lnTo>
                    <a:pt x="593" y="475"/>
                  </a:lnTo>
                  <a:lnTo>
                    <a:pt x="603" y="427"/>
                  </a:lnTo>
                  <a:lnTo>
                    <a:pt x="612" y="379"/>
                  </a:lnTo>
                  <a:lnTo>
                    <a:pt x="623" y="337"/>
                  </a:lnTo>
                  <a:lnTo>
                    <a:pt x="630" y="303"/>
                  </a:lnTo>
                  <a:lnTo>
                    <a:pt x="635" y="287"/>
                  </a:lnTo>
                  <a:lnTo>
                    <a:pt x="641" y="276"/>
                  </a:lnTo>
                  <a:lnTo>
                    <a:pt x="648" y="262"/>
                  </a:lnTo>
                  <a:lnTo>
                    <a:pt x="657" y="244"/>
                  </a:lnTo>
                  <a:lnTo>
                    <a:pt x="666" y="223"/>
                  </a:lnTo>
                  <a:lnTo>
                    <a:pt x="675" y="201"/>
                  </a:lnTo>
                  <a:lnTo>
                    <a:pt x="680" y="182"/>
                  </a:lnTo>
                  <a:lnTo>
                    <a:pt x="682" y="164"/>
                  </a:lnTo>
                  <a:lnTo>
                    <a:pt x="680" y="152"/>
                  </a:lnTo>
                  <a:lnTo>
                    <a:pt x="673" y="141"/>
                  </a:lnTo>
                  <a:lnTo>
                    <a:pt x="662" y="132"/>
                  </a:lnTo>
                  <a:lnTo>
                    <a:pt x="652" y="123"/>
                  </a:lnTo>
                  <a:lnTo>
                    <a:pt x="639" y="116"/>
                  </a:lnTo>
                  <a:lnTo>
                    <a:pt x="625" y="111"/>
                  </a:lnTo>
                  <a:lnTo>
                    <a:pt x="610" y="105"/>
                  </a:lnTo>
                  <a:lnTo>
                    <a:pt x="596" y="100"/>
                  </a:lnTo>
                  <a:lnTo>
                    <a:pt x="582" y="96"/>
                  </a:lnTo>
                  <a:lnTo>
                    <a:pt x="573" y="95"/>
                  </a:lnTo>
                  <a:lnTo>
                    <a:pt x="559" y="91"/>
                  </a:lnTo>
                  <a:lnTo>
                    <a:pt x="543" y="86"/>
                  </a:lnTo>
                  <a:lnTo>
                    <a:pt x="523" y="82"/>
                  </a:lnTo>
                  <a:lnTo>
                    <a:pt x="502" y="75"/>
                  </a:lnTo>
                  <a:lnTo>
                    <a:pt x="477" y="70"/>
                  </a:lnTo>
                  <a:lnTo>
                    <a:pt x="452" y="63"/>
                  </a:lnTo>
                  <a:lnTo>
                    <a:pt x="427" y="56"/>
                  </a:lnTo>
                  <a:lnTo>
                    <a:pt x="402" y="50"/>
                  </a:lnTo>
                  <a:lnTo>
                    <a:pt x="378" y="43"/>
                  </a:lnTo>
                  <a:lnTo>
                    <a:pt x="355" y="38"/>
                  </a:lnTo>
                  <a:lnTo>
                    <a:pt x="334" y="31"/>
                  </a:lnTo>
                  <a:lnTo>
                    <a:pt x="316" y="27"/>
                  </a:lnTo>
                  <a:lnTo>
                    <a:pt x="300" y="22"/>
                  </a:lnTo>
                  <a:lnTo>
                    <a:pt x="289" y="18"/>
                  </a:lnTo>
                  <a:lnTo>
                    <a:pt x="282" y="16"/>
                  </a:lnTo>
                  <a:lnTo>
                    <a:pt x="269" y="13"/>
                  </a:lnTo>
                  <a:lnTo>
                    <a:pt x="253" y="9"/>
                  </a:lnTo>
                  <a:lnTo>
                    <a:pt x="236" y="6"/>
                  </a:lnTo>
                  <a:lnTo>
                    <a:pt x="216" y="2"/>
                  </a:lnTo>
                  <a:lnTo>
                    <a:pt x="195" y="0"/>
                  </a:lnTo>
                  <a:lnTo>
                    <a:pt x="173" y="0"/>
                  </a:lnTo>
                  <a:lnTo>
                    <a:pt x="152" y="2"/>
                  </a:lnTo>
                  <a:lnTo>
                    <a:pt x="134" y="4"/>
                  </a:lnTo>
                  <a:lnTo>
                    <a:pt x="73" y="24"/>
                  </a:lnTo>
                  <a:lnTo>
                    <a:pt x="32" y="54"/>
                  </a:lnTo>
                  <a:lnTo>
                    <a:pt x="7" y="89"/>
                  </a:lnTo>
                  <a:lnTo>
                    <a:pt x="0" y="130"/>
                  </a:lnTo>
                  <a:lnTo>
                    <a:pt x="7" y="169"/>
                  </a:lnTo>
                  <a:lnTo>
                    <a:pt x="32" y="205"/>
                  </a:lnTo>
                  <a:lnTo>
                    <a:pt x="71" y="233"/>
                  </a:lnTo>
                  <a:lnTo>
                    <a:pt x="125" y="249"/>
                  </a:lnTo>
                  <a:lnTo>
                    <a:pt x="132" y="249"/>
                  </a:lnTo>
                  <a:lnTo>
                    <a:pt x="145" y="251"/>
                  </a:lnTo>
                  <a:lnTo>
                    <a:pt x="162" y="253"/>
                  </a:lnTo>
                  <a:lnTo>
                    <a:pt x="182" y="255"/>
                  </a:lnTo>
                  <a:lnTo>
                    <a:pt x="207" y="257"/>
                  </a:lnTo>
                  <a:lnTo>
                    <a:pt x="232" y="258"/>
                  </a:lnTo>
                  <a:lnTo>
                    <a:pt x="261" y="260"/>
                  </a:lnTo>
                  <a:lnTo>
                    <a:pt x="289" y="262"/>
                  </a:lnTo>
                  <a:lnTo>
                    <a:pt x="316" y="264"/>
                  </a:lnTo>
                  <a:lnTo>
                    <a:pt x="344" y="265"/>
                  </a:lnTo>
                  <a:lnTo>
                    <a:pt x="369" y="265"/>
                  </a:lnTo>
                  <a:lnTo>
                    <a:pt x="393" y="267"/>
                  </a:lnTo>
                  <a:lnTo>
                    <a:pt x="414" y="267"/>
                  </a:lnTo>
                  <a:lnTo>
                    <a:pt x="430" y="265"/>
                  </a:lnTo>
                  <a:lnTo>
                    <a:pt x="441" y="265"/>
                  </a:lnTo>
                  <a:lnTo>
                    <a:pt x="448" y="264"/>
                  </a:lnTo>
                  <a:lnTo>
                    <a:pt x="457" y="262"/>
                  </a:lnTo>
                  <a:lnTo>
                    <a:pt x="460" y="269"/>
                  </a:lnTo>
                  <a:lnTo>
                    <a:pt x="457" y="278"/>
                  </a:lnTo>
                  <a:lnTo>
                    <a:pt x="452" y="283"/>
                  </a:lnTo>
                  <a:lnTo>
                    <a:pt x="444" y="287"/>
                  </a:lnTo>
                  <a:lnTo>
                    <a:pt x="437" y="294"/>
                  </a:lnTo>
                  <a:lnTo>
                    <a:pt x="434" y="301"/>
                  </a:lnTo>
                  <a:lnTo>
                    <a:pt x="434" y="308"/>
                  </a:lnTo>
                  <a:lnTo>
                    <a:pt x="436" y="315"/>
                  </a:lnTo>
                  <a:lnTo>
                    <a:pt x="432" y="322"/>
                  </a:lnTo>
                  <a:lnTo>
                    <a:pt x="428" y="329"/>
                  </a:lnTo>
                  <a:lnTo>
                    <a:pt x="428" y="337"/>
                  </a:lnTo>
                  <a:lnTo>
                    <a:pt x="427" y="356"/>
                  </a:lnTo>
                  <a:lnTo>
                    <a:pt x="418" y="395"/>
                  </a:lnTo>
                  <a:lnTo>
                    <a:pt x="411" y="445"/>
                  </a:lnTo>
                  <a:lnTo>
                    <a:pt x="411" y="497"/>
                  </a:lnTo>
                  <a:lnTo>
                    <a:pt x="411" y="557"/>
                  </a:lnTo>
                  <a:lnTo>
                    <a:pt x="405" y="625"/>
                  </a:lnTo>
                  <a:lnTo>
                    <a:pt x="398" y="692"/>
                  </a:lnTo>
                  <a:lnTo>
                    <a:pt x="394" y="747"/>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4" name="Google Shape;804;p23"/>
            <p:cNvSpPr/>
            <p:nvPr/>
          </p:nvSpPr>
          <p:spPr>
            <a:xfrm>
              <a:off x="803" y="2880"/>
              <a:ext cx="794" cy="929"/>
            </a:xfrm>
            <a:custGeom>
              <a:rect b="b" l="l" r="r" t="t"/>
              <a:pathLst>
                <a:path extrusionOk="0" h="800" w="641">
                  <a:moveTo>
                    <a:pt x="36" y="190"/>
                  </a:moveTo>
                  <a:lnTo>
                    <a:pt x="11" y="156"/>
                  </a:lnTo>
                  <a:lnTo>
                    <a:pt x="0" y="117"/>
                  </a:lnTo>
                  <a:lnTo>
                    <a:pt x="6" y="78"/>
                  </a:lnTo>
                  <a:lnTo>
                    <a:pt x="29" y="41"/>
                  </a:lnTo>
                  <a:lnTo>
                    <a:pt x="48" y="25"/>
                  </a:lnTo>
                  <a:lnTo>
                    <a:pt x="68" y="12"/>
                  </a:lnTo>
                  <a:lnTo>
                    <a:pt x="89" y="5"/>
                  </a:lnTo>
                  <a:lnTo>
                    <a:pt x="113" y="0"/>
                  </a:lnTo>
                  <a:lnTo>
                    <a:pt x="138" y="0"/>
                  </a:lnTo>
                  <a:lnTo>
                    <a:pt x="163" y="2"/>
                  </a:lnTo>
                  <a:lnTo>
                    <a:pt x="189" y="7"/>
                  </a:lnTo>
                  <a:lnTo>
                    <a:pt x="216" y="14"/>
                  </a:lnTo>
                  <a:lnTo>
                    <a:pt x="245" y="23"/>
                  </a:lnTo>
                  <a:lnTo>
                    <a:pt x="273" y="34"/>
                  </a:lnTo>
                  <a:lnTo>
                    <a:pt x="304" y="46"/>
                  </a:lnTo>
                  <a:lnTo>
                    <a:pt x="334" y="60"/>
                  </a:lnTo>
                  <a:lnTo>
                    <a:pt x="364" y="74"/>
                  </a:lnTo>
                  <a:lnTo>
                    <a:pt x="397" y="89"/>
                  </a:lnTo>
                  <a:lnTo>
                    <a:pt x="429" y="105"/>
                  </a:lnTo>
                  <a:lnTo>
                    <a:pt x="461" y="119"/>
                  </a:lnTo>
                  <a:lnTo>
                    <a:pt x="473" y="124"/>
                  </a:lnTo>
                  <a:lnTo>
                    <a:pt x="486" y="131"/>
                  </a:lnTo>
                  <a:lnTo>
                    <a:pt x="498" y="137"/>
                  </a:lnTo>
                  <a:lnTo>
                    <a:pt x="513" y="144"/>
                  </a:lnTo>
                  <a:lnTo>
                    <a:pt x="525" y="151"/>
                  </a:lnTo>
                  <a:lnTo>
                    <a:pt x="539" y="156"/>
                  </a:lnTo>
                  <a:lnTo>
                    <a:pt x="552" y="162"/>
                  </a:lnTo>
                  <a:lnTo>
                    <a:pt x="563" y="165"/>
                  </a:lnTo>
                  <a:lnTo>
                    <a:pt x="573" y="169"/>
                  </a:lnTo>
                  <a:lnTo>
                    <a:pt x="586" y="174"/>
                  </a:lnTo>
                  <a:lnTo>
                    <a:pt x="596" y="179"/>
                  </a:lnTo>
                  <a:lnTo>
                    <a:pt x="605" y="186"/>
                  </a:lnTo>
                  <a:lnTo>
                    <a:pt x="614" y="194"/>
                  </a:lnTo>
                  <a:lnTo>
                    <a:pt x="623" y="202"/>
                  </a:lnTo>
                  <a:lnTo>
                    <a:pt x="630" y="210"/>
                  </a:lnTo>
                  <a:lnTo>
                    <a:pt x="636" y="217"/>
                  </a:lnTo>
                  <a:lnTo>
                    <a:pt x="641" y="235"/>
                  </a:lnTo>
                  <a:lnTo>
                    <a:pt x="638" y="256"/>
                  </a:lnTo>
                  <a:lnTo>
                    <a:pt x="627" y="277"/>
                  </a:lnTo>
                  <a:lnTo>
                    <a:pt x="613" y="297"/>
                  </a:lnTo>
                  <a:lnTo>
                    <a:pt x="605" y="307"/>
                  </a:lnTo>
                  <a:lnTo>
                    <a:pt x="596" y="320"/>
                  </a:lnTo>
                  <a:lnTo>
                    <a:pt x="588" y="336"/>
                  </a:lnTo>
                  <a:lnTo>
                    <a:pt x="579" y="352"/>
                  </a:lnTo>
                  <a:lnTo>
                    <a:pt x="570" y="368"/>
                  </a:lnTo>
                  <a:lnTo>
                    <a:pt x="563" y="384"/>
                  </a:lnTo>
                  <a:lnTo>
                    <a:pt x="555" y="396"/>
                  </a:lnTo>
                  <a:lnTo>
                    <a:pt x="552" y="405"/>
                  </a:lnTo>
                  <a:lnTo>
                    <a:pt x="539" y="428"/>
                  </a:lnTo>
                  <a:lnTo>
                    <a:pt x="514" y="476"/>
                  </a:lnTo>
                  <a:lnTo>
                    <a:pt x="479" y="539"/>
                  </a:lnTo>
                  <a:lnTo>
                    <a:pt x="439" y="610"/>
                  </a:lnTo>
                  <a:lnTo>
                    <a:pt x="400" y="679"/>
                  </a:lnTo>
                  <a:lnTo>
                    <a:pt x="364" y="741"/>
                  </a:lnTo>
                  <a:lnTo>
                    <a:pt x="339" y="784"/>
                  </a:lnTo>
                  <a:lnTo>
                    <a:pt x="327" y="800"/>
                  </a:lnTo>
                  <a:lnTo>
                    <a:pt x="320" y="795"/>
                  </a:lnTo>
                  <a:lnTo>
                    <a:pt x="316" y="779"/>
                  </a:lnTo>
                  <a:lnTo>
                    <a:pt x="313" y="757"/>
                  </a:lnTo>
                  <a:lnTo>
                    <a:pt x="313" y="736"/>
                  </a:lnTo>
                  <a:lnTo>
                    <a:pt x="318" y="706"/>
                  </a:lnTo>
                  <a:lnTo>
                    <a:pt x="329" y="663"/>
                  </a:lnTo>
                  <a:lnTo>
                    <a:pt x="339" y="620"/>
                  </a:lnTo>
                  <a:lnTo>
                    <a:pt x="348" y="588"/>
                  </a:lnTo>
                  <a:lnTo>
                    <a:pt x="354" y="556"/>
                  </a:lnTo>
                  <a:lnTo>
                    <a:pt x="361" y="512"/>
                  </a:lnTo>
                  <a:lnTo>
                    <a:pt x="372" y="459"/>
                  </a:lnTo>
                  <a:lnTo>
                    <a:pt x="388" y="403"/>
                  </a:lnTo>
                  <a:lnTo>
                    <a:pt x="398" y="379"/>
                  </a:lnTo>
                  <a:lnTo>
                    <a:pt x="409" y="357"/>
                  </a:lnTo>
                  <a:lnTo>
                    <a:pt x="420" y="341"/>
                  </a:lnTo>
                  <a:lnTo>
                    <a:pt x="430" y="327"/>
                  </a:lnTo>
                  <a:lnTo>
                    <a:pt x="438" y="316"/>
                  </a:lnTo>
                  <a:lnTo>
                    <a:pt x="446" y="309"/>
                  </a:lnTo>
                  <a:lnTo>
                    <a:pt x="452" y="302"/>
                  </a:lnTo>
                  <a:lnTo>
                    <a:pt x="455" y="297"/>
                  </a:lnTo>
                  <a:lnTo>
                    <a:pt x="455" y="288"/>
                  </a:lnTo>
                  <a:lnTo>
                    <a:pt x="446" y="283"/>
                  </a:lnTo>
                  <a:lnTo>
                    <a:pt x="432" y="277"/>
                  </a:lnTo>
                  <a:lnTo>
                    <a:pt x="420" y="274"/>
                  </a:lnTo>
                  <a:lnTo>
                    <a:pt x="405" y="270"/>
                  </a:lnTo>
                  <a:lnTo>
                    <a:pt x="388" y="268"/>
                  </a:lnTo>
                  <a:lnTo>
                    <a:pt x="364" y="265"/>
                  </a:lnTo>
                  <a:lnTo>
                    <a:pt x="341" y="263"/>
                  </a:lnTo>
                  <a:lnTo>
                    <a:pt x="316" y="261"/>
                  </a:lnTo>
                  <a:lnTo>
                    <a:pt x="295" y="259"/>
                  </a:lnTo>
                  <a:lnTo>
                    <a:pt x="275" y="258"/>
                  </a:lnTo>
                  <a:lnTo>
                    <a:pt x="263" y="258"/>
                  </a:lnTo>
                  <a:lnTo>
                    <a:pt x="250" y="256"/>
                  </a:lnTo>
                  <a:lnTo>
                    <a:pt x="236" y="254"/>
                  </a:lnTo>
                  <a:lnTo>
                    <a:pt x="220" y="251"/>
                  </a:lnTo>
                  <a:lnTo>
                    <a:pt x="202" y="247"/>
                  </a:lnTo>
                  <a:lnTo>
                    <a:pt x="186" y="243"/>
                  </a:lnTo>
                  <a:lnTo>
                    <a:pt x="170" y="242"/>
                  </a:lnTo>
                  <a:lnTo>
                    <a:pt x="157" y="238"/>
                  </a:lnTo>
                  <a:lnTo>
                    <a:pt x="148" y="236"/>
                  </a:lnTo>
                  <a:lnTo>
                    <a:pt x="138" y="235"/>
                  </a:lnTo>
                  <a:lnTo>
                    <a:pt x="125" y="231"/>
                  </a:lnTo>
                  <a:lnTo>
                    <a:pt x="109" y="226"/>
                  </a:lnTo>
                  <a:lnTo>
                    <a:pt x="93" y="220"/>
                  </a:lnTo>
                  <a:lnTo>
                    <a:pt x="77" y="215"/>
                  </a:lnTo>
                  <a:lnTo>
                    <a:pt x="63" y="208"/>
                  </a:lnTo>
                  <a:lnTo>
                    <a:pt x="48" y="199"/>
                  </a:lnTo>
                  <a:lnTo>
                    <a:pt x="36" y="19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5" name="Google Shape;805;p23"/>
            <p:cNvSpPr/>
            <p:nvPr/>
          </p:nvSpPr>
          <p:spPr>
            <a:xfrm>
              <a:off x="1206" y="3712"/>
              <a:ext cx="36" cy="36"/>
            </a:xfrm>
            <a:custGeom>
              <a:rect b="b" l="l" r="r" t="t"/>
              <a:pathLst>
                <a:path extrusionOk="0" h="31" w="29">
                  <a:moveTo>
                    <a:pt x="25" y="27"/>
                  </a:moveTo>
                  <a:lnTo>
                    <a:pt x="29" y="22"/>
                  </a:lnTo>
                  <a:lnTo>
                    <a:pt x="29" y="16"/>
                  </a:lnTo>
                  <a:lnTo>
                    <a:pt x="29" y="11"/>
                  </a:lnTo>
                  <a:lnTo>
                    <a:pt x="25" y="6"/>
                  </a:lnTo>
                  <a:lnTo>
                    <a:pt x="20" y="2"/>
                  </a:lnTo>
                  <a:lnTo>
                    <a:pt x="14" y="0"/>
                  </a:lnTo>
                  <a:lnTo>
                    <a:pt x="9" y="2"/>
                  </a:lnTo>
                  <a:lnTo>
                    <a:pt x="4" y="6"/>
                  </a:lnTo>
                  <a:lnTo>
                    <a:pt x="0" y="11"/>
                  </a:lnTo>
                  <a:lnTo>
                    <a:pt x="0" y="15"/>
                  </a:lnTo>
                  <a:lnTo>
                    <a:pt x="0" y="20"/>
                  </a:lnTo>
                  <a:lnTo>
                    <a:pt x="4" y="25"/>
                  </a:lnTo>
                  <a:lnTo>
                    <a:pt x="9" y="29"/>
                  </a:lnTo>
                  <a:lnTo>
                    <a:pt x="14" y="31"/>
                  </a:lnTo>
                  <a:lnTo>
                    <a:pt x="20" y="31"/>
                  </a:lnTo>
                  <a:lnTo>
                    <a:pt x="25" y="27"/>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6" name="Google Shape;806;p23"/>
            <p:cNvSpPr/>
            <p:nvPr/>
          </p:nvSpPr>
          <p:spPr>
            <a:xfrm>
              <a:off x="870" y="2990"/>
              <a:ext cx="35" cy="32"/>
            </a:xfrm>
            <a:custGeom>
              <a:rect b="b" l="l" r="r" t="t"/>
              <a:pathLst>
                <a:path extrusionOk="0" h="28" w="28">
                  <a:moveTo>
                    <a:pt x="25" y="25"/>
                  </a:moveTo>
                  <a:lnTo>
                    <a:pt x="28" y="20"/>
                  </a:lnTo>
                  <a:lnTo>
                    <a:pt x="28" y="14"/>
                  </a:lnTo>
                  <a:lnTo>
                    <a:pt x="28" y="9"/>
                  </a:lnTo>
                  <a:lnTo>
                    <a:pt x="25" y="4"/>
                  </a:lnTo>
                  <a:lnTo>
                    <a:pt x="19" y="0"/>
                  </a:lnTo>
                  <a:lnTo>
                    <a:pt x="14" y="0"/>
                  </a:lnTo>
                  <a:lnTo>
                    <a:pt x="9" y="0"/>
                  </a:lnTo>
                  <a:lnTo>
                    <a:pt x="3" y="4"/>
                  </a:lnTo>
                  <a:lnTo>
                    <a:pt x="0" y="9"/>
                  </a:lnTo>
                  <a:lnTo>
                    <a:pt x="0" y="14"/>
                  </a:lnTo>
                  <a:lnTo>
                    <a:pt x="0" y="20"/>
                  </a:lnTo>
                  <a:lnTo>
                    <a:pt x="3" y="25"/>
                  </a:lnTo>
                  <a:lnTo>
                    <a:pt x="9" y="28"/>
                  </a:lnTo>
                  <a:lnTo>
                    <a:pt x="14" y="28"/>
                  </a:lnTo>
                  <a:lnTo>
                    <a:pt x="19" y="28"/>
                  </a:lnTo>
                  <a:lnTo>
                    <a:pt x="25" y="25"/>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7" name="Google Shape;807;p23"/>
            <p:cNvSpPr/>
            <p:nvPr/>
          </p:nvSpPr>
          <p:spPr>
            <a:xfrm>
              <a:off x="1147" y="3690"/>
              <a:ext cx="331" cy="185"/>
            </a:xfrm>
            <a:custGeom>
              <a:rect b="b" l="l" r="r" t="t"/>
              <a:pathLst>
                <a:path extrusionOk="0" h="160" w="268">
                  <a:moveTo>
                    <a:pt x="55" y="0"/>
                  </a:moveTo>
                  <a:lnTo>
                    <a:pt x="50" y="3"/>
                  </a:lnTo>
                  <a:lnTo>
                    <a:pt x="43" y="9"/>
                  </a:lnTo>
                  <a:lnTo>
                    <a:pt x="34" y="19"/>
                  </a:lnTo>
                  <a:lnTo>
                    <a:pt x="27" y="30"/>
                  </a:lnTo>
                  <a:lnTo>
                    <a:pt x="18" y="44"/>
                  </a:lnTo>
                  <a:lnTo>
                    <a:pt x="9" y="59"/>
                  </a:lnTo>
                  <a:lnTo>
                    <a:pt x="3" y="75"/>
                  </a:lnTo>
                  <a:lnTo>
                    <a:pt x="0" y="92"/>
                  </a:lnTo>
                  <a:lnTo>
                    <a:pt x="0" y="107"/>
                  </a:lnTo>
                  <a:lnTo>
                    <a:pt x="0" y="116"/>
                  </a:lnTo>
                  <a:lnTo>
                    <a:pt x="2" y="121"/>
                  </a:lnTo>
                  <a:lnTo>
                    <a:pt x="9" y="123"/>
                  </a:lnTo>
                  <a:lnTo>
                    <a:pt x="16" y="123"/>
                  </a:lnTo>
                  <a:lnTo>
                    <a:pt x="25" y="123"/>
                  </a:lnTo>
                  <a:lnTo>
                    <a:pt x="37" y="124"/>
                  </a:lnTo>
                  <a:lnTo>
                    <a:pt x="53" y="130"/>
                  </a:lnTo>
                  <a:lnTo>
                    <a:pt x="64" y="133"/>
                  </a:lnTo>
                  <a:lnTo>
                    <a:pt x="77" y="137"/>
                  </a:lnTo>
                  <a:lnTo>
                    <a:pt x="93" y="142"/>
                  </a:lnTo>
                  <a:lnTo>
                    <a:pt x="111" y="146"/>
                  </a:lnTo>
                  <a:lnTo>
                    <a:pt x="128" y="151"/>
                  </a:lnTo>
                  <a:lnTo>
                    <a:pt x="146" y="155"/>
                  </a:lnTo>
                  <a:lnTo>
                    <a:pt x="162" y="156"/>
                  </a:lnTo>
                  <a:lnTo>
                    <a:pt x="178" y="158"/>
                  </a:lnTo>
                  <a:lnTo>
                    <a:pt x="193" y="158"/>
                  </a:lnTo>
                  <a:lnTo>
                    <a:pt x="209" y="160"/>
                  </a:lnTo>
                  <a:lnTo>
                    <a:pt x="223" y="160"/>
                  </a:lnTo>
                  <a:lnTo>
                    <a:pt x="237" y="160"/>
                  </a:lnTo>
                  <a:lnTo>
                    <a:pt x="250" y="160"/>
                  </a:lnTo>
                  <a:lnTo>
                    <a:pt x="259" y="160"/>
                  </a:lnTo>
                  <a:lnTo>
                    <a:pt x="266" y="156"/>
                  </a:lnTo>
                  <a:lnTo>
                    <a:pt x="268" y="153"/>
                  </a:lnTo>
                  <a:lnTo>
                    <a:pt x="264" y="148"/>
                  </a:lnTo>
                  <a:lnTo>
                    <a:pt x="257" y="140"/>
                  </a:lnTo>
                  <a:lnTo>
                    <a:pt x="244" y="133"/>
                  </a:lnTo>
                  <a:lnTo>
                    <a:pt x="230" y="124"/>
                  </a:lnTo>
                  <a:lnTo>
                    <a:pt x="216" y="117"/>
                  </a:lnTo>
                  <a:lnTo>
                    <a:pt x="202" y="108"/>
                  </a:lnTo>
                  <a:lnTo>
                    <a:pt x="189" y="103"/>
                  </a:lnTo>
                  <a:lnTo>
                    <a:pt x="180" y="98"/>
                  </a:lnTo>
                  <a:lnTo>
                    <a:pt x="166" y="85"/>
                  </a:lnTo>
                  <a:lnTo>
                    <a:pt x="150" y="69"/>
                  </a:lnTo>
                  <a:lnTo>
                    <a:pt x="132" y="51"/>
                  </a:lnTo>
                  <a:lnTo>
                    <a:pt x="114" y="35"/>
                  </a:lnTo>
                  <a:lnTo>
                    <a:pt x="96" y="21"/>
                  </a:lnTo>
                  <a:lnTo>
                    <a:pt x="80" y="9"/>
                  </a:lnTo>
                  <a:lnTo>
                    <a:pt x="66" y="2"/>
                  </a:lnTo>
                  <a:lnTo>
                    <a:pt x="55" y="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8" name="Google Shape;808;p23"/>
            <p:cNvSpPr/>
            <p:nvPr/>
          </p:nvSpPr>
          <p:spPr>
            <a:xfrm>
              <a:off x="1204" y="3712"/>
              <a:ext cx="38" cy="36"/>
            </a:xfrm>
            <a:custGeom>
              <a:rect b="b" l="l" r="r" t="t"/>
              <a:pathLst>
                <a:path extrusionOk="0" h="31" w="31">
                  <a:moveTo>
                    <a:pt x="20" y="31"/>
                  </a:moveTo>
                  <a:lnTo>
                    <a:pt x="25" y="29"/>
                  </a:lnTo>
                  <a:lnTo>
                    <a:pt x="29" y="24"/>
                  </a:lnTo>
                  <a:lnTo>
                    <a:pt x="31" y="18"/>
                  </a:lnTo>
                  <a:lnTo>
                    <a:pt x="31" y="13"/>
                  </a:lnTo>
                  <a:lnTo>
                    <a:pt x="29" y="8"/>
                  </a:lnTo>
                  <a:lnTo>
                    <a:pt x="24" y="2"/>
                  </a:lnTo>
                  <a:lnTo>
                    <a:pt x="18" y="0"/>
                  </a:lnTo>
                  <a:lnTo>
                    <a:pt x="13" y="2"/>
                  </a:lnTo>
                  <a:lnTo>
                    <a:pt x="7" y="4"/>
                  </a:lnTo>
                  <a:lnTo>
                    <a:pt x="2" y="8"/>
                  </a:lnTo>
                  <a:lnTo>
                    <a:pt x="0" y="13"/>
                  </a:lnTo>
                  <a:lnTo>
                    <a:pt x="2" y="20"/>
                  </a:lnTo>
                  <a:lnTo>
                    <a:pt x="4" y="25"/>
                  </a:lnTo>
                  <a:lnTo>
                    <a:pt x="9" y="29"/>
                  </a:lnTo>
                  <a:lnTo>
                    <a:pt x="13" y="31"/>
                  </a:lnTo>
                  <a:lnTo>
                    <a:pt x="20" y="31"/>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09" name="Google Shape;809;p23"/>
            <p:cNvSpPr/>
            <p:nvPr/>
          </p:nvSpPr>
          <p:spPr>
            <a:xfrm>
              <a:off x="1136" y="3723"/>
              <a:ext cx="343" cy="159"/>
            </a:xfrm>
            <a:custGeom>
              <a:rect b="b" l="l" r="r" t="t"/>
              <a:pathLst>
                <a:path extrusionOk="0" h="137" w="278">
                  <a:moveTo>
                    <a:pt x="25" y="7"/>
                  </a:moveTo>
                  <a:lnTo>
                    <a:pt x="20" y="15"/>
                  </a:lnTo>
                  <a:lnTo>
                    <a:pt x="14" y="27"/>
                  </a:lnTo>
                  <a:lnTo>
                    <a:pt x="7" y="43"/>
                  </a:lnTo>
                  <a:lnTo>
                    <a:pt x="2" y="57"/>
                  </a:lnTo>
                  <a:lnTo>
                    <a:pt x="2" y="64"/>
                  </a:lnTo>
                  <a:lnTo>
                    <a:pt x="0" y="73"/>
                  </a:lnTo>
                  <a:lnTo>
                    <a:pt x="0" y="84"/>
                  </a:lnTo>
                  <a:lnTo>
                    <a:pt x="4" y="91"/>
                  </a:lnTo>
                  <a:lnTo>
                    <a:pt x="9" y="93"/>
                  </a:lnTo>
                  <a:lnTo>
                    <a:pt x="16" y="95"/>
                  </a:lnTo>
                  <a:lnTo>
                    <a:pt x="27" y="96"/>
                  </a:lnTo>
                  <a:lnTo>
                    <a:pt x="39" y="100"/>
                  </a:lnTo>
                  <a:lnTo>
                    <a:pt x="52" y="102"/>
                  </a:lnTo>
                  <a:lnTo>
                    <a:pt x="64" y="104"/>
                  </a:lnTo>
                  <a:lnTo>
                    <a:pt x="75" y="107"/>
                  </a:lnTo>
                  <a:lnTo>
                    <a:pt x="82" y="109"/>
                  </a:lnTo>
                  <a:lnTo>
                    <a:pt x="109" y="118"/>
                  </a:lnTo>
                  <a:lnTo>
                    <a:pt x="132" y="123"/>
                  </a:lnTo>
                  <a:lnTo>
                    <a:pt x="154" y="128"/>
                  </a:lnTo>
                  <a:lnTo>
                    <a:pt x="173" y="132"/>
                  </a:lnTo>
                  <a:lnTo>
                    <a:pt x="191" y="134"/>
                  </a:lnTo>
                  <a:lnTo>
                    <a:pt x="209" y="136"/>
                  </a:lnTo>
                  <a:lnTo>
                    <a:pt x="227" y="137"/>
                  </a:lnTo>
                  <a:lnTo>
                    <a:pt x="245" y="137"/>
                  </a:lnTo>
                  <a:lnTo>
                    <a:pt x="259" y="137"/>
                  </a:lnTo>
                  <a:lnTo>
                    <a:pt x="270" y="134"/>
                  </a:lnTo>
                  <a:lnTo>
                    <a:pt x="277" y="130"/>
                  </a:lnTo>
                  <a:lnTo>
                    <a:pt x="278" y="121"/>
                  </a:lnTo>
                  <a:lnTo>
                    <a:pt x="275" y="114"/>
                  </a:lnTo>
                  <a:lnTo>
                    <a:pt x="264" y="107"/>
                  </a:lnTo>
                  <a:lnTo>
                    <a:pt x="252" y="98"/>
                  </a:lnTo>
                  <a:lnTo>
                    <a:pt x="237" y="89"/>
                  </a:lnTo>
                  <a:lnTo>
                    <a:pt x="221" y="82"/>
                  </a:lnTo>
                  <a:lnTo>
                    <a:pt x="207" y="73"/>
                  </a:lnTo>
                  <a:lnTo>
                    <a:pt x="196" y="68"/>
                  </a:lnTo>
                  <a:lnTo>
                    <a:pt x="191" y="64"/>
                  </a:lnTo>
                  <a:lnTo>
                    <a:pt x="180" y="55"/>
                  </a:lnTo>
                  <a:lnTo>
                    <a:pt x="168" y="45"/>
                  </a:lnTo>
                  <a:lnTo>
                    <a:pt x="157" y="34"/>
                  </a:lnTo>
                  <a:lnTo>
                    <a:pt x="150" y="27"/>
                  </a:lnTo>
                  <a:lnTo>
                    <a:pt x="145" y="23"/>
                  </a:lnTo>
                  <a:lnTo>
                    <a:pt x="137" y="22"/>
                  </a:lnTo>
                  <a:lnTo>
                    <a:pt x="130" y="25"/>
                  </a:lnTo>
                  <a:lnTo>
                    <a:pt x="123" y="38"/>
                  </a:lnTo>
                  <a:lnTo>
                    <a:pt x="114" y="41"/>
                  </a:lnTo>
                  <a:lnTo>
                    <a:pt x="104" y="41"/>
                  </a:lnTo>
                  <a:lnTo>
                    <a:pt x="93" y="39"/>
                  </a:lnTo>
                  <a:lnTo>
                    <a:pt x="82" y="36"/>
                  </a:lnTo>
                  <a:lnTo>
                    <a:pt x="71" y="31"/>
                  </a:lnTo>
                  <a:lnTo>
                    <a:pt x="61" y="25"/>
                  </a:lnTo>
                  <a:lnTo>
                    <a:pt x="52" y="18"/>
                  </a:lnTo>
                  <a:lnTo>
                    <a:pt x="43" y="11"/>
                  </a:lnTo>
                  <a:lnTo>
                    <a:pt x="39" y="7"/>
                  </a:lnTo>
                  <a:lnTo>
                    <a:pt x="36" y="2"/>
                  </a:lnTo>
                  <a:lnTo>
                    <a:pt x="32" y="0"/>
                  </a:lnTo>
                  <a:lnTo>
                    <a:pt x="30" y="0"/>
                  </a:lnTo>
                  <a:lnTo>
                    <a:pt x="29" y="2"/>
                  </a:lnTo>
                  <a:lnTo>
                    <a:pt x="27" y="4"/>
                  </a:lnTo>
                  <a:lnTo>
                    <a:pt x="27" y="6"/>
                  </a:lnTo>
                  <a:lnTo>
                    <a:pt x="25" y="7"/>
                  </a:lnTo>
                  <a:close/>
                </a:path>
              </a:pathLst>
            </a:custGeom>
            <a:solidFill>
              <a:srgbClr val="4C16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0" name="Google Shape;810;p23"/>
            <p:cNvSpPr/>
            <p:nvPr/>
          </p:nvSpPr>
          <p:spPr>
            <a:xfrm>
              <a:off x="1136" y="3828"/>
              <a:ext cx="342" cy="60"/>
            </a:xfrm>
            <a:custGeom>
              <a:rect b="b" l="l" r="r" t="t"/>
              <a:pathLst>
                <a:path extrusionOk="0" h="52" w="277">
                  <a:moveTo>
                    <a:pt x="4" y="0"/>
                  </a:moveTo>
                  <a:lnTo>
                    <a:pt x="9" y="2"/>
                  </a:lnTo>
                  <a:lnTo>
                    <a:pt x="16" y="4"/>
                  </a:lnTo>
                  <a:lnTo>
                    <a:pt x="27" y="5"/>
                  </a:lnTo>
                  <a:lnTo>
                    <a:pt x="39" y="9"/>
                  </a:lnTo>
                  <a:lnTo>
                    <a:pt x="52" y="11"/>
                  </a:lnTo>
                  <a:lnTo>
                    <a:pt x="64" y="13"/>
                  </a:lnTo>
                  <a:lnTo>
                    <a:pt x="75" y="16"/>
                  </a:lnTo>
                  <a:lnTo>
                    <a:pt x="82" y="18"/>
                  </a:lnTo>
                  <a:lnTo>
                    <a:pt x="109" y="27"/>
                  </a:lnTo>
                  <a:lnTo>
                    <a:pt x="132" y="32"/>
                  </a:lnTo>
                  <a:lnTo>
                    <a:pt x="154" y="37"/>
                  </a:lnTo>
                  <a:lnTo>
                    <a:pt x="173" y="41"/>
                  </a:lnTo>
                  <a:lnTo>
                    <a:pt x="191" y="43"/>
                  </a:lnTo>
                  <a:lnTo>
                    <a:pt x="209" y="45"/>
                  </a:lnTo>
                  <a:lnTo>
                    <a:pt x="227" y="46"/>
                  </a:lnTo>
                  <a:lnTo>
                    <a:pt x="245" y="46"/>
                  </a:lnTo>
                  <a:lnTo>
                    <a:pt x="252" y="46"/>
                  </a:lnTo>
                  <a:lnTo>
                    <a:pt x="261" y="46"/>
                  </a:lnTo>
                  <a:lnTo>
                    <a:pt x="268" y="45"/>
                  </a:lnTo>
                  <a:lnTo>
                    <a:pt x="273" y="43"/>
                  </a:lnTo>
                  <a:lnTo>
                    <a:pt x="275" y="43"/>
                  </a:lnTo>
                  <a:lnTo>
                    <a:pt x="277" y="45"/>
                  </a:lnTo>
                  <a:lnTo>
                    <a:pt x="277" y="48"/>
                  </a:lnTo>
                  <a:lnTo>
                    <a:pt x="275" y="50"/>
                  </a:lnTo>
                  <a:lnTo>
                    <a:pt x="270" y="52"/>
                  </a:lnTo>
                  <a:lnTo>
                    <a:pt x="259" y="52"/>
                  </a:lnTo>
                  <a:lnTo>
                    <a:pt x="243" y="52"/>
                  </a:lnTo>
                  <a:lnTo>
                    <a:pt x="225" y="52"/>
                  </a:lnTo>
                  <a:lnTo>
                    <a:pt x="205" y="52"/>
                  </a:lnTo>
                  <a:lnTo>
                    <a:pt x="186" y="50"/>
                  </a:lnTo>
                  <a:lnTo>
                    <a:pt x="168" y="48"/>
                  </a:lnTo>
                  <a:lnTo>
                    <a:pt x="154" y="45"/>
                  </a:lnTo>
                  <a:lnTo>
                    <a:pt x="141" y="41"/>
                  </a:lnTo>
                  <a:lnTo>
                    <a:pt x="130" y="37"/>
                  </a:lnTo>
                  <a:lnTo>
                    <a:pt x="118" y="34"/>
                  </a:lnTo>
                  <a:lnTo>
                    <a:pt x="107" y="30"/>
                  </a:lnTo>
                  <a:lnTo>
                    <a:pt x="98" y="27"/>
                  </a:lnTo>
                  <a:lnTo>
                    <a:pt x="91" y="25"/>
                  </a:lnTo>
                  <a:lnTo>
                    <a:pt x="86" y="23"/>
                  </a:lnTo>
                  <a:lnTo>
                    <a:pt x="82" y="21"/>
                  </a:lnTo>
                  <a:lnTo>
                    <a:pt x="80" y="25"/>
                  </a:lnTo>
                  <a:lnTo>
                    <a:pt x="80" y="29"/>
                  </a:lnTo>
                  <a:lnTo>
                    <a:pt x="80" y="30"/>
                  </a:lnTo>
                  <a:lnTo>
                    <a:pt x="79" y="32"/>
                  </a:lnTo>
                  <a:lnTo>
                    <a:pt x="75" y="32"/>
                  </a:lnTo>
                  <a:lnTo>
                    <a:pt x="68" y="32"/>
                  </a:lnTo>
                  <a:lnTo>
                    <a:pt x="59" y="30"/>
                  </a:lnTo>
                  <a:lnTo>
                    <a:pt x="46" y="29"/>
                  </a:lnTo>
                  <a:lnTo>
                    <a:pt x="32" y="27"/>
                  </a:lnTo>
                  <a:lnTo>
                    <a:pt x="20" y="23"/>
                  </a:lnTo>
                  <a:lnTo>
                    <a:pt x="9" y="20"/>
                  </a:lnTo>
                  <a:lnTo>
                    <a:pt x="0" y="16"/>
                  </a:lnTo>
                  <a:lnTo>
                    <a:pt x="0" y="11"/>
                  </a:lnTo>
                  <a:lnTo>
                    <a:pt x="0" y="5"/>
                  </a:lnTo>
                  <a:lnTo>
                    <a:pt x="0" y="0"/>
                  </a:lnTo>
                  <a:lnTo>
                    <a:pt x="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1" name="Google Shape;811;p23"/>
            <p:cNvSpPr/>
            <p:nvPr/>
          </p:nvSpPr>
          <p:spPr>
            <a:xfrm>
              <a:off x="789" y="2865"/>
              <a:ext cx="820" cy="924"/>
            </a:xfrm>
            <a:custGeom>
              <a:rect b="b" l="l" r="r" t="t"/>
              <a:pathLst>
                <a:path extrusionOk="0" h="795" w="662">
                  <a:moveTo>
                    <a:pt x="284" y="776"/>
                  </a:moveTo>
                  <a:lnTo>
                    <a:pt x="294" y="779"/>
                  </a:lnTo>
                  <a:lnTo>
                    <a:pt x="309" y="783"/>
                  </a:lnTo>
                  <a:lnTo>
                    <a:pt x="328" y="788"/>
                  </a:lnTo>
                  <a:lnTo>
                    <a:pt x="350" y="792"/>
                  </a:lnTo>
                  <a:lnTo>
                    <a:pt x="376" y="795"/>
                  </a:lnTo>
                  <a:lnTo>
                    <a:pt x="405" y="793"/>
                  </a:lnTo>
                  <a:lnTo>
                    <a:pt x="437" y="788"/>
                  </a:lnTo>
                  <a:lnTo>
                    <a:pt x="469" y="776"/>
                  </a:lnTo>
                  <a:lnTo>
                    <a:pt x="462" y="745"/>
                  </a:lnTo>
                  <a:lnTo>
                    <a:pt x="453" y="719"/>
                  </a:lnTo>
                  <a:lnTo>
                    <a:pt x="448" y="696"/>
                  </a:lnTo>
                  <a:lnTo>
                    <a:pt x="448" y="683"/>
                  </a:lnTo>
                  <a:lnTo>
                    <a:pt x="450" y="678"/>
                  </a:lnTo>
                  <a:lnTo>
                    <a:pt x="455" y="665"/>
                  </a:lnTo>
                  <a:lnTo>
                    <a:pt x="462" y="649"/>
                  </a:lnTo>
                  <a:lnTo>
                    <a:pt x="471" y="632"/>
                  </a:lnTo>
                  <a:lnTo>
                    <a:pt x="480" y="612"/>
                  </a:lnTo>
                  <a:lnTo>
                    <a:pt x="489" y="594"/>
                  </a:lnTo>
                  <a:lnTo>
                    <a:pt x="496" y="580"/>
                  </a:lnTo>
                  <a:lnTo>
                    <a:pt x="503" y="569"/>
                  </a:lnTo>
                  <a:lnTo>
                    <a:pt x="514" y="552"/>
                  </a:lnTo>
                  <a:lnTo>
                    <a:pt x="533" y="516"/>
                  </a:lnTo>
                  <a:lnTo>
                    <a:pt x="560" y="470"/>
                  </a:lnTo>
                  <a:lnTo>
                    <a:pt x="589" y="418"/>
                  </a:lnTo>
                  <a:lnTo>
                    <a:pt x="617" y="365"/>
                  </a:lnTo>
                  <a:lnTo>
                    <a:pt x="641" y="317"/>
                  </a:lnTo>
                  <a:lnTo>
                    <a:pt x="657" y="280"/>
                  </a:lnTo>
                  <a:lnTo>
                    <a:pt x="662" y="258"/>
                  </a:lnTo>
                  <a:lnTo>
                    <a:pt x="660" y="248"/>
                  </a:lnTo>
                  <a:lnTo>
                    <a:pt x="657" y="237"/>
                  </a:lnTo>
                  <a:lnTo>
                    <a:pt x="653" y="228"/>
                  </a:lnTo>
                  <a:lnTo>
                    <a:pt x="650" y="217"/>
                  </a:lnTo>
                  <a:lnTo>
                    <a:pt x="642" y="208"/>
                  </a:lnTo>
                  <a:lnTo>
                    <a:pt x="633" y="198"/>
                  </a:lnTo>
                  <a:lnTo>
                    <a:pt x="621" y="189"/>
                  </a:lnTo>
                  <a:lnTo>
                    <a:pt x="607" y="178"/>
                  </a:lnTo>
                  <a:lnTo>
                    <a:pt x="594" y="173"/>
                  </a:lnTo>
                  <a:lnTo>
                    <a:pt x="578" y="164"/>
                  </a:lnTo>
                  <a:lnTo>
                    <a:pt x="558" y="155"/>
                  </a:lnTo>
                  <a:lnTo>
                    <a:pt x="535" y="143"/>
                  </a:lnTo>
                  <a:lnTo>
                    <a:pt x="508" y="130"/>
                  </a:lnTo>
                  <a:lnTo>
                    <a:pt x="480" y="118"/>
                  </a:lnTo>
                  <a:lnTo>
                    <a:pt x="451" y="105"/>
                  </a:lnTo>
                  <a:lnTo>
                    <a:pt x="421" y="91"/>
                  </a:lnTo>
                  <a:lnTo>
                    <a:pt x="391" y="77"/>
                  </a:lnTo>
                  <a:lnTo>
                    <a:pt x="362" y="64"/>
                  </a:lnTo>
                  <a:lnTo>
                    <a:pt x="335" y="52"/>
                  </a:lnTo>
                  <a:lnTo>
                    <a:pt x="309" y="41"/>
                  </a:lnTo>
                  <a:lnTo>
                    <a:pt x="287" y="31"/>
                  </a:lnTo>
                  <a:lnTo>
                    <a:pt x="267" y="23"/>
                  </a:lnTo>
                  <a:lnTo>
                    <a:pt x="253" y="16"/>
                  </a:lnTo>
                  <a:lnTo>
                    <a:pt x="244" y="13"/>
                  </a:lnTo>
                  <a:lnTo>
                    <a:pt x="226" y="7"/>
                  </a:lnTo>
                  <a:lnTo>
                    <a:pt x="205" y="4"/>
                  </a:lnTo>
                  <a:lnTo>
                    <a:pt x="180" y="0"/>
                  </a:lnTo>
                  <a:lnTo>
                    <a:pt x="153" y="0"/>
                  </a:lnTo>
                  <a:lnTo>
                    <a:pt x="126" y="0"/>
                  </a:lnTo>
                  <a:lnTo>
                    <a:pt x="100" y="4"/>
                  </a:lnTo>
                  <a:lnTo>
                    <a:pt x="76" y="11"/>
                  </a:lnTo>
                  <a:lnTo>
                    <a:pt x="59" y="22"/>
                  </a:lnTo>
                  <a:lnTo>
                    <a:pt x="28" y="52"/>
                  </a:lnTo>
                  <a:lnTo>
                    <a:pt x="9" y="84"/>
                  </a:lnTo>
                  <a:lnTo>
                    <a:pt x="0" y="116"/>
                  </a:lnTo>
                  <a:lnTo>
                    <a:pt x="0" y="148"/>
                  </a:lnTo>
                  <a:lnTo>
                    <a:pt x="7" y="178"/>
                  </a:lnTo>
                  <a:lnTo>
                    <a:pt x="21" y="203"/>
                  </a:lnTo>
                  <a:lnTo>
                    <a:pt x="43" y="224"/>
                  </a:lnTo>
                  <a:lnTo>
                    <a:pt x="68" y="237"/>
                  </a:lnTo>
                  <a:lnTo>
                    <a:pt x="82" y="240"/>
                  </a:lnTo>
                  <a:lnTo>
                    <a:pt x="105" y="249"/>
                  </a:lnTo>
                  <a:lnTo>
                    <a:pt x="135" y="260"/>
                  </a:lnTo>
                  <a:lnTo>
                    <a:pt x="171" y="271"/>
                  </a:lnTo>
                  <a:lnTo>
                    <a:pt x="205" y="283"/>
                  </a:lnTo>
                  <a:lnTo>
                    <a:pt x="237" y="292"/>
                  </a:lnTo>
                  <a:lnTo>
                    <a:pt x="262" y="299"/>
                  </a:lnTo>
                  <a:lnTo>
                    <a:pt x="278" y="303"/>
                  </a:lnTo>
                  <a:lnTo>
                    <a:pt x="291" y="304"/>
                  </a:lnTo>
                  <a:lnTo>
                    <a:pt x="307" y="306"/>
                  </a:lnTo>
                  <a:lnTo>
                    <a:pt x="326" y="310"/>
                  </a:lnTo>
                  <a:lnTo>
                    <a:pt x="346" y="315"/>
                  </a:lnTo>
                  <a:lnTo>
                    <a:pt x="366" y="319"/>
                  </a:lnTo>
                  <a:lnTo>
                    <a:pt x="384" y="322"/>
                  </a:lnTo>
                  <a:lnTo>
                    <a:pt x="400" y="324"/>
                  </a:lnTo>
                  <a:lnTo>
                    <a:pt x="409" y="324"/>
                  </a:lnTo>
                  <a:lnTo>
                    <a:pt x="425" y="322"/>
                  </a:lnTo>
                  <a:lnTo>
                    <a:pt x="437" y="324"/>
                  </a:lnTo>
                  <a:lnTo>
                    <a:pt x="442" y="328"/>
                  </a:lnTo>
                  <a:lnTo>
                    <a:pt x="437" y="335"/>
                  </a:lnTo>
                  <a:lnTo>
                    <a:pt x="432" y="338"/>
                  </a:lnTo>
                  <a:lnTo>
                    <a:pt x="428" y="342"/>
                  </a:lnTo>
                  <a:lnTo>
                    <a:pt x="426" y="347"/>
                  </a:lnTo>
                  <a:lnTo>
                    <a:pt x="425" y="351"/>
                  </a:lnTo>
                  <a:lnTo>
                    <a:pt x="425" y="356"/>
                  </a:lnTo>
                  <a:lnTo>
                    <a:pt x="423" y="361"/>
                  </a:lnTo>
                  <a:lnTo>
                    <a:pt x="419" y="367"/>
                  </a:lnTo>
                  <a:lnTo>
                    <a:pt x="412" y="367"/>
                  </a:lnTo>
                  <a:lnTo>
                    <a:pt x="407" y="367"/>
                  </a:lnTo>
                  <a:lnTo>
                    <a:pt x="403" y="372"/>
                  </a:lnTo>
                  <a:lnTo>
                    <a:pt x="400" y="379"/>
                  </a:lnTo>
                  <a:lnTo>
                    <a:pt x="400" y="388"/>
                  </a:lnTo>
                  <a:lnTo>
                    <a:pt x="394" y="402"/>
                  </a:lnTo>
                  <a:lnTo>
                    <a:pt x="385" y="427"/>
                  </a:lnTo>
                  <a:lnTo>
                    <a:pt x="375" y="454"/>
                  </a:lnTo>
                  <a:lnTo>
                    <a:pt x="366" y="477"/>
                  </a:lnTo>
                  <a:lnTo>
                    <a:pt x="359" y="496"/>
                  </a:lnTo>
                  <a:lnTo>
                    <a:pt x="348" y="530"/>
                  </a:lnTo>
                  <a:lnTo>
                    <a:pt x="334" y="577"/>
                  </a:lnTo>
                  <a:lnTo>
                    <a:pt x="317" y="626"/>
                  </a:lnTo>
                  <a:lnTo>
                    <a:pt x="303" y="678"/>
                  </a:lnTo>
                  <a:lnTo>
                    <a:pt x="291" y="721"/>
                  </a:lnTo>
                  <a:lnTo>
                    <a:pt x="282" y="753"/>
                  </a:lnTo>
                  <a:lnTo>
                    <a:pt x="278" y="767"/>
                  </a:lnTo>
                  <a:lnTo>
                    <a:pt x="280" y="769"/>
                  </a:lnTo>
                  <a:lnTo>
                    <a:pt x="280" y="772"/>
                  </a:lnTo>
                  <a:lnTo>
                    <a:pt x="282" y="774"/>
                  </a:lnTo>
                  <a:lnTo>
                    <a:pt x="284" y="776"/>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2" name="Google Shape;812;p23"/>
            <p:cNvSpPr/>
            <p:nvPr/>
          </p:nvSpPr>
          <p:spPr>
            <a:xfrm>
              <a:off x="1141" y="1779"/>
              <a:ext cx="377" cy="422"/>
            </a:xfrm>
            <a:custGeom>
              <a:rect b="b" l="l" r="r" t="t"/>
              <a:pathLst>
                <a:path extrusionOk="0" h="364" w="304">
                  <a:moveTo>
                    <a:pt x="156" y="5"/>
                  </a:moveTo>
                  <a:lnTo>
                    <a:pt x="170" y="2"/>
                  </a:lnTo>
                  <a:lnTo>
                    <a:pt x="184" y="0"/>
                  </a:lnTo>
                  <a:lnTo>
                    <a:pt x="198" y="2"/>
                  </a:lnTo>
                  <a:lnTo>
                    <a:pt x="213" y="5"/>
                  </a:lnTo>
                  <a:lnTo>
                    <a:pt x="229" y="12"/>
                  </a:lnTo>
                  <a:lnTo>
                    <a:pt x="245" y="23"/>
                  </a:lnTo>
                  <a:lnTo>
                    <a:pt x="261" y="37"/>
                  </a:lnTo>
                  <a:lnTo>
                    <a:pt x="277" y="55"/>
                  </a:lnTo>
                  <a:lnTo>
                    <a:pt x="291" y="76"/>
                  </a:lnTo>
                  <a:lnTo>
                    <a:pt x="302" y="98"/>
                  </a:lnTo>
                  <a:lnTo>
                    <a:pt x="304" y="123"/>
                  </a:lnTo>
                  <a:lnTo>
                    <a:pt x="297" y="153"/>
                  </a:lnTo>
                  <a:lnTo>
                    <a:pt x="293" y="162"/>
                  </a:lnTo>
                  <a:lnTo>
                    <a:pt x="290" y="174"/>
                  </a:lnTo>
                  <a:lnTo>
                    <a:pt x="284" y="183"/>
                  </a:lnTo>
                  <a:lnTo>
                    <a:pt x="281" y="190"/>
                  </a:lnTo>
                  <a:lnTo>
                    <a:pt x="277" y="194"/>
                  </a:lnTo>
                  <a:lnTo>
                    <a:pt x="273" y="199"/>
                  </a:lnTo>
                  <a:lnTo>
                    <a:pt x="270" y="204"/>
                  </a:lnTo>
                  <a:lnTo>
                    <a:pt x="270" y="211"/>
                  </a:lnTo>
                  <a:lnTo>
                    <a:pt x="270" y="220"/>
                  </a:lnTo>
                  <a:lnTo>
                    <a:pt x="272" y="233"/>
                  </a:lnTo>
                  <a:lnTo>
                    <a:pt x="272" y="245"/>
                  </a:lnTo>
                  <a:lnTo>
                    <a:pt x="272" y="251"/>
                  </a:lnTo>
                  <a:lnTo>
                    <a:pt x="270" y="252"/>
                  </a:lnTo>
                  <a:lnTo>
                    <a:pt x="266" y="256"/>
                  </a:lnTo>
                  <a:lnTo>
                    <a:pt x="265" y="258"/>
                  </a:lnTo>
                  <a:lnTo>
                    <a:pt x="261" y="259"/>
                  </a:lnTo>
                  <a:lnTo>
                    <a:pt x="259" y="259"/>
                  </a:lnTo>
                  <a:lnTo>
                    <a:pt x="256" y="258"/>
                  </a:lnTo>
                  <a:lnTo>
                    <a:pt x="254" y="256"/>
                  </a:lnTo>
                  <a:lnTo>
                    <a:pt x="250" y="256"/>
                  </a:lnTo>
                  <a:lnTo>
                    <a:pt x="248" y="256"/>
                  </a:lnTo>
                  <a:lnTo>
                    <a:pt x="245" y="258"/>
                  </a:lnTo>
                  <a:lnTo>
                    <a:pt x="243" y="261"/>
                  </a:lnTo>
                  <a:lnTo>
                    <a:pt x="243" y="263"/>
                  </a:lnTo>
                  <a:lnTo>
                    <a:pt x="243" y="267"/>
                  </a:lnTo>
                  <a:lnTo>
                    <a:pt x="243" y="268"/>
                  </a:lnTo>
                  <a:lnTo>
                    <a:pt x="241" y="270"/>
                  </a:lnTo>
                  <a:lnTo>
                    <a:pt x="240" y="272"/>
                  </a:lnTo>
                  <a:lnTo>
                    <a:pt x="238" y="272"/>
                  </a:lnTo>
                  <a:lnTo>
                    <a:pt x="236" y="272"/>
                  </a:lnTo>
                  <a:lnTo>
                    <a:pt x="232" y="270"/>
                  </a:lnTo>
                  <a:lnTo>
                    <a:pt x="231" y="268"/>
                  </a:lnTo>
                  <a:lnTo>
                    <a:pt x="223" y="265"/>
                  </a:lnTo>
                  <a:lnTo>
                    <a:pt x="216" y="261"/>
                  </a:lnTo>
                  <a:lnTo>
                    <a:pt x="211" y="256"/>
                  </a:lnTo>
                  <a:lnTo>
                    <a:pt x="207" y="254"/>
                  </a:lnTo>
                  <a:lnTo>
                    <a:pt x="206" y="254"/>
                  </a:lnTo>
                  <a:lnTo>
                    <a:pt x="202" y="256"/>
                  </a:lnTo>
                  <a:lnTo>
                    <a:pt x="202" y="258"/>
                  </a:lnTo>
                  <a:lnTo>
                    <a:pt x="202" y="259"/>
                  </a:lnTo>
                  <a:lnTo>
                    <a:pt x="206" y="263"/>
                  </a:lnTo>
                  <a:lnTo>
                    <a:pt x="211" y="268"/>
                  </a:lnTo>
                  <a:lnTo>
                    <a:pt x="216" y="275"/>
                  </a:lnTo>
                  <a:lnTo>
                    <a:pt x="220" y="279"/>
                  </a:lnTo>
                  <a:lnTo>
                    <a:pt x="222" y="283"/>
                  </a:lnTo>
                  <a:lnTo>
                    <a:pt x="222" y="288"/>
                  </a:lnTo>
                  <a:lnTo>
                    <a:pt x="220" y="291"/>
                  </a:lnTo>
                  <a:lnTo>
                    <a:pt x="216" y="293"/>
                  </a:lnTo>
                  <a:lnTo>
                    <a:pt x="211" y="293"/>
                  </a:lnTo>
                  <a:lnTo>
                    <a:pt x="207" y="295"/>
                  </a:lnTo>
                  <a:lnTo>
                    <a:pt x="204" y="299"/>
                  </a:lnTo>
                  <a:lnTo>
                    <a:pt x="204" y="304"/>
                  </a:lnTo>
                  <a:lnTo>
                    <a:pt x="200" y="313"/>
                  </a:lnTo>
                  <a:lnTo>
                    <a:pt x="193" y="322"/>
                  </a:lnTo>
                  <a:lnTo>
                    <a:pt x="181" y="325"/>
                  </a:lnTo>
                  <a:lnTo>
                    <a:pt x="166" y="320"/>
                  </a:lnTo>
                  <a:lnTo>
                    <a:pt x="161" y="315"/>
                  </a:lnTo>
                  <a:lnTo>
                    <a:pt x="156" y="311"/>
                  </a:lnTo>
                  <a:lnTo>
                    <a:pt x="152" y="309"/>
                  </a:lnTo>
                  <a:lnTo>
                    <a:pt x="150" y="308"/>
                  </a:lnTo>
                  <a:lnTo>
                    <a:pt x="149" y="308"/>
                  </a:lnTo>
                  <a:lnTo>
                    <a:pt x="145" y="308"/>
                  </a:lnTo>
                  <a:lnTo>
                    <a:pt x="143" y="309"/>
                  </a:lnTo>
                  <a:lnTo>
                    <a:pt x="140" y="311"/>
                  </a:lnTo>
                  <a:lnTo>
                    <a:pt x="129" y="324"/>
                  </a:lnTo>
                  <a:lnTo>
                    <a:pt x="116" y="336"/>
                  </a:lnTo>
                  <a:lnTo>
                    <a:pt x="100" y="347"/>
                  </a:lnTo>
                  <a:lnTo>
                    <a:pt x="86" y="357"/>
                  </a:lnTo>
                  <a:lnTo>
                    <a:pt x="70" y="363"/>
                  </a:lnTo>
                  <a:lnTo>
                    <a:pt x="52" y="364"/>
                  </a:lnTo>
                  <a:lnTo>
                    <a:pt x="34" y="361"/>
                  </a:lnTo>
                  <a:lnTo>
                    <a:pt x="18" y="352"/>
                  </a:lnTo>
                  <a:lnTo>
                    <a:pt x="6" y="336"/>
                  </a:lnTo>
                  <a:lnTo>
                    <a:pt x="0" y="318"/>
                  </a:lnTo>
                  <a:lnTo>
                    <a:pt x="6" y="299"/>
                  </a:lnTo>
                  <a:lnTo>
                    <a:pt x="15" y="279"/>
                  </a:lnTo>
                  <a:lnTo>
                    <a:pt x="22" y="267"/>
                  </a:lnTo>
                  <a:lnTo>
                    <a:pt x="31" y="254"/>
                  </a:lnTo>
                  <a:lnTo>
                    <a:pt x="40" y="242"/>
                  </a:lnTo>
                  <a:lnTo>
                    <a:pt x="49" y="227"/>
                  </a:lnTo>
                  <a:lnTo>
                    <a:pt x="56" y="215"/>
                  </a:lnTo>
                  <a:lnTo>
                    <a:pt x="63" y="203"/>
                  </a:lnTo>
                  <a:lnTo>
                    <a:pt x="66" y="190"/>
                  </a:lnTo>
                  <a:lnTo>
                    <a:pt x="66" y="181"/>
                  </a:lnTo>
                  <a:lnTo>
                    <a:pt x="65" y="158"/>
                  </a:lnTo>
                  <a:lnTo>
                    <a:pt x="66" y="131"/>
                  </a:lnTo>
                  <a:lnTo>
                    <a:pt x="70" y="107"/>
                  </a:lnTo>
                  <a:lnTo>
                    <a:pt x="77" y="82"/>
                  </a:lnTo>
                  <a:lnTo>
                    <a:pt x="88" y="57"/>
                  </a:lnTo>
                  <a:lnTo>
                    <a:pt x="106" y="35"/>
                  </a:lnTo>
                  <a:lnTo>
                    <a:pt x="127" y="18"/>
                  </a:lnTo>
                  <a:lnTo>
                    <a:pt x="156" y="5"/>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3" name="Google Shape;813;p23"/>
            <p:cNvSpPr/>
            <p:nvPr/>
          </p:nvSpPr>
          <p:spPr>
            <a:xfrm>
              <a:off x="1189" y="2132"/>
              <a:ext cx="37" cy="35"/>
            </a:xfrm>
            <a:custGeom>
              <a:rect b="b" l="l" r="r" t="t"/>
              <a:pathLst>
                <a:path extrusionOk="0" h="30" w="30">
                  <a:moveTo>
                    <a:pt x="5" y="27"/>
                  </a:moveTo>
                  <a:lnTo>
                    <a:pt x="11" y="30"/>
                  </a:lnTo>
                  <a:lnTo>
                    <a:pt x="16" y="30"/>
                  </a:lnTo>
                  <a:lnTo>
                    <a:pt x="21" y="28"/>
                  </a:lnTo>
                  <a:lnTo>
                    <a:pt x="27" y="25"/>
                  </a:lnTo>
                  <a:lnTo>
                    <a:pt x="30" y="20"/>
                  </a:lnTo>
                  <a:lnTo>
                    <a:pt x="30" y="14"/>
                  </a:lnTo>
                  <a:lnTo>
                    <a:pt x="27" y="9"/>
                  </a:lnTo>
                  <a:lnTo>
                    <a:pt x="23" y="4"/>
                  </a:lnTo>
                  <a:lnTo>
                    <a:pt x="18" y="0"/>
                  </a:lnTo>
                  <a:lnTo>
                    <a:pt x="12" y="0"/>
                  </a:lnTo>
                  <a:lnTo>
                    <a:pt x="7" y="4"/>
                  </a:lnTo>
                  <a:lnTo>
                    <a:pt x="3" y="7"/>
                  </a:lnTo>
                  <a:lnTo>
                    <a:pt x="0" y="12"/>
                  </a:lnTo>
                  <a:lnTo>
                    <a:pt x="0" y="18"/>
                  </a:lnTo>
                  <a:lnTo>
                    <a:pt x="2" y="23"/>
                  </a:lnTo>
                  <a:lnTo>
                    <a:pt x="5" y="27"/>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4" name="Google Shape;814;p23"/>
            <p:cNvSpPr/>
            <p:nvPr/>
          </p:nvSpPr>
          <p:spPr>
            <a:xfrm>
              <a:off x="1279" y="1861"/>
              <a:ext cx="38" cy="35"/>
            </a:xfrm>
            <a:custGeom>
              <a:rect b="b" l="l" r="r" t="t"/>
              <a:pathLst>
                <a:path extrusionOk="0" h="30" w="30">
                  <a:moveTo>
                    <a:pt x="7" y="28"/>
                  </a:moveTo>
                  <a:lnTo>
                    <a:pt x="13" y="30"/>
                  </a:lnTo>
                  <a:lnTo>
                    <a:pt x="18" y="30"/>
                  </a:lnTo>
                  <a:lnTo>
                    <a:pt x="23" y="28"/>
                  </a:lnTo>
                  <a:lnTo>
                    <a:pt x="27" y="25"/>
                  </a:lnTo>
                  <a:lnTo>
                    <a:pt x="30" y="20"/>
                  </a:lnTo>
                  <a:lnTo>
                    <a:pt x="30" y="14"/>
                  </a:lnTo>
                  <a:lnTo>
                    <a:pt x="29" y="9"/>
                  </a:lnTo>
                  <a:lnTo>
                    <a:pt x="25" y="4"/>
                  </a:lnTo>
                  <a:lnTo>
                    <a:pt x="20" y="0"/>
                  </a:lnTo>
                  <a:lnTo>
                    <a:pt x="14" y="0"/>
                  </a:lnTo>
                  <a:lnTo>
                    <a:pt x="9" y="4"/>
                  </a:lnTo>
                  <a:lnTo>
                    <a:pt x="4" y="7"/>
                  </a:lnTo>
                  <a:lnTo>
                    <a:pt x="0" y="12"/>
                  </a:lnTo>
                  <a:lnTo>
                    <a:pt x="0" y="18"/>
                  </a:lnTo>
                  <a:lnTo>
                    <a:pt x="4" y="23"/>
                  </a:lnTo>
                  <a:lnTo>
                    <a:pt x="7" y="2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5" name="Google Shape;815;p23"/>
            <p:cNvSpPr/>
            <p:nvPr/>
          </p:nvSpPr>
          <p:spPr>
            <a:xfrm>
              <a:off x="1392" y="2074"/>
              <a:ext cx="36" cy="29"/>
            </a:xfrm>
            <a:custGeom>
              <a:rect b="b" l="l" r="r" t="t"/>
              <a:pathLst>
                <a:path extrusionOk="0" h="25" w="29">
                  <a:moveTo>
                    <a:pt x="18" y="25"/>
                  </a:moveTo>
                  <a:lnTo>
                    <a:pt x="14" y="21"/>
                  </a:lnTo>
                  <a:lnTo>
                    <a:pt x="9" y="14"/>
                  </a:lnTo>
                  <a:lnTo>
                    <a:pt x="4" y="9"/>
                  </a:lnTo>
                  <a:lnTo>
                    <a:pt x="0" y="5"/>
                  </a:lnTo>
                  <a:lnTo>
                    <a:pt x="0" y="4"/>
                  </a:lnTo>
                  <a:lnTo>
                    <a:pt x="0" y="2"/>
                  </a:lnTo>
                  <a:lnTo>
                    <a:pt x="4" y="0"/>
                  </a:lnTo>
                  <a:lnTo>
                    <a:pt x="5" y="0"/>
                  </a:lnTo>
                  <a:lnTo>
                    <a:pt x="9" y="2"/>
                  </a:lnTo>
                  <a:lnTo>
                    <a:pt x="14" y="7"/>
                  </a:lnTo>
                  <a:lnTo>
                    <a:pt x="21" y="11"/>
                  </a:lnTo>
                  <a:lnTo>
                    <a:pt x="29" y="14"/>
                  </a:lnTo>
                  <a:lnTo>
                    <a:pt x="25" y="18"/>
                  </a:lnTo>
                  <a:lnTo>
                    <a:pt x="23" y="21"/>
                  </a:lnTo>
                  <a:lnTo>
                    <a:pt x="20" y="23"/>
                  </a:lnTo>
                  <a:lnTo>
                    <a:pt x="18" y="2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6" name="Google Shape;816;p23"/>
            <p:cNvSpPr/>
            <p:nvPr/>
          </p:nvSpPr>
          <p:spPr>
            <a:xfrm>
              <a:off x="1429" y="1973"/>
              <a:ext cx="58" cy="23"/>
            </a:xfrm>
            <a:custGeom>
              <a:rect b="b" l="l" r="r" t="t"/>
              <a:pathLst>
                <a:path extrusionOk="0" h="20" w="47">
                  <a:moveTo>
                    <a:pt x="4" y="4"/>
                  </a:moveTo>
                  <a:lnTo>
                    <a:pt x="0" y="4"/>
                  </a:lnTo>
                  <a:lnTo>
                    <a:pt x="0" y="2"/>
                  </a:lnTo>
                  <a:lnTo>
                    <a:pt x="2" y="0"/>
                  </a:lnTo>
                  <a:lnTo>
                    <a:pt x="4" y="0"/>
                  </a:lnTo>
                  <a:lnTo>
                    <a:pt x="8" y="0"/>
                  </a:lnTo>
                  <a:lnTo>
                    <a:pt x="13" y="0"/>
                  </a:lnTo>
                  <a:lnTo>
                    <a:pt x="18" y="0"/>
                  </a:lnTo>
                  <a:lnTo>
                    <a:pt x="25" y="0"/>
                  </a:lnTo>
                  <a:lnTo>
                    <a:pt x="34" y="2"/>
                  </a:lnTo>
                  <a:lnTo>
                    <a:pt x="41" y="7"/>
                  </a:lnTo>
                  <a:lnTo>
                    <a:pt x="45" y="11"/>
                  </a:lnTo>
                  <a:lnTo>
                    <a:pt x="47" y="14"/>
                  </a:lnTo>
                  <a:lnTo>
                    <a:pt x="47" y="16"/>
                  </a:lnTo>
                  <a:lnTo>
                    <a:pt x="43" y="18"/>
                  </a:lnTo>
                  <a:lnTo>
                    <a:pt x="41" y="20"/>
                  </a:lnTo>
                  <a:lnTo>
                    <a:pt x="40" y="20"/>
                  </a:lnTo>
                  <a:lnTo>
                    <a:pt x="38" y="20"/>
                  </a:lnTo>
                  <a:lnTo>
                    <a:pt x="38" y="16"/>
                  </a:lnTo>
                  <a:lnTo>
                    <a:pt x="36" y="14"/>
                  </a:lnTo>
                  <a:lnTo>
                    <a:pt x="36" y="12"/>
                  </a:lnTo>
                  <a:lnTo>
                    <a:pt x="31" y="9"/>
                  </a:lnTo>
                  <a:lnTo>
                    <a:pt x="24" y="5"/>
                  </a:lnTo>
                  <a:lnTo>
                    <a:pt x="15" y="4"/>
                  </a:lnTo>
                  <a:lnTo>
                    <a:pt x="4" y="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7" name="Google Shape;817;p23"/>
            <p:cNvSpPr/>
            <p:nvPr/>
          </p:nvSpPr>
          <p:spPr>
            <a:xfrm>
              <a:off x="1428" y="1996"/>
              <a:ext cx="37" cy="24"/>
            </a:xfrm>
            <a:custGeom>
              <a:rect b="b" l="l" r="r" t="t"/>
              <a:pathLst>
                <a:path extrusionOk="0" h="21" w="30">
                  <a:moveTo>
                    <a:pt x="9" y="5"/>
                  </a:moveTo>
                  <a:lnTo>
                    <a:pt x="12" y="7"/>
                  </a:lnTo>
                  <a:lnTo>
                    <a:pt x="17" y="7"/>
                  </a:lnTo>
                  <a:lnTo>
                    <a:pt x="21" y="8"/>
                  </a:lnTo>
                  <a:lnTo>
                    <a:pt x="26" y="8"/>
                  </a:lnTo>
                  <a:lnTo>
                    <a:pt x="28" y="8"/>
                  </a:lnTo>
                  <a:lnTo>
                    <a:pt x="28" y="8"/>
                  </a:lnTo>
                  <a:lnTo>
                    <a:pt x="30" y="10"/>
                  </a:lnTo>
                  <a:lnTo>
                    <a:pt x="30" y="10"/>
                  </a:lnTo>
                  <a:lnTo>
                    <a:pt x="30" y="12"/>
                  </a:lnTo>
                  <a:lnTo>
                    <a:pt x="28" y="14"/>
                  </a:lnTo>
                  <a:lnTo>
                    <a:pt x="25" y="14"/>
                  </a:lnTo>
                  <a:lnTo>
                    <a:pt x="21" y="14"/>
                  </a:lnTo>
                  <a:lnTo>
                    <a:pt x="19" y="16"/>
                  </a:lnTo>
                  <a:lnTo>
                    <a:pt x="19" y="16"/>
                  </a:lnTo>
                  <a:lnTo>
                    <a:pt x="17" y="17"/>
                  </a:lnTo>
                  <a:lnTo>
                    <a:pt x="17" y="19"/>
                  </a:lnTo>
                  <a:lnTo>
                    <a:pt x="17" y="21"/>
                  </a:lnTo>
                  <a:lnTo>
                    <a:pt x="17" y="21"/>
                  </a:lnTo>
                  <a:lnTo>
                    <a:pt x="17" y="21"/>
                  </a:lnTo>
                  <a:lnTo>
                    <a:pt x="16" y="19"/>
                  </a:lnTo>
                  <a:lnTo>
                    <a:pt x="14" y="17"/>
                  </a:lnTo>
                  <a:lnTo>
                    <a:pt x="10" y="14"/>
                  </a:lnTo>
                  <a:lnTo>
                    <a:pt x="7" y="10"/>
                  </a:lnTo>
                  <a:lnTo>
                    <a:pt x="5" y="8"/>
                  </a:lnTo>
                  <a:lnTo>
                    <a:pt x="3" y="7"/>
                  </a:lnTo>
                  <a:lnTo>
                    <a:pt x="1" y="5"/>
                  </a:lnTo>
                  <a:lnTo>
                    <a:pt x="0" y="5"/>
                  </a:lnTo>
                  <a:lnTo>
                    <a:pt x="0" y="3"/>
                  </a:lnTo>
                  <a:lnTo>
                    <a:pt x="0" y="1"/>
                  </a:lnTo>
                  <a:lnTo>
                    <a:pt x="0" y="0"/>
                  </a:lnTo>
                  <a:lnTo>
                    <a:pt x="1" y="0"/>
                  </a:lnTo>
                  <a:lnTo>
                    <a:pt x="3" y="1"/>
                  </a:lnTo>
                  <a:lnTo>
                    <a:pt x="5" y="3"/>
                  </a:lnTo>
                  <a:lnTo>
                    <a:pt x="7" y="5"/>
                  </a:lnTo>
                  <a:lnTo>
                    <a:pt x="9" y="5"/>
                  </a:lnTo>
                  <a:lnTo>
                    <a:pt x="9" y="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8" name="Google Shape;818;p23"/>
            <p:cNvSpPr/>
            <p:nvPr/>
          </p:nvSpPr>
          <p:spPr>
            <a:xfrm>
              <a:off x="1191" y="1766"/>
              <a:ext cx="372" cy="258"/>
            </a:xfrm>
            <a:custGeom>
              <a:rect b="b" l="l" r="r" t="t"/>
              <a:pathLst>
                <a:path extrusionOk="0" h="222" w="300">
                  <a:moveTo>
                    <a:pt x="275" y="180"/>
                  </a:moveTo>
                  <a:lnTo>
                    <a:pt x="282" y="180"/>
                  </a:lnTo>
                  <a:lnTo>
                    <a:pt x="287" y="173"/>
                  </a:lnTo>
                  <a:lnTo>
                    <a:pt x="292" y="166"/>
                  </a:lnTo>
                  <a:lnTo>
                    <a:pt x="296" y="157"/>
                  </a:lnTo>
                  <a:lnTo>
                    <a:pt x="298" y="144"/>
                  </a:lnTo>
                  <a:lnTo>
                    <a:pt x="300" y="128"/>
                  </a:lnTo>
                  <a:lnTo>
                    <a:pt x="298" y="112"/>
                  </a:lnTo>
                  <a:lnTo>
                    <a:pt x="294" y="100"/>
                  </a:lnTo>
                  <a:lnTo>
                    <a:pt x="285" y="89"/>
                  </a:lnTo>
                  <a:lnTo>
                    <a:pt x="275" y="80"/>
                  </a:lnTo>
                  <a:lnTo>
                    <a:pt x="260" y="71"/>
                  </a:lnTo>
                  <a:lnTo>
                    <a:pt x="250" y="62"/>
                  </a:lnTo>
                  <a:lnTo>
                    <a:pt x="244" y="57"/>
                  </a:lnTo>
                  <a:lnTo>
                    <a:pt x="235" y="50"/>
                  </a:lnTo>
                  <a:lnTo>
                    <a:pt x="226" y="41"/>
                  </a:lnTo>
                  <a:lnTo>
                    <a:pt x="217" y="30"/>
                  </a:lnTo>
                  <a:lnTo>
                    <a:pt x="207" y="21"/>
                  </a:lnTo>
                  <a:lnTo>
                    <a:pt x="196" y="14"/>
                  </a:lnTo>
                  <a:lnTo>
                    <a:pt x="187" y="9"/>
                  </a:lnTo>
                  <a:lnTo>
                    <a:pt x="178" y="5"/>
                  </a:lnTo>
                  <a:lnTo>
                    <a:pt x="167" y="4"/>
                  </a:lnTo>
                  <a:lnTo>
                    <a:pt x="158" y="0"/>
                  </a:lnTo>
                  <a:lnTo>
                    <a:pt x="151" y="0"/>
                  </a:lnTo>
                  <a:lnTo>
                    <a:pt x="146" y="0"/>
                  </a:lnTo>
                  <a:lnTo>
                    <a:pt x="141" y="2"/>
                  </a:lnTo>
                  <a:lnTo>
                    <a:pt x="128" y="5"/>
                  </a:lnTo>
                  <a:lnTo>
                    <a:pt x="116" y="9"/>
                  </a:lnTo>
                  <a:lnTo>
                    <a:pt x="100" y="14"/>
                  </a:lnTo>
                  <a:lnTo>
                    <a:pt x="84" y="21"/>
                  </a:lnTo>
                  <a:lnTo>
                    <a:pt x="69" y="27"/>
                  </a:lnTo>
                  <a:lnTo>
                    <a:pt x="59" y="34"/>
                  </a:lnTo>
                  <a:lnTo>
                    <a:pt x="51" y="39"/>
                  </a:lnTo>
                  <a:lnTo>
                    <a:pt x="42" y="54"/>
                  </a:lnTo>
                  <a:lnTo>
                    <a:pt x="34" y="71"/>
                  </a:lnTo>
                  <a:lnTo>
                    <a:pt x="23" y="91"/>
                  </a:lnTo>
                  <a:lnTo>
                    <a:pt x="16" y="110"/>
                  </a:lnTo>
                  <a:lnTo>
                    <a:pt x="7" y="130"/>
                  </a:lnTo>
                  <a:lnTo>
                    <a:pt x="1" y="148"/>
                  </a:lnTo>
                  <a:lnTo>
                    <a:pt x="0" y="162"/>
                  </a:lnTo>
                  <a:lnTo>
                    <a:pt x="0" y="169"/>
                  </a:lnTo>
                  <a:lnTo>
                    <a:pt x="1" y="182"/>
                  </a:lnTo>
                  <a:lnTo>
                    <a:pt x="5" y="194"/>
                  </a:lnTo>
                  <a:lnTo>
                    <a:pt x="7" y="206"/>
                  </a:lnTo>
                  <a:lnTo>
                    <a:pt x="10" y="214"/>
                  </a:lnTo>
                  <a:lnTo>
                    <a:pt x="14" y="215"/>
                  </a:lnTo>
                  <a:lnTo>
                    <a:pt x="17" y="217"/>
                  </a:lnTo>
                  <a:lnTo>
                    <a:pt x="25" y="221"/>
                  </a:lnTo>
                  <a:lnTo>
                    <a:pt x="32" y="222"/>
                  </a:lnTo>
                  <a:lnTo>
                    <a:pt x="41" y="222"/>
                  </a:lnTo>
                  <a:lnTo>
                    <a:pt x="50" y="222"/>
                  </a:lnTo>
                  <a:lnTo>
                    <a:pt x="59" y="222"/>
                  </a:lnTo>
                  <a:lnTo>
                    <a:pt x="69" y="221"/>
                  </a:lnTo>
                  <a:lnTo>
                    <a:pt x="66" y="208"/>
                  </a:lnTo>
                  <a:lnTo>
                    <a:pt x="66" y="192"/>
                  </a:lnTo>
                  <a:lnTo>
                    <a:pt x="69" y="178"/>
                  </a:lnTo>
                  <a:lnTo>
                    <a:pt x="75" y="166"/>
                  </a:lnTo>
                  <a:lnTo>
                    <a:pt x="87" y="167"/>
                  </a:lnTo>
                  <a:lnTo>
                    <a:pt x="96" y="173"/>
                  </a:lnTo>
                  <a:lnTo>
                    <a:pt x="101" y="176"/>
                  </a:lnTo>
                  <a:lnTo>
                    <a:pt x="105" y="182"/>
                  </a:lnTo>
                  <a:lnTo>
                    <a:pt x="114" y="178"/>
                  </a:lnTo>
                  <a:lnTo>
                    <a:pt x="123" y="176"/>
                  </a:lnTo>
                  <a:lnTo>
                    <a:pt x="132" y="174"/>
                  </a:lnTo>
                  <a:lnTo>
                    <a:pt x="139" y="173"/>
                  </a:lnTo>
                  <a:lnTo>
                    <a:pt x="144" y="173"/>
                  </a:lnTo>
                  <a:lnTo>
                    <a:pt x="151" y="171"/>
                  </a:lnTo>
                  <a:lnTo>
                    <a:pt x="158" y="169"/>
                  </a:lnTo>
                  <a:lnTo>
                    <a:pt x="166" y="166"/>
                  </a:lnTo>
                  <a:lnTo>
                    <a:pt x="176" y="158"/>
                  </a:lnTo>
                  <a:lnTo>
                    <a:pt x="191" y="153"/>
                  </a:lnTo>
                  <a:lnTo>
                    <a:pt x="205" y="150"/>
                  </a:lnTo>
                  <a:lnTo>
                    <a:pt x="216" y="151"/>
                  </a:lnTo>
                  <a:lnTo>
                    <a:pt x="226" y="158"/>
                  </a:lnTo>
                  <a:lnTo>
                    <a:pt x="239" y="167"/>
                  </a:lnTo>
                  <a:lnTo>
                    <a:pt x="253" y="174"/>
                  </a:lnTo>
                  <a:lnTo>
                    <a:pt x="262" y="178"/>
                  </a:lnTo>
                  <a:lnTo>
                    <a:pt x="267" y="178"/>
                  </a:lnTo>
                  <a:lnTo>
                    <a:pt x="271" y="178"/>
                  </a:lnTo>
                  <a:lnTo>
                    <a:pt x="271" y="180"/>
                  </a:lnTo>
                  <a:lnTo>
                    <a:pt x="275" y="180"/>
                  </a:lnTo>
                  <a:close/>
                </a:path>
              </a:pathLst>
            </a:custGeom>
            <a:solidFill>
              <a:srgbClr val="0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19" name="Google Shape;819;p23"/>
            <p:cNvSpPr/>
            <p:nvPr/>
          </p:nvSpPr>
          <p:spPr>
            <a:xfrm>
              <a:off x="1279" y="1861"/>
              <a:ext cx="38" cy="35"/>
            </a:xfrm>
            <a:custGeom>
              <a:rect b="b" l="l" r="r" t="t"/>
              <a:pathLst>
                <a:path extrusionOk="0" h="30" w="30">
                  <a:moveTo>
                    <a:pt x="5" y="27"/>
                  </a:moveTo>
                  <a:lnTo>
                    <a:pt x="11" y="30"/>
                  </a:lnTo>
                  <a:lnTo>
                    <a:pt x="16" y="30"/>
                  </a:lnTo>
                  <a:lnTo>
                    <a:pt x="21" y="28"/>
                  </a:lnTo>
                  <a:lnTo>
                    <a:pt x="27" y="25"/>
                  </a:lnTo>
                  <a:lnTo>
                    <a:pt x="30" y="20"/>
                  </a:lnTo>
                  <a:lnTo>
                    <a:pt x="30" y="14"/>
                  </a:lnTo>
                  <a:lnTo>
                    <a:pt x="29" y="9"/>
                  </a:lnTo>
                  <a:lnTo>
                    <a:pt x="25" y="4"/>
                  </a:lnTo>
                  <a:lnTo>
                    <a:pt x="20" y="0"/>
                  </a:lnTo>
                  <a:lnTo>
                    <a:pt x="14" y="0"/>
                  </a:lnTo>
                  <a:lnTo>
                    <a:pt x="9" y="2"/>
                  </a:lnTo>
                  <a:lnTo>
                    <a:pt x="4" y="5"/>
                  </a:lnTo>
                  <a:lnTo>
                    <a:pt x="0" y="11"/>
                  </a:lnTo>
                  <a:lnTo>
                    <a:pt x="0" y="16"/>
                  </a:lnTo>
                  <a:lnTo>
                    <a:pt x="2" y="21"/>
                  </a:lnTo>
                  <a:lnTo>
                    <a:pt x="5" y="27"/>
                  </a:lnTo>
                  <a:close/>
                </a:path>
              </a:pathLst>
            </a:custGeom>
            <a:solidFill>
              <a:srgbClr val="0C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0" name="Google Shape;820;p23"/>
            <p:cNvSpPr/>
            <p:nvPr/>
          </p:nvSpPr>
          <p:spPr>
            <a:xfrm>
              <a:off x="709" y="2111"/>
              <a:ext cx="579" cy="1009"/>
            </a:xfrm>
            <a:custGeom>
              <a:rect b="b" l="l" r="r" t="t"/>
              <a:pathLst>
                <a:path extrusionOk="0" h="868" w="468">
                  <a:moveTo>
                    <a:pt x="4" y="683"/>
                  </a:moveTo>
                  <a:lnTo>
                    <a:pt x="17" y="656"/>
                  </a:lnTo>
                  <a:lnTo>
                    <a:pt x="33" y="628"/>
                  </a:lnTo>
                  <a:lnTo>
                    <a:pt x="50" y="601"/>
                  </a:lnTo>
                  <a:lnTo>
                    <a:pt x="68" y="576"/>
                  </a:lnTo>
                  <a:lnTo>
                    <a:pt x="86" y="553"/>
                  </a:lnTo>
                  <a:lnTo>
                    <a:pt x="102" y="534"/>
                  </a:lnTo>
                  <a:lnTo>
                    <a:pt x="116" y="518"/>
                  </a:lnTo>
                  <a:lnTo>
                    <a:pt x="125" y="505"/>
                  </a:lnTo>
                  <a:lnTo>
                    <a:pt x="136" y="487"/>
                  </a:lnTo>
                  <a:lnTo>
                    <a:pt x="145" y="470"/>
                  </a:lnTo>
                  <a:lnTo>
                    <a:pt x="150" y="455"/>
                  </a:lnTo>
                  <a:lnTo>
                    <a:pt x="154" y="445"/>
                  </a:lnTo>
                  <a:lnTo>
                    <a:pt x="158" y="427"/>
                  </a:lnTo>
                  <a:lnTo>
                    <a:pt x="165" y="397"/>
                  </a:lnTo>
                  <a:lnTo>
                    <a:pt x="170" y="365"/>
                  </a:lnTo>
                  <a:lnTo>
                    <a:pt x="174" y="342"/>
                  </a:lnTo>
                  <a:lnTo>
                    <a:pt x="174" y="317"/>
                  </a:lnTo>
                  <a:lnTo>
                    <a:pt x="174" y="274"/>
                  </a:lnTo>
                  <a:lnTo>
                    <a:pt x="179" y="222"/>
                  </a:lnTo>
                  <a:lnTo>
                    <a:pt x="195" y="166"/>
                  </a:lnTo>
                  <a:lnTo>
                    <a:pt x="215" y="128"/>
                  </a:lnTo>
                  <a:lnTo>
                    <a:pt x="241" y="93"/>
                  </a:lnTo>
                  <a:lnTo>
                    <a:pt x="272" y="62"/>
                  </a:lnTo>
                  <a:lnTo>
                    <a:pt x="304" y="38"/>
                  </a:lnTo>
                  <a:lnTo>
                    <a:pt x="336" y="18"/>
                  </a:lnTo>
                  <a:lnTo>
                    <a:pt x="366" y="5"/>
                  </a:lnTo>
                  <a:lnTo>
                    <a:pt x="393" y="0"/>
                  </a:lnTo>
                  <a:lnTo>
                    <a:pt x="415" y="4"/>
                  </a:lnTo>
                  <a:lnTo>
                    <a:pt x="431" y="18"/>
                  </a:lnTo>
                  <a:lnTo>
                    <a:pt x="440" y="43"/>
                  </a:lnTo>
                  <a:lnTo>
                    <a:pt x="443" y="70"/>
                  </a:lnTo>
                  <a:lnTo>
                    <a:pt x="443" y="93"/>
                  </a:lnTo>
                  <a:lnTo>
                    <a:pt x="445" y="116"/>
                  </a:lnTo>
                  <a:lnTo>
                    <a:pt x="449" y="142"/>
                  </a:lnTo>
                  <a:lnTo>
                    <a:pt x="456" y="171"/>
                  </a:lnTo>
                  <a:lnTo>
                    <a:pt x="463" y="196"/>
                  </a:lnTo>
                  <a:lnTo>
                    <a:pt x="466" y="222"/>
                  </a:lnTo>
                  <a:lnTo>
                    <a:pt x="468" y="254"/>
                  </a:lnTo>
                  <a:lnTo>
                    <a:pt x="466" y="286"/>
                  </a:lnTo>
                  <a:lnTo>
                    <a:pt x="465" y="315"/>
                  </a:lnTo>
                  <a:lnTo>
                    <a:pt x="459" y="338"/>
                  </a:lnTo>
                  <a:lnTo>
                    <a:pt x="449" y="359"/>
                  </a:lnTo>
                  <a:lnTo>
                    <a:pt x="438" y="379"/>
                  </a:lnTo>
                  <a:lnTo>
                    <a:pt x="429" y="390"/>
                  </a:lnTo>
                  <a:lnTo>
                    <a:pt x="424" y="400"/>
                  </a:lnTo>
                  <a:lnTo>
                    <a:pt x="418" y="416"/>
                  </a:lnTo>
                  <a:lnTo>
                    <a:pt x="415" y="434"/>
                  </a:lnTo>
                  <a:lnTo>
                    <a:pt x="411" y="450"/>
                  </a:lnTo>
                  <a:lnTo>
                    <a:pt x="406" y="468"/>
                  </a:lnTo>
                  <a:lnTo>
                    <a:pt x="395" y="487"/>
                  </a:lnTo>
                  <a:lnTo>
                    <a:pt x="384" y="507"/>
                  </a:lnTo>
                  <a:lnTo>
                    <a:pt x="374" y="523"/>
                  </a:lnTo>
                  <a:lnTo>
                    <a:pt x="366" y="543"/>
                  </a:lnTo>
                  <a:lnTo>
                    <a:pt x="357" y="569"/>
                  </a:lnTo>
                  <a:lnTo>
                    <a:pt x="350" y="601"/>
                  </a:lnTo>
                  <a:lnTo>
                    <a:pt x="345" y="628"/>
                  </a:lnTo>
                  <a:lnTo>
                    <a:pt x="338" y="651"/>
                  </a:lnTo>
                  <a:lnTo>
                    <a:pt x="329" y="674"/>
                  </a:lnTo>
                  <a:lnTo>
                    <a:pt x="320" y="694"/>
                  </a:lnTo>
                  <a:lnTo>
                    <a:pt x="311" y="708"/>
                  </a:lnTo>
                  <a:lnTo>
                    <a:pt x="306" y="719"/>
                  </a:lnTo>
                  <a:lnTo>
                    <a:pt x="299" y="736"/>
                  </a:lnTo>
                  <a:lnTo>
                    <a:pt x="290" y="756"/>
                  </a:lnTo>
                  <a:lnTo>
                    <a:pt x="277" y="779"/>
                  </a:lnTo>
                  <a:lnTo>
                    <a:pt x="263" y="802"/>
                  </a:lnTo>
                  <a:lnTo>
                    <a:pt x="245" y="825"/>
                  </a:lnTo>
                  <a:lnTo>
                    <a:pt x="224" y="845"/>
                  </a:lnTo>
                  <a:lnTo>
                    <a:pt x="197" y="859"/>
                  </a:lnTo>
                  <a:lnTo>
                    <a:pt x="183" y="864"/>
                  </a:lnTo>
                  <a:lnTo>
                    <a:pt x="168" y="866"/>
                  </a:lnTo>
                  <a:lnTo>
                    <a:pt x="150" y="868"/>
                  </a:lnTo>
                  <a:lnTo>
                    <a:pt x="131" y="866"/>
                  </a:lnTo>
                  <a:lnTo>
                    <a:pt x="111" y="863"/>
                  </a:lnTo>
                  <a:lnTo>
                    <a:pt x="90" y="856"/>
                  </a:lnTo>
                  <a:lnTo>
                    <a:pt x="68" y="843"/>
                  </a:lnTo>
                  <a:lnTo>
                    <a:pt x="49" y="827"/>
                  </a:lnTo>
                  <a:lnTo>
                    <a:pt x="36" y="813"/>
                  </a:lnTo>
                  <a:lnTo>
                    <a:pt x="24" y="795"/>
                  </a:lnTo>
                  <a:lnTo>
                    <a:pt x="15" y="776"/>
                  </a:lnTo>
                  <a:lnTo>
                    <a:pt x="8" y="754"/>
                  </a:lnTo>
                  <a:lnTo>
                    <a:pt x="2" y="735"/>
                  </a:lnTo>
                  <a:lnTo>
                    <a:pt x="0" y="715"/>
                  </a:lnTo>
                  <a:lnTo>
                    <a:pt x="0" y="697"/>
                  </a:lnTo>
                  <a:lnTo>
                    <a:pt x="4" y="683"/>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1" name="Google Shape;821;p23"/>
            <p:cNvSpPr/>
            <p:nvPr/>
          </p:nvSpPr>
          <p:spPr>
            <a:xfrm>
              <a:off x="1189" y="2132"/>
              <a:ext cx="37" cy="35"/>
            </a:xfrm>
            <a:custGeom>
              <a:rect b="b" l="l" r="r" t="t"/>
              <a:pathLst>
                <a:path extrusionOk="0" h="30" w="30">
                  <a:moveTo>
                    <a:pt x="9" y="28"/>
                  </a:moveTo>
                  <a:lnTo>
                    <a:pt x="14" y="30"/>
                  </a:lnTo>
                  <a:lnTo>
                    <a:pt x="19" y="28"/>
                  </a:lnTo>
                  <a:lnTo>
                    <a:pt x="25" y="27"/>
                  </a:lnTo>
                  <a:lnTo>
                    <a:pt x="28" y="21"/>
                  </a:lnTo>
                  <a:lnTo>
                    <a:pt x="30" y="16"/>
                  </a:lnTo>
                  <a:lnTo>
                    <a:pt x="28" y="11"/>
                  </a:lnTo>
                  <a:lnTo>
                    <a:pt x="27" y="5"/>
                  </a:lnTo>
                  <a:lnTo>
                    <a:pt x="21" y="2"/>
                  </a:lnTo>
                  <a:lnTo>
                    <a:pt x="14" y="0"/>
                  </a:lnTo>
                  <a:lnTo>
                    <a:pt x="9" y="2"/>
                  </a:lnTo>
                  <a:lnTo>
                    <a:pt x="3" y="4"/>
                  </a:lnTo>
                  <a:lnTo>
                    <a:pt x="2" y="9"/>
                  </a:lnTo>
                  <a:lnTo>
                    <a:pt x="0" y="16"/>
                  </a:lnTo>
                  <a:lnTo>
                    <a:pt x="2" y="21"/>
                  </a:lnTo>
                  <a:lnTo>
                    <a:pt x="3" y="27"/>
                  </a:lnTo>
                  <a:lnTo>
                    <a:pt x="9" y="2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2" name="Google Shape;822;p23"/>
            <p:cNvSpPr/>
            <p:nvPr/>
          </p:nvSpPr>
          <p:spPr>
            <a:xfrm>
              <a:off x="1130" y="2252"/>
              <a:ext cx="37" cy="34"/>
            </a:xfrm>
            <a:custGeom>
              <a:rect b="b" l="l" r="r" t="t"/>
              <a:pathLst>
                <a:path extrusionOk="0" h="30" w="30">
                  <a:moveTo>
                    <a:pt x="9" y="30"/>
                  </a:moveTo>
                  <a:lnTo>
                    <a:pt x="16" y="30"/>
                  </a:lnTo>
                  <a:lnTo>
                    <a:pt x="21" y="29"/>
                  </a:lnTo>
                  <a:lnTo>
                    <a:pt x="26" y="27"/>
                  </a:lnTo>
                  <a:lnTo>
                    <a:pt x="28" y="21"/>
                  </a:lnTo>
                  <a:lnTo>
                    <a:pt x="30" y="16"/>
                  </a:lnTo>
                  <a:lnTo>
                    <a:pt x="28" y="11"/>
                  </a:lnTo>
                  <a:lnTo>
                    <a:pt x="26" y="5"/>
                  </a:lnTo>
                  <a:lnTo>
                    <a:pt x="21" y="2"/>
                  </a:lnTo>
                  <a:lnTo>
                    <a:pt x="16" y="0"/>
                  </a:lnTo>
                  <a:lnTo>
                    <a:pt x="10" y="2"/>
                  </a:lnTo>
                  <a:lnTo>
                    <a:pt x="5" y="5"/>
                  </a:lnTo>
                  <a:lnTo>
                    <a:pt x="1" y="11"/>
                  </a:lnTo>
                  <a:lnTo>
                    <a:pt x="0" y="16"/>
                  </a:lnTo>
                  <a:lnTo>
                    <a:pt x="1" y="21"/>
                  </a:lnTo>
                  <a:lnTo>
                    <a:pt x="3" y="27"/>
                  </a:lnTo>
                  <a:lnTo>
                    <a:pt x="9" y="3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3" name="Google Shape;823;p23"/>
            <p:cNvSpPr/>
            <p:nvPr/>
          </p:nvSpPr>
          <p:spPr>
            <a:xfrm>
              <a:off x="868" y="2990"/>
              <a:ext cx="37" cy="34"/>
            </a:xfrm>
            <a:custGeom>
              <a:rect b="b" l="l" r="r" t="t"/>
              <a:pathLst>
                <a:path extrusionOk="0" h="30" w="30">
                  <a:moveTo>
                    <a:pt x="11" y="28"/>
                  </a:moveTo>
                  <a:lnTo>
                    <a:pt x="16" y="30"/>
                  </a:lnTo>
                  <a:lnTo>
                    <a:pt x="21" y="28"/>
                  </a:lnTo>
                  <a:lnTo>
                    <a:pt x="27" y="27"/>
                  </a:lnTo>
                  <a:lnTo>
                    <a:pt x="30" y="21"/>
                  </a:lnTo>
                  <a:lnTo>
                    <a:pt x="30" y="14"/>
                  </a:lnTo>
                  <a:lnTo>
                    <a:pt x="29" y="9"/>
                  </a:lnTo>
                  <a:lnTo>
                    <a:pt x="27" y="4"/>
                  </a:lnTo>
                  <a:lnTo>
                    <a:pt x="21" y="2"/>
                  </a:lnTo>
                  <a:lnTo>
                    <a:pt x="16" y="0"/>
                  </a:lnTo>
                  <a:lnTo>
                    <a:pt x="11" y="2"/>
                  </a:lnTo>
                  <a:lnTo>
                    <a:pt x="5" y="4"/>
                  </a:lnTo>
                  <a:lnTo>
                    <a:pt x="2" y="9"/>
                  </a:lnTo>
                  <a:lnTo>
                    <a:pt x="0" y="14"/>
                  </a:lnTo>
                  <a:lnTo>
                    <a:pt x="2" y="20"/>
                  </a:lnTo>
                  <a:lnTo>
                    <a:pt x="5" y="25"/>
                  </a:lnTo>
                  <a:lnTo>
                    <a:pt x="11" y="2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4" name="Google Shape;824;p23"/>
            <p:cNvSpPr/>
            <p:nvPr/>
          </p:nvSpPr>
          <p:spPr>
            <a:xfrm>
              <a:off x="696" y="2646"/>
              <a:ext cx="475" cy="497"/>
            </a:xfrm>
            <a:custGeom>
              <a:rect b="b" l="l" r="r" t="t"/>
              <a:pathLst>
                <a:path extrusionOk="0" h="427" w="384">
                  <a:moveTo>
                    <a:pt x="144" y="25"/>
                  </a:moveTo>
                  <a:lnTo>
                    <a:pt x="137" y="28"/>
                  </a:lnTo>
                  <a:lnTo>
                    <a:pt x="130" y="34"/>
                  </a:lnTo>
                  <a:lnTo>
                    <a:pt x="125" y="39"/>
                  </a:lnTo>
                  <a:lnTo>
                    <a:pt x="123" y="46"/>
                  </a:lnTo>
                  <a:lnTo>
                    <a:pt x="121" y="53"/>
                  </a:lnTo>
                  <a:lnTo>
                    <a:pt x="118" y="58"/>
                  </a:lnTo>
                  <a:lnTo>
                    <a:pt x="112" y="64"/>
                  </a:lnTo>
                  <a:lnTo>
                    <a:pt x="107" y="67"/>
                  </a:lnTo>
                  <a:lnTo>
                    <a:pt x="103" y="73"/>
                  </a:lnTo>
                  <a:lnTo>
                    <a:pt x="96" y="82"/>
                  </a:lnTo>
                  <a:lnTo>
                    <a:pt x="87" y="94"/>
                  </a:lnTo>
                  <a:lnTo>
                    <a:pt x="77" y="106"/>
                  </a:lnTo>
                  <a:lnTo>
                    <a:pt x="66" y="121"/>
                  </a:lnTo>
                  <a:lnTo>
                    <a:pt x="55" y="135"/>
                  </a:lnTo>
                  <a:lnTo>
                    <a:pt x="46" y="146"/>
                  </a:lnTo>
                  <a:lnTo>
                    <a:pt x="41" y="155"/>
                  </a:lnTo>
                  <a:lnTo>
                    <a:pt x="28" y="172"/>
                  </a:lnTo>
                  <a:lnTo>
                    <a:pt x="16" y="195"/>
                  </a:lnTo>
                  <a:lnTo>
                    <a:pt x="5" y="224"/>
                  </a:lnTo>
                  <a:lnTo>
                    <a:pt x="0" y="256"/>
                  </a:lnTo>
                  <a:lnTo>
                    <a:pt x="2" y="288"/>
                  </a:lnTo>
                  <a:lnTo>
                    <a:pt x="9" y="316"/>
                  </a:lnTo>
                  <a:lnTo>
                    <a:pt x="19" y="338"/>
                  </a:lnTo>
                  <a:lnTo>
                    <a:pt x="34" y="357"/>
                  </a:lnTo>
                  <a:lnTo>
                    <a:pt x="52" y="373"/>
                  </a:lnTo>
                  <a:lnTo>
                    <a:pt x="73" y="389"/>
                  </a:lnTo>
                  <a:lnTo>
                    <a:pt x="96" y="405"/>
                  </a:lnTo>
                  <a:lnTo>
                    <a:pt x="121" y="421"/>
                  </a:lnTo>
                  <a:lnTo>
                    <a:pt x="132" y="425"/>
                  </a:lnTo>
                  <a:lnTo>
                    <a:pt x="150" y="427"/>
                  </a:lnTo>
                  <a:lnTo>
                    <a:pt x="173" y="425"/>
                  </a:lnTo>
                  <a:lnTo>
                    <a:pt x="200" y="421"/>
                  </a:lnTo>
                  <a:lnTo>
                    <a:pt x="225" y="416"/>
                  </a:lnTo>
                  <a:lnTo>
                    <a:pt x="248" y="405"/>
                  </a:lnTo>
                  <a:lnTo>
                    <a:pt x="268" y="391"/>
                  </a:lnTo>
                  <a:lnTo>
                    <a:pt x="280" y="373"/>
                  </a:lnTo>
                  <a:lnTo>
                    <a:pt x="289" y="350"/>
                  </a:lnTo>
                  <a:lnTo>
                    <a:pt x="300" y="323"/>
                  </a:lnTo>
                  <a:lnTo>
                    <a:pt x="312" y="293"/>
                  </a:lnTo>
                  <a:lnTo>
                    <a:pt x="325" y="265"/>
                  </a:lnTo>
                  <a:lnTo>
                    <a:pt x="337" y="236"/>
                  </a:lnTo>
                  <a:lnTo>
                    <a:pt x="348" y="211"/>
                  </a:lnTo>
                  <a:lnTo>
                    <a:pt x="357" y="192"/>
                  </a:lnTo>
                  <a:lnTo>
                    <a:pt x="364" y="179"/>
                  </a:lnTo>
                  <a:lnTo>
                    <a:pt x="371" y="160"/>
                  </a:lnTo>
                  <a:lnTo>
                    <a:pt x="375" y="139"/>
                  </a:lnTo>
                  <a:lnTo>
                    <a:pt x="375" y="119"/>
                  </a:lnTo>
                  <a:lnTo>
                    <a:pt x="375" y="108"/>
                  </a:lnTo>
                  <a:lnTo>
                    <a:pt x="375" y="105"/>
                  </a:lnTo>
                  <a:lnTo>
                    <a:pt x="376" y="99"/>
                  </a:lnTo>
                  <a:lnTo>
                    <a:pt x="378" y="98"/>
                  </a:lnTo>
                  <a:lnTo>
                    <a:pt x="378" y="96"/>
                  </a:lnTo>
                  <a:lnTo>
                    <a:pt x="382" y="94"/>
                  </a:lnTo>
                  <a:lnTo>
                    <a:pt x="384" y="92"/>
                  </a:lnTo>
                  <a:lnTo>
                    <a:pt x="384" y="90"/>
                  </a:lnTo>
                  <a:lnTo>
                    <a:pt x="384" y="89"/>
                  </a:lnTo>
                  <a:lnTo>
                    <a:pt x="382" y="87"/>
                  </a:lnTo>
                  <a:lnTo>
                    <a:pt x="378" y="83"/>
                  </a:lnTo>
                  <a:lnTo>
                    <a:pt x="371" y="80"/>
                  </a:lnTo>
                  <a:lnTo>
                    <a:pt x="362" y="76"/>
                  </a:lnTo>
                  <a:lnTo>
                    <a:pt x="355" y="74"/>
                  </a:lnTo>
                  <a:lnTo>
                    <a:pt x="344" y="69"/>
                  </a:lnTo>
                  <a:lnTo>
                    <a:pt x="332" y="64"/>
                  </a:lnTo>
                  <a:lnTo>
                    <a:pt x="319" y="58"/>
                  </a:lnTo>
                  <a:lnTo>
                    <a:pt x="305" y="51"/>
                  </a:lnTo>
                  <a:lnTo>
                    <a:pt x="293" y="46"/>
                  </a:lnTo>
                  <a:lnTo>
                    <a:pt x="282" y="42"/>
                  </a:lnTo>
                  <a:lnTo>
                    <a:pt x="276" y="39"/>
                  </a:lnTo>
                  <a:lnTo>
                    <a:pt x="269" y="35"/>
                  </a:lnTo>
                  <a:lnTo>
                    <a:pt x="253" y="30"/>
                  </a:lnTo>
                  <a:lnTo>
                    <a:pt x="235" y="23"/>
                  </a:lnTo>
                  <a:lnTo>
                    <a:pt x="214" y="16"/>
                  </a:lnTo>
                  <a:lnTo>
                    <a:pt x="193" y="9"/>
                  </a:lnTo>
                  <a:lnTo>
                    <a:pt x="175" y="3"/>
                  </a:lnTo>
                  <a:lnTo>
                    <a:pt x="160" y="0"/>
                  </a:lnTo>
                  <a:lnTo>
                    <a:pt x="153" y="0"/>
                  </a:lnTo>
                  <a:lnTo>
                    <a:pt x="148" y="3"/>
                  </a:lnTo>
                  <a:lnTo>
                    <a:pt x="148" y="5"/>
                  </a:lnTo>
                  <a:lnTo>
                    <a:pt x="150" y="9"/>
                  </a:lnTo>
                  <a:lnTo>
                    <a:pt x="151" y="10"/>
                  </a:lnTo>
                  <a:lnTo>
                    <a:pt x="150" y="14"/>
                  </a:lnTo>
                  <a:lnTo>
                    <a:pt x="148" y="18"/>
                  </a:lnTo>
                  <a:lnTo>
                    <a:pt x="146" y="21"/>
                  </a:lnTo>
                  <a:lnTo>
                    <a:pt x="144" y="25"/>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5" name="Google Shape;825;p23"/>
            <p:cNvSpPr/>
            <p:nvPr/>
          </p:nvSpPr>
          <p:spPr>
            <a:xfrm>
              <a:off x="852" y="2033"/>
              <a:ext cx="460" cy="720"/>
            </a:xfrm>
            <a:custGeom>
              <a:rect b="b" l="l" r="r" t="t"/>
              <a:pathLst>
                <a:path extrusionOk="0" h="620" w="372">
                  <a:moveTo>
                    <a:pt x="27" y="528"/>
                  </a:moveTo>
                  <a:lnTo>
                    <a:pt x="34" y="528"/>
                  </a:lnTo>
                  <a:lnTo>
                    <a:pt x="49" y="531"/>
                  </a:lnTo>
                  <a:lnTo>
                    <a:pt x="67" y="537"/>
                  </a:lnTo>
                  <a:lnTo>
                    <a:pt x="88" y="544"/>
                  </a:lnTo>
                  <a:lnTo>
                    <a:pt x="109" y="551"/>
                  </a:lnTo>
                  <a:lnTo>
                    <a:pt x="127" y="558"/>
                  </a:lnTo>
                  <a:lnTo>
                    <a:pt x="143" y="563"/>
                  </a:lnTo>
                  <a:lnTo>
                    <a:pt x="150" y="567"/>
                  </a:lnTo>
                  <a:lnTo>
                    <a:pt x="156" y="570"/>
                  </a:lnTo>
                  <a:lnTo>
                    <a:pt x="167" y="574"/>
                  </a:lnTo>
                  <a:lnTo>
                    <a:pt x="179" y="579"/>
                  </a:lnTo>
                  <a:lnTo>
                    <a:pt x="193" y="586"/>
                  </a:lnTo>
                  <a:lnTo>
                    <a:pt x="206" y="592"/>
                  </a:lnTo>
                  <a:lnTo>
                    <a:pt x="218" y="597"/>
                  </a:lnTo>
                  <a:lnTo>
                    <a:pt x="229" y="602"/>
                  </a:lnTo>
                  <a:lnTo>
                    <a:pt x="236" y="604"/>
                  </a:lnTo>
                  <a:lnTo>
                    <a:pt x="245" y="608"/>
                  </a:lnTo>
                  <a:lnTo>
                    <a:pt x="252" y="611"/>
                  </a:lnTo>
                  <a:lnTo>
                    <a:pt x="256" y="615"/>
                  </a:lnTo>
                  <a:lnTo>
                    <a:pt x="258" y="617"/>
                  </a:lnTo>
                  <a:lnTo>
                    <a:pt x="265" y="620"/>
                  </a:lnTo>
                  <a:lnTo>
                    <a:pt x="270" y="618"/>
                  </a:lnTo>
                  <a:lnTo>
                    <a:pt x="275" y="613"/>
                  </a:lnTo>
                  <a:lnTo>
                    <a:pt x="281" y="602"/>
                  </a:lnTo>
                  <a:lnTo>
                    <a:pt x="290" y="579"/>
                  </a:lnTo>
                  <a:lnTo>
                    <a:pt x="302" y="542"/>
                  </a:lnTo>
                  <a:lnTo>
                    <a:pt x="316" y="506"/>
                  </a:lnTo>
                  <a:lnTo>
                    <a:pt x="327" y="482"/>
                  </a:lnTo>
                  <a:lnTo>
                    <a:pt x="336" y="462"/>
                  </a:lnTo>
                  <a:lnTo>
                    <a:pt x="345" y="430"/>
                  </a:lnTo>
                  <a:lnTo>
                    <a:pt x="352" y="400"/>
                  </a:lnTo>
                  <a:lnTo>
                    <a:pt x="356" y="380"/>
                  </a:lnTo>
                  <a:lnTo>
                    <a:pt x="359" y="364"/>
                  </a:lnTo>
                  <a:lnTo>
                    <a:pt x="365" y="346"/>
                  </a:lnTo>
                  <a:lnTo>
                    <a:pt x="370" y="329"/>
                  </a:lnTo>
                  <a:lnTo>
                    <a:pt x="372" y="314"/>
                  </a:lnTo>
                  <a:lnTo>
                    <a:pt x="368" y="297"/>
                  </a:lnTo>
                  <a:lnTo>
                    <a:pt x="365" y="273"/>
                  </a:lnTo>
                  <a:lnTo>
                    <a:pt x="361" y="252"/>
                  </a:lnTo>
                  <a:lnTo>
                    <a:pt x="361" y="236"/>
                  </a:lnTo>
                  <a:lnTo>
                    <a:pt x="363" y="222"/>
                  </a:lnTo>
                  <a:lnTo>
                    <a:pt x="366" y="202"/>
                  </a:lnTo>
                  <a:lnTo>
                    <a:pt x="370" y="188"/>
                  </a:lnTo>
                  <a:lnTo>
                    <a:pt x="372" y="181"/>
                  </a:lnTo>
                  <a:lnTo>
                    <a:pt x="363" y="176"/>
                  </a:lnTo>
                  <a:lnTo>
                    <a:pt x="356" y="170"/>
                  </a:lnTo>
                  <a:lnTo>
                    <a:pt x="350" y="165"/>
                  </a:lnTo>
                  <a:lnTo>
                    <a:pt x="349" y="161"/>
                  </a:lnTo>
                  <a:lnTo>
                    <a:pt x="352" y="158"/>
                  </a:lnTo>
                  <a:lnTo>
                    <a:pt x="359" y="154"/>
                  </a:lnTo>
                  <a:lnTo>
                    <a:pt x="366" y="153"/>
                  </a:lnTo>
                  <a:lnTo>
                    <a:pt x="370" y="151"/>
                  </a:lnTo>
                  <a:lnTo>
                    <a:pt x="365" y="121"/>
                  </a:lnTo>
                  <a:lnTo>
                    <a:pt x="350" y="92"/>
                  </a:lnTo>
                  <a:lnTo>
                    <a:pt x="334" y="69"/>
                  </a:lnTo>
                  <a:lnTo>
                    <a:pt x="318" y="53"/>
                  </a:lnTo>
                  <a:lnTo>
                    <a:pt x="311" y="46"/>
                  </a:lnTo>
                  <a:lnTo>
                    <a:pt x="302" y="37"/>
                  </a:lnTo>
                  <a:lnTo>
                    <a:pt x="293" y="28"/>
                  </a:lnTo>
                  <a:lnTo>
                    <a:pt x="284" y="19"/>
                  </a:lnTo>
                  <a:lnTo>
                    <a:pt x="275" y="12"/>
                  </a:lnTo>
                  <a:lnTo>
                    <a:pt x="268" y="5"/>
                  </a:lnTo>
                  <a:lnTo>
                    <a:pt x="263" y="1"/>
                  </a:lnTo>
                  <a:lnTo>
                    <a:pt x="261" y="0"/>
                  </a:lnTo>
                  <a:lnTo>
                    <a:pt x="254" y="10"/>
                  </a:lnTo>
                  <a:lnTo>
                    <a:pt x="241" y="33"/>
                  </a:lnTo>
                  <a:lnTo>
                    <a:pt x="229" y="55"/>
                  </a:lnTo>
                  <a:lnTo>
                    <a:pt x="225" y="67"/>
                  </a:lnTo>
                  <a:lnTo>
                    <a:pt x="225" y="71"/>
                  </a:lnTo>
                  <a:lnTo>
                    <a:pt x="225" y="74"/>
                  </a:lnTo>
                  <a:lnTo>
                    <a:pt x="222" y="80"/>
                  </a:lnTo>
                  <a:lnTo>
                    <a:pt x="215" y="85"/>
                  </a:lnTo>
                  <a:lnTo>
                    <a:pt x="186" y="101"/>
                  </a:lnTo>
                  <a:lnTo>
                    <a:pt x="159" y="119"/>
                  </a:lnTo>
                  <a:lnTo>
                    <a:pt x="134" y="140"/>
                  </a:lnTo>
                  <a:lnTo>
                    <a:pt x="113" y="163"/>
                  </a:lnTo>
                  <a:lnTo>
                    <a:pt x="93" y="190"/>
                  </a:lnTo>
                  <a:lnTo>
                    <a:pt x="79" y="218"/>
                  </a:lnTo>
                  <a:lnTo>
                    <a:pt x="67" y="249"/>
                  </a:lnTo>
                  <a:lnTo>
                    <a:pt x="58" y="281"/>
                  </a:lnTo>
                  <a:lnTo>
                    <a:pt x="54" y="307"/>
                  </a:lnTo>
                  <a:lnTo>
                    <a:pt x="45" y="352"/>
                  </a:lnTo>
                  <a:lnTo>
                    <a:pt x="36" y="396"/>
                  </a:lnTo>
                  <a:lnTo>
                    <a:pt x="27" y="425"/>
                  </a:lnTo>
                  <a:lnTo>
                    <a:pt x="18" y="442"/>
                  </a:lnTo>
                  <a:lnTo>
                    <a:pt x="9" y="464"/>
                  </a:lnTo>
                  <a:lnTo>
                    <a:pt x="2" y="483"/>
                  </a:lnTo>
                  <a:lnTo>
                    <a:pt x="0" y="498"/>
                  </a:lnTo>
                  <a:lnTo>
                    <a:pt x="2" y="506"/>
                  </a:lnTo>
                  <a:lnTo>
                    <a:pt x="8" y="515"/>
                  </a:lnTo>
                  <a:lnTo>
                    <a:pt x="17" y="522"/>
                  </a:lnTo>
                  <a:lnTo>
                    <a:pt x="27" y="528"/>
                  </a:lnTo>
                  <a:close/>
                </a:path>
              </a:pathLst>
            </a:custGeom>
            <a:solidFill>
              <a:srgbClr val="FFDD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6" name="Google Shape;826;p23"/>
            <p:cNvSpPr/>
            <p:nvPr/>
          </p:nvSpPr>
          <p:spPr>
            <a:xfrm>
              <a:off x="875" y="2658"/>
              <a:ext cx="123" cy="54"/>
            </a:xfrm>
            <a:custGeom>
              <a:rect b="b" l="l" r="r" t="t"/>
              <a:pathLst>
                <a:path extrusionOk="0" h="47" w="100">
                  <a:moveTo>
                    <a:pt x="0" y="15"/>
                  </a:moveTo>
                  <a:lnTo>
                    <a:pt x="2" y="11"/>
                  </a:lnTo>
                  <a:lnTo>
                    <a:pt x="4" y="8"/>
                  </a:lnTo>
                  <a:lnTo>
                    <a:pt x="6" y="4"/>
                  </a:lnTo>
                  <a:lnTo>
                    <a:pt x="7" y="0"/>
                  </a:lnTo>
                  <a:lnTo>
                    <a:pt x="15" y="2"/>
                  </a:lnTo>
                  <a:lnTo>
                    <a:pt x="24" y="4"/>
                  </a:lnTo>
                  <a:lnTo>
                    <a:pt x="34" y="6"/>
                  </a:lnTo>
                  <a:lnTo>
                    <a:pt x="47" y="9"/>
                  </a:lnTo>
                  <a:lnTo>
                    <a:pt x="59" y="13"/>
                  </a:lnTo>
                  <a:lnTo>
                    <a:pt x="74" y="18"/>
                  </a:lnTo>
                  <a:lnTo>
                    <a:pt x="88" y="24"/>
                  </a:lnTo>
                  <a:lnTo>
                    <a:pt x="100" y="31"/>
                  </a:lnTo>
                  <a:lnTo>
                    <a:pt x="95" y="47"/>
                  </a:lnTo>
                  <a:lnTo>
                    <a:pt x="84" y="41"/>
                  </a:lnTo>
                  <a:lnTo>
                    <a:pt x="74" y="38"/>
                  </a:lnTo>
                  <a:lnTo>
                    <a:pt x="61" y="32"/>
                  </a:lnTo>
                  <a:lnTo>
                    <a:pt x="49" y="27"/>
                  </a:lnTo>
                  <a:lnTo>
                    <a:pt x="36" y="24"/>
                  </a:lnTo>
                  <a:lnTo>
                    <a:pt x="24" y="20"/>
                  </a:lnTo>
                  <a:lnTo>
                    <a:pt x="13" y="16"/>
                  </a:lnTo>
                  <a:lnTo>
                    <a:pt x="0" y="15"/>
                  </a:lnTo>
                  <a:close/>
                </a:path>
              </a:pathLst>
            </a:custGeom>
            <a:solidFill>
              <a:srgbClr val="4C16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7" name="Google Shape;827;p23"/>
            <p:cNvSpPr/>
            <p:nvPr/>
          </p:nvSpPr>
          <p:spPr>
            <a:xfrm>
              <a:off x="1114" y="2743"/>
              <a:ext cx="50" cy="29"/>
            </a:xfrm>
            <a:custGeom>
              <a:rect b="b" l="l" r="r" t="t"/>
              <a:pathLst>
                <a:path extrusionOk="0" h="25" w="41">
                  <a:moveTo>
                    <a:pt x="38" y="25"/>
                  </a:moveTo>
                  <a:lnTo>
                    <a:pt x="38" y="22"/>
                  </a:lnTo>
                  <a:lnTo>
                    <a:pt x="39" y="16"/>
                  </a:lnTo>
                  <a:lnTo>
                    <a:pt x="41" y="15"/>
                  </a:lnTo>
                  <a:lnTo>
                    <a:pt x="41" y="13"/>
                  </a:lnTo>
                  <a:lnTo>
                    <a:pt x="30" y="9"/>
                  </a:lnTo>
                  <a:lnTo>
                    <a:pt x="20" y="6"/>
                  </a:lnTo>
                  <a:lnTo>
                    <a:pt x="9" y="2"/>
                  </a:lnTo>
                  <a:lnTo>
                    <a:pt x="4" y="0"/>
                  </a:lnTo>
                  <a:lnTo>
                    <a:pt x="0" y="13"/>
                  </a:lnTo>
                  <a:lnTo>
                    <a:pt x="5" y="15"/>
                  </a:lnTo>
                  <a:lnTo>
                    <a:pt x="16" y="18"/>
                  </a:lnTo>
                  <a:lnTo>
                    <a:pt x="29" y="23"/>
                  </a:lnTo>
                  <a:lnTo>
                    <a:pt x="38" y="25"/>
                  </a:lnTo>
                  <a:close/>
                </a:path>
              </a:pathLst>
            </a:custGeom>
            <a:solidFill>
              <a:srgbClr val="4C16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8" name="Google Shape;828;p23"/>
            <p:cNvSpPr/>
            <p:nvPr/>
          </p:nvSpPr>
          <p:spPr>
            <a:xfrm>
              <a:off x="1014" y="2702"/>
              <a:ext cx="85" cy="49"/>
            </a:xfrm>
            <a:custGeom>
              <a:rect b="b" l="l" r="r" t="t"/>
              <a:pathLst>
                <a:path extrusionOk="0" h="42" w="68">
                  <a:moveTo>
                    <a:pt x="68" y="28"/>
                  </a:moveTo>
                  <a:lnTo>
                    <a:pt x="62" y="26"/>
                  </a:lnTo>
                  <a:lnTo>
                    <a:pt x="55" y="23"/>
                  </a:lnTo>
                  <a:lnTo>
                    <a:pt x="46" y="19"/>
                  </a:lnTo>
                  <a:lnTo>
                    <a:pt x="36" y="14"/>
                  </a:lnTo>
                  <a:lnTo>
                    <a:pt x="25" y="9"/>
                  </a:lnTo>
                  <a:lnTo>
                    <a:pt x="16" y="5"/>
                  </a:lnTo>
                  <a:lnTo>
                    <a:pt x="9" y="2"/>
                  </a:lnTo>
                  <a:lnTo>
                    <a:pt x="5" y="0"/>
                  </a:lnTo>
                  <a:lnTo>
                    <a:pt x="0" y="16"/>
                  </a:lnTo>
                  <a:lnTo>
                    <a:pt x="7" y="18"/>
                  </a:lnTo>
                  <a:lnTo>
                    <a:pt x="14" y="21"/>
                  </a:lnTo>
                  <a:lnTo>
                    <a:pt x="25" y="26"/>
                  </a:lnTo>
                  <a:lnTo>
                    <a:pt x="34" y="30"/>
                  </a:lnTo>
                  <a:lnTo>
                    <a:pt x="44" y="35"/>
                  </a:lnTo>
                  <a:lnTo>
                    <a:pt x="52" y="39"/>
                  </a:lnTo>
                  <a:lnTo>
                    <a:pt x="59" y="41"/>
                  </a:lnTo>
                  <a:lnTo>
                    <a:pt x="64" y="42"/>
                  </a:lnTo>
                  <a:lnTo>
                    <a:pt x="68" y="28"/>
                  </a:lnTo>
                  <a:close/>
                </a:path>
              </a:pathLst>
            </a:custGeom>
            <a:solidFill>
              <a:srgbClr val="4C162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29" name="Google Shape;829;p23"/>
            <p:cNvSpPr/>
            <p:nvPr/>
          </p:nvSpPr>
          <p:spPr>
            <a:xfrm>
              <a:off x="1465" y="2684"/>
              <a:ext cx="282" cy="95"/>
            </a:xfrm>
            <a:custGeom>
              <a:rect b="b" l="l" r="r" t="t"/>
              <a:pathLst>
                <a:path extrusionOk="0" h="82" w="228">
                  <a:moveTo>
                    <a:pt x="0" y="58"/>
                  </a:moveTo>
                  <a:lnTo>
                    <a:pt x="2" y="66"/>
                  </a:lnTo>
                  <a:lnTo>
                    <a:pt x="4" y="71"/>
                  </a:lnTo>
                  <a:lnTo>
                    <a:pt x="9" y="74"/>
                  </a:lnTo>
                  <a:lnTo>
                    <a:pt x="18" y="76"/>
                  </a:lnTo>
                  <a:lnTo>
                    <a:pt x="23" y="76"/>
                  </a:lnTo>
                  <a:lnTo>
                    <a:pt x="32" y="78"/>
                  </a:lnTo>
                  <a:lnTo>
                    <a:pt x="39" y="80"/>
                  </a:lnTo>
                  <a:lnTo>
                    <a:pt x="50" y="80"/>
                  </a:lnTo>
                  <a:lnTo>
                    <a:pt x="57" y="82"/>
                  </a:lnTo>
                  <a:lnTo>
                    <a:pt x="66" y="82"/>
                  </a:lnTo>
                  <a:lnTo>
                    <a:pt x="71" y="82"/>
                  </a:lnTo>
                  <a:lnTo>
                    <a:pt x="75" y="82"/>
                  </a:lnTo>
                  <a:lnTo>
                    <a:pt x="79" y="78"/>
                  </a:lnTo>
                  <a:lnTo>
                    <a:pt x="86" y="74"/>
                  </a:lnTo>
                  <a:lnTo>
                    <a:pt x="95" y="69"/>
                  </a:lnTo>
                  <a:lnTo>
                    <a:pt x="105" y="64"/>
                  </a:lnTo>
                  <a:lnTo>
                    <a:pt x="116" y="58"/>
                  </a:lnTo>
                  <a:lnTo>
                    <a:pt x="127" y="53"/>
                  </a:lnTo>
                  <a:lnTo>
                    <a:pt x="136" y="50"/>
                  </a:lnTo>
                  <a:lnTo>
                    <a:pt x="143" y="48"/>
                  </a:lnTo>
                  <a:lnTo>
                    <a:pt x="150" y="48"/>
                  </a:lnTo>
                  <a:lnTo>
                    <a:pt x="157" y="46"/>
                  </a:lnTo>
                  <a:lnTo>
                    <a:pt x="166" y="46"/>
                  </a:lnTo>
                  <a:lnTo>
                    <a:pt x="173" y="46"/>
                  </a:lnTo>
                  <a:lnTo>
                    <a:pt x="182" y="46"/>
                  </a:lnTo>
                  <a:lnTo>
                    <a:pt x="189" y="46"/>
                  </a:lnTo>
                  <a:lnTo>
                    <a:pt x="196" y="46"/>
                  </a:lnTo>
                  <a:lnTo>
                    <a:pt x="202" y="46"/>
                  </a:lnTo>
                  <a:lnTo>
                    <a:pt x="212" y="48"/>
                  </a:lnTo>
                  <a:lnTo>
                    <a:pt x="220" y="48"/>
                  </a:lnTo>
                  <a:lnTo>
                    <a:pt x="225" y="46"/>
                  </a:lnTo>
                  <a:lnTo>
                    <a:pt x="228" y="42"/>
                  </a:lnTo>
                  <a:lnTo>
                    <a:pt x="225" y="35"/>
                  </a:lnTo>
                  <a:lnTo>
                    <a:pt x="218" y="30"/>
                  </a:lnTo>
                  <a:lnTo>
                    <a:pt x="205" y="23"/>
                  </a:lnTo>
                  <a:lnTo>
                    <a:pt x="195" y="18"/>
                  </a:lnTo>
                  <a:lnTo>
                    <a:pt x="184" y="14"/>
                  </a:lnTo>
                  <a:lnTo>
                    <a:pt x="171" y="12"/>
                  </a:lnTo>
                  <a:lnTo>
                    <a:pt x="162" y="10"/>
                  </a:lnTo>
                  <a:lnTo>
                    <a:pt x="153" y="9"/>
                  </a:lnTo>
                  <a:lnTo>
                    <a:pt x="145" y="7"/>
                  </a:lnTo>
                  <a:lnTo>
                    <a:pt x="134" y="3"/>
                  </a:lnTo>
                  <a:lnTo>
                    <a:pt x="123" y="2"/>
                  </a:lnTo>
                  <a:lnTo>
                    <a:pt x="116" y="0"/>
                  </a:lnTo>
                  <a:lnTo>
                    <a:pt x="112" y="2"/>
                  </a:lnTo>
                  <a:lnTo>
                    <a:pt x="105" y="5"/>
                  </a:lnTo>
                  <a:lnTo>
                    <a:pt x="98" y="9"/>
                  </a:lnTo>
                  <a:lnTo>
                    <a:pt x="87" y="14"/>
                  </a:lnTo>
                  <a:lnTo>
                    <a:pt x="79" y="19"/>
                  </a:lnTo>
                  <a:lnTo>
                    <a:pt x="68" y="25"/>
                  </a:lnTo>
                  <a:lnTo>
                    <a:pt x="61" y="28"/>
                  </a:lnTo>
                  <a:lnTo>
                    <a:pt x="55" y="30"/>
                  </a:lnTo>
                  <a:lnTo>
                    <a:pt x="50" y="32"/>
                  </a:lnTo>
                  <a:lnTo>
                    <a:pt x="43" y="34"/>
                  </a:lnTo>
                  <a:lnTo>
                    <a:pt x="34" y="35"/>
                  </a:lnTo>
                  <a:lnTo>
                    <a:pt x="25" y="37"/>
                  </a:lnTo>
                  <a:lnTo>
                    <a:pt x="16" y="41"/>
                  </a:lnTo>
                  <a:lnTo>
                    <a:pt x="7" y="46"/>
                  </a:lnTo>
                  <a:lnTo>
                    <a:pt x="2" y="51"/>
                  </a:lnTo>
                  <a:lnTo>
                    <a:pt x="0" y="5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0" name="Google Shape;830;p23"/>
            <p:cNvSpPr/>
            <p:nvPr/>
          </p:nvSpPr>
          <p:spPr>
            <a:xfrm>
              <a:off x="1474" y="2734"/>
              <a:ext cx="37" cy="36"/>
            </a:xfrm>
            <a:custGeom>
              <a:rect b="b" l="l" r="r" t="t"/>
              <a:pathLst>
                <a:path extrusionOk="0" h="30" w="30">
                  <a:moveTo>
                    <a:pt x="30" y="16"/>
                  </a:moveTo>
                  <a:lnTo>
                    <a:pt x="29" y="11"/>
                  </a:lnTo>
                  <a:lnTo>
                    <a:pt x="27" y="6"/>
                  </a:lnTo>
                  <a:lnTo>
                    <a:pt x="22" y="2"/>
                  </a:lnTo>
                  <a:lnTo>
                    <a:pt x="16" y="0"/>
                  </a:lnTo>
                  <a:lnTo>
                    <a:pt x="11" y="2"/>
                  </a:lnTo>
                  <a:lnTo>
                    <a:pt x="5" y="4"/>
                  </a:lnTo>
                  <a:lnTo>
                    <a:pt x="2" y="9"/>
                  </a:lnTo>
                  <a:lnTo>
                    <a:pt x="0" y="14"/>
                  </a:lnTo>
                  <a:lnTo>
                    <a:pt x="2" y="20"/>
                  </a:lnTo>
                  <a:lnTo>
                    <a:pt x="4" y="25"/>
                  </a:lnTo>
                  <a:lnTo>
                    <a:pt x="9" y="29"/>
                  </a:lnTo>
                  <a:lnTo>
                    <a:pt x="14" y="30"/>
                  </a:lnTo>
                  <a:lnTo>
                    <a:pt x="20" y="29"/>
                  </a:lnTo>
                  <a:lnTo>
                    <a:pt x="25" y="27"/>
                  </a:lnTo>
                  <a:lnTo>
                    <a:pt x="29" y="22"/>
                  </a:lnTo>
                  <a:lnTo>
                    <a:pt x="30" y="16"/>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1" name="Google Shape;831;p23"/>
            <p:cNvSpPr/>
            <p:nvPr/>
          </p:nvSpPr>
          <p:spPr>
            <a:xfrm>
              <a:off x="998" y="2177"/>
              <a:ext cx="517" cy="597"/>
            </a:xfrm>
            <a:custGeom>
              <a:rect b="b" l="l" r="r" t="t"/>
              <a:pathLst>
                <a:path extrusionOk="0" h="514" w="418">
                  <a:moveTo>
                    <a:pt x="24" y="436"/>
                  </a:moveTo>
                  <a:lnTo>
                    <a:pt x="13" y="430"/>
                  </a:lnTo>
                  <a:lnTo>
                    <a:pt x="6" y="423"/>
                  </a:lnTo>
                  <a:lnTo>
                    <a:pt x="2" y="418"/>
                  </a:lnTo>
                  <a:lnTo>
                    <a:pt x="2" y="413"/>
                  </a:lnTo>
                  <a:lnTo>
                    <a:pt x="2" y="404"/>
                  </a:lnTo>
                  <a:lnTo>
                    <a:pt x="2" y="390"/>
                  </a:lnTo>
                  <a:lnTo>
                    <a:pt x="0" y="375"/>
                  </a:lnTo>
                  <a:lnTo>
                    <a:pt x="0" y="365"/>
                  </a:lnTo>
                  <a:lnTo>
                    <a:pt x="2" y="352"/>
                  </a:lnTo>
                  <a:lnTo>
                    <a:pt x="4" y="334"/>
                  </a:lnTo>
                  <a:lnTo>
                    <a:pt x="7" y="317"/>
                  </a:lnTo>
                  <a:lnTo>
                    <a:pt x="9" y="299"/>
                  </a:lnTo>
                  <a:lnTo>
                    <a:pt x="15" y="265"/>
                  </a:lnTo>
                  <a:lnTo>
                    <a:pt x="25" y="210"/>
                  </a:lnTo>
                  <a:lnTo>
                    <a:pt x="36" y="157"/>
                  </a:lnTo>
                  <a:lnTo>
                    <a:pt x="41" y="126"/>
                  </a:lnTo>
                  <a:lnTo>
                    <a:pt x="45" y="112"/>
                  </a:lnTo>
                  <a:lnTo>
                    <a:pt x="47" y="93"/>
                  </a:lnTo>
                  <a:lnTo>
                    <a:pt x="50" y="73"/>
                  </a:lnTo>
                  <a:lnTo>
                    <a:pt x="54" y="57"/>
                  </a:lnTo>
                  <a:lnTo>
                    <a:pt x="56" y="50"/>
                  </a:lnTo>
                  <a:lnTo>
                    <a:pt x="59" y="43"/>
                  </a:lnTo>
                  <a:lnTo>
                    <a:pt x="65" y="34"/>
                  </a:lnTo>
                  <a:lnTo>
                    <a:pt x="70" y="27"/>
                  </a:lnTo>
                  <a:lnTo>
                    <a:pt x="77" y="18"/>
                  </a:lnTo>
                  <a:lnTo>
                    <a:pt x="88" y="13"/>
                  </a:lnTo>
                  <a:lnTo>
                    <a:pt x="98" y="5"/>
                  </a:lnTo>
                  <a:lnTo>
                    <a:pt x="113" y="2"/>
                  </a:lnTo>
                  <a:lnTo>
                    <a:pt x="125" y="0"/>
                  </a:lnTo>
                  <a:lnTo>
                    <a:pt x="138" y="0"/>
                  </a:lnTo>
                  <a:lnTo>
                    <a:pt x="150" y="4"/>
                  </a:lnTo>
                  <a:lnTo>
                    <a:pt x="161" y="9"/>
                  </a:lnTo>
                  <a:lnTo>
                    <a:pt x="172" y="18"/>
                  </a:lnTo>
                  <a:lnTo>
                    <a:pt x="179" y="29"/>
                  </a:lnTo>
                  <a:lnTo>
                    <a:pt x="186" y="43"/>
                  </a:lnTo>
                  <a:lnTo>
                    <a:pt x="191" y="59"/>
                  </a:lnTo>
                  <a:lnTo>
                    <a:pt x="197" y="91"/>
                  </a:lnTo>
                  <a:lnTo>
                    <a:pt x="193" y="114"/>
                  </a:lnTo>
                  <a:lnTo>
                    <a:pt x="182" y="135"/>
                  </a:lnTo>
                  <a:lnTo>
                    <a:pt x="168" y="158"/>
                  </a:lnTo>
                  <a:lnTo>
                    <a:pt x="165" y="173"/>
                  </a:lnTo>
                  <a:lnTo>
                    <a:pt x="163" y="201"/>
                  </a:lnTo>
                  <a:lnTo>
                    <a:pt x="157" y="238"/>
                  </a:lnTo>
                  <a:lnTo>
                    <a:pt x="148" y="278"/>
                  </a:lnTo>
                  <a:lnTo>
                    <a:pt x="141" y="297"/>
                  </a:lnTo>
                  <a:lnTo>
                    <a:pt x="134" y="317"/>
                  </a:lnTo>
                  <a:lnTo>
                    <a:pt x="127" y="334"/>
                  </a:lnTo>
                  <a:lnTo>
                    <a:pt x="122" y="345"/>
                  </a:lnTo>
                  <a:lnTo>
                    <a:pt x="118" y="352"/>
                  </a:lnTo>
                  <a:lnTo>
                    <a:pt x="118" y="358"/>
                  </a:lnTo>
                  <a:lnTo>
                    <a:pt x="120" y="361"/>
                  </a:lnTo>
                  <a:lnTo>
                    <a:pt x="125" y="361"/>
                  </a:lnTo>
                  <a:lnTo>
                    <a:pt x="134" y="361"/>
                  </a:lnTo>
                  <a:lnTo>
                    <a:pt x="141" y="361"/>
                  </a:lnTo>
                  <a:lnTo>
                    <a:pt x="150" y="363"/>
                  </a:lnTo>
                  <a:lnTo>
                    <a:pt x="157" y="365"/>
                  </a:lnTo>
                  <a:lnTo>
                    <a:pt x="166" y="368"/>
                  </a:lnTo>
                  <a:lnTo>
                    <a:pt x="175" y="372"/>
                  </a:lnTo>
                  <a:lnTo>
                    <a:pt x="184" y="374"/>
                  </a:lnTo>
                  <a:lnTo>
                    <a:pt x="193" y="377"/>
                  </a:lnTo>
                  <a:lnTo>
                    <a:pt x="204" y="381"/>
                  </a:lnTo>
                  <a:lnTo>
                    <a:pt x="213" y="384"/>
                  </a:lnTo>
                  <a:lnTo>
                    <a:pt x="225" y="390"/>
                  </a:lnTo>
                  <a:lnTo>
                    <a:pt x="236" y="395"/>
                  </a:lnTo>
                  <a:lnTo>
                    <a:pt x="247" y="402"/>
                  </a:lnTo>
                  <a:lnTo>
                    <a:pt x="257" y="407"/>
                  </a:lnTo>
                  <a:lnTo>
                    <a:pt x="268" y="413"/>
                  </a:lnTo>
                  <a:lnTo>
                    <a:pt x="277" y="418"/>
                  </a:lnTo>
                  <a:lnTo>
                    <a:pt x="289" y="423"/>
                  </a:lnTo>
                  <a:lnTo>
                    <a:pt x="306" y="432"/>
                  </a:lnTo>
                  <a:lnTo>
                    <a:pt x="325" y="441"/>
                  </a:lnTo>
                  <a:lnTo>
                    <a:pt x="348" y="452"/>
                  </a:lnTo>
                  <a:lnTo>
                    <a:pt x="368" y="462"/>
                  </a:lnTo>
                  <a:lnTo>
                    <a:pt x="386" y="471"/>
                  </a:lnTo>
                  <a:lnTo>
                    <a:pt x="400" y="477"/>
                  </a:lnTo>
                  <a:lnTo>
                    <a:pt x="407" y="480"/>
                  </a:lnTo>
                  <a:lnTo>
                    <a:pt x="413" y="484"/>
                  </a:lnTo>
                  <a:lnTo>
                    <a:pt x="416" y="489"/>
                  </a:lnTo>
                  <a:lnTo>
                    <a:pt x="418" y="496"/>
                  </a:lnTo>
                  <a:lnTo>
                    <a:pt x="416" y="502"/>
                  </a:lnTo>
                  <a:lnTo>
                    <a:pt x="413" y="507"/>
                  </a:lnTo>
                  <a:lnTo>
                    <a:pt x="407" y="510"/>
                  </a:lnTo>
                  <a:lnTo>
                    <a:pt x="400" y="512"/>
                  </a:lnTo>
                  <a:lnTo>
                    <a:pt x="391" y="514"/>
                  </a:lnTo>
                  <a:lnTo>
                    <a:pt x="377" y="514"/>
                  </a:lnTo>
                  <a:lnTo>
                    <a:pt x="356" y="512"/>
                  </a:lnTo>
                  <a:lnTo>
                    <a:pt x="329" y="510"/>
                  </a:lnTo>
                  <a:lnTo>
                    <a:pt x="297" y="509"/>
                  </a:lnTo>
                  <a:lnTo>
                    <a:pt x="263" y="503"/>
                  </a:lnTo>
                  <a:lnTo>
                    <a:pt x="227" y="500"/>
                  </a:lnTo>
                  <a:lnTo>
                    <a:pt x="193" y="494"/>
                  </a:lnTo>
                  <a:lnTo>
                    <a:pt x="163" y="487"/>
                  </a:lnTo>
                  <a:lnTo>
                    <a:pt x="150" y="484"/>
                  </a:lnTo>
                  <a:lnTo>
                    <a:pt x="132" y="478"/>
                  </a:lnTo>
                  <a:lnTo>
                    <a:pt x="113" y="471"/>
                  </a:lnTo>
                  <a:lnTo>
                    <a:pt x="91" y="462"/>
                  </a:lnTo>
                  <a:lnTo>
                    <a:pt x="70" y="454"/>
                  </a:lnTo>
                  <a:lnTo>
                    <a:pt x="52" y="446"/>
                  </a:lnTo>
                  <a:lnTo>
                    <a:pt x="34" y="439"/>
                  </a:lnTo>
                  <a:lnTo>
                    <a:pt x="24" y="436"/>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2" name="Google Shape;832;p23"/>
            <p:cNvSpPr/>
            <p:nvPr/>
          </p:nvSpPr>
          <p:spPr>
            <a:xfrm>
              <a:off x="1474" y="2734"/>
              <a:ext cx="37" cy="36"/>
            </a:xfrm>
            <a:custGeom>
              <a:rect b="b" l="l" r="r" t="t"/>
              <a:pathLst>
                <a:path extrusionOk="0" h="30" w="30">
                  <a:moveTo>
                    <a:pt x="18" y="30"/>
                  </a:moveTo>
                  <a:lnTo>
                    <a:pt x="23" y="29"/>
                  </a:lnTo>
                  <a:lnTo>
                    <a:pt x="29" y="23"/>
                  </a:lnTo>
                  <a:lnTo>
                    <a:pt x="30" y="18"/>
                  </a:lnTo>
                  <a:lnTo>
                    <a:pt x="30" y="13"/>
                  </a:lnTo>
                  <a:lnTo>
                    <a:pt x="29" y="7"/>
                  </a:lnTo>
                  <a:lnTo>
                    <a:pt x="23" y="2"/>
                  </a:lnTo>
                  <a:lnTo>
                    <a:pt x="18" y="0"/>
                  </a:lnTo>
                  <a:lnTo>
                    <a:pt x="11" y="0"/>
                  </a:lnTo>
                  <a:lnTo>
                    <a:pt x="5" y="2"/>
                  </a:lnTo>
                  <a:lnTo>
                    <a:pt x="2" y="7"/>
                  </a:lnTo>
                  <a:lnTo>
                    <a:pt x="0" y="13"/>
                  </a:lnTo>
                  <a:lnTo>
                    <a:pt x="0" y="18"/>
                  </a:lnTo>
                  <a:lnTo>
                    <a:pt x="2" y="23"/>
                  </a:lnTo>
                  <a:lnTo>
                    <a:pt x="7" y="29"/>
                  </a:lnTo>
                  <a:lnTo>
                    <a:pt x="13" y="30"/>
                  </a:lnTo>
                  <a:lnTo>
                    <a:pt x="18" y="30"/>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3" name="Google Shape;833;p23"/>
            <p:cNvSpPr/>
            <p:nvPr/>
          </p:nvSpPr>
          <p:spPr>
            <a:xfrm>
              <a:off x="1130" y="2254"/>
              <a:ext cx="37" cy="32"/>
            </a:xfrm>
            <a:custGeom>
              <a:rect b="b" l="l" r="r" t="t"/>
              <a:pathLst>
                <a:path extrusionOk="0" h="28" w="30">
                  <a:moveTo>
                    <a:pt x="17" y="28"/>
                  </a:moveTo>
                  <a:lnTo>
                    <a:pt x="23" y="27"/>
                  </a:lnTo>
                  <a:lnTo>
                    <a:pt x="28" y="21"/>
                  </a:lnTo>
                  <a:lnTo>
                    <a:pt x="30" y="16"/>
                  </a:lnTo>
                  <a:lnTo>
                    <a:pt x="30" y="11"/>
                  </a:lnTo>
                  <a:lnTo>
                    <a:pt x="28" y="5"/>
                  </a:lnTo>
                  <a:lnTo>
                    <a:pt x="23" y="2"/>
                  </a:lnTo>
                  <a:lnTo>
                    <a:pt x="17" y="0"/>
                  </a:lnTo>
                  <a:lnTo>
                    <a:pt x="12" y="0"/>
                  </a:lnTo>
                  <a:lnTo>
                    <a:pt x="7" y="2"/>
                  </a:lnTo>
                  <a:lnTo>
                    <a:pt x="1" y="5"/>
                  </a:lnTo>
                  <a:lnTo>
                    <a:pt x="0" y="11"/>
                  </a:lnTo>
                  <a:lnTo>
                    <a:pt x="0" y="18"/>
                  </a:lnTo>
                  <a:lnTo>
                    <a:pt x="1" y="23"/>
                  </a:lnTo>
                  <a:lnTo>
                    <a:pt x="7" y="27"/>
                  </a:lnTo>
                  <a:lnTo>
                    <a:pt x="12" y="28"/>
                  </a:lnTo>
                  <a:lnTo>
                    <a:pt x="17" y="28"/>
                  </a:lnTo>
                  <a:close/>
                </a:path>
              </a:pathLst>
            </a:custGeom>
            <a:solidFill>
              <a:srgbClr val="8447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4" name="Google Shape;834;p23"/>
            <p:cNvSpPr/>
            <p:nvPr/>
          </p:nvSpPr>
          <p:spPr>
            <a:xfrm>
              <a:off x="1006" y="2171"/>
              <a:ext cx="253" cy="361"/>
            </a:xfrm>
            <a:custGeom>
              <a:rect b="b" l="l" r="r" t="t"/>
              <a:pathLst>
                <a:path extrusionOk="0" h="311" w="204">
                  <a:moveTo>
                    <a:pt x="0" y="277"/>
                  </a:moveTo>
                  <a:lnTo>
                    <a:pt x="13" y="286"/>
                  </a:lnTo>
                  <a:lnTo>
                    <a:pt x="29" y="293"/>
                  </a:lnTo>
                  <a:lnTo>
                    <a:pt x="47" y="299"/>
                  </a:lnTo>
                  <a:lnTo>
                    <a:pt x="67" y="304"/>
                  </a:lnTo>
                  <a:lnTo>
                    <a:pt x="86" y="307"/>
                  </a:lnTo>
                  <a:lnTo>
                    <a:pt x="106" y="309"/>
                  </a:lnTo>
                  <a:lnTo>
                    <a:pt x="125" y="311"/>
                  </a:lnTo>
                  <a:lnTo>
                    <a:pt x="141" y="311"/>
                  </a:lnTo>
                  <a:lnTo>
                    <a:pt x="150" y="286"/>
                  </a:lnTo>
                  <a:lnTo>
                    <a:pt x="161" y="256"/>
                  </a:lnTo>
                  <a:lnTo>
                    <a:pt x="170" y="222"/>
                  </a:lnTo>
                  <a:lnTo>
                    <a:pt x="179" y="188"/>
                  </a:lnTo>
                  <a:lnTo>
                    <a:pt x="188" y="156"/>
                  </a:lnTo>
                  <a:lnTo>
                    <a:pt x="195" y="130"/>
                  </a:lnTo>
                  <a:lnTo>
                    <a:pt x="199" y="108"/>
                  </a:lnTo>
                  <a:lnTo>
                    <a:pt x="202" y="96"/>
                  </a:lnTo>
                  <a:lnTo>
                    <a:pt x="204" y="58"/>
                  </a:lnTo>
                  <a:lnTo>
                    <a:pt x="191" y="30"/>
                  </a:lnTo>
                  <a:lnTo>
                    <a:pt x="168" y="10"/>
                  </a:lnTo>
                  <a:lnTo>
                    <a:pt x="140" y="0"/>
                  </a:lnTo>
                  <a:lnTo>
                    <a:pt x="108" y="0"/>
                  </a:lnTo>
                  <a:lnTo>
                    <a:pt x="77" y="10"/>
                  </a:lnTo>
                  <a:lnTo>
                    <a:pt x="52" y="34"/>
                  </a:lnTo>
                  <a:lnTo>
                    <a:pt x="36" y="67"/>
                  </a:lnTo>
                  <a:lnTo>
                    <a:pt x="29" y="103"/>
                  </a:lnTo>
                  <a:lnTo>
                    <a:pt x="18" y="169"/>
                  </a:lnTo>
                  <a:lnTo>
                    <a:pt x="6" y="236"/>
                  </a:lnTo>
                  <a:lnTo>
                    <a:pt x="0" y="277"/>
                  </a:lnTo>
                  <a:close/>
                </a:path>
              </a:pathLst>
            </a:custGeom>
            <a:solidFill>
              <a:srgbClr val="FFDD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5" name="Google Shape;835;p23"/>
            <p:cNvSpPr txBox="1"/>
            <p:nvPr/>
          </p:nvSpPr>
          <p:spPr>
            <a:xfrm>
              <a:off x="1853" y="3120"/>
              <a:ext cx="381" cy="768"/>
            </a:xfrm>
            <a:prstGeom prst="rect">
              <a:avLst/>
            </a:prstGeom>
            <a:solidFill>
              <a:srgbClr val="7F99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6" name="Google Shape;836;p23"/>
            <p:cNvSpPr txBox="1"/>
            <p:nvPr/>
          </p:nvSpPr>
          <p:spPr>
            <a:xfrm>
              <a:off x="1521" y="2871"/>
              <a:ext cx="1033" cy="338"/>
            </a:xfrm>
            <a:prstGeom prst="rect">
              <a:avLst/>
            </a:prstGeom>
            <a:solidFill>
              <a:srgbClr val="B2C1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7" name="Google Shape;837;p23"/>
            <p:cNvSpPr txBox="1"/>
            <p:nvPr/>
          </p:nvSpPr>
          <p:spPr>
            <a:xfrm>
              <a:off x="1396" y="2797"/>
              <a:ext cx="1220" cy="74"/>
            </a:xfrm>
            <a:prstGeom prst="rect">
              <a:avLst/>
            </a:prstGeom>
            <a:solidFill>
              <a:srgbClr val="7F99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8" name="Google Shape;838;p23"/>
            <p:cNvSpPr/>
            <p:nvPr/>
          </p:nvSpPr>
          <p:spPr>
            <a:xfrm>
              <a:off x="2002" y="3078"/>
              <a:ext cx="73" cy="68"/>
            </a:xfrm>
            <a:custGeom>
              <a:rect b="b" l="l" r="r" t="t"/>
              <a:pathLst>
                <a:path extrusionOk="0" h="59" w="59">
                  <a:moveTo>
                    <a:pt x="30" y="59"/>
                  </a:moveTo>
                  <a:lnTo>
                    <a:pt x="41" y="57"/>
                  </a:lnTo>
                  <a:lnTo>
                    <a:pt x="50" y="50"/>
                  </a:lnTo>
                  <a:lnTo>
                    <a:pt x="57" y="41"/>
                  </a:lnTo>
                  <a:lnTo>
                    <a:pt x="59" y="31"/>
                  </a:lnTo>
                  <a:lnTo>
                    <a:pt x="57" y="20"/>
                  </a:lnTo>
                  <a:lnTo>
                    <a:pt x="50" y="9"/>
                  </a:lnTo>
                  <a:lnTo>
                    <a:pt x="41" y="2"/>
                  </a:lnTo>
                  <a:lnTo>
                    <a:pt x="30" y="0"/>
                  </a:lnTo>
                  <a:lnTo>
                    <a:pt x="18" y="2"/>
                  </a:lnTo>
                  <a:lnTo>
                    <a:pt x="9" y="9"/>
                  </a:lnTo>
                  <a:lnTo>
                    <a:pt x="2" y="20"/>
                  </a:lnTo>
                  <a:lnTo>
                    <a:pt x="0" y="31"/>
                  </a:lnTo>
                  <a:lnTo>
                    <a:pt x="2" y="41"/>
                  </a:lnTo>
                  <a:lnTo>
                    <a:pt x="9" y="50"/>
                  </a:lnTo>
                  <a:lnTo>
                    <a:pt x="18" y="57"/>
                  </a:lnTo>
                  <a:lnTo>
                    <a:pt x="30" y="59"/>
                  </a:lnTo>
                  <a:close/>
                </a:path>
              </a:pathLst>
            </a:custGeom>
            <a:solidFill>
              <a:srgbClr val="7F99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9" name="Google Shape;839;p23"/>
            <p:cNvSpPr txBox="1"/>
            <p:nvPr/>
          </p:nvSpPr>
          <p:spPr>
            <a:xfrm>
              <a:off x="1984" y="2639"/>
              <a:ext cx="570" cy="158"/>
            </a:xfrm>
            <a:prstGeom prst="rect">
              <a:avLst/>
            </a:prstGeom>
            <a:solidFill>
              <a:srgbClr val="D6C6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0" name="Google Shape;840;p23"/>
            <p:cNvSpPr/>
            <p:nvPr/>
          </p:nvSpPr>
          <p:spPr>
            <a:xfrm>
              <a:off x="1902" y="2140"/>
              <a:ext cx="579" cy="499"/>
            </a:xfrm>
            <a:custGeom>
              <a:rect b="b" l="l" r="r" t="t"/>
              <a:pathLst>
                <a:path extrusionOk="0" h="430" w="468">
                  <a:moveTo>
                    <a:pt x="88" y="430"/>
                  </a:moveTo>
                  <a:lnTo>
                    <a:pt x="91" y="430"/>
                  </a:lnTo>
                  <a:lnTo>
                    <a:pt x="102" y="430"/>
                  </a:lnTo>
                  <a:lnTo>
                    <a:pt x="118" y="430"/>
                  </a:lnTo>
                  <a:lnTo>
                    <a:pt x="138" y="430"/>
                  </a:lnTo>
                  <a:lnTo>
                    <a:pt x="163" y="430"/>
                  </a:lnTo>
                  <a:lnTo>
                    <a:pt x="190" y="430"/>
                  </a:lnTo>
                  <a:lnTo>
                    <a:pt x="218" y="430"/>
                  </a:lnTo>
                  <a:lnTo>
                    <a:pt x="249" y="430"/>
                  </a:lnTo>
                  <a:lnTo>
                    <a:pt x="279" y="430"/>
                  </a:lnTo>
                  <a:lnTo>
                    <a:pt x="307" y="430"/>
                  </a:lnTo>
                  <a:lnTo>
                    <a:pt x="334" y="430"/>
                  </a:lnTo>
                  <a:lnTo>
                    <a:pt x="357" y="430"/>
                  </a:lnTo>
                  <a:lnTo>
                    <a:pt x="379" y="430"/>
                  </a:lnTo>
                  <a:lnTo>
                    <a:pt x="395" y="430"/>
                  </a:lnTo>
                  <a:lnTo>
                    <a:pt x="404" y="430"/>
                  </a:lnTo>
                  <a:lnTo>
                    <a:pt x="407" y="430"/>
                  </a:lnTo>
                  <a:lnTo>
                    <a:pt x="407" y="425"/>
                  </a:lnTo>
                  <a:lnTo>
                    <a:pt x="409" y="414"/>
                  </a:lnTo>
                  <a:lnTo>
                    <a:pt x="411" y="406"/>
                  </a:lnTo>
                  <a:lnTo>
                    <a:pt x="411" y="400"/>
                  </a:lnTo>
                  <a:lnTo>
                    <a:pt x="425" y="397"/>
                  </a:lnTo>
                  <a:lnTo>
                    <a:pt x="431" y="386"/>
                  </a:lnTo>
                  <a:lnTo>
                    <a:pt x="434" y="386"/>
                  </a:lnTo>
                  <a:lnTo>
                    <a:pt x="441" y="386"/>
                  </a:lnTo>
                  <a:lnTo>
                    <a:pt x="450" y="386"/>
                  </a:lnTo>
                  <a:lnTo>
                    <a:pt x="456" y="386"/>
                  </a:lnTo>
                  <a:lnTo>
                    <a:pt x="459" y="386"/>
                  </a:lnTo>
                  <a:lnTo>
                    <a:pt x="465" y="384"/>
                  </a:lnTo>
                  <a:lnTo>
                    <a:pt x="466" y="381"/>
                  </a:lnTo>
                  <a:lnTo>
                    <a:pt x="468" y="374"/>
                  </a:lnTo>
                  <a:lnTo>
                    <a:pt x="468" y="333"/>
                  </a:lnTo>
                  <a:lnTo>
                    <a:pt x="468" y="253"/>
                  </a:lnTo>
                  <a:lnTo>
                    <a:pt x="468" y="171"/>
                  </a:lnTo>
                  <a:lnTo>
                    <a:pt x="468" y="126"/>
                  </a:lnTo>
                  <a:lnTo>
                    <a:pt x="466" y="117"/>
                  </a:lnTo>
                  <a:lnTo>
                    <a:pt x="463" y="110"/>
                  </a:lnTo>
                  <a:lnTo>
                    <a:pt x="457" y="105"/>
                  </a:lnTo>
                  <a:lnTo>
                    <a:pt x="450" y="101"/>
                  </a:lnTo>
                  <a:lnTo>
                    <a:pt x="443" y="100"/>
                  </a:lnTo>
                  <a:lnTo>
                    <a:pt x="432" y="94"/>
                  </a:lnTo>
                  <a:lnTo>
                    <a:pt x="418" y="87"/>
                  </a:lnTo>
                  <a:lnTo>
                    <a:pt x="404" y="82"/>
                  </a:lnTo>
                  <a:lnTo>
                    <a:pt x="390" y="75"/>
                  </a:lnTo>
                  <a:lnTo>
                    <a:pt x="377" y="69"/>
                  </a:lnTo>
                  <a:lnTo>
                    <a:pt x="368" y="66"/>
                  </a:lnTo>
                  <a:lnTo>
                    <a:pt x="365" y="64"/>
                  </a:lnTo>
                  <a:lnTo>
                    <a:pt x="365" y="64"/>
                  </a:lnTo>
                  <a:lnTo>
                    <a:pt x="365" y="62"/>
                  </a:lnTo>
                  <a:lnTo>
                    <a:pt x="365" y="59"/>
                  </a:lnTo>
                  <a:lnTo>
                    <a:pt x="365" y="55"/>
                  </a:lnTo>
                  <a:lnTo>
                    <a:pt x="365" y="50"/>
                  </a:lnTo>
                  <a:lnTo>
                    <a:pt x="361" y="46"/>
                  </a:lnTo>
                  <a:lnTo>
                    <a:pt x="356" y="41"/>
                  </a:lnTo>
                  <a:lnTo>
                    <a:pt x="349" y="37"/>
                  </a:lnTo>
                  <a:lnTo>
                    <a:pt x="341" y="34"/>
                  </a:lnTo>
                  <a:lnTo>
                    <a:pt x="327" y="30"/>
                  </a:lnTo>
                  <a:lnTo>
                    <a:pt x="311" y="25"/>
                  </a:lnTo>
                  <a:lnTo>
                    <a:pt x="293" y="20"/>
                  </a:lnTo>
                  <a:lnTo>
                    <a:pt x="274" y="13"/>
                  </a:lnTo>
                  <a:lnTo>
                    <a:pt x="257" y="9"/>
                  </a:lnTo>
                  <a:lnTo>
                    <a:pt x="245" y="4"/>
                  </a:lnTo>
                  <a:lnTo>
                    <a:pt x="238" y="2"/>
                  </a:lnTo>
                  <a:lnTo>
                    <a:pt x="229" y="0"/>
                  </a:lnTo>
                  <a:lnTo>
                    <a:pt x="222" y="0"/>
                  </a:lnTo>
                  <a:lnTo>
                    <a:pt x="213" y="0"/>
                  </a:lnTo>
                  <a:lnTo>
                    <a:pt x="204" y="2"/>
                  </a:lnTo>
                  <a:lnTo>
                    <a:pt x="193" y="4"/>
                  </a:lnTo>
                  <a:lnTo>
                    <a:pt x="174" y="9"/>
                  </a:lnTo>
                  <a:lnTo>
                    <a:pt x="145" y="16"/>
                  </a:lnTo>
                  <a:lnTo>
                    <a:pt x="115" y="25"/>
                  </a:lnTo>
                  <a:lnTo>
                    <a:pt x="83" y="34"/>
                  </a:lnTo>
                  <a:lnTo>
                    <a:pt x="56" y="41"/>
                  </a:lnTo>
                  <a:lnTo>
                    <a:pt x="34" y="46"/>
                  </a:lnTo>
                  <a:lnTo>
                    <a:pt x="25" y="48"/>
                  </a:lnTo>
                  <a:lnTo>
                    <a:pt x="11" y="53"/>
                  </a:lnTo>
                  <a:lnTo>
                    <a:pt x="4" y="59"/>
                  </a:lnTo>
                  <a:lnTo>
                    <a:pt x="0" y="68"/>
                  </a:lnTo>
                  <a:lnTo>
                    <a:pt x="0" y="80"/>
                  </a:lnTo>
                  <a:lnTo>
                    <a:pt x="0" y="128"/>
                  </a:lnTo>
                  <a:lnTo>
                    <a:pt x="0" y="226"/>
                  </a:lnTo>
                  <a:lnTo>
                    <a:pt x="0" y="324"/>
                  </a:lnTo>
                  <a:lnTo>
                    <a:pt x="0" y="374"/>
                  </a:lnTo>
                  <a:lnTo>
                    <a:pt x="0" y="381"/>
                  </a:lnTo>
                  <a:lnTo>
                    <a:pt x="2" y="386"/>
                  </a:lnTo>
                  <a:lnTo>
                    <a:pt x="6" y="391"/>
                  </a:lnTo>
                  <a:lnTo>
                    <a:pt x="9" y="393"/>
                  </a:lnTo>
                  <a:lnTo>
                    <a:pt x="15" y="395"/>
                  </a:lnTo>
                  <a:lnTo>
                    <a:pt x="22" y="398"/>
                  </a:lnTo>
                  <a:lnTo>
                    <a:pt x="29" y="400"/>
                  </a:lnTo>
                  <a:lnTo>
                    <a:pt x="31" y="400"/>
                  </a:lnTo>
                  <a:lnTo>
                    <a:pt x="38" y="409"/>
                  </a:lnTo>
                  <a:lnTo>
                    <a:pt x="70" y="414"/>
                  </a:lnTo>
                  <a:lnTo>
                    <a:pt x="88" y="430"/>
                  </a:lnTo>
                  <a:close/>
                </a:path>
              </a:pathLst>
            </a:custGeom>
            <a:solidFill>
              <a:srgbClr val="D6C6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1" name="Google Shape;841;p23"/>
            <p:cNvSpPr/>
            <p:nvPr/>
          </p:nvSpPr>
          <p:spPr>
            <a:xfrm>
              <a:off x="1775" y="2639"/>
              <a:ext cx="209" cy="158"/>
            </a:xfrm>
            <a:custGeom>
              <a:rect b="b" l="l" r="r" t="t"/>
              <a:pathLst>
                <a:path extrusionOk="0" h="136" w="169">
                  <a:moveTo>
                    <a:pt x="169" y="136"/>
                  </a:moveTo>
                  <a:lnTo>
                    <a:pt x="169" y="0"/>
                  </a:lnTo>
                  <a:lnTo>
                    <a:pt x="0" y="27"/>
                  </a:lnTo>
                  <a:lnTo>
                    <a:pt x="0" y="136"/>
                  </a:lnTo>
                  <a:lnTo>
                    <a:pt x="169" y="136"/>
                  </a:lnTo>
                  <a:close/>
                </a:path>
              </a:pathLst>
            </a:custGeom>
            <a:solidFill>
              <a:srgbClr val="B79B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2" name="Google Shape;842;p23"/>
            <p:cNvSpPr/>
            <p:nvPr/>
          </p:nvSpPr>
          <p:spPr>
            <a:xfrm>
              <a:off x="2168" y="2140"/>
              <a:ext cx="186" cy="440"/>
            </a:xfrm>
            <a:custGeom>
              <a:rect b="b" l="l" r="r" t="t"/>
              <a:pathLst>
                <a:path extrusionOk="0" h="379" w="150">
                  <a:moveTo>
                    <a:pt x="23" y="2"/>
                  </a:moveTo>
                  <a:lnTo>
                    <a:pt x="30" y="4"/>
                  </a:lnTo>
                  <a:lnTo>
                    <a:pt x="42" y="9"/>
                  </a:lnTo>
                  <a:lnTo>
                    <a:pt x="59" y="13"/>
                  </a:lnTo>
                  <a:lnTo>
                    <a:pt x="78" y="20"/>
                  </a:lnTo>
                  <a:lnTo>
                    <a:pt x="96" y="25"/>
                  </a:lnTo>
                  <a:lnTo>
                    <a:pt x="112" y="30"/>
                  </a:lnTo>
                  <a:lnTo>
                    <a:pt x="126" y="34"/>
                  </a:lnTo>
                  <a:lnTo>
                    <a:pt x="134" y="37"/>
                  </a:lnTo>
                  <a:lnTo>
                    <a:pt x="141" y="41"/>
                  </a:lnTo>
                  <a:lnTo>
                    <a:pt x="146" y="46"/>
                  </a:lnTo>
                  <a:lnTo>
                    <a:pt x="150" y="50"/>
                  </a:lnTo>
                  <a:lnTo>
                    <a:pt x="150" y="55"/>
                  </a:lnTo>
                  <a:lnTo>
                    <a:pt x="150" y="100"/>
                  </a:lnTo>
                  <a:lnTo>
                    <a:pt x="150" y="199"/>
                  </a:lnTo>
                  <a:lnTo>
                    <a:pt x="150" y="302"/>
                  </a:lnTo>
                  <a:lnTo>
                    <a:pt x="150" y="356"/>
                  </a:lnTo>
                  <a:lnTo>
                    <a:pt x="148" y="365"/>
                  </a:lnTo>
                  <a:lnTo>
                    <a:pt x="146" y="372"/>
                  </a:lnTo>
                  <a:lnTo>
                    <a:pt x="142" y="377"/>
                  </a:lnTo>
                  <a:lnTo>
                    <a:pt x="137" y="379"/>
                  </a:lnTo>
                  <a:lnTo>
                    <a:pt x="130" y="379"/>
                  </a:lnTo>
                  <a:lnTo>
                    <a:pt x="114" y="379"/>
                  </a:lnTo>
                  <a:lnTo>
                    <a:pt x="92" y="379"/>
                  </a:lnTo>
                  <a:lnTo>
                    <a:pt x="69" y="379"/>
                  </a:lnTo>
                  <a:lnTo>
                    <a:pt x="44" y="379"/>
                  </a:lnTo>
                  <a:lnTo>
                    <a:pt x="23" y="379"/>
                  </a:lnTo>
                  <a:lnTo>
                    <a:pt x="7" y="379"/>
                  </a:lnTo>
                  <a:lnTo>
                    <a:pt x="0" y="379"/>
                  </a:lnTo>
                  <a:lnTo>
                    <a:pt x="9" y="375"/>
                  </a:lnTo>
                  <a:lnTo>
                    <a:pt x="14" y="372"/>
                  </a:lnTo>
                  <a:lnTo>
                    <a:pt x="16" y="366"/>
                  </a:lnTo>
                  <a:lnTo>
                    <a:pt x="17" y="361"/>
                  </a:lnTo>
                  <a:lnTo>
                    <a:pt x="17" y="304"/>
                  </a:lnTo>
                  <a:lnTo>
                    <a:pt x="17" y="187"/>
                  </a:lnTo>
                  <a:lnTo>
                    <a:pt x="17" y="69"/>
                  </a:lnTo>
                  <a:lnTo>
                    <a:pt x="17" y="13"/>
                  </a:lnTo>
                  <a:lnTo>
                    <a:pt x="16" y="9"/>
                  </a:lnTo>
                  <a:lnTo>
                    <a:pt x="14" y="5"/>
                  </a:lnTo>
                  <a:lnTo>
                    <a:pt x="10" y="2"/>
                  </a:lnTo>
                  <a:lnTo>
                    <a:pt x="7" y="0"/>
                  </a:lnTo>
                  <a:lnTo>
                    <a:pt x="12" y="2"/>
                  </a:lnTo>
                  <a:lnTo>
                    <a:pt x="16" y="2"/>
                  </a:lnTo>
                  <a:lnTo>
                    <a:pt x="19" y="2"/>
                  </a:lnTo>
                  <a:lnTo>
                    <a:pt x="23" y="2"/>
                  </a:lnTo>
                  <a:close/>
                </a:path>
              </a:pathLst>
            </a:custGeom>
            <a:solidFill>
              <a:srgbClr val="B79B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3" name="Google Shape;843;p23"/>
            <p:cNvSpPr/>
            <p:nvPr/>
          </p:nvSpPr>
          <p:spPr>
            <a:xfrm>
              <a:off x="1408" y="2769"/>
              <a:ext cx="83" cy="28"/>
            </a:xfrm>
            <a:custGeom>
              <a:rect b="b" l="l" r="r" t="t"/>
              <a:pathLst>
                <a:path extrusionOk="0" h="25" w="67">
                  <a:moveTo>
                    <a:pt x="67" y="25"/>
                  </a:moveTo>
                  <a:lnTo>
                    <a:pt x="67" y="0"/>
                  </a:lnTo>
                  <a:lnTo>
                    <a:pt x="7" y="9"/>
                  </a:lnTo>
                  <a:lnTo>
                    <a:pt x="3" y="9"/>
                  </a:lnTo>
                  <a:lnTo>
                    <a:pt x="1" y="9"/>
                  </a:lnTo>
                  <a:lnTo>
                    <a:pt x="0" y="10"/>
                  </a:lnTo>
                  <a:lnTo>
                    <a:pt x="0" y="12"/>
                  </a:lnTo>
                  <a:lnTo>
                    <a:pt x="0" y="16"/>
                  </a:lnTo>
                  <a:lnTo>
                    <a:pt x="0" y="19"/>
                  </a:lnTo>
                  <a:lnTo>
                    <a:pt x="0" y="23"/>
                  </a:lnTo>
                  <a:lnTo>
                    <a:pt x="0" y="25"/>
                  </a:lnTo>
                  <a:lnTo>
                    <a:pt x="67" y="25"/>
                  </a:lnTo>
                  <a:close/>
                </a:path>
              </a:pathLst>
            </a:custGeom>
            <a:solidFill>
              <a:srgbClr val="C1AA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4" name="Google Shape;844;p23"/>
            <p:cNvSpPr/>
            <p:nvPr/>
          </p:nvSpPr>
          <p:spPr>
            <a:xfrm>
              <a:off x="1491" y="2723"/>
              <a:ext cx="435" cy="74"/>
            </a:xfrm>
            <a:custGeom>
              <a:rect b="b" l="l" r="r" t="t"/>
              <a:pathLst>
                <a:path extrusionOk="0" h="64" w="352">
                  <a:moveTo>
                    <a:pt x="0" y="64"/>
                  </a:moveTo>
                  <a:lnTo>
                    <a:pt x="352" y="64"/>
                  </a:lnTo>
                  <a:lnTo>
                    <a:pt x="352" y="48"/>
                  </a:lnTo>
                  <a:lnTo>
                    <a:pt x="352" y="32"/>
                  </a:lnTo>
                  <a:lnTo>
                    <a:pt x="352" y="16"/>
                  </a:lnTo>
                  <a:lnTo>
                    <a:pt x="352" y="7"/>
                  </a:lnTo>
                  <a:lnTo>
                    <a:pt x="350" y="1"/>
                  </a:lnTo>
                  <a:lnTo>
                    <a:pt x="347" y="0"/>
                  </a:lnTo>
                  <a:lnTo>
                    <a:pt x="338" y="0"/>
                  </a:lnTo>
                  <a:lnTo>
                    <a:pt x="325" y="1"/>
                  </a:lnTo>
                  <a:lnTo>
                    <a:pt x="316" y="3"/>
                  </a:lnTo>
                  <a:lnTo>
                    <a:pt x="302" y="5"/>
                  </a:lnTo>
                  <a:lnTo>
                    <a:pt x="284" y="7"/>
                  </a:lnTo>
                  <a:lnTo>
                    <a:pt x="261" y="10"/>
                  </a:lnTo>
                  <a:lnTo>
                    <a:pt x="236" y="12"/>
                  </a:lnTo>
                  <a:lnTo>
                    <a:pt x="209" y="16"/>
                  </a:lnTo>
                  <a:lnTo>
                    <a:pt x="181" y="19"/>
                  </a:lnTo>
                  <a:lnTo>
                    <a:pt x="152" y="23"/>
                  </a:lnTo>
                  <a:lnTo>
                    <a:pt x="124" y="24"/>
                  </a:lnTo>
                  <a:lnTo>
                    <a:pt x="95" y="28"/>
                  </a:lnTo>
                  <a:lnTo>
                    <a:pt x="70" y="32"/>
                  </a:lnTo>
                  <a:lnTo>
                    <a:pt x="47" y="33"/>
                  </a:lnTo>
                  <a:lnTo>
                    <a:pt x="27" y="35"/>
                  </a:lnTo>
                  <a:lnTo>
                    <a:pt x="13" y="37"/>
                  </a:lnTo>
                  <a:lnTo>
                    <a:pt x="4" y="39"/>
                  </a:lnTo>
                  <a:lnTo>
                    <a:pt x="0" y="39"/>
                  </a:lnTo>
                  <a:lnTo>
                    <a:pt x="0" y="64"/>
                  </a:lnTo>
                  <a:close/>
                </a:path>
              </a:pathLst>
            </a:custGeom>
            <a:solidFill>
              <a:srgbClr val="D6C6C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5" name="Google Shape;845;p23"/>
            <p:cNvSpPr/>
            <p:nvPr/>
          </p:nvSpPr>
          <p:spPr>
            <a:xfrm>
              <a:off x="1940" y="2605"/>
              <a:ext cx="471" cy="34"/>
            </a:xfrm>
            <a:custGeom>
              <a:rect b="b" l="l" r="r" t="t"/>
              <a:pathLst>
                <a:path extrusionOk="0" h="30" w="380">
                  <a:moveTo>
                    <a:pt x="380" y="0"/>
                  </a:moveTo>
                  <a:lnTo>
                    <a:pt x="380" y="6"/>
                  </a:lnTo>
                  <a:lnTo>
                    <a:pt x="378" y="14"/>
                  </a:lnTo>
                  <a:lnTo>
                    <a:pt x="376" y="25"/>
                  </a:lnTo>
                  <a:lnTo>
                    <a:pt x="376" y="30"/>
                  </a:lnTo>
                  <a:lnTo>
                    <a:pt x="373" y="30"/>
                  </a:lnTo>
                  <a:lnTo>
                    <a:pt x="364" y="30"/>
                  </a:lnTo>
                  <a:lnTo>
                    <a:pt x="348" y="30"/>
                  </a:lnTo>
                  <a:lnTo>
                    <a:pt x="326" y="30"/>
                  </a:lnTo>
                  <a:lnTo>
                    <a:pt x="303" y="30"/>
                  </a:lnTo>
                  <a:lnTo>
                    <a:pt x="276" y="30"/>
                  </a:lnTo>
                  <a:lnTo>
                    <a:pt x="248" y="30"/>
                  </a:lnTo>
                  <a:lnTo>
                    <a:pt x="218" y="30"/>
                  </a:lnTo>
                  <a:lnTo>
                    <a:pt x="187" y="30"/>
                  </a:lnTo>
                  <a:lnTo>
                    <a:pt x="159" y="30"/>
                  </a:lnTo>
                  <a:lnTo>
                    <a:pt x="132" y="30"/>
                  </a:lnTo>
                  <a:lnTo>
                    <a:pt x="107" y="30"/>
                  </a:lnTo>
                  <a:lnTo>
                    <a:pt x="87" y="30"/>
                  </a:lnTo>
                  <a:lnTo>
                    <a:pt x="71" y="30"/>
                  </a:lnTo>
                  <a:lnTo>
                    <a:pt x="60" y="30"/>
                  </a:lnTo>
                  <a:lnTo>
                    <a:pt x="57" y="30"/>
                  </a:lnTo>
                  <a:lnTo>
                    <a:pt x="39" y="14"/>
                  </a:lnTo>
                  <a:lnTo>
                    <a:pt x="7" y="9"/>
                  </a:lnTo>
                  <a:lnTo>
                    <a:pt x="0" y="0"/>
                  </a:lnTo>
                  <a:lnTo>
                    <a:pt x="380" y="0"/>
                  </a:lnTo>
                  <a:close/>
                </a:path>
              </a:pathLst>
            </a:custGeom>
            <a:solidFill>
              <a:srgbClr val="9972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6" name="Google Shape;846;p23"/>
            <p:cNvSpPr/>
            <p:nvPr/>
          </p:nvSpPr>
          <p:spPr>
            <a:xfrm>
              <a:off x="1935" y="2186"/>
              <a:ext cx="214" cy="376"/>
            </a:xfrm>
            <a:custGeom>
              <a:rect b="b" l="l" r="r" t="t"/>
              <a:pathLst>
                <a:path extrusionOk="0" h="324" w="172">
                  <a:moveTo>
                    <a:pt x="172" y="6"/>
                  </a:moveTo>
                  <a:lnTo>
                    <a:pt x="152" y="9"/>
                  </a:lnTo>
                  <a:lnTo>
                    <a:pt x="132" y="13"/>
                  </a:lnTo>
                  <a:lnTo>
                    <a:pt x="111" y="18"/>
                  </a:lnTo>
                  <a:lnTo>
                    <a:pt x="89" y="22"/>
                  </a:lnTo>
                  <a:lnTo>
                    <a:pt x="68" y="27"/>
                  </a:lnTo>
                  <a:lnTo>
                    <a:pt x="48" y="32"/>
                  </a:lnTo>
                  <a:lnTo>
                    <a:pt x="32" y="38"/>
                  </a:lnTo>
                  <a:lnTo>
                    <a:pt x="18" y="43"/>
                  </a:lnTo>
                  <a:lnTo>
                    <a:pt x="16" y="45"/>
                  </a:lnTo>
                  <a:lnTo>
                    <a:pt x="13" y="46"/>
                  </a:lnTo>
                  <a:lnTo>
                    <a:pt x="11" y="48"/>
                  </a:lnTo>
                  <a:lnTo>
                    <a:pt x="11" y="52"/>
                  </a:lnTo>
                  <a:lnTo>
                    <a:pt x="11" y="94"/>
                  </a:lnTo>
                  <a:lnTo>
                    <a:pt x="11" y="183"/>
                  </a:lnTo>
                  <a:lnTo>
                    <a:pt x="11" y="272"/>
                  </a:lnTo>
                  <a:lnTo>
                    <a:pt x="11" y="317"/>
                  </a:lnTo>
                  <a:lnTo>
                    <a:pt x="11" y="319"/>
                  </a:lnTo>
                  <a:lnTo>
                    <a:pt x="11" y="319"/>
                  </a:lnTo>
                  <a:lnTo>
                    <a:pt x="11" y="320"/>
                  </a:lnTo>
                  <a:lnTo>
                    <a:pt x="13" y="322"/>
                  </a:lnTo>
                  <a:lnTo>
                    <a:pt x="9" y="324"/>
                  </a:lnTo>
                  <a:lnTo>
                    <a:pt x="6" y="324"/>
                  </a:lnTo>
                  <a:lnTo>
                    <a:pt x="2" y="322"/>
                  </a:lnTo>
                  <a:lnTo>
                    <a:pt x="0" y="320"/>
                  </a:lnTo>
                  <a:lnTo>
                    <a:pt x="0" y="272"/>
                  </a:lnTo>
                  <a:lnTo>
                    <a:pt x="0" y="180"/>
                  </a:lnTo>
                  <a:lnTo>
                    <a:pt x="0" y="91"/>
                  </a:lnTo>
                  <a:lnTo>
                    <a:pt x="0" y="48"/>
                  </a:lnTo>
                  <a:lnTo>
                    <a:pt x="0" y="43"/>
                  </a:lnTo>
                  <a:lnTo>
                    <a:pt x="2" y="39"/>
                  </a:lnTo>
                  <a:lnTo>
                    <a:pt x="6" y="38"/>
                  </a:lnTo>
                  <a:lnTo>
                    <a:pt x="9" y="38"/>
                  </a:lnTo>
                  <a:lnTo>
                    <a:pt x="16" y="36"/>
                  </a:lnTo>
                  <a:lnTo>
                    <a:pt x="34" y="30"/>
                  </a:lnTo>
                  <a:lnTo>
                    <a:pt x="57" y="25"/>
                  </a:lnTo>
                  <a:lnTo>
                    <a:pt x="86" y="18"/>
                  </a:lnTo>
                  <a:lnTo>
                    <a:pt x="113" y="13"/>
                  </a:lnTo>
                  <a:lnTo>
                    <a:pt x="136" y="7"/>
                  </a:lnTo>
                  <a:lnTo>
                    <a:pt x="154" y="2"/>
                  </a:lnTo>
                  <a:lnTo>
                    <a:pt x="163" y="0"/>
                  </a:lnTo>
                  <a:lnTo>
                    <a:pt x="168" y="0"/>
                  </a:lnTo>
                  <a:lnTo>
                    <a:pt x="170" y="2"/>
                  </a:lnTo>
                  <a:lnTo>
                    <a:pt x="172" y="4"/>
                  </a:lnTo>
                  <a:lnTo>
                    <a:pt x="172" y="6"/>
                  </a:lnTo>
                  <a:close/>
                </a:path>
              </a:pathLst>
            </a:custGeom>
            <a:solidFill>
              <a:srgbClr val="99727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47" name="Google Shape;847;p23"/>
            <p:cNvSpPr/>
            <p:nvPr/>
          </p:nvSpPr>
          <p:spPr>
            <a:xfrm>
              <a:off x="1949" y="2192"/>
              <a:ext cx="200" cy="368"/>
            </a:xfrm>
            <a:custGeom>
              <a:rect b="b" l="l" r="r" t="t"/>
              <a:pathLst>
                <a:path extrusionOk="0" h="316" w="161">
                  <a:moveTo>
                    <a:pt x="153" y="307"/>
                  </a:moveTo>
                  <a:lnTo>
                    <a:pt x="146" y="307"/>
                  </a:lnTo>
                  <a:lnTo>
                    <a:pt x="130" y="309"/>
                  </a:lnTo>
                  <a:lnTo>
                    <a:pt x="109" y="311"/>
                  </a:lnTo>
                  <a:lnTo>
                    <a:pt x="84" y="311"/>
                  </a:lnTo>
                  <a:lnTo>
                    <a:pt x="59" y="313"/>
                  </a:lnTo>
                  <a:lnTo>
                    <a:pt x="36" y="314"/>
                  </a:lnTo>
                  <a:lnTo>
                    <a:pt x="16" y="316"/>
                  </a:lnTo>
                  <a:lnTo>
                    <a:pt x="2" y="316"/>
                  </a:lnTo>
                  <a:lnTo>
                    <a:pt x="0" y="314"/>
                  </a:lnTo>
                  <a:lnTo>
                    <a:pt x="0" y="313"/>
                  </a:lnTo>
                  <a:lnTo>
                    <a:pt x="0" y="313"/>
                  </a:lnTo>
                  <a:lnTo>
                    <a:pt x="0" y="311"/>
                  </a:lnTo>
                  <a:lnTo>
                    <a:pt x="0" y="266"/>
                  </a:lnTo>
                  <a:lnTo>
                    <a:pt x="0" y="177"/>
                  </a:lnTo>
                  <a:lnTo>
                    <a:pt x="0" y="88"/>
                  </a:lnTo>
                  <a:lnTo>
                    <a:pt x="0" y="46"/>
                  </a:lnTo>
                  <a:lnTo>
                    <a:pt x="0" y="42"/>
                  </a:lnTo>
                  <a:lnTo>
                    <a:pt x="2" y="40"/>
                  </a:lnTo>
                  <a:lnTo>
                    <a:pt x="5" y="39"/>
                  </a:lnTo>
                  <a:lnTo>
                    <a:pt x="7" y="37"/>
                  </a:lnTo>
                  <a:lnTo>
                    <a:pt x="21" y="32"/>
                  </a:lnTo>
                  <a:lnTo>
                    <a:pt x="37" y="26"/>
                  </a:lnTo>
                  <a:lnTo>
                    <a:pt x="57" y="21"/>
                  </a:lnTo>
                  <a:lnTo>
                    <a:pt x="78" y="16"/>
                  </a:lnTo>
                  <a:lnTo>
                    <a:pt x="100" y="12"/>
                  </a:lnTo>
                  <a:lnTo>
                    <a:pt x="121" y="7"/>
                  </a:lnTo>
                  <a:lnTo>
                    <a:pt x="141" y="3"/>
                  </a:lnTo>
                  <a:lnTo>
                    <a:pt x="161" y="0"/>
                  </a:lnTo>
                  <a:lnTo>
                    <a:pt x="161" y="56"/>
                  </a:lnTo>
                  <a:lnTo>
                    <a:pt x="161" y="158"/>
                  </a:lnTo>
                  <a:lnTo>
                    <a:pt x="161" y="254"/>
                  </a:lnTo>
                  <a:lnTo>
                    <a:pt x="161" y="300"/>
                  </a:lnTo>
                  <a:lnTo>
                    <a:pt x="161" y="304"/>
                  </a:lnTo>
                  <a:lnTo>
                    <a:pt x="159" y="305"/>
                  </a:lnTo>
                  <a:lnTo>
                    <a:pt x="157" y="307"/>
                  </a:lnTo>
                  <a:lnTo>
                    <a:pt x="153" y="307"/>
                  </a:lnTo>
                  <a:close/>
                </a:path>
              </a:pathLst>
            </a:custGeom>
            <a:solidFill>
              <a:srgbClr val="0A335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l"/>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24"/>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854" name="Google Shape;854;p24"/>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55" name="Google Shape;855;p24"/>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descr="Recycled paper" id="856" name="Google Shape;856;p24"/>
          <p:cNvSpPr txBox="1"/>
          <p:nvPr/>
        </p:nvSpPr>
        <p:spPr>
          <a:xfrm>
            <a:off x="457200" y="1752600"/>
            <a:ext cx="8229600" cy="4419600"/>
          </a:xfrm>
          <a:prstGeom prst="rect">
            <a:avLst/>
          </a:prstGeom>
          <a:blipFill rotWithShape="1">
            <a:blip r:embed="rId3">
              <a:alphaModFix/>
            </a:blip>
            <a:stretch>
              <a:fillRect b="0" l="0" r="0" t="0"/>
            </a:stretch>
          </a:blip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57" name="Google Shape;857;p24"/>
          <p:cNvSpPr txBox="1"/>
          <p:nvPr>
            <p:ph type="title"/>
          </p:nvPr>
        </p:nvSpPr>
        <p:spPr>
          <a:xfrm>
            <a:off x="457200" y="381000"/>
            <a:ext cx="8229600" cy="1371600"/>
          </a:xfrm>
          <a:prstGeom prst="rect">
            <a:avLst/>
          </a:prstGeom>
          <a:solidFill>
            <a:srgbClr val="990000"/>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20000"/>
              </a:lnSpc>
              <a:spcBef>
                <a:spcPts val="0"/>
              </a:spcBef>
              <a:spcAft>
                <a:spcPts val="0"/>
              </a:spcAft>
              <a:buClr>
                <a:schemeClr val="lt1"/>
              </a:buClr>
              <a:buSzPts val="4400"/>
              <a:buFont typeface="Tahoma"/>
              <a:buNone/>
            </a:pPr>
            <a:r>
              <a:rPr b="1" i="0" lang="en-US" sz="4400" u="none">
                <a:solidFill>
                  <a:schemeClr val="lt1"/>
                </a:solidFill>
                <a:latin typeface="Tahoma"/>
                <a:ea typeface="Tahoma"/>
                <a:cs typeface="Tahoma"/>
                <a:sym typeface="Tahoma"/>
              </a:rPr>
              <a:t>The Closing Section</a:t>
            </a:r>
            <a:endParaRPr/>
          </a:p>
        </p:txBody>
      </p:sp>
      <p:sp>
        <p:nvSpPr>
          <p:cNvPr descr="Recycled paper" id="858" name="Google Shape;858;p24"/>
          <p:cNvSpPr txBox="1"/>
          <p:nvPr/>
        </p:nvSpPr>
        <p:spPr>
          <a:xfrm>
            <a:off x="914400" y="1905000"/>
            <a:ext cx="7315200" cy="838200"/>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Emphasizes the Main Points</a:t>
            </a:r>
            <a:endParaRPr/>
          </a:p>
        </p:txBody>
      </p:sp>
      <p:sp>
        <p:nvSpPr>
          <p:cNvPr descr="Recycled paper" id="859" name="Google Shape;859;p24"/>
          <p:cNvSpPr txBox="1"/>
          <p:nvPr/>
        </p:nvSpPr>
        <p:spPr>
          <a:xfrm>
            <a:off x="914400" y="2997200"/>
            <a:ext cx="7315200" cy="838200"/>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Summarizes the Benefits</a:t>
            </a:r>
            <a:endParaRPr/>
          </a:p>
        </p:txBody>
      </p:sp>
      <p:sp>
        <p:nvSpPr>
          <p:cNvPr descr="Recycled paper" id="860" name="Google Shape;860;p24"/>
          <p:cNvSpPr txBox="1"/>
          <p:nvPr/>
        </p:nvSpPr>
        <p:spPr>
          <a:xfrm>
            <a:off x="914400" y="4089400"/>
            <a:ext cx="7315200" cy="838200"/>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Reinforces the Structure</a:t>
            </a:r>
            <a:endParaRPr/>
          </a:p>
        </p:txBody>
      </p:sp>
      <p:sp>
        <p:nvSpPr>
          <p:cNvPr descr="Recycled paper" id="861" name="Google Shape;861;p24"/>
          <p:cNvSpPr txBox="1"/>
          <p:nvPr/>
        </p:nvSpPr>
        <p:spPr>
          <a:xfrm>
            <a:off x="914400" y="5181600"/>
            <a:ext cx="7315200" cy="838200"/>
          </a:xfrm>
          <a:prstGeom prst="rect">
            <a:avLst/>
          </a:prstGeom>
          <a:blipFill rotWithShape="1">
            <a:blip r:embed="rId3">
              <a:alphaModFix/>
            </a:blip>
            <a:tile algn="tl" flip="none" tx="0" sx="100000" ty="0" sy="100000"/>
          </a:blipFill>
          <a:ln>
            <a:noFill/>
          </a:ln>
          <a:effectLst>
            <a:outerShdw blurRad="63500" dir="2700000" dist="17960">
              <a:srgbClr val="999999"/>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Brings Action Items Together</a:t>
            </a:r>
            <a:endParaRPr/>
          </a:p>
        </p:txBody>
      </p:sp>
    </p:spTree>
  </p:cSld>
  <p:clrMapOvr>
    <a:masterClrMapping/>
  </p:clrMapOvr>
  <p:transition spd="slow">
    <p:wipe dir="d"/>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25"/>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868" name="Google Shape;868;p25"/>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869" name="Google Shape;869;p25"/>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870" name="Google Shape;870;p25"/>
          <p:cNvSpPr txBox="1"/>
          <p:nvPr/>
        </p:nvSpPr>
        <p:spPr>
          <a:xfrm flipH="1">
            <a:off x="457200" y="2362200"/>
            <a:ext cx="8229600" cy="3810000"/>
          </a:xfrm>
          <a:prstGeom prst="rect">
            <a:avLst/>
          </a:prstGeom>
          <a:solidFill>
            <a:srgbClr val="F8F8F8"/>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1" name="Google Shape;871;p25"/>
          <p:cNvSpPr txBox="1"/>
          <p:nvPr>
            <p:ph type="title"/>
          </p:nvPr>
        </p:nvSpPr>
        <p:spPr>
          <a:xfrm>
            <a:off x="457200" y="381000"/>
            <a:ext cx="8229600" cy="1981200"/>
          </a:xfrm>
          <a:prstGeom prst="rect">
            <a:avLst/>
          </a:prstGeom>
          <a:solidFill>
            <a:srgbClr val="00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2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Additional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Report-Writing Tasks</a:t>
            </a:r>
            <a:endParaRPr/>
          </a:p>
        </p:txBody>
      </p:sp>
      <p:grpSp>
        <p:nvGrpSpPr>
          <p:cNvPr id="872" name="Google Shape;872;p25"/>
          <p:cNvGrpSpPr/>
          <p:nvPr/>
        </p:nvGrpSpPr>
        <p:grpSpPr>
          <a:xfrm>
            <a:off x="457200" y="2362200"/>
            <a:ext cx="4114800" cy="3810000"/>
            <a:chOff x="288" y="1488"/>
            <a:chExt cx="2592" cy="1800"/>
          </a:xfrm>
        </p:grpSpPr>
        <p:sp>
          <p:nvSpPr>
            <p:cNvPr id="873" name="Google Shape;873;p25"/>
            <p:cNvSpPr txBox="1"/>
            <p:nvPr/>
          </p:nvSpPr>
          <p:spPr>
            <a:xfrm>
              <a:off x="288" y="1488"/>
              <a:ext cx="2592"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Formality</a:t>
              </a:r>
              <a:endParaRPr/>
            </a:p>
          </p:txBody>
        </p:sp>
        <p:sp>
          <p:nvSpPr>
            <p:cNvPr id="874" name="Google Shape;874;p25"/>
            <p:cNvSpPr txBox="1"/>
            <p:nvPr/>
          </p:nvSpPr>
          <p:spPr>
            <a:xfrm>
              <a:off x="288" y="2088"/>
              <a:ext cx="2592"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Time Frame</a:t>
              </a:r>
              <a:endParaRPr/>
            </a:p>
          </p:txBody>
        </p:sp>
        <p:sp>
          <p:nvSpPr>
            <p:cNvPr id="875" name="Google Shape;875;p25"/>
            <p:cNvSpPr txBox="1"/>
            <p:nvPr/>
          </p:nvSpPr>
          <p:spPr>
            <a:xfrm>
              <a:off x="288" y="2688"/>
              <a:ext cx="2592" cy="6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Overall Structure</a:t>
              </a:r>
              <a:endParaRPr/>
            </a:p>
          </p:txBody>
        </p:sp>
      </p:grpSp>
      <p:grpSp>
        <p:nvGrpSpPr>
          <p:cNvPr id="876" name="Google Shape;876;p25"/>
          <p:cNvGrpSpPr/>
          <p:nvPr/>
        </p:nvGrpSpPr>
        <p:grpSpPr>
          <a:xfrm>
            <a:off x="4648200" y="2590800"/>
            <a:ext cx="3962400" cy="3581400"/>
            <a:chOff x="2928" y="1632"/>
            <a:chExt cx="2496" cy="2256"/>
          </a:xfrm>
        </p:grpSpPr>
        <p:sp>
          <p:nvSpPr>
            <p:cNvPr id="877" name="Google Shape;877;p25"/>
            <p:cNvSpPr txBox="1"/>
            <p:nvPr/>
          </p:nvSpPr>
          <p:spPr>
            <a:xfrm>
              <a:off x="2928" y="1632"/>
              <a:ext cx="2496" cy="2256"/>
            </a:xfrm>
            <a:prstGeom prst="rect">
              <a:avLst/>
            </a:prstGeom>
            <a:solidFill>
              <a:srgbClr val="F8F8F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8" name="Google Shape;878;p25"/>
            <p:cNvSpPr/>
            <p:nvPr/>
          </p:nvSpPr>
          <p:spPr>
            <a:xfrm>
              <a:off x="2928" y="1632"/>
              <a:ext cx="2496" cy="2254"/>
            </a:xfrm>
            <a:custGeom>
              <a:rect b="b" l="l" r="r" t="t"/>
              <a:pathLst>
                <a:path extrusionOk="0" h="2254" w="2496">
                  <a:moveTo>
                    <a:pt x="1861" y="2254"/>
                  </a:moveTo>
                  <a:lnTo>
                    <a:pt x="1854" y="2250"/>
                  </a:lnTo>
                  <a:lnTo>
                    <a:pt x="1847" y="2242"/>
                  </a:lnTo>
                  <a:lnTo>
                    <a:pt x="1839" y="2233"/>
                  </a:lnTo>
                  <a:lnTo>
                    <a:pt x="1832" y="2222"/>
                  </a:lnTo>
                  <a:lnTo>
                    <a:pt x="1825" y="2212"/>
                  </a:lnTo>
                  <a:lnTo>
                    <a:pt x="1819" y="2201"/>
                  </a:lnTo>
                  <a:lnTo>
                    <a:pt x="1814" y="2192"/>
                  </a:lnTo>
                  <a:lnTo>
                    <a:pt x="1810" y="2186"/>
                  </a:lnTo>
                  <a:lnTo>
                    <a:pt x="1804" y="2186"/>
                  </a:lnTo>
                  <a:lnTo>
                    <a:pt x="1793" y="2186"/>
                  </a:lnTo>
                  <a:lnTo>
                    <a:pt x="1775" y="2184"/>
                  </a:lnTo>
                  <a:lnTo>
                    <a:pt x="1751" y="2184"/>
                  </a:lnTo>
                  <a:lnTo>
                    <a:pt x="1722" y="2184"/>
                  </a:lnTo>
                  <a:lnTo>
                    <a:pt x="1690" y="2184"/>
                  </a:lnTo>
                  <a:lnTo>
                    <a:pt x="1652" y="2184"/>
                  </a:lnTo>
                  <a:lnTo>
                    <a:pt x="1610" y="2184"/>
                  </a:lnTo>
                  <a:lnTo>
                    <a:pt x="1565" y="2184"/>
                  </a:lnTo>
                  <a:lnTo>
                    <a:pt x="1517" y="2183"/>
                  </a:lnTo>
                  <a:lnTo>
                    <a:pt x="1467" y="2183"/>
                  </a:lnTo>
                  <a:lnTo>
                    <a:pt x="1414" y="2183"/>
                  </a:lnTo>
                  <a:lnTo>
                    <a:pt x="1360" y="2183"/>
                  </a:lnTo>
                  <a:lnTo>
                    <a:pt x="1303" y="2183"/>
                  </a:lnTo>
                  <a:lnTo>
                    <a:pt x="1247" y="2183"/>
                  </a:lnTo>
                  <a:lnTo>
                    <a:pt x="1189" y="2181"/>
                  </a:lnTo>
                  <a:lnTo>
                    <a:pt x="1131" y="2181"/>
                  </a:lnTo>
                  <a:lnTo>
                    <a:pt x="1074" y="2181"/>
                  </a:lnTo>
                  <a:lnTo>
                    <a:pt x="1017" y="2181"/>
                  </a:lnTo>
                  <a:lnTo>
                    <a:pt x="961" y="2181"/>
                  </a:lnTo>
                  <a:lnTo>
                    <a:pt x="907" y="2181"/>
                  </a:lnTo>
                  <a:lnTo>
                    <a:pt x="854" y="2181"/>
                  </a:lnTo>
                  <a:lnTo>
                    <a:pt x="804" y="2180"/>
                  </a:lnTo>
                  <a:lnTo>
                    <a:pt x="756" y="2180"/>
                  </a:lnTo>
                  <a:lnTo>
                    <a:pt x="712" y="2180"/>
                  </a:lnTo>
                  <a:lnTo>
                    <a:pt x="671" y="2180"/>
                  </a:lnTo>
                  <a:lnTo>
                    <a:pt x="634" y="2180"/>
                  </a:lnTo>
                  <a:lnTo>
                    <a:pt x="601" y="2180"/>
                  </a:lnTo>
                  <a:lnTo>
                    <a:pt x="572" y="2180"/>
                  </a:lnTo>
                  <a:lnTo>
                    <a:pt x="550" y="2178"/>
                  </a:lnTo>
                  <a:lnTo>
                    <a:pt x="532" y="2178"/>
                  </a:lnTo>
                  <a:lnTo>
                    <a:pt x="521" y="2178"/>
                  </a:lnTo>
                  <a:lnTo>
                    <a:pt x="435" y="2148"/>
                  </a:lnTo>
                  <a:lnTo>
                    <a:pt x="360" y="2120"/>
                  </a:lnTo>
                  <a:lnTo>
                    <a:pt x="294" y="2097"/>
                  </a:lnTo>
                  <a:lnTo>
                    <a:pt x="238" y="2076"/>
                  </a:lnTo>
                  <a:lnTo>
                    <a:pt x="190" y="2059"/>
                  </a:lnTo>
                  <a:lnTo>
                    <a:pt x="150" y="2045"/>
                  </a:lnTo>
                  <a:lnTo>
                    <a:pt x="117" y="2033"/>
                  </a:lnTo>
                  <a:lnTo>
                    <a:pt x="91" y="2024"/>
                  </a:lnTo>
                  <a:lnTo>
                    <a:pt x="69" y="2016"/>
                  </a:lnTo>
                  <a:lnTo>
                    <a:pt x="53" y="2010"/>
                  </a:lnTo>
                  <a:lnTo>
                    <a:pt x="40" y="2006"/>
                  </a:lnTo>
                  <a:lnTo>
                    <a:pt x="30" y="2001"/>
                  </a:lnTo>
                  <a:lnTo>
                    <a:pt x="24" y="1999"/>
                  </a:lnTo>
                  <a:lnTo>
                    <a:pt x="19" y="1996"/>
                  </a:lnTo>
                  <a:lnTo>
                    <a:pt x="15" y="1995"/>
                  </a:lnTo>
                  <a:lnTo>
                    <a:pt x="11" y="1993"/>
                  </a:lnTo>
                  <a:lnTo>
                    <a:pt x="9" y="1990"/>
                  </a:lnTo>
                  <a:lnTo>
                    <a:pt x="6" y="1989"/>
                  </a:lnTo>
                  <a:lnTo>
                    <a:pt x="5" y="1986"/>
                  </a:lnTo>
                  <a:lnTo>
                    <a:pt x="3" y="1984"/>
                  </a:lnTo>
                  <a:lnTo>
                    <a:pt x="1" y="1978"/>
                  </a:lnTo>
                  <a:lnTo>
                    <a:pt x="1" y="1972"/>
                  </a:lnTo>
                  <a:lnTo>
                    <a:pt x="1" y="1966"/>
                  </a:lnTo>
                  <a:lnTo>
                    <a:pt x="0" y="1960"/>
                  </a:lnTo>
                  <a:lnTo>
                    <a:pt x="13" y="1947"/>
                  </a:lnTo>
                  <a:lnTo>
                    <a:pt x="25" y="1937"/>
                  </a:lnTo>
                  <a:lnTo>
                    <a:pt x="38" y="1925"/>
                  </a:lnTo>
                  <a:lnTo>
                    <a:pt x="50" y="1914"/>
                  </a:lnTo>
                  <a:lnTo>
                    <a:pt x="63" y="1903"/>
                  </a:lnTo>
                  <a:lnTo>
                    <a:pt x="75" y="1892"/>
                  </a:lnTo>
                  <a:lnTo>
                    <a:pt x="88" y="1880"/>
                  </a:lnTo>
                  <a:lnTo>
                    <a:pt x="102" y="1870"/>
                  </a:lnTo>
                  <a:lnTo>
                    <a:pt x="114" y="1859"/>
                  </a:lnTo>
                  <a:lnTo>
                    <a:pt x="127" y="1848"/>
                  </a:lnTo>
                  <a:lnTo>
                    <a:pt x="140" y="1837"/>
                  </a:lnTo>
                  <a:lnTo>
                    <a:pt x="153" y="1827"/>
                  </a:lnTo>
                  <a:lnTo>
                    <a:pt x="166" y="1816"/>
                  </a:lnTo>
                  <a:lnTo>
                    <a:pt x="179" y="1804"/>
                  </a:lnTo>
                  <a:lnTo>
                    <a:pt x="191" y="1793"/>
                  </a:lnTo>
                  <a:lnTo>
                    <a:pt x="204" y="1782"/>
                  </a:lnTo>
                  <a:lnTo>
                    <a:pt x="203" y="1743"/>
                  </a:lnTo>
                  <a:lnTo>
                    <a:pt x="201" y="1686"/>
                  </a:lnTo>
                  <a:lnTo>
                    <a:pt x="203" y="1634"/>
                  </a:lnTo>
                  <a:lnTo>
                    <a:pt x="206" y="1604"/>
                  </a:lnTo>
                  <a:lnTo>
                    <a:pt x="214" y="1602"/>
                  </a:lnTo>
                  <a:lnTo>
                    <a:pt x="223" y="1602"/>
                  </a:lnTo>
                  <a:lnTo>
                    <a:pt x="230" y="1601"/>
                  </a:lnTo>
                  <a:lnTo>
                    <a:pt x="238" y="1599"/>
                  </a:lnTo>
                  <a:lnTo>
                    <a:pt x="247" y="1598"/>
                  </a:lnTo>
                  <a:lnTo>
                    <a:pt x="254" y="1598"/>
                  </a:lnTo>
                  <a:lnTo>
                    <a:pt x="262" y="1596"/>
                  </a:lnTo>
                  <a:lnTo>
                    <a:pt x="269" y="1596"/>
                  </a:lnTo>
                  <a:lnTo>
                    <a:pt x="270" y="1541"/>
                  </a:lnTo>
                  <a:lnTo>
                    <a:pt x="272" y="1492"/>
                  </a:lnTo>
                  <a:lnTo>
                    <a:pt x="279" y="1448"/>
                  </a:lnTo>
                  <a:lnTo>
                    <a:pt x="298" y="1402"/>
                  </a:lnTo>
                  <a:lnTo>
                    <a:pt x="297" y="1384"/>
                  </a:lnTo>
                  <a:lnTo>
                    <a:pt x="293" y="1369"/>
                  </a:lnTo>
                  <a:lnTo>
                    <a:pt x="289" y="1356"/>
                  </a:lnTo>
                  <a:lnTo>
                    <a:pt x="287" y="1346"/>
                  </a:lnTo>
                  <a:lnTo>
                    <a:pt x="287" y="1336"/>
                  </a:lnTo>
                  <a:lnTo>
                    <a:pt x="292" y="1326"/>
                  </a:lnTo>
                  <a:lnTo>
                    <a:pt x="302" y="1315"/>
                  </a:lnTo>
                  <a:lnTo>
                    <a:pt x="321" y="1303"/>
                  </a:lnTo>
                  <a:lnTo>
                    <a:pt x="328" y="1262"/>
                  </a:lnTo>
                  <a:lnTo>
                    <a:pt x="336" y="1222"/>
                  </a:lnTo>
                  <a:lnTo>
                    <a:pt x="343" y="1182"/>
                  </a:lnTo>
                  <a:lnTo>
                    <a:pt x="352" y="1141"/>
                  </a:lnTo>
                  <a:lnTo>
                    <a:pt x="366" y="1097"/>
                  </a:lnTo>
                  <a:lnTo>
                    <a:pt x="380" y="1052"/>
                  </a:lnTo>
                  <a:lnTo>
                    <a:pt x="396" y="1008"/>
                  </a:lnTo>
                  <a:lnTo>
                    <a:pt x="413" y="965"/>
                  </a:lnTo>
                  <a:lnTo>
                    <a:pt x="432" y="923"/>
                  </a:lnTo>
                  <a:lnTo>
                    <a:pt x="450" y="881"/>
                  </a:lnTo>
                  <a:lnTo>
                    <a:pt x="471" y="842"/>
                  </a:lnTo>
                  <a:lnTo>
                    <a:pt x="492" y="803"/>
                  </a:lnTo>
                  <a:lnTo>
                    <a:pt x="493" y="770"/>
                  </a:lnTo>
                  <a:lnTo>
                    <a:pt x="499" y="742"/>
                  </a:lnTo>
                  <a:lnTo>
                    <a:pt x="508" y="724"/>
                  </a:lnTo>
                  <a:lnTo>
                    <a:pt x="522" y="710"/>
                  </a:lnTo>
                  <a:lnTo>
                    <a:pt x="538" y="703"/>
                  </a:lnTo>
                  <a:lnTo>
                    <a:pt x="560" y="701"/>
                  </a:lnTo>
                  <a:lnTo>
                    <a:pt x="584" y="703"/>
                  </a:lnTo>
                  <a:lnTo>
                    <a:pt x="611" y="709"/>
                  </a:lnTo>
                  <a:lnTo>
                    <a:pt x="627" y="703"/>
                  </a:lnTo>
                  <a:lnTo>
                    <a:pt x="643" y="697"/>
                  </a:lnTo>
                  <a:lnTo>
                    <a:pt x="659" y="690"/>
                  </a:lnTo>
                  <a:lnTo>
                    <a:pt x="674" y="684"/>
                  </a:lnTo>
                  <a:lnTo>
                    <a:pt x="691" y="678"/>
                  </a:lnTo>
                  <a:lnTo>
                    <a:pt x="707" y="672"/>
                  </a:lnTo>
                  <a:lnTo>
                    <a:pt x="723" y="666"/>
                  </a:lnTo>
                  <a:lnTo>
                    <a:pt x="740" y="660"/>
                  </a:lnTo>
                  <a:lnTo>
                    <a:pt x="755" y="654"/>
                  </a:lnTo>
                  <a:lnTo>
                    <a:pt x="771" y="646"/>
                  </a:lnTo>
                  <a:lnTo>
                    <a:pt x="788" y="640"/>
                  </a:lnTo>
                  <a:lnTo>
                    <a:pt x="803" y="632"/>
                  </a:lnTo>
                  <a:lnTo>
                    <a:pt x="819" y="625"/>
                  </a:lnTo>
                  <a:lnTo>
                    <a:pt x="834" y="616"/>
                  </a:lnTo>
                  <a:lnTo>
                    <a:pt x="849" y="608"/>
                  </a:lnTo>
                  <a:lnTo>
                    <a:pt x="864" y="599"/>
                  </a:lnTo>
                  <a:lnTo>
                    <a:pt x="869" y="582"/>
                  </a:lnTo>
                  <a:lnTo>
                    <a:pt x="874" y="568"/>
                  </a:lnTo>
                  <a:lnTo>
                    <a:pt x="879" y="556"/>
                  </a:lnTo>
                  <a:lnTo>
                    <a:pt x="886" y="545"/>
                  </a:lnTo>
                  <a:lnTo>
                    <a:pt x="893" y="536"/>
                  </a:lnTo>
                  <a:lnTo>
                    <a:pt x="901" y="527"/>
                  </a:lnTo>
                  <a:lnTo>
                    <a:pt x="911" y="516"/>
                  </a:lnTo>
                  <a:lnTo>
                    <a:pt x="921" y="506"/>
                  </a:lnTo>
                  <a:lnTo>
                    <a:pt x="917" y="492"/>
                  </a:lnTo>
                  <a:lnTo>
                    <a:pt x="912" y="483"/>
                  </a:lnTo>
                  <a:lnTo>
                    <a:pt x="903" y="475"/>
                  </a:lnTo>
                  <a:lnTo>
                    <a:pt x="894" y="469"/>
                  </a:lnTo>
                  <a:lnTo>
                    <a:pt x="884" y="464"/>
                  </a:lnTo>
                  <a:lnTo>
                    <a:pt x="874" y="461"/>
                  </a:lnTo>
                  <a:lnTo>
                    <a:pt x="864" y="458"/>
                  </a:lnTo>
                  <a:lnTo>
                    <a:pt x="855" y="455"/>
                  </a:lnTo>
                  <a:lnTo>
                    <a:pt x="839" y="437"/>
                  </a:lnTo>
                  <a:lnTo>
                    <a:pt x="832" y="420"/>
                  </a:lnTo>
                  <a:lnTo>
                    <a:pt x="833" y="402"/>
                  </a:lnTo>
                  <a:lnTo>
                    <a:pt x="842" y="380"/>
                  </a:lnTo>
                  <a:lnTo>
                    <a:pt x="838" y="353"/>
                  </a:lnTo>
                  <a:lnTo>
                    <a:pt x="833" y="325"/>
                  </a:lnTo>
                  <a:lnTo>
                    <a:pt x="827" y="298"/>
                  </a:lnTo>
                  <a:lnTo>
                    <a:pt x="819" y="270"/>
                  </a:lnTo>
                  <a:lnTo>
                    <a:pt x="811" y="244"/>
                  </a:lnTo>
                  <a:lnTo>
                    <a:pt x="806" y="218"/>
                  </a:lnTo>
                  <a:lnTo>
                    <a:pt x="801" y="192"/>
                  </a:lnTo>
                  <a:lnTo>
                    <a:pt x="800" y="166"/>
                  </a:lnTo>
                  <a:lnTo>
                    <a:pt x="810" y="145"/>
                  </a:lnTo>
                  <a:lnTo>
                    <a:pt x="820" y="125"/>
                  </a:lnTo>
                  <a:lnTo>
                    <a:pt x="830" y="108"/>
                  </a:lnTo>
                  <a:lnTo>
                    <a:pt x="840" y="93"/>
                  </a:lnTo>
                  <a:lnTo>
                    <a:pt x="852" y="79"/>
                  </a:lnTo>
                  <a:lnTo>
                    <a:pt x="864" y="67"/>
                  </a:lnTo>
                  <a:lnTo>
                    <a:pt x="876" y="57"/>
                  </a:lnTo>
                  <a:lnTo>
                    <a:pt x="889" y="46"/>
                  </a:lnTo>
                  <a:lnTo>
                    <a:pt x="902" y="38"/>
                  </a:lnTo>
                  <a:lnTo>
                    <a:pt x="917" y="31"/>
                  </a:lnTo>
                  <a:lnTo>
                    <a:pt x="932" y="24"/>
                  </a:lnTo>
                  <a:lnTo>
                    <a:pt x="949" y="18"/>
                  </a:lnTo>
                  <a:lnTo>
                    <a:pt x="966" y="14"/>
                  </a:lnTo>
                  <a:lnTo>
                    <a:pt x="984" y="9"/>
                  </a:lnTo>
                  <a:lnTo>
                    <a:pt x="1004" y="5"/>
                  </a:lnTo>
                  <a:lnTo>
                    <a:pt x="1024" y="0"/>
                  </a:lnTo>
                  <a:lnTo>
                    <a:pt x="1040" y="2"/>
                  </a:lnTo>
                  <a:lnTo>
                    <a:pt x="1057" y="3"/>
                  </a:lnTo>
                  <a:lnTo>
                    <a:pt x="1072" y="6"/>
                  </a:lnTo>
                  <a:lnTo>
                    <a:pt x="1087" y="11"/>
                  </a:lnTo>
                  <a:lnTo>
                    <a:pt x="1102" y="15"/>
                  </a:lnTo>
                  <a:lnTo>
                    <a:pt x="1116" y="20"/>
                  </a:lnTo>
                  <a:lnTo>
                    <a:pt x="1130" y="27"/>
                  </a:lnTo>
                  <a:lnTo>
                    <a:pt x="1142" y="34"/>
                  </a:lnTo>
                  <a:lnTo>
                    <a:pt x="1156" y="43"/>
                  </a:lnTo>
                  <a:lnTo>
                    <a:pt x="1169" y="52"/>
                  </a:lnTo>
                  <a:lnTo>
                    <a:pt x="1180" y="63"/>
                  </a:lnTo>
                  <a:lnTo>
                    <a:pt x="1193" y="75"/>
                  </a:lnTo>
                  <a:lnTo>
                    <a:pt x="1204" y="89"/>
                  </a:lnTo>
                  <a:lnTo>
                    <a:pt x="1215" y="102"/>
                  </a:lnTo>
                  <a:lnTo>
                    <a:pt x="1227" y="119"/>
                  </a:lnTo>
                  <a:lnTo>
                    <a:pt x="1238" y="136"/>
                  </a:lnTo>
                  <a:lnTo>
                    <a:pt x="1244" y="151"/>
                  </a:lnTo>
                  <a:lnTo>
                    <a:pt x="1249" y="165"/>
                  </a:lnTo>
                  <a:lnTo>
                    <a:pt x="1256" y="179"/>
                  </a:lnTo>
                  <a:lnTo>
                    <a:pt x="1261" y="194"/>
                  </a:lnTo>
                  <a:lnTo>
                    <a:pt x="1261" y="218"/>
                  </a:lnTo>
                  <a:lnTo>
                    <a:pt x="1256" y="241"/>
                  </a:lnTo>
                  <a:lnTo>
                    <a:pt x="1249" y="264"/>
                  </a:lnTo>
                  <a:lnTo>
                    <a:pt x="1242" y="284"/>
                  </a:lnTo>
                  <a:lnTo>
                    <a:pt x="1234" y="307"/>
                  </a:lnTo>
                  <a:lnTo>
                    <a:pt x="1227" y="328"/>
                  </a:lnTo>
                  <a:lnTo>
                    <a:pt x="1223" y="353"/>
                  </a:lnTo>
                  <a:lnTo>
                    <a:pt x="1222" y="380"/>
                  </a:lnTo>
                  <a:lnTo>
                    <a:pt x="1217" y="391"/>
                  </a:lnTo>
                  <a:lnTo>
                    <a:pt x="1212" y="400"/>
                  </a:lnTo>
                  <a:lnTo>
                    <a:pt x="1205" y="409"/>
                  </a:lnTo>
                  <a:lnTo>
                    <a:pt x="1199" y="419"/>
                  </a:lnTo>
                  <a:lnTo>
                    <a:pt x="1191" y="428"/>
                  </a:lnTo>
                  <a:lnTo>
                    <a:pt x="1185" y="437"/>
                  </a:lnTo>
                  <a:lnTo>
                    <a:pt x="1178" y="446"/>
                  </a:lnTo>
                  <a:lnTo>
                    <a:pt x="1171" y="454"/>
                  </a:lnTo>
                  <a:lnTo>
                    <a:pt x="1165" y="481"/>
                  </a:lnTo>
                  <a:lnTo>
                    <a:pt x="1161" y="510"/>
                  </a:lnTo>
                  <a:lnTo>
                    <a:pt x="1156" y="541"/>
                  </a:lnTo>
                  <a:lnTo>
                    <a:pt x="1154" y="571"/>
                  </a:lnTo>
                  <a:lnTo>
                    <a:pt x="1160" y="573"/>
                  </a:lnTo>
                  <a:lnTo>
                    <a:pt x="1166" y="574"/>
                  </a:lnTo>
                  <a:lnTo>
                    <a:pt x="1173" y="576"/>
                  </a:lnTo>
                  <a:lnTo>
                    <a:pt x="1180" y="577"/>
                  </a:lnTo>
                  <a:lnTo>
                    <a:pt x="1186" y="582"/>
                  </a:lnTo>
                  <a:lnTo>
                    <a:pt x="1193" y="587"/>
                  </a:lnTo>
                  <a:lnTo>
                    <a:pt x="1199" y="593"/>
                  </a:lnTo>
                  <a:lnTo>
                    <a:pt x="1205" y="602"/>
                  </a:lnTo>
                  <a:lnTo>
                    <a:pt x="1217" y="606"/>
                  </a:lnTo>
                  <a:lnTo>
                    <a:pt x="1232" y="611"/>
                  </a:lnTo>
                  <a:lnTo>
                    <a:pt x="1249" y="616"/>
                  </a:lnTo>
                  <a:lnTo>
                    <a:pt x="1269" y="623"/>
                  </a:lnTo>
                  <a:lnTo>
                    <a:pt x="1291" y="629"/>
                  </a:lnTo>
                  <a:lnTo>
                    <a:pt x="1315" y="638"/>
                  </a:lnTo>
                  <a:lnTo>
                    <a:pt x="1340" y="646"/>
                  </a:lnTo>
                  <a:lnTo>
                    <a:pt x="1365" y="655"/>
                  </a:lnTo>
                  <a:lnTo>
                    <a:pt x="1381" y="655"/>
                  </a:lnTo>
                  <a:lnTo>
                    <a:pt x="1399" y="655"/>
                  </a:lnTo>
                  <a:lnTo>
                    <a:pt x="1415" y="655"/>
                  </a:lnTo>
                  <a:lnTo>
                    <a:pt x="1432" y="657"/>
                  </a:lnTo>
                  <a:lnTo>
                    <a:pt x="1446" y="661"/>
                  </a:lnTo>
                  <a:lnTo>
                    <a:pt x="1458" y="671"/>
                  </a:lnTo>
                  <a:lnTo>
                    <a:pt x="1468" y="687"/>
                  </a:lnTo>
                  <a:lnTo>
                    <a:pt x="1474" y="710"/>
                  </a:lnTo>
                  <a:lnTo>
                    <a:pt x="1491" y="733"/>
                  </a:lnTo>
                  <a:lnTo>
                    <a:pt x="1507" y="756"/>
                  </a:lnTo>
                  <a:lnTo>
                    <a:pt x="1524" y="779"/>
                  </a:lnTo>
                  <a:lnTo>
                    <a:pt x="1541" y="803"/>
                  </a:lnTo>
                  <a:lnTo>
                    <a:pt x="1557" y="826"/>
                  </a:lnTo>
                  <a:lnTo>
                    <a:pt x="1574" y="849"/>
                  </a:lnTo>
                  <a:lnTo>
                    <a:pt x="1589" y="874"/>
                  </a:lnTo>
                  <a:lnTo>
                    <a:pt x="1605" y="898"/>
                  </a:lnTo>
                  <a:lnTo>
                    <a:pt x="1620" y="923"/>
                  </a:lnTo>
                  <a:lnTo>
                    <a:pt x="1637" y="947"/>
                  </a:lnTo>
                  <a:lnTo>
                    <a:pt x="1652" y="971"/>
                  </a:lnTo>
                  <a:lnTo>
                    <a:pt x="1666" y="997"/>
                  </a:lnTo>
                  <a:lnTo>
                    <a:pt x="1681" y="1023"/>
                  </a:lnTo>
                  <a:lnTo>
                    <a:pt x="1695" y="1049"/>
                  </a:lnTo>
                  <a:lnTo>
                    <a:pt x="1708" y="1077"/>
                  </a:lnTo>
                  <a:lnTo>
                    <a:pt x="1721" y="1104"/>
                  </a:lnTo>
                  <a:lnTo>
                    <a:pt x="1729" y="1129"/>
                  </a:lnTo>
                  <a:lnTo>
                    <a:pt x="1736" y="1155"/>
                  </a:lnTo>
                  <a:lnTo>
                    <a:pt x="1744" y="1181"/>
                  </a:lnTo>
                  <a:lnTo>
                    <a:pt x="1751" y="1208"/>
                  </a:lnTo>
                  <a:lnTo>
                    <a:pt x="1760" y="1234"/>
                  </a:lnTo>
                  <a:lnTo>
                    <a:pt x="1771" y="1262"/>
                  </a:lnTo>
                  <a:lnTo>
                    <a:pt x="1784" y="1286"/>
                  </a:lnTo>
                  <a:lnTo>
                    <a:pt x="1799" y="1311"/>
                  </a:lnTo>
                  <a:lnTo>
                    <a:pt x="1817" y="1326"/>
                  </a:lnTo>
                  <a:lnTo>
                    <a:pt x="1822" y="1344"/>
                  </a:lnTo>
                  <a:lnTo>
                    <a:pt x="1823" y="1366"/>
                  </a:lnTo>
                  <a:lnTo>
                    <a:pt x="1824" y="1393"/>
                  </a:lnTo>
                  <a:lnTo>
                    <a:pt x="1837" y="1419"/>
                  </a:lnTo>
                  <a:lnTo>
                    <a:pt x="1844" y="1445"/>
                  </a:lnTo>
                  <a:lnTo>
                    <a:pt x="1849" y="1471"/>
                  </a:lnTo>
                  <a:lnTo>
                    <a:pt x="1851" y="1497"/>
                  </a:lnTo>
                  <a:lnTo>
                    <a:pt x="1848" y="1523"/>
                  </a:lnTo>
                  <a:lnTo>
                    <a:pt x="1844" y="1550"/>
                  </a:lnTo>
                  <a:lnTo>
                    <a:pt x="1839" y="1578"/>
                  </a:lnTo>
                  <a:lnTo>
                    <a:pt x="1832" y="1605"/>
                  </a:lnTo>
                  <a:lnTo>
                    <a:pt x="1839" y="1605"/>
                  </a:lnTo>
                  <a:lnTo>
                    <a:pt x="1846" y="1607"/>
                  </a:lnTo>
                  <a:lnTo>
                    <a:pt x="1853" y="1607"/>
                  </a:lnTo>
                  <a:lnTo>
                    <a:pt x="1861" y="1607"/>
                  </a:lnTo>
                  <a:lnTo>
                    <a:pt x="1871" y="1607"/>
                  </a:lnTo>
                  <a:lnTo>
                    <a:pt x="1882" y="1608"/>
                  </a:lnTo>
                  <a:lnTo>
                    <a:pt x="1896" y="1608"/>
                  </a:lnTo>
                  <a:lnTo>
                    <a:pt x="1914" y="1608"/>
                  </a:lnTo>
                  <a:lnTo>
                    <a:pt x="1934" y="1610"/>
                  </a:lnTo>
                  <a:lnTo>
                    <a:pt x="1960" y="1610"/>
                  </a:lnTo>
                  <a:lnTo>
                    <a:pt x="1990" y="1610"/>
                  </a:lnTo>
                  <a:lnTo>
                    <a:pt x="2027" y="1611"/>
                  </a:lnTo>
                  <a:lnTo>
                    <a:pt x="2070" y="1611"/>
                  </a:lnTo>
                  <a:lnTo>
                    <a:pt x="2119" y="1613"/>
                  </a:lnTo>
                  <a:lnTo>
                    <a:pt x="2175" y="1613"/>
                  </a:lnTo>
                  <a:lnTo>
                    <a:pt x="2241" y="1614"/>
                  </a:lnTo>
                  <a:lnTo>
                    <a:pt x="2252" y="1622"/>
                  </a:lnTo>
                  <a:lnTo>
                    <a:pt x="2258" y="1634"/>
                  </a:lnTo>
                  <a:lnTo>
                    <a:pt x="2263" y="1650"/>
                  </a:lnTo>
                  <a:lnTo>
                    <a:pt x="2266" y="1666"/>
                  </a:lnTo>
                  <a:lnTo>
                    <a:pt x="2268" y="1685"/>
                  </a:lnTo>
                  <a:lnTo>
                    <a:pt x="2271" y="1703"/>
                  </a:lnTo>
                  <a:lnTo>
                    <a:pt x="2273" y="1723"/>
                  </a:lnTo>
                  <a:lnTo>
                    <a:pt x="2278" y="1740"/>
                  </a:lnTo>
                  <a:lnTo>
                    <a:pt x="2292" y="1749"/>
                  </a:lnTo>
                  <a:lnTo>
                    <a:pt x="2305" y="1760"/>
                  </a:lnTo>
                  <a:lnTo>
                    <a:pt x="2319" y="1769"/>
                  </a:lnTo>
                  <a:lnTo>
                    <a:pt x="2332" y="1778"/>
                  </a:lnTo>
                  <a:lnTo>
                    <a:pt x="2346" y="1789"/>
                  </a:lnTo>
                  <a:lnTo>
                    <a:pt x="2359" y="1798"/>
                  </a:lnTo>
                  <a:lnTo>
                    <a:pt x="2373" y="1808"/>
                  </a:lnTo>
                  <a:lnTo>
                    <a:pt x="2387" y="1818"/>
                  </a:lnTo>
                  <a:lnTo>
                    <a:pt x="2400" y="1828"/>
                  </a:lnTo>
                  <a:lnTo>
                    <a:pt x="2414" y="1839"/>
                  </a:lnTo>
                  <a:lnTo>
                    <a:pt x="2428" y="1850"/>
                  </a:lnTo>
                  <a:lnTo>
                    <a:pt x="2442" y="1860"/>
                  </a:lnTo>
                  <a:lnTo>
                    <a:pt x="2454" y="1871"/>
                  </a:lnTo>
                  <a:lnTo>
                    <a:pt x="2468" y="1883"/>
                  </a:lnTo>
                  <a:lnTo>
                    <a:pt x="2482" y="1894"/>
                  </a:lnTo>
                  <a:lnTo>
                    <a:pt x="2496" y="1906"/>
                  </a:lnTo>
                  <a:lnTo>
                    <a:pt x="2488" y="1929"/>
                  </a:lnTo>
                  <a:lnTo>
                    <a:pt x="2472" y="1944"/>
                  </a:lnTo>
                  <a:lnTo>
                    <a:pt x="2451" y="1952"/>
                  </a:lnTo>
                  <a:lnTo>
                    <a:pt x="2427" y="1958"/>
                  </a:lnTo>
                  <a:lnTo>
                    <a:pt x="2400" y="1961"/>
                  </a:lnTo>
                  <a:lnTo>
                    <a:pt x="2375" y="1964"/>
                  </a:lnTo>
                  <a:lnTo>
                    <a:pt x="2354" y="1969"/>
                  </a:lnTo>
                  <a:lnTo>
                    <a:pt x="2339" y="1978"/>
                  </a:lnTo>
                  <a:lnTo>
                    <a:pt x="2320" y="1980"/>
                  </a:lnTo>
                  <a:lnTo>
                    <a:pt x="2301" y="1983"/>
                  </a:lnTo>
                  <a:lnTo>
                    <a:pt x="2281" y="1987"/>
                  </a:lnTo>
                  <a:lnTo>
                    <a:pt x="2262" y="1993"/>
                  </a:lnTo>
                  <a:lnTo>
                    <a:pt x="2244" y="2002"/>
                  </a:lnTo>
                  <a:lnTo>
                    <a:pt x="2227" y="2013"/>
                  </a:lnTo>
                  <a:lnTo>
                    <a:pt x="2212" y="2025"/>
                  </a:lnTo>
                  <a:lnTo>
                    <a:pt x="2199" y="2039"/>
                  </a:lnTo>
                  <a:lnTo>
                    <a:pt x="2193" y="2056"/>
                  </a:lnTo>
                  <a:lnTo>
                    <a:pt x="2185" y="2065"/>
                  </a:lnTo>
                  <a:lnTo>
                    <a:pt x="2176" y="2071"/>
                  </a:lnTo>
                  <a:lnTo>
                    <a:pt x="2164" y="2071"/>
                  </a:lnTo>
                  <a:lnTo>
                    <a:pt x="2153" y="2074"/>
                  </a:lnTo>
                  <a:lnTo>
                    <a:pt x="2142" y="2077"/>
                  </a:lnTo>
                  <a:lnTo>
                    <a:pt x="2131" y="2080"/>
                  </a:lnTo>
                  <a:lnTo>
                    <a:pt x="2121" y="2083"/>
                  </a:lnTo>
                  <a:lnTo>
                    <a:pt x="2111" y="2086"/>
                  </a:lnTo>
                  <a:lnTo>
                    <a:pt x="2101" y="2090"/>
                  </a:lnTo>
                  <a:lnTo>
                    <a:pt x="2090" y="2093"/>
                  </a:lnTo>
                  <a:lnTo>
                    <a:pt x="2080" y="2096"/>
                  </a:lnTo>
                  <a:lnTo>
                    <a:pt x="2054" y="2114"/>
                  </a:lnTo>
                  <a:lnTo>
                    <a:pt x="2029" y="2132"/>
                  </a:lnTo>
                  <a:lnTo>
                    <a:pt x="2004" y="2151"/>
                  </a:lnTo>
                  <a:lnTo>
                    <a:pt x="1980" y="2169"/>
                  </a:lnTo>
                  <a:lnTo>
                    <a:pt x="1955" y="2187"/>
                  </a:lnTo>
                  <a:lnTo>
                    <a:pt x="1931" y="2206"/>
                  </a:lnTo>
                  <a:lnTo>
                    <a:pt x="1906" y="2224"/>
                  </a:lnTo>
                  <a:lnTo>
                    <a:pt x="1882" y="2242"/>
                  </a:lnTo>
                  <a:lnTo>
                    <a:pt x="1877" y="2250"/>
                  </a:lnTo>
                  <a:lnTo>
                    <a:pt x="1872" y="2253"/>
                  </a:lnTo>
                  <a:lnTo>
                    <a:pt x="1867" y="2254"/>
                  </a:lnTo>
                  <a:lnTo>
                    <a:pt x="1861" y="225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9" name="Google Shape;879;p25"/>
            <p:cNvSpPr/>
            <p:nvPr/>
          </p:nvSpPr>
          <p:spPr>
            <a:xfrm>
              <a:off x="4854" y="3344"/>
              <a:ext cx="535" cy="324"/>
            </a:xfrm>
            <a:custGeom>
              <a:rect b="b" l="l" r="r" t="t"/>
              <a:pathLst>
                <a:path extrusionOk="0" h="324" w="535">
                  <a:moveTo>
                    <a:pt x="238" y="324"/>
                  </a:moveTo>
                  <a:lnTo>
                    <a:pt x="232" y="309"/>
                  </a:lnTo>
                  <a:lnTo>
                    <a:pt x="234" y="294"/>
                  </a:lnTo>
                  <a:lnTo>
                    <a:pt x="243" y="277"/>
                  </a:lnTo>
                  <a:lnTo>
                    <a:pt x="258" y="261"/>
                  </a:lnTo>
                  <a:lnTo>
                    <a:pt x="274" y="248"/>
                  </a:lnTo>
                  <a:lnTo>
                    <a:pt x="291" y="237"/>
                  </a:lnTo>
                  <a:lnTo>
                    <a:pt x="306" y="228"/>
                  </a:lnTo>
                  <a:lnTo>
                    <a:pt x="315" y="223"/>
                  </a:lnTo>
                  <a:lnTo>
                    <a:pt x="313" y="222"/>
                  </a:lnTo>
                  <a:lnTo>
                    <a:pt x="313" y="219"/>
                  </a:lnTo>
                  <a:lnTo>
                    <a:pt x="313" y="217"/>
                  </a:lnTo>
                  <a:lnTo>
                    <a:pt x="312" y="216"/>
                  </a:lnTo>
                  <a:lnTo>
                    <a:pt x="298" y="223"/>
                  </a:lnTo>
                  <a:lnTo>
                    <a:pt x="284" y="231"/>
                  </a:lnTo>
                  <a:lnTo>
                    <a:pt x="271" y="240"/>
                  </a:lnTo>
                  <a:lnTo>
                    <a:pt x="258" y="248"/>
                  </a:lnTo>
                  <a:lnTo>
                    <a:pt x="247" y="258"/>
                  </a:lnTo>
                  <a:lnTo>
                    <a:pt x="237" y="269"/>
                  </a:lnTo>
                  <a:lnTo>
                    <a:pt x="228" y="284"/>
                  </a:lnTo>
                  <a:lnTo>
                    <a:pt x="219" y="301"/>
                  </a:lnTo>
                  <a:lnTo>
                    <a:pt x="208" y="298"/>
                  </a:lnTo>
                  <a:lnTo>
                    <a:pt x="204" y="290"/>
                  </a:lnTo>
                  <a:lnTo>
                    <a:pt x="206" y="280"/>
                  </a:lnTo>
                  <a:lnTo>
                    <a:pt x="214" y="268"/>
                  </a:lnTo>
                  <a:lnTo>
                    <a:pt x="222" y="255"/>
                  </a:lnTo>
                  <a:lnTo>
                    <a:pt x="230" y="243"/>
                  </a:lnTo>
                  <a:lnTo>
                    <a:pt x="238" y="235"/>
                  </a:lnTo>
                  <a:lnTo>
                    <a:pt x="242" y="231"/>
                  </a:lnTo>
                  <a:lnTo>
                    <a:pt x="234" y="232"/>
                  </a:lnTo>
                  <a:lnTo>
                    <a:pt x="227" y="234"/>
                  </a:lnTo>
                  <a:lnTo>
                    <a:pt x="219" y="239"/>
                  </a:lnTo>
                  <a:lnTo>
                    <a:pt x="213" y="245"/>
                  </a:lnTo>
                  <a:lnTo>
                    <a:pt x="208" y="251"/>
                  </a:lnTo>
                  <a:lnTo>
                    <a:pt x="201" y="258"/>
                  </a:lnTo>
                  <a:lnTo>
                    <a:pt x="198" y="266"/>
                  </a:lnTo>
                  <a:lnTo>
                    <a:pt x="193" y="274"/>
                  </a:lnTo>
                  <a:lnTo>
                    <a:pt x="179" y="263"/>
                  </a:lnTo>
                  <a:lnTo>
                    <a:pt x="179" y="251"/>
                  </a:lnTo>
                  <a:lnTo>
                    <a:pt x="188" y="235"/>
                  </a:lnTo>
                  <a:lnTo>
                    <a:pt x="203" y="219"/>
                  </a:lnTo>
                  <a:lnTo>
                    <a:pt x="220" y="203"/>
                  </a:lnTo>
                  <a:lnTo>
                    <a:pt x="239" y="191"/>
                  </a:lnTo>
                  <a:lnTo>
                    <a:pt x="253" y="180"/>
                  </a:lnTo>
                  <a:lnTo>
                    <a:pt x="261" y="176"/>
                  </a:lnTo>
                  <a:lnTo>
                    <a:pt x="247" y="179"/>
                  </a:lnTo>
                  <a:lnTo>
                    <a:pt x="232" y="188"/>
                  </a:lnTo>
                  <a:lnTo>
                    <a:pt x="215" y="202"/>
                  </a:lnTo>
                  <a:lnTo>
                    <a:pt x="200" y="216"/>
                  </a:lnTo>
                  <a:lnTo>
                    <a:pt x="185" y="228"/>
                  </a:lnTo>
                  <a:lnTo>
                    <a:pt x="172" y="237"/>
                  </a:lnTo>
                  <a:lnTo>
                    <a:pt x="160" y="242"/>
                  </a:lnTo>
                  <a:lnTo>
                    <a:pt x="151" y="237"/>
                  </a:lnTo>
                  <a:lnTo>
                    <a:pt x="156" y="220"/>
                  </a:lnTo>
                  <a:lnTo>
                    <a:pt x="165" y="208"/>
                  </a:lnTo>
                  <a:lnTo>
                    <a:pt x="176" y="197"/>
                  </a:lnTo>
                  <a:lnTo>
                    <a:pt x="188" y="187"/>
                  </a:lnTo>
                  <a:lnTo>
                    <a:pt x="186" y="185"/>
                  </a:lnTo>
                  <a:lnTo>
                    <a:pt x="185" y="185"/>
                  </a:lnTo>
                  <a:lnTo>
                    <a:pt x="184" y="185"/>
                  </a:lnTo>
                  <a:lnTo>
                    <a:pt x="183" y="185"/>
                  </a:lnTo>
                  <a:lnTo>
                    <a:pt x="177" y="190"/>
                  </a:lnTo>
                  <a:lnTo>
                    <a:pt x="172" y="194"/>
                  </a:lnTo>
                  <a:lnTo>
                    <a:pt x="166" y="200"/>
                  </a:lnTo>
                  <a:lnTo>
                    <a:pt x="159" y="206"/>
                  </a:lnTo>
                  <a:lnTo>
                    <a:pt x="151" y="211"/>
                  </a:lnTo>
                  <a:lnTo>
                    <a:pt x="145" y="216"/>
                  </a:lnTo>
                  <a:lnTo>
                    <a:pt x="138" y="219"/>
                  </a:lnTo>
                  <a:lnTo>
                    <a:pt x="133" y="219"/>
                  </a:lnTo>
                  <a:lnTo>
                    <a:pt x="133" y="216"/>
                  </a:lnTo>
                  <a:lnTo>
                    <a:pt x="133" y="211"/>
                  </a:lnTo>
                  <a:lnTo>
                    <a:pt x="132" y="208"/>
                  </a:lnTo>
                  <a:lnTo>
                    <a:pt x="132" y="205"/>
                  </a:lnTo>
                  <a:lnTo>
                    <a:pt x="137" y="199"/>
                  </a:lnTo>
                  <a:lnTo>
                    <a:pt x="145" y="193"/>
                  </a:lnTo>
                  <a:lnTo>
                    <a:pt x="154" y="185"/>
                  </a:lnTo>
                  <a:lnTo>
                    <a:pt x="162" y="177"/>
                  </a:lnTo>
                  <a:lnTo>
                    <a:pt x="171" y="171"/>
                  </a:lnTo>
                  <a:lnTo>
                    <a:pt x="179" y="165"/>
                  </a:lnTo>
                  <a:lnTo>
                    <a:pt x="185" y="159"/>
                  </a:lnTo>
                  <a:lnTo>
                    <a:pt x="188" y="156"/>
                  </a:lnTo>
                  <a:lnTo>
                    <a:pt x="177" y="158"/>
                  </a:lnTo>
                  <a:lnTo>
                    <a:pt x="166" y="164"/>
                  </a:lnTo>
                  <a:lnTo>
                    <a:pt x="156" y="173"/>
                  </a:lnTo>
                  <a:lnTo>
                    <a:pt x="146" y="180"/>
                  </a:lnTo>
                  <a:lnTo>
                    <a:pt x="136" y="190"/>
                  </a:lnTo>
                  <a:lnTo>
                    <a:pt x="126" y="196"/>
                  </a:lnTo>
                  <a:lnTo>
                    <a:pt x="118" y="197"/>
                  </a:lnTo>
                  <a:lnTo>
                    <a:pt x="111" y="196"/>
                  </a:lnTo>
                  <a:lnTo>
                    <a:pt x="113" y="184"/>
                  </a:lnTo>
                  <a:lnTo>
                    <a:pt x="121" y="171"/>
                  </a:lnTo>
                  <a:lnTo>
                    <a:pt x="132" y="161"/>
                  </a:lnTo>
                  <a:lnTo>
                    <a:pt x="145" y="150"/>
                  </a:lnTo>
                  <a:lnTo>
                    <a:pt x="159" y="139"/>
                  </a:lnTo>
                  <a:lnTo>
                    <a:pt x="172" y="132"/>
                  </a:lnTo>
                  <a:lnTo>
                    <a:pt x="184" y="124"/>
                  </a:lnTo>
                  <a:lnTo>
                    <a:pt x="193" y="118"/>
                  </a:lnTo>
                  <a:lnTo>
                    <a:pt x="181" y="119"/>
                  </a:lnTo>
                  <a:lnTo>
                    <a:pt x="169" y="124"/>
                  </a:lnTo>
                  <a:lnTo>
                    <a:pt x="156" y="132"/>
                  </a:lnTo>
                  <a:lnTo>
                    <a:pt x="144" y="139"/>
                  </a:lnTo>
                  <a:lnTo>
                    <a:pt x="132" y="150"/>
                  </a:lnTo>
                  <a:lnTo>
                    <a:pt x="121" y="159"/>
                  </a:lnTo>
                  <a:lnTo>
                    <a:pt x="111" y="168"/>
                  </a:lnTo>
                  <a:lnTo>
                    <a:pt x="102" y="177"/>
                  </a:lnTo>
                  <a:lnTo>
                    <a:pt x="91" y="173"/>
                  </a:lnTo>
                  <a:lnTo>
                    <a:pt x="86" y="168"/>
                  </a:lnTo>
                  <a:lnTo>
                    <a:pt x="84" y="164"/>
                  </a:lnTo>
                  <a:lnTo>
                    <a:pt x="83" y="158"/>
                  </a:lnTo>
                  <a:lnTo>
                    <a:pt x="89" y="151"/>
                  </a:lnTo>
                  <a:lnTo>
                    <a:pt x="96" y="145"/>
                  </a:lnTo>
                  <a:lnTo>
                    <a:pt x="102" y="141"/>
                  </a:lnTo>
                  <a:lnTo>
                    <a:pt x="108" y="135"/>
                  </a:lnTo>
                  <a:lnTo>
                    <a:pt x="115" y="130"/>
                  </a:lnTo>
                  <a:lnTo>
                    <a:pt x="121" y="125"/>
                  </a:lnTo>
                  <a:lnTo>
                    <a:pt x="128" y="119"/>
                  </a:lnTo>
                  <a:lnTo>
                    <a:pt x="136" y="115"/>
                  </a:lnTo>
                  <a:lnTo>
                    <a:pt x="127" y="116"/>
                  </a:lnTo>
                  <a:lnTo>
                    <a:pt x="120" y="118"/>
                  </a:lnTo>
                  <a:lnTo>
                    <a:pt x="111" y="122"/>
                  </a:lnTo>
                  <a:lnTo>
                    <a:pt x="102" y="129"/>
                  </a:lnTo>
                  <a:lnTo>
                    <a:pt x="94" y="133"/>
                  </a:lnTo>
                  <a:lnTo>
                    <a:pt x="87" y="139"/>
                  </a:lnTo>
                  <a:lnTo>
                    <a:pt x="79" y="145"/>
                  </a:lnTo>
                  <a:lnTo>
                    <a:pt x="72" y="151"/>
                  </a:lnTo>
                  <a:lnTo>
                    <a:pt x="69" y="148"/>
                  </a:lnTo>
                  <a:lnTo>
                    <a:pt x="67" y="147"/>
                  </a:lnTo>
                  <a:lnTo>
                    <a:pt x="64" y="144"/>
                  </a:lnTo>
                  <a:lnTo>
                    <a:pt x="62" y="142"/>
                  </a:lnTo>
                  <a:lnTo>
                    <a:pt x="62" y="141"/>
                  </a:lnTo>
                  <a:lnTo>
                    <a:pt x="62" y="139"/>
                  </a:lnTo>
                  <a:lnTo>
                    <a:pt x="62" y="138"/>
                  </a:lnTo>
                  <a:lnTo>
                    <a:pt x="62" y="136"/>
                  </a:lnTo>
                  <a:lnTo>
                    <a:pt x="69" y="130"/>
                  </a:lnTo>
                  <a:lnTo>
                    <a:pt x="81" y="122"/>
                  </a:lnTo>
                  <a:lnTo>
                    <a:pt x="94" y="112"/>
                  </a:lnTo>
                  <a:lnTo>
                    <a:pt x="111" y="101"/>
                  </a:lnTo>
                  <a:lnTo>
                    <a:pt x="126" y="92"/>
                  </a:lnTo>
                  <a:lnTo>
                    <a:pt x="138" y="83"/>
                  </a:lnTo>
                  <a:lnTo>
                    <a:pt x="147" y="77"/>
                  </a:lnTo>
                  <a:lnTo>
                    <a:pt x="152" y="72"/>
                  </a:lnTo>
                  <a:lnTo>
                    <a:pt x="138" y="75"/>
                  </a:lnTo>
                  <a:lnTo>
                    <a:pt x="123" y="83"/>
                  </a:lnTo>
                  <a:lnTo>
                    <a:pt x="108" y="92"/>
                  </a:lnTo>
                  <a:lnTo>
                    <a:pt x="92" y="103"/>
                  </a:lnTo>
                  <a:lnTo>
                    <a:pt x="77" y="113"/>
                  </a:lnTo>
                  <a:lnTo>
                    <a:pt x="63" y="121"/>
                  </a:lnTo>
                  <a:lnTo>
                    <a:pt x="52" y="125"/>
                  </a:lnTo>
                  <a:lnTo>
                    <a:pt x="44" y="124"/>
                  </a:lnTo>
                  <a:lnTo>
                    <a:pt x="43" y="121"/>
                  </a:lnTo>
                  <a:lnTo>
                    <a:pt x="43" y="118"/>
                  </a:lnTo>
                  <a:lnTo>
                    <a:pt x="43" y="116"/>
                  </a:lnTo>
                  <a:lnTo>
                    <a:pt x="43" y="113"/>
                  </a:lnTo>
                  <a:lnTo>
                    <a:pt x="49" y="107"/>
                  </a:lnTo>
                  <a:lnTo>
                    <a:pt x="57" y="103"/>
                  </a:lnTo>
                  <a:lnTo>
                    <a:pt x="63" y="96"/>
                  </a:lnTo>
                  <a:lnTo>
                    <a:pt x="69" y="90"/>
                  </a:lnTo>
                  <a:lnTo>
                    <a:pt x="76" y="86"/>
                  </a:lnTo>
                  <a:lnTo>
                    <a:pt x="83" y="80"/>
                  </a:lnTo>
                  <a:lnTo>
                    <a:pt x="89" y="75"/>
                  </a:lnTo>
                  <a:lnTo>
                    <a:pt x="96" y="69"/>
                  </a:lnTo>
                  <a:lnTo>
                    <a:pt x="88" y="70"/>
                  </a:lnTo>
                  <a:lnTo>
                    <a:pt x="79" y="74"/>
                  </a:lnTo>
                  <a:lnTo>
                    <a:pt x="72" y="78"/>
                  </a:lnTo>
                  <a:lnTo>
                    <a:pt x="63" y="84"/>
                  </a:lnTo>
                  <a:lnTo>
                    <a:pt x="54" y="90"/>
                  </a:lnTo>
                  <a:lnTo>
                    <a:pt x="47" y="96"/>
                  </a:lnTo>
                  <a:lnTo>
                    <a:pt x="39" y="103"/>
                  </a:lnTo>
                  <a:lnTo>
                    <a:pt x="32" y="107"/>
                  </a:lnTo>
                  <a:lnTo>
                    <a:pt x="28" y="106"/>
                  </a:lnTo>
                  <a:lnTo>
                    <a:pt x="25" y="104"/>
                  </a:lnTo>
                  <a:lnTo>
                    <a:pt x="21" y="103"/>
                  </a:lnTo>
                  <a:lnTo>
                    <a:pt x="19" y="101"/>
                  </a:lnTo>
                  <a:lnTo>
                    <a:pt x="19" y="100"/>
                  </a:lnTo>
                  <a:lnTo>
                    <a:pt x="19" y="96"/>
                  </a:lnTo>
                  <a:lnTo>
                    <a:pt x="19" y="95"/>
                  </a:lnTo>
                  <a:lnTo>
                    <a:pt x="19" y="93"/>
                  </a:lnTo>
                  <a:lnTo>
                    <a:pt x="24" y="90"/>
                  </a:lnTo>
                  <a:lnTo>
                    <a:pt x="29" y="86"/>
                  </a:lnTo>
                  <a:lnTo>
                    <a:pt x="35" y="81"/>
                  </a:lnTo>
                  <a:lnTo>
                    <a:pt x="42" y="78"/>
                  </a:lnTo>
                  <a:lnTo>
                    <a:pt x="48" y="74"/>
                  </a:lnTo>
                  <a:lnTo>
                    <a:pt x="53" y="70"/>
                  </a:lnTo>
                  <a:lnTo>
                    <a:pt x="58" y="67"/>
                  </a:lnTo>
                  <a:lnTo>
                    <a:pt x="60" y="64"/>
                  </a:lnTo>
                  <a:lnTo>
                    <a:pt x="53" y="67"/>
                  </a:lnTo>
                  <a:lnTo>
                    <a:pt x="45" y="70"/>
                  </a:lnTo>
                  <a:lnTo>
                    <a:pt x="37" y="74"/>
                  </a:lnTo>
                  <a:lnTo>
                    <a:pt x="28" y="78"/>
                  </a:lnTo>
                  <a:lnTo>
                    <a:pt x="20" y="81"/>
                  </a:lnTo>
                  <a:lnTo>
                    <a:pt x="13" y="83"/>
                  </a:lnTo>
                  <a:lnTo>
                    <a:pt x="5" y="83"/>
                  </a:lnTo>
                  <a:lnTo>
                    <a:pt x="0" y="81"/>
                  </a:lnTo>
                  <a:lnTo>
                    <a:pt x="0" y="78"/>
                  </a:lnTo>
                  <a:lnTo>
                    <a:pt x="0" y="74"/>
                  </a:lnTo>
                  <a:lnTo>
                    <a:pt x="0" y="70"/>
                  </a:lnTo>
                  <a:lnTo>
                    <a:pt x="0" y="67"/>
                  </a:lnTo>
                  <a:lnTo>
                    <a:pt x="10" y="63"/>
                  </a:lnTo>
                  <a:lnTo>
                    <a:pt x="19" y="57"/>
                  </a:lnTo>
                  <a:lnTo>
                    <a:pt x="29" y="52"/>
                  </a:lnTo>
                  <a:lnTo>
                    <a:pt x="38" y="48"/>
                  </a:lnTo>
                  <a:lnTo>
                    <a:pt x="48" y="43"/>
                  </a:lnTo>
                  <a:lnTo>
                    <a:pt x="57" y="38"/>
                  </a:lnTo>
                  <a:lnTo>
                    <a:pt x="67" y="32"/>
                  </a:lnTo>
                  <a:lnTo>
                    <a:pt x="76" y="28"/>
                  </a:lnTo>
                  <a:lnTo>
                    <a:pt x="99" y="22"/>
                  </a:lnTo>
                  <a:lnTo>
                    <a:pt x="123" y="16"/>
                  </a:lnTo>
                  <a:lnTo>
                    <a:pt x="146" y="9"/>
                  </a:lnTo>
                  <a:lnTo>
                    <a:pt x="170" y="5"/>
                  </a:lnTo>
                  <a:lnTo>
                    <a:pt x="194" y="2"/>
                  </a:lnTo>
                  <a:lnTo>
                    <a:pt x="219" y="0"/>
                  </a:lnTo>
                  <a:lnTo>
                    <a:pt x="243" y="0"/>
                  </a:lnTo>
                  <a:lnTo>
                    <a:pt x="268" y="2"/>
                  </a:lnTo>
                  <a:lnTo>
                    <a:pt x="306" y="29"/>
                  </a:lnTo>
                  <a:lnTo>
                    <a:pt x="340" y="54"/>
                  </a:lnTo>
                  <a:lnTo>
                    <a:pt x="369" y="75"/>
                  </a:lnTo>
                  <a:lnTo>
                    <a:pt x="395" y="93"/>
                  </a:lnTo>
                  <a:lnTo>
                    <a:pt x="417" y="109"/>
                  </a:lnTo>
                  <a:lnTo>
                    <a:pt x="435" y="122"/>
                  </a:lnTo>
                  <a:lnTo>
                    <a:pt x="450" y="135"/>
                  </a:lnTo>
                  <a:lnTo>
                    <a:pt x="464" y="144"/>
                  </a:lnTo>
                  <a:lnTo>
                    <a:pt x="476" y="153"/>
                  </a:lnTo>
                  <a:lnTo>
                    <a:pt x="486" y="161"/>
                  </a:lnTo>
                  <a:lnTo>
                    <a:pt x="495" y="167"/>
                  </a:lnTo>
                  <a:lnTo>
                    <a:pt x="503" y="173"/>
                  </a:lnTo>
                  <a:lnTo>
                    <a:pt x="511" y="179"/>
                  </a:lnTo>
                  <a:lnTo>
                    <a:pt x="518" y="185"/>
                  </a:lnTo>
                  <a:lnTo>
                    <a:pt x="526" y="191"/>
                  </a:lnTo>
                  <a:lnTo>
                    <a:pt x="535" y="199"/>
                  </a:lnTo>
                  <a:lnTo>
                    <a:pt x="522" y="208"/>
                  </a:lnTo>
                  <a:lnTo>
                    <a:pt x="507" y="216"/>
                  </a:lnTo>
                  <a:lnTo>
                    <a:pt x="492" y="222"/>
                  </a:lnTo>
                  <a:lnTo>
                    <a:pt x="476" y="226"/>
                  </a:lnTo>
                  <a:lnTo>
                    <a:pt x="459" y="231"/>
                  </a:lnTo>
                  <a:lnTo>
                    <a:pt x="442" y="235"/>
                  </a:lnTo>
                  <a:lnTo>
                    <a:pt x="424" y="239"/>
                  </a:lnTo>
                  <a:lnTo>
                    <a:pt x="406" y="242"/>
                  </a:lnTo>
                  <a:lnTo>
                    <a:pt x="389" y="245"/>
                  </a:lnTo>
                  <a:lnTo>
                    <a:pt x="371" y="248"/>
                  </a:lnTo>
                  <a:lnTo>
                    <a:pt x="354" y="252"/>
                  </a:lnTo>
                  <a:lnTo>
                    <a:pt x="336" y="257"/>
                  </a:lnTo>
                  <a:lnTo>
                    <a:pt x="320" y="263"/>
                  </a:lnTo>
                  <a:lnTo>
                    <a:pt x="303" y="271"/>
                  </a:lnTo>
                  <a:lnTo>
                    <a:pt x="287" y="278"/>
                  </a:lnTo>
                  <a:lnTo>
                    <a:pt x="273" y="289"/>
                  </a:lnTo>
                  <a:lnTo>
                    <a:pt x="267" y="297"/>
                  </a:lnTo>
                  <a:lnTo>
                    <a:pt x="261" y="306"/>
                  </a:lnTo>
                  <a:lnTo>
                    <a:pt x="253" y="315"/>
                  </a:lnTo>
                  <a:lnTo>
                    <a:pt x="247" y="324"/>
                  </a:lnTo>
                  <a:lnTo>
                    <a:pt x="244" y="324"/>
                  </a:lnTo>
                  <a:lnTo>
                    <a:pt x="243" y="324"/>
                  </a:lnTo>
                  <a:lnTo>
                    <a:pt x="240" y="324"/>
                  </a:lnTo>
                  <a:lnTo>
                    <a:pt x="238" y="324"/>
                  </a:lnTo>
                  <a:close/>
                </a:path>
              </a:pathLst>
            </a:custGeom>
            <a:solidFill>
              <a:srgbClr val="EDEA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0" name="Google Shape;880;p25"/>
            <p:cNvSpPr/>
            <p:nvPr/>
          </p:nvSpPr>
          <p:spPr>
            <a:xfrm>
              <a:off x="4576" y="3421"/>
              <a:ext cx="491" cy="427"/>
            </a:xfrm>
            <a:custGeom>
              <a:rect b="b" l="l" r="r" t="t"/>
              <a:pathLst>
                <a:path extrusionOk="0" h="427" w="491">
                  <a:moveTo>
                    <a:pt x="215" y="427"/>
                  </a:moveTo>
                  <a:lnTo>
                    <a:pt x="203" y="407"/>
                  </a:lnTo>
                  <a:lnTo>
                    <a:pt x="189" y="388"/>
                  </a:lnTo>
                  <a:lnTo>
                    <a:pt x="176" y="368"/>
                  </a:lnTo>
                  <a:lnTo>
                    <a:pt x="162" y="349"/>
                  </a:lnTo>
                  <a:lnTo>
                    <a:pt x="150" y="330"/>
                  </a:lnTo>
                  <a:lnTo>
                    <a:pt x="136" y="311"/>
                  </a:lnTo>
                  <a:lnTo>
                    <a:pt x="122" y="293"/>
                  </a:lnTo>
                  <a:lnTo>
                    <a:pt x="110" y="275"/>
                  </a:lnTo>
                  <a:lnTo>
                    <a:pt x="96" y="258"/>
                  </a:lnTo>
                  <a:lnTo>
                    <a:pt x="82" y="239"/>
                  </a:lnTo>
                  <a:lnTo>
                    <a:pt x="68" y="223"/>
                  </a:lnTo>
                  <a:lnTo>
                    <a:pt x="54" y="204"/>
                  </a:lnTo>
                  <a:lnTo>
                    <a:pt x="42" y="187"/>
                  </a:lnTo>
                  <a:lnTo>
                    <a:pt x="28" y="171"/>
                  </a:lnTo>
                  <a:lnTo>
                    <a:pt x="14" y="152"/>
                  </a:lnTo>
                  <a:lnTo>
                    <a:pt x="0" y="136"/>
                  </a:lnTo>
                  <a:lnTo>
                    <a:pt x="0" y="132"/>
                  </a:lnTo>
                  <a:lnTo>
                    <a:pt x="0" y="129"/>
                  </a:lnTo>
                  <a:lnTo>
                    <a:pt x="0" y="126"/>
                  </a:lnTo>
                  <a:lnTo>
                    <a:pt x="1" y="123"/>
                  </a:lnTo>
                  <a:lnTo>
                    <a:pt x="10" y="117"/>
                  </a:lnTo>
                  <a:lnTo>
                    <a:pt x="21" y="110"/>
                  </a:lnTo>
                  <a:lnTo>
                    <a:pt x="35" y="99"/>
                  </a:lnTo>
                  <a:lnTo>
                    <a:pt x="52" y="87"/>
                  </a:lnTo>
                  <a:lnTo>
                    <a:pt x="71" y="74"/>
                  </a:lnTo>
                  <a:lnTo>
                    <a:pt x="89" y="62"/>
                  </a:lnTo>
                  <a:lnTo>
                    <a:pt x="110" y="50"/>
                  </a:lnTo>
                  <a:lnTo>
                    <a:pt x="131" y="38"/>
                  </a:lnTo>
                  <a:lnTo>
                    <a:pt x="151" y="27"/>
                  </a:lnTo>
                  <a:lnTo>
                    <a:pt x="172" y="16"/>
                  </a:lnTo>
                  <a:lnTo>
                    <a:pt x="191" y="9"/>
                  </a:lnTo>
                  <a:lnTo>
                    <a:pt x="210" y="3"/>
                  </a:lnTo>
                  <a:lnTo>
                    <a:pt x="228" y="0"/>
                  </a:lnTo>
                  <a:lnTo>
                    <a:pt x="243" y="0"/>
                  </a:lnTo>
                  <a:lnTo>
                    <a:pt x="255" y="4"/>
                  </a:lnTo>
                  <a:lnTo>
                    <a:pt x="266" y="12"/>
                  </a:lnTo>
                  <a:lnTo>
                    <a:pt x="262" y="13"/>
                  </a:lnTo>
                  <a:lnTo>
                    <a:pt x="255" y="16"/>
                  </a:lnTo>
                  <a:lnTo>
                    <a:pt x="247" y="18"/>
                  </a:lnTo>
                  <a:lnTo>
                    <a:pt x="237" y="21"/>
                  </a:lnTo>
                  <a:lnTo>
                    <a:pt x="225" y="23"/>
                  </a:lnTo>
                  <a:lnTo>
                    <a:pt x="215" y="26"/>
                  </a:lnTo>
                  <a:lnTo>
                    <a:pt x="208" y="27"/>
                  </a:lnTo>
                  <a:lnTo>
                    <a:pt x="201" y="30"/>
                  </a:lnTo>
                  <a:lnTo>
                    <a:pt x="201" y="32"/>
                  </a:lnTo>
                  <a:lnTo>
                    <a:pt x="201" y="35"/>
                  </a:lnTo>
                  <a:lnTo>
                    <a:pt x="201" y="36"/>
                  </a:lnTo>
                  <a:lnTo>
                    <a:pt x="201" y="39"/>
                  </a:lnTo>
                  <a:lnTo>
                    <a:pt x="211" y="35"/>
                  </a:lnTo>
                  <a:lnTo>
                    <a:pt x="221" y="30"/>
                  </a:lnTo>
                  <a:lnTo>
                    <a:pt x="230" y="29"/>
                  </a:lnTo>
                  <a:lnTo>
                    <a:pt x="240" y="27"/>
                  </a:lnTo>
                  <a:lnTo>
                    <a:pt x="250" y="27"/>
                  </a:lnTo>
                  <a:lnTo>
                    <a:pt x="260" y="29"/>
                  </a:lnTo>
                  <a:lnTo>
                    <a:pt x="272" y="29"/>
                  </a:lnTo>
                  <a:lnTo>
                    <a:pt x="284" y="30"/>
                  </a:lnTo>
                  <a:lnTo>
                    <a:pt x="287" y="33"/>
                  </a:lnTo>
                  <a:lnTo>
                    <a:pt x="291" y="36"/>
                  </a:lnTo>
                  <a:lnTo>
                    <a:pt x="293" y="41"/>
                  </a:lnTo>
                  <a:lnTo>
                    <a:pt x="296" y="44"/>
                  </a:lnTo>
                  <a:lnTo>
                    <a:pt x="291" y="48"/>
                  </a:lnTo>
                  <a:lnTo>
                    <a:pt x="286" y="50"/>
                  </a:lnTo>
                  <a:lnTo>
                    <a:pt x="279" y="52"/>
                  </a:lnTo>
                  <a:lnTo>
                    <a:pt x="273" y="53"/>
                  </a:lnTo>
                  <a:lnTo>
                    <a:pt x="266" y="53"/>
                  </a:lnTo>
                  <a:lnTo>
                    <a:pt x="259" y="53"/>
                  </a:lnTo>
                  <a:lnTo>
                    <a:pt x="254" y="55"/>
                  </a:lnTo>
                  <a:lnTo>
                    <a:pt x="249" y="56"/>
                  </a:lnTo>
                  <a:lnTo>
                    <a:pt x="257" y="59"/>
                  </a:lnTo>
                  <a:lnTo>
                    <a:pt x="264" y="61"/>
                  </a:lnTo>
                  <a:lnTo>
                    <a:pt x="273" y="61"/>
                  </a:lnTo>
                  <a:lnTo>
                    <a:pt x="283" y="59"/>
                  </a:lnTo>
                  <a:lnTo>
                    <a:pt x="292" y="59"/>
                  </a:lnTo>
                  <a:lnTo>
                    <a:pt x="301" y="59"/>
                  </a:lnTo>
                  <a:lnTo>
                    <a:pt x="311" y="61"/>
                  </a:lnTo>
                  <a:lnTo>
                    <a:pt x="320" y="64"/>
                  </a:lnTo>
                  <a:lnTo>
                    <a:pt x="320" y="65"/>
                  </a:lnTo>
                  <a:lnTo>
                    <a:pt x="320" y="68"/>
                  </a:lnTo>
                  <a:lnTo>
                    <a:pt x="320" y="70"/>
                  </a:lnTo>
                  <a:lnTo>
                    <a:pt x="321" y="73"/>
                  </a:lnTo>
                  <a:lnTo>
                    <a:pt x="311" y="74"/>
                  </a:lnTo>
                  <a:lnTo>
                    <a:pt x="296" y="76"/>
                  </a:lnTo>
                  <a:lnTo>
                    <a:pt x="281" y="79"/>
                  </a:lnTo>
                  <a:lnTo>
                    <a:pt x="264" y="82"/>
                  </a:lnTo>
                  <a:lnTo>
                    <a:pt x="248" y="85"/>
                  </a:lnTo>
                  <a:lnTo>
                    <a:pt x="234" y="88"/>
                  </a:lnTo>
                  <a:lnTo>
                    <a:pt x="224" y="93"/>
                  </a:lnTo>
                  <a:lnTo>
                    <a:pt x="218" y="97"/>
                  </a:lnTo>
                  <a:lnTo>
                    <a:pt x="232" y="97"/>
                  </a:lnTo>
                  <a:lnTo>
                    <a:pt x="248" y="96"/>
                  </a:lnTo>
                  <a:lnTo>
                    <a:pt x="264" y="91"/>
                  </a:lnTo>
                  <a:lnTo>
                    <a:pt x="283" y="87"/>
                  </a:lnTo>
                  <a:lnTo>
                    <a:pt x="301" y="84"/>
                  </a:lnTo>
                  <a:lnTo>
                    <a:pt x="318" y="84"/>
                  </a:lnTo>
                  <a:lnTo>
                    <a:pt x="336" y="88"/>
                  </a:lnTo>
                  <a:lnTo>
                    <a:pt x="351" y="99"/>
                  </a:lnTo>
                  <a:lnTo>
                    <a:pt x="351" y="100"/>
                  </a:lnTo>
                  <a:lnTo>
                    <a:pt x="351" y="100"/>
                  </a:lnTo>
                  <a:lnTo>
                    <a:pt x="350" y="102"/>
                  </a:lnTo>
                  <a:lnTo>
                    <a:pt x="350" y="103"/>
                  </a:lnTo>
                  <a:lnTo>
                    <a:pt x="342" y="103"/>
                  </a:lnTo>
                  <a:lnTo>
                    <a:pt x="333" y="105"/>
                  </a:lnTo>
                  <a:lnTo>
                    <a:pt x="325" y="107"/>
                  </a:lnTo>
                  <a:lnTo>
                    <a:pt x="317" y="107"/>
                  </a:lnTo>
                  <a:lnTo>
                    <a:pt x="308" y="108"/>
                  </a:lnTo>
                  <a:lnTo>
                    <a:pt x="299" y="110"/>
                  </a:lnTo>
                  <a:lnTo>
                    <a:pt x="292" y="113"/>
                  </a:lnTo>
                  <a:lnTo>
                    <a:pt x="284" y="114"/>
                  </a:lnTo>
                  <a:lnTo>
                    <a:pt x="297" y="114"/>
                  </a:lnTo>
                  <a:lnTo>
                    <a:pt x="310" y="113"/>
                  </a:lnTo>
                  <a:lnTo>
                    <a:pt x="322" y="111"/>
                  </a:lnTo>
                  <a:lnTo>
                    <a:pt x="333" y="111"/>
                  </a:lnTo>
                  <a:lnTo>
                    <a:pt x="346" y="113"/>
                  </a:lnTo>
                  <a:lnTo>
                    <a:pt x="359" y="116"/>
                  </a:lnTo>
                  <a:lnTo>
                    <a:pt x="370" y="123"/>
                  </a:lnTo>
                  <a:lnTo>
                    <a:pt x="383" y="134"/>
                  </a:lnTo>
                  <a:lnTo>
                    <a:pt x="379" y="136"/>
                  </a:lnTo>
                  <a:lnTo>
                    <a:pt x="371" y="137"/>
                  </a:lnTo>
                  <a:lnTo>
                    <a:pt x="361" y="139"/>
                  </a:lnTo>
                  <a:lnTo>
                    <a:pt x="350" y="140"/>
                  </a:lnTo>
                  <a:lnTo>
                    <a:pt x="338" y="143"/>
                  </a:lnTo>
                  <a:lnTo>
                    <a:pt x="327" y="145"/>
                  </a:lnTo>
                  <a:lnTo>
                    <a:pt x="320" y="146"/>
                  </a:lnTo>
                  <a:lnTo>
                    <a:pt x="316" y="146"/>
                  </a:lnTo>
                  <a:lnTo>
                    <a:pt x="316" y="148"/>
                  </a:lnTo>
                  <a:lnTo>
                    <a:pt x="317" y="148"/>
                  </a:lnTo>
                  <a:lnTo>
                    <a:pt x="317" y="149"/>
                  </a:lnTo>
                  <a:lnTo>
                    <a:pt x="317" y="151"/>
                  </a:lnTo>
                  <a:lnTo>
                    <a:pt x="328" y="148"/>
                  </a:lnTo>
                  <a:lnTo>
                    <a:pt x="341" y="146"/>
                  </a:lnTo>
                  <a:lnTo>
                    <a:pt x="355" y="145"/>
                  </a:lnTo>
                  <a:lnTo>
                    <a:pt x="367" y="145"/>
                  </a:lnTo>
                  <a:lnTo>
                    <a:pt x="381" y="146"/>
                  </a:lnTo>
                  <a:lnTo>
                    <a:pt x="394" y="151"/>
                  </a:lnTo>
                  <a:lnTo>
                    <a:pt x="405" y="157"/>
                  </a:lnTo>
                  <a:lnTo>
                    <a:pt x="416" y="168"/>
                  </a:lnTo>
                  <a:lnTo>
                    <a:pt x="411" y="169"/>
                  </a:lnTo>
                  <a:lnTo>
                    <a:pt x="401" y="172"/>
                  </a:lnTo>
                  <a:lnTo>
                    <a:pt x="385" y="174"/>
                  </a:lnTo>
                  <a:lnTo>
                    <a:pt x="369" y="177"/>
                  </a:lnTo>
                  <a:lnTo>
                    <a:pt x="350" y="180"/>
                  </a:lnTo>
                  <a:lnTo>
                    <a:pt x="335" y="183"/>
                  </a:lnTo>
                  <a:lnTo>
                    <a:pt x="322" y="184"/>
                  </a:lnTo>
                  <a:lnTo>
                    <a:pt x="316" y="186"/>
                  </a:lnTo>
                  <a:lnTo>
                    <a:pt x="315" y="187"/>
                  </a:lnTo>
                  <a:lnTo>
                    <a:pt x="315" y="187"/>
                  </a:lnTo>
                  <a:lnTo>
                    <a:pt x="315" y="189"/>
                  </a:lnTo>
                  <a:lnTo>
                    <a:pt x="313" y="191"/>
                  </a:lnTo>
                  <a:lnTo>
                    <a:pt x="326" y="192"/>
                  </a:lnTo>
                  <a:lnTo>
                    <a:pt x="341" y="191"/>
                  </a:lnTo>
                  <a:lnTo>
                    <a:pt x="359" y="187"/>
                  </a:lnTo>
                  <a:lnTo>
                    <a:pt x="377" y="184"/>
                  </a:lnTo>
                  <a:lnTo>
                    <a:pt x="396" y="181"/>
                  </a:lnTo>
                  <a:lnTo>
                    <a:pt x="415" y="183"/>
                  </a:lnTo>
                  <a:lnTo>
                    <a:pt x="432" y="187"/>
                  </a:lnTo>
                  <a:lnTo>
                    <a:pt x="447" y="197"/>
                  </a:lnTo>
                  <a:lnTo>
                    <a:pt x="440" y="201"/>
                  </a:lnTo>
                  <a:lnTo>
                    <a:pt x="429" y="204"/>
                  </a:lnTo>
                  <a:lnTo>
                    <a:pt x="415" y="206"/>
                  </a:lnTo>
                  <a:lnTo>
                    <a:pt x="399" y="207"/>
                  </a:lnTo>
                  <a:lnTo>
                    <a:pt x="384" y="210"/>
                  </a:lnTo>
                  <a:lnTo>
                    <a:pt x="369" y="212"/>
                  </a:lnTo>
                  <a:lnTo>
                    <a:pt x="356" y="215"/>
                  </a:lnTo>
                  <a:lnTo>
                    <a:pt x="347" y="220"/>
                  </a:lnTo>
                  <a:lnTo>
                    <a:pt x="351" y="220"/>
                  </a:lnTo>
                  <a:lnTo>
                    <a:pt x="359" y="220"/>
                  </a:lnTo>
                  <a:lnTo>
                    <a:pt x="369" y="220"/>
                  </a:lnTo>
                  <a:lnTo>
                    <a:pt x="381" y="218"/>
                  </a:lnTo>
                  <a:lnTo>
                    <a:pt x="398" y="217"/>
                  </a:lnTo>
                  <a:lnTo>
                    <a:pt x="416" y="217"/>
                  </a:lnTo>
                  <a:lnTo>
                    <a:pt x="438" y="215"/>
                  </a:lnTo>
                  <a:lnTo>
                    <a:pt x="462" y="213"/>
                  </a:lnTo>
                  <a:lnTo>
                    <a:pt x="462" y="215"/>
                  </a:lnTo>
                  <a:lnTo>
                    <a:pt x="462" y="218"/>
                  </a:lnTo>
                  <a:lnTo>
                    <a:pt x="462" y="220"/>
                  </a:lnTo>
                  <a:lnTo>
                    <a:pt x="463" y="223"/>
                  </a:lnTo>
                  <a:lnTo>
                    <a:pt x="454" y="226"/>
                  </a:lnTo>
                  <a:lnTo>
                    <a:pt x="443" y="227"/>
                  </a:lnTo>
                  <a:lnTo>
                    <a:pt x="430" y="230"/>
                  </a:lnTo>
                  <a:lnTo>
                    <a:pt x="418" y="233"/>
                  </a:lnTo>
                  <a:lnTo>
                    <a:pt x="405" y="238"/>
                  </a:lnTo>
                  <a:lnTo>
                    <a:pt x="394" y="241"/>
                  </a:lnTo>
                  <a:lnTo>
                    <a:pt x="385" y="246"/>
                  </a:lnTo>
                  <a:lnTo>
                    <a:pt x="380" y="250"/>
                  </a:lnTo>
                  <a:lnTo>
                    <a:pt x="389" y="252"/>
                  </a:lnTo>
                  <a:lnTo>
                    <a:pt x="399" y="250"/>
                  </a:lnTo>
                  <a:lnTo>
                    <a:pt x="411" y="249"/>
                  </a:lnTo>
                  <a:lnTo>
                    <a:pt x="427" y="246"/>
                  </a:lnTo>
                  <a:lnTo>
                    <a:pt x="440" y="242"/>
                  </a:lnTo>
                  <a:lnTo>
                    <a:pt x="455" y="241"/>
                  </a:lnTo>
                  <a:lnTo>
                    <a:pt x="469" y="238"/>
                  </a:lnTo>
                  <a:lnTo>
                    <a:pt x="483" y="238"/>
                  </a:lnTo>
                  <a:lnTo>
                    <a:pt x="482" y="239"/>
                  </a:lnTo>
                  <a:lnTo>
                    <a:pt x="479" y="242"/>
                  </a:lnTo>
                  <a:lnTo>
                    <a:pt x="478" y="244"/>
                  </a:lnTo>
                  <a:lnTo>
                    <a:pt x="477" y="247"/>
                  </a:lnTo>
                  <a:lnTo>
                    <a:pt x="481" y="250"/>
                  </a:lnTo>
                  <a:lnTo>
                    <a:pt x="483" y="252"/>
                  </a:lnTo>
                  <a:lnTo>
                    <a:pt x="486" y="253"/>
                  </a:lnTo>
                  <a:lnTo>
                    <a:pt x="491" y="255"/>
                  </a:lnTo>
                  <a:lnTo>
                    <a:pt x="484" y="258"/>
                  </a:lnTo>
                  <a:lnTo>
                    <a:pt x="478" y="261"/>
                  </a:lnTo>
                  <a:lnTo>
                    <a:pt x="473" y="264"/>
                  </a:lnTo>
                  <a:lnTo>
                    <a:pt x="469" y="265"/>
                  </a:lnTo>
                  <a:lnTo>
                    <a:pt x="463" y="267"/>
                  </a:lnTo>
                  <a:lnTo>
                    <a:pt x="457" y="268"/>
                  </a:lnTo>
                  <a:lnTo>
                    <a:pt x="448" y="271"/>
                  </a:lnTo>
                  <a:lnTo>
                    <a:pt x="437" y="275"/>
                  </a:lnTo>
                  <a:lnTo>
                    <a:pt x="427" y="281"/>
                  </a:lnTo>
                  <a:lnTo>
                    <a:pt x="415" y="290"/>
                  </a:lnTo>
                  <a:lnTo>
                    <a:pt x="400" y="301"/>
                  </a:lnTo>
                  <a:lnTo>
                    <a:pt x="385" y="311"/>
                  </a:lnTo>
                  <a:lnTo>
                    <a:pt x="369" y="325"/>
                  </a:lnTo>
                  <a:lnTo>
                    <a:pt x="352" y="337"/>
                  </a:lnTo>
                  <a:lnTo>
                    <a:pt x="335" y="351"/>
                  </a:lnTo>
                  <a:lnTo>
                    <a:pt x="317" y="365"/>
                  </a:lnTo>
                  <a:lnTo>
                    <a:pt x="299" y="377"/>
                  </a:lnTo>
                  <a:lnTo>
                    <a:pt x="282" y="389"/>
                  </a:lnTo>
                  <a:lnTo>
                    <a:pt x="267" y="400"/>
                  </a:lnTo>
                  <a:lnTo>
                    <a:pt x="252" y="409"/>
                  </a:lnTo>
                  <a:lnTo>
                    <a:pt x="239" y="418"/>
                  </a:lnTo>
                  <a:lnTo>
                    <a:pt x="229" y="423"/>
                  </a:lnTo>
                  <a:lnTo>
                    <a:pt x="220" y="427"/>
                  </a:lnTo>
                  <a:lnTo>
                    <a:pt x="215" y="427"/>
                  </a:lnTo>
                  <a:close/>
                </a:path>
              </a:pathLst>
            </a:custGeom>
            <a:solidFill>
              <a:srgbClr val="EDEA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1" name="Google Shape;881;p25"/>
            <p:cNvSpPr/>
            <p:nvPr/>
          </p:nvSpPr>
          <p:spPr>
            <a:xfrm>
              <a:off x="3465" y="3265"/>
              <a:ext cx="1709" cy="521"/>
            </a:xfrm>
            <a:custGeom>
              <a:rect b="b" l="l" r="r" t="t"/>
              <a:pathLst>
                <a:path extrusionOk="0" h="521" w="1709">
                  <a:moveTo>
                    <a:pt x="770" y="521"/>
                  </a:moveTo>
                  <a:lnTo>
                    <a:pt x="722" y="521"/>
                  </a:lnTo>
                  <a:lnTo>
                    <a:pt x="675" y="521"/>
                  </a:lnTo>
                  <a:lnTo>
                    <a:pt x="627" y="521"/>
                  </a:lnTo>
                  <a:lnTo>
                    <a:pt x="578" y="521"/>
                  </a:lnTo>
                  <a:lnTo>
                    <a:pt x="530" y="521"/>
                  </a:lnTo>
                  <a:lnTo>
                    <a:pt x="482" y="521"/>
                  </a:lnTo>
                  <a:lnTo>
                    <a:pt x="434" y="521"/>
                  </a:lnTo>
                  <a:lnTo>
                    <a:pt x="385" y="519"/>
                  </a:lnTo>
                  <a:lnTo>
                    <a:pt x="337" y="519"/>
                  </a:lnTo>
                  <a:lnTo>
                    <a:pt x="290" y="519"/>
                  </a:lnTo>
                  <a:lnTo>
                    <a:pt x="240" y="519"/>
                  </a:lnTo>
                  <a:lnTo>
                    <a:pt x="193" y="519"/>
                  </a:lnTo>
                  <a:lnTo>
                    <a:pt x="145" y="519"/>
                  </a:lnTo>
                  <a:lnTo>
                    <a:pt x="97" y="519"/>
                  </a:lnTo>
                  <a:lnTo>
                    <a:pt x="48" y="519"/>
                  </a:lnTo>
                  <a:lnTo>
                    <a:pt x="0" y="519"/>
                  </a:lnTo>
                  <a:lnTo>
                    <a:pt x="1" y="501"/>
                  </a:lnTo>
                  <a:lnTo>
                    <a:pt x="5" y="481"/>
                  </a:lnTo>
                  <a:lnTo>
                    <a:pt x="12" y="461"/>
                  </a:lnTo>
                  <a:lnTo>
                    <a:pt x="18" y="440"/>
                  </a:lnTo>
                  <a:lnTo>
                    <a:pt x="25" y="421"/>
                  </a:lnTo>
                  <a:lnTo>
                    <a:pt x="33" y="402"/>
                  </a:lnTo>
                  <a:lnTo>
                    <a:pt x="39" y="383"/>
                  </a:lnTo>
                  <a:lnTo>
                    <a:pt x="44" y="366"/>
                  </a:lnTo>
                  <a:lnTo>
                    <a:pt x="51" y="351"/>
                  </a:lnTo>
                  <a:lnTo>
                    <a:pt x="57" y="334"/>
                  </a:lnTo>
                  <a:lnTo>
                    <a:pt x="63" y="316"/>
                  </a:lnTo>
                  <a:lnTo>
                    <a:pt x="69" y="298"/>
                  </a:lnTo>
                  <a:lnTo>
                    <a:pt x="77" y="281"/>
                  </a:lnTo>
                  <a:lnTo>
                    <a:pt x="84" y="264"/>
                  </a:lnTo>
                  <a:lnTo>
                    <a:pt x="91" y="250"/>
                  </a:lnTo>
                  <a:lnTo>
                    <a:pt x="98" y="240"/>
                  </a:lnTo>
                  <a:lnTo>
                    <a:pt x="115" y="240"/>
                  </a:lnTo>
                  <a:lnTo>
                    <a:pt x="132" y="238"/>
                  </a:lnTo>
                  <a:lnTo>
                    <a:pt x="149" y="238"/>
                  </a:lnTo>
                  <a:lnTo>
                    <a:pt x="166" y="238"/>
                  </a:lnTo>
                  <a:lnTo>
                    <a:pt x="183" y="238"/>
                  </a:lnTo>
                  <a:lnTo>
                    <a:pt x="199" y="240"/>
                  </a:lnTo>
                  <a:lnTo>
                    <a:pt x="217" y="244"/>
                  </a:lnTo>
                  <a:lnTo>
                    <a:pt x="233" y="249"/>
                  </a:lnTo>
                  <a:lnTo>
                    <a:pt x="238" y="305"/>
                  </a:lnTo>
                  <a:lnTo>
                    <a:pt x="244" y="362"/>
                  </a:lnTo>
                  <a:lnTo>
                    <a:pt x="248" y="420"/>
                  </a:lnTo>
                  <a:lnTo>
                    <a:pt x="251" y="478"/>
                  </a:lnTo>
                  <a:lnTo>
                    <a:pt x="252" y="481"/>
                  </a:lnTo>
                  <a:lnTo>
                    <a:pt x="253" y="484"/>
                  </a:lnTo>
                  <a:lnTo>
                    <a:pt x="254" y="487"/>
                  </a:lnTo>
                  <a:lnTo>
                    <a:pt x="256" y="490"/>
                  </a:lnTo>
                  <a:lnTo>
                    <a:pt x="300" y="490"/>
                  </a:lnTo>
                  <a:lnTo>
                    <a:pt x="342" y="490"/>
                  </a:lnTo>
                  <a:lnTo>
                    <a:pt x="386" y="492"/>
                  </a:lnTo>
                  <a:lnTo>
                    <a:pt x="430" y="493"/>
                  </a:lnTo>
                  <a:lnTo>
                    <a:pt x="473" y="495"/>
                  </a:lnTo>
                  <a:lnTo>
                    <a:pt x="517" y="495"/>
                  </a:lnTo>
                  <a:lnTo>
                    <a:pt x="561" y="496"/>
                  </a:lnTo>
                  <a:lnTo>
                    <a:pt x="605" y="498"/>
                  </a:lnTo>
                  <a:lnTo>
                    <a:pt x="649" y="499"/>
                  </a:lnTo>
                  <a:lnTo>
                    <a:pt x="693" y="499"/>
                  </a:lnTo>
                  <a:lnTo>
                    <a:pt x="736" y="501"/>
                  </a:lnTo>
                  <a:lnTo>
                    <a:pt x="780" y="501"/>
                  </a:lnTo>
                  <a:lnTo>
                    <a:pt x="824" y="501"/>
                  </a:lnTo>
                  <a:lnTo>
                    <a:pt x="868" y="499"/>
                  </a:lnTo>
                  <a:lnTo>
                    <a:pt x="912" y="498"/>
                  </a:lnTo>
                  <a:lnTo>
                    <a:pt x="956" y="496"/>
                  </a:lnTo>
                  <a:lnTo>
                    <a:pt x="964" y="495"/>
                  </a:lnTo>
                  <a:lnTo>
                    <a:pt x="971" y="493"/>
                  </a:lnTo>
                  <a:lnTo>
                    <a:pt x="976" y="493"/>
                  </a:lnTo>
                  <a:lnTo>
                    <a:pt x="983" y="492"/>
                  </a:lnTo>
                  <a:lnTo>
                    <a:pt x="990" y="492"/>
                  </a:lnTo>
                  <a:lnTo>
                    <a:pt x="999" y="490"/>
                  </a:lnTo>
                  <a:lnTo>
                    <a:pt x="1010" y="490"/>
                  </a:lnTo>
                  <a:lnTo>
                    <a:pt x="1026" y="489"/>
                  </a:lnTo>
                  <a:lnTo>
                    <a:pt x="1027" y="447"/>
                  </a:lnTo>
                  <a:lnTo>
                    <a:pt x="1027" y="359"/>
                  </a:lnTo>
                  <a:lnTo>
                    <a:pt x="1027" y="266"/>
                  </a:lnTo>
                  <a:lnTo>
                    <a:pt x="1028" y="215"/>
                  </a:lnTo>
                  <a:lnTo>
                    <a:pt x="1038" y="211"/>
                  </a:lnTo>
                  <a:lnTo>
                    <a:pt x="1049" y="208"/>
                  </a:lnTo>
                  <a:lnTo>
                    <a:pt x="1062" y="206"/>
                  </a:lnTo>
                  <a:lnTo>
                    <a:pt x="1075" y="204"/>
                  </a:lnTo>
                  <a:lnTo>
                    <a:pt x="1088" y="203"/>
                  </a:lnTo>
                  <a:lnTo>
                    <a:pt x="1101" y="200"/>
                  </a:lnTo>
                  <a:lnTo>
                    <a:pt x="1114" y="197"/>
                  </a:lnTo>
                  <a:lnTo>
                    <a:pt x="1125" y="191"/>
                  </a:lnTo>
                  <a:lnTo>
                    <a:pt x="1125" y="183"/>
                  </a:lnTo>
                  <a:lnTo>
                    <a:pt x="1124" y="169"/>
                  </a:lnTo>
                  <a:lnTo>
                    <a:pt x="1120" y="137"/>
                  </a:lnTo>
                  <a:lnTo>
                    <a:pt x="1114" y="78"/>
                  </a:lnTo>
                  <a:lnTo>
                    <a:pt x="1132" y="72"/>
                  </a:lnTo>
                  <a:lnTo>
                    <a:pt x="1153" y="65"/>
                  </a:lnTo>
                  <a:lnTo>
                    <a:pt x="1174" y="58"/>
                  </a:lnTo>
                  <a:lnTo>
                    <a:pt x="1194" y="49"/>
                  </a:lnTo>
                  <a:lnTo>
                    <a:pt x="1215" y="38"/>
                  </a:lnTo>
                  <a:lnTo>
                    <a:pt x="1234" y="27"/>
                  </a:lnTo>
                  <a:lnTo>
                    <a:pt x="1253" y="14"/>
                  </a:lnTo>
                  <a:lnTo>
                    <a:pt x="1271" y="0"/>
                  </a:lnTo>
                  <a:lnTo>
                    <a:pt x="1273" y="0"/>
                  </a:lnTo>
                  <a:lnTo>
                    <a:pt x="1277" y="0"/>
                  </a:lnTo>
                  <a:lnTo>
                    <a:pt x="1283" y="1"/>
                  </a:lnTo>
                  <a:lnTo>
                    <a:pt x="1293" y="1"/>
                  </a:lnTo>
                  <a:lnTo>
                    <a:pt x="1310" y="3"/>
                  </a:lnTo>
                  <a:lnTo>
                    <a:pt x="1332" y="4"/>
                  </a:lnTo>
                  <a:lnTo>
                    <a:pt x="1364" y="6"/>
                  </a:lnTo>
                  <a:lnTo>
                    <a:pt x="1404" y="7"/>
                  </a:lnTo>
                  <a:lnTo>
                    <a:pt x="1422" y="7"/>
                  </a:lnTo>
                  <a:lnTo>
                    <a:pt x="1439" y="6"/>
                  </a:lnTo>
                  <a:lnTo>
                    <a:pt x="1458" y="6"/>
                  </a:lnTo>
                  <a:lnTo>
                    <a:pt x="1476" y="6"/>
                  </a:lnTo>
                  <a:lnTo>
                    <a:pt x="1495" y="4"/>
                  </a:lnTo>
                  <a:lnTo>
                    <a:pt x="1512" y="4"/>
                  </a:lnTo>
                  <a:lnTo>
                    <a:pt x="1531" y="4"/>
                  </a:lnTo>
                  <a:lnTo>
                    <a:pt x="1550" y="4"/>
                  </a:lnTo>
                  <a:lnTo>
                    <a:pt x="1568" y="4"/>
                  </a:lnTo>
                  <a:lnTo>
                    <a:pt x="1587" y="4"/>
                  </a:lnTo>
                  <a:lnTo>
                    <a:pt x="1605" y="4"/>
                  </a:lnTo>
                  <a:lnTo>
                    <a:pt x="1624" y="6"/>
                  </a:lnTo>
                  <a:lnTo>
                    <a:pt x="1642" y="6"/>
                  </a:lnTo>
                  <a:lnTo>
                    <a:pt x="1661" y="7"/>
                  </a:lnTo>
                  <a:lnTo>
                    <a:pt x="1680" y="9"/>
                  </a:lnTo>
                  <a:lnTo>
                    <a:pt x="1699" y="12"/>
                  </a:lnTo>
                  <a:lnTo>
                    <a:pt x="1702" y="32"/>
                  </a:lnTo>
                  <a:lnTo>
                    <a:pt x="1706" y="59"/>
                  </a:lnTo>
                  <a:lnTo>
                    <a:pt x="1709" y="87"/>
                  </a:lnTo>
                  <a:lnTo>
                    <a:pt x="1709" y="99"/>
                  </a:lnTo>
                  <a:lnTo>
                    <a:pt x="1695" y="88"/>
                  </a:lnTo>
                  <a:lnTo>
                    <a:pt x="1683" y="79"/>
                  </a:lnTo>
                  <a:lnTo>
                    <a:pt x="1676" y="73"/>
                  </a:lnTo>
                  <a:lnTo>
                    <a:pt x="1670" y="69"/>
                  </a:lnTo>
                  <a:lnTo>
                    <a:pt x="1665" y="65"/>
                  </a:lnTo>
                  <a:lnTo>
                    <a:pt x="1661" y="64"/>
                  </a:lnTo>
                  <a:lnTo>
                    <a:pt x="1657" y="61"/>
                  </a:lnTo>
                  <a:lnTo>
                    <a:pt x="1652" y="59"/>
                  </a:lnTo>
                  <a:lnTo>
                    <a:pt x="1618" y="61"/>
                  </a:lnTo>
                  <a:lnTo>
                    <a:pt x="1592" y="62"/>
                  </a:lnTo>
                  <a:lnTo>
                    <a:pt x="1572" y="64"/>
                  </a:lnTo>
                  <a:lnTo>
                    <a:pt x="1556" y="65"/>
                  </a:lnTo>
                  <a:lnTo>
                    <a:pt x="1545" y="67"/>
                  </a:lnTo>
                  <a:lnTo>
                    <a:pt x="1534" y="69"/>
                  </a:lnTo>
                  <a:lnTo>
                    <a:pt x="1524" y="70"/>
                  </a:lnTo>
                  <a:lnTo>
                    <a:pt x="1512" y="72"/>
                  </a:lnTo>
                  <a:lnTo>
                    <a:pt x="1497" y="76"/>
                  </a:lnTo>
                  <a:lnTo>
                    <a:pt x="1478" y="82"/>
                  </a:lnTo>
                  <a:lnTo>
                    <a:pt x="1458" y="90"/>
                  </a:lnTo>
                  <a:lnTo>
                    <a:pt x="1437" y="99"/>
                  </a:lnTo>
                  <a:lnTo>
                    <a:pt x="1417" y="108"/>
                  </a:lnTo>
                  <a:lnTo>
                    <a:pt x="1398" y="117"/>
                  </a:lnTo>
                  <a:lnTo>
                    <a:pt x="1384" y="128"/>
                  </a:lnTo>
                  <a:lnTo>
                    <a:pt x="1375" y="140"/>
                  </a:lnTo>
                  <a:lnTo>
                    <a:pt x="1354" y="142"/>
                  </a:lnTo>
                  <a:lnTo>
                    <a:pt x="1334" y="146"/>
                  </a:lnTo>
                  <a:lnTo>
                    <a:pt x="1315" y="151"/>
                  </a:lnTo>
                  <a:lnTo>
                    <a:pt x="1296" y="157"/>
                  </a:lnTo>
                  <a:lnTo>
                    <a:pt x="1278" y="163"/>
                  </a:lnTo>
                  <a:lnTo>
                    <a:pt x="1262" y="171"/>
                  </a:lnTo>
                  <a:lnTo>
                    <a:pt x="1246" y="180"/>
                  </a:lnTo>
                  <a:lnTo>
                    <a:pt x="1229" y="188"/>
                  </a:lnTo>
                  <a:lnTo>
                    <a:pt x="1213" y="198"/>
                  </a:lnTo>
                  <a:lnTo>
                    <a:pt x="1197" y="208"/>
                  </a:lnTo>
                  <a:lnTo>
                    <a:pt x="1180" y="218"/>
                  </a:lnTo>
                  <a:lnTo>
                    <a:pt x="1164" y="229"/>
                  </a:lnTo>
                  <a:lnTo>
                    <a:pt x="1148" y="238"/>
                  </a:lnTo>
                  <a:lnTo>
                    <a:pt x="1130" y="249"/>
                  </a:lnTo>
                  <a:lnTo>
                    <a:pt x="1114" y="259"/>
                  </a:lnTo>
                  <a:lnTo>
                    <a:pt x="1095" y="269"/>
                  </a:lnTo>
                  <a:lnTo>
                    <a:pt x="1096" y="296"/>
                  </a:lnTo>
                  <a:lnTo>
                    <a:pt x="1111" y="325"/>
                  </a:lnTo>
                  <a:lnTo>
                    <a:pt x="1136" y="357"/>
                  </a:lnTo>
                  <a:lnTo>
                    <a:pt x="1165" y="389"/>
                  </a:lnTo>
                  <a:lnTo>
                    <a:pt x="1198" y="423"/>
                  </a:lnTo>
                  <a:lnTo>
                    <a:pt x="1227" y="455"/>
                  </a:lnTo>
                  <a:lnTo>
                    <a:pt x="1249" y="487"/>
                  </a:lnTo>
                  <a:lnTo>
                    <a:pt x="1262" y="519"/>
                  </a:lnTo>
                  <a:lnTo>
                    <a:pt x="1260" y="519"/>
                  </a:lnTo>
                  <a:lnTo>
                    <a:pt x="1257" y="519"/>
                  </a:lnTo>
                  <a:lnTo>
                    <a:pt x="1253" y="519"/>
                  </a:lnTo>
                  <a:lnTo>
                    <a:pt x="1248" y="521"/>
                  </a:lnTo>
                  <a:lnTo>
                    <a:pt x="1239" y="521"/>
                  </a:lnTo>
                  <a:lnTo>
                    <a:pt x="1228" y="521"/>
                  </a:lnTo>
                  <a:lnTo>
                    <a:pt x="1213" y="521"/>
                  </a:lnTo>
                  <a:lnTo>
                    <a:pt x="1192" y="521"/>
                  </a:lnTo>
                  <a:lnTo>
                    <a:pt x="1166" y="521"/>
                  </a:lnTo>
                  <a:lnTo>
                    <a:pt x="1134" y="521"/>
                  </a:lnTo>
                  <a:lnTo>
                    <a:pt x="1095" y="521"/>
                  </a:lnTo>
                  <a:lnTo>
                    <a:pt x="1048" y="521"/>
                  </a:lnTo>
                  <a:lnTo>
                    <a:pt x="993" y="521"/>
                  </a:lnTo>
                  <a:lnTo>
                    <a:pt x="929" y="521"/>
                  </a:lnTo>
                  <a:lnTo>
                    <a:pt x="854" y="521"/>
                  </a:lnTo>
                  <a:lnTo>
                    <a:pt x="770" y="521"/>
                  </a:lnTo>
                  <a:close/>
                </a:path>
              </a:pathLst>
            </a:custGeom>
            <a:solidFill>
              <a:srgbClr val="66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2" name="Google Shape;882;p25"/>
            <p:cNvSpPr/>
            <p:nvPr/>
          </p:nvSpPr>
          <p:spPr>
            <a:xfrm>
              <a:off x="2959" y="3329"/>
              <a:ext cx="587" cy="451"/>
            </a:xfrm>
            <a:custGeom>
              <a:rect b="b" l="l" r="r" t="t"/>
              <a:pathLst>
                <a:path extrusionOk="0" h="451" w="587">
                  <a:moveTo>
                    <a:pt x="479" y="451"/>
                  </a:moveTo>
                  <a:lnTo>
                    <a:pt x="448" y="440"/>
                  </a:lnTo>
                  <a:lnTo>
                    <a:pt x="418" y="428"/>
                  </a:lnTo>
                  <a:lnTo>
                    <a:pt x="389" y="417"/>
                  </a:lnTo>
                  <a:lnTo>
                    <a:pt x="359" y="406"/>
                  </a:lnTo>
                  <a:lnTo>
                    <a:pt x="329" y="396"/>
                  </a:lnTo>
                  <a:lnTo>
                    <a:pt x="299" y="383"/>
                  </a:lnTo>
                  <a:lnTo>
                    <a:pt x="270" y="373"/>
                  </a:lnTo>
                  <a:lnTo>
                    <a:pt x="239" y="362"/>
                  </a:lnTo>
                  <a:lnTo>
                    <a:pt x="209" y="351"/>
                  </a:lnTo>
                  <a:lnTo>
                    <a:pt x="180" y="341"/>
                  </a:lnTo>
                  <a:lnTo>
                    <a:pt x="150" y="330"/>
                  </a:lnTo>
                  <a:lnTo>
                    <a:pt x="120" y="319"/>
                  </a:lnTo>
                  <a:lnTo>
                    <a:pt x="90" y="307"/>
                  </a:lnTo>
                  <a:lnTo>
                    <a:pt x="61" y="296"/>
                  </a:lnTo>
                  <a:lnTo>
                    <a:pt x="31" y="286"/>
                  </a:lnTo>
                  <a:lnTo>
                    <a:pt x="0" y="275"/>
                  </a:lnTo>
                  <a:lnTo>
                    <a:pt x="0" y="272"/>
                  </a:lnTo>
                  <a:lnTo>
                    <a:pt x="0" y="269"/>
                  </a:lnTo>
                  <a:lnTo>
                    <a:pt x="0" y="267"/>
                  </a:lnTo>
                  <a:lnTo>
                    <a:pt x="0" y="266"/>
                  </a:lnTo>
                  <a:lnTo>
                    <a:pt x="13" y="257"/>
                  </a:lnTo>
                  <a:lnTo>
                    <a:pt x="24" y="247"/>
                  </a:lnTo>
                  <a:lnTo>
                    <a:pt x="37" y="237"/>
                  </a:lnTo>
                  <a:lnTo>
                    <a:pt x="50" y="224"/>
                  </a:lnTo>
                  <a:lnTo>
                    <a:pt x="61" y="214"/>
                  </a:lnTo>
                  <a:lnTo>
                    <a:pt x="75" y="203"/>
                  </a:lnTo>
                  <a:lnTo>
                    <a:pt x="87" y="195"/>
                  </a:lnTo>
                  <a:lnTo>
                    <a:pt x="101" y="188"/>
                  </a:lnTo>
                  <a:lnTo>
                    <a:pt x="114" y="176"/>
                  </a:lnTo>
                  <a:lnTo>
                    <a:pt x="126" y="165"/>
                  </a:lnTo>
                  <a:lnTo>
                    <a:pt x="139" y="153"/>
                  </a:lnTo>
                  <a:lnTo>
                    <a:pt x="153" y="140"/>
                  </a:lnTo>
                  <a:lnTo>
                    <a:pt x="165" y="128"/>
                  </a:lnTo>
                  <a:lnTo>
                    <a:pt x="178" y="116"/>
                  </a:lnTo>
                  <a:lnTo>
                    <a:pt x="190" y="104"/>
                  </a:lnTo>
                  <a:lnTo>
                    <a:pt x="203" y="92"/>
                  </a:lnTo>
                  <a:lnTo>
                    <a:pt x="217" y="81"/>
                  </a:lnTo>
                  <a:lnTo>
                    <a:pt x="229" y="69"/>
                  </a:lnTo>
                  <a:lnTo>
                    <a:pt x="242" y="56"/>
                  </a:lnTo>
                  <a:lnTo>
                    <a:pt x="256" y="44"/>
                  </a:lnTo>
                  <a:lnTo>
                    <a:pt x="268" y="34"/>
                  </a:lnTo>
                  <a:lnTo>
                    <a:pt x="282" y="23"/>
                  </a:lnTo>
                  <a:lnTo>
                    <a:pt x="295" y="11"/>
                  </a:lnTo>
                  <a:lnTo>
                    <a:pt x="309" y="0"/>
                  </a:lnTo>
                  <a:lnTo>
                    <a:pt x="315" y="1"/>
                  </a:lnTo>
                  <a:lnTo>
                    <a:pt x="323" y="3"/>
                  </a:lnTo>
                  <a:lnTo>
                    <a:pt x="329" y="6"/>
                  </a:lnTo>
                  <a:lnTo>
                    <a:pt x="336" y="8"/>
                  </a:lnTo>
                  <a:lnTo>
                    <a:pt x="344" y="11"/>
                  </a:lnTo>
                  <a:lnTo>
                    <a:pt x="351" y="14"/>
                  </a:lnTo>
                  <a:lnTo>
                    <a:pt x="359" y="15"/>
                  </a:lnTo>
                  <a:lnTo>
                    <a:pt x="367" y="17"/>
                  </a:lnTo>
                  <a:lnTo>
                    <a:pt x="374" y="17"/>
                  </a:lnTo>
                  <a:lnTo>
                    <a:pt x="383" y="15"/>
                  </a:lnTo>
                  <a:lnTo>
                    <a:pt x="390" y="14"/>
                  </a:lnTo>
                  <a:lnTo>
                    <a:pt x="399" y="12"/>
                  </a:lnTo>
                  <a:lnTo>
                    <a:pt x="407" y="11"/>
                  </a:lnTo>
                  <a:lnTo>
                    <a:pt x="416" y="8"/>
                  </a:lnTo>
                  <a:lnTo>
                    <a:pt x="424" y="5"/>
                  </a:lnTo>
                  <a:lnTo>
                    <a:pt x="433" y="1"/>
                  </a:lnTo>
                  <a:lnTo>
                    <a:pt x="446" y="8"/>
                  </a:lnTo>
                  <a:lnTo>
                    <a:pt x="458" y="14"/>
                  </a:lnTo>
                  <a:lnTo>
                    <a:pt x="471" y="20"/>
                  </a:lnTo>
                  <a:lnTo>
                    <a:pt x="484" y="26"/>
                  </a:lnTo>
                  <a:lnTo>
                    <a:pt x="496" y="32"/>
                  </a:lnTo>
                  <a:lnTo>
                    <a:pt x="509" y="38"/>
                  </a:lnTo>
                  <a:lnTo>
                    <a:pt x="523" y="44"/>
                  </a:lnTo>
                  <a:lnTo>
                    <a:pt x="535" y="50"/>
                  </a:lnTo>
                  <a:lnTo>
                    <a:pt x="544" y="58"/>
                  </a:lnTo>
                  <a:lnTo>
                    <a:pt x="549" y="63"/>
                  </a:lnTo>
                  <a:lnTo>
                    <a:pt x="553" y="64"/>
                  </a:lnTo>
                  <a:lnTo>
                    <a:pt x="558" y="66"/>
                  </a:lnTo>
                  <a:lnTo>
                    <a:pt x="559" y="90"/>
                  </a:lnTo>
                  <a:lnTo>
                    <a:pt x="560" y="115"/>
                  </a:lnTo>
                  <a:lnTo>
                    <a:pt x="562" y="140"/>
                  </a:lnTo>
                  <a:lnTo>
                    <a:pt x="563" y="165"/>
                  </a:lnTo>
                  <a:lnTo>
                    <a:pt x="569" y="168"/>
                  </a:lnTo>
                  <a:lnTo>
                    <a:pt x="574" y="170"/>
                  </a:lnTo>
                  <a:lnTo>
                    <a:pt x="580" y="173"/>
                  </a:lnTo>
                  <a:lnTo>
                    <a:pt x="587" y="176"/>
                  </a:lnTo>
                  <a:lnTo>
                    <a:pt x="574" y="208"/>
                  </a:lnTo>
                  <a:lnTo>
                    <a:pt x="562" y="241"/>
                  </a:lnTo>
                  <a:lnTo>
                    <a:pt x="549" y="275"/>
                  </a:lnTo>
                  <a:lnTo>
                    <a:pt x="536" y="309"/>
                  </a:lnTo>
                  <a:lnTo>
                    <a:pt x="524" y="344"/>
                  </a:lnTo>
                  <a:lnTo>
                    <a:pt x="511" y="379"/>
                  </a:lnTo>
                  <a:lnTo>
                    <a:pt x="499" y="414"/>
                  </a:lnTo>
                  <a:lnTo>
                    <a:pt x="486" y="449"/>
                  </a:lnTo>
                  <a:lnTo>
                    <a:pt x="484" y="449"/>
                  </a:lnTo>
                  <a:lnTo>
                    <a:pt x="482" y="449"/>
                  </a:lnTo>
                  <a:lnTo>
                    <a:pt x="480" y="449"/>
                  </a:lnTo>
                  <a:lnTo>
                    <a:pt x="479" y="451"/>
                  </a:lnTo>
                  <a:close/>
                </a:path>
              </a:pathLst>
            </a:custGeom>
            <a:solidFill>
              <a:srgbClr val="EDEA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3" name="Google Shape;883;p25"/>
            <p:cNvSpPr/>
            <p:nvPr/>
          </p:nvSpPr>
          <p:spPr>
            <a:xfrm>
              <a:off x="3716" y="3482"/>
              <a:ext cx="764" cy="267"/>
            </a:xfrm>
            <a:custGeom>
              <a:rect b="b" l="l" r="r" t="t"/>
              <a:pathLst>
                <a:path extrusionOk="0" h="267" w="764">
                  <a:moveTo>
                    <a:pt x="332" y="267"/>
                  </a:moveTo>
                  <a:lnTo>
                    <a:pt x="312" y="265"/>
                  </a:lnTo>
                  <a:lnTo>
                    <a:pt x="291" y="265"/>
                  </a:lnTo>
                  <a:lnTo>
                    <a:pt x="271" y="264"/>
                  </a:lnTo>
                  <a:lnTo>
                    <a:pt x="252" y="264"/>
                  </a:lnTo>
                  <a:lnTo>
                    <a:pt x="232" y="262"/>
                  </a:lnTo>
                  <a:lnTo>
                    <a:pt x="212" y="261"/>
                  </a:lnTo>
                  <a:lnTo>
                    <a:pt x="192" y="261"/>
                  </a:lnTo>
                  <a:lnTo>
                    <a:pt x="173" y="259"/>
                  </a:lnTo>
                  <a:lnTo>
                    <a:pt x="153" y="258"/>
                  </a:lnTo>
                  <a:lnTo>
                    <a:pt x="133" y="258"/>
                  </a:lnTo>
                  <a:lnTo>
                    <a:pt x="114" y="256"/>
                  </a:lnTo>
                  <a:lnTo>
                    <a:pt x="94" y="255"/>
                  </a:lnTo>
                  <a:lnTo>
                    <a:pt x="75" y="255"/>
                  </a:lnTo>
                  <a:lnTo>
                    <a:pt x="55" y="253"/>
                  </a:lnTo>
                  <a:lnTo>
                    <a:pt x="36" y="253"/>
                  </a:lnTo>
                  <a:lnTo>
                    <a:pt x="16" y="252"/>
                  </a:lnTo>
                  <a:lnTo>
                    <a:pt x="15" y="249"/>
                  </a:lnTo>
                  <a:lnTo>
                    <a:pt x="15" y="244"/>
                  </a:lnTo>
                  <a:lnTo>
                    <a:pt x="15" y="241"/>
                  </a:lnTo>
                  <a:lnTo>
                    <a:pt x="15" y="238"/>
                  </a:lnTo>
                  <a:lnTo>
                    <a:pt x="26" y="236"/>
                  </a:lnTo>
                  <a:lnTo>
                    <a:pt x="39" y="236"/>
                  </a:lnTo>
                  <a:lnTo>
                    <a:pt x="51" y="235"/>
                  </a:lnTo>
                  <a:lnTo>
                    <a:pt x="64" y="235"/>
                  </a:lnTo>
                  <a:lnTo>
                    <a:pt x="75" y="233"/>
                  </a:lnTo>
                  <a:lnTo>
                    <a:pt x="88" y="233"/>
                  </a:lnTo>
                  <a:lnTo>
                    <a:pt x="100" y="232"/>
                  </a:lnTo>
                  <a:lnTo>
                    <a:pt x="112" y="232"/>
                  </a:lnTo>
                  <a:lnTo>
                    <a:pt x="99" y="230"/>
                  </a:lnTo>
                  <a:lnTo>
                    <a:pt x="86" y="230"/>
                  </a:lnTo>
                  <a:lnTo>
                    <a:pt x="74" y="229"/>
                  </a:lnTo>
                  <a:lnTo>
                    <a:pt x="61" y="229"/>
                  </a:lnTo>
                  <a:lnTo>
                    <a:pt x="49" y="227"/>
                  </a:lnTo>
                  <a:lnTo>
                    <a:pt x="36" y="227"/>
                  </a:lnTo>
                  <a:lnTo>
                    <a:pt x="23" y="226"/>
                  </a:lnTo>
                  <a:lnTo>
                    <a:pt x="11" y="226"/>
                  </a:lnTo>
                  <a:lnTo>
                    <a:pt x="12" y="220"/>
                  </a:lnTo>
                  <a:lnTo>
                    <a:pt x="12" y="214"/>
                  </a:lnTo>
                  <a:lnTo>
                    <a:pt x="12" y="209"/>
                  </a:lnTo>
                  <a:lnTo>
                    <a:pt x="13" y="203"/>
                  </a:lnTo>
                  <a:lnTo>
                    <a:pt x="30" y="203"/>
                  </a:lnTo>
                  <a:lnTo>
                    <a:pt x="51" y="203"/>
                  </a:lnTo>
                  <a:lnTo>
                    <a:pt x="76" y="204"/>
                  </a:lnTo>
                  <a:lnTo>
                    <a:pt x="104" y="204"/>
                  </a:lnTo>
                  <a:lnTo>
                    <a:pt x="133" y="206"/>
                  </a:lnTo>
                  <a:lnTo>
                    <a:pt x="161" y="207"/>
                  </a:lnTo>
                  <a:lnTo>
                    <a:pt x="187" y="207"/>
                  </a:lnTo>
                  <a:lnTo>
                    <a:pt x="211" y="207"/>
                  </a:lnTo>
                  <a:lnTo>
                    <a:pt x="169" y="204"/>
                  </a:lnTo>
                  <a:lnTo>
                    <a:pt x="137" y="201"/>
                  </a:lnTo>
                  <a:lnTo>
                    <a:pt x="112" y="198"/>
                  </a:lnTo>
                  <a:lnTo>
                    <a:pt x="90" y="197"/>
                  </a:lnTo>
                  <a:lnTo>
                    <a:pt x="73" y="195"/>
                  </a:lnTo>
                  <a:lnTo>
                    <a:pt x="55" y="192"/>
                  </a:lnTo>
                  <a:lnTo>
                    <a:pt x="35" y="189"/>
                  </a:lnTo>
                  <a:lnTo>
                    <a:pt x="11" y="186"/>
                  </a:lnTo>
                  <a:lnTo>
                    <a:pt x="11" y="180"/>
                  </a:lnTo>
                  <a:lnTo>
                    <a:pt x="11" y="175"/>
                  </a:lnTo>
                  <a:lnTo>
                    <a:pt x="11" y="171"/>
                  </a:lnTo>
                  <a:lnTo>
                    <a:pt x="11" y="165"/>
                  </a:lnTo>
                  <a:lnTo>
                    <a:pt x="21" y="165"/>
                  </a:lnTo>
                  <a:lnTo>
                    <a:pt x="35" y="166"/>
                  </a:lnTo>
                  <a:lnTo>
                    <a:pt x="52" y="166"/>
                  </a:lnTo>
                  <a:lnTo>
                    <a:pt x="71" y="168"/>
                  </a:lnTo>
                  <a:lnTo>
                    <a:pt x="89" y="168"/>
                  </a:lnTo>
                  <a:lnTo>
                    <a:pt x="106" y="168"/>
                  </a:lnTo>
                  <a:lnTo>
                    <a:pt x="120" y="165"/>
                  </a:lnTo>
                  <a:lnTo>
                    <a:pt x="130" y="162"/>
                  </a:lnTo>
                  <a:lnTo>
                    <a:pt x="114" y="162"/>
                  </a:lnTo>
                  <a:lnTo>
                    <a:pt x="99" y="160"/>
                  </a:lnTo>
                  <a:lnTo>
                    <a:pt x="83" y="160"/>
                  </a:lnTo>
                  <a:lnTo>
                    <a:pt x="67" y="159"/>
                  </a:lnTo>
                  <a:lnTo>
                    <a:pt x="52" y="157"/>
                  </a:lnTo>
                  <a:lnTo>
                    <a:pt x="37" y="156"/>
                  </a:lnTo>
                  <a:lnTo>
                    <a:pt x="23" y="154"/>
                  </a:lnTo>
                  <a:lnTo>
                    <a:pt x="10" y="152"/>
                  </a:lnTo>
                  <a:lnTo>
                    <a:pt x="8" y="148"/>
                  </a:lnTo>
                  <a:lnTo>
                    <a:pt x="8" y="143"/>
                  </a:lnTo>
                  <a:lnTo>
                    <a:pt x="8" y="139"/>
                  </a:lnTo>
                  <a:lnTo>
                    <a:pt x="8" y="134"/>
                  </a:lnTo>
                  <a:lnTo>
                    <a:pt x="20" y="134"/>
                  </a:lnTo>
                  <a:lnTo>
                    <a:pt x="36" y="134"/>
                  </a:lnTo>
                  <a:lnTo>
                    <a:pt x="56" y="134"/>
                  </a:lnTo>
                  <a:lnTo>
                    <a:pt x="78" y="133"/>
                  </a:lnTo>
                  <a:lnTo>
                    <a:pt x="99" y="131"/>
                  </a:lnTo>
                  <a:lnTo>
                    <a:pt x="119" y="128"/>
                  </a:lnTo>
                  <a:lnTo>
                    <a:pt x="137" y="125"/>
                  </a:lnTo>
                  <a:lnTo>
                    <a:pt x="149" y="119"/>
                  </a:lnTo>
                  <a:lnTo>
                    <a:pt x="147" y="119"/>
                  </a:lnTo>
                  <a:lnTo>
                    <a:pt x="144" y="117"/>
                  </a:lnTo>
                  <a:lnTo>
                    <a:pt x="140" y="117"/>
                  </a:lnTo>
                  <a:lnTo>
                    <a:pt x="137" y="119"/>
                  </a:lnTo>
                  <a:lnTo>
                    <a:pt x="133" y="119"/>
                  </a:lnTo>
                  <a:lnTo>
                    <a:pt x="125" y="120"/>
                  </a:lnTo>
                  <a:lnTo>
                    <a:pt x="117" y="122"/>
                  </a:lnTo>
                  <a:lnTo>
                    <a:pt x="105" y="123"/>
                  </a:lnTo>
                  <a:lnTo>
                    <a:pt x="93" y="122"/>
                  </a:lnTo>
                  <a:lnTo>
                    <a:pt x="80" y="122"/>
                  </a:lnTo>
                  <a:lnTo>
                    <a:pt x="67" y="120"/>
                  </a:lnTo>
                  <a:lnTo>
                    <a:pt x="56" y="120"/>
                  </a:lnTo>
                  <a:lnTo>
                    <a:pt x="44" y="119"/>
                  </a:lnTo>
                  <a:lnTo>
                    <a:pt x="31" y="119"/>
                  </a:lnTo>
                  <a:lnTo>
                    <a:pt x="18" y="117"/>
                  </a:lnTo>
                  <a:lnTo>
                    <a:pt x="7" y="117"/>
                  </a:lnTo>
                  <a:lnTo>
                    <a:pt x="6" y="113"/>
                  </a:lnTo>
                  <a:lnTo>
                    <a:pt x="6" y="108"/>
                  </a:lnTo>
                  <a:lnTo>
                    <a:pt x="6" y="104"/>
                  </a:lnTo>
                  <a:lnTo>
                    <a:pt x="5" y="99"/>
                  </a:lnTo>
                  <a:lnTo>
                    <a:pt x="22" y="99"/>
                  </a:lnTo>
                  <a:lnTo>
                    <a:pt x="45" y="101"/>
                  </a:lnTo>
                  <a:lnTo>
                    <a:pt x="73" y="101"/>
                  </a:lnTo>
                  <a:lnTo>
                    <a:pt x="101" y="101"/>
                  </a:lnTo>
                  <a:lnTo>
                    <a:pt x="130" y="101"/>
                  </a:lnTo>
                  <a:lnTo>
                    <a:pt x="158" y="99"/>
                  </a:lnTo>
                  <a:lnTo>
                    <a:pt x="181" y="96"/>
                  </a:lnTo>
                  <a:lnTo>
                    <a:pt x="198" y="91"/>
                  </a:lnTo>
                  <a:lnTo>
                    <a:pt x="163" y="91"/>
                  </a:lnTo>
                  <a:lnTo>
                    <a:pt x="137" y="90"/>
                  </a:lnTo>
                  <a:lnTo>
                    <a:pt x="114" y="90"/>
                  </a:lnTo>
                  <a:lnTo>
                    <a:pt x="95" y="90"/>
                  </a:lnTo>
                  <a:lnTo>
                    <a:pt x="78" y="88"/>
                  </a:lnTo>
                  <a:lnTo>
                    <a:pt x="57" y="87"/>
                  </a:lnTo>
                  <a:lnTo>
                    <a:pt x="34" y="85"/>
                  </a:lnTo>
                  <a:lnTo>
                    <a:pt x="3" y="84"/>
                  </a:lnTo>
                  <a:lnTo>
                    <a:pt x="3" y="79"/>
                  </a:lnTo>
                  <a:lnTo>
                    <a:pt x="3" y="75"/>
                  </a:lnTo>
                  <a:lnTo>
                    <a:pt x="3" y="70"/>
                  </a:lnTo>
                  <a:lnTo>
                    <a:pt x="3" y="67"/>
                  </a:lnTo>
                  <a:lnTo>
                    <a:pt x="11" y="67"/>
                  </a:lnTo>
                  <a:lnTo>
                    <a:pt x="26" y="67"/>
                  </a:lnTo>
                  <a:lnTo>
                    <a:pt x="46" y="67"/>
                  </a:lnTo>
                  <a:lnTo>
                    <a:pt x="67" y="67"/>
                  </a:lnTo>
                  <a:lnTo>
                    <a:pt x="89" y="67"/>
                  </a:lnTo>
                  <a:lnTo>
                    <a:pt x="108" y="65"/>
                  </a:lnTo>
                  <a:lnTo>
                    <a:pt x="122" y="64"/>
                  </a:lnTo>
                  <a:lnTo>
                    <a:pt x="128" y="61"/>
                  </a:lnTo>
                  <a:lnTo>
                    <a:pt x="112" y="61"/>
                  </a:lnTo>
                  <a:lnTo>
                    <a:pt x="95" y="59"/>
                  </a:lnTo>
                  <a:lnTo>
                    <a:pt x="79" y="59"/>
                  </a:lnTo>
                  <a:lnTo>
                    <a:pt x="64" y="58"/>
                  </a:lnTo>
                  <a:lnTo>
                    <a:pt x="47" y="56"/>
                  </a:lnTo>
                  <a:lnTo>
                    <a:pt x="32" y="55"/>
                  </a:lnTo>
                  <a:lnTo>
                    <a:pt x="17" y="53"/>
                  </a:lnTo>
                  <a:lnTo>
                    <a:pt x="3" y="52"/>
                  </a:lnTo>
                  <a:lnTo>
                    <a:pt x="2" y="49"/>
                  </a:lnTo>
                  <a:lnTo>
                    <a:pt x="2" y="44"/>
                  </a:lnTo>
                  <a:lnTo>
                    <a:pt x="1" y="41"/>
                  </a:lnTo>
                  <a:lnTo>
                    <a:pt x="1" y="38"/>
                  </a:lnTo>
                  <a:lnTo>
                    <a:pt x="8" y="38"/>
                  </a:lnTo>
                  <a:lnTo>
                    <a:pt x="15" y="36"/>
                  </a:lnTo>
                  <a:lnTo>
                    <a:pt x="22" y="36"/>
                  </a:lnTo>
                  <a:lnTo>
                    <a:pt x="28" y="36"/>
                  </a:lnTo>
                  <a:lnTo>
                    <a:pt x="36" y="36"/>
                  </a:lnTo>
                  <a:lnTo>
                    <a:pt x="42" y="36"/>
                  </a:lnTo>
                  <a:lnTo>
                    <a:pt x="50" y="36"/>
                  </a:lnTo>
                  <a:lnTo>
                    <a:pt x="57" y="36"/>
                  </a:lnTo>
                  <a:lnTo>
                    <a:pt x="50" y="35"/>
                  </a:lnTo>
                  <a:lnTo>
                    <a:pt x="42" y="33"/>
                  </a:lnTo>
                  <a:lnTo>
                    <a:pt x="35" y="32"/>
                  </a:lnTo>
                  <a:lnTo>
                    <a:pt x="28" y="30"/>
                  </a:lnTo>
                  <a:lnTo>
                    <a:pt x="21" y="29"/>
                  </a:lnTo>
                  <a:lnTo>
                    <a:pt x="13" y="29"/>
                  </a:lnTo>
                  <a:lnTo>
                    <a:pt x="7" y="27"/>
                  </a:lnTo>
                  <a:lnTo>
                    <a:pt x="0" y="26"/>
                  </a:lnTo>
                  <a:lnTo>
                    <a:pt x="0" y="23"/>
                  </a:lnTo>
                  <a:lnTo>
                    <a:pt x="0" y="21"/>
                  </a:lnTo>
                  <a:lnTo>
                    <a:pt x="0" y="18"/>
                  </a:lnTo>
                  <a:lnTo>
                    <a:pt x="0" y="15"/>
                  </a:lnTo>
                  <a:lnTo>
                    <a:pt x="21" y="13"/>
                  </a:lnTo>
                  <a:lnTo>
                    <a:pt x="41" y="13"/>
                  </a:lnTo>
                  <a:lnTo>
                    <a:pt x="62" y="12"/>
                  </a:lnTo>
                  <a:lnTo>
                    <a:pt x="84" y="10"/>
                  </a:lnTo>
                  <a:lnTo>
                    <a:pt x="104" y="10"/>
                  </a:lnTo>
                  <a:lnTo>
                    <a:pt x="125" y="9"/>
                  </a:lnTo>
                  <a:lnTo>
                    <a:pt x="147" y="7"/>
                  </a:lnTo>
                  <a:lnTo>
                    <a:pt x="168" y="7"/>
                  </a:lnTo>
                  <a:lnTo>
                    <a:pt x="190" y="6"/>
                  </a:lnTo>
                  <a:lnTo>
                    <a:pt x="210" y="4"/>
                  </a:lnTo>
                  <a:lnTo>
                    <a:pt x="231" y="4"/>
                  </a:lnTo>
                  <a:lnTo>
                    <a:pt x="252" y="3"/>
                  </a:lnTo>
                  <a:lnTo>
                    <a:pt x="274" y="3"/>
                  </a:lnTo>
                  <a:lnTo>
                    <a:pt x="295" y="1"/>
                  </a:lnTo>
                  <a:lnTo>
                    <a:pt x="317" y="1"/>
                  </a:lnTo>
                  <a:lnTo>
                    <a:pt x="338" y="0"/>
                  </a:lnTo>
                  <a:lnTo>
                    <a:pt x="363" y="0"/>
                  </a:lnTo>
                  <a:lnTo>
                    <a:pt x="392" y="0"/>
                  </a:lnTo>
                  <a:lnTo>
                    <a:pt x="422" y="0"/>
                  </a:lnTo>
                  <a:lnTo>
                    <a:pt x="455" y="1"/>
                  </a:lnTo>
                  <a:lnTo>
                    <a:pt x="489" y="1"/>
                  </a:lnTo>
                  <a:lnTo>
                    <a:pt x="522" y="1"/>
                  </a:lnTo>
                  <a:lnTo>
                    <a:pt x="556" y="3"/>
                  </a:lnTo>
                  <a:lnTo>
                    <a:pt x="590" y="3"/>
                  </a:lnTo>
                  <a:lnTo>
                    <a:pt x="621" y="3"/>
                  </a:lnTo>
                  <a:lnTo>
                    <a:pt x="651" y="3"/>
                  </a:lnTo>
                  <a:lnTo>
                    <a:pt x="679" y="4"/>
                  </a:lnTo>
                  <a:lnTo>
                    <a:pt x="703" y="4"/>
                  </a:lnTo>
                  <a:lnTo>
                    <a:pt x="724" y="4"/>
                  </a:lnTo>
                  <a:lnTo>
                    <a:pt x="742" y="4"/>
                  </a:lnTo>
                  <a:lnTo>
                    <a:pt x="753" y="4"/>
                  </a:lnTo>
                  <a:lnTo>
                    <a:pt x="761" y="4"/>
                  </a:lnTo>
                  <a:lnTo>
                    <a:pt x="759" y="10"/>
                  </a:lnTo>
                  <a:lnTo>
                    <a:pt x="759" y="15"/>
                  </a:lnTo>
                  <a:lnTo>
                    <a:pt x="759" y="20"/>
                  </a:lnTo>
                  <a:lnTo>
                    <a:pt x="758" y="24"/>
                  </a:lnTo>
                  <a:lnTo>
                    <a:pt x="739" y="26"/>
                  </a:lnTo>
                  <a:lnTo>
                    <a:pt x="725" y="27"/>
                  </a:lnTo>
                  <a:lnTo>
                    <a:pt x="714" y="29"/>
                  </a:lnTo>
                  <a:lnTo>
                    <a:pt x="704" y="30"/>
                  </a:lnTo>
                  <a:lnTo>
                    <a:pt x="694" y="32"/>
                  </a:lnTo>
                  <a:lnTo>
                    <a:pt x="684" y="33"/>
                  </a:lnTo>
                  <a:lnTo>
                    <a:pt x="671" y="35"/>
                  </a:lnTo>
                  <a:lnTo>
                    <a:pt x="655" y="38"/>
                  </a:lnTo>
                  <a:lnTo>
                    <a:pt x="665" y="39"/>
                  </a:lnTo>
                  <a:lnTo>
                    <a:pt x="678" y="41"/>
                  </a:lnTo>
                  <a:lnTo>
                    <a:pt x="693" y="39"/>
                  </a:lnTo>
                  <a:lnTo>
                    <a:pt x="708" y="39"/>
                  </a:lnTo>
                  <a:lnTo>
                    <a:pt x="723" y="38"/>
                  </a:lnTo>
                  <a:lnTo>
                    <a:pt x="738" y="38"/>
                  </a:lnTo>
                  <a:lnTo>
                    <a:pt x="751" y="36"/>
                  </a:lnTo>
                  <a:lnTo>
                    <a:pt x="761" y="36"/>
                  </a:lnTo>
                  <a:lnTo>
                    <a:pt x="759" y="41"/>
                  </a:lnTo>
                  <a:lnTo>
                    <a:pt x="759" y="46"/>
                  </a:lnTo>
                  <a:lnTo>
                    <a:pt x="759" y="50"/>
                  </a:lnTo>
                  <a:lnTo>
                    <a:pt x="758" y="55"/>
                  </a:lnTo>
                  <a:lnTo>
                    <a:pt x="736" y="58"/>
                  </a:lnTo>
                  <a:lnTo>
                    <a:pt x="712" y="59"/>
                  </a:lnTo>
                  <a:lnTo>
                    <a:pt x="688" y="61"/>
                  </a:lnTo>
                  <a:lnTo>
                    <a:pt x="664" y="62"/>
                  </a:lnTo>
                  <a:lnTo>
                    <a:pt x="640" y="64"/>
                  </a:lnTo>
                  <a:lnTo>
                    <a:pt x="617" y="67"/>
                  </a:lnTo>
                  <a:lnTo>
                    <a:pt x="596" y="71"/>
                  </a:lnTo>
                  <a:lnTo>
                    <a:pt x="577" y="78"/>
                  </a:lnTo>
                  <a:lnTo>
                    <a:pt x="582" y="78"/>
                  </a:lnTo>
                  <a:lnTo>
                    <a:pt x="591" y="78"/>
                  </a:lnTo>
                  <a:lnTo>
                    <a:pt x="603" y="78"/>
                  </a:lnTo>
                  <a:lnTo>
                    <a:pt x="621" y="76"/>
                  </a:lnTo>
                  <a:lnTo>
                    <a:pt x="645" y="76"/>
                  </a:lnTo>
                  <a:lnTo>
                    <a:pt x="675" y="75"/>
                  </a:lnTo>
                  <a:lnTo>
                    <a:pt x="713" y="73"/>
                  </a:lnTo>
                  <a:lnTo>
                    <a:pt x="758" y="73"/>
                  </a:lnTo>
                  <a:lnTo>
                    <a:pt x="758" y="76"/>
                  </a:lnTo>
                  <a:lnTo>
                    <a:pt x="758" y="78"/>
                  </a:lnTo>
                  <a:lnTo>
                    <a:pt x="758" y="81"/>
                  </a:lnTo>
                  <a:lnTo>
                    <a:pt x="759" y="84"/>
                  </a:lnTo>
                  <a:lnTo>
                    <a:pt x="753" y="85"/>
                  </a:lnTo>
                  <a:lnTo>
                    <a:pt x="742" y="87"/>
                  </a:lnTo>
                  <a:lnTo>
                    <a:pt x="727" y="90"/>
                  </a:lnTo>
                  <a:lnTo>
                    <a:pt x="709" y="93"/>
                  </a:lnTo>
                  <a:lnTo>
                    <a:pt x="693" y="96"/>
                  </a:lnTo>
                  <a:lnTo>
                    <a:pt x="678" y="99"/>
                  </a:lnTo>
                  <a:lnTo>
                    <a:pt x="665" y="101"/>
                  </a:lnTo>
                  <a:lnTo>
                    <a:pt x="659" y="102"/>
                  </a:lnTo>
                  <a:lnTo>
                    <a:pt x="683" y="102"/>
                  </a:lnTo>
                  <a:lnTo>
                    <a:pt x="702" y="101"/>
                  </a:lnTo>
                  <a:lnTo>
                    <a:pt x="715" y="101"/>
                  </a:lnTo>
                  <a:lnTo>
                    <a:pt x="727" y="101"/>
                  </a:lnTo>
                  <a:lnTo>
                    <a:pt x="736" y="101"/>
                  </a:lnTo>
                  <a:lnTo>
                    <a:pt x="744" y="101"/>
                  </a:lnTo>
                  <a:lnTo>
                    <a:pt x="753" y="99"/>
                  </a:lnTo>
                  <a:lnTo>
                    <a:pt x="763" y="99"/>
                  </a:lnTo>
                  <a:lnTo>
                    <a:pt x="762" y="105"/>
                  </a:lnTo>
                  <a:lnTo>
                    <a:pt x="762" y="111"/>
                  </a:lnTo>
                  <a:lnTo>
                    <a:pt x="761" y="119"/>
                  </a:lnTo>
                  <a:lnTo>
                    <a:pt x="761" y="125"/>
                  </a:lnTo>
                  <a:lnTo>
                    <a:pt x="749" y="126"/>
                  </a:lnTo>
                  <a:lnTo>
                    <a:pt x="738" y="128"/>
                  </a:lnTo>
                  <a:lnTo>
                    <a:pt x="728" y="128"/>
                  </a:lnTo>
                  <a:lnTo>
                    <a:pt x="717" y="130"/>
                  </a:lnTo>
                  <a:lnTo>
                    <a:pt x="707" y="131"/>
                  </a:lnTo>
                  <a:lnTo>
                    <a:pt x="695" y="133"/>
                  </a:lnTo>
                  <a:lnTo>
                    <a:pt x="685" y="134"/>
                  </a:lnTo>
                  <a:lnTo>
                    <a:pt x="674" y="136"/>
                  </a:lnTo>
                  <a:lnTo>
                    <a:pt x="673" y="136"/>
                  </a:lnTo>
                  <a:lnTo>
                    <a:pt x="673" y="137"/>
                  </a:lnTo>
                  <a:lnTo>
                    <a:pt x="673" y="137"/>
                  </a:lnTo>
                  <a:lnTo>
                    <a:pt x="671" y="139"/>
                  </a:lnTo>
                  <a:lnTo>
                    <a:pt x="683" y="139"/>
                  </a:lnTo>
                  <a:lnTo>
                    <a:pt x="694" y="139"/>
                  </a:lnTo>
                  <a:lnTo>
                    <a:pt x="705" y="139"/>
                  </a:lnTo>
                  <a:lnTo>
                    <a:pt x="718" y="139"/>
                  </a:lnTo>
                  <a:lnTo>
                    <a:pt x="729" y="139"/>
                  </a:lnTo>
                  <a:lnTo>
                    <a:pt x="741" y="139"/>
                  </a:lnTo>
                  <a:lnTo>
                    <a:pt x="752" y="140"/>
                  </a:lnTo>
                  <a:lnTo>
                    <a:pt x="763" y="140"/>
                  </a:lnTo>
                  <a:lnTo>
                    <a:pt x="762" y="148"/>
                  </a:lnTo>
                  <a:lnTo>
                    <a:pt x="762" y="152"/>
                  </a:lnTo>
                  <a:lnTo>
                    <a:pt x="761" y="156"/>
                  </a:lnTo>
                  <a:lnTo>
                    <a:pt x="758" y="157"/>
                  </a:lnTo>
                  <a:lnTo>
                    <a:pt x="744" y="160"/>
                  </a:lnTo>
                  <a:lnTo>
                    <a:pt x="724" y="162"/>
                  </a:lnTo>
                  <a:lnTo>
                    <a:pt x="699" y="165"/>
                  </a:lnTo>
                  <a:lnTo>
                    <a:pt x="674" y="166"/>
                  </a:lnTo>
                  <a:lnTo>
                    <a:pt x="649" y="169"/>
                  </a:lnTo>
                  <a:lnTo>
                    <a:pt x="626" y="171"/>
                  </a:lnTo>
                  <a:lnTo>
                    <a:pt x="610" y="172"/>
                  </a:lnTo>
                  <a:lnTo>
                    <a:pt x="601" y="174"/>
                  </a:lnTo>
                  <a:lnTo>
                    <a:pt x="606" y="174"/>
                  </a:lnTo>
                  <a:lnTo>
                    <a:pt x="613" y="174"/>
                  </a:lnTo>
                  <a:lnTo>
                    <a:pt x="624" y="174"/>
                  </a:lnTo>
                  <a:lnTo>
                    <a:pt x="639" y="172"/>
                  </a:lnTo>
                  <a:lnTo>
                    <a:pt x="659" y="172"/>
                  </a:lnTo>
                  <a:lnTo>
                    <a:pt x="685" y="172"/>
                  </a:lnTo>
                  <a:lnTo>
                    <a:pt x="719" y="172"/>
                  </a:lnTo>
                  <a:lnTo>
                    <a:pt x="763" y="172"/>
                  </a:lnTo>
                  <a:lnTo>
                    <a:pt x="763" y="177"/>
                  </a:lnTo>
                  <a:lnTo>
                    <a:pt x="763" y="181"/>
                  </a:lnTo>
                  <a:lnTo>
                    <a:pt x="763" y="188"/>
                  </a:lnTo>
                  <a:lnTo>
                    <a:pt x="763" y="192"/>
                  </a:lnTo>
                  <a:lnTo>
                    <a:pt x="756" y="197"/>
                  </a:lnTo>
                  <a:lnTo>
                    <a:pt x="743" y="201"/>
                  </a:lnTo>
                  <a:lnTo>
                    <a:pt x="727" y="203"/>
                  </a:lnTo>
                  <a:lnTo>
                    <a:pt x="708" y="204"/>
                  </a:lnTo>
                  <a:lnTo>
                    <a:pt x="689" y="206"/>
                  </a:lnTo>
                  <a:lnTo>
                    <a:pt x="671" y="207"/>
                  </a:lnTo>
                  <a:lnTo>
                    <a:pt x="656" y="209"/>
                  </a:lnTo>
                  <a:lnTo>
                    <a:pt x="645" y="212"/>
                  </a:lnTo>
                  <a:lnTo>
                    <a:pt x="660" y="212"/>
                  </a:lnTo>
                  <a:lnTo>
                    <a:pt x="675" y="212"/>
                  </a:lnTo>
                  <a:lnTo>
                    <a:pt x="689" y="212"/>
                  </a:lnTo>
                  <a:lnTo>
                    <a:pt x="704" y="212"/>
                  </a:lnTo>
                  <a:lnTo>
                    <a:pt x="719" y="212"/>
                  </a:lnTo>
                  <a:lnTo>
                    <a:pt x="733" y="212"/>
                  </a:lnTo>
                  <a:lnTo>
                    <a:pt x="748" y="214"/>
                  </a:lnTo>
                  <a:lnTo>
                    <a:pt x="763" y="214"/>
                  </a:lnTo>
                  <a:lnTo>
                    <a:pt x="763" y="218"/>
                  </a:lnTo>
                  <a:lnTo>
                    <a:pt x="763" y="223"/>
                  </a:lnTo>
                  <a:lnTo>
                    <a:pt x="763" y="227"/>
                  </a:lnTo>
                  <a:lnTo>
                    <a:pt x="763" y="230"/>
                  </a:lnTo>
                  <a:lnTo>
                    <a:pt x="748" y="236"/>
                  </a:lnTo>
                  <a:lnTo>
                    <a:pt x="732" y="240"/>
                  </a:lnTo>
                  <a:lnTo>
                    <a:pt x="715" y="243"/>
                  </a:lnTo>
                  <a:lnTo>
                    <a:pt x="700" y="244"/>
                  </a:lnTo>
                  <a:lnTo>
                    <a:pt x="684" y="246"/>
                  </a:lnTo>
                  <a:lnTo>
                    <a:pt x="669" y="246"/>
                  </a:lnTo>
                  <a:lnTo>
                    <a:pt x="654" y="246"/>
                  </a:lnTo>
                  <a:lnTo>
                    <a:pt x="640" y="247"/>
                  </a:lnTo>
                  <a:lnTo>
                    <a:pt x="655" y="247"/>
                  </a:lnTo>
                  <a:lnTo>
                    <a:pt x="670" y="247"/>
                  </a:lnTo>
                  <a:lnTo>
                    <a:pt x="685" y="247"/>
                  </a:lnTo>
                  <a:lnTo>
                    <a:pt x="700" y="247"/>
                  </a:lnTo>
                  <a:lnTo>
                    <a:pt x="715" y="249"/>
                  </a:lnTo>
                  <a:lnTo>
                    <a:pt x="732" y="249"/>
                  </a:lnTo>
                  <a:lnTo>
                    <a:pt x="747" y="249"/>
                  </a:lnTo>
                  <a:lnTo>
                    <a:pt x="763" y="249"/>
                  </a:lnTo>
                  <a:lnTo>
                    <a:pt x="764" y="250"/>
                  </a:lnTo>
                  <a:lnTo>
                    <a:pt x="764" y="252"/>
                  </a:lnTo>
                  <a:lnTo>
                    <a:pt x="764" y="253"/>
                  </a:lnTo>
                  <a:lnTo>
                    <a:pt x="763" y="255"/>
                  </a:lnTo>
                  <a:lnTo>
                    <a:pt x="736" y="258"/>
                  </a:lnTo>
                  <a:lnTo>
                    <a:pt x="709" y="259"/>
                  </a:lnTo>
                  <a:lnTo>
                    <a:pt x="681" y="261"/>
                  </a:lnTo>
                  <a:lnTo>
                    <a:pt x="655" y="262"/>
                  </a:lnTo>
                  <a:lnTo>
                    <a:pt x="627" y="264"/>
                  </a:lnTo>
                  <a:lnTo>
                    <a:pt x="600" y="264"/>
                  </a:lnTo>
                  <a:lnTo>
                    <a:pt x="573" y="265"/>
                  </a:lnTo>
                  <a:lnTo>
                    <a:pt x="546" y="265"/>
                  </a:lnTo>
                  <a:lnTo>
                    <a:pt x="519" y="265"/>
                  </a:lnTo>
                  <a:lnTo>
                    <a:pt x="491" y="265"/>
                  </a:lnTo>
                  <a:lnTo>
                    <a:pt x="465" y="267"/>
                  </a:lnTo>
                  <a:lnTo>
                    <a:pt x="439" y="267"/>
                  </a:lnTo>
                  <a:lnTo>
                    <a:pt x="411" y="267"/>
                  </a:lnTo>
                  <a:lnTo>
                    <a:pt x="385" y="267"/>
                  </a:lnTo>
                  <a:lnTo>
                    <a:pt x="358" y="267"/>
                  </a:lnTo>
                  <a:lnTo>
                    <a:pt x="332" y="267"/>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4" name="Google Shape;884;p25"/>
            <p:cNvSpPr/>
            <p:nvPr/>
          </p:nvSpPr>
          <p:spPr>
            <a:xfrm>
              <a:off x="3536" y="3399"/>
              <a:ext cx="185" cy="92"/>
            </a:xfrm>
            <a:custGeom>
              <a:rect b="b" l="l" r="r" t="t"/>
              <a:pathLst>
                <a:path extrusionOk="0" h="92" w="185">
                  <a:moveTo>
                    <a:pt x="148" y="92"/>
                  </a:moveTo>
                  <a:lnTo>
                    <a:pt x="143" y="90"/>
                  </a:lnTo>
                  <a:lnTo>
                    <a:pt x="130" y="90"/>
                  </a:lnTo>
                  <a:lnTo>
                    <a:pt x="114" y="89"/>
                  </a:lnTo>
                  <a:lnTo>
                    <a:pt x="94" y="89"/>
                  </a:lnTo>
                  <a:lnTo>
                    <a:pt x="71" y="87"/>
                  </a:lnTo>
                  <a:lnTo>
                    <a:pt x="47" y="87"/>
                  </a:lnTo>
                  <a:lnTo>
                    <a:pt x="24" y="86"/>
                  </a:lnTo>
                  <a:lnTo>
                    <a:pt x="2" y="84"/>
                  </a:lnTo>
                  <a:lnTo>
                    <a:pt x="1" y="81"/>
                  </a:lnTo>
                  <a:lnTo>
                    <a:pt x="1" y="78"/>
                  </a:lnTo>
                  <a:lnTo>
                    <a:pt x="0" y="77"/>
                  </a:lnTo>
                  <a:lnTo>
                    <a:pt x="0" y="74"/>
                  </a:lnTo>
                  <a:lnTo>
                    <a:pt x="8" y="72"/>
                  </a:lnTo>
                  <a:lnTo>
                    <a:pt x="19" y="72"/>
                  </a:lnTo>
                  <a:lnTo>
                    <a:pt x="27" y="70"/>
                  </a:lnTo>
                  <a:lnTo>
                    <a:pt x="36" y="69"/>
                  </a:lnTo>
                  <a:lnTo>
                    <a:pt x="45" y="67"/>
                  </a:lnTo>
                  <a:lnTo>
                    <a:pt x="54" y="67"/>
                  </a:lnTo>
                  <a:lnTo>
                    <a:pt x="64" y="66"/>
                  </a:lnTo>
                  <a:lnTo>
                    <a:pt x="73" y="66"/>
                  </a:lnTo>
                  <a:lnTo>
                    <a:pt x="61" y="64"/>
                  </a:lnTo>
                  <a:lnTo>
                    <a:pt x="51" y="63"/>
                  </a:lnTo>
                  <a:lnTo>
                    <a:pt x="44" y="63"/>
                  </a:lnTo>
                  <a:lnTo>
                    <a:pt x="37" y="61"/>
                  </a:lnTo>
                  <a:lnTo>
                    <a:pt x="30" y="61"/>
                  </a:lnTo>
                  <a:lnTo>
                    <a:pt x="22" y="61"/>
                  </a:lnTo>
                  <a:lnTo>
                    <a:pt x="13" y="63"/>
                  </a:lnTo>
                  <a:lnTo>
                    <a:pt x="1" y="63"/>
                  </a:lnTo>
                  <a:lnTo>
                    <a:pt x="1" y="60"/>
                  </a:lnTo>
                  <a:lnTo>
                    <a:pt x="1" y="57"/>
                  </a:lnTo>
                  <a:lnTo>
                    <a:pt x="0" y="54"/>
                  </a:lnTo>
                  <a:lnTo>
                    <a:pt x="0" y="51"/>
                  </a:lnTo>
                  <a:lnTo>
                    <a:pt x="7" y="49"/>
                  </a:lnTo>
                  <a:lnTo>
                    <a:pt x="13" y="48"/>
                  </a:lnTo>
                  <a:lnTo>
                    <a:pt x="22" y="48"/>
                  </a:lnTo>
                  <a:lnTo>
                    <a:pt x="32" y="46"/>
                  </a:lnTo>
                  <a:lnTo>
                    <a:pt x="49" y="45"/>
                  </a:lnTo>
                  <a:lnTo>
                    <a:pt x="70" y="45"/>
                  </a:lnTo>
                  <a:lnTo>
                    <a:pt x="99" y="43"/>
                  </a:lnTo>
                  <a:lnTo>
                    <a:pt x="137" y="41"/>
                  </a:lnTo>
                  <a:lnTo>
                    <a:pt x="119" y="40"/>
                  </a:lnTo>
                  <a:lnTo>
                    <a:pt x="100" y="40"/>
                  </a:lnTo>
                  <a:lnTo>
                    <a:pt x="83" y="38"/>
                  </a:lnTo>
                  <a:lnTo>
                    <a:pt x="66" y="37"/>
                  </a:lnTo>
                  <a:lnTo>
                    <a:pt x="49" y="37"/>
                  </a:lnTo>
                  <a:lnTo>
                    <a:pt x="32" y="35"/>
                  </a:lnTo>
                  <a:lnTo>
                    <a:pt x="16" y="35"/>
                  </a:lnTo>
                  <a:lnTo>
                    <a:pt x="0" y="35"/>
                  </a:lnTo>
                  <a:lnTo>
                    <a:pt x="0" y="32"/>
                  </a:lnTo>
                  <a:lnTo>
                    <a:pt x="1" y="31"/>
                  </a:lnTo>
                  <a:lnTo>
                    <a:pt x="1" y="28"/>
                  </a:lnTo>
                  <a:lnTo>
                    <a:pt x="2" y="26"/>
                  </a:lnTo>
                  <a:lnTo>
                    <a:pt x="10" y="25"/>
                  </a:lnTo>
                  <a:lnTo>
                    <a:pt x="16" y="23"/>
                  </a:lnTo>
                  <a:lnTo>
                    <a:pt x="22" y="23"/>
                  </a:lnTo>
                  <a:lnTo>
                    <a:pt x="30" y="22"/>
                  </a:lnTo>
                  <a:lnTo>
                    <a:pt x="36" y="20"/>
                  </a:lnTo>
                  <a:lnTo>
                    <a:pt x="42" y="19"/>
                  </a:lnTo>
                  <a:lnTo>
                    <a:pt x="49" y="19"/>
                  </a:lnTo>
                  <a:lnTo>
                    <a:pt x="56" y="17"/>
                  </a:lnTo>
                  <a:lnTo>
                    <a:pt x="49" y="14"/>
                  </a:lnTo>
                  <a:lnTo>
                    <a:pt x="42" y="12"/>
                  </a:lnTo>
                  <a:lnTo>
                    <a:pt x="35" y="12"/>
                  </a:lnTo>
                  <a:lnTo>
                    <a:pt x="27" y="12"/>
                  </a:lnTo>
                  <a:lnTo>
                    <a:pt x="20" y="12"/>
                  </a:lnTo>
                  <a:lnTo>
                    <a:pt x="13" y="12"/>
                  </a:lnTo>
                  <a:lnTo>
                    <a:pt x="6" y="12"/>
                  </a:lnTo>
                  <a:lnTo>
                    <a:pt x="0" y="12"/>
                  </a:lnTo>
                  <a:lnTo>
                    <a:pt x="0" y="9"/>
                  </a:lnTo>
                  <a:lnTo>
                    <a:pt x="0" y="8"/>
                  </a:lnTo>
                  <a:lnTo>
                    <a:pt x="0" y="5"/>
                  </a:lnTo>
                  <a:lnTo>
                    <a:pt x="0" y="3"/>
                  </a:lnTo>
                  <a:lnTo>
                    <a:pt x="22" y="3"/>
                  </a:lnTo>
                  <a:lnTo>
                    <a:pt x="46" y="2"/>
                  </a:lnTo>
                  <a:lnTo>
                    <a:pt x="69" y="2"/>
                  </a:lnTo>
                  <a:lnTo>
                    <a:pt x="93" y="2"/>
                  </a:lnTo>
                  <a:lnTo>
                    <a:pt x="115" y="0"/>
                  </a:lnTo>
                  <a:lnTo>
                    <a:pt x="138" y="0"/>
                  </a:lnTo>
                  <a:lnTo>
                    <a:pt x="162" y="0"/>
                  </a:lnTo>
                  <a:lnTo>
                    <a:pt x="185" y="0"/>
                  </a:lnTo>
                  <a:lnTo>
                    <a:pt x="180" y="23"/>
                  </a:lnTo>
                  <a:lnTo>
                    <a:pt x="175" y="45"/>
                  </a:lnTo>
                  <a:lnTo>
                    <a:pt x="167" y="66"/>
                  </a:lnTo>
                  <a:lnTo>
                    <a:pt x="158" y="89"/>
                  </a:lnTo>
                  <a:lnTo>
                    <a:pt x="156" y="90"/>
                  </a:lnTo>
                  <a:lnTo>
                    <a:pt x="152" y="90"/>
                  </a:lnTo>
                  <a:lnTo>
                    <a:pt x="149" y="90"/>
                  </a:lnTo>
                  <a:lnTo>
                    <a:pt x="148" y="92"/>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5" name="Google Shape;885;p25"/>
            <p:cNvSpPr/>
            <p:nvPr/>
          </p:nvSpPr>
          <p:spPr>
            <a:xfrm>
              <a:off x="3719" y="3355"/>
              <a:ext cx="265" cy="124"/>
            </a:xfrm>
            <a:custGeom>
              <a:rect b="b" l="l" r="r" t="t"/>
              <a:pathLst>
                <a:path extrusionOk="0" h="124" w="265">
                  <a:moveTo>
                    <a:pt x="0" y="124"/>
                  </a:moveTo>
                  <a:lnTo>
                    <a:pt x="4" y="93"/>
                  </a:lnTo>
                  <a:lnTo>
                    <a:pt x="13" y="59"/>
                  </a:lnTo>
                  <a:lnTo>
                    <a:pt x="24" y="27"/>
                  </a:lnTo>
                  <a:lnTo>
                    <a:pt x="33" y="0"/>
                  </a:lnTo>
                  <a:lnTo>
                    <a:pt x="46" y="8"/>
                  </a:lnTo>
                  <a:lnTo>
                    <a:pt x="58" y="17"/>
                  </a:lnTo>
                  <a:lnTo>
                    <a:pt x="71" y="27"/>
                  </a:lnTo>
                  <a:lnTo>
                    <a:pt x="85" y="37"/>
                  </a:lnTo>
                  <a:lnTo>
                    <a:pt x="97" y="47"/>
                  </a:lnTo>
                  <a:lnTo>
                    <a:pt x="112" y="56"/>
                  </a:lnTo>
                  <a:lnTo>
                    <a:pt x="127" y="66"/>
                  </a:lnTo>
                  <a:lnTo>
                    <a:pt x="144" y="75"/>
                  </a:lnTo>
                  <a:lnTo>
                    <a:pt x="165" y="72"/>
                  </a:lnTo>
                  <a:lnTo>
                    <a:pt x="181" y="70"/>
                  </a:lnTo>
                  <a:lnTo>
                    <a:pt x="195" y="69"/>
                  </a:lnTo>
                  <a:lnTo>
                    <a:pt x="207" y="70"/>
                  </a:lnTo>
                  <a:lnTo>
                    <a:pt x="217" y="73"/>
                  </a:lnTo>
                  <a:lnTo>
                    <a:pt x="229" y="81"/>
                  </a:lnTo>
                  <a:lnTo>
                    <a:pt x="244" y="92"/>
                  </a:lnTo>
                  <a:lnTo>
                    <a:pt x="265" y="108"/>
                  </a:lnTo>
                  <a:lnTo>
                    <a:pt x="261" y="111"/>
                  </a:lnTo>
                  <a:lnTo>
                    <a:pt x="252" y="113"/>
                  </a:lnTo>
                  <a:lnTo>
                    <a:pt x="239" y="116"/>
                  </a:lnTo>
                  <a:lnTo>
                    <a:pt x="223" y="118"/>
                  </a:lnTo>
                  <a:lnTo>
                    <a:pt x="204" y="119"/>
                  </a:lnTo>
                  <a:lnTo>
                    <a:pt x="184" y="121"/>
                  </a:lnTo>
                  <a:lnTo>
                    <a:pt x="163" y="121"/>
                  </a:lnTo>
                  <a:lnTo>
                    <a:pt x="140" y="122"/>
                  </a:lnTo>
                  <a:lnTo>
                    <a:pt x="116" y="122"/>
                  </a:lnTo>
                  <a:lnTo>
                    <a:pt x="93" y="122"/>
                  </a:lnTo>
                  <a:lnTo>
                    <a:pt x="72" y="124"/>
                  </a:lnTo>
                  <a:lnTo>
                    <a:pt x="52" y="124"/>
                  </a:lnTo>
                  <a:lnTo>
                    <a:pt x="34" y="124"/>
                  </a:lnTo>
                  <a:lnTo>
                    <a:pt x="19" y="124"/>
                  </a:lnTo>
                  <a:lnTo>
                    <a:pt x="8" y="124"/>
                  </a:lnTo>
                  <a:lnTo>
                    <a:pt x="0" y="124"/>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6" name="Google Shape;886;p25"/>
            <p:cNvSpPr/>
            <p:nvPr/>
          </p:nvSpPr>
          <p:spPr>
            <a:xfrm>
              <a:off x="4535" y="3477"/>
              <a:ext cx="11" cy="1"/>
            </a:xfrm>
            <a:custGeom>
              <a:rect b="b" l="l" r="r" t="t"/>
              <a:pathLst>
                <a:path extrusionOk="0" h="1" w="11">
                  <a:moveTo>
                    <a:pt x="0" y="0"/>
                  </a:moveTo>
                  <a:lnTo>
                    <a:pt x="2" y="0"/>
                  </a:lnTo>
                  <a:lnTo>
                    <a:pt x="6" y="0"/>
                  </a:lnTo>
                  <a:lnTo>
                    <a:pt x="8" y="0"/>
                  </a:lnTo>
                  <a:lnTo>
                    <a:pt x="11" y="0"/>
                  </a:lnTo>
                  <a:lnTo>
                    <a:pt x="8" y="0"/>
                  </a:lnTo>
                  <a:lnTo>
                    <a:pt x="6" y="0"/>
                  </a:lnTo>
                  <a:lnTo>
                    <a:pt x="2"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7" name="Google Shape;887;p25"/>
            <p:cNvSpPr/>
            <p:nvPr/>
          </p:nvSpPr>
          <p:spPr>
            <a:xfrm>
              <a:off x="4264" y="3329"/>
              <a:ext cx="211" cy="145"/>
            </a:xfrm>
            <a:custGeom>
              <a:rect b="b" l="l" r="r" t="t"/>
              <a:pathLst>
                <a:path extrusionOk="0" h="145" w="211">
                  <a:moveTo>
                    <a:pt x="161" y="145"/>
                  </a:moveTo>
                  <a:lnTo>
                    <a:pt x="141" y="144"/>
                  </a:lnTo>
                  <a:lnTo>
                    <a:pt x="121" y="144"/>
                  </a:lnTo>
                  <a:lnTo>
                    <a:pt x="101" y="142"/>
                  </a:lnTo>
                  <a:lnTo>
                    <a:pt x="81" y="142"/>
                  </a:lnTo>
                  <a:lnTo>
                    <a:pt x="60" y="140"/>
                  </a:lnTo>
                  <a:lnTo>
                    <a:pt x="40" y="140"/>
                  </a:lnTo>
                  <a:lnTo>
                    <a:pt x="20" y="139"/>
                  </a:lnTo>
                  <a:lnTo>
                    <a:pt x="0" y="139"/>
                  </a:lnTo>
                  <a:lnTo>
                    <a:pt x="11" y="115"/>
                  </a:lnTo>
                  <a:lnTo>
                    <a:pt x="23" y="96"/>
                  </a:lnTo>
                  <a:lnTo>
                    <a:pt x="33" y="82"/>
                  </a:lnTo>
                  <a:lnTo>
                    <a:pt x="44" y="75"/>
                  </a:lnTo>
                  <a:lnTo>
                    <a:pt x="55" y="69"/>
                  </a:lnTo>
                  <a:lnTo>
                    <a:pt x="72" y="67"/>
                  </a:lnTo>
                  <a:lnTo>
                    <a:pt x="89" y="66"/>
                  </a:lnTo>
                  <a:lnTo>
                    <a:pt x="113" y="66"/>
                  </a:lnTo>
                  <a:lnTo>
                    <a:pt x="123" y="56"/>
                  </a:lnTo>
                  <a:lnTo>
                    <a:pt x="132" y="47"/>
                  </a:lnTo>
                  <a:lnTo>
                    <a:pt x="142" y="40"/>
                  </a:lnTo>
                  <a:lnTo>
                    <a:pt x="151" y="31"/>
                  </a:lnTo>
                  <a:lnTo>
                    <a:pt x="161" y="21"/>
                  </a:lnTo>
                  <a:lnTo>
                    <a:pt x="171" y="14"/>
                  </a:lnTo>
                  <a:lnTo>
                    <a:pt x="182" y="6"/>
                  </a:lnTo>
                  <a:lnTo>
                    <a:pt x="193" y="0"/>
                  </a:lnTo>
                  <a:lnTo>
                    <a:pt x="191" y="9"/>
                  </a:lnTo>
                  <a:lnTo>
                    <a:pt x="191" y="17"/>
                  </a:lnTo>
                  <a:lnTo>
                    <a:pt x="191" y="26"/>
                  </a:lnTo>
                  <a:lnTo>
                    <a:pt x="191" y="35"/>
                  </a:lnTo>
                  <a:lnTo>
                    <a:pt x="199" y="52"/>
                  </a:lnTo>
                  <a:lnTo>
                    <a:pt x="205" y="81"/>
                  </a:lnTo>
                  <a:lnTo>
                    <a:pt x="209" y="111"/>
                  </a:lnTo>
                  <a:lnTo>
                    <a:pt x="211" y="136"/>
                  </a:lnTo>
                  <a:lnTo>
                    <a:pt x="208" y="139"/>
                  </a:lnTo>
                  <a:lnTo>
                    <a:pt x="201" y="140"/>
                  </a:lnTo>
                  <a:lnTo>
                    <a:pt x="194" y="142"/>
                  </a:lnTo>
                  <a:lnTo>
                    <a:pt x="186" y="142"/>
                  </a:lnTo>
                  <a:lnTo>
                    <a:pt x="179" y="144"/>
                  </a:lnTo>
                  <a:lnTo>
                    <a:pt x="171" y="144"/>
                  </a:lnTo>
                  <a:lnTo>
                    <a:pt x="165" y="145"/>
                  </a:lnTo>
                  <a:lnTo>
                    <a:pt x="161" y="145"/>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8" name="Google Shape;888;p25"/>
            <p:cNvSpPr/>
            <p:nvPr/>
          </p:nvSpPr>
          <p:spPr>
            <a:xfrm>
              <a:off x="3987" y="3057"/>
              <a:ext cx="264" cy="400"/>
            </a:xfrm>
            <a:custGeom>
              <a:rect b="b" l="l" r="r" t="t"/>
              <a:pathLst>
                <a:path extrusionOk="0" h="400" w="264">
                  <a:moveTo>
                    <a:pt x="142" y="399"/>
                  </a:moveTo>
                  <a:lnTo>
                    <a:pt x="130" y="399"/>
                  </a:lnTo>
                  <a:lnTo>
                    <a:pt x="114" y="399"/>
                  </a:lnTo>
                  <a:lnTo>
                    <a:pt x="93" y="400"/>
                  </a:lnTo>
                  <a:lnTo>
                    <a:pt x="73" y="400"/>
                  </a:lnTo>
                  <a:lnTo>
                    <a:pt x="52" y="399"/>
                  </a:lnTo>
                  <a:lnTo>
                    <a:pt x="34" y="399"/>
                  </a:lnTo>
                  <a:lnTo>
                    <a:pt x="20" y="396"/>
                  </a:lnTo>
                  <a:lnTo>
                    <a:pt x="12" y="393"/>
                  </a:lnTo>
                  <a:lnTo>
                    <a:pt x="3" y="296"/>
                  </a:lnTo>
                  <a:lnTo>
                    <a:pt x="0" y="200"/>
                  </a:lnTo>
                  <a:lnTo>
                    <a:pt x="0" y="105"/>
                  </a:lnTo>
                  <a:lnTo>
                    <a:pt x="2" y="11"/>
                  </a:lnTo>
                  <a:lnTo>
                    <a:pt x="3" y="9"/>
                  </a:lnTo>
                  <a:lnTo>
                    <a:pt x="3" y="8"/>
                  </a:lnTo>
                  <a:lnTo>
                    <a:pt x="4" y="6"/>
                  </a:lnTo>
                  <a:lnTo>
                    <a:pt x="4" y="5"/>
                  </a:lnTo>
                  <a:lnTo>
                    <a:pt x="19" y="5"/>
                  </a:lnTo>
                  <a:lnTo>
                    <a:pt x="36" y="3"/>
                  </a:lnTo>
                  <a:lnTo>
                    <a:pt x="52" y="3"/>
                  </a:lnTo>
                  <a:lnTo>
                    <a:pt x="68" y="3"/>
                  </a:lnTo>
                  <a:lnTo>
                    <a:pt x="85" y="2"/>
                  </a:lnTo>
                  <a:lnTo>
                    <a:pt x="101" y="2"/>
                  </a:lnTo>
                  <a:lnTo>
                    <a:pt x="119" y="0"/>
                  </a:lnTo>
                  <a:lnTo>
                    <a:pt x="135" y="0"/>
                  </a:lnTo>
                  <a:lnTo>
                    <a:pt x="151" y="0"/>
                  </a:lnTo>
                  <a:lnTo>
                    <a:pt x="168" y="0"/>
                  </a:lnTo>
                  <a:lnTo>
                    <a:pt x="184" y="0"/>
                  </a:lnTo>
                  <a:lnTo>
                    <a:pt x="202" y="2"/>
                  </a:lnTo>
                  <a:lnTo>
                    <a:pt x="217" y="2"/>
                  </a:lnTo>
                  <a:lnTo>
                    <a:pt x="233" y="3"/>
                  </a:lnTo>
                  <a:lnTo>
                    <a:pt x="249" y="5"/>
                  </a:lnTo>
                  <a:lnTo>
                    <a:pt x="264" y="8"/>
                  </a:lnTo>
                  <a:lnTo>
                    <a:pt x="264" y="102"/>
                  </a:lnTo>
                  <a:lnTo>
                    <a:pt x="261" y="202"/>
                  </a:lnTo>
                  <a:lnTo>
                    <a:pt x="258" y="299"/>
                  </a:lnTo>
                  <a:lnTo>
                    <a:pt x="263" y="396"/>
                  </a:lnTo>
                  <a:lnTo>
                    <a:pt x="258" y="397"/>
                  </a:lnTo>
                  <a:lnTo>
                    <a:pt x="253" y="397"/>
                  </a:lnTo>
                  <a:lnTo>
                    <a:pt x="247" y="399"/>
                  </a:lnTo>
                  <a:lnTo>
                    <a:pt x="237" y="399"/>
                  </a:lnTo>
                  <a:lnTo>
                    <a:pt x="223" y="399"/>
                  </a:lnTo>
                  <a:lnTo>
                    <a:pt x="204" y="399"/>
                  </a:lnTo>
                  <a:lnTo>
                    <a:pt x="178" y="399"/>
                  </a:lnTo>
                  <a:lnTo>
                    <a:pt x="142" y="399"/>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89" name="Google Shape;889;p25"/>
            <p:cNvSpPr/>
            <p:nvPr/>
          </p:nvSpPr>
          <p:spPr>
            <a:xfrm>
              <a:off x="4480" y="3366"/>
              <a:ext cx="89" cy="91"/>
            </a:xfrm>
            <a:custGeom>
              <a:rect b="b" l="l" r="r" t="t"/>
              <a:pathLst>
                <a:path extrusionOk="0" h="91" w="89">
                  <a:moveTo>
                    <a:pt x="14" y="91"/>
                  </a:moveTo>
                  <a:lnTo>
                    <a:pt x="11" y="70"/>
                  </a:lnTo>
                  <a:lnTo>
                    <a:pt x="7" y="47"/>
                  </a:lnTo>
                  <a:lnTo>
                    <a:pt x="3" y="26"/>
                  </a:lnTo>
                  <a:lnTo>
                    <a:pt x="0" y="3"/>
                  </a:lnTo>
                  <a:lnTo>
                    <a:pt x="24" y="1"/>
                  </a:lnTo>
                  <a:lnTo>
                    <a:pt x="43" y="1"/>
                  </a:lnTo>
                  <a:lnTo>
                    <a:pt x="57" y="1"/>
                  </a:lnTo>
                  <a:lnTo>
                    <a:pt x="66" y="0"/>
                  </a:lnTo>
                  <a:lnTo>
                    <a:pt x="72" y="0"/>
                  </a:lnTo>
                  <a:lnTo>
                    <a:pt x="75" y="0"/>
                  </a:lnTo>
                  <a:lnTo>
                    <a:pt x="77" y="1"/>
                  </a:lnTo>
                  <a:lnTo>
                    <a:pt x="78" y="1"/>
                  </a:lnTo>
                  <a:lnTo>
                    <a:pt x="75" y="3"/>
                  </a:lnTo>
                  <a:lnTo>
                    <a:pt x="68" y="6"/>
                  </a:lnTo>
                  <a:lnTo>
                    <a:pt x="62" y="9"/>
                  </a:lnTo>
                  <a:lnTo>
                    <a:pt x="53" y="10"/>
                  </a:lnTo>
                  <a:lnTo>
                    <a:pt x="46" y="13"/>
                  </a:lnTo>
                  <a:lnTo>
                    <a:pt x="39" y="16"/>
                  </a:lnTo>
                  <a:lnTo>
                    <a:pt x="34" y="18"/>
                  </a:lnTo>
                  <a:lnTo>
                    <a:pt x="32" y="19"/>
                  </a:lnTo>
                  <a:lnTo>
                    <a:pt x="38" y="19"/>
                  </a:lnTo>
                  <a:lnTo>
                    <a:pt x="43" y="21"/>
                  </a:lnTo>
                  <a:lnTo>
                    <a:pt x="48" y="21"/>
                  </a:lnTo>
                  <a:lnTo>
                    <a:pt x="53" y="21"/>
                  </a:lnTo>
                  <a:lnTo>
                    <a:pt x="58" y="19"/>
                  </a:lnTo>
                  <a:lnTo>
                    <a:pt x="66" y="19"/>
                  </a:lnTo>
                  <a:lnTo>
                    <a:pt x="75" y="19"/>
                  </a:lnTo>
                  <a:lnTo>
                    <a:pt x="86" y="18"/>
                  </a:lnTo>
                  <a:lnTo>
                    <a:pt x="86" y="21"/>
                  </a:lnTo>
                  <a:lnTo>
                    <a:pt x="86" y="24"/>
                  </a:lnTo>
                  <a:lnTo>
                    <a:pt x="85" y="29"/>
                  </a:lnTo>
                  <a:lnTo>
                    <a:pt x="85" y="32"/>
                  </a:lnTo>
                  <a:lnTo>
                    <a:pt x="80" y="33"/>
                  </a:lnTo>
                  <a:lnTo>
                    <a:pt x="73" y="33"/>
                  </a:lnTo>
                  <a:lnTo>
                    <a:pt x="68" y="35"/>
                  </a:lnTo>
                  <a:lnTo>
                    <a:pt x="63" y="36"/>
                  </a:lnTo>
                  <a:lnTo>
                    <a:pt x="58" y="38"/>
                  </a:lnTo>
                  <a:lnTo>
                    <a:pt x="53" y="38"/>
                  </a:lnTo>
                  <a:lnTo>
                    <a:pt x="48" y="39"/>
                  </a:lnTo>
                  <a:lnTo>
                    <a:pt x="43" y="39"/>
                  </a:lnTo>
                  <a:lnTo>
                    <a:pt x="42" y="41"/>
                  </a:lnTo>
                  <a:lnTo>
                    <a:pt x="42" y="42"/>
                  </a:lnTo>
                  <a:lnTo>
                    <a:pt x="42" y="45"/>
                  </a:lnTo>
                  <a:lnTo>
                    <a:pt x="41" y="47"/>
                  </a:lnTo>
                  <a:lnTo>
                    <a:pt x="47" y="47"/>
                  </a:lnTo>
                  <a:lnTo>
                    <a:pt x="53" y="47"/>
                  </a:lnTo>
                  <a:lnTo>
                    <a:pt x="58" y="47"/>
                  </a:lnTo>
                  <a:lnTo>
                    <a:pt x="65" y="45"/>
                  </a:lnTo>
                  <a:lnTo>
                    <a:pt x="71" y="45"/>
                  </a:lnTo>
                  <a:lnTo>
                    <a:pt x="76" y="45"/>
                  </a:lnTo>
                  <a:lnTo>
                    <a:pt x="82" y="45"/>
                  </a:lnTo>
                  <a:lnTo>
                    <a:pt x="89" y="45"/>
                  </a:lnTo>
                  <a:lnTo>
                    <a:pt x="89" y="48"/>
                  </a:lnTo>
                  <a:lnTo>
                    <a:pt x="89" y="53"/>
                  </a:lnTo>
                  <a:lnTo>
                    <a:pt x="87" y="56"/>
                  </a:lnTo>
                  <a:lnTo>
                    <a:pt x="87" y="61"/>
                  </a:lnTo>
                  <a:lnTo>
                    <a:pt x="85" y="62"/>
                  </a:lnTo>
                  <a:lnTo>
                    <a:pt x="80" y="64"/>
                  </a:lnTo>
                  <a:lnTo>
                    <a:pt x="73" y="65"/>
                  </a:lnTo>
                  <a:lnTo>
                    <a:pt x="66" y="67"/>
                  </a:lnTo>
                  <a:lnTo>
                    <a:pt x="60" y="68"/>
                  </a:lnTo>
                  <a:lnTo>
                    <a:pt x="53" y="71"/>
                  </a:lnTo>
                  <a:lnTo>
                    <a:pt x="48" y="73"/>
                  </a:lnTo>
                  <a:lnTo>
                    <a:pt x="44" y="74"/>
                  </a:lnTo>
                  <a:lnTo>
                    <a:pt x="47" y="76"/>
                  </a:lnTo>
                  <a:lnTo>
                    <a:pt x="52" y="78"/>
                  </a:lnTo>
                  <a:lnTo>
                    <a:pt x="57" y="78"/>
                  </a:lnTo>
                  <a:lnTo>
                    <a:pt x="63" y="78"/>
                  </a:lnTo>
                  <a:lnTo>
                    <a:pt x="71" y="78"/>
                  </a:lnTo>
                  <a:lnTo>
                    <a:pt x="77" y="78"/>
                  </a:lnTo>
                  <a:lnTo>
                    <a:pt x="83" y="78"/>
                  </a:lnTo>
                  <a:lnTo>
                    <a:pt x="89" y="78"/>
                  </a:lnTo>
                  <a:lnTo>
                    <a:pt x="83" y="81"/>
                  </a:lnTo>
                  <a:lnTo>
                    <a:pt x="75" y="84"/>
                  </a:lnTo>
                  <a:lnTo>
                    <a:pt x="63" y="87"/>
                  </a:lnTo>
                  <a:lnTo>
                    <a:pt x="52" y="88"/>
                  </a:lnTo>
                  <a:lnTo>
                    <a:pt x="39" y="90"/>
                  </a:lnTo>
                  <a:lnTo>
                    <a:pt x="28" y="90"/>
                  </a:lnTo>
                  <a:lnTo>
                    <a:pt x="19" y="91"/>
                  </a:lnTo>
                  <a:lnTo>
                    <a:pt x="14" y="91"/>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0" name="Google Shape;890;p25"/>
            <p:cNvSpPr/>
            <p:nvPr/>
          </p:nvSpPr>
          <p:spPr>
            <a:xfrm>
              <a:off x="3919" y="3002"/>
              <a:ext cx="61" cy="431"/>
            </a:xfrm>
            <a:custGeom>
              <a:rect b="b" l="l" r="r" t="t"/>
              <a:pathLst>
                <a:path extrusionOk="0" h="431" w="61">
                  <a:moveTo>
                    <a:pt x="56" y="431"/>
                  </a:moveTo>
                  <a:lnTo>
                    <a:pt x="43" y="423"/>
                  </a:lnTo>
                  <a:lnTo>
                    <a:pt x="32" y="414"/>
                  </a:lnTo>
                  <a:lnTo>
                    <a:pt x="26" y="402"/>
                  </a:lnTo>
                  <a:lnTo>
                    <a:pt x="27" y="385"/>
                  </a:lnTo>
                  <a:lnTo>
                    <a:pt x="28" y="385"/>
                  </a:lnTo>
                  <a:lnTo>
                    <a:pt x="31" y="385"/>
                  </a:lnTo>
                  <a:lnTo>
                    <a:pt x="32" y="385"/>
                  </a:lnTo>
                  <a:lnTo>
                    <a:pt x="33" y="385"/>
                  </a:lnTo>
                  <a:lnTo>
                    <a:pt x="31" y="371"/>
                  </a:lnTo>
                  <a:lnTo>
                    <a:pt x="24" y="364"/>
                  </a:lnTo>
                  <a:lnTo>
                    <a:pt x="18" y="356"/>
                  </a:lnTo>
                  <a:lnTo>
                    <a:pt x="17" y="344"/>
                  </a:lnTo>
                  <a:lnTo>
                    <a:pt x="19" y="347"/>
                  </a:lnTo>
                  <a:lnTo>
                    <a:pt x="24" y="350"/>
                  </a:lnTo>
                  <a:lnTo>
                    <a:pt x="29" y="353"/>
                  </a:lnTo>
                  <a:lnTo>
                    <a:pt x="36" y="353"/>
                  </a:lnTo>
                  <a:lnTo>
                    <a:pt x="34" y="350"/>
                  </a:lnTo>
                  <a:lnTo>
                    <a:pt x="34" y="345"/>
                  </a:lnTo>
                  <a:lnTo>
                    <a:pt x="33" y="341"/>
                  </a:lnTo>
                  <a:lnTo>
                    <a:pt x="32" y="338"/>
                  </a:lnTo>
                  <a:lnTo>
                    <a:pt x="31" y="339"/>
                  </a:lnTo>
                  <a:lnTo>
                    <a:pt x="31" y="339"/>
                  </a:lnTo>
                  <a:lnTo>
                    <a:pt x="29" y="339"/>
                  </a:lnTo>
                  <a:lnTo>
                    <a:pt x="28" y="341"/>
                  </a:lnTo>
                  <a:lnTo>
                    <a:pt x="20" y="332"/>
                  </a:lnTo>
                  <a:lnTo>
                    <a:pt x="17" y="325"/>
                  </a:lnTo>
                  <a:lnTo>
                    <a:pt x="14" y="319"/>
                  </a:lnTo>
                  <a:lnTo>
                    <a:pt x="13" y="312"/>
                  </a:lnTo>
                  <a:lnTo>
                    <a:pt x="17" y="313"/>
                  </a:lnTo>
                  <a:lnTo>
                    <a:pt x="22" y="316"/>
                  </a:lnTo>
                  <a:lnTo>
                    <a:pt x="27" y="321"/>
                  </a:lnTo>
                  <a:lnTo>
                    <a:pt x="33" y="324"/>
                  </a:lnTo>
                  <a:lnTo>
                    <a:pt x="29" y="310"/>
                  </a:lnTo>
                  <a:lnTo>
                    <a:pt x="23" y="299"/>
                  </a:lnTo>
                  <a:lnTo>
                    <a:pt x="17" y="290"/>
                  </a:lnTo>
                  <a:lnTo>
                    <a:pt x="12" y="280"/>
                  </a:lnTo>
                  <a:lnTo>
                    <a:pt x="15" y="281"/>
                  </a:lnTo>
                  <a:lnTo>
                    <a:pt x="20" y="283"/>
                  </a:lnTo>
                  <a:lnTo>
                    <a:pt x="24" y="284"/>
                  </a:lnTo>
                  <a:lnTo>
                    <a:pt x="29" y="286"/>
                  </a:lnTo>
                  <a:lnTo>
                    <a:pt x="29" y="283"/>
                  </a:lnTo>
                  <a:lnTo>
                    <a:pt x="29" y="280"/>
                  </a:lnTo>
                  <a:lnTo>
                    <a:pt x="29" y="278"/>
                  </a:lnTo>
                  <a:lnTo>
                    <a:pt x="31" y="275"/>
                  </a:lnTo>
                  <a:lnTo>
                    <a:pt x="20" y="267"/>
                  </a:lnTo>
                  <a:lnTo>
                    <a:pt x="15" y="261"/>
                  </a:lnTo>
                  <a:lnTo>
                    <a:pt x="13" y="255"/>
                  </a:lnTo>
                  <a:lnTo>
                    <a:pt x="12" y="248"/>
                  </a:lnTo>
                  <a:lnTo>
                    <a:pt x="14" y="248"/>
                  </a:lnTo>
                  <a:lnTo>
                    <a:pt x="15" y="246"/>
                  </a:lnTo>
                  <a:lnTo>
                    <a:pt x="18" y="246"/>
                  </a:lnTo>
                  <a:lnTo>
                    <a:pt x="19" y="246"/>
                  </a:lnTo>
                  <a:lnTo>
                    <a:pt x="20" y="248"/>
                  </a:lnTo>
                  <a:lnTo>
                    <a:pt x="23" y="251"/>
                  </a:lnTo>
                  <a:lnTo>
                    <a:pt x="27" y="254"/>
                  </a:lnTo>
                  <a:lnTo>
                    <a:pt x="32" y="255"/>
                  </a:lnTo>
                  <a:lnTo>
                    <a:pt x="32" y="252"/>
                  </a:lnTo>
                  <a:lnTo>
                    <a:pt x="32" y="251"/>
                  </a:lnTo>
                  <a:lnTo>
                    <a:pt x="32" y="248"/>
                  </a:lnTo>
                  <a:lnTo>
                    <a:pt x="32" y="246"/>
                  </a:lnTo>
                  <a:lnTo>
                    <a:pt x="20" y="234"/>
                  </a:lnTo>
                  <a:lnTo>
                    <a:pt x="15" y="226"/>
                  </a:lnTo>
                  <a:lnTo>
                    <a:pt x="13" y="219"/>
                  </a:lnTo>
                  <a:lnTo>
                    <a:pt x="12" y="208"/>
                  </a:lnTo>
                  <a:lnTo>
                    <a:pt x="20" y="212"/>
                  </a:lnTo>
                  <a:lnTo>
                    <a:pt x="26" y="215"/>
                  </a:lnTo>
                  <a:lnTo>
                    <a:pt x="29" y="217"/>
                  </a:lnTo>
                  <a:lnTo>
                    <a:pt x="33" y="219"/>
                  </a:lnTo>
                  <a:lnTo>
                    <a:pt x="29" y="205"/>
                  </a:lnTo>
                  <a:lnTo>
                    <a:pt x="23" y="197"/>
                  </a:lnTo>
                  <a:lnTo>
                    <a:pt x="17" y="189"/>
                  </a:lnTo>
                  <a:lnTo>
                    <a:pt x="13" y="176"/>
                  </a:lnTo>
                  <a:lnTo>
                    <a:pt x="18" y="177"/>
                  </a:lnTo>
                  <a:lnTo>
                    <a:pt x="23" y="180"/>
                  </a:lnTo>
                  <a:lnTo>
                    <a:pt x="28" y="185"/>
                  </a:lnTo>
                  <a:lnTo>
                    <a:pt x="33" y="186"/>
                  </a:lnTo>
                  <a:lnTo>
                    <a:pt x="29" y="173"/>
                  </a:lnTo>
                  <a:lnTo>
                    <a:pt x="23" y="164"/>
                  </a:lnTo>
                  <a:lnTo>
                    <a:pt x="17" y="154"/>
                  </a:lnTo>
                  <a:lnTo>
                    <a:pt x="12" y="145"/>
                  </a:lnTo>
                  <a:lnTo>
                    <a:pt x="15" y="148"/>
                  </a:lnTo>
                  <a:lnTo>
                    <a:pt x="20" y="150"/>
                  </a:lnTo>
                  <a:lnTo>
                    <a:pt x="24" y="153"/>
                  </a:lnTo>
                  <a:lnTo>
                    <a:pt x="29" y="156"/>
                  </a:lnTo>
                  <a:lnTo>
                    <a:pt x="31" y="154"/>
                  </a:lnTo>
                  <a:lnTo>
                    <a:pt x="32" y="153"/>
                  </a:lnTo>
                  <a:lnTo>
                    <a:pt x="32" y="151"/>
                  </a:lnTo>
                  <a:lnTo>
                    <a:pt x="33" y="150"/>
                  </a:lnTo>
                  <a:lnTo>
                    <a:pt x="24" y="138"/>
                  </a:lnTo>
                  <a:lnTo>
                    <a:pt x="18" y="130"/>
                  </a:lnTo>
                  <a:lnTo>
                    <a:pt x="13" y="124"/>
                  </a:lnTo>
                  <a:lnTo>
                    <a:pt x="10" y="112"/>
                  </a:lnTo>
                  <a:lnTo>
                    <a:pt x="14" y="115"/>
                  </a:lnTo>
                  <a:lnTo>
                    <a:pt x="19" y="121"/>
                  </a:lnTo>
                  <a:lnTo>
                    <a:pt x="26" y="125"/>
                  </a:lnTo>
                  <a:lnTo>
                    <a:pt x="32" y="127"/>
                  </a:lnTo>
                  <a:lnTo>
                    <a:pt x="34" y="116"/>
                  </a:lnTo>
                  <a:lnTo>
                    <a:pt x="36" y="110"/>
                  </a:lnTo>
                  <a:lnTo>
                    <a:pt x="37" y="107"/>
                  </a:lnTo>
                  <a:lnTo>
                    <a:pt x="38" y="105"/>
                  </a:lnTo>
                  <a:lnTo>
                    <a:pt x="34" y="89"/>
                  </a:lnTo>
                  <a:lnTo>
                    <a:pt x="24" y="76"/>
                  </a:lnTo>
                  <a:lnTo>
                    <a:pt x="13" y="66"/>
                  </a:lnTo>
                  <a:lnTo>
                    <a:pt x="7" y="54"/>
                  </a:lnTo>
                  <a:lnTo>
                    <a:pt x="13" y="57"/>
                  </a:lnTo>
                  <a:lnTo>
                    <a:pt x="20" y="64"/>
                  </a:lnTo>
                  <a:lnTo>
                    <a:pt x="28" y="70"/>
                  </a:lnTo>
                  <a:lnTo>
                    <a:pt x="34" y="72"/>
                  </a:lnTo>
                  <a:lnTo>
                    <a:pt x="34" y="69"/>
                  </a:lnTo>
                  <a:lnTo>
                    <a:pt x="34" y="66"/>
                  </a:lnTo>
                  <a:lnTo>
                    <a:pt x="34" y="64"/>
                  </a:lnTo>
                  <a:lnTo>
                    <a:pt x="34" y="61"/>
                  </a:lnTo>
                  <a:lnTo>
                    <a:pt x="20" y="47"/>
                  </a:lnTo>
                  <a:lnTo>
                    <a:pt x="9" y="34"/>
                  </a:lnTo>
                  <a:lnTo>
                    <a:pt x="3" y="18"/>
                  </a:lnTo>
                  <a:lnTo>
                    <a:pt x="0" y="0"/>
                  </a:lnTo>
                  <a:lnTo>
                    <a:pt x="5" y="2"/>
                  </a:lnTo>
                  <a:lnTo>
                    <a:pt x="12" y="8"/>
                  </a:lnTo>
                  <a:lnTo>
                    <a:pt x="18" y="14"/>
                  </a:lnTo>
                  <a:lnTo>
                    <a:pt x="26" y="23"/>
                  </a:lnTo>
                  <a:lnTo>
                    <a:pt x="33" y="34"/>
                  </a:lnTo>
                  <a:lnTo>
                    <a:pt x="39" y="43"/>
                  </a:lnTo>
                  <a:lnTo>
                    <a:pt x="46" y="52"/>
                  </a:lnTo>
                  <a:lnTo>
                    <a:pt x="52" y="60"/>
                  </a:lnTo>
                  <a:lnTo>
                    <a:pt x="53" y="151"/>
                  </a:lnTo>
                  <a:lnTo>
                    <a:pt x="53" y="241"/>
                  </a:lnTo>
                  <a:lnTo>
                    <a:pt x="56" y="335"/>
                  </a:lnTo>
                  <a:lnTo>
                    <a:pt x="61" y="429"/>
                  </a:lnTo>
                  <a:lnTo>
                    <a:pt x="59" y="429"/>
                  </a:lnTo>
                  <a:lnTo>
                    <a:pt x="58" y="429"/>
                  </a:lnTo>
                  <a:lnTo>
                    <a:pt x="57" y="429"/>
                  </a:lnTo>
                  <a:lnTo>
                    <a:pt x="56" y="431"/>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1" name="Google Shape;891;p25"/>
            <p:cNvSpPr/>
            <p:nvPr/>
          </p:nvSpPr>
          <p:spPr>
            <a:xfrm>
              <a:off x="4264" y="3001"/>
              <a:ext cx="65" cy="426"/>
            </a:xfrm>
            <a:custGeom>
              <a:rect b="b" l="l" r="r" t="t"/>
              <a:pathLst>
                <a:path extrusionOk="0" h="426" w="65">
                  <a:moveTo>
                    <a:pt x="0" y="426"/>
                  </a:moveTo>
                  <a:lnTo>
                    <a:pt x="1" y="333"/>
                  </a:lnTo>
                  <a:lnTo>
                    <a:pt x="3" y="241"/>
                  </a:lnTo>
                  <a:lnTo>
                    <a:pt x="4" y="149"/>
                  </a:lnTo>
                  <a:lnTo>
                    <a:pt x="5" y="58"/>
                  </a:lnTo>
                  <a:lnTo>
                    <a:pt x="10" y="52"/>
                  </a:lnTo>
                  <a:lnTo>
                    <a:pt x="15" y="42"/>
                  </a:lnTo>
                  <a:lnTo>
                    <a:pt x="21" y="33"/>
                  </a:lnTo>
                  <a:lnTo>
                    <a:pt x="28" y="24"/>
                  </a:lnTo>
                  <a:lnTo>
                    <a:pt x="35" y="16"/>
                  </a:lnTo>
                  <a:lnTo>
                    <a:pt x="42" y="9"/>
                  </a:lnTo>
                  <a:lnTo>
                    <a:pt x="48" y="3"/>
                  </a:lnTo>
                  <a:lnTo>
                    <a:pt x="54" y="0"/>
                  </a:lnTo>
                  <a:lnTo>
                    <a:pt x="52" y="18"/>
                  </a:lnTo>
                  <a:lnTo>
                    <a:pt x="45" y="33"/>
                  </a:lnTo>
                  <a:lnTo>
                    <a:pt x="38" y="47"/>
                  </a:lnTo>
                  <a:lnTo>
                    <a:pt x="28" y="62"/>
                  </a:lnTo>
                  <a:lnTo>
                    <a:pt x="29" y="62"/>
                  </a:lnTo>
                  <a:lnTo>
                    <a:pt x="30" y="62"/>
                  </a:lnTo>
                  <a:lnTo>
                    <a:pt x="33" y="64"/>
                  </a:lnTo>
                  <a:lnTo>
                    <a:pt x="34" y="64"/>
                  </a:lnTo>
                  <a:lnTo>
                    <a:pt x="38" y="59"/>
                  </a:lnTo>
                  <a:lnTo>
                    <a:pt x="43" y="53"/>
                  </a:lnTo>
                  <a:lnTo>
                    <a:pt x="48" y="47"/>
                  </a:lnTo>
                  <a:lnTo>
                    <a:pt x="54" y="44"/>
                  </a:lnTo>
                  <a:lnTo>
                    <a:pt x="52" y="56"/>
                  </a:lnTo>
                  <a:lnTo>
                    <a:pt x="45" y="68"/>
                  </a:lnTo>
                  <a:lnTo>
                    <a:pt x="38" y="79"/>
                  </a:lnTo>
                  <a:lnTo>
                    <a:pt x="29" y="85"/>
                  </a:lnTo>
                  <a:lnTo>
                    <a:pt x="29" y="88"/>
                  </a:lnTo>
                  <a:lnTo>
                    <a:pt x="29" y="91"/>
                  </a:lnTo>
                  <a:lnTo>
                    <a:pt x="28" y="94"/>
                  </a:lnTo>
                  <a:lnTo>
                    <a:pt x="28" y="97"/>
                  </a:lnTo>
                  <a:lnTo>
                    <a:pt x="29" y="99"/>
                  </a:lnTo>
                  <a:lnTo>
                    <a:pt x="30" y="99"/>
                  </a:lnTo>
                  <a:lnTo>
                    <a:pt x="30" y="99"/>
                  </a:lnTo>
                  <a:lnTo>
                    <a:pt x="32" y="100"/>
                  </a:lnTo>
                  <a:lnTo>
                    <a:pt x="37" y="93"/>
                  </a:lnTo>
                  <a:lnTo>
                    <a:pt x="42" y="87"/>
                  </a:lnTo>
                  <a:lnTo>
                    <a:pt x="48" y="82"/>
                  </a:lnTo>
                  <a:lnTo>
                    <a:pt x="57" y="77"/>
                  </a:lnTo>
                  <a:lnTo>
                    <a:pt x="48" y="94"/>
                  </a:lnTo>
                  <a:lnTo>
                    <a:pt x="37" y="111"/>
                  </a:lnTo>
                  <a:lnTo>
                    <a:pt x="28" y="128"/>
                  </a:lnTo>
                  <a:lnTo>
                    <a:pt x="25" y="143"/>
                  </a:lnTo>
                  <a:lnTo>
                    <a:pt x="28" y="140"/>
                  </a:lnTo>
                  <a:lnTo>
                    <a:pt x="30" y="137"/>
                  </a:lnTo>
                  <a:lnTo>
                    <a:pt x="33" y="136"/>
                  </a:lnTo>
                  <a:lnTo>
                    <a:pt x="35" y="132"/>
                  </a:lnTo>
                  <a:lnTo>
                    <a:pt x="35" y="132"/>
                  </a:lnTo>
                  <a:lnTo>
                    <a:pt x="37" y="134"/>
                  </a:lnTo>
                  <a:lnTo>
                    <a:pt x="37" y="134"/>
                  </a:lnTo>
                  <a:lnTo>
                    <a:pt x="38" y="136"/>
                  </a:lnTo>
                  <a:lnTo>
                    <a:pt x="33" y="142"/>
                  </a:lnTo>
                  <a:lnTo>
                    <a:pt x="28" y="148"/>
                  </a:lnTo>
                  <a:lnTo>
                    <a:pt x="25" y="155"/>
                  </a:lnTo>
                  <a:lnTo>
                    <a:pt x="25" y="166"/>
                  </a:lnTo>
                  <a:lnTo>
                    <a:pt x="32" y="155"/>
                  </a:lnTo>
                  <a:lnTo>
                    <a:pt x="39" y="146"/>
                  </a:lnTo>
                  <a:lnTo>
                    <a:pt x="45" y="137"/>
                  </a:lnTo>
                  <a:lnTo>
                    <a:pt x="53" y="129"/>
                  </a:lnTo>
                  <a:lnTo>
                    <a:pt x="54" y="129"/>
                  </a:lnTo>
                  <a:lnTo>
                    <a:pt x="55" y="129"/>
                  </a:lnTo>
                  <a:lnTo>
                    <a:pt x="58" y="129"/>
                  </a:lnTo>
                  <a:lnTo>
                    <a:pt x="59" y="129"/>
                  </a:lnTo>
                  <a:lnTo>
                    <a:pt x="54" y="148"/>
                  </a:lnTo>
                  <a:lnTo>
                    <a:pt x="44" y="163"/>
                  </a:lnTo>
                  <a:lnTo>
                    <a:pt x="34" y="178"/>
                  </a:lnTo>
                  <a:lnTo>
                    <a:pt x="32" y="194"/>
                  </a:lnTo>
                  <a:lnTo>
                    <a:pt x="39" y="184"/>
                  </a:lnTo>
                  <a:lnTo>
                    <a:pt x="45" y="175"/>
                  </a:lnTo>
                  <a:lnTo>
                    <a:pt x="54" y="168"/>
                  </a:lnTo>
                  <a:lnTo>
                    <a:pt x="63" y="163"/>
                  </a:lnTo>
                  <a:lnTo>
                    <a:pt x="59" y="177"/>
                  </a:lnTo>
                  <a:lnTo>
                    <a:pt x="50" y="194"/>
                  </a:lnTo>
                  <a:lnTo>
                    <a:pt x="39" y="209"/>
                  </a:lnTo>
                  <a:lnTo>
                    <a:pt x="29" y="216"/>
                  </a:lnTo>
                  <a:lnTo>
                    <a:pt x="29" y="218"/>
                  </a:lnTo>
                  <a:lnTo>
                    <a:pt x="29" y="221"/>
                  </a:lnTo>
                  <a:lnTo>
                    <a:pt x="29" y="224"/>
                  </a:lnTo>
                  <a:lnTo>
                    <a:pt x="29" y="227"/>
                  </a:lnTo>
                  <a:lnTo>
                    <a:pt x="37" y="223"/>
                  </a:lnTo>
                  <a:lnTo>
                    <a:pt x="44" y="215"/>
                  </a:lnTo>
                  <a:lnTo>
                    <a:pt x="53" y="207"/>
                  </a:lnTo>
                  <a:lnTo>
                    <a:pt x="63" y="201"/>
                  </a:lnTo>
                  <a:lnTo>
                    <a:pt x="55" y="213"/>
                  </a:lnTo>
                  <a:lnTo>
                    <a:pt x="45" y="227"/>
                  </a:lnTo>
                  <a:lnTo>
                    <a:pt x="37" y="241"/>
                  </a:lnTo>
                  <a:lnTo>
                    <a:pt x="35" y="255"/>
                  </a:lnTo>
                  <a:lnTo>
                    <a:pt x="37" y="255"/>
                  </a:lnTo>
                  <a:lnTo>
                    <a:pt x="38" y="255"/>
                  </a:lnTo>
                  <a:lnTo>
                    <a:pt x="39" y="255"/>
                  </a:lnTo>
                  <a:lnTo>
                    <a:pt x="40" y="255"/>
                  </a:lnTo>
                  <a:lnTo>
                    <a:pt x="45" y="247"/>
                  </a:lnTo>
                  <a:lnTo>
                    <a:pt x="50" y="241"/>
                  </a:lnTo>
                  <a:lnTo>
                    <a:pt x="54" y="233"/>
                  </a:lnTo>
                  <a:lnTo>
                    <a:pt x="59" y="227"/>
                  </a:lnTo>
                  <a:lnTo>
                    <a:pt x="60" y="227"/>
                  </a:lnTo>
                  <a:lnTo>
                    <a:pt x="62" y="227"/>
                  </a:lnTo>
                  <a:lnTo>
                    <a:pt x="64" y="227"/>
                  </a:lnTo>
                  <a:lnTo>
                    <a:pt x="65" y="229"/>
                  </a:lnTo>
                  <a:lnTo>
                    <a:pt x="60" y="236"/>
                  </a:lnTo>
                  <a:lnTo>
                    <a:pt x="55" y="244"/>
                  </a:lnTo>
                  <a:lnTo>
                    <a:pt x="50" y="253"/>
                  </a:lnTo>
                  <a:lnTo>
                    <a:pt x="45" y="261"/>
                  </a:lnTo>
                  <a:lnTo>
                    <a:pt x="42" y="268"/>
                  </a:lnTo>
                  <a:lnTo>
                    <a:pt x="37" y="276"/>
                  </a:lnTo>
                  <a:lnTo>
                    <a:pt x="32" y="284"/>
                  </a:lnTo>
                  <a:lnTo>
                    <a:pt x="28" y="291"/>
                  </a:lnTo>
                  <a:lnTo>
                    <a:pt x="32" y="290"/>
                  </a:lnTo>
                  <a:lnTo>
                    <a:pt x="37" y="288"/>
                  </a:lnTo>
                  <a:lnTo>
                    <a:pt x="42" y="284"/>
                  </a:lnTo>
                  <a:lnTo>
                    <a:pt x="45" y="279"/>
                  </a:lnTo>
                  <a:lnTo>
                    <a:pt x="50" y="275"/>
                  </a:lnTo>
                  <a:lnTo>
                    <a:pt x="55" y="268"/>
                  </a:lnTo>
                  <a:lnTo>
                    <a:pt x="60" y="264"/>
                  </a:lnTo>
                  <a:lnTo>
                    <a:pt x="65" y="261"/>
                  </a:lnTo>
                  <a:lnTo>
                    <a:pt x="60" y="279"/>
                  </a:lnTo>
                  <a:lnTo>
                    <a:pt x="50" y="297"/>
                  </a:lnTo>
                  <a:lnTo>
                    <a:pt x="39" y="316"/>
                  </a:lnTo>
                  <a:lnTo>
                    <a:pt x="29" y="334"/>
                  </a:lnTo>
                  <a:lnTo>
                    <a:pt x="30" y="334"/>
                  </a:lnTo>
                  <a:lnTo>
                    <a:pt x="33" y="334"/>
                  </a:lnTo>
                  <a:lnTo>
                    <a:pt x="34" y="334"/>
                  </a:lnTo>
                  <a:lnTo>
                    <a:pt x="35" y="334"/>
                  </a:lnTo>
                  <a:lnTo>
                    <a:pt x="42" y="323"/>
                  </a:lnTo>
                  <a:lnTo>
                    <a:pt x="48" y="314"/>
                  </a:lnTo>
                  <a:lnTo>
                    <a:pt x="55" y="305"/>
                  </a:lnTo>
                  <a:lnTo>
                    <a:pt x="65" y="299"/>
                  </a:lnTo>
                  <a:lnTo>
                    <a:pt x="63" y="316"/>
                  </a:lnTo>
                  <a:lnTo>
                    <a:pt x="57" y="331"/>
                  </a:lnTo>
                  <a:lnTo>
                    <a:pt x="48" y="345"/>
                  </a:lnTo>
                  <a:lnTo>
                    <a:pt x="39" y="359"/>
                  </a:lnTo>
                  <a:lnTo>
                    <a:pt x="42" y="359"/>
                  </a:lnTo>
                  <a:lnTo>
                    <a:pt x="43" y="359"/>
                  </a:lnTo>
                  <a:lnTo>
                    <a:pt x="45" y="360"/>
                  </a:lnTo>
                  <a:lnTo>
                    <a:pt x="48" y="360"/>
                  </a:lnTo>
                  <a:lnTo>
                    <a:pt x="45" y="368"/>
                  </a:lnTo>
                  <a:lnTo>
                    <a:pt x="42" y="377"/>
                  </a:lnTo>
                  <a:lnTo>
                    <a:pt x="37" y="386"/>
                  </a:lnTo>
                  <a:lnTo>
                    <a:pt x="30" y="395"/>
                  </a:lnTo>
                  <a:lnTo>
                    <a:pt x="23" y="403"/>
                  </a:lnTo>
                  <a:lnTo>
                    <a:pt x="15" y="412"/>
                  </a:lnTo>
                  <a:lnTo>
                    <a:pt x="8" y="420"/>
                  </a:lnTo>
                  <a:lnTo>
                    <a:pt x="0" y="426"/>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2" name="Google Shape;892;p25"/>
            <p:cNvSpPr/>
            <p:nvPr/>
          </p:nvSpPr>
          <p:spPr>
            <a:xfrm>
              <a:off x="3867" y="2851"/>
              <a:ext cx="496" cy="557"/>
            </a:xfrm>
            <a:custGeom>
              <a:rect b="b" l="l" r="r" t="t"/>
              <a:pathLst>
                <a:path extrusionOk="0" h="557" w="496">
                  <a:moveTo>
                    <a:pt x="21" y="557"/>
                  </a:moveTo>
                  <a:lnTo>
                    <a:pt x="17" y="417"/>
                  </a:lnTo>
                  <a:lnTo>
                    <a:pt x="13" y="279"/>
                  </a:lnTo>
                  <a:lnTo>
                    <a:pt x="7" y="143"/>
                  </a:lnTo>
                  <a:lnTo>
                    <a:pt x="0" y="8"/>
                  </a:lnTo>
                  <a:lnTo>
                    <a:pt x="31" y="9"/>
                  </a:lnTo>
                  <a:lnTo>
                    <a:pt x="61" y="11"/>
                  </a:lnTo>
                  <a:lnTo>
                    <a:pt x="93" y="11"/>
                  </a:lnTo>
                  <a:lnTo>
                    <a:pt x="123" y="11"/>
                  </a:lnTo>
                  <a:lnTo>
                    <a:pt x="153" y="11"/>
                  </a:lnTo>
                  <a:lnTo>
                    <a:pt x="184" y="11"/>
                  </a:lnTo>
                  <a:lnTo>
                    <a:pt x="215" y="11"/>
                  </a:lnTo>
                  <a:lnTo>
                    <a:pt x="246" y="9"/>
                  </a:lnTo>
                  <a:lnTo>
                    <a:pt x="276" y="9"/>
                  </a:lnTo>
                  <a:lnTo>
                    <a:pt x="308" y="8"/>
                  </a:lnTo>
                  <a:lnTo>
                    <a:pt x="338" y="6"/>
                  </a:lnTo>
                  <a:lnTo>
                    <a:pt x="369" y="4"/>
                  </a:lnTo>
                  <a:lnTo>
                    <a:pt x="401" y="3"/>
                  </a:lnTo>
                  <a:lnTo>
                    <a:pt x="431" y="3"/>
                  </a:lnTo>
                  <a:lnTo>
                    <a:pt x="462" y="1"/>
                  </a:lnTo>
                  <a:lnTo>
                    <a:pt x="494" y="0"/>
                  </a:lnTo>
                  <a:lnTo>
                    <a:pt x="491" y="131"/>
                  </a:lnTo>
                  <a:lnTo>
                    <a:pt x="494" y="263"/>
                  </a:lnTo>
                  <a:lnTo>
                    <a:pt x="496" y="394"/>
                  </a:lnTo>
                  <a:lnTo>
                    <a:pt x="493" y="525"/>
                  </a:lnTo>
                  <a:lnTo>
                    <a:pt x="486" y="525"/>
                  </a:lnTo>
                  <a:lnTo>
                    <a:pt x="479" y="527"/>
                  </a:lnTo>
                  <a:lnTo>
                    <a:pt x="471" y="527"/>
                  </a:lnTo>
                  <a:lnTo>
                    <a:pt x="464" y="528"/>
                  </a:lnTo>
                  <a:lnTo>
                    <a:pt x="470" y="509"/>
                  </a:lnTo>
                  <a:lnTo>
                    <a:pt x="474" y="490"/>
                  </a:lnTo>
                  <a:lnTo>
                    <a:pt x="476" y="472"/>
                  </a:lnTo>
                  <a:lnTo>
                    <a:pt x="479" y="452"/>
                  </a:lnTo>
                  <a:lnTo>
                    <a:pt x="473" y="301"/>
                  </a:lnTo>
                  <a:lnTo>
                    <a:pt x="469" y="206"/>
                  </a:lnTo>
                  <a:lnTo>
                    <a:pt x="466" y="150"/>
                  </a:lnTo>
                  <a:lnTo>
                    <a:pt x="464" y="116"/>
                  </a:lnTo>
                  <a:lnTo>
                    <a:pt x="440" y="116"/>
                  </a:lnTo>
                  <a:lnTo>
                    <a:pt x="415" y="116"/>
                  </a:lnTo>
                  <a:lnTo>
                    <a:pt x="391" y="116"/>
                  </a:lnTo>
                  <a:lnTo>
                    <a:pt x="366" y="116"/>
                  </a:lnTo>
                  <a:lnTo>
                    <a:pt x="342" y="116"/>
                  </a:lnTo>
                  <a:lnTo>
                    <a:pt x="317" y="116"/>
                  </a:lnTo>
                  <a:lnTo>
                    <a:pt x="293" y="116"/>
                  </a:lnTo>
                  <a:lnTo>
                    <a:pt x="267" y="114"/>
                  </a:lnTo>
                  <a:lnTo>
                    <a:pt x="244" y="114"/>
                  </a:lnTo>
                  <a:lnTo>
                    <a:pt x="218" y="114"/>
                  </a:lnTo>
                  <a:lnTo>
                    <a:pt x="195" y="114"/>
                  </a:lnTo>
                  <a:lnTo>
                    <a:pt x="169" y="114"/>
                  </a:lnTo>
                  <a:lnTo>
                    <a:pt x="145" y="114"/>
                  </a:lnTo>
                  <a:lnTo>
                    <a:pt x="120" y="114"/>
                  </a:lnTo>
                  <a:lnTo>
                    <a:pt x="96" y="114"/>
                  </a:lnTo>
                  <a:lnTo>
                    <a:pt x="71" y="114"/>
                  </a:lnTo>
                  <a:lnTo>
                    <a:pt x="66" y="116"/>
                  </a:lnTo>
                  <a:lnTo>
                    <a:pt x="61" y="117"/>
                  </a:lnTo>
                  <a:lnTo>
                    <a:pt x="56" y="121"/>
                  </a:lnTo>
                  <a:lnTo>
                    <a:pt x="51" y="122"/>
                  </a:lnTo>
                  <a:lnTo>
                    <a:pt x="46" y="124"/>
                  </a:lnTo>
                  <a:lnTo>
                    <a:pt x="41" y="127"/>
                  </a:lnTo>
                  <a:lnTo>
                    <a:pt x="37" y="130"/>
                  </a:lnTo>
                  <a:lnTo>
                    <a:pt x="32" y="133"/>
                  </a:lnTo>
                  <a:lnTo>
                    <a:pt x="42" y="235"/>
                  </a:lnTo>
                  <a:lnTo>
                    <a:pt x="47" y="340"/>
                  </a:lnTo>
                  <a:lnTo>
                    <a:pt x="50" y="446"/>
                  </a:lnTo>
                  <a:lnTo>
                    <a:pt x="52" y="553"/>
                  </a:lnTo>
                  <a:lnTo>
                    <a:pt x="44" y="554"/>
                  </a:lnTo>
                  <a:lnTo>
                    <a:pt x="37" y="556"/>
                  </a:lnTo>
                  <a:lnTo>
                    <a:pt x="30" y="557"/>
                  </a:lnTo>
                  <a:lnTo>
                    <a:pt x="21" y="557"/>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3" name="Google Shape;893;p25"/>
            <p:cNvSpPr/>
            <p:nvPr/>
          </p:nvSpPr>
          <p:spPr>
            <a:xfrm>
              <a:off x="3703" y="2614"/>
              <a:ext cx="170" cy="794"/>
            </a:xfrm>
            <a:custGeom>
              <a:rect b="b" l="l" r="r" t="t"/>
              <a:pathLst>
                <a:path extrusionOk="0" h="794" w="170">
                  <a:moveTo>
                    <a:pt x="160" y="793"/>
                  </a:moveTo>
                  <a:lnTo>
                    <a:pt x="143" y="782"/>
                  </a:lnTo>
                  <a:lnTo>
                    <a:pt x="121" y="767"/>
                  </a:lnTo>
                  <a:lnTo>
                    <a:pt x="96" y="749"/>
                  </a:lnTo>
                  <a:lnTo>
                    <a:pt x="69" y="729"/>
                  </a:lnTo>
                  <a:lnTo>
                    <a:pt x="45" y="709"/>
                  </a:lnTo>
                  <a:lnTo>
                    <a:pt x="25" y="691"/>
                  </a:lnTo>
                  <a:lnTo>
                    <a:pt x="14" y="675"/>
                  </a:lnTo>
                  <a:lnTo>
                    <a:pt x="13" y="665"/>
                  </a:lnTo>
                  <a:lnTo>
                    <a:pt x="21" y="668"/>
                  </a:lnTo>
                  <a:lnTo>
                    <a:pt x="30" y="674"/>
                  </a:lnTo>
                  <a:lnTo>
                    <a:pt x="39" y="680"/>
                  </a:lnTo>
                  <a:lnTo>
                    <a:pt x="49" y="686"/>
                  </a:lnTo>
                  <a:lnTo>
                    <a:pt x="58" y="694"/>
                  </a:lnTo>
                  <a:lnTo>
                    <a:pt x="67" y="701"/>
                  </a:lnTo>
                  <a:lnTo>
                    <a:pt x="75" y="709"/>
                  </a:lnTo>
                  <a:lnTo>
                    <a:pt x="84" y="716"/>
                  </a:lnTo>
                  <a:lnTo>
                    <a:pt x="86" y="715"/>
                  </a:lnTo>
                  <a:lnTo>
                    <a:pt x="86" y="712"/>
                  </a:lnTo>
                  <a:lnTo>
                    <a:pt x="86" y="710"/>
                  </a:lnTo>
                  <a:lnTo>
                    <a:pt x="87" y="709"/>
                  </a:lnTo>
                  <a:lnTo>
                    <a:pt x="75" y="703"/>
                  </a:lnTo>
                  <a:lnTo>
                    <a:pt x="64" y="692"/>
                  </a:lnTo>
                  <a:lnTo>
                    <a:pt x="53" y="681"/>
                  </a:lnTo>
                  <a:lnTo>
                    <a:pt x="43" y="671"/>
                  </a:lnTo>
                  <a:lnTo>
                    <a:pt x="33" y="658"/>
                  </a:lnTo>
                  <a:lnTo>
                    <a:pt x="24" y="649"/>
                  </a:lnTo>
                  <a:lnTo>
                    <a:pt x="15" y="642"/>
                  </a:lnTo>
                  <a:lnTo>
                    <a:pt x="6" y="639"/>
                  </a:lnTo>
                  <a:lnTo>
                    <a:pt x="6" y="636"/>
                  </a:lnTo>
                  <a:lnTo>
                    <a:pt x="6" y="632"/>
                  </a:lnTo>
                  <a:lnTo>
                    <a:pt x="6" y="629"/>
                  </a:lnTo>
                  <a:lnTo>
                    <a:pt x="6" y="626"/>
                  </a:lnTo>
                  <a:lnTo>
                    <a:pt x="13" y="628"/>
                  </a:lnTo>
                  <a:lnTo>
                    <a:pt x="20" y="632"/>
                  </a:lnTo>
                  <a:lnTo>
                    <a:pt x="28" y="640"/>
                  </a:lnTo>
                  <a:lnTo>
                    <a:pt x="35" y="648"/>
                  </a:lnTo>
                  <a:lnTo>
                    <a:pt x="44" y="655"/>
                  </a:lnTo>
                  <a:lnTo>
                    <a:pt x="53" y="662"/>
                  </a:lnTo>
                  <a:lnTo>
                    <a:pt x="60" y="665"/>
                  </a:lnTo>
                  <a:lnTo>
                    <a:pt x="68" y="666"/>
                  </a:lnTo>
                  <a:lnTo>
                    <a:pt x="60" y="658"/>
                  </a:lnTo>
                  <a:lnTo>
                    <a:pt x="53" y="651"/>
                  </a:lnTo>
                  <a:lnTo>
                    <a:pt x="45" y="643"/>
                  </a:lnTo>
                  <a:lnTo>
                    <a:pt x="38" y="637"/>
                  </a:lnTo>
                  <a:lnTo>
                    <a:pt x="29" y="629"/>
                  </a:lnTo>
                  <a:lnTo>
                    <a:pt x="21" y="623"/>
                  </a:lnTo>
                  <a:lnTo>
                    <a:pt x="14" y="616"/>
                  </a:lnTo>
                  <a:lnTo>
                    <a:pt x="6" y="610"/>
                  </a:lnTo>
                  <a:lnTo>
                    <a:pt x="6" y="605"/>
                  </a:lnTo>
                  <a:lnTo>
                    <a:pt x="8" y="602"/>
                  </a:lnTo>
                  <a:lnTo>
                    <a:pt x="8" y="597"/>
                  </a:lnTo>
                  <a:lnTo>
                    <a:pt x="8" y="594"/>
                  </a:lnTo>
                  <a:lnTo>
                    <a:pt x="21" y="600"/>
                  </a:lnTo>
                  <a:lnTo>
                    <a:pt x="36" y="610"/>
                  </a:lnTo>
                  <a:lnTo>
                    <a:pt x="52" y="620"/>
                  </a:lnTo>
                  <a:lnTo>
                    <a:pt x="68" y="632"/>
                  </a:lnTo>
                  <a:lnTo>
                    <a:pt x="83" y="646"/>
                  </a:lnTo>
                  <a:lnTo>
                    <a:pt x="101" y="657"/>
                  </a:lnTo>
                  <a:lnTo>
                    <a:pt x="117" y="666"/>
                  </a:lnTo>
                  <a:lnTo>
                    <a:pt x="135" y="672"/>
                  </a:lnTo>
                  <a:lnTo>
                    <a:pt x="117" y="660"/>
                  </a:lnTo>
                  <a:lnTo>
                    <a:pt x="99" y="648"/>
                  </a:lnTo>
                  <a:lnTo>
                    <a:pt x="83" y="634"/>
                  </a:lnTo>
                  <a:lnTo>
                    <a:pt x="67" y="622"/>
                  </a:lnTo>
                  <a:lnTo>
                    <a:pt x="52" y="610"/>
                  </a:lnTo>
                  <a:lnTo>
                    <a:pt x="36" y="597"/>
                  </a:lnTo>
                  <a:lnTo>
                    <a:pt x="21" y="585"/>
                  </a:lnTo>
                  <a:lnTo>
                    <a:pt x="6" y="573"/>
                  </a:lnTo>
                  <a:lnTo>
                    <a:pt x="6" y="568"/>
                  </a:lnTo>
                  <a:lnTo>
                    <a:pt x="6" y="562"/>
                  </a:lnTo>
                  <a:lnTo>
                    <a:pt x="6" y="558"/>
                  </a:lnTo>
                  <a:lnTo>
                    <a:pt x="6" y="553"/>
                  </a:lnTo>
                  <a:lnTo>
                    <a:pt x="14" y="556"/>
                  </a:lnTo>
                  <a:lnTo>
                    <a:pt x="24" y="564"/>
                  </a:lnTo>
                  <a:lnTo>
                    <a:pt x="34" y="571"/>
                  </a:lnTo>
                  <a:lnTo>
                    <a:pt x="44" y="581"/>
                  </a:lnTo>
                  <a:lnTo>
                    <a:pt x="55" y="590"/>
                  </a:lnTo>
                  <a:lnTo>
                    <a:pt x="67" y="596"/>
                  </a:lnTo>
                  <a:lnTo>
                    <a:pt x="77" y="600"/>
                  </a:lnTo>
                  <a:lnTo>
                    <a:pt x="87" y="602"/>
                  </a:lnTo>
                  <a:lnTo>
                    <a:pt x="86" y="599"/>
                  </a:lnTo>
                  <a:lnTo>
                    <a:pt x="83" y="597"/>
                  </a:lnTo>
                  <a:lnTo>
                    <a:pt x="78" y="596"/>
                  </a:lnTo>
                  <a:lnTo>
                    <a:pt x="70" y="594"/>
                  </a:lnTo>
                  <a:lnTo>
                    <a:pt x="62" y="587"/>
                  </a:lnTo>
                  <a:lnTo>
                    <a:pt x="54" y="579"/>
                  </a:lnTo>
                  <a:lnTo>
                    <a:pt x="45" y="571"/>
                  </a:lnTo>
                  <a:lnTo>
                    <a:pt x="38" y="564"/>
                  </a:lnTo>
                  <a:lnTo>
                    <a:pt x="30" y="556"/>
                  </a:lnTo>
                  <a:lnTo>
                    <a:pt x="23" y="548"/>
                  </a:lnTo>
                  <a:lnTo>
                    <a:pt x="14" y="541"/>
                  </a:lnTo>
                  <a:lnTo>
                    <a:pt x="6" y="533"/>
                  </a:lnTo>
                  <a:lnTo>
                    <a:pt x="6" y="530"/>
                  </a:lnTo>
                  <a:lnTo>
                    <a:pt x="6" y="529"/>
                  </a:lnTo>
                  <a:lnTo>
                    <a:pt x="6" y="526"/>
                  </a:lnTo>
                  <a:lnTo>
                    <a:pt x="6" y="523"/>
                  </a:lnTo>
                  <a:lnTo>
                    <a:pt x="11" y="524"/>
                  </a:lnTo>
                  <a:lnTo>
                    <a:pt x="19" y="527"/>
                  </a:lnTo>
                  <a:lnTo>
                    <a:pt x="26" y="532"/>
                  </a:lnTo>
                  <a:lnTo>
                    <a:pt x="34" y="536"/>
                  </a:lnTo>
                  <a:lnTo>
                    <a:pt x="43" y="544"/>
                  </a:lnTo>
                  <a:lnTo>
                    <a:pt x="52" y="550"/>
                  </a:lnTo>
                  <a:lnTo>
                    <a:pt x="60" y="556"/>
                  </a:lnTo>
                  <a:lnTo>
                    <a:pt x="68" y="561"/>
                  </a:lnTo>
                  <a:lnTo>
                    <a:pt x="68" y="558"/>
                  </a:lnTo>
                  <a:lnTo>
                    <a:pt x="68" y="555"/>
                  </a:lnTo>
                  <a:lnTo>
                    <a:pt x="68" y="553"/>
                  </a:lnTo>
                  <a:lnTo>
                    <a:pt x="68" y="550"/>
                  </a:lnTo>
                  <a:lnTo>
                    <a:pt x="55" y="547"/>
                  </a:lnTo>
                  <a:lnTo>
                    <a:pt x="43" y="541"/>
                  </a:lnTo>
                  <a:lnTo>
                    <a:pt x="31" y="532"/>
                  </a:lnTo>
                  <a:lnTo>
                    <a:pt x="23" y="523"/>
                  </a:lnTo>
                  <a:lnTo>
                    <a:pt x="14" y="512"/>
                  </a:lnTo>
                  <a:lnTo>
                    <a:pt x="8" y="500"/>
                  </a:lnTo>
                  <a:lnTo>
                    <a:pt x="4" y="489"/>
                  </a:lnTo>
                  <a:lnTo>
                    <a:pt x="1" y="477"/>
                  </a:lnTo>
                  <a:lnTo>
                    <a:pt x="13" y="480"/>
                  </a:lnTo>
                  <a:lnTo>
                    <a:pt x="26" y="487"/>
                  </a:lnTo>
                  <a:lnTo>
                    <a:pt x="40" y="500"/>
                  </a:lnTo>
                  <a:lnTo>
                    <a:pt x="55" y="513"/>
                  </a:lnTo>
                  <a:lnTo>
                    <a:pt x="72" y="529"/>
                  </a:lnTo>
                  <a:lnTo>
                    <a:pt x="88" y="541"/>
                  </a:lnTo>
                  <a:lnTo>
                    <a:pt x="104" y="552"/>
                  </a:lnTo>
                  <a:lnTo>
                    <a:pt x="121" y="558"/>
                  </a:lnTo>
                  <a:lnTo>
                    <a:pt x="118" y="556"/>
                  </a:lnTo>
                  <a:lnTo>
                    <a:pt x="114" y="552"/>
                  </a:lnTo>
                  <a:lnTo>
                    <a:pt x="107" y="547"/>
                  </a:lnTo>
                  <a:lnTo>
                    <a:pt x="98" y="539"/>
                  </a:lnTo>
                  <a:lnTo>
                    <a:pt x="87" y="530"/>
                  </a:lnTo>
                  <a:lnTo>
                    <a:pt x="74" y="521"/>
                  </a:lnTo>
                  <a:lnTo>
                    <a:pt x="59" y="509"/>
                  </a:lnTo>
                  <a:lnTo>
                    <a:pt x="41" y="495"/>
                  </a:lnTo>
                  <a:lnTo>
                    <a:pt x="36" y="490"/>
                  </a:lnTo>
                  <a:lnTo>
                    <a:pt x="31" y="486"/>
                  </a:lnTo>
                  <a:lnTo>
                    <a:pt x="26" y="481"/>
                  </a:lnTo>
                  <a:lnTo>
                    <a:pt x="21" y="475"/>
                  </a:lnTo>
                  <a:lnTo>
                    <a:pt x="16" y="471"/>
                  </a:lnTo>
                  <a:lnTo>
                    <a:pt x="11" y="466"/>
                  </a:lnTo>
                  <a:lnTo>
                    <a:pt x="6" y="461"/>
                  </a:lnTo>
                  <a:lnTo>
                    <a:pt x="1" y="457"/>
                  </a:lnTo>
                  <a:lnTo>
                    <a:pt x="1" y="449"/>
                  </a:lnTo>
                  <a:lnTo>
                    <a:pt x="1" y="442"/>
                  </a:lnTo>
                  <a:lnTo>
                    <a:pt x="0" y="435"/>
                  </a:lnTo>
                  <a:lnTo>
                    <a:pt x="0" y="428"/>
                  </a:lnTo>
                  <a:lnTo>
                    <a:pt x="9" y="432"/>
                  </a:lnTo>
                  <a:lnTo>
                    <a:pt x="20" y="442"/>
                  </a:lnTo>
                  <a:lnTo>
                    <a:pt x="33" y="452"/>
                  </a:lnTo>
                  <a:lnTo>
                    <a:pt x="48" y="466"/>
                  </a:lnTo>
                  <a:lnTo>
                    <a:pt x="60" y="478"/>
                  </a:lnTo>
                  <a:lnTo>
                    <a:pt x="73" y="489"/>
                  </a:lnTo>
                  <a:lnTo>
                    <a:pt x="83" y="495"/>
                  </a:lnTo>
                  <a:lnTo>
                    <a:pt x="91" y="497"/>
                  </a:lnTo>
                  <a:lnTo>
                    <a:pt x="91" y="495"/>
                  </a:lnTo>
                  <a:lnTo>
                    <a:pt x="88" y="492"/>
                  </a:lnTo>
                  <a:lnTo>
                    <a:pt x="86" y="489"/>
                  </a:lnTo>
                  <a:lnTo>
                    <a:pt x="78" y="483"/>
                  </a:lnTo>
                  <a:lnTo>
                    <a:pt x="68" y="472"/>
                  </a:lnTo>
                  <a:lnTo>
                    <a:pt x="52" y="458"/>
                  </a:lnTo>
                  <a:lnTo>
                    <a:pt x="30" y="439"/>
                  </a:lnTo>
                  <a:lnTo>
                    <a:pt x="1" y="413"/>
                  </a:lnTo>
                  <a:lnTo>
                    <a:pt x="1" y="405"/>
                  </a:lnTo>
                  <a:lnTo>
                    <a:pt x="1" y="396"/>
                  </a:lnTo>
                  <a:lnTo>
                    <a:pt x="0" y="388"/>
                  </a:lnTo>
                  <a:lnTo>
                    <a:pt x="0" y="380"/>
                  </a:lnTo>
                  <a:lnTo>
                    <a:pt x="8" y="384"/>
                  </a:lnTo>
                  <a:lnTo>
                    <a:pt x="19" y="394"/>
                  </a:lnTo>
                  <a:lnTo>
                    <a:pt x="33" y="406"/>
                  </a:lnTo>
                  <a:lnTo>
                    <a:pt x="47" y="422"/>
                  </a:lnTo>
                  <a:lnTo>
                    <a:pt x="62" y="435"/>
                  </a:lnTo>
                  <a:lnTo>
                    <a:pt x="75" y="448"/>
                  </a:lnTo>
                  <a:lnTo>
                    <a:pt x="88" y="455"/>
                  </a:lnTo>
                  <a:lnTo>
                    <a:pt x="97" y="457"/>
                  </a:lnTo>
                  <a:lnTo>
                    <a:pt x="96" y="454"/>
                  </a:lnTo>
                  <a:lnTo>
                    <a:pt x="91" y="451"/>
                  </a:lnTo>
                  <a:lnTo>
                    <a:pt x="83" y="443"/>
                  </a:lnTo>
                  <a:lnTo>
                    <a:pt x="73" y="434"/>
                  </a:lnTo>
                  <a:lnTo>
                    <a:pt x="59" y="423"/>
                  </a:lnTo>
                  <a:lnTo>
                    <a:pt x="43" y="408"/>
                  </a:lnTo>
                  <a:lnTo>
                    <a:pt x="23" y="390"/>
                  </a:lnTo>
                  <a:lnTo>
                    <a:pt x="0" y="367"/>
                  </a:lnTo>
                  <a:lnTo>
                    <a:pt x="0" y="358"/>
                  </a:lnTo>
                  <a:lnTo>
                    <a:pt x="0" y="350"/>
                  </a:lnTo>
                  <a:lnTo>
                    <a:pt x="0" y="341"/>
                  </a:lnTo>
                  <a:lnTo>
                    <a:pt x="0" y="333"/>
                  </a:lnTo>
                  <a:lnTo>
                    <a:pt x="11" y="342"/>
                  </a:lnTo>
                  <a:lnTo>
                    <a:pt x="24" y="353"/>
                  </a:lnTo>
                  <a:lnTo>
                    <a:pt x="35" y="364"/>
                  </a:lnTo>
                  <a:lnTo>
                    <a:pt x="47" y="374"/>
                  </a:lnTo>
                  <a:lnTo>
                    <a:pt x="59" y="387"/>
                  </a:lnTo>
                  <a:lnTo>
                    <a:pt x="72" y="397"/>
                  </a:lnTo>
                  <a:lnTo>
                    <a:pt x="86" y="409"/>
                  </a:lnTo>
                  <a:lnTo>
                    <a:pt x="99" y="420"/>
                  </a:lnTo>
                  <a:lnTo>
                    <a:pt x="99" y="419"/>
                  </a:lnTo>
                  <a:lnTo>
                    <a:pt x="101" y="417"/>
                  </a:lnTo>
                  <a:lnTo>
                    <a:pt x="101" y="416"/>
                  </a:lnTo>
                  <a:lnTo>
                    <a:pt x="102" y="414"/>
                  </a:lnTo>
                  <a:lnTo>
                    <a:pt x="87" y="403"/>
                  </a:lnTo>
                  <a:lnTo>
                    <a:pt x="73" y="391"/>
                  </a:lnTo>
                  <a:lnTo>
                    <a:pt x="59" y="377"/>
                  </a:lnTo>
                  <a:lnTo>
                    <a:pt x="47" y="364"/>
                  </a:lnTo>
                  <a:lnTo>
                    <a:pt x="34" y="350"/>
                  </a:lnTo>
                  <a:lnTo>
                    <a:pt x="21" y="335"/>
                  </a:lnTo>
                  <a:lnTo>
                    <a:pt x="10" y="322"/>
                  </a:lnTo>
                  <a:lnTo>
                    <a:pt x="0" y="310"/>
                  </a:lnTo>
                  <a:lnTo>
                    <a:pt x="0" y="304"/>
                  </a:lnTo>
                  <a:lnTo>
                    <a:pt x="1" y="298"/>
                  </a:lnTo>
                  <a:lnTo>
                    <a:pt x="1" y="293"/>
                  </a:lnTo>
                  <a:lnTo>
                    <a:pt x="1" y="287"/>
                  </a:lnTo>
                  <a:lnTo>
                    <a:pt x="4" y="286"/>
                  </a:lnTo>
                  <a:lnTo>
                    <a:pt x="6" y="286"/>
                  </a:lnTo>
                  <a:lnTo>
                    <a:pt x="8" y="286"/>
                  </a:lnTo>
                  <a:lnTo>
                    <a:pt x="10" y="286"/>
                  </a:lnTo>
                  <a:lnTo>
                    <a:pt x="15" y="292"/>
                  </a:lnTo>
                  <a:lnTo>
                    <a:pt x="23" y="301"/>
                  </a:lnTo>
                  <a:lnTo>
                    <a:pt x="33" y="312"/>
                  </a:lnTo>
                  <a:lnTo>
                    <a:pt x="45" y="324"/>
                  </a:lnTo>
                  <a:lnTo>
                    <a:pt x="57" y="336"/>
                  </a:lnTo>
                  <a:lnTo>
                    <a:pt x="68" y="345"/>
                  </a:lnTo>
                  <a:lnTo>
                    <a:pt x="78" y="351"/>
                  </a:lnTo>
                  <a:lnTo>
                    <a:pt x="84" y="353"/>
                  </a:lnTo>
                  <a:lnTo>
                    <a:pt x="74" y="341"/>
                  </a:lnTo>
                  <a:lnTo>
                    <a:pt x="60" y="327"/>
                  </a:lnTo>
                  <a:lnTo>
                    <a:pt x="45" y="312"/>
                  </a:lnTo>
                  <a:lnTo>
                    <a:pt x="29" y="295"/>
                  </a:lnTo>
                  <a:lnTo>
                    <a:pt x="15" y="280"/>
                  </a:lnTo>
                  <a:lnTo>
                    <a:pt x="5" y="263"/>
                  </a:lnTo>
                  <a:lnTo>
                    <a:pt x="0" y="248"/>
                  </a:lnTo>
                  <a:lnTo>
                    <a:pt x="4" y="234"/>
                  </a:lnTo>
                  <a:lnTo>
                    <a:pt x="30" y="261"/>
                  </a:lnTo>
                  <a:lnTo>
                    <a:pt x="49" y="283"/>
                  </a:lnTo>
                  <a:lnTo>
                    <a:pt x="64" y="298"/>
                  </a:lnTo>
                  <a:lnTo>
                    <a:pt x="75" y="310"/>
                  </a:lnTo>
                  <a:lnTo>
                    <a:pt x="83" y="319"/>
                  </a:lnTo>
                  <a:lnTo>
                    <a:pt x="91" y="325"/>
                  </a:lnTo>
                  <a:lnTo>
                    <a:pt x="98" y="332"/>
                  </a:lnTo>
                  <a:lnTo>
                    <a:pt x="106" y="339"/>
                  </a:lnTo>
                  <a:lnTo>
                    <a:pt x="106" y="338"/>
                  </a:lnTo>
                  <a:lnTo>
                    <a:pt x="106" y="336"/>
                  </a:lnTo>
                  <a:lnTo>
                    <a:pt x="106" y="335"/>
                  </a:lnTo>
                  <a:lnTo>
                    <a:pt x="106" y="333"/>
                  </a:lnTo>
                  <a:lnTo>
                    <a:pt x="92" y="319"/>
                  </a:lnTo>
                  <a:lnTo>
                    <a:pt x="78" y="304"/>
                  </a:lnTo>
                  <a:lnTo>
                    <a:pt x="65" y="290"/>
                  </a:lnTo>
                  <a:lnTo>
                    <a:pt x="53" y="275"/>
                  </a:lnTo>
                  <a:lnTo>
                    <a:pt x="40" y="261"/>
                  </a:lnTo>
                  <a:lnTo>
                    <a:pt x="29" y="246"/>
                  </a:lnTo>
                  <a:lnTo>
                    <a:pt x="16" y="232"/>
                  </a:lnTo>
                  <a:lnTo>
                    <a:pt x="5" y="219"/>
                  </a:lnTo>
                  <a:lnTo>
                    <a:pt x="4" y="211"/>
                  </a:lnTo>
                  <a:lnTo>
                    <a:pt x="4" y="205"/>
                  </a:lnTo>
                  <a:lnTo>
                    <a:pt x="4" y="197"/>
                  </a:lnTo>
                  <a:lnTo>
                    <a:pt x="4" y="191"/>
                  </a:lnTo>
                  <a:lnTo>
                    <a:pt x="9" y="194"/>
                  </a:lnTo>
                  <a:lnTo>
                    <a:pt x="16" y="202"/>
                  </a:lnTo>
                  <a:lnTo>
                    <a:pt x="28" y="211"/>
                  </a:lnTo>
                  <a:lnTo>
                    <a:pt x="38" y="223"/>
                  </a:lnTo>
                  <a:lnTo>
                    <a:pt x="49" y="235"/>
                  </a:lnTo>
                  <a:lnTo>
                    <a:pt x="58" y="246"/>
                  </a:lnTo>
                  <a:lnTo>
                    <a:pt x="65" y="254"/>
                  </a:lnTo>
                  <a:lnTo>
                    <a:pt x="68" y="257"/>
                  </a:lnTo>
                  <a:lnTo>
                    <a:pt x="68" y="255"/>
                  </a:lnTo>
                  <a:lnTo>
                    <a:pt x="69" y="252"/>
                  </a:lnTo>
                  <a:lnTo>
                    <a:pt x="69" y="251"/>
                  </a:lnTo>
                  <a:lnTo>
                    <a:pt x="69" y="249"/>
                  </a:lnTo>
                  <a:lnTo>
                    <a:pt x="59" y="237"/>
                  </a:lnTo>
                  <a:lnTo>
                    <a:pt x="48" y="226"/>
                  </a:lnTo>
                  <a:lnTo>
                    <a:pt x="38" y="214"/>
                  </a:lnTo>
                  <a:lnTo>
                    <a:pt x="28" y="202"/>
                  </a:lnTo>
                  <a:lnTo>
                    <a:pt x="19" y="191"/>
                  </a:lnTo>
                  <a:lnTo>
                    <a:pt x="11" y="179"/>
                  </a:lnTo>
                  <a:lnTo>
                    <a:pt x="6" y="165"/>
                  </a:lnTo>
                  <a:lnTo>
                    <a:pt x="4" y="151"/>
                  </a:lnTo>
                  <a:lnTo>
                    <a:pt x="13" y="156"/>
                  </a:lnTo>
                  <a:lnTo>
                    <a:pt x="23" y="165"/>
                  </a:lnTo>
                  <a:lnTo>
                    <a:pt x="34" y="177"/>
                  </a:lnTo>
                  <a:lnTo>
                    <a:pt x="47" y="193"/>
                  </a:lnTo>
                  <a:lnTo>
                    <a:pt x="59" y="209"/>
                  </a:lnTo>
                  <a:lnTo>
                    <a:pt x="72" y="225"/>
                  </a:lnTo>
                  <a:lnTo>
                    <a:pt x="82" y="238"/>
                  </a:lnTo>
                  <a:lnTo>
                    <a:pt x="91" y="251"/>
                  </a:lnTo>
                  <a:lnTo>
                    <a:pt x="92" y="249"/>
                  </a:lnTo>
                  <a:lnTo>
                    <a:pt x="94" y="249"/>
                  </a:lnTo>
                  <a:lnTo>
                    <a:pt x="96" y="249"/>
                  </a:lnTo>
                  <a:lnTo>
                    <a:pt x="97" y="249"/>
                  </a:lnTo>
                  <a:lnTo>
                    <a:pt x="86" y="234"/>
                  </a:lnTo>
                  <a:lnTo>
                    <a:pt x="73" y="219"/>
                  </a:lnTo>
                  <a:lnTo>
                    <a:pt x="62" y="205"/>
                  </a:lnTo>
                  <a:lnTo>
                    <a:pt x="50" y="190"/>
                  </a:lnTo>
                  <a:lnTo>
                    <a:pt x="39" y="174"/>
                  </a:lnTo>
                  <a:lnTo>
                    <a:pt x="28" y="159"/>
                  </a:lnTo>
                  <a:lnTo>
                    <a:pt x="16" y="145"/>
                  </a:lnTo>
                  <a:lnTo>
                    <a:pt x="5" y="130"/>
                  </a:lnTo>
                  <a:lnTo>
                    <a:pt x="4" y="122"/>
                  </a:lnTo>
                  <a:lnTo>
                    <a:pt x="4" y="115"/>
                  </a:lnTo>
                  <a:lnTo>
                    <a:pt x="4" y="109"/>
                  </a:lnTo>
                  <a:lnTo>
                    <a:pt x="4" y="101"/>
                  </a:lnTo>
                  <a:lnTo>
                    <a:pt x="11" y="107"/>
                  </a:lnTo>
                  <a:lnTo>
                    <a:pt x="25" y="124"/>
                  </a:lnTo>
                  <a:lnTo>
                    <a:pt x="43" y="145"/>
                  </a:lnTo>
                  <a:lnTo>
                    <a:pt x="62" y="170"/>
                  </a:lnTo>
                  <a:lnTo>
                    <a:pt x="80" y="194"/>
                  </a:lnTo>
                  <a:lnTo>
                    <a:pt x="97" y="215"/>
                  </a:lnTo>
                  <a:lnTo>
                    <a:pt x="111" y="229"/>
                  </a:lnTo>
                  <a:lnTo>
                    <a:pt x="118" y="234"/>
                  </a:lnTo>
                  <a:lnTo>
                    <a:pt x="106" y="217"/>
                  </a:lnTo>
                  <a:lnTo>
                    <a:pt x="89" y="197"/>
                  </a:lnTo>
                  <a:lnTo>
                    <a:pt x="72" y="173"/>
                  </a:lnTo>
                  <a:lnTo>
                    <a:pt x="53" y="147"/>
                  </a:lnTo>
                  <a:lnTo>
                    <a:pt x="35" y="122"/>
                  </a:lnTo>
                  <a:lnTo>
                    <a:pt x="20" y="98"/>
                  </a:lnTo>
                  <a:lnTo>
                    <a:pt x="9" y="77"/>
                  </a:lnTo>
                  <a:lnTo>
                    <a:pt x="4" y="60"/>
                  </a:lnTo>
                  <a:lnTo>
                    <a:pt x="9" y="61"/>
                  </a:lnTo>
                  <a:lnTo>
                    <a:pt x="13" y="64"/>
                  </a:lnTo>
                  <a:lnTo>
                    <a:pt x="18" y="70"/>
                  </a:lnTo>
                  <a:lnTo>
                    <a:pt x="23" y="77"/>
                  </a:lnTo>
                  <a:lnTo>
                    <a:pt x="28" y="86"/>
                  </a:lnTo>
                  <a:lnTo>
                    <a:pt x="33" y="93"/>
                  </a:lnTo>
                  <a:lnTo>
                    <a:pt x="39" y="101"/>
                  </a:lnTo>
                  <a:lnTo>
                    <a:pt x="45" y="109"/>
                  </a:lnTo>
                  <a:lnTo>
                    <a:pt x="44" y="101"/>
                  </a:lnTo>
                  <a:lnTo>
                    <a:pt x="40" y="92"/>
                  </a:lnTo>
                  <a:lnTo>
                    <a:pt x="34" y="81"/>
                  </a:lnTo>
                  <a:lnTo>
                    <a:pt x="28" y="72"/>
                  </a:lnTo>
                  <a:lnTo>
                    <a:pt x="20" y="61"/>
                  </a:lnTo>
                  <a:lnTo>
                    <a:pt x="14" y="54"/>
                  </a:lnTo>
                  <a:lnTo>
                    <a:pt x="9" y="46"/>
                  </a:lnTo>
                  <a:lnTo>
                    <a:pt x="5" y="41"/>
                  </a:lnTo>
                  <a:lnTo>
                    <a:pt x="4" y="32"/>
                  </a:lnTo>
                  <a:lnTo>
                    <a:pt x="4" y="22"/>
                  </a:lnTo>
                  <a:lnTo>
                    <a:pt x="4" y="12"/>
                  </a:lnTo>
                  <a:lnTo>
                    <a:pt x="4" y="2"/>
                  </a:lnTo>
                  <a:lnTo>
                    <a:pt x="5" y="0"/>
                  </a:lnTo>
                  <a:lnTo>
                    <a:pt x="8" y="0"/>
                  </a:lnTo>
                  <a:lnTo>
                    <a:pt x="9" y="0"/>
                  </a:lnTo>
                  <a:lnTo>
                    <a:pt x="10" y="0"/>
                  </a:lnTo>
                  <a:lnTo>
                    <a:pt x="28" y="28"/>
                  </a:lnTo>
                  <a:lnTo>
                    <a:pt x="41" y="49"/>
                  </a:lnTo>
                  <a:lnTo>
                    <a:pt x="53" y="69"/>
                  </a:lnTo>
                  <a:lnTo>
                    <a:pt x="65" y="89"/>
                  </a:lnTo>
                  <a:lnTo>
                    <a:pt x="79" y="112"/>
                  </a:lnTo>
                  <a:lnTo>
                    <a:pt x="96" y="139"/>
                  </a:lnTo>
                  <a:lnTo>
                    <a:pt x="117" y="176"/>
                  </a:lnTo>
                  <a:lnTo>
                    <a:pt x="145" y="222"/>
                  </a:lnTo>
                  <a:lnTo>
                    <a:pt x="158" y="358"/>
                  </a:lnTo>
                  <a:lnTo>
                    <a:pt x="166" y="497"/>
                  </a:lnTo>
                  <a:lnTo>
                    <a:pt x="170" y="639"/>
                  </a:lnTo>
                  <a:lnTo>
                    <a:pt x="170" y="778"/>
                  </a:lnTo>
                  <a:lnTo>
                    <a:pt x="167" y="785"/>
                  </a:lnTo>
                  <a:lnTo>
                    <a:pt x="165" y="791"/>
                  </a:lnTo>
                  <a:lnTo>
                    <a:pt x="164" y="794"/>
                  </a:lnTo>
                  <a:lnTo>
                    <a:pt x="160" y="793"/>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4" name="Google Shape;894;p25"/>
            <p:cNvSpPr/>
            <p:nvPr/>
          </p:nvSpPr>
          <p:spPr>
            <a:xfrm>
              <a:off x="3156" y="3256"/>
              <a:ext cx="102" cy="149"/>
            </a:xfrm>
            <a:custGeom>
              <a:rect b="b" l="l" r="r" t="t"/>
              <a:pathLst>
                <a:path extrusionOk="0" h="149" w="102">
                  <a:moveTo>
                    <a:pt x="5" y="149"/>
                  </a:moveTo>
                  <a:lnTo>
                    <a:pt x="3" y="114"/>
                  </a:lnTo>
                  <a:lnTo>
                    <a:pt x="2" y="79"/>
                  </a:lnTo>
                  <a:lnTo>
                    <a:pt x="1" y="45"/>
                  </a:lnTo>
                  <a:lnTo>
                    <a:pt x="0" y="10"/>
                  </a:lnTo>
                  <a:lnTo>
                    <a:pt x="7" y="7"/>
                  </a:lnTo>
                  <a:lnTo>
                    <a:pt x="15" y="4"/>
                  </a:lnTo>
                  <a:lnTo>
                    <a:pt x="22" y="3"/>
                  </a:lnTo>
                  <a:lnTo>
                    <a:pt x="29" y="1"/>
                  </a:lnTo>
                  <a:lnTo>
                    <a:pt x="35" y="0"/>
                  </a:lnTo>
                  <a:lnTo>
                    <a:pt x="42" y="0"/>
                  </a:lnTo>
                  <a:lnTo>
                    <a:pt x="50" y="0"/>
                  </a:lnTo>
                  <a:lnTo>
                    <a:pt x="59" y="1"/>
                  </a:lnTo>
                  <a:lnTo>
                    <a:pt x="63" y="7"/>
                  </a:lnTo>
                  <a:lnTo>
                    <a:pt x="66" y="13"/>
                  </a:lnTo>
                  <a:lnTo>
                    <a:pt x="71" y="20"/>
                  </a:lnTo>
                  <a:lnTo>
                    <a:pt x="78" y="26"/>
                  </a:lnTo>
                  <a:lnTo>
                    <a:pt x="84" y="32"/>
                  </a:lnTo>
                  <a:lnTo>
                    <a:pt x="89" y="39"/>
                  </a:lnTo>
                  <a:lnTo>
                    <a:pt x="95" y="45"/>
                  </a:lnTo>
                  <a:lnTo>
                    <a:pt x="102" y="52"/>
                  </a:lnTo>
                  <a:lnTo>
                    <a:pt x="102" y="53"/>
                  </a:lnTo>
                  <a:lnTo>
                    <a:pt x="102" y="55"/>
                  </a:lnTo>
                  <a:lnTo>
                    <a:pt x="102" y="58"/>
                  </a:lnTo>
                  <a:lnTo>
                    <a:pt x="102" y="59"/>
                  </a:lnTo>
                  <a:lnTo>
                    <a:pt x="70" y="88"/>
                  </a:lnTo>
                  <a:lnTo>
                    <a:pt x="46" y="111"/>
                  </a:lnTo>
                  <a:lnTo>
                    <a:pt x="30" y="128"/>
                  </a:lnTo>
                  <a:lnTo>
                    <a:pt x="17" y="139"/>
                  </a:lnTo>
                  <a:lnTo>
                    <a:pt x="11" y="145"/>
                  </a:lnTo>
                  <a:lnTo>
                    <a:pt x="7" y="148"/>
                  </a:lnTo>
                  <a:lnTo>
                    <a:pt x="5" y="149"/>
                  </a:lnTo>
                  <a:lnTo>
                    <a:pt x="5" y="149"/>
                  </a:lnTo>
                  <a:close/>
                </a:path>
              </a:pathLst>
            </a:custGeom>
            <a:solidFill>
              <a:srgbClr val="66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5" name="Google Shape;895;p25"/>
            <p:cNvSpPr/>
            <p:nvPr/>
          </p:nvSpPr>
          <p:spPr>
            <a:xfrm>
              <a:off x="3411" y="3256"/>
              <a:ext cx="283" cy="133"/>
            </a:xfrm>
            <a:custGeom>
              <a:rect b="b" l="l" r="r" t="t"/>
              <a:pathLst>
                <a:path extrusionOk="0" h="133" w="283">
                  <a:moveTo>
                    <a:pt x="112" y="133"/>
                  </a:moveTo>
                  <a:lnTo>
                    <a:pt x="107" y="123"/>
                  </a:lnTo>
                  <a:lnTo>
                    <a:pt x="96" y="114"/>
                  </a:lnTo>
                  <a:lnTo>
                    <a:pt x="79" y="105"/>
                  </a:lnTo>
                  <a:lnTo>
                    <a:pt x="60" y="94"/>
                  </a:lnTo>
                  <a:lnTo>
                    <a:pt x="42" y="85"/>
                  </a:lnTo>
                  <a:lnTo>
                    <a:pt x="24" y="78"/>
                  </a:lnTo>
                  <a:lnTo>
                    <a:pt x="9" y="71"/>
                  </a:lnTo>
                  <a:lnTo>
                    <a:pt x="0" y="67"/>
                  </a:lnTo>
                  <a:lnTo>
                    <a:pt x="0" y="65"/>
                  </a:lnTo>
                  <a:lnTo>
                    <a:pt x="0" y="62"/>
                  </a:lnTo>
                  <a:lnTo>
                    <a:pt x="0" y="61"/>
                  </a:lnTo>
                  <a:lnTo>
                    <a:pt x="0" y="59"/>
                  </a:lnTo>
                  <a:lnTo>
                    <a:pt x="9" y="53"/>
                  </a:lnTo>
                  <a:lnTo>
                    <a:pt x="18" y="45"/>
                  </a:lnTo>
                  <a:lnTo>
                    <a:pt x="27" y="39"/>
                  </a:lnTo>
                  <a:lnTo>
                    <a:pt x="37" y="33"/>
                  </a:lnTo>
                  <a:lnTo>
                    <a:pt x="45" y="27"/>
                  </a:lnTo>
                  <a:lnTo>
                    <a:pt x="54" y="21"/>
                  </a:lnTo>
                  <a:lnTo>
                    <a:pt x="64" y="13"/>
                  </a:lnTo>
                  <a:lnTo>
                    <a:pt x="73" y="7"/>
                  </a:lnTo>
                  <a:lnTo>
                    <a:pt x="105" y="6"/>
                  </a:lnTo>
                  <a:lnTo>
                    <a:pt x="132" y="4"/>
                  </a:lnTo>
                  <a:lnTo>
                    <a:pt x="156" y="4"/>
                  </a:lnTo>
                  <a:lnTo>
                    <a:pt x="176" y="3"/>
                  </a:lnTo>
                  <a:lnTo>
                    <a:pt x="195" y="3"/>
                  </a:lnTo>
                  <a:lnTo>
                    <a:pt x="210" y="1"/>
                  </a:lnTo>
                  <a:lnTo>
                    <a:pt x="223" y="1"/>
                  </a:lnTo>
                  <a:lnTo>
                    <a:pt x="233" y="1"/>
                  </a:lnTo>
                  <a:lnTo>
                    <a:pt x="243" y="1"/>
                  </a:lnTo>
                  <a:lnTo>
                    <a:pt x="250" y="1"/>
                  </a:lnTo>
                  <a:lnTo>
                    <a:pt x="257" y="0"/>
                  </a:lnTo>
                  <a:lnTo>
                    <a:pt x="262" y="0"/>
                  </a:lnTo>
                  <a:lnTo>
                    <a:pt x="267" y="1"/>
                  </a:lnTo>
                  <a:lnTo>
                    <a:pt x="272" y="1"/>
                  </a:lnTo>
                  <a:lnTo>
                    <a:pt x="278" y="1"/>
                  </a:lnTo>
                  <a:lnTo>
                    <a:pt x="283" y="1"/>
                  </a:lnTo>
                  <a:lnTo>
                    <a:pt x="282" y="7"/>
                  </a:lnTo>
                  <a:lnTo>
                    <a:pt x="282" y="12"/>
                  </a:lnTo>
                  <a:lnTo>
                    <a:pt x="282" y="18"/>
                  </a:lnTo>
                  <a:lnTo>
                    <a:pt x="281" y="24"/>
                  </a:lnTo>
                  <a:lnTo>
                    <a:pt x="257" y="27"/>
                  </a:lnTo>
                  <a:lnTo>
                    <a:pt x="234" y="38"/>
                  </a:lnTo>
                  <a:lnTo>
                    <a:pt x="214" y="53"/>
                  </a:lnTo>
                  <a:lnTo>
                    <a:pt x="194" y="70"/>
                  </a:lnTo>
                  <a:lnTo>
                    <a:pt x="175" y="88"/>
                  </a:lnTo>
                  <a:lnTo>
                    <a:pt x="155" y="107"/>
                  </a:lnTo>
                  <a:lnTo>
                    <a:pt x="135" y="122"/>
                  </a:lnTo>
                  <a:lnTo>
                    <a:pt x="112" y="133"/>
                  </a:lnTo>
                  <a:close/>
                </a:path>
              </a:pathLst>
            </a:custGeom>
            <a:solidFill>
              <a:srgbClr val="66999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6" name="Google Shape;896;p25"/>
            <p:cNvSpPr/>
            <p:nvPr/>
          </p:nvSpPr>
          <p:spPr>
            <a:xfrm>
              <a:off x="3567" y="3295"/>
              <a:ext cx="172" cy="90"/>
            </a:xfrm>
            <a:custGeom>
              <a:rect b="b" l="l" r="r" t="t"/>
              <a:pathLst>
                <a:path extrusionOk="0" h="90" w="172">
                  <a:moveTo>
                    <a:pt x="3" y="90"/>
                  </a:moveTo>
                  <a:lnTo>
                    <a:pt x="1" y="89"/>
                  </a:lnTo>
                  <a:lnTo>
                    <a:pt x="0" y="87"/>
                  </a:lnTo>
                  <a:lnTo>
                    <a:pt x="0" y="86"/>
                  </a:lnTo>
                  <a:lnTo>
                    <a:pt x="0" y="81"/>
                  </a:lnTo>
                  <a:lnTo>
                    <a:pt x="13" y="71"/>
                  </a:lnTo>
                  <a:lnTo>
                    <a:pt x="29" y="54"/>
                  </a:lnTo>
                  <a:lnTo>
                    <a:pt x="49" y="37"/>
                  </a:lnTo>
                  <a:lnTo>
                    <a:pt x="71" y="19"/>
                  </a:lnTo>
                  <a:lnTo>
                    <a:pt x="92" y="6"/>
                  </a:lnTo>
                  <a:lnTo>
                    <a:pt x="113" y="0"/>
                  </a:lnTo>
                  <a:lnTo>
                    <a:pt x="131" y="2"/>
                  </a:lnTo>
                  <a:lnTo>
                    <a:pt x="146" y="17"/>
                  </a:lnTo>
                  <a:lnTo>
                    <a:pt x="152" y="23"/>
                  </a:lnTo>
                  <a:lnTo>
                    <a:pt x="160" y="29"/>
                  </a:lnTo>
                  <a:lnTo>
                    <a:pt x="166" y="35"/>
                  </a:lnTo>
                  <a:lnTo>
                    <a:pt x="172" y="42"/>
                  </a:lnTo>
                  <a:lnTo>
                    <a:pt x="171" y="52"/>
                  </a:lnTo>
                  <a:lnTo>
                    <a:pt x="170" y="63"/>
                  </a:lnTo>
                  <a:lnTo>
                    <a:pt x="166" y="74"/>
                  </a:lnTo>
                  <a:lnTo>
                    <a:pt x="162" y="84"/>
                  </a:lnTo>
                  <a:lnTo>
                    <a:pt x="142" y="84"/>
                  </a:lnTo>
                  <a:lnTo>
                    <a:pt x="122" y="86"/>
                  </a:lnTo>
                  <a:lnTo>
                    <a:pt x="102" y="86"/>
                  </a:lnTo>
                  <a:lnTo>
                    <a:pt x="83" y="87"/>
                  </a:lnTo>
                  <a:lnTo>
                    <a:pt x="63" y="87"/>
                  </a:lnTo>
                  <a:lnTo>
                    <a:pt x="43" y="89"/>
                  </a:lnTo>
                  <a:lnTo>
                    <a:pt x="23" y="89"/>
                  </a:lnTo>
                  <a:lnTo>
                    <a:pt x="3" y="90"/>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7" name="Google Shape;897;p25"/>
            <p:cNvSpPr/>
            <p:nvPr/>
          </p:nvSpPr>
          <p:spPr>
            <a:xfrm>
              <a:off x="4370" y="2600"/>
              <a:ext cx="113" cy="769"/>
            </a:xfrm>
            <a:custGeom>
              <a:rect b="b" l="l" r="r" t="t"/>
              <a:pathLst>
                <a:path extrusionOk="0" h="769" w="113">
                  <a:moveTo>
                    <a:pt x="7" y="769"/>
                  </a:moveTo>
                  <a:lnTo>
                    <a:pt x="4" y="645"/>
                  </a:lnTo>
                  <a:lnTo>
                    <a:pt x="1" y="520"/>
                  </a:lnTo>
                  <a:lnTo>
                    <a:pt x="0" y="396"/>
                  </a:lnTo>
                  <a:lnTo>
                    <a:pt x="1" y="274"/>
                  </a:lnTo>
                  <a:lnTo>
                    <a:pt x="9" y="237"/>
                  </a:lnTo>
                  <a:lnTo>
                    <a:pt x="19" y="202"/>
                  </a:lnTo>
                  <a:lnTo>
                    <a:pt x="30" y="168"/>
                  </a:lnTo>
                  <a:lnTo>
                    <a:pt x="41" y="135"/>
                  </a:lnTo>
                  <a:lnTo>
                    <a:pt x="54" y="101"/>
                  </a:lnTo>
                  <a:lnTo>
                    <a:pt x="66" y="68"/>
                  </a:lnTo>
                  <a:lnTo>
                    <a:pt x="78" y="36"/>
                  </a:lnTo>
                  <a:lnTo>
                    <a:pt x="88" y="2"/>
                  </a:lnTo>
                  <a:lnTo>
                    <a:pt x="89" y="2"/>
                  </a:lnTo>
                  <a:lnTo>
                    <a:pt x="92" y="0"/>
                  </a:lnTo>
                  <a:lnTo>
                    <a:pt x="93" y="0"/>
                  </a:lnTo>
                  <a:lnTo>
                    <a:pt x="94" y="0"/>
                  </a:lnTo>
                  <a:lnTo>
                    <a:pt x="93" y="31"/>
                  </a:lnTo>
                  <a:lnTo>
                    <a:pt x="89" y="61"/>
                  </a:lnTo>
                  <a:lnTo>
                    <a:pt x="80" y="92"/>
                  </a:lnTo>
                  <a:lnTo>
                    <a:pt x="68" y="123"/>
                  </a:lnTo>
                  <a:lnTo>
                    <a:pt x="68" y="124"/>
                  </a:lnTo>
                  <a:lnTo>
                    <a:pt x="69" y="126"/>
                  </a:lnTo>
                  <a:lnTo>
                    <a:pt x="69" y="127"/>
                  </a:lnTo>
                  <a:lnTo>
                    <a:pt x="69" y="129"/>
                  </a:lnTo>
                  <a:lnTo>
                    <a:pt x="75" y="118"/>
                  </a:lnTo>
                  <a:lnTo>
                    <a:pt x="83" y="104"/>
                  </a:lnTo>
                  <a:lnTo>
                    <a:pt x="89" y="92"/>
                  </a:lnTo>
                  <a:lnTo>
                    <a:pt x="93" y="81"/>
                  </a:lnTo>
                  <a:lnTo>
                    <a:pt x="94" y="81"/>
                  </a:lnTo>
                  <a:lnTo>
                    <a:pt x="97" y="81"/>
                  </a:lnTo>
                  <a:lnTo>
                    <a:pt x="98" y="81"/>
                  </a:lnTo>
                  <a:lnTo>
                    <a:pt x="100" y="81"/>
                  </a:lnTo>
                  <a:lnTo>
                    <a:pt x="95" y="104"/>
                  </a:lnTo>
                  <a:lnTo>
                    <a:pt x="85" y="129"/>
                  </a:lnTo>
                  <a:lnTo>
                    <a:pt x="73" y="155"/>
                  </a:lnTo>
                  <a:lnTo>
                    <a:pt x="59" y="181"/>
                  </a:lnTo>
                  <a:lnTo>
                    <a:pt x="45" y="207"/>
                  </a:lnTo>
                  <a:lnTo>
                    <a:pt x="35" y="233"/>
                  </a:lnTo>
                  <a:lnTo>
                    <a:pt x="27" y="255"/>
                  </a:lnTo>
                  <a:lnTo>
                    <a:pt x="27" y="277"/>
                  </a:lnTo>
                  <a:lnTo>
                    <a:pt x="36" y="257"/>
                  </a:lnTo>
                  <a:lnTo>
                    <a:pt x="45" y="237"/>
                  </a:lnTo>
                  <a:lnTo>
                    <a:pt x="53" y="217"/>
                  </a:lnTo>
                  <a:lnTo>
                    <a:pt x="60" y="197"/>
                  </a:lnTo>
                  <a:lnTo>
                    <a:pt x="68" y="178"/>
                  </a:lnTo>
                  <a:lnTo>
                    <a:pt x="78" y="159"/>
                  </a:lnTo>
                  <a:lnTo>
                    <a:pt x="88" y="141"/>
                  </a:lnTo>
                  <a:lnTo>
                    <a:pt x="100" y="124"/>
                  </a:lnTo>
                  <a:lnTo>
                    <a:pt x="102" y="145"/>
                  </a:lnTo>
                  <a:lnTo>
                    <a:pt x="95" y="167"/>
                  </a:lnTo>
                  <a:lnTo>
                    <a:pt x="87" y="188"/>
                  </a:lnTo>
                  <a:lnTo>
                    <a:pt x="74" y="208"/>
                  </a:lnTo>
                  <a:lnTo>
                    <a:pt x="63" y="228"/>
                  </a:lnTo>
                  <a:lnTo>
                    <a:pt x="53" y="246"/>
                  </a:lnTo>
                  <a:lnTo>
                    <a:pt x="46" y="262"/>
                  </a:lnTo>
                  <a:lnTo>
                    <a:pt x="46" y="277"/>
                  </a:lnTo>
                  <a:lnTo>
                    <a:pt x="53" y="265"/>
                  </a:lnTo>
                  <a:lnTo>
                    <a:pt x="58" y="252"/>
                  </a:lnTo>
                  <a:lnTo>
                    <a:pt x="64" y="240"/>
                  </a:lnTo>
                  <a:lnTo>
                    <a:pt x="70" y="229"/>
                  </a:lnTo>
                  <a:lnTo>
                    <a:pt x="78" y="219"/>
                  </a:lnTo>
                  <a:lnTo>
                    <a:pt x="84" y="208"/>
                  </a:lnTo>
                  <a:lnTo>
                    <a:pt x="90" y="197"/>
                  </a:lnTo>
                  <a:lnTo>
                    <a:pt x="98" y="187"/>
                  </a:lnTo>
                  <a:lnTo>
                    <a:pt x="100" y="187"/>
                  </a:lnTo>
                  <a:lnTo>
                    <a:pt x="102" y="187"/>
                  </a:lnTo>
                  <a:lnTo>
                    <a:pt x="104" y="187"/>
                  </a:lnTo>
                  <a:lnTo>
                    <a:pt x="105" y="188"/>
                  </a:lnTo>
                  <a:lnTo>
                    <a:pt x="103" y="204"/>
                  </a:lnTo>
                  <a:lnTo>
                    <a:pt x="98" y="219"/>
                  </a:lnTo>
                  <a:lnTo>
                    <a:pt x="90" y="234"/>
                  </a:lnTo>
                  <a:lnTo>
                    <a:pt x="82" y="249"/>
                  </a:lnTo>
                  <a:lnTo>
                    <a:pt x="74" y="263"/>
                  </a:lnTo>
                  <a:lnTo>
                    <a:pt x="66" y="275"/>
                  </a:lnTo>
                  <a:lnTo>
                    <a:pt x="63" y="286"/>
                  </a:lnTo>
                  <a:lnTo>
                    <a:pt x="61" y="294"/>
                  </a:lnTo>
                  <a:lnTo>
                    <a:pt x="66" y="286"/>
                  </a:lnTo>
                  <a:lnTo>
                    <a:pt x="71" y="278"/>
                  </a:lnTo>
                  <a:lnTo>
                    <a:pt x="76" y="269"/>
                  </a:lnTo>
                  <a:lnTo>
                    <a:pt x="83" y="262"/>
                  </a:lnTo>
                  <a:lnTo>
                    <a:pt x="88" y="252"/>
                  </a:lnTo>
                  <a:lnTo>
                    <a:pt x="94" y="246"/>
                  </a:lnTo>
                  <a:lnTo>
                    <a:pt x="100" y="242"/>
                  </a:lnTo>
                  <a:lnTo>
                    <a:pt x="107" y="239"/>
                  </a:lnTo>
                  <a:lnTo>
                    <a:pt x="104" y="257"/>
                  </a:lnTo>
                  <a:lnTo>
                    <a:pt x="98" y="272"/>
                  </a:lnTo>
                  <a:lnTo>
                    <a:pt x="90" y="286"/>
                  </a:lnTo>
                  <a:lnTo>
                    <a:pt x="82" y="298"/>
                  </a:lnTo>
                  <a:lnTo>
                    <a:pt x="73" y="310"/>
                  </a:lnTo>
                  <a:lnTo>
                    <a:pt x="65" y="324"/>
                  </a:lnTo>
                  <a:lnTo>
                    <a:pt x="58" y="338"/>
                  </a:lnTo>
                  <a:lnTo>
                    <a:pt x="53" y="353"/>
                  </a:lnTo>
                  <a:lnTo>
                    <a:pt x="60" y="347"/>
                  </a:lnTo>
                  <a:lnTo>
                    <a:pt x="66" y="339"/>
                  </a:lnTo>
                  <a:lnTo>
                    <a:pt x="73" y="330"/>
                  </a:lnTo>
                  <a:lnTo>
                    <a:pt x="79" y="321"/>
                  </a:lnTo>
                  <a:lnTo>
                    <a:pt x="85" y="312"/>
                  </a:lnTo>
                  <a:lnTo>
                    <a:pt x="93" y="303"/>
                  </a:lnTo>
                  <a:lnTo>
                    <a:pt x="100" y="295"/>
                  </a:lnTo>
                  <a:lnTo>
                    <a:pt x="109" y="288"/>
                  </a:lnTo>
                  <a:lnTo>
                    <a:pt x="107" y="303"/>
                  </a:lnTo>
                  <a:lnTo>
                    <a:pt x="102" y="318"/>
                  </a:lnTo>
                  <a:lnTo>
                    <a:pt x="93" y="332"/>
                  </a:lnTo>
                  <a:lnTo>
                    <a:pt x="84" y="344"/>
                  </a:lnTo>
                  <a:lnTo>
                    <a:pt x="74" y="356"/>
                  </a:lnTo>
                  <a:lnTo>
                    <a:pt x="65" y="368"/>
                  </a:lnTo>
                  <a:lnTo>
                    <a:pt x="60" y="379"/>
                  </a:lnTo>
                  <a:lnTo>
                    <a:pt x="58" y="390"/>
                  </a:lnTo>
                  <a:lnTo>
                    <a:pt x="73" y="373"/>
                  </a:lnTo>
                  <a:lnTo>
                    <a:pt x="83" y="361"/>
                  </a:lnTo>
                  <a:lnTo>
                    <a:pt x="92" y="352"/>
                  </a:lnTo>
                  <a:lnTo>
                    <a:pt x="97" y="346"/>
                  </a:lnTo>
                  <a:lnTo>
                    <a:pt x="102" y="341"/>
                  </a:lnTo>
                  <a:lnTo>
                    <a:pt x="104" y="338"/>
                  </a:lnTo>
                  <a:lnTo>
                    <a:pt x="107" y="336"/>
                  </a:lnTo>
                  <a:lnTo>
                    <a:pt x="109" y="335"/>
                  </a:lnTo>
                  <a:lnTo>
                    <a:pt x="107" y="346"/>
                  </a:lnTo>
                  <a:lnTo>
                    <a:pt x="100" y="359"/>
                  </a:lnTo>
                  <a:lnTo>
                    <a:pt x="92" y="375"/>
                  </a:lnTo>
                  <a:lnTo>
                    <a:pt x="80" y="391"/>
                  </a:lnTo>
                  <a:lnTo>
                    <a:pt x="69" y="408"/>
                  </a:lnTo>
                  <a:lnTo>
                    <a:pt x="58" y="425"/>
                  </a:lnTo>
                  <a:lnTo>
                    <a:pt x="49" y="437"/>
                  </a:lnTo>
                  <a:lnTo>
                    <a:pt x="43" y="448"/>
                  </a:lnTo>
                  <a:lnTo>
                    <a:pt x="44" y="448"/>
                  </a:lnTo>
                  <a:lnTo>
                    <a:pt x="45" y="448"/>
                  </a:lnTo>
                  <a:lnTo>
                    <a:pt x="48" y="448"/>
                  </a:lnTo>
                  <a:lnTo>
                    <a:pt x="49" y="448"/>
                  </a:lnTo>
                  <a:lnTo>
                    <a:pt x="55" y="439"/>
                  </a:lnTo>
                  <a:lnTo>
                    <a:pt x="61" y="428"/>
                  </a:lnTo>
                  <a:lnTo>
                    <a:pt x="69" y="417"/>
                  </a:lnTo>
                  <a:lnTo>
                    <a:pt x="76" y="405"/>
                  </a:lnTo>
                  <a:lnTo>
                    <a:pt x="85" y="394"/>
                  </a:lnTo>
                  <a:lnTo>
                    <a:pt x="94" y="385"/>
                  </a:lnTo>
                  <a:lnTo>
                    <a:pt x="102" y="379"/>
                  </a:lnTo>
                  <a:lnTo>
                    <a:pt x="110" y="375"/>
                  </a:lnTo>
                  <a:lnTo>
                    <a:pt x="108" y="390"/>
                  </a:lnTo>
                  <a:lnTo>
                    <a:pt x="102" y="404"/>
                  </a:lnTo>
                  <a:lnTo>
                    <a:pt x="94" y="417"/>
                  </a:lnTo>
                  <a:lnTo>
                    <a:pt x="84" y="431"/>
                  </a:lnTo>
                  <a:lnTo>
                    <a:pt x="75" y="443"/>
                  </a:lnTo>
                  <a:lnTo>
                    <a:pt x="66" y="454"/>
                  </a:lnTo>
                  <a:lnTo>
                    <a:pt x="63" y="465"/>
                  </a:lnTo>
                  <a:lnTo>
                    <a:pt x="61" y="474"/>
                  </a:lnTo>
                  <a:lnTo>
                    <a:pt x="66" y="468"/>
                  </a:lnTo>
                  <a:lnTo>
                    <a:pt x="73" y="460"/>
                  </a:lnTo>
                  <a:lnTo>
                    <a:pt x="78" y="453"/>
                  </a:lnTo>
                  <a:lnTo>
                    <a:pt x="84" y="445"/>
                  </a:lnTo>
                  <a:lnTo>
                    <a:pt x="90" y="439"/>
                  </a:lnTo>
                  <a:lnTo>
                    <a:pt x="97" y="433"/>
                  </a:lnTo>
                  <a:lnTo>
                    <a:pt x="103" y="428"/>
                  </a:lnTo>
                  <a:lnTo>
                    <a:pt x="109" y="425"/>
                  </a:lnTo>
                  <a:lnTo>
                    <a:pt x="107" y="436"/>
                  </a:lnTo>
                  <a:lnTo>
                    <a:pt x="102" y="446"/>
                  </a:lnTo>
                  <a:lnTo>
                    <a:pt x="93" y="460"/>
                  </a:lnTo>
                  <a:lnTo>
                    <a:pt x="83" y="474"/>
                  </a:lnTo>
                  <a:lnTo>
                    <a:pt x="71" y="488"/>
                  </a:lnTo>
                  <a:lnTo>
                    <a:pt x="61" y="503"/>
                  </a:lnTo>
                  <a:lnTo>
                    <a:pt x="53" y="517"/>
                  </a:lnTo>
                  <a:lnTo>
                    <a:pt x="46" y="529"/>
                  </a:lnTo>
                  <a:lnTo>
                    <a:pt x="48" y="529"/>
                  </a:lnTo>
                  <a:lnTo>
                    <a:pt x="49" y="529"/>
                  </a:lnTo>
                  <a:lnTo>
                    <a:pt x="50" y="529"/>
                  </a:lnTo>
                  <a:lnTo>
                    <a:pt x="51" y="529"/>
                  </a:lnTo>
                  <a:lnTo>
                    <a:pt x="58" y="518"/>
                  </a:lnTo>
                  <a:lnTo>
                    <a:pt x="64" y="507"/>
                  </a:lnTo>
                  <a:lnTo>
                    <a:pt x="70" y="497"/>
                  </a:lnTo>
                  <a:lnTo>
                    <a:pt x="78" y="488"/>
                  </a:lnTo>
                  <a:lnTo>
                    <a:pt x="85" y="478"/>
                  </a:lnTo>
                  <a:lnTo>
                    <a:pt x="93" y="471"/>
                  </a:lnTo>
                  <a:lnTo>
                    <a:pt x="102" y="465"/>
                  </a:lnTo>
                  <a:lnTo>
                    <a:pt x="110" y="462"/>
                  </a:lnTo>
                  <a:lnTo>
                    <a:pt x="107" y="477"/>
                  </a:lnTo>
                  <a:lnTo>
                    <a:pt x="98" y="494"/>
                  </a:lnTo>
                  <a:lnTo>
                    <a:pt x="87" y="511"/>
                  </a:lnTo>
                  <a:lnTo>
                    <a:pt x="73" y="526"/>
                  </a:lnTo>
                  <a:lnTo>
                    <a:pt x="59" y="541"/>
                  </a:lnTo>
                  <a:lnTo>
                    <a:pt x="46" y="556"/>
                  </a:lnTo>
                  <a:lnTo>
                    <a:pt x="39" y="569"/>
                  </a:lnTo>
                  <a:lnTo>
                    <a:pt x="37" y="579"/>
                  </a:lnTo>
                  <a:lnTo>
                    <a:pt x="44" y="572"/>
                  </a:lnTo>
                  <a:lnTo>
                    <a:pt x="51" y="561"/>
                  </a:lnTo>
                  <a:lnTo>
                    <a:pt x="60" y="549"/>
                  </a:lnTo>
                  <a:lnTo>
                    <a:pt x="70" y="537"/>
                  </a:lnTo>
                  <a:lnTo>
                    <a:pt x="82" y="526"/>
                  </a:lnTo>
                  <a:lnTo>
                    <a:pt x="92" y="517"/>
                  </a:lnTo>
                  <a:lnTo>
                    <a:pt x="102" y="509"/>
                  </a:lnTo>
                  <a:lnTo>
                    <a:pt x="110" y="506"/>
                  </a:lnTo>
                  <a:lnTo>
                    <a:pt x="108" y="520"/>
                  </a:lnTo>
                  <a:lnTo>
                    <a:pt x="100" y="533"/>
                  </a:lnTo>
                  <a:lnTo>
                    <a:pt x="89" y="547"/>
                  </a:lnTo>
                  <a:lnTo>
                    <a:pt x="78" y="561"/>
                  </a:lnTo>
                  <a:lnTo>
                    <a:pt x="66" y="573"/>
                  </a:lnTo>
                  <a:lnTo>
                    <a:pt x="56" y="584"/>
                  </a:lnTo>
                  <a:lnTo>
                    <a:pt x="51" y="595"/>
                  </a:lnTo>
                  <a:lnTo>
                    <a:pt x="51" y="604"/>
                  </a:lnTo>
                  <a:lnTo>
                    <a:pt x="58" y="596"/>
                  </a:lnTo>
                  <a:lnTo>
                    <a:pt x="65" y="587"/>
                  </a:lnTo>
                  <a:lnTo>
                    <a:pt x="73" y="579"/>
                  </a:lnTo>
                  <a:lnTo>
                    <a:pt x="80" y="570"/>
                  </a:lnTo>
                  <a:lnTo>
                    <a:pt x="88" y="562"/>
                  </a:lnTo>
                  <a:lnTo>
                    <a:pt x="95" y="555"/>
                  </a:lnTo>
                  <a:lnTo>
                    <a:pt x="104" y="549"/>
                  </a:lnTo>
                  <a:lnTo>
                    <a:pt x="113" y="544"/>
                  </a:lnTo>
                  <a:lnTo>
                    <a:pt x="112" y="561"/>
                  </a:lnTo>
                  <a:lnTo>
                    <a:pt x="108" y="575"/>
                  </a:lnTo>
                  <a:lnTo>
                    <a:pt x="100" y="587"/>
                  </a:lnTo>
                  <a:lnTo>
                    <a:pt x="93" y="598"/>
                  </a:lnTo>
                  <a:lnTo>
                    <a:pt x="83" y="607"/>
                  </a:lnTo>
                  <a:lnTo>
                    <a:pt x="73" y="616"/>
                  </a:lnTo>
                  <a:lnTo>
                    <a:pt x="60" y="625"/>
                  </a:lnTo>
                  <a:lnTo>
                    <a:pt x="49" y="634"/>
                  </a:lnTo>
                  <a:lnTo>
                    <a:pt x="49" y="636"/>
                  </a:lnTo>
                  <a:lnTo>
                    <a:pt x="50" y="637"/>
                  </a:lnTo>
                  <a:lnTo>
                    <a:pt x="50" y="640"/>
                  </a:lnTo>
                  <a:lnTo>
                    <a:pt x="50" y="642"/>
                  </a:lnTo>
                  <a:lnTo>
                    <a:pt x="56" y="636"/>
                  </a:lnTo>
                  <a:lnTo>
                    <a:pt x="64" y="630"/>
                  </a:lnTo>
                  <a:lnTo>
                    <a:pt x="70" y="624"/>
                  </a:lnTo>
                  <a:lnTo>
                    <a:pt x="78" y="616"/>
                  </a:lnTo>
                  <a:lnTo>
                    <a:pt x="85" y="611"/>
                  </a:lnTo>
                  <a:lnTo>
                    <a:pt x="93" y="607"/>
                  </a:lnTo>
                  <a:lnTo>
                    <a:pt x="102" y="602"/>
                  </a:lnTo>
                  <a:lnTo>
                    <a:pt x="110" y="601"/>
                  </a:lnTo>
                  <a:lnTo>
                    <a:pt x="108" y="611"/>
                  </a:lnTo>
                  <a:lnTo>
                    <a:pt x="103" y="621"/>
                  </a:lnTo>
                  <a:lnTo>
                    <a:pt x="94" y="631"/>
                  </a:lnTo>
                  <a:lnTo>
                    <a:pt x="84" y="640"/>
                  </a:lnTo>
                  <a:lnTo>
                    <a:pt x="73" y="650"/>
                  </a:lnTo>
                  <a:lnTo>
                    <a:pt x="61" y="659"/>
                  </a:lnTo>
                  <a:lnTo>
                    <a:pt x="51" y="666"/>
                  </a:lnTo>
                  <a:lnTo>
                    <a:pt x="44" y="672"/>
                  </a:lnTo>
                  <a:lnTo>
                    <a:pt x="51" y="671"/>
                  </a:lnTo>
                  <a:lnTo>
                    <a:pt x="59" y="666"/>
                  </a:lnTo>
                  <a:lnTo>
                    <a:pt x="68" y="659"/>
                  </a:lnTo>
                  <a:lnTo>
                    <a:pt x="75" y="651"/>
                  </a:lnTo>
                  <a:lnTo>
                    <a:pt x="84" y="643"/>
                  </a:lnTo>
                  <a:lnTo>
                    <a:pt x="93" y="637"/>
                  </a:lnTo>
                  <a:lnTo>
                    <a:pt x="102" y="634"/>
                  </a:lnTo>
                  <a:lnTo>
                    <a:pt x="110" y="634"/>
                  </a:lnTo>
                  <a:lnTo>
                    <a:pt x="110" y="640"/>
                  </a:lnTo>
                  <a:lnTo>
                    <a:pt x="110" y="645"/>
                  </a:lnTo>
                  <a:lnTo>
                    <a:pt x="109" y="651"/>
                  </a:lnTo>
                  <a:lnTo>
                    <a:pt x="109" y="657"/>
                  </a:lnTo>
                  <a:lnTo>
                    <a:pt x="98" y="666"/>
                  </a:lnTo>
                  <a:lnTo>
                    <a:pt x="89" y="672"/>
                  </a:lnTo>
                  <a:lnTo>
                    <a:pt x="83" y="679"/>
                  </a:lnTo>
                  <a:lnTo>
                    <a:pt x="79" y="682"/>
                  </a:lnTo>
                  <a:lnTo>
                    <a:pt x="76" y="685"/>
                  </a:lnTo>
                  <a:lnTo>
                    <a:pt x="74" y="686"/>
                  </a:lnTo>
                  <a:lnTo>
                    <a:pt x="73" y="689"/>
                  </a:lnTo>
                  <a:lnTo>
                    <a:pt x="71" y="691"/>
                  </a:lnTo>
                  <a:lnTo>
                    <a:pt x="73" y="691"/>
                  </a:lnTo>
                  <a:lnTo>
                    <a:pt x="73" y="692"/>
                  </a:lnTo>
                  <a:lnTo>
                    <a:pt x="73" y="692"/>
                  </a:lnTo>
                  <a:lnTo>
                    <a:pt x="74" y="694"/>
                  </a:lnTo>
                  <a:lnTo>
                    <a:pt x="88" y="685"/>
                  </a:lnTo>
                  <a:lnTo>
                    <a:pt x="97" y="680"/>
                  </a:lnTo>
                  <a:lnTo>
                    <a:pt x="103" y="677"/>
                  </a:lnTo>
                  <a:lnTo>
                    <a:pt x="110" y="674"/>
                  </a:lnTo>
                  <a:lnTo>
                    <a:pt x="105" y="683"/>
                  </a:lnTo>
                  <a:lnTo>
                    <a:pt x="95" y="695"/>
                  </a:lnTo>
                  <a:lnTo>
                    <a:pt x="80" y="711"/>
                  </a:lnTo>
                  <a:lnTo>
                    <a:pt x="63" y="726"/>
                  </a:lnTo>
                  <a:lnTo>
                    <a:pt x="45" y="741"/>
                  </a:lnTo>
                  <a:lnTo>
                    <a:pt x="29" y="755"/>
                  </a:lnTo>
                  <a:lnTo>
                    <a:pt x="16" y="764"/>
                  </a:lnTo>
                  <a:lnTo>
                    <a:pt x="7" y="769"/>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8" name="Google Shape;898;p25"/>
            <p:cNvSpPr/>
            <p:nvPr/>
          </p:nvSpPr>
          <p:spPr>
            <a:xfrm>
              <a:off x="4472" y="3306"/>
              <a:ext cx="56" cy="47"/>
            </a:xfrm>
            <a:custGeom>
              <a:rect b="b" l="l" r="r" t="t"/>
              <a:pathLst>
                <a:path extrusionOk="0" h="47" w="56">
                  <a:moveTo>
                    <a:pt x="7" y="46"/>
                  </a:moveTo>
                  <a:lnTo>
                    <a:pt x="2" y="32"/>
                  </a:lnTo>
                  <a:lnTo>
                    <a:pt x="1" y="20"/>
                  </a:lnTo>
                  <a:lnTo>
                    <a:pt x="0" y="9"/>
                  </a:lnTo>
                  <a:lnTo>
                    <a:pt x="1" y="0"/>
                  </a:lnTo>
                  <a:lnTo>
                    <a:pt x="3" y="0"/>
                  </a:lnTo>
                  <a:lnTo>
                    <a:pt x="6" y="0"/>
                  </a:lnTo>
                  <a:lnTo>
                    <a:pt x="8" y="0"/>
                  </a:lnTo>
                  <a:lnTo>
                    <a:pt x="11" y="0"/>
                  </a:lnTo>
                  <a:lnTo>
                    <a:pt x="15" y="5"/>
                  </a:lnTo>
                  <a:lnTo>
                    <a:pt x="20" y="11"/>
                  </a:lnTo>
                  <a:lnTo>
                    <a:pt x="25" y="15"/>
                  </a:lnTo>
                  <a:lnTo>
                    <a:pt x="31" y="20"/>
                  </a:lnTo>
                  <a:lnTo>
                    <a:pt x="37" y="24"/>
                  </a:lnTo>
                  <a:lnTo>
                    <a:pt x="44" y="29"/>
                  </a:lnTo>
                  <a:lnTo>
                    <a:pt x="50" y="35"/>
                  </a:lnTo>
                  <a:lnTo>
                    <a:pt x="56" y="40"/>
                  </a:lnTo>
                  <a:lnTo>
                    <a:pt x="52" y="43"/>
                  </a:lnTo>
                  <a:lnTo>
                    <a:pt x="46" y="46"/>
                  </a:lnTo>
                  <a:lnTo>
                    <a:pt x="40" y="46"/>
                  </a:lnTo>
                  <a:lnTo>
                    <a:pt x="32" y="47"/>
                  </a:lnTo>
                  <a:lnTo>
                    <a:pt x="24" y="47"/>
                  </a:lnTo>
                  <a:lnTo>
                    <a:pt x="17" y="46"/>
                  </a:lnTo>
                  <a:lnTo>
                    <a:pt x="11" y="46"/>
                  </a:lnTo>
                  <a:lnTo>
                    <a:pt x="7" y="46"/>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99" name="Google Shape;899;p25"/>
            <p:cNvSpPr/>
            <p:nvPr/>
          </p:nvSpPr>
          <p:spPr>
            <a:xfrm>
              <a:off x="4148" y="2269"/>
              <a:ext cx="609" cy="1069"/>
            </a:xfrm>
            <a:custGeom>
              <a:rect b="b" l="l" r="r" t="t"/>
              <a:pathLst>
                <a:path extrusionOk="0" h="1069" w="609">
                  <a:moveTo>
                    <a:pt x="403" y="1069"/>
                  </a:moveTo>
                  <a:lnTo>
                    <a:pt x="395" y="1065"/>
                  </a:lnTo>
                  <a:lnTo>
                    <a:pt x="388" y="1060"/>
                  </a:lnTo>
                  <a:lnTo>
                    <a:pt x="380" y="1055"/>
                  </a:lnTo>
                  <a:lnTo>
                    <a:pt x="373" y="1049"/>
                  </a:lnTo>
                  <a:lnTo>
                    <a:pt x="365" y="1043"/>
                  </a:lnTo>
                  <a:lnTo>
                    <a:pt x="359" y="1039"/>
                  </a:lnTo>
                  <a:lnTo>
                    <a:pt x="353" y="1034"/>
                  </a:lnTo>
                  <a:lnTo>
                    <a:pt x="348" y="1029"/>
                  </a:lnTo>
                  <a:lnTo>
                    <a:pt x="348" y="948"/>
                  </a:lnTo>
                  <a:lnTo>
                    <a:pt x="346" y="864"/>
                  </a:lnTo>
                  <a:lnTo>
                    <a:pt x="345" y="782"/>
                  </a:lnTo>
                  <a:lnTo>
                    <a:pt x="346" y="699"/>
                  </a:lnTo>
                  <a:lnTo>
                    <a:pt x="371" y="696"/>
                  </a:lnTo>
                  <a:lnTo>
                    <a:pt x="393" y="698"/>
                  </a:lnTo>
                  <a:lnTo>
                    <a:pt x="412" y="703"/>
                  </a:lnTo>
                  <a:lnTo>
                    <a:pt x="429" y="710"/>
                  </a:lnTo>
                  <a:lnTo>
                    <a:pt x="446" y="722"/>
                  </a:lnTo>
                  <a:lnTo>
                    <a:pt x="461" y="739"/>
                  </a:lnTo>
                  <a:lnTo>
                    <a:pt x="478" y="758"/>
                  </a:lnTo>
                  <a:lnTo>
                    <a:pt x="496" y="782"/>
                  </a:lnTo>
                  <a:lnTo>
                    <a:pt x="497" y="782"/>
                  </a:lnTo>
                  <a:lnTo>
                    <a:pt x="499" y="782"/>
                  </a:lnTo>
                  <a:lnTo>
                    <a:pt x="499" y="782"/>
                  </a:lnTo>
                  <a:lnTo>
                    <a:pt x="500" y="782"/>
                  </a:lnTo>
                  <a:lnTo>
                    <a:pt x="506" y="774"/>
                  </a:lnTo>
                  <a:lnTo>
                    <a:pt x="511" y="768"/>
                  </a:lnTo>
                  <a:lnTo>
                    <a:pt x="516" y="761"/>
                  </a:lnTo>
                  <a:lnTo>
                    <a:pt x="519" y="751"/>
                  </a:lnTo>
                  <a:lnTo>
                    <a:pt x="511" y="754"/>
                  </a:lnTo>
                  <a:lnTo>
                    <a:pt x="506" y="756"/>
                  </a:lnTo>
                  <a:lnTo>
                    <a:pt x="502" y="758"/>
                  </a:lnTo>
                  <a:lnTo>
                    <a:pt x="497" y="759"/>
                  </a:lnTo>
                  <a:lnTo>
                    <a:pt x="486" y="744"/>
                  </a:lnTo>
                  <a:lnTo>
                    <a:pt x="476" y="730"/>
                  </a:lnTo>
                  <a:lnTo>
                    <a:pt x="466" y="719"/>
                  </a:lnTo>
                  <a:lnTo>
                    <a:pt x="457" y="710"/>
                  </a:lnTo>
                  <a:lnTo>
                    <a:pt x="447" y="703"/>
                  </a:lnTo>
                  <a:lnTo>
                    <a:pt x="437" y="695"/>
                  </a:lnTo>
                  <a:lnTo>
                    <a:pt x="424" y="689"/>
                  </a:lnTo>
                  <a:lnTo>
                    <a:pt x="409" y="684"/>
                  </a:lnTo>
                  <a:lnTo>
                    <a:pt x="410" y="683"/>
                  </a:lnTo>
                  <a:lnTo>
                    <a:pt x="410" y="681"/>
                  </a:lnTo>
                  <a:lnTo>
                    <a:pt x="410" y="678"/>
                  </a:lnTo>
                  <a:lnTo>
                    <a:pt x="412" y="677"/>
                  </a:lnTo>
                  <a:lnTo>
                    <a:pt x="424" y="677"/>
                  </a:lnTo>
                  <a:lnTo>
                    <a:pt x="438" y="677"/>
                  </a:lnTo>
                  <a:lnTo>
                    <a:pt x="452" y="680"/>
                  </a:lnTo>
                  <a:lnTo>
                    <a:pt x="466" y="684"/>
                  </a:lnTo>
                  <a:lnTo>
                    <a:pt x="477" y="692"/>
                  </a:lnTo>
                  <a:lnTo>
                    <a:pt x="490" y="703"/>
                  </a:lnTo>
                  <a:lnTo>
                    <a:pt x="500" y="715"/>
                  </a:lnTo>
                  <a:lnTo>
                    <a:pt x="507" y="730"/>
                  </a:lnTo>
                  <a:lnTo>
                    <a:pt x="516" y="727"/>
                  </a:lnTo>
                  <a:lnTo>
                    <a:pt x="519" y="719"/>
                  </a:lnTo>
                  <a:lnTo>
                    <a:pt x="519" y="710"/>
                  </a:lnTo>
                  <a:lnTo>
                    <a:pt x="516" y="703"/>
                  </a:lnTo>
                  <a:lnTo>
                    <a:pt x="506" y="695"/>
                  </a:lnTo>
                  <a:lnTo>
                    <a:pt x="497" y="690"/>
                  </a:lnTo>
                  <a:lnTo>
                    <a:pt x="491" y="686"/>
                  </a:lnTo>
                  <a:lnTo>
                    <a:pt x="486" y="681"/>
                  </a:lnTo>
                  <a:lnTo>
                    <a:pt x="481" y="678"/>
                  </a:lnTo>
                  <a:lnTo>
                    <a:pt x="476" y="674"/>
                  </a:lnTo>
                  <a:lnTo>
                    <a:pt x="471" y="667"/>
                  </a:lnTo>
                  <a:lnTo>
                    <a:pt x="463" y="661"/>
                  </a:lnTo>
                  <a:lnTo>
                    <a:pt x="447" y="658"/>
                  </a:lnTo>
                  <a:lnTo>
                    <a:pt x="432" y="658"/>
                  </a:lnTo>
                  <a:lnTo>
                    <a:pt x="417" y="660"/>
                  </a:lnTo>
                  <a:lnTo>
                    <a:pt x="403" y="663"/>
                  </a:lnTo>
                  <a:lnTo>
                    <a:pt x="389" y="667"/>
                  </a:lnTo>
                  <a:lnTo>
                    <a:pt x="375" y="672"/>
                  </a:lnTo>
                  <a:lnTo>
                    <a:pt x="360" y="678"/>
                  </a:lnTo>
                  <a:lnTo>
                    <a:pt x="346" y="683"/>
                  </a:lnTo>
                  <a:lnTo>
                    <a:pt x="344" y="597"/>
                  </a:lnTo>
                  <a:lnTo>
                    <a:pt x="340" y="464"/>
                  </a:lnTo>
                  <a:lnTo>
                    <a:pt x="330" y="339"/>
                  </a:lnTo>
                  <a:lnTo>
                    <a:pt x="315" y="275"/>
                  </a:lnTo>
                  <a:lnTo>
                    <a:pt x="298" y="273"/>
                  </a:lnTo>
                  <a:lnTo>
                    <a:pt x="281" y="272"/>
                  </a:lnTo>
                  <a:lnTo>
                    <a:pt x="263" y="272"/>
                  </a:lnTo>
                  <a:lnTo>
                    <a:pt x="246" y="272"/>
                  </a:lnTo>
                  <a:lnTo>
                    <a:pt x="227" y="272"/>
                  </a:lnTo>
                  <a:lnTo>
                    <a:pt x="209" y="272"/>
                  </a:lnTo>
                  <a:lnTo>
                    <a:pt x="190" y="272"/>
                  </a:lnTo>
                  <a:lnTo>
                    <a:pt x="173" y="273"/>
                  </a:lnTo>
                  <a:lnTo>
                    <a:pt x="155" y="275"/>
                  </a:lnTo>
                  <a:lnTo>
                    <a:pt x="136" y="275"/>
                  </a:lnTo>
                  <a:lnTo>
                    <a:pt x="119" y="276"/>
                  </a:lnTo>
                  <a:lnTo>
                    <a:pt x="102" y="278"/>
                  </a:lnTo>
                  <a:lnTo>
                    <a:pt x="85" y="279"/>
                  </a:lnTo>
                  <a:lnTo>
                    <a:pt x="68" y="279"/>
                  </a:lnTo>
                  <a:lnTo>
                    <a:pt x="52" y="281"/>
                  </a:lnTo>
                  <a:lnTo>
                    <a:pt x="37" y="281"/>
                  </a:lnTo>
                  <a:lnTo>
                    <a:pt x="34" y="217"/>
                  </a:lnTo>
                  <a:lnTo>
                    <a:pt x="32" y="157"/>
                  </a:lnTo>
                  <a:lnTo>
                    <a:pt x="25" y="99"/>
                  </a:lnTo>
                  <a:lnTo>
                    <a:pt x="18" y="43"/>
                  </a:lnTo>
                  <a:lnTo>
                    <a:pt x="8" y="23"/>
                  </a:lnTo>
                  <a:lnTo>
                    <a:pt x="4" y="11"/>
                  </a:lnTo>
                  <a:lnTo>
                    <a:pt x="2" y="5"/>
                  </a:lnTo>
                  <a:lnTo>
                    <a:pt x="0" y="0"/>
                  </a:lnTo>
                  <a:lnTo>
                    <a:pt x="22" y="6"/>
                  </a:lnTo>
                  <a:lnTo>
                    <a:pt x="39" y="11"/>
                  </a:lnTo>
                  <a:lnTo>
                    <a:pt x="54" y="15"/>
                  </a:lnTo>
                  <a:lnTo>
                    <a:pt x="68" y="20"/>
                  </a:lnTo>
                  <a:lnTo>
                    <a:pt x="85" y="24"/>
                  </a:lnTo>
                  <a:lnTo>
                    <a:pt x="103" y="30"/>
                  </a:lnTo>
                  <a:lnTo>
                    <a:pt x="127" y="38"/>
                  </a:lnTo>
                  <a:lnTo>
                    <a:pt x="159" y="49"/>
                  </a:lnTo>
                  <a:lnTo>
                    <a:pt x="174" y="47"/>
                  </a:lnTo>
                  <a:lnTo>
                    <a:pt x="187" y="46"/>
                  </a:lnTo>
                  <a:lnTo>
                    <a:pt x="198" y="44"/>
                  </a:lnTo>
                  <a:lnTo>
                    <a:pt x="207" y="46"/>
                  </a:lnTo>
                  <a:lnTo>
                    <a:pt x="215" y="49"/>
                  </a:lnTo>
                  <a:lnTo>
                    <a:pt x="222" y="58"/>
                  </a:lnTo>
                  <a:lnTo>
                    <a:pt x="228" y="70"/>
                  </a:lnTo>
                  <a:lnTo>
                    <a:pt x="234" y="90"/>
                  </a:lnTo>
                  <a:lnTo>
                    <a:pt x="246" y="107"/>
                  </a:lnTo>
                  <a:lnTo>
                    <a:pt x="258" y="124"/>
                  </a:lnTo>
                  <a:lnTo>
                    <a:pt x="271" y="140"/>
                  </a:lnTo>
                  <a:lnTo>
                    <a:pt x="283" y="157"/>
                  </a:lnTo>
                  <a:lnTo>
                    <a:pt x="296" y="176"/>
                  </a:lnTo>
                  <a:lnTo>
                    <a:pt x="309" y="194"/>
                  </a:lnTo>
                  <a:lnTo>
                    <a:pt x="321" y="212"/>
                  </a:lnTo>
                  <a:lnTo>
                    <a:pt x="334" y="232"/>
                  </a:lnTo>
                  <a:lnTo>
                    <a:pt x="331" y="234"/>
                  </a:lnTo>
                  <a:lnTo>
                    <a:pt x="330" y="234"/>
                  </a:lnTo>
                  <a:lnTo>
                    <a:pt x="329" y="234"/>
                  </a:lnTo>
                  <a:lnTo>
                    <a:pt x="326" y="232"/>
                  </a:lnTo>
                  <a:lnTo>
                    <a:pt x="326" y="234"/>
                  </a:lnTo>
                  <a:lnTo>
                    <a:pt x="326" y="234"/>
                  </a:lnTo>
                  <a:lnTo>
                    <a:pt x="325" y="235"/>
                  </a:lnTo>
                  <a:lnTo>
                    <a:pt x="325" y="237"/>
                  </a:lnTo>
                  <a:lnTo>
                    <a:pt x="330" y="240"/>
                  </a:lnTo>
                  <a:lnTo>
                    <a:pt x="335" y="243"/>
                  </a:lnTo>
                  <a:lnTo>
                    <a:pt x="339" y="246"/>
                  </a:lnTo>
                  <a:lnTo>
                    <a:pt x="344" y="249"/>
                  </a:lnTo>
                  <a:lnTo>
                    <a:pt x="348" y="253"/>
                  </a:lnTo>
                  <a:lnTo>
                    <a:pt x="353" y="257"/>
                  </a:lnTo>
                  <a:lnTo>
                    <a:pt x="358" y="263"/>
                  </a:lnTo>
                  <a:lnTo>
                    <a:pt x="363" y="269"/>
                  </a:lnTo>
                  <a:lnTo>
                    <a:pt x="361" y="270"/>
                  </a:lnTo>
                  <a:lnTo>
                    <a:pt x="359" y="272"/>
                  </a:lnTo>
                  <a:lnTo>
                    <a:pt x="358" y="275"/>
                  </a:lnTo>
                  <a:lnTo>
                    <a:pt x="356" y="276"/>
                  </a:lnTo>
                  <a:lnTo>
                    <a:pt x="345" y="272"/>
                  </a:lnTo>
                  <a:lnTo>
                    <a:pt x="339" y="269"/>
                  </a:lnTo>
                  <a:lnTo>
                    <a:pt x="336" y="267"/>
                  </a:lnTo>
                  <a:lnTo>
                    <a:pt x="332" y="267"/>
                  </a:lnTo>
                  <a:lnTo>
                    <a:pt x="340" y="273"/>
                  </a:lnTo>
                  <a:lnTo>
                    <a:pt x="349" y="278"/>
                  </a:lnTo>
                  <a:lnTo>
                    <a:pt x="356" y="283"/>
                  </a:lnTo>
                  <a:lnTo>
                    <a:pt x="365" y="289"/>
                  </a:lnTo>
                  <a:lnTo>
                    <a:pt x="373" y="295"/>
                  </a:lnTo>
                  <a:lnTo>
                    <a:pt x="382" y="302"/>
                  </a:lnTo>
                  <a:lnTo>
                    <a:pt x="388" y="313"/>
                  </a:lnTo>
                  <a:lnTo>
                    <a:pt x="395" y="324"/>
                  </a:lnTo>
                  <a:lnTo>
                    <a:pt x="394" y="324"/>
                  </a:lnTo>
                  <a:lnTo>
                    <a:pt x="394" y="325"/>
                  </a:lnTo>
                  <a:lnTo>
                    <a:pt x="393" y="325"/>
                  </a:lnTo>
                  <a:lnTo>
                    <a:pt x="392" y="327"/>
                  </a:lnTo>
                  <a:lnTo>
                    <a:pt x="388" y="324"/>
                  </a:lnTo>
                  <a:lnTo>
                    <a:pt x="383" y="321"/>
                  </a:lnTo>
                  <a:lnTo>
                    <a:pt x="376" y="318"/>
                  </a:lnTo>
                  <a:lnTo>
                    <a:pt x="371" y="315"/>
                  </a:lnTo>
                  <a:lnTo>
                    <a:pt x="366" y="312"/>
                  </a:lnTo>
                  <a:lnTo>
                    <a:pt x="361" y="308"/>
                  </a:lnTo>
                  <a:lnTo>
                    <a:pt x="356" y="308"/>
                  </a:lnTo>
                  <a:lnTo>
                    <a:pt x="354" y="308"/>
                  </a:lnTo>
                  <a:lnTo>
                    <a:pt x="360" y="316"/>
                  </a:lnTo>
                  <a:lnTo>
                    <a:pt x="366" y="322"/>
                  </a:lnTo>
                  <a:lnTo>
                    <a:pt x="375" y="328"/>
                  </a:lnTo>
                  <a:lnTo>
                    <a:pt x="385" y="334"/>
                  </a:lnTo>
                  <a:lnTo>
                    <a:pt x="395" y="342"/>
                  </a:lnTo>
                  <a:lnTo>
                    <a:pt x="405" y="350"/>
                  </a:lnTo>
                  <a:lnTo>
                    <a:pt x="414" y="359"/>
                  </a:lnTo>
                  <a:lnTo>
                    <a:pt x="423" y="370"/>
                  </a:lnTo>
                  <a:lnTo>
                    <a:pt x="422" y="370"/>
                  </a:lnTo>
                  <a:lnTo>
                    <a:pt x="422" y="371"/>
                  </a:lnTo>
                  <a:lnTo>
                    <a:pt x="422" y="371"/>
                  </a:lnTo>
                  <a:lnTo>
                    <a:pt x="421" y="373"/>
                  </a:lnTo>
                  <a:lnTo>
                    <a:pt x="413" y="368"/>
                  </a:lnTo>
                  <a:lnTo>
                    <a:pt x="407" y="363"/>
                  </a:lnTo>
                  <a:lnTo>
                    <a:pt x="399" y="359"/>
                  </a:lnTo>
                  <a:lnTo>
                    <a:pt x="392" y="354"/>
                  </a:lnTo>
                  <a:lnTo>
                    <a:pt x="385" y="350"/>
                  </a:lnTo>
                  <a:lnTo>
                    <a:pt x="379" y="348"/>
                  </a:lnTo>
                  <a:lnTo>
                    <a:pt x="373" y="347"/>
                  </a:lnTo>
                  <a:lnTo>
                    <a:pt x="366" y="347"/>
                  </a:lnTo>
                  <a:lnTo>
                    <a:pt x="375" y="357"/>
                  </a:lnTo>
                  <a:lnTo>
                    <a:pt x="385" y="365"/>
                  </a:lnTo>
                  <a:lnTo>
                    <a:pt x="397" y="373"/>
                  </a:lnTo>
                  <a:lnTo>
                    <a:pt x="409" y="379"/>
                  </a:lnTo>
                  <a:lnTo>
                    <a:pt x="421" y="388"/>
                  </a:lnTo>
                  <a:lnTo>
                    <a:pt x="433" y="397"/>
                  </a:lnTo>
                  <a:lnTo>
                    <a:pt x="444" y="411"/>
                  </a:lnTo>
                  <a:lnTo>
                    <a:pt x="456" y="429"/>
                  </a:lnTo>
                  <a:lnTo>
                    <a:pt x="451" y="429"/>
                  </a:lnTo>
                  <a:lnTo>
                    <a:pt x="443" y="426"/>
                  </a:lnTo>
                  <a:lnTo>
                    <a:pt x="433" y="422"/>
                  </a:lnTo>
                  <a:lnTo>
                    <a:pt x="423" y="417"/>
                  </a:lnTo>
                  <a:lnTo>
                    <a:pt x="413" y="411"/>
                  </a:lnTo>
                  <a:lnTo>
                    <a:pt x="404" y="406"/>
                  </a:lnTo>
                  <a:lnTo>
                    <a:pt x="398" y="402"/>
                  </a:lnTo>
                  <a:lnTo>
                    <a:pt x="393" y="400"/>
                  </a:lnTo>
                  <a:lnTo>
                    <a:pt x="393" y="402"/>
                  </a:lnTo>
                  <a:lnTo>
                    <a:pt x="393" y="402"/>
                  </a:lnTo>
                  <a:lnTo>
                    <a:pt x="392" y="403"/>
                  </a:lnTo>
                  <a:lnTo>
                    <a:pt x="392" y="405"/>
                  </a:lnTo>
                  <a:lnTo>
                    <a:pt x="394" y="406"/>
                  </a:lnTo>
                  <a:lnTo>
                    <a:pt x="397" y="408"/>
                  </a:lnTo>
                  <a:lnTo>
                    <a:pt x="402" y="409"/>
                  </a:lnTo>
                  <a:lnTo>
                    <a:pt x="409" y="412"/>
                  </a:lnTo>
                  <a:lnTo>
                    <a:pt x="423" y="423"/>
                  </a:lnTo>
                  <a:lnTo>
                    <a:pt x="434" y="431"/>
                  </a:lnTo>
                  <a:lnTo>
                    <a:pt x="444" y="438"/>
                  </a:lnTo>
                  <a:lnTo>
                    <a:pt x="453" y="444"/>
                  </a:lnTo>
                  <a:lnTo>
                    <a:pt x="461" y="454"/>
                  </a:lnTo>
                  <a:lnTo>
                    <a:pt x="468" y="464"/>
                  </a:lnTo>
                  <a:lnTo>
                    <a:pt x="476" y="476"/>
                  </a:lnTo>
                  <a:lnTo>
                    <a:pt x="485" y="495"/>
                  </a:lnTo>
                  <a:lnTo>
                    <a:pt x="476" y="495"/>
                  </a:lnTo>
                  <a:lnTo>
                    <a:pt x="466" y="492"/>
                  </a:lnTo>
                  <a:lnTo>
                    <a:pt x="456" y="484"/>
                  </a:lnTo>
                  <a:lnTo>
                    <a:pt x="446" y="476"/>
                  </a:lnTo>
                  <a:lnTo>
                    <a:pt x="436" y="467"/>
                  </a:lnTo>
                  <a:lnTo>
                    <a:pt x="426" y="460"/>
                  </a:lnTo>
                  <a:lnTo>
                    <a:pt x="417" y="455"/>
                  </a:lnTo>
                  <a:lnTo>
                    <a:pt x="409" y="455"/>
                  </a:lnTo>
                  <a:lnTo>
                    <a:pt x="419" y="461"/>
                  </a:lnTo>
                  <a:lnTo>
                    <a:pt x="432" y="469"/>
                  </a:lnTo>
                  <a:lnTo>
                    <a:pt x="446" y="478"/>
                  </a:lnTo>
                  <a:lnTo>
                    <a:pt x="460" y="489"/>
                  </a:lnTo>
                  <a:lnTo>
                    <a:pt x="472" y="499"/>
                  </a:lnTo>
                  <a:lnTo>
                    <a:pt x="483" y="512"/>
                  </a:lnTo>
                  <a:lnTo>
                    <a:pt x="492" y="525"/>
                  </a:lnTo>
                  <a:lnTo>
                    <a:pt x="499" y="541"/>
                  </a:lnTo>
                  <a:lnTo>
                    <a:pt x="497" y="542"/>
                  </a:lnTo>
                  <a:lnTo>
                    <a:pt x="497" y="542"/>
                  </a:lnTo>
                  <a:lnTo>
                    <a:pt x="496" y="544"/>
                  </a:lnTo>
                  <a:lnTo>
                    <a:pt x="496" y="545"/>
                  </a:lnTo>
                  <a:lnTo>
                    <a:pt x="490" y="541"/>
                  </a:lnTo>
                  <a:lnTo>
                    <a:pt x="481" y="533"/>
                  </a:lnTo>
                  <a:lnTo>
                    <a:pt x="470" y="525"/>
                  </a:lnTo>
                  <a:lnTo>
                    <a:pt x="460" y="518"/>
                  </a:lnTo>
                  <a:lnTo>
                    <a:pt x="448" y="510"/>
                  </a:lnTo>
                  <a:lnTo>
                    <a:pt x="438" y="504"/>
                  </a:lnTo>
                  <a:lnTo>
                    <a:pt x="428" y="501"/>
                  </a:lnTo>
                  <a:lnTo>
                    <a:pt x="421" y="501"/>
                  </a:lnTo>
                  <a:lnTo>
                    <a:pt x="432" y="507"/>
                  </a:lnTo>
                  <a:lnTo>
                    <a:pt x="444" y="515"/>
                  </a:lnTo>
                  <a:lnTo>
                    <a:pt x="460" y="524"/>
                  </a:lnTo>
                  <a:lnTo>
                    <a:pt x="473" y="533"/>
                  </a:lnTo>
                  <a:lnTo>
                    <a:pt x="487" y="545"/>
                  </a:lnTo>
                  <a:lnTo>
                    <a:pt x="499" y="559"/>
                  </a:lnTo>
                  <a:lnTo>
                    <a:pt x="507" y="574"/>
                  </a:lnTo>
                  <a:lnTo>
                    <a:pt x="512" y="590"/>
                  </a:lnTo>
                  <a:lnTo>
                    <a:pt x="501" y="588"/>
                  </a:lnTo>
                  <a:lnTo>
                    <a:pt x="490" y="582"/>
                  </a:lnTo>
                  <a:lnTo>
                    <a:pt x="480" y="576"/>
                  </a:lnTo>
                  <a:lnTo>
                    <a:pt x="470" y="568"/>
                  </a:lnTo>
                  <a:lnTo>
                    <a:pt x="461" y="560"/>
                  </a:lnTo>
                  <a:lnTo>
                    <a:pt x="451" y="554"/>
                  </a:lnTo>
                  <a:lnTo>
                    <a:pt x="443" y="551"/>
                  </a:lnTo>
                  <a:lnTo>
                    <a:pt x="436" y="551"/>
                  </a:lnTo>
                  <a:lnTo>
                    <a:pt x="441" y="556"/>
                  </a:lnTo>
                  <a:lnTo>
                    <a:pt x="449" y="564"/>
                  </a:lnTo>
                  <a:lnTo>
                    <a:pt x="462" y="571"/>
                  </a:lnTo>
                  <a:lnTo>
                    <a:pt x="476" y="580"/>
                  </a:lnTo>
                  <a:lnTo>
                    <a:pt x="490" y="591"/>
                  </a:lnTo>
                  <a:lnTo>
                    <a:pt x="505" y="602"/>
                  </a:lnTo>
                  <a:lnTo>
                    <a:pt x="517" y="614"/>
                  </a:lnTo>
                  <a:lnTo>
                    <a:pt x="527" y="626"/>
                  </a:lnTo>
                  <a:lnTo>
                    <a:pt x="526" y="628"/>
                  </a:lnTo>
                  <a:lnTo>
                    <a:pt x="526" y="628"/>
                  </a:lnTo>
                  <a:lnTo>
                    <a:pt x="526" y="629"/>
                  </a:lnTo>
                  <a:lnTo>
                    <a:pt x="525" y="631"/>
                  </a:lnTo>
                  <a:lnTo>
                    <a:pt x="519" y="628"/>
                  </a:lnTo>
                  <a:lnTo>
                    <a:pt x="511" y="622"/>
                  </a:lnTo>
                  <a:lnTo>
                    <a:pt x="502" y="617"/>
                  </a:lnTo>
                  <a:lnTo>
                    <a:pt x="493" y="611"/>
                  </a:lnTo>
                  <a:lnTo>
                    <a:pt x="485" y="605"/>
                  </a:lnTo>
                  <a:lnTo>
                    <a:pt x="476" y="602"/>
                  </a:lnTo>
                  <a:lnTo>
                    <a:pt x="470" y="599"/>
                  </a:lnTo>
                  <a:lnTo>
                    <a:pt x="465" y="599"/>
                  </a:lnTo>
                  <a:lnTo>
                    <a:pt x="470" y="605"/>
                  </a:lnTo>
                  <a:lnTo>
                    <a:pt x="478" y="612"/>
                  </a:lnTo>
                  <a:lnTo>
                    <a:pt x="488" y="619"/>
                  </a:lnTo>
                  <a:lnTo>
                    <a:pt x="500" y="626"/>
                  </a:lnTo>
                  <a:lnTo>
                    <a:pt x="511" y="634"/>
                  </a:lnTo>
                  <a:lnTo>
                    <a:pt x="522" y="641"/>
                  </a:lnTo>
                  <a:lnTo>
                    <a:pt x="532" y="652"/>
                  </a:lnTo>
                  <a:lnTo>
                    <a:pt x="541" y="663"/>
                  </a:lnTo>
                  <a:lnTo>
                    <a:pt x="538" y="664"/>
                  </a:lnTo>
                  <a:lnTo>
                    <a:pt x="532" y="666"/>
                  </a:lnTo>
                  <a:lnTo>
                    <a:pt x="527" y="664"/>
                  </a:lnTo>
                  <a:lnTo>
                    <a:pt x="525" y="664"/>
                  </a:lnTo>
                  <a:lnTo>
                    <a:pt x="527" y="666"/>
                  </a:lnTo>
                  <a:lnTo>
                    <a:pt x="535" y="672"/>
                  </a:lnTo>
                  <a:lnTo>
                    <a:pt x="544" y="678"/>
                  </a:lnTo>
                  <a:lnTo>
                    <a:pt x="554" y="687"/>
                  </a:lnTo>
                  <a:lnTo>
                    <a:pt x="564" y="696"/>
                  </a:lnTo>
                  <a:lnTo>
                    <a:pt x="573" y="707"/>
                  </a:lnTo>
                  <a:lnTo>
                    <a:pt x="579" y="718"/>
                  </a:lnTo>
                  <a:lnTo>
                    <a:pt x="580" y="727"/>
                  </a:lnTo>
                  <a:lnTo>
                    <a:pt x="575" y="725"/>
                  </a:lnTo>
                  <a:lnTo>
                    <a:pt x="571" y="725"/>
                  </a:lnTo>
                  <a:lnTo>
                    <a:pt x="566" y="724"/>
                  </a:lnTo>
                  <a:lnTo>
                    <a:pt x="563" y="724"/>
                  </a:lnTo>
                  <a:lnTo>
                    <a:pt x="563" y="725"/>
                  </a:lnTo>
                  <a:lnTo>
                    <a:pt x="563" y="727"/>
                  </a:lnTo>
                  <a:lnTo>
                    <a:pt x="563" y="730"/>
                  </a:lnTo>
                  <a:lnTo>
                    <a:pt x="563" y="732"/>
                  </a:lnTo>
                  <a:lnTo>
                    <a:pt x="571" y="738"/>
                  </a:lnTo>
                  <a:lnTo>
                    <a:pt x="577" y="742"/>
                  </a:lnTo>
                  <a:lnTo>
                    <a:pt x="579" y="751"/>
                  </a:lnTo>
                  <a:lnTo>
                    <a:pt x="583" y="768"/>
                  </a:lnTo>
                  <a:lnTo>
                    <a:pt x="582" y="770"/>
                  </a:lnTo>
                  <a:lnTo>
                    <a:pt x="582" y="770"/>
                  </a:lnTo>
                  <a:lnTo>
                    <a:pt x="582" y="770"/>
                  </a:lnTo>
                  <a:lnTo>
                    <a:pt x="582" y="771"/>
                  </a:lnTo>
                  <a:lnTo>
                    <a:pt x="578" y="767"/>
                  </a:lnTo>
                  <a:lnTo>
                    <a:pt x="574" y="764"/>
                  </a:lnTo>
                  <a:lnTo>
                    <a:pt x="570" y="762"/>
                  </a:lnTo>
                  <a:lnTo>
                    <a:pt x="566" y="764"/>
                  </a:lnTo>
                  <a:lnTo>
                    <a:pt x="569" y="767"/>
                  </a:lnTo>
                  <a:lnTo>
                    <a:pt x="575" y="773"/>
                  </a:lnTo>
                  <a:lnTo>
                    <a:pt x="583" y="780"/>
                  </a:lnTo>
                  <a:lnTo>
                    <a:pt x="590" y="790"/>
                  </a:lnTo>
                  <a:lnTo>
                    <a:pt x="597" y="799"/>
                  </a:lnTo>
                  <a:lnTo>
                    <a:pt x="602" y="809"/>
                  </a:lnTo>
                  <a:lnTo>
                    <a:pt x="603" y="817"/>
                  </a:lnTo>
                  <a:lnTo>
                    <a:pt x="600" y="825"/>
                  </a:lnTo>
                  <a:lnTo>
                    <a:pt x="595" y="822"/>
                  </a:lnTo>
                  <a:lnTo>
                    <a:pt x="592" y="820"/>
                  </a:lnTo>
                  <a:lnTo>
                    <a:pt x="589" y="820"/>
                  </a:lnTo>
                  <a:lnTo>
                    <a:pt x="585" y="822"/>
                  </a:lnTo>
                  <a:lnTo>
                    <a:pt x="592" y="828"/>
                  </a:lnTo>
                  <a:lnTo>
                    <a:pt x="597" y="832"/>
                  </a:lnTo>
                  <a:lnTo>
                    <a:pt x="603" y="838"/>
                  </a:lnTo>
                  <a:lnTo>
                    <a:pt x="609" y="845"/>
                  </a:lnTo>
                  <a:lnTo>
                    <a:pt x="608" y="849"/>
                  </a:lnTo>
                  <a:lnTo>
                    <a:pt x="608" y="854"/>
                  </a:lnTo>
                  <a:lnTo>
                    <a:pt x="608" y="860"/>
                  </a:lnTo>
                  <a:lnTo>
                    <a:pt x="608" y="864"/>
                  </a:lnTo>
                  <a:lnTo>
                    <a:pt x="598" y="861"/>
                  </a:lnTo>
                  <a:lnTo>
                    <a:pt x="593" y="860"/>
                  </a:lnTo>
                  <a:lnTo>
                    <a:pt x="589" y="860"/>
                  </a:lnTo>
                  <a:lnTo>
                    <a:pt x="584" y="861"/>
                  </a:lnTo>
                  <a:lnTo>
                    <a:pt x="588" y="866"/>
                  </a:lnTo>
                  <a:lnTo>
                    <a:pt x="593" y="871"/>
                  </a:lnTo>
                  <a:lnTo>
                    <a:pt x="599" y="874"/>
                  </a:lnTo>
                  <a:lnTo>
                    <a:pt x="608" y="878"/>
                  </a:lnTo>
                  <a:lnTo>
                    <a:pt x="609" y="886"/>
                  </a:lnTo>
                  <a:lnTo>
                    <a:pt x="609" y="890"/>
                  </a:lnTo>
                  <a:lnTo>
                    <a:pt x="608" y="895"/>
                  </a:lnTo>
                  <a:lnTo>
                    <a:pt x="605" y="901"/>
                  </a:lnTo>
                  <a:lnTo>
                    <a:pt x="598" y="901"/>
                  </a:lnTo>
                  <a:lnTo>
                    <a:pt x="590" y="900"/>
                  </a:lnTo>
                  <a:lnTo>
                    <a:pt x="583" y="900"/>
                  </a:lnTo>
                  <a:lnTo>
                    <a:pt x="577" y="900"/>
                  </a:lnTo>
                  <a:lnTo>
                    <a:pt x="582" y="904"/>
                  </a:lnTo>
                  <a:lnTo>
                    <a:pt x="590" y="907"/>
                  </a:lnTo>
                  <a:lnTo>
                    <a:pt x="598" y="912"/>
                  </a:lnTo>
                  <a:lnTo>
                    <a:pt x="604" y="918"/>
                  </a:lnTo>
                  <a:lnTo>
                    <a:pt x="603" y="922"/>
                  </a:lnTo>
                  <a:lnTo>
                    <a:pt x="600" y="927"/>
                  </a:lnTo>
                  <a:lnTo>
                    <a:pt x="599" y="932"/>
                  </a:lnTo>
                  <a:lnTo>
                    <a:pt x="598" y="936"/>
                  </a:lnTo>
                  <a:lnTo>
                    <a:pt x="588" y="935"/>
                  </a:lnTo>
                  <a:lnTo>
                    <a:pt x="580" y="935"/>
                  </a:lnTo>
                  <a:lnTo>
                    <a:pt x="574" y="935"/>
                  </a:lnTo>
                  <a:lnTo>
                    <a:pt x="570" y="933"/>
                  </a:lnTo>
                  <a:lnTo>
                    <a:pt x="566" y="933"/>
                  </a:lnTo>
                  <a:lnTo>
                    <a:pt x="564" y="933"/>
                  </a:lnTo>
                  <a:lnTo>
                    <a:pt x="561" y="935"/>
                  </a:lnTo>
                  <a:lnTo>
                    <a:pt x="558" y="935"/>
                  </a:lnTo>
                  <a:lnTo>
                    <a:pt x="566" y="938"/>
                  </a:lnTo>
                  <a:lnTo>
                    <a:pt x="575" y="942"/>
                  </a:lnTo>
                  <a:lnTo>
                    <a:pt x="584" y="947"/>
                  </a:lnTo>
                  <a:lnTo>
                    <a:pt x="592" y="950"/>
                  </a:lnTo>
                  <a:lnTo>
                    <a:pt x="590" y="953"/>
                  </a:lnTo>
                  <a:lnTo>
                    <a:pt x="589" y="956"/>
                  </a:lnTo>
                  <a:lnTo>
                    <a:pt x="587" y="959"/>
                  </a:lnTo>
                  <a:lnTo>
                    <a:pt x="585" y="962"/>
                  </a:lnTo>
                  <a:lnTo>
                    <a:pt x="579" y="962"/>
                  </a:lnTo>
                  <a:lnTo>
                    <a:pt x="573" y="962"/>
                  </a:lnTo>
                  <a:lnTo>
                    <a:pt x="566" y="961"/>
                  </a:lnTo>
                  <a:lnTo>
                    <a:pt x="560" y="961"/>
                  </a:lnTo>
                  <a:lnTo>
                    <a:pt x="555" y="959"/>
                  </a:lnTo>
                  <a:lnTo>
                    <a:pt x="550" y="958"/>
                  </a:lnTo>
                  <a:lnTo>
                    <a:pt x="544" y="956"/>
                  </a:lnTo>
                  <a:lnTo>
                    <a:pt x="539" y="955"/>
                  </a:lnTo>
                  <a:lnTo>
                    <a:pt x="539" y="956"/>
                  </a:lnTo>
                  <a:lnTo>
                    <a:pt x="539" y="958"/>
                  </a:lnTo>
                  <a:lnTo>
                    <a:pt x="539" y="959"/>
                  </a:lnTo>
                  <a:lnTo>
                    <a:pt x="539" y="961"/>
                  </a:lnTo>
                  <a:lnTo>
                    <a:pt x="544" y="962"/>
                  </a:lnTo>
                  <a:lnTo>
                    <a:pt x="548" y="964"/>
                  </a:lnTo>
                  <a:lnTo>
                    <a:pt x="551" y="965"/>
                  </a:lnTo>
                  <a:lnTo>
                    <a:pt x="556" y="967"/>
                  </a:lnTo>
                  <a:lnTo>
                    <a:pt x="561" y="970"/>
                  </a:lnTo>
                  <a:lnTo>
                    <a:pt x="566" y="971"/>
                  </a:lnTo>
                  <a:lnTo>
                    <a:pt x="573" y="974"/>
                  </a:lnTo>
                  <a:lnTo>
                    <a:pt x="582" y="976"/>
                  </a:lnTo>
                  <a:lnTo>
                    <a:pt x="582" y="977"/>
                  </a:lnTo>
                  <a:lnTo>
                    <a:pt x="580" y="981"/>
                  </a:lnTo>
                  <a:lnTo>
                    <a:pt x="580" y="982"/>
                  </a:lnTo>
                  <a:lnTo>
                    <a:pt x="579" y="985"/>
                  </a:lnTo>
                  <a:lnTo>
                    <a:pt x="568" y="988"/>
                  </a:lnTo>
                  <a:lnTo>
                    <a:pt x="558" y="990"/>
                  </a:lnTo>
                  <a:lnTo>
                    <a:pt x="550" y="991"/>
                  </a:lnTo>
                  <a:lnTo>
                    <a:pt x="544" y="990"/>
                  </a:lnTo>
                  <a:lnTo>
                    <a:pt x="536" y="988"/>
                  </a:lnTo>
                  <a:lnTo>
                    <a:pt x="530" y="985"/>
                  </a:lnTo>
                  <a:lnTo>
                    <a:pt x="522" y="981"/>
                  </a:lnTo>
                  <a:lnTo>
                    <a:pt x="512" y="974"/>
                  </a:lnTo>
                  <a:lnTo>
                    <a:pt x="511" y="974"/>
                  </a:lnTo>
                  <a:lnTo>
                    <a:pt x="509" y="974"/>
                  </a:lnTo>
                  <a:lnTo>
                    <a:pt x="507" y="974"/>
                  </a:lnTo>
                  <a:lnTo>
                    <a:pt x="506" y="976"/>
                  </a:lnTo>
                  <a:lnTo>
                    <a:pt x="509" y="979"/>
                  </a:lnTo>
                  <a:lnTo>
                    <a:pt x="514" y="982"/>
                  </a:lnTo>
                  <a:lnTo>
                    <a:pt x="520" y="987"/>
                  </a:lnTo>
                  <a:lnTo>
                    <a:pt x="526" y="991"/>
                  </a:lnTo>
                  <a:lnTo>
                    <a:pt x="534" y="996"/>
                  </a:lnTo>
                  <a:lnTo>
                    <a:pt x="539" y="1000"/>
                  </a:lnTo>
                  <a:lnTo>
                    <a:pt x="544" y="1003"/>
                  </a:lnTo>
                  <a:lnTo>
                    <a:pt x="545" y="1005"/>
                  </a:lnTo>
                  <a:lnTo>
                    <a:pt x="544" y="1007"/>
                  </a:lnTo>
                  <a:lnTo>
                    <a:pt x="544" y="1008"/>
                  </a:lnTo>
                  <a:lnTo>
                    <a:pt x="543" y="1010"/>
                  </a:lnTo>
                  <a:lnTo>
                    <a:pt x="541" y="1011"/>
                  </a:lnTo>
                  <a:lnTo>
                    <a:pt x="531" y="1010"/>
                  </a:lnTo>
                  <a:lnTo>
                    <a:pt x="520" y="1005"/>
                  </a:lnTo>
                  <a:lnTo>
                    <a:pt x="509" y="1000"/>
                  </a:lnTo>
                  <a:lnTo>
                    <a:pt x="497" y="996"/>
                  </a:lnTo>
                  <a:lnTo>
                    <a:pt x="487" y="991"/>
                  </a:lnTo>
                  <a:lnTo>
                    <a:pt x="477" y="987"/>
                  </a:lnTo>
                  <a:lnTo>
                    <a:pt x="470" y="984"/>
                  </a:lnTo>
                  <a:lnTo>
                    <a:pt x="465" y="984"/>
                  </a:lnTo>
                  <a:lnTo>
                    <a:pt x="472" y="988"/>
                  </a:lnTo>
                  <a:lnTo>
                    <a:pt x="478" y="993"/>
                  </a:lnTo>
                  <a:lnTo>
                    <a:pt x="486" y="997"/>
                  </a:lnTo>
                  <a:lnTo>
                    <a:pt x="493" y="1002"/>
                  </a:lnTo>
                  <a:lnTo>
                    <a:pt x="501" y="1008"/>
                  </a:lnTo>
                  <a:lnTo>
                    <a:pt x="507" y="1013"/>
                  </a:lnTo>
                  <a:lnTo>
                    <a:pt x="515" y="1017"/>
                  </a:lnTo>
                  <a:lnTo>
                    <a:pt x="521" y="1022"/>
                  </a:lnTo>
                  <a:lnTo>
                    <a:pt x="514" y="1026"/>
                  </a:lnTo>
                  <a:lnTo>
                    <a:pt x="504" y="1026"/>
                  </a:lnTo>
                  <a:lnTo>
                    <a:pt x="491" y="1022"/>
                  </a:lnTo>
                  <a:lnTo>
                    <a:pt x="480" y="1016"/>
                  </a:lnTo>
                  <a:lnTo>
                    <a:pt x="467" y="1007"/>
                  </a:lnTo>
                  <a:lnTo>
                    <a:pt x="456" y="999"/>
                  </a:lnTo>
                  <a:lnTo>
                    <a:pt x="447" y="991"/>
                  </a:lnTo>
                  <a:lnTo>
                    <a:pt x="439" y="988"/>
                  </a:lnTo>
                  <a:lnTo>
                    <a:pt x="442" y="996"/>
                  </a:lnTo>
                  <a:lnTo>
                    <a:pt x="448" y="1002"/>
                  </a:lnTo>
                  <a:lnTo>
                    <a:pt x="454" y="1007"/>
                  </a:lnTo>
                  <a:lnTo>
                    <a:pt x="462" y="1013"/>
                  </a:lnTo>
                  <a:lnTo>
                    <a:pt x="471" y="1017"/>
                  </a:lnTo>
                  <a:lnTo>
                    <a:pt x="478" y="1022"/>
                  </a:lnTo>
                  <a:lnTo>
                    <a:pt x="485" y="1029"/>
                  </a:lnTo>
                  <a:lnTo>
                    <a:pt x="488" y="1037"/>
                  </a:lnTo>
                  <a:lnTo>
                    <a:pt x="475" y="1039"/>
                  </a:lnTo>
                  <a:lnTo>
                    <a:pt x="461" y="1036"/>
                  </a:lnTo>
                  <a:lnTo>
                    <a:pt x="447" y="1029"/>
                  </a:lnTo>
                  <a:lnTo>
                    <a:pt x="434" y="1020"/>
                  </a:lnTo>
                  <a:lnTo>
                    <a:pt x="422" y="1010"/>
                  </a:lnTo>
                  <a:lnTo>
                    <a:pt x="410" y="1000"/>
                  </a:lnTo>
                  <a:lnTo>
                    <a:pt x="399" y="991"/>
                  </a:lnTo>
                  <a:lnTo>
                    <a:pt x="389" y="985"/>
                  </a:lnTo>
                  <a:lnTo>
                    <a:pt x="388" y="987"/>
                  </a:lnTo>
                  <a:lnTo>
                    <a:pt x="388" y="987"/>
                  </a:lnTo>
                  <a:lnTo>
                    <a:pt x="388" y="988"/>
                  </a:lnTo>
                  <a:lnTo>
                    <a:pt x="388" y="990"/>
                  </a:lnTo>
                  <a:lnTo>
                    <a:pt x="394" y="996"/>
                  </a:lnTo>
                  <a:lnTo>
                    <a:pt x="400" y="1003"/>
                  </a:lnTo>
                  <a:lnTo>
                    <a:pt x="408" y="1010"/>
                  </a:lnTo>
                  <a:lnTo>
                    <a:pt x="415" y="1017"/>
                  </a:lnTo>
                  <a:lnTo>
                    <a:pt x="424" y="1023"/>
                  </a:lnTo>
                  <a:lnTo>
                    <a:pt x="433" y="1031"/>
                  </a:lnTo>
                  <a:lnTo>
                    <a:pt x="442" y="1037"/>
                  </a:lnTo>
                  <a:lnTo>
                    <a:pt x="451" y="1045"/>
                  </a:lnTo>
                  <a:lnTo>
                    <a:pt x="451" y="1048"/>
                  </a:lnTo>
                  <a:lnTo>
                    <a:pt x="451" y="1049"/>
                  </a:lnTo>
                  <a:lnTo>
                    <a:pt x="449" y="1051"/>
                  </a:lnTo>
                  <a:lnTo>
                    <a:pt x="447" y="1052"/>
                  </a:lnTo>
                  <a:lnTo>
                    <a:pt x="441" y="1048"/>
                  </a:lnTo>
                  <a:lnTo>
                    <a:pt x="437" y="1046"/>
                  </a:lnTo>
                  <a:lnTo>
                    <a:pt x="434" y="1048"/>
                  </a:lnTo>
                  <a:lnTo>
                    <a:pt x="429" y="1051"/>
                  </a:lnTo>
                  <a:lnTo>
                    <a:pt x="422" y="1045"/>
                  </a:lnTo>
                  <a:lnTo>
                    <a:pt x="414" y="1039"/>
                  </a:lnTo>
                  <a:lnTo>
                    <a:pt x="407" y="1032"/>
                  </a:lnTo>
                  <a:lnTo>
                    <a:pt x="399" y="1028"/>
                  </a:lnTo>
                  <a:lnTo>
                    <a:pt x="392" y="1022"/>
                  </a:lnTo>
                  <a:lnTo>
                    <a:pt x="385" y="1016"/>
                  </a:lnTo>
                  <a:lnTo>
                    <a:pt x="380" y="1010"/>
                  </a:lnTo>
                  <a:lnTo>
                    <a:pt x="375" y="1005"/>
                  </a:lnTo>
                  <a:lnTo>
                    <a:pt x="374" y="1008"/>
                  </a:lnTo>
                  <a:lnTo>
                    <a:pt x="374" y="1010"/>
                  </a:lnTo>
                  <a:lnTo>
                    <a:pt x="374" y="1013"/>
                  </a:lnTo>
                  <a:lnTo>
                    <a:pt x="374" y="1014"/>
                  </a:lnTo>
                  <a:lnTo>
                    <a:pt x="379" y="1020"/>
                  </a:lnTo>
                  <a:lnTo>
                    <a:pt x="384" y="1025"/>
                  </a:lnTo>
                  <a:lnTo>
                    <a:pt x="388" y="1031"/>
                  </a:lnTo>
                  <a:lnTo>
                    <a:pt x="393" y="1037"/>
                  </a:lnTo>
                  <a:lnTo>
                    <a:pt x="398" y="1043"/>
                  </a:lnTo>
                  <a:lnTo>
                    <a:pt x="403" y="1048"/>
                  </a:lnTo>
                  <a:lnTo>
                    <a:pt x="408" y="1054"/>
                  </a:lnTo>
                  <a:lnTo>
                    <a:pt x="413" y="1060"/>
                  </a:lnTo>
                  <a:lnTo>
                    <a:pt x="408" y="1066"/>
                  </a:lnTo>
                  <a:lnTo>
                    <a:pt x="405" y="1069"/>
                  </a:lnTo>
                  <a:lnTo>
                    <a:pt x="404" y="1069"/>
                  </a:lnTo>
                  <a:lnTo>
                    <a:pt x="403" y="1069"/>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0" name="Google Shape;900;p25"/>
            <p:cNvSpPr/>
            <p:nvPr/>
          </p:nvSpPr>
          <p:spPr>
            <a:xfrm>
              <a:off x="3216" y="2478"/>
              <a:ext cx="484" cy="851"/>
            </a:xfrm>
            <a:custGeom>
              <a:rect b="b" l="l" r="r" t="t"/>
              <a:pathLst>
                <a:path extrusionOk="0" h="851" w="484">
                  <a:moveTo>
                    <a:pt x="122" y="851"/>
                  </a:moveTo>
                  <a:lnTo>
                    <a:pt x="117" y="846"/>
                  </a:lnTo>
                  <a:lnTo>
                    <a:pt x="110" y="839"/>
                  </a:lnTo>
                  <a:lnTo>
                    <a:pt x="99" y="831"/>
                  </a:lnTo>
                  <a:lnTo>
                    <a:pt x="89" y="823"/>
                  </a:lnTo>
                  <a:lnTo>
                    <a:pt x="79" y="816"/>
                  </a:lnTo>
                  <a:lnTo>
                    <a:pt x="72" y="808"/>
                  </a:lnTo>
                  <a:lnTo>
                    <a:pt x="66" y="804"/>
                  </a:lnTo>
                  <a:lnTo>
                    <a:pt x="63" y="802"/>
                  </a:lnTo>
                  <a:lnTo>
                    <a:pt x="64" y="805"/>
                  </a:lnTo>
                  <a:lnTo>
                    <a:pt x="66" y="808"/>
                  </a:lnTo>
                  <a:lnTo>
                    <a:pt x="66" y="811"/>
                  </a:lnTo>
                  <a:lnTo>
                    <a:pt x="67" y="814"/>
                  </a:lnTo>
                  <a:lnTo>
                    <a:pt x="66" y="816"/>
                  </a:lnTo>
                  <a:lnTo>
                    <a:pt x="66" y="816"/>
                  </a:lnTo>
                  <a:lnTo>
                    <a:pt x="64" y="816"/>
                  </a:lnTo>
                  <a:lnTo>
                    <a:pt x="64" y="817"/>
                  </a:lnTo>
                  <a:lnTo>
                    <a:pt x="62" y="816"/>
                  </a:lnTo>
                  <a:lnTo>
                    <a:pt x="60" y="813"/>
                  </a:lnTo>
                  <a:lnTo>
                    <a:pt x="58" y="811"/>
                  </a:lnTo>
                  <a:lnTo>
                    <a:pt x="55" y="810"/>
                  </a:lnTo>
                  <a:lnTo>
                    <a:pt x="54" y="811"/>
                  </a:lnTo>
                  <a:lnTo>
                    <a:pt x="52" y="811"/>
                  </a:lnTo>
                  <a:lnTo>
                    <a:pt x="50" y="813"/>
                  </a:lnTo>
                  <a:lnTo>
                    <a:pt x="49" y="814"/>
                  </a:lnTo>
                  <a:lnTo>
                    <a:pt x="28" y="793"/>
                  </a:lnTo>
                  <a:lnTo>
                    <a:pt x="13" y="770"/>
                  </a:lnTo>
                  <a:lnTo>
                    <a:pt x="4" y="749"/>
                  </a:lnTo>
                  <a:lnTo>
                    <a:pt x="0" y="724"/>
                  </a:lnTo>
                  <a:lnTo>
                    <a:pt x="0" y="700"/>
                  </a:lnTo>
                  <a:lnTo>
                    <a:pt x="3" y="671"/>
                  </a:lnTo>
                  <a:lnTo>
                    <a:pt x="6" y="640"/>
                  </a:lnTo>
                  <a:lnTo>
                    <a:pt x="10" y="605"/>
                  </a:lnTo>
                  <a:lnTo>
                    <a:pt x="23" y="584"/>
                  </a:lnTo>
                  <a:lnTo>
                    <a:pt x="30" y="567"/>
                  </a:lnTo>
                  <a:lnTo>
                    <a:pt x="34" y="556"/>
                  </a:lnTo>
                  <a:lnTo>
                    <a:pt x="35" y="547"/>
                  </a:lnTo>
                  <a:lnTo>
                    <a:pt x="34" y="539"/>
                  </a:lnTo>
                  <a:lnTo>
                    <a:pt x="30" y="530"/>
                  </a:lnTo>
                  <a:lnTo>
                    <a:pt x="27" y="516"/>
                  </a:lnTo>
                  <a:lnTo>
                    <a:pt x="21" y="498"/>
                  </a:lnTo>
                  <a:lnTo>
                    <a:pt x="30" y="497"/>
                  </a:lnTo>
                  <a:lnTo>
                    <a:pt x="39" y="492"/>
                  </a:lnTo>
                  <a:lnTo>
                    <a:pt x="48" y="487"/>
                  </a:lnTo>
                  <a:lnTo>
                    <a:pt x="58" y="483"/>
                  </a:lnTo>
                  <a:lnTo>
                    <a:pt x="68" y="477"/>
                  </a:lnTo>
                  <a:lnTo>
                    <a:pt x="78" y="471"/>
                  </a:lnTo>
                  <a:lnTo>
                    <a:pt x="87" y="465"/>
                  </a:lnTo>
                  <a:lnTo>
                    <a:pt x="96" y="460"/>
                  </a:lnTo>
                  <a:lnTo>
                    <a:pt x="112" y="431"/>
                  </a:lnTo>
                  <a:lnTo>
                    <a:pt x="127" y="402"/>
                  </a:lnTo>
                  <a:lnTo>
                    <a:pt x="144" y="373"/>
                  </a:lnTo>
                  <a:lnTo>
                    <a:pt x="159" y="344"/>
                  </a:lnTo>
                  <a:lnTo>
                    <a:pt x="175" y="315"/>
                  </a:lnTo>
                  <a:lnTo>
                    <a:pt x="190" y="286"/>
                  </a:lnTo>
                  <a:lnTo>
                    <a:pt x="206" y="257"/>
                  </a:lnTo>
                  <a:lnTo>
                    <a:pt x="222" y="228"/>
                  </a:lnTo>
                  <a:lnTo>
                    <a:pt x="238" y="200"/>
                  </a:lnTo>
                  <a:lnTo>
                    <a:pt x="254" y="171"/>
                  </a:lnTo>
                  <a:lnTo>
                    <a:pt x="271" y="142"/>
                  </a:lnTo>
                  <a:lnTo>
                    <a:pt x="287" y="115"/>
                  </a:lnTo>
                  <a:lnTo>
                    <a:pt x="303" y="87"/>
                  </a:lnTo>
                  <a:lnTo>
                    <a:pt x="321" y="60"/>
                  </a:lnTo>
                  <a:lnTo>
                    <a:pt x="337" y="32"/>
                  </a:lnTo>
                  <a:lnTo>
                    <a:pt x="355" y="5"/>
                  </a:lnTo>
                  <a:lnTo>
                    <a:pt x="360" y="5"/>
                  </a:lnTo>
                  <a:lnTo>
                    <a:pt x="365" y="5"/>
                  </a:lnTo>
                  <a:lnTo>
                    <a:pt x="370" y="3"/>
                  </a:lnTo>
                  <a:lnTo>
                    <a:pt x="374" y="2"/>
                  </a:lnTo>
                  <a:lnTo>
                    <a:pt x="378" y="2"/>
                  </a:lnTo>
                  <a:lnTo>
                    <a:pt x="383" y="0"/>
                  </a:lnTo>
                  <a:lnTo>
                    <a:pt x="388" y="0"/>
                  </a:lnTo>
                  <a:lnTo>
                    <a:pt x="393" y="0"/>
                  </a:lnTo>
                  <a:lnTo>
                    <a:pt x="403" y="12"/>
                  </a:lnTo>
                  <a:lnTo>
                    <a:pt x="414" y="25"/>
                  </a:lnTo>
                  <a:lnTo>
                    <a:pt x="425" y="37"/>
                  </a:lnTo>
                  <a:lnTo>
                    <a:pt x="437" y="51"/>
                  </a:lnTo>
                  <a:lnTo>
                    <a:pt x="448" y="64"/>
                  </a:lnTo>
                  <a:lnTo>
                    <a:pt x="461" y="78"/>
                  </a:lnTo>
                  <a:lnTo>
                    <a:pt x="472" y="92"/>
                  </a:lnTo>
                  <a:lnTo>
                    <a:pt x="484" y="107"/>
                  </a:lnTo>
                  <a:lnTo>
                    <a:pt x="477" y="128"/>
                  </a:lnTo>
                  <a:lnTo>
                    <a:pt x="474" y="153"/>
                  </a:lnTo>
                  <a:lnTo>
                    <a:pt x="476" y="179"/>
                  </a:lnTo>
                  <a:lnTo>
                    <a:pt x="474" y="206"/>
                  </a:lnTo>
                  <a:lnTo>
                    <a:pt x="469" y="206"/>
                  </a:lnTo>
                  <a:lnTo>
                    <a:pt x="466" y="203"/>
                  </a:lnTo>
                  <a:lnTo>
                    <a:pt x="462" y="202"/>
                  </a:lnTo>
                  <a:lnTo>
                    <a:pt x="457" y="200"/>
                  </a:lnTo>
                  <a:lnTo>
                    <a:pt x="458" y="205"/>
                  </a:lnTo>
                  <a:lnTo>
                    <a:pt x="462" y="211"/>
                  </a:lnTo>
                  <a:lnTo>
                    <a:pt x="468" y="216"/>
                  </a:lnTo>
                  <a:lnTo>
                    <a:pt x="474" y="223"/>
                  </a:lnTo>
                  <a:lnTo>
                    <a:pt x="476" y="231"/>
                  </a:lnTo>
                  <a:lnTo>
                    <a:pt x="476" y="238"/>
                  </a:lnTo>
                  <a:lnTo>
                    <a:pt x="476" y="246"/>
                  </a:lnTo>
                  <a:lnTo>
                    <a:pt x="477" y="254"/>
                  </a:lnTo>
                  <a:lnTo>
                    <a:pt x="467" y="252"/>
                  </a:lnTo>
                  <a:lnTo>
                    <a:pt x="461" y="248"/>
                  </a:lnTo>
                  <a:lnTo>
                    <a:pt x="453" y="243"/>
                  </a:lnTo>
                  <a:lnTo>
                    <a:pt x="447" y="237"/>
                  </a:lnTo>
                  <a:lnTo>
                    <a:pt x="445" y="238"/>
                  </a:lnTo>
                  <a:lnTo>
                    <a:pt x="445" y="242"/>
                  </a:lnTo>
                  <a:lnTo>
                    <a:pt x="445" y="243"/>
                  </a:lnTo>
                  <a:lnTo>
                    <a:pt x="445" y="246"/>
                  </a:lnTo>
                  <a:lnTo>
                    <a:pt x="448" y="249"/>
                  </a:lnTo>
                  <a:lnTo>
                    <a:pt x="454" y="254"/>
                  </a:lnTo>
                  <a:lnTo>
                    <a:pt x="463" y="261"/>
                  </a:lnTo>
                  <a:lnTo>
                    <a:pt x="471" y="272"/>
                  </a:lnTo>
                  <a:lnTo>
                    <a:pt x="477" y="283"/>
                  </a:lnTo>
                  <a:lnTo>
                    <a:pt x="481" y="293"/>
                  </a:lnTo>
                  <a:lnTo>
                    <a:pt x="479" y="303"/>
                  </a:lnTo>
                  <a:lnTo>
                    <a:pt x="472" y="312"/>
                  </a:lnTo>
                  <a:lnTo>
                    <a:pt x="463" y="304"/>
                  </a:lnTo>
                  <a:lnTo>
                    <a:pt x="454" y="298"/>
                  </a:lnTo>
                  <a:lnTo>
                    <a:pt x="445" y="290"/>
                  </a:lnTo>
                  <a:lnTo>
                    <a:pt x="437" y="284"/>
                  </a:lnTo>
                  <a:lnTo>
                    <a:pt x="435" y="286"/>
                  </a:lnTo>
                  <a:lnTo>
                    <a:pt x="435" y="286"/>
                  </a:lnTo>
                  <a:lnTo>
                    <a:pt x="435" y="287"/>
                  </a:lnTo>
                  <a:lnTo>
                    <a:pt x="435" y="289"/>
                  </a:lnTo>
                  <a:lnTo>
                    <a:pt x="440" y="295"/>
                  </a:lnTo>
                  <a:lnTo>
                    <a:pt x="445" y="300"/>
                  </a:lnTo>
                  <a:lnTo>
                    <a:pt x="450" y="306"/>
                  </a:lnTo>
                  <a:lnTo>
                    <a:pt x="456" y="310"/>
                  </a:lnTo>
                  <a:lnTo>
                    <a:pt x="461" y="316"/>
                  </a:lnTo>
                  <a:lnTo>
                    <a:pt x="466" y="321"/>
                  </a:lnTo>
                  <a:lnTo>
                    <a:pt x="471" y="327"/>
                  </a:lnTo>
                  <a:lnTo>
                    <a:pt x="474" y="332"/>
                  </a:lnTo>
                  <a:lnTo>
                    <a:pt x="474" y="338"/>
                  </a:lnTo>
                  <a:lnTo>
                    <a:pt x="474" y="342"/>
                  </a:lnTo>
                  <a:lnTo>
                    <a:pt x="474" y="347"/>
                  </a:lnTo>
                  <a:lnTo>
                    <a:pt x="474" y="353"/>
                  </a:lnTo>
                  <a:lnTo>
                    <a:pt x="468" y="351"/>
                  </a:lnTo>
                  <a:lnTo>
                    <a:pt x="462" y="348"/>
                  </a:lnTo>
                  <a:lnTo>
                    <a:pt x="456" y="345"/>
                  </a:lnTo>
                  <a:lnTo>
                    <a:pt x="449" y="341"/>
                  </a:lnTo>
                  <a:lnTo>
                    <a:pt x="443" y="336"/>
                  </a:lnTo>
                  <a:lnTo>
                    <a:pt x="438" y="332"/>
                  </a:lnTo>
                  <a:lnTo>
                    <a:pt x="433" y="327"/>
                  </a:lnTo>
                  <a:lnTo>
                    <a:pt x="428" y="324"/>
                  </a:lnTo>
                  <a:lnTo>
                    <a:pt x="428" y="327"/>
                  </a:lnTo>
                  <a:lnTo>
                    <a:pt x="428" y="329"/>
                  </a:lnTo>
                  <a:lnTo>
                    <a:pt x="428" y="332"/>
                  </a:lnTo>
                  <a:lnTo>
                    <a:pt x="428" y="335"/>
                  </a:lnTo>
                  <a:lnTo>
                    <a:pt x="435" y="341"/>
                  </a:lnTo>
                  <a:lnTo>
                    <a:pt x="442" y="347"/>
                  </a:lnTo>
                  <a:lnTo>
                    <a:pt x="447" y="350"/>
                  </a:lnTo>
                  <a:lnTo>
                    <a:pt x="450" y="353"/>
                  </a:lnTo>
                  <a:lnTo>
                    <a:pt x="454" y="358"/>
                  </a:lnTo>
                  <a:lnTo>
                    <a:pt x="459" y="361"/>
                  </a:lnTo>
                  <a:lnTo>
                    <a:pt x="464" y="364"/>
                  </a:lnTo>
                  <a:lnTo>
                    <a:pt x="472" y="368"/>
                  </a:lnTo>
                  <a:lnTo>
                    <a:pt x="472" y="376"/>
                  </a:lnTo>
                  <a:lnTo>
                    <a:pt x="472" y="384"/>
                  </a:lnTo>
                  <a:lnTo>
                    <a:pt x="472" y="391"/>
                  </a:lnTo>
                  <a:lnTo>
                    <a:pt x="472" y="399"/>
                  </a:lnTo>
                  <a:lnTo>
                    <a:pt x="463" y="397"/>
                  </a:lnTo>
                  <a:lnTo>
                    <a:pt x="454" y="393"/>
                  </a:lnTo>
                  <a:lnTo>
                    <a:pt x="444" y="388"/>
                  </a:lnTo>
                  <a:lnTo>
                    <a:pt x="435" y="382"/>
                  </a:lnTo>
                  <a:lnTo>
                    <a:pt x="428" y="377"/>
                  </a:lnTo>
                  <a:lnTo>
                    <a:pt x="420" y="373"/>
                  </a:lnTo>
                  <a:lnTo>
                    <a:pt x="414" y="370"/>
                  </a:lnTo>
                  <a:lnTo>
                    <a:pt x="409" y="370"/>
                  </a:lnTo>
                  <a:lnTo>
                    <a:pt x="417" y="377"/>
                  </a:lnTo>
                  <a:lnTo>
                    <a:pt x="423" y="382"/>
                  </a:lnTo>
                  <a:lnTo>
                    <a:pt x="429" y="388"/>
                  </a:lnTo>
                  <a:lnTo>
                    <a:pt x="435" y="393"/>
                  </a:lnTo>
                  <a:lnTo>
                    <a:pt x="442" y="397"/>
                  </a:lnTo>
                  <a:lnTo>
                    <a:pt x="449" y="403"/>
                  </a:lnTo>
                  <a:lnTo>
                    <a:pt x="459" y="411"/>
                  </a:lnTo>
                  <a:lnTo>
                    <a:pt x="473" y="420"/>
                  </a:lnTo>
                  <a:lnTo>
                    <a:pt x="472" y="425"/>
                  </a:lnTo>
                  <a:lnTo>
                    <a:pt x="471" y="431"/>
                  </a:lnTo>
                  <a:lnTo>
                    <a:pt x="469" y="437"/>
                  </a:lnTo>
                  <a:lnTo>
                    <a:pt x="467" y="443"/>
                  </a:lnTo>
                  <a:lnTo>
                    <a:pt x="457" y="442"/>
                  </a:lnTo>
                  <a:lnTo>
                    <a:pt x="447" y="440"/>
                  </a:lnTo>
                  <a:lnTo>
                    <a:pt x="438" y="437"/>
                  </a:lnTo>
                  <a:lnTo>
                    <a:pt x="429" y="432"/>
                  </a:lnTo>
                  <a:lnTo>
                    <a:pt x="422" y="429"/>
                  </a:lnTo>
                  <a:lnTo>
                    <a:pt x="415" y="426"/>
                  </a:lnTo>
                  <a:lnTo>
                    <a:pt x="409" y="425"/>
                  </a:lnTo>
                  <a:lnTo>
                    <a:pt x="405" y="425"/>
                  </a:lnTo>
                  <a:lnTo>
                    <a:pt x="406" y="426"/>
                  </a:lnTo>
                  <a:lnTo>
                    <a:pt x="408" y="429"/>
                  </a:lnTo>
                  <a:lnTo>
                    <a:pt x="409" y="431"/>
                  </a:lnTo>
                  <a:lnTo>
                    <a:pt x="413" y="434"/>
                  </a:lnTo>
                  <a:lnTo>
                    <a:pt x="418" y="437"/>
                  </a:lnTo>
                  <a:lnTo>
                    <a:pt x="425" y="442"/>
                  </a:lnTo>
                  <a:lnTo>
                    <a:pt x="437" y="448"/>
                  </a:lnTo>
                  <a:lnTo>
                    <a:pt x="450" y="457"/>
                  </a:lnTo>
                  <a:lnTo>
                    <a:pt x="452" y="465"/>
                  </a:lnTo>
                  <a:lnTo>
                    <a:pt x="452" y="468"/>
                  </a:lnTo>
                  <a:lnTo>
                    <a:pt x="450" y="471"/>
                  </a:lnTo>
                  <a:lnTo>
                    <a:pt x="449" y="472"/>
                  </a:lnTo>
                  <a:lnTo>
                    <a:pt x="434" y="469"/>
                  </a:lnTo>
                  <a:lnTo>
                    <a:pt x="419" y="463"/>
                  </a:lnTo>
                  <a:lnTo>
                    <a:pt x="404" y="457"/>
                  </a:lnTo>
                  <a:lnTo>
                    <a:pt x="390" y="448"/>
                  </a:lnTo>
                  <a:lnTo>
                    <a:pt x="378" y="440"/>
                  </a:lnTo>
                  <a:lnTo>
                    <a:pt x="365" y="434"/>
                  </a:lnTo>
                  <a:lnTo>
                    <a:pt x="355" y="431"/>
                  </a:lnTo>
                  <a:lnTo>
                    <a:pt x="347" y="431"/>
                  </a:lnTo>
                  <a:lnTo>
                    <a:pt x="357" y="437"/>
                  </a:lnTo>
                  <a:lnTo>
                    <a:pt x="369" y="445"/>
                  </a:lnTo>
                  <a:lnTo>
                    <a:pt x="379" y="451"/>
                  </a:lnTo>
                  <a:lnTo>
                    <a:pt x="390" y="458"/>
                  </a:lnTo>
                  <a:lnTo>
                    <a:pt x="400" y="466"/>
                  </a:lnTo>
                  <a:lnTo>
                    <a:pt x="413" y="474"/>
                  </a:lnTo>
                  <a:lnTo>
                    <a:pt x="424" y="480"/>
                  </a:lnTo>
                  <a:lnTo>
                    <a:pt x="437" y="487"/>
                  </a:lnTo>
                  <a:lnTo>
                    <a:pt x="437" y="492"/>
                  </a:lnTo>
                  <a:lnTo>
                    <a:pt x="437" y="497"/>
                  </a:lnTo>
                  <a:lnTo>
                    <a:pt x="434" y="503"/>
                  </a:lnTo>
                  <a:lnTo>
                    <a:pt x="430" y="509"/>
                  </a:lnTo>
                  <a:lnTo>
                    <a:pt x="420" y="507"/>
                  </a:lnTo>
                  <a:lnTo>
                    <a:pt x="410" y="504"/>
                  </a:lnTo>
                  <a:lnTo>
                    <a:pt x="400" y="501"/>
                  </a:lnTo>
                  <a:lnTo>
                    <a:pt x="391" y="497"/>
                  </a:lnTo>
                  <a:lnTo>
                    <a:pt x="383" y="492"/>
                  </a:lnTo>
                  <a:lnTo>
                    <a:pt x="374" y="487"/>
                  </a:lnTo>
                  <a:lnTo>
                    <a:pt x="365" y="483"/>
                  </a:lnTo>
                  <a:lnTo>
                    <a:pt x="357" y="478"/>
                  </a:lnTo>
                  <a:lnTo>
                    <a:pt x="357" y="480"/>
                  </a:lnTo>
                  <a:lnTo>
                    <a:pt x="357" y="483"/>
                  </a:lnTo>
                  <a:lnTo>
                    <a:pt x="357" y="484"/>
                  </a:lnTo>
                  <a:lnTo>
                    <a:pt x="357" y="487"/>
                  </a:lnTo>
                  <a:lnTo>
                    <a:pt x="364" y="490"/>
                  </a:lnTo>
                  <a:lnTo>
                    <a:pt x="372" y="494"/>
                  </a:lnTo>
                  <a:lnTo>
                    <a:pt x="381" y="498"/>
                  </a:lnTo>
                  <a:lnTo>
                    <a:pt x="390" y="503"/>
                  </a:lnTo>
                  <a:lnTo>
                    <a:pt x="400" y="509"/>
                  </a:lnTo>
                  <a:lnTo>
                    <a:pt x="408" y="515"/>
                  </a:lnTo>
                  <a:lnTo>
                    <a:pt x="414" y="523"/>
                  </a:lnTo>
                  <a:lnTo>
                    <a:pt x="419" y="530"/>
                  </a:lnTo>
                  <a:lnTo>
                    <a:pt x="410" y="538"/>
                  </a:lnTo>
                  <a:lnTo>
                    <a:pt x="399" y="539"/>
                  </a:lnTo>
                  <a:lnTo>
                    <a:pt x="388" y="538"/>
                  </a:lnTo>
                  <a:lnTo>
                    <a:pt x="375" y="533"/>
                  </a:lnTo>
                  <a:lnTo>
                    <a:pt x="362" y="527"/>
                  </a:lnTo>
                  <a:lnTo>
                    <a:pt x="351" y="520"/>
                  </a:lnTo>
                  <a:lnTo>
                    <a:pt x="341" y="512"/>
                  </a:lnTo>
                  <a:lnTo>
                    <a:pt x="333" y="507"/>
                  </a:lnTo>
                  <a:lnTo>
                    <a:pt x="336" y="513"/>
                  </a:lnTo>
                  <a:lnTo>
                    <a:pt x="341" y="520"/>
                  </a:lnTo>
                  <a:lnTo>
                    <a:pt x="350" y="527"/>
                  </a:lnTo>
                  <a:lnTo>
                    <a:pt x="360" y="533"/>
                  </a:lnTo>
                  <a:lnTo>
                    <a:pt x="370" y="541"/>
                  </a:lnTo>
                  <a:lnTo>
                    <a:pt x="381" y="545"/>
                  </a:lnTo>
                  <a:lnTo>
                    <a:pt x="391" y="552"/>
                  </a:lnTo>
                  <a:lnTo>
                    <a:pt x="399" y="555"/>
                  </a:lnTo>
                  <a:lnTo>
                    <a:pt x="399" y="556"/>
                  </a:lnTo>
                  <a:lnTo>
                    <a:pt x="399" y="559"/>
                  </a:lnTo>
                  <a:lnTo>
                    <a:pt x="399" y="561"/>
                  </a:lnTo>
                  <a:lnTo>
                    <a:pt x="400" y="564"/>
                  </a:lnTo>
                  <a:lnTo>
                    <a:pt x="394" y="573"/>
                  </a:lnTo>
                  <a:lnTo>
                    <a:pt x="390" y="578"/>
                  </a:lnTo>
                  <a:lnTo>
                    <a:pt x="388" y="581"/>
                  </a:lnTo>
                  <a:lnTo>
                    <a:pt x="384" y="584"/>
                  </a:lnTo>
                  <a:lnTo>
                    <a:pt x="375" y="579"/>
                  </a:lnTo>
                  <a:lnTo>
                    <a:pt x="362" y="573"/>
                  </a:lnTo>
                  <a:lnTo>
                    <a:pt x="349" y="565"/>
                  </a:lnTo>
                  <a:lnTo>
                    <a:pt x="333" y="556"/>
                  </a:lnTo>
                  <a:lnTo>
                    <a:pt x="318" y="549"/>
                  </a:lnTo>
                  <a:lnTo>
                    <a:pt x="307" y="541"/>
                  </a:lnTo>
                  <a:lnTo>
                    <a:pt x="298" y="536"/>
                  </a:lnTo>
                  <a:lnTo>
                    <a:pt x="294" y="535"/>
                  </a:lnTo>
                  <a:lnTo>
                    <a:pt x="305" y="544"/>
                  </a:lnTo>
                  <a:lnTo>
                    <a:pt x="313" y="552"/>
                  </a:lnTo>
                  <a:lnTo>
                    <a:pt x="323" y="559"/>
                  </a:lnTo>
                  <a:lnTo>
                    <a:pt x="333" y="567"/>
                  </a:lnTo>
                  <a:lnTo>
                    <a:pt x="344" y="575"/>
                  </a:lnTo>
                  <a:lnTo>
                    <a:pt x="354" y="582"/>
                  </a:lnTo>
                  <a:lnTo>
                    <a:pt x="365" y="590"/>
                  </a:lnTo>
                  <a:lnTo>
                    <a:pt x="378" y="597"/>
                  </a:lnTo>
                  <a:lnTo>
                    <a:pt x="367" y="610"/>
                  </a:lnTo>
                  <a:lnTo>
                    <a:pt x="356" y="613"/>
                  </a:lnTo>
                  <a:lnTo>
                    <a:pt x="344" y="608"/>
                  </a:lnTo>
                  <a:lnTo>
                    <a:pt x="330" y="600"/>
                  </a:lnTo>
                  <a:lnTo>
                    <a:pt x="316" y="590"/>
                  </a:lnTo>
                  <a:lnTo>
                    <a:pt x="302" y="581"/>
                  </a:lnTo>
                  <a:lnTo>
                    <a:pt x="288" y="575"/>
                  </a:lnTo>
                  <a:lnTo>
                    <a:pt x="276" y="575"/>
                  </a:lnTo>
                  <a:lnTo>
                    <a:pt x="279" y="578"/>
                  </a:lnTo>
                  <a:lnTo>
                    <a:pt x="287" y="584"/>
                  </a:lnTo>
                  <a:lnTo>
                    <a:pt x="297" y="591"/>
                  </a:lnTo>
                  <a:lnTo>
                    <a:pt x="310" y="599"/>
                  </a:lnTo>
                  <a:lnTo>
                    <a:pt x="322" y="608"/>
                  </a:lnTo>
                  <a:lnTo>
                    <a:pt x="335" y="616"/>
                  </a:lnTo>
                  <a:lnTo>
                    <a:pt x="345" y="622"/>
                  </a:lnTo>
                  <a:lnTo>
                    <a:pt x="354" y="626"/>
                  </a:lnTo>
                  <a:lnTo>
                    <a:pt x="354" y="628"/>
                  </a:lnTo>
                  <a:lnTo>
                    <a:pt x="354" y="629"/>
                  </a:lnTo>
                  <a:lnTo>
                    <a:pt x="354" y="633"/>
                  </a:lnTo>
                  <a:lnTo>
                    <a:pt x="354" y="636"/>
                  </a:lnTo>
                  <a:lnTo>
                    <a:pt x="342" y="643"/>
                  </a:lnTo>
                  <a:lnTo>
                    <a:pt x="327" y="643"/>
                  </a:lnTo>
                  <a:lnTo>
                    <a:pt x="312" y="639"/>
                  </a:lnTo>
                  <a:lnTo>
                    <a:pt x="296" y="629"/>
                  </a:lnTo>
                  <a:lnTo>
                    <a:pt x="279" y="619"/>
                  </a:lnTo>
                  <a:lnTo>
                    <a:pt x="266" y="610"/>
                  </a:lnTo>
                  <a:lnTo>
                    <a:pt x="254" y="604"/>
                  </a:lnTo>
                  <a:lnTo>
                    <a:pt x="245" y="602"/>
                  </a:lnTo>
                  <a:lnTo>
                    <a:pt x="257" y="611"/>
                  </a:lnTo>
                  <a:lnTo>
                    <a:pt x="267" y="620"/>
                  </a:lnTo>
                  <a:lnTo>
                    <a:pt x="276" y="628"/>
                  </a:lnTo>
                  <a:lnTo>
                    <a:pt x="286" y="636"/>
                  </a:lnTo>
                  <a:lnTo>
                    <a:pt x="296" y="643"/>
                  </a:lnTo>
                  <a:lnTo>
                    <a:pt x="307" y="649"/>
                  </a:lnTo>
                  <a:lnTo>
                    <a:pt x="320" y="654"/>
                  </a:lnTo>
                  <a:lnTo>
                    <a:pt x="335" y="659"/>
                  </a:lnTo>
                  <a:lnTo>
                    <a:pt x="333" y="662"/>
                  </a:lnTo>
                  <a:lnTo>
                    <a:pt x="331" y="666"/>
                  </a:lnTo>
                  <a:lnTo>
                    <a:pt x="330" y="671"/>
                  </a:lnTo>
                  <a:lnTo>
                    <a:pt x="328" y="675"/>
                  </a:lnTo>
                  <a:lnTo>
                    <a:pt x="316" y="674"/>
                  </a:lnTo>
                  <a:lnTo>
                    <a:pt x="303" y="671"/>
                  </a:lnTo>
                  <a:lnTo>
                    <a:pt x="292" y="668"/>
                  </a:lnTo>
                  <a:lnTo>
                    <a:pt x="281" y="662"/>
                  </a:lnTo>
                  <a:lnTo>
                    <a:pt x="271" y="657"/>
                  </a:lnTo>
                  <a:lnTo>
                    <a:pt x="261" y="651"/>
                  </a:lnTo>
                  <a:lnTo>
                    <a:pt x="250" y="646"/>
                  </a:lnTo>
                  <a:lnTo>
                    <a:pt x="240" y="642"/>
                  </a:lnTo>
                  <a:lnTo>
                    <a:pt x="242" y="646"/>
                  </a:lnTo>
                  <a:lnTo>
                    <a:pt x="248" y="652"/>
                  </a:lnTo>
                  <a:lnTo>
                    <a:pt x="258" y="660"/>
                  </a:lnTo>
                  <a:lnTo>
                    <a:pt x="269" y="668"/>
                  </a:lnTo>
                  <a:lnTo>
                    <a:pt x="283" y="675"/>
                  </a:lnTo>
                  <a:lnTo>
                    <a:pt x="296" y="683"/>
                  </a:lnTo>
                  <a:lnTo>
                    <a:pt x="306" y="688"/>
                  </a:lnTo>
                  <a:lnTo>
                    <a:pt x="313" y="692"/>
                  </a:lnTo>
                  <a:lnTo>
                    <a:pt x="311" y="697"/>
                  </a:lnTo>
                  <a:lnTo>
                    <a:pt x="308" y="701"/>
                  </a:lnTo>
                  <a:lnTo>
                    <a:pt x="306" y="706"/>
                  </a:lnTo>
                  <a:lnTo>
                    <a:pt x="303" y="712"/>
                  </a:lnTo>
                  <a:lnTo>
                    <a:pt x="288" y="710"/>
                  </a:lnTo>
                  <a:lnTo>
                    <a:pt x="274" y="707"/>
                  </a:lnTo>
                  <a:lnTo>
                    <a:pt x="262" y="703"/>
                  </a:lnTo>
                  <a:lnTo>
                    <a:pt x="249" y="697"/>
                  </a:lnTo>
                  <a:lnTo>
                    <a:pt x="238" y="691"/>
                  </a:lnTo>
                  <a:lnTo>
                    <a:pt x="227" y="683"/>
                  </a:lnTo>
                  <a:lnTo>
                    <a:pt x="216" y="674"/>
                  </a:lnTo>
                  <a:lnTo>
                    <a:pt x="208" y="665"/>
                  </a:lnTo>
                  <a:lnTo>
                    <a:pt x="206" y="665"/>
                  </a:lnTo>
                  <a:lnTo>
                    <a:pt x="204" y="665"/>
                  </a:lnTo>
                  <a:lnTo>
                    <a:pt x="203" y="665"/>
                  </a:lnTo>
                  <a:lnTo>
                    <a:pt x="201" y="666"/>
                  </a:lnTo>
                  <a:lnTo>
                    <a:pt x="213" y="677"/>
                  </a:lnTo>
                  <a:lnTo>
                    <a:pt x="223" y="686"/>
                  </a:lnTo>
                  <a:lnTo>
                    <a:pt x="232" y="695"/>
                  </a:lnTo>
                  <a:lnTo>
                    <a:pt x="242" y="703"/>
                  </a:lnTo>
                  <a:lnTo>
                    <a:pt x="252" y="710"/>
                  </a:lnTo>
                  <a:lnTo>
                    <a:pt x="263" y="717"/>
                  </a:lnTo>
                  <a:lnTo>
                    <a:pt x="274" y="724"/>
                  </a:lnTo>
                  <a:lnTo>
                    <a:pt x="288" y="730"/>
                  </a:lnTo>
                  <a:lnTo>
                    <a:pt x="286" y="733"/>
                  </a:lnTo>
                  <a:lnTo>
                    <a:pt x="283" y="736"/>
                  </a:lnTo>
                  <a:lnTo>
                    <a:pt x="281" y="741"/>
                  </a:lnTo>
                  <a:lnTo>
                    <a:pt x="278" y="744"/>
                  </a:lnTo>
                  <a:lnTo>
                    <a:pt x="263" y="743"/>
                  </a:lnTo>
                  <a:lnTo>
                    <a:pt x="250" y="738"/>
                  </a:lnTo>
                  <a:lnTo>
                    <a:pt x="238" y="733"/>
                  </a:lnTo>
                  <a:lnTo>
                    <a:pt x="227" y="727"/>
                  </a:lnTo>
                  <a:lnTo>
                    <a:pt x="215" y="720"/>
                  </a:lnTo>
                  <a:lnTo>
                    <a:pt x="205" y="712"/>
                  </a:lnTo>
                  <a:lnTo>
                    <a:pt x="195" y="704"/>
                  </a:lnTo>
                  <a:lnTo>
                    <a:pt x="185" y="697"/>
                  </a:lnTo>
                  <a:lnTo>
                    <a:pt x="185" y="698"/>
                  </a:lnTo>
                  <a:lnTo>
                    <a:pt x="185" y="701"/>
                  </a:lnTo>
                  <a:lnTo>
                    <a:pt x="185" y="703"/>
                  </a:lnTo>
                  <a:lnTo>
                    <a:pt x="185" y="706"/>
                  </a:lnTo>
                  <a:lnTo>
                    <a:pt x="194" y="713"/>
                  </a:lnTo>
                  <a:lnTo>
                    <a:pt x="203" y="720"/>
                  </a:lnTo>
                  <a:lnTo>
                    <a:pt x="211" y="727"/>
                  </a:lnTo>
                  <a:lnTo>
                    <a:pt x="220" y="733"/>
                  </a:lnTo>
                  <a:lnTo>
                    <a:pt x="229" y="739"/>
                  </a:lnTo>
                  <a:lnTo>
                    <a:pt x="239" y="746"/>
                  </a:lnTo>
                  <a:lnTo>
                    <a:pt x="249" y="753"/>
                  </a:lnTo>
                  <a:lnTo>
                    <a:pt x="261" y="759"/>
                  </a:lnTo>
                  <a:lnTo>
                    <a:pt x="261" y="761"/>
                  </a:lnTo>
                  <a:lnTo>
                    <a:pt x="261" y="762"/>
                  </a:lnTo>
                  <a:lnTo>
                    <a:pt x="261" y="765"/>
                  </a:lnTo>
                  <a:lnTo>
                    <a:pt x="261" y="767"/>
                  </a:lnTo>
                  <a:lnTo>
                    <a:pt x="247" y="773"/>
                  </a:lnTo>
                  <a:lnTo>
                    <a:pt x="230" y="773"/>
                  </a:lnTo>
                  <a:lnTo>
                    <a:pt x="214" y="768"/>
                  </a:lnTo>
                  <a:lnTo>
                    <a:pt x="198" y="761"/>
                  </a:lnTo>
                  <a:lnTo>
                    <a:pt x="181" y="752"/>
                  </a:lnTo>
                  <a:lnTo>
                    <a:pt x="166" y="741"/>
                  </a:lnTo>
                  <a:lnTo>
                    <a:pt x="155" y="732"/>
                  </a:lnTo>
                  <a:lnTo>
                    <a:pt x="146" y="726"/>
                  </a:lnTo>
                  <a:lnTo>
                    <a:pt x="146" y="727"/>
                  </a:lnTo>
                  <a:lnTo>
                    <a:pt x="146" y="729"/>
                  </a:lnTo>
                  <a:lnTo>
                    <a:pt x="146" y="730"/>
                  </a:lnTo>
                  <a:lnTo>
                    <a:pt x="146" y="732"/>
                  </a:lnTo>
                  <a:lnTo>
                    <a:pt x="155" y="739"/>
                  </a:lnTo>
                  <a:lnTo>
                    <a:pt x="164" y="746"/>
                  </a:lnTo>
                  <a:lnTo>
                    <a:pt x="172" y="753"/>
                  </a:lnTo>
                  <a:lnTo>
                    <a:pt x="183" y="761"/>
                  </a:lnTo>
                  <a:lnTo>
                    <a:pt x="191" y="767"/>
                  </a:lnTo>
                  <a:lnTo>
                    <a:pt x="201" y="775"/>
                  </a:lnTo>
                  <a:lnTo>
                    <a:pt x="213" y="781"/>
                  </a:lnTo>
                  <a:lnTo>
                    <a:pt x="224" y="787"/>
                  </a:lnTo>
                  <a:lnTo>
                    <a:pt x="225" y="788"/>
                  </a:lnTo>
                  <a:lnTo>
                    <a:pt x="225" y="791"/>
                  </a:lnTo>
                  <a:lnTo>
                    <a:pt x="225" y="793"/>
                  </a:lnTo>
                  <a:lnTo>
                    <a:pt x="227" y="796"/>
                  </a:lnTo>
                  <a:lnTo>
                    <a:pt x="213" y="802"/>
                  </a:lnTo>
                  <a:lnTo>
                    <a:pt x="198" y="802"/>
                  </a:lnTo>
                  <a:lnTo>
                    <a:pt x="183" y="799"/>
                  </a:lnTo>
                  <a:lnTo>
                    <a:pt x="166" y="791"/>
                  </a:lnTo>
                  <a:lnTo>
                    <a:pt x="150" y="782"/>
                  </a:lnTo>
                  <a:lnTo>
                    <a:pt x="136" y="772"/>
                  </a:lnTo>
                  <a:lnTo>
                    <a:pt x="122" y="762"/>
                  </a:lnTo>
                  <a:lnTo>
                    <a:pt x="112" y="755"/>
                  </a:lnTo>
                  <a:lnTo>
                    <a:pt x="111" y="756"/>
                  </a:lnTo>
                  <a:lnTo>
                    <a:pt x="111" y="758"/>
                  </a:lnTo>
                  <a:lnTo>
                    <a:pt x="111" y="761"/>
                  </a:lnTo>
                  <a:lnTo>
                    <a:pt x="111" y="762"/>
                  </a:lnTo>
                  <a:lnTo>
                    <a:pt x="120" y="770"/>
                  </a:lnTo>
                  <a:lnTo>
                    <a:pt x="130" y="778"/>
                  </a:lnTo>
                  <a:lnTo>
                    <a:pt x="138" y="785"/>
                  </a:lnTo>
                  <a:lnTo>
                    <a:pt x="149" y="793"/>
                  </a:lnTo>
                  <a:lnTo>
                    <a:pt x="160" y="799"/>
                  </a:lnTo>
                  <a:lnTo>
                    <a:pt x="170" y="807"/>
                  </a:lnTo>
                  <a:lnTo>
                    <a:pt x="183" y="811"/>
                  </a:lnTo>
                  <a:lnTo>
                    <a:pt x="195" y="817"/>
                  </a:lnTo>
                  <a:lnTo>
                    <a:pt x="181" y="828"/>
                  </a:lnTo>
                  <a:lnTo>
                    <a:pt x="167" y="830"/>
                  </a:lnTo>
                  <a:lnTo>
                    <a:pt x="152" y="825"/>
                  </a:lnTo>
                  <a:lnTo>
                    <a:pt x="137" y="816"/>
                  </a:lnTo>
                  <a:lnTo>
                    <a:pt x="123" y="807"/>
                  </a:lnTo>
                  <a:lnTo>
                    <a:pt x="112" y="796"/>
                  </a:lnTo>
                  <a:lnTo>
                    <a:pt x="103" y="790"/>
                  </a:lnTo>
                  <a:lnTo>
                    <a:pt x="98" y="788"/>
                  </a:lnTo>
                  <a:lnTo>
                    <a:pt x="103" y="794"/>
                  </a:lnTo>
                  <a:lnTo>
                    <a:pt x="110" y="801"/>
                  </a:lnTo>
                  <a:lnTo>
                    <a:pt x="116" y="808"/>
                  </a:lnTo>
                  <a:lnTo>
                    <a:pt x="122" y="814"/>
                  </a:lnTo>
                  <a:lnTo>
                    <a:pt x="130" y="822"/>
                  </a:lnTo>
                  <a:lnTo>
                    <a:pt x="137" y="828"/>
                  </a:lnTo>
                  <a:lnTo>
                    <a:pt x="145" y="836"/>
                  </a:lnTo>
                  <a:lnTo>
                    <a:pt x="154" y="842"/>
                  </a:lnTo>
                  <a:lnTo>
                    <a:pt x="145" y="848"/>
                  </a:lnTo>
                  <a:lnTo>
                    <a:pt x="136" y="851"/>
                  </a:lnTo>
                  <a:lnTo>
                    <a:pt x="128" y="851"/>
                  </a:lnTo>
                  <a:lnTo>
                    <a:pt x="122" y="851"/>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1" name="Google Shape;901;p25"/>
            <p:cNvSpPr/>
            <p:nvPr/>
          </p:nvSpPr>
          <p:spPr>
            <a:xfrm>
              <a:off x="3500" y="2947"/>
              <a:ext cx="195" cy="299"/>
            </a:xfrm>
            <a:custGeom>
              <a:rect b="b" l="l" r="r" t="t"/>
              <a:pathLst>
                <a:path extrusionOk="0" h="299" w="195">
                  <a:moveTo>
                    <a:pt x="51" y="299"/>
                  </a:moveTo>
                  <a:lnTo>
                    <a:pt x="44" y="299"/>
                  </a:lnTo>
                  <a:lnTo>
                    <a:pt x="38" y="298"/>
                  </a:lnTo>
                  <a:lnTo>
                    <a:pt x="32" y="298"/>
                  </a:lnTo>
                  <a:lnTo>
                    <a:pt x="26" y="298"/>
                  </a:lnTo>
                  <a:lnTo>
                    <a:pt x="19" y="298"/>
                  </a:lnTo>
                  <a:lnTo>
                    <a:pt x="13" y="298"/>
                  </a:lnTo>
                  <a:lnTo>
                    <a:pt x="7" y="298"/>
                  </a:lnTo>
                  <a:lnTo>
                    <a:pt x="0" y="298"/>
                  </a:lnTo>
                  <a:lnTo>
                    <a:pt x="8" y="272"/>
                  </a:lnTo>
                  <a:lnTo>
                    <a:pt x="24" y="246"/>
                  </a:lnTo>
                  <a:lnTo>
                    <a:pt x="44" y="219"/>
                  </a:lnTo>
                  <a:lnTo>
                    <a:pt x="67" y="190"/>
                  </a:lnTo>
                  <a:lnTo>
                    <a:pt x="91" y="162"/>
                  </a:lnTo>
                  <a:lnTo>
                    <a:pt x="111" y="133"/>
                  </a:lnTo>
                  <a:lnTo>
                    <a:pt x="129" y="104"/>
                  </a:lnTo>
                  <a:lnTo>
                    <a:pt x="139" y="76"/>
                  </a:lnTo>
                  <a:lnTo>
                    <a:pt x="145" y="66"/>
                  </a:lnTo>
                  <a:lnTo>
                    <a:pt x="151" y="57"/>
                  </a:lnTo>
                  <a:lnTo>
                    <a:pt x="158" y="46"/>
                  </a:lnTo>
                  <a:lnTo>
                    <a:pt x="163" y="37"/>
                  </a:lnTo>
                  <a:lnTo>
                    <a:pt x="168" y="28"/>
                  </a:lnTo>
                  <a:lnTo>
                    <a:pt x="174" y="18"/>
                  </a:lnTo>
                  <a:lnTo>
                    <a:pt x="179" y="9"/>
                  </a:lnTo>
                  <a:lnTo>
                    <a:pt x="184" y="0"/>
                  </a:lnTo>
                  <a:lnTo>
                    <a:pt x="185" y="0"/>
                  </a:lnTo>
                  <a:lnTo>
                    <a:pt x="187" y="0"/>
                  </a:lnTo>
                  <a:lnTo>
                    <a:pt x="188" y="0"/>
                  </a:lnTo>
                  <a:lnTo>
                    <a:pt x="190" y="0"/>
                  </a:lnTo>
                  <a:lnTo>
                    <a:pt x="189" y="20"/>
                  </a:lnTo>
                  <a:lnTo>
                    <a:pt x="189" y="41"/>
                  </a:lnTo>
                  <a:lnTo>
                    <a:pt x="189" y="61"/>
                  </a:lnTo>
                  <a:lnTo>
                    <a:pt x="189" y="83"/>
                  </a:lnTo>
                  <a:lnTo>
                    <a:pt x="185" y="87"/>
                  </a:lnTo>
                  <a:lnTo>
                    <a:pt x="180" y="90"/>
                  </a:lnTo>
                  <a:lnTo>
                    <a:pt x="175" y="92"/>
                  </a:lnTo>
                  <a:lnTo>
                    <a:pt x="170" y="93"/>
                  </a:lnTo>
                  <a:lnTo>
                    <a:pt x="170" y="95"/>
                  </a:lnTo>
                  <a:lnTo>
                    <a:pt x="170" y="96"/>
                  </a:lnTo>
                  <a:lnTo>
                    <a:pt x="170" y="99"/>
                  </a:lnTo>
                  <a:lnTo>
                    <a:pt x="172" y="101"/>
                  </a:lnTo>
                  <a:lnTo>
                    <a:pt x="177" y="101"/>
                  </a:lnTo>
                  <a:lnTo>
                    <a:pt x="180" y="101"/>
                  </a:lnTo>
                  <a:lnTo>
                    <a:pt x="184" y="101"/>
                  </a:lnTo>
                  <a:lnTo>
                    <a:pt x="188" y="101"/>
                  </a:lnTo>
                  <a:lnTo>
                    <a:pt x="188" y="118"/>
                  </a:lnTo>
                  <a:lnTo>
                    <a:pt x="183" y="127"/>
                  </a:lnTo>
                  <a:lnTo>
                    <a:pt x="173" y="135"/>
                  </a:lnTo>
                  <a:lnTo>
                    <a:pt x="156" y="144"/>
                  </a:lnTo>
                  <a:lnTo>
                    <a:pt x="165" y="142"/>
                  </a:lnTo>
                  <a:lnTo>
                    <a:pt x="174" y="142"/>
                  </a:lnTo>
                  <a:lnTo>
                    <a:pt x="183" y="142"/>
                  </a:lnTo>
                  <a:lnTo>
                    <a:pt x="190" y="141"/>
                  </a:lnTo>
                  <a:lnTo>
                    <a:pt x="189" y="154"/>
                  </a:lnTo>
                  <a:lnTo>
                    <a:pt x="187" y="164"/>
                  </a:lnTo>
                  <a:lnTo>
                    <a:pt x="182" y="171"/>
                  </a:lnTo>
                  <a:lnTo>
                    <a:pt x="175" y="174"/>
                  </a:lnTo>
                  <a:lnTo>
                    <a:pt x="168" y="177"/>
                  </a:lnTo>
                  <a:lnTo>
                    <a:pt x="159" y="180"/>
                  </a:lnTo>
                  <a:lnTo>
                    <a:pt x="148" y="183"/>
                  </a:lnTo>
                  <a:lnTo>
                    <a:pt x="136" y="186"/>
                  </a:lnTo>
                  <a:lnTo>
                    <a:pt x="143" y="186"/>
                  </a:lnTo>
                  <a:lnTo>
                    <a:pt x="148" y="186"/>
                  </a:lnTo>
                  <a:lnTo>
                    <a:pt x="151" y="186"/>
                  </a:lnTo>
                  <a:lnTo>
                    <a:pt x="156" y="186"/>
                  </a:lnTo>
                  <a:lnTo>
                    <a:pt x="163" y="186"/>
                  </a:lnTo>
                  <a:lnTo>
                    <a:pt x="169" y="186"/>
                  </a:lnTo>
                  <a:lnTo>
                    <a:pt x="179" y="185"/>
                  </a:lnTo>
                  <a:lnTo>
                    <a:pt x="192" y="185"/>
                  </a:lnTo>
                  <a:lnTo>
                    <a:pt x="192" y="188"/>
                  </a:lnTo>
                  <a:lnTo>
                    <a:pt x="193" y="193"/>
                  </a:lnTo>
                  <a:lnTo>
                    <a:pt x="193" y="196"/>
                  </a:lnTo>
                  <a:lnTo>
                    <a:pt x="193" y="200"/>
                  </a:lnTo>
                  <a:lnTo>
                    <a:pt x="187" y="205"/>
                  </a:lnTo>
                  <a:lnTo>
                    <a:pt x="179" y="209"/>
                  </a:lnTo>
                  <a:lnTo>
                    <a:pt x="172" y="212"/>
                  </a:lnTo>
                  <a:lnTo>
                    <a:pt x="164" y="215"/>
                  </a:lnTo>
                  <a:lnTo>
                    <a:pt x="156" y="219"/>
                  </a:lnTo>
                  <a:lnTo>
                    <a:pt x="149" y="220"/>
                  </a:lnTo>
                  <a:lnTo>
                    <a:pt x="141" y="222"/>
                  </a:lnTo>
                  <a:lnTo>
                    <a:pt x="134" y="223"/>
                  </a:lnTo>
                  <a:lnTo>
                    <a:pt x="134" y="225"/>
                  </a:lnTo>
                  <a:lnTo>
                    <a:pt x="134" y="226"/>
                  </a:lnTo>
                  <a:lnTo>
                    <a:pt x="134" y="229"/>
                  </a:lnTo>
                  <a:lnTo>
                    <a:pt x="134" y="231"/>
                  </a:lnTo>
                  <a:lnTo>
                    <a:pt x="141" y="229"/>
                  </a:lnTo>
                  <a:lnTo>
                    <a:pt x="149" y="228"/>
                  </a:lnTo>
                  <a:lnTo>
                    <a:pt x="156" y="226"/>
                  </a:lnTo>
                  <a:lnTo>
                    <a:pt x="164" y="225"/>
                  </a:lnTo>
                  <a:lnTo>
                    <a:pt x="172" y="223"/>
                  </a:lnTo>
                  <a:lnTo>
                    <a:pt x="179" y="223"/>
                  </a:lnTo>
                  <a:lnTo>
                    <a:pt x="187" y="222"/>
                  </a:lnTo>
                  <a:lnTo>
                    <a:pt x="194" y="220"/>
                  </a:lnTo>
                  <a:lnTo>
                    <a:pt x="194" y="228"/>
                  </a:lnTo>
                  <a:lnTo>
                    <a:pt x="194" y="235"/>
                  </a:lnTo>
                  <a:lnTo>
                    <a:pt x="194" y="244"/>
                  </a:lnTo>
                  <a:lnTo>
                    <a:pt x="195" y="252"/>
                  </a:lnTo>
                  <a:lnTo>
                    <a:pt x="184" y="255"/>
                  </a:lnTo>
                  <a:lnTo>
                    <a:pt x="175" y="258"/>
                  </a:lnTo>
                  <a:lnTo>
                    <a:pt x="168" y="260"/>
                  </a:lnTo>
                  <a:lnTo>
                    <a:pt x="160" y="261"/>
                  </a:lnTo>
                  <a:lnTo>
                    <a:pt x="150" y="261"/>
                  </a:lnTo>
                  <a:lnTo>
                    <a:pt x="139" y="263"/>
                  </a:lnTo>
                  <a:lnTo>
                    <a:pt x="124" y="264"/>
                  </a:lnTo>
                  <a:lnTo>
                    <a:pt x="105" y="266"/>
                  </a:lnTo>
                  <a:lnTo>
                    <a:pt x="112" y="267"/>
                  </a:lnTo>
                  <a:lnTo>
                    <a:pt x="122" y="269"/>
                  </a:lnTo>
                  <a:lnTo>
                    <a:pt x="134" y="269"/>
                  </a:lnTo>
                  <a:lnTo>
                    <a:pt x="146" y="269"/>
                  </a:lnTo>
                  <a:lnTo>
                    <a:pt x="159" y="269"/>
                  </a:lnTo>
                  <a:lnTo>
                    <a:pt x="172" y="269"/>
                  </a:lnTo>
                  <a:lnTo>
                    <a:pt x="183" y="269"/>
                  </a:lnTo>
                  <a:lnTo>
                    <a:pt x="193" y="269"/>
                  </a:lnTo>
                  <a:lnTo>
                    <a:pt x="193" y="274"/>
                  </a:lnTo>
                  <a:lnTo>
                    <a:pt x="193" y="280"/>
                  </a:lnTo>
                  <a:lnTo>
                    <a:pt x="192" y="286"/>
                  </a:lnTo>
                  <a:lnTo>
                    <a:pt x="192" y="292"/>
                  </a:lnTo>
                  <a:lnTo>
                    <a:pt x="150" y="293"/>
                  </a:lnTo>
                  <a:lnTo>
                    <a:pt x="117" y="295"/>
                  </a:lnTo>
                  <a:lnTo>
                    <a:pt x="95" y="295"/>
                  </a:lnTo>
                  <a:lnTo>
                    <a:pt x="78" y="296"/>
                  </a:lnTo>
                  <a:lnTo>
                    <a:pt x="68" y="296"/>
                  </a:lnTo>
                  <a:lnTo>
                    <a:pt x="61" y="298"/>
                  </a:lnTo>
                  <a:lnTo>
                    <a:pt x="56" y="298"/>
                  </a:lnTo>
                  <a:lnTo>
                    <a:pt x="51" y="299"/>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2" name="Google Shape;902;p25"/>
            <p:cNvSpPr/>
            <p:nvPr/>
          </p:nvSpPr>
          <p:spPr>
            <a:xfrm>
              <a:off x="3926" y="3082"/>
              <a:ext cx="19" cy="22"/>
            </a:xfrm>
            <a:custGeom>
              <a:rect b="b" l="l" r="r" t="t"/>
              <a:pathLst>
                <a:path extrusionOk="0" h="22" w="19">
                  <a:moveTo>
                    <a:pt x="12" y="22"/>
                  </a:moveTo>
                  <a:lnTo>
                    <a:pt x="6" y="15"/>
                  </a:lnTo>
                  <a:lnTo>
                    <a:pt x="2" y="10"/>
                  </a:lnTo>
                  <a:lnTo>
                    <a:pt x="1" y="6"/>
                  </a:lnTo>
                  <a:lnTo>
                    <a:pt x="0" y="0"/>
                  </a:lnTo>
                  <a:lnTo>
                    <a:pt x="3" y="1"/>
                  </a:lnTo>
                  <a:lnTo>
                    <a:pt x="7" y="6"/>
                  </a:lnTo>
                  <a:lnTo>
                    <a:pt x="12" y="12"/>
                  </a:lnTo>
                  <a:lnTo>
                    <a:pt x="19" y="21"/>
                  </a:lnTo>
                  <a:lnTo>
                    <a:pt x="17" y="21"/>
                  </a:lnTo>
                  <a:lnTo>
                    <a:pt x="15" y="21"/>
                  </a:lnTo>
                  <a:lnTo>
                    <a:pt x="13" y="22"/>
                  </a:lnTo>
                  <a:lnTo>
                    <a:pt x="12" y="22"/>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3" name="Google Shape;903;p25"/>
            <p:cNvSpPr/>
            <p:nvPr/>
          </p:nvSpPr>
          <p:spPr>
            <a:xfrm>
              <a:off x="3939" y="2979"/>
              <a:ext cx="365" cy="69"/>
            </a:xfrm>
            <a:custGeom>
              <a:rect b="b" l="l" r="r" t="t"/>
              <a:pathLst>
                <a:path extrusionOk="0" h="69" w="365">
                  <a:moveTo>
                    <a:pt x="183" y="69"/>
                  </a:moveTo>
                  <a:lnTo>
                    <a:pt x="165" y="69"/>
                  </a:lnTo>
                  <a:lnTo>
                    <a:pt x="148" y="69"/>
                  </a:lnTo>
                  <a:lnTo>
                    <a:pt x="130" y="69"/>
                  </a:lnTo>
                  <a:lnTo>
                    <a:pt x="112" y="67"/>
                  </a:lnTo>
                  <a:lnTo>
                    <a:pt x="95" y="67"/>
                  </a:lnTo>
                  <a:lnTo>
                    <a:pt x="77" y="67"/>
                  </a:lnTo>
                  <a:lnTo>
                    <a:pt x="60" y="67"/>
                  </a:lnTo>
                  <a:lnTo>
                    <a:pt x="42" y="67"/>
                  </a:lnTo>
                  <a:lnTo>
                    <a:pt x="37" y="61"/>
                  </a:lnTo>
                  <a:lnTo>
                    <a:pt x="31" y="54"/>
                  </a:lnTo>
                  <a:lnTo>
                    <a:pt x="23" y="44"/>
                  </a:lnTo>
                  <a:lnTo>
                    <a:pt x="16" y="35"/>
                  </a:lnTo>
                  <a:lnTo>
                    <a:pt x="9" y="26"/>
                  </a:lnTo>
                  <a:lnTo>
                    <a:pt x="4" y="17"/>
                  </a:lnTo>
                  <a:lnTo>
                    <a:pt x="0" y="9"/>
                  </a:lnTo>
                  <a:lnTo>
                    <a:pt x="0" y="3"/>
                  </a:lnTo>
                  <a:lnTo>
                    <a:pt x="23" y="3"/>
                  </a:lnTo>
                  <a:lnTo>
                    <a:pt x="46" y="3"/>
                  </a:lnTo>
                  <a:lnTo>
                    <a:pt x="68" y="3"/>
                  </a:lnTo>
                  <a:lnTo>
                    <a:pt x="91" y="2"/>
                  </a:lnTo>
                  <a:lnTo>
                    <a:pt x="114" y="2"/>
                  </a:lnTo>
                  <a:lnTo>
                    <a:pt x="136" y="2"/>
                  </a:lnTo>
                  <a:lnTo>
                    <a:pt x="159" y="0"/>
                  </a:lnTo>
                  <a:lnTo>
                    <a:pt x="182" y="0"/>
                  </a:lnTo>
                  <a:lnTo>
                    <a:pt x="204" y="0"/>
                  </a:lnTo>
                  <a:lnTo>
                    <a:pt x="227" y="0"/>
                  </a:lnTo>
                  <a:lnTo>
                    <a:pt x="251" y="0"/>
                  </a:lnTo>
                  <a:lnTo>
                    <a:pt x="273" y="0"/>
                  </a:lnTo>
                  <a:lnTo>
                    <a:pt x="296" y="2"/>
                  </a:lnTo>
                  <a:lnTo>
                    <a:pt x="319" y="2"/>
                  </a:lnTo>
                  <a:lnTo>
                    <a:pt x="343" y="3"/>
                  </a:lnTo>
                  <a:lnTo>
                    <a:pt x="365" y="5"/>
                  </a:lnTo>
                  <a:lnTo>
                    <a:pt x="363" y="11"/>
                  </a:lnTo>
                  <a:lnTo>
                    <a:pt x="358" y="19"/>
                  </a:lnTo>
                  <a:lnTo>
                    <a:pt x="350" y="28"/>
                  </a:lnTo>
                  <a:lnTo>
                    <a:pt x="343" y="37"/>
                  </a:lnTo>
                  <a:lnTo>
                    <a:pt x="335" y="48"/>
                  </a:lnTo>
                  <a:lnTo>
                    <a:pt x="328" y="55"/>
                  </a:lnTo>
                  <a:lnTo>
                    <a:pt x="323" y="61"/>
                  </a:lnTo>
                  <a:lnTo>
                    <a:pt x="319" y="66"/>
                  </a:lnTo>
                  <a:lnTo>
                    <a:pt x="302" y="66"/>
                  </a:lnTo>
                  <a:lnTo>
                    <a:pt x="285" y="67"/>
                  </a:lnTo>
                  <a:lnTo>
                    <a:pt x="268" y="67"/>
                  </a:lnTo>
                  <a:lnTo>
                    <a:pt x="251" y="67"/>
                  </a:lnTo>
                  <a:lnTo>
                    <a:pt x="234" y="67"/>
                  </a:lnTo>
                  <a:lnTo>
                    <a:pt x="217" y="67"/>
                  </a:lnTo>
                  <a:lnTo>
                    <a:pt x="201" y="69"/>
                  </a:lnTo>
                  <a:lnTo>
                    <a:pt x="183" y="69"/>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4" name="Google Shape;904;p25"/>
            <p:cNvSpPr/>
            <p:nvPr/>
          </p:nvSpPr>
          <p:spPr>
            <a:xfrm>
              <a:off x="3274" y="2270"/>
              <a:ext cx="506" cy="669"/>
            </a:xfrm>
            <a:custGeom>
              <a:rect b="b" l="l" r="r" t="t"/>
              <a:pathLst>
                <a:path extrusionOk="0" h="669" w="506">
                  <a:moveTo>
                    <a:pt x="0" y="669"/>
                  </a:moveTo>
                  <a:lnTo>
                    <a:pt x="5" y="633"/>
                  </a:lnTo>
                  <a:lnTo>
                    <a:pt x="11" y="601"/>
                  </a:lnTo>
                  <a:lnTo>
                    <a:pt x="16" y="570"/>
                  </a:lnTo>
                  <a:lnTo>
                    <a:pt x="23" y="537"/>
                  </a:lnTo>
                  <a:lnTo>
                    <a:pt x="34" y="488"/>
                  </a:lnTo>
                  <a:lnTo>
                    <a:pt x="48" y="439"/>
                  </a:lnTo>
                  <a:lnTo>
                    <a:pt x="65" y="390"/>
                  </a:lnTo>
                  <a:lnTo>
                    <a:pt x="84" y="344"/>
                  </a:lnTo>
                  <a:lnTo>
                    <a:pt x="104" y="298"/>
                  </a:lnTo>
                  <a:lnTo>
                    <a:pt x="126" y="254"/>
                  </a:lnTo>
                  <a:lnTo>
                    <a:pt x="148" y="210"/>
                  </a:lnTo>
                  <a:lnTo>
                    <a:pt x="171" y="168"/>
                  </a:lnTo>
                  <a:lnTo>
                    <a:pt x="171" y="149"/>
                  </a:lnTo>
                  <a:lnTo>
                    <a:pt x="170" y="133"/>
                  </a:lnTo>
                  <a:lnTo>
                    <a:pt x="170" y="123"/>
                  </a:lnTo>
                  <a:lnTo>
                    <a:pt x="171" y="115"/>
                  </a:lnTo>
                  <a:lnTo>
                    <a:pt x="175" y="109"/>
                  </a:lnTo>
                  <a:lnTo>
                    <a:pt x="181" y="104"/>
                  </a:lnTo>
                  <a:lnTo>
                    <a:pt x="192" y="100"/>
                  </a:lnTo>
                  <a:lnTo>
                    <a:pt x="208" y="94"/>
                  </a:lnTo>
                  <a:lnTo>
                    <a:pt x="214" y="94"/>
                  </a:lnTo>
                  <a:lnTo>
                    <a:pt x="221" y="95"/>
                  </a:lnTo>
                  <a:lnTo>
                    <a:pt x="229" y="95"/>
                  </a:lnTo>
                  <a:lnTo>
                    <a:pt x="238" y="97"/>
                  </a:lnTo>
                  <a:lnTo>
                    <a:pt x="247" y="98"/>
                  </a:lnTo>
                  <a:lnTo>
                    <a:pt x="257" y="98"/>
                  </a:lnTo>
                  <a:lnTo>
                    <a:pt x="265" y="98"/>
                  </a:lnTo>
                  <a:lnTo>
                    <a:pt x="274" y="98"/>
                  </a:lnTo>
                  <a:lnTo>
                    <a:pt x="288" y="92"/>
                  </a:lnTo>
                  <a:lnTo>
                    <a:pt x="303" y="86"/>
                  </a:lnTo>
                  <a:lnTo>
                    <a:pt x="317" y="80"/>
                  </a:lnTo>
                  <a:lnTo>
                    <a:pt x="331" y="74"/>
                  </a:lnTo>
                  <a:lnTo>
                    <a:pt x="346" y="68"/>
                  </a:lnTo>
                  <a:lnTo>
                    <a:pt x="360" y="62"/>
                  </a:lnTo>
                  <a:lnTo>
                    <a:pt x="375" y="55"/>
                  </a:lnTo>
                  <a:lnTo>
                    <a:pt x="389" y="49"/>
                  </a:lnTo>
                  <a:lnTo>
                    <a:pt x="404" y="43"/>
                  </a:lnTo>
                  <a:lnTo>
                    <a:pt x="418" y="37"/>
                  </a:lnTo>
                  <a:lnTo>
                    <a:pt x="433" y="31"/>
                  </a:lnTo>
                  <a:lnTo>
                    <a:pt x="448" y="25"/>
                  </a:lnTo>
                  <a:lnTo>
                    <a:pt x="462" y="19"/>
                  </a:lnTo>
                  <a:lnTo>
                    <a:pt x="477" y="13"/>
                  </a:lnTo>
                  <a:lnTo>
                    <a:pt x="491" y="7"/>
                  </a:lnTo>
                  <a:lnTo>
                    <a:pt x="506" y="0"/>
                  </a:lnTo>
                  <a:lnTo>
                    <a:pt x="504" y="11"/>
                  </a:lnTo>
                  <a:lnTo>
                    <a:pt x="499" y="23"/>
                  </a:lnTo>
                  <a:lnTo>
                    <a:pt x="492" y="36"/>
                  </a:lnTo>
                  <a:lnTo>
                    <a:pt x="483" y="49"/>
                  </a:lnTo>
                  <a:lnTo>
                    <a:pt x="474" y="63"/>
                  </a:lnTo>
                  <a:lnTo>
                    <a:pt x="465" y="75"/>
                  </a:lnTo>
                  <a:lnTo>
                    <a:pt x="457" y="86"/>
                  </a:lnTo>
                  <a:lnTo>
                    <a:pt x="449" y="94"/>
                  </a:lnTo>
                  <a:lnTo>
                    <a:pt x="434" y="91"/>
                  </a:lnTo>
                  <a:lnTo>
                    <a:pt x="419" y="95"/>
                  </a:lnTo>
                  <a:lnTo>
                    <a:pt x="405" y="104"/>
                  </a:lnTo>
                  <a:lnTo>
                    <a:pt x="391" y="118"/>
                  </a:lnTo>
                  <a:lnTo>
                    <a:pt x="380" y="135"/>
                  </a:lnTo>
                  <a:lnTo>
                    <a:pt x="367" y="152"/>
                  </a:lnTo>
                  <a:lnTo>
                    <a:pt x="357" y="168"/>
                  </a:lnTo>
                  <a:lnTo>
                    <a:pt x="348" y="182"/>
                  </a:lnTo>
                  <a:lnTo>
                    <a:pt x="340" y="181"/>
                  </a:lnTo>
                  <a:lnTo>
                    <a:pt x="331" y="175"/>
                  </a:lnTo>
                  <a:lnTo>
                    <a:pt x="323" y="170"/>
                  </a:lnTo>
                  <a:lnTo>
                    <a:pt x="314" y="168"/>
                  </a:lnTo>
                  <a:lnTo>
                    <a:pt x="294" y="197"/>
                  </a:lnTo>
                  <a:lnTo>
                    <a:pt x="274" y="225"/>
                  </a:lnTo>
                  <a:lnTo>
                    <a:pt x="255" y="256"/>
                  </a:lnTo>
                  <a:lnTo>
                    <a:pt x="236" y="285"/>
                  </a:lnTo>
                  <a:lnTo>
                    <a:pt x="218" y="315"/>
                  </a:lnTo>
                  <a:lnTo>
                    <a:pt x="199" y="346"/>
                  </a:lnTo>
                  <a:lnTo>
                    <a:pt x="181" y="376"/>
                  </a:lnTo>
                  <a:lnTo>
                    <a:pt x="162" y="407"/>
                  </a:lnTo>
                  <a:lnTo>
                    <a:pt x="145" y="439"/>
                  </a:lnTo>
                  <a:lnTo>
                    <a:pt x="127" y="471"/>
                  </a:lnTo>
                  <a:lnTo>
                    <a:pt x="109" y="501"/>
                  </a:lnTo>
                  <a:lnTo>
                    <a:pt x="92" y="534"/>
                  </a:lnTo>
                  <a:lnTo>
                    <a:pt x="75" y="566"/>
                  </a:lnTo>
                  <a:lnTo>
                    <a:pt x="58" y="598"/>
                  </a:lnTo>
                  <a:lnTo>
                    <a:pt x="41" y="628"/>
                  </a:lnTo>
                  <a:lnTo>
                    <a:pt x="24" y="660"/>
                  </a:lnTo>
                  <a:lnTo>
                    <a:pt x="18" y="662"/>
                  </a:lnTo>
                  <a:lnTo>
                    <a:pt x="11" y="665"/>
                  </a:lnTo>
                  <a:lnTo>
                    <a:pt x="6" y="666"/>
                  </a:lnTo>
                  <a:lnTo>
                    <a:pt x="0" y="669"/>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5" name="Google Shape;905;p25"/>
            <p:cNvSpPr/>
            <p:nvPr/>
          </p:nvSpPr>
          <p:spPr>
            <a:xfrm>
              <a:off x="3713" y="2558"/>
              <a:ext cx="744" cy="291"/>
            </a:xfrm>
            <a:custGeom>
              <a:rect b="b" l="l" r="r" t="t"/>
              <a:pathLst>
                <a:path extrusionOk="0" h="291" w="744">
                  <a:moveTo>
                    <a:pt x="292" y="291"/>
                  </a:moveTo>
                  <a:lnTo>
                    <a:pt x="276" y="291"/>
                  </a:lnTo>
                  <a:lnTo>
                    <a:pt x="259" y="290"/>
                  </a:lnTo>
                  <a:lnTo>
                    <a:pt x="242" y="290"/>
                  </a:lnTo>
                  <a:lnTo>
                    <a:pt x="224" y="290"/>
                  </a:lnTo>
                  <a:lnTo>
                    <a:pt x="208" y="288"/>
                  </a:lnTo>
                  <a:lnTo>
                    <a:pt x="190" y="287"/>
                  </a:lnTo>
                  <a:lnTo>
                    <a:pt x="174" y="284"/>
                  </a:lnTo>
                  <a:lnTo>
                    <a:pt x="159" y="281"/>
                  </a:lnTo>
                  <a:lnTo>
                    <a:pt x="136" y="256"/>
                  </a:lnTo>
                  <a:lnTo>
                    <a:pt x="116" y="227"/>
                  </a:lnTo>
                  <a:lnTo>
                    <a:pt x="96" y="197"/>
                  </a:lnTo>
                  <a:lnTo>
                    <a:pt x="77" y="163"/>
                  </a:lnTo>
                  <a:lnTo>
                    <a:pt x="58" y="131"/>
                  </a:lnTo>
                  <a:lnTo>
                    <a:pt x="39" y="99"/>
                  </a:lnTo>
                  <a:lnTo>
                    <a:pt x="20" y="68"/>
                  </a:lnTo>
                  <a:lnTo>
                    <a:pt x="1" y="42"/>
                  </a:lnTo>
                  <a:lnTo>
                    <a:pt x="0" y="39"/>
                  </a:lnTo>
                  <a:lnTo>
                    <a:pt x="0" y="36"/>
                  </a:lnTo>
                  <a:lnTo>
                    <a:pt x="0" y="35"/>
                  </a:lnTo>
                  <a:lnTo>
                    <a:pt x="0" y="32"/>
                  </a:lnTo>
                  <a:lnTo>
                    <a:pt x="16" y="32"/>
                  </a:lnTo>
                  <a:lnTo>
                    <a:pt x="33" y="30"/>
                  </a:lnTo>
                  <a:lnTo>
                    <a:pt x="50" y="30"/>
                  </a:lnTo>
                  <a:lnTo>
                    <a:pt x="67" y="30"/>
                  </a:lnTo>
                  <a:lnTo>
                    <a:pt x="84" y="29"/>
                  </a:lnTo>
                  <a:lnTo>
                    <a:pt x="101" y="29"/>
                  </a:lnTo>
                  <a:lnTo>
                    <a:pt x="118" y="27"/>
                  </a:lnTo>
                  <a:lnTo>
                    <a:pt x="135" y="27"/>
                  </a:lnTo>
                  <a:lnTo>
                    <a:pt x="152" y="26"/>
                  </a:lnTo>
                  <a:lnTo>
                    <a:pt x="170" y="24"/>
                  </a:lnTo>
                  <a:lnTo>
                    <a:pt x="186" y="23"/>
                  </a:lnTo>
                  <a:lnTo>
                    <a:pt x="204" y="21"/>
                  </a:lnTo>
                  <a:lnTo>
                    <a:pt x="221" y="19"/>
                  </a:lnTo>
                  <a:lnTo>
                    <a:pt x="239" y="18"/>
                  </a:lnTo>
                  <a:lnTo>
                    <a:pt x="255" y="16"/>
                  </a:lnTo>
                  <a:lnTo>
                    <a:pt x="273" y="13"/>
                  </a:lnTo>
                  <a:lnTo>
                    <a:pt x="302" y="13"/>
                  </a:lnTo>
                  <a:lnTo>
                    <a:pt x="331" y="12"/>
                  </a:lnTo>
                  <a:lnTo>
                    <a:pt x="360" y="12"/>
                  </a:lnTo>
                  <a:lnTo>
                    <a:pt x="389" y="10"/>
                  </a:lnTo>
                  <a:lnTo>
                    <a:pt x="418" y="9"/>
                  </a:lnTo>
                  <a:lnTo>
                    <a:pt x="447" y="9"/>
                  </a:lnTo>
                  <a:lnTo>
                    <a:pt x="477" y="7"/>
                  </a:lnTo>
                  <a:lnTo>
                    <a:pt x="506" y="6"/>
                  </a:lnTo>
                  <a:lnTo>
                    <a:pt x="536" y="6"/>
                  </a:lnTo>
                  <a:lnTo>
                    <a:pt x="565" y="4"/>
                  </a:lnTo>
                  <a:lnTo>
                    <a:pt x="595" y="4"/>
                  </a:lnTo>
                  <a:lnTo>
                    <a:pt x="624" y="3"/>
                  </a:lnTo>
                  <a:lnTo>
                    <a:pt x="654" y="1"/>
                  </a:lnTo>
                  <a:lnTo>
                    <a:pt x="683" y="1"/>
                  </a:lnTo>
                  <a:lnTo>
                    <a:pt x="713" y="0"/>
                  </a:lnTo>
                  <a:lnTo>
                    <a:pt x="744" y="0"/>
                  </a:lnTo>
                  <a:lnTo>
                    <a:pt x="742" y="9"/>
                  </a:lnTo>
                  <a:lnTo>
                    <a:pt x="740" y="18"/>
                  </a:lnTo>
                  <a:lnTo>
                    <a:pt x="739" y="27"/>
                  </a:lnTo>
                  <a:lnTo>
                    <a:pt x="736" y="36"/>
                  </a:lnTo>
                  <a:lnTo>
                    <a:pt x="710" y="114"/>
                  </a:lnTo>
                  <a:lnTo>
                    <a:pt x="689" y="172"/>
                  </a:lnTo>
                  <a:lnTo>
                    <a:pt x="674" y="215"/>
                  </a:lnTo>
                  <a:lnTo>
                    <a:pt x="666" y="242"/>
                  </a:lnTo>
                  <a:lnTo>
                    <a:pt x="659" y="261"/>
                  </a:lnTo>
                  <a:lnTo>
                    <a:pt x="655" y="270"/>
                  </a:lnTo>
                  <a:lnTo>
                    <a:pt x="653" y="275"/>
                  </a:lnTo>
                  <a:lnTo>
                    <a:pt x="652" y="276"/>
                  </a:lnTo>
                  <a:lnTo>
                    <a:pt x="629" y="278"/>
                  </a:lnTo>
                  <a:lnTo>
                    <a:pt x="606" y="279"/>
                  </a:lnTo>
                  <a:lnTo>
                    <a:pt x="584" y="279"/>
                  </a:lnTo>
                  <a:lnTo>
                    <a:pt x="561" y="281"/>
                  </a:lnTo>
                  <a:lnTo>
                    <a:pt x="538" y="282"/>
                  </a:lnTo>
                  <a:lnTo>
                    <a:pt x="517" y="284"/>
                  </a:lnTo>
                  <a:lnTo>
                    <a:pt x="494" y="284"/>
                  </a:lnTo>
                  <a:lnTo>
                    <a:pt x="472" y="285"/>
                  </a:lnTo>
                  <a:lnTo>
                    <a:pt x="449" y="287"/>
                  </a:lnTo>
                  <a:lnTo>
                    <a:pt x="427" y="287"/>
                  </a:lnTo>
                  <a:lnTo>
                    <a:pt x="405" y="288"/>
                  </a:lnTo>
                  <a:lnTo>
                    <a:pt x="382" y="290"/>
                  </a:lnTo>
                  <a:lnTo>
                    <a:pt x="360" y="290"/>
                  </a:lnTo>
                  <a:lnTo>
                    <a:pt x="337" y="290"/>
                  </a:lnTo>
                  <a:lnTo>
                    <a:pt x="315" y="291"/>
                  </a:lnTo>
                  <a:lnTo>
                    <a:pt x="292" y="291"/>
                  </a:lnTo>
                  <a:close/>
                </a:path>
              </a:pathLst>
            </a:custGeom>
            <a:solidFill>
              <a:srgbClr val="E5D8B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6" name="Google Shape;906;p25"/>
            <p:cNvSpPr/>
            <p:nvPr/>
          </p:nvSpPr>
          <p:spPr>
            <a:xfrm>
              <a:off x="3633" y="2373"/>
              <a:ext cx="186" cy="194"/>
            </a:xfrm>
            <a:custGeom>
              <a:rect b="b" l="l" r="r" t="t"/>
              <a:pathLst>
                <a:path extrusionOk="0" h="194" w="186">
                  <a:moveTo>
                    <a:pt x="74" y="194"/>
                  </a:moveTo>
                  <a:lnTo>
                    <a:pt x="61" y="182"/>
                  </a:lnTo>
                  <a:lnTo>
                    <a:pt x="49" y="169"/>
                  </a:lnTo>
                  <a:lnTo>
                    <a:pt x="37" y="157"/>
                  </a:lnTo>
                  <a:lnTo>
                    <a:pt x="26" y="145"/>
                  </a:lnTo>
                  <a:lnTo>
                    <a:pt x="16" y="131"/>
                  </a:lnTo>
                  <a:lnTo>
                    <a:pt x="8" y="117"/>
                  </a:lnTo>
                  <a:lnTo>
                    <a:pt x="2" y="102"/>
                  </a:lnTo>
                  <a:lnTo>
                    <a:pt x="0" y="87"/>
                  </a:lnTo>
                  <a:lnTo>
                    <a:pt x="7" y="75"/>
                  </a:lnTo>
                  <a:lnTo>
                    <a:pt x="15" y="61"/>
                  </a:lnTo>
                  <a:lnTo>
                    <a:pt x="23" y="47"/>
                  </a:lnTo>
                  <a:lnTo>
                    <a:pt x="33" y="33"/>
                  </a:lnTo>
                  <a:lnTo>
                    <a:pt x="45" y="23"/>
                  </a:lnTo>
                  <a:lnTo>
                    <a:pt x="55" y="12"/>
                  </a:lnTo>
                  <a:lnTo>
                    <a:pt x="66" y="4"/>
                  </a:lnTo>
                  <a:lnTo>
                    <a:pt x="78" y="0"/>
                  </a:lnTo>
                  <a:lnTo>
                    <a:pt x="83" y="15"/>
                  </a:lnTo>
                  <a:lnTo>
                    <a:pt x="89" y="30"/>
                  </a:lnTo>
                  <a:lnTo>
                    <a:pt x="96" y="44"/>
                  </a:lnTo>
                  <a:lnTo>
                    <a:pt x="105" y="56"/>
                  </a:lnTo>
                  <a:lnTo>
                    <a:pt x="115" y="69"/>
                  </a:lnTo>
                  <a:lnTo>
                    <a:pt x="127" y="78"/>
                  </a:lnTo>
                  <a:lnTo>
                    <a:pt x="139" y="87"/>
                  </a:lnTo>
                  <a:lnTo>
                    <a:pt x="154" y="94"/>
                  </a:lnTo>
                  <a:lnTo>
                    <a:pt x="162" y="101"/>
                  </a:lnTo>
                  <a:lnTo>
                    <a:pt x="168" y="107"/>
                  </a:lnTo>
                  <a:lnTo>
                    <a:pt x="177" y="113"/>
                  </a:lnTo>
                  <a:lnTo>
                    <a:pt x="186" y="116"/>
                  </a:lnTo>
                  <a:lnTo>
                    <a:pt x="182" y="124"/>
                  </a:lnTo>
                  <a:lnTo>
                    <a:pt x="178" y="131"/>
                  </a:lnTo>
                  <a:lnTo>
                    <a:pt x="174" y="139"/>
                  </a:lnTo>
                  <a:lnTo>
                    <a:pt x="172" y="146"/>
                  </a:lnTo>
                  <a:lnTo>
                    <a:pt x="159" y="145"/>
                  </a:lnTo>
                  <a:lnTo>
                    <a:pt x="145" y="139"/>
                  </a:lnTo>
                  <a:lnTo>
                    <a:pt x="130" y="131"/>
                  </a:lnTo>
                  <a:lnTo>
                    <a:pt x="114" y="122"/>
                  </a:lnTo>
                  <a:lnTo>
                    <a:pt x="100" y="114"/>
                  </a:lnTo>
                  <a:lnTo>
                    <a:pt x="88" y="107"/>
                  </a:lnTo>
                  <a:lnTo>
                    <a:pt x="79" y="102"/>
                  </a:lnTo>
                  <a:lnTo>
                    <a:pt x="74" y="101"/>
                  </a:lnTo>
                  <a:lnTo>
                    <a:pt x="84" y="108"/>
                  </a:lnTo>
                  <a:lnTo>
                    <a:pt x="94" y="116"/>
                  </a:lnTo>
                  <a:lnTo>
                    <a:pt x="103" y="124"/>
                  </a:lnTo>
                  <a:lnTo>
                    <a:pt x="113" y="131"/>
                  </a:lnTo>
                  <a:lnTo>
                    <a:pt x="124" y="139"/>
                  </a:lnTo>
                  <a:lnTo>
                    <a:pt x="135" y="145"/>
                  </a:lnTo>
                  <a:lnTo>
                    <a:pt x="147" y="153"/>
                  </a:lnTo>
                  <a:lnTo>
                    <a:pt x="159" y="160"/>
                  </a:lnTo>
                  <a:lnTo>
                    <a:pt x="159" y="163"/>
                  </a:lnTo>
                  <a:lnTo>
                    <a:pt x="159" y="166"/>
                  </a:lnTo>
                  <a:lnTo>
                    <a:pt x="158" y="169"/>
                  </a:lnTo>
                  <a:lnTo>
                    <a:pt x="156" y="174"/>
                  </a:lnTo>
                  <a:lnTo>
                    <a:pt x="143" y="172"/>
                  </a:lnTo>
                  <a:lnTo>
                    <a:pt x="132" y="169"/>
                  </a:lnTo>
                  <a:lnTo>
                    <a:pt x="119" y="163"/>
                  </a:lnTo>
                  <a:lnTo>
                    <a:pt x="108" y="157"/>
                  </a:lnTo>
                  <a:lnTo>
                    <a:pt x="96" y="151"/>
                  </a:lnTo>
                  <a:lnTo>
                    <a:pt x="86" y="146"/>
                  </a:lnTo>
                  <a:lnTo>
                    <a:pt x="78" y="143"/>
                  </a:lnTo>
                  <a:lnTo>
                    <a:pt x="71" y="143"/>
                  </a:lnTo>
                  <a:lnTo>
                    <a:pt x="75" y="148"/>
                  </a:lnTo>
                  <a:lnTo>
                    <a:pt x="81" y="154"/>
                  </a:lnTo>
                  <a:lnTo>
                    <a:pt x="90" y="160"/>
                  </a:lnTo>
                  <a:lnTo>
                    <a:pt x="99" y="165"/>
                  </a:lnTo>
                  <a:lnTo>
                    <a:pt x="109" y="171"/>
                  </a:lnTo>
                  <a:lnTo>
                    <a:pt x="119" y="177"/>
                  </a:lnTo>
                  <a:lnTo>
                    <a:pt x="129" y="182"/>
                  </a:lnTo>
                  <a:lnTo>
                    <a:pt x="137" y="186"/>
                  </a:lnTo>
                  <a:lnTo>
                    <a:pt x="135" y="188"/>
                  </a:lnTo>
                  <a:lnTo>
                    <a:pt x="135" y="188"/>
                  </a:lnTo>
                  <a:lnTo>
                    <a:pt x="135" y="189"/>
                  </a:lnTo>
                  <a:lnTo>
                    <a:pt x="134" y="191"/>
                  </a:lnTo>
                  <a:lnTo>
                    <a:pt x="124" y="191"/>
                  </a:lnTo>
                  <a:lnTo>
                    <a:pt x="114" y="189"/>
                  </a:lnTo>
                  <a:lnTo>
                    <a:pt x="106" y="188"/>
                  </a:lnTo>
                  <a:lnTo>
                    <a:pt x="100" y="186"/>
                  </a:lnTo>
                  <a:lnTo>
                    <a:pt x="93" y="183"/>
                  </a:lnTo>
                  <a:lnTo>
                    <a:pt x="86" y="179"/>
                  </a:lnTo>
                  <a:lnTo>
                    <a:pt x="80" y="174"/>
                  </a:lnTo>
                  <a:lnTo>
                    <a:pt x="74" y="168"/>
                  </a:lnTo>
                  <a:lnTo>
                    <a:pt x="71" y="168"/>
                  </a:lnTo>
                  <a:lnTo>
                    <a:pt x="70" y="168"/>
                  </a:lnTo>
                  <a:lnTo>
                    <a:pt x="67" y="168"/>
                  </a:lnTo>
                  <a:lnTo>
                    <a:pt x="65" y="169"/>
                  </a:lnTo>
                  <a:lnTo>
                    <a:pt x="70" y="174"/>
                  </a:lnTo>
                  <a:lnTo>
                    <a:pt x="76" y="180"/>
                  </a:lnTo>
                  <a:lnTo>
                    <a:pt x="81" y="185"/>
                  </a:lnTo>
                  <a:lnTo>
                    <a:pt x="86" y="191"/>
                  </a:lnTo>
                  <a:lnTo>
                    <a:pt x="83" y="192"/>
                  </a:lnTo>
                  <a:lnTo>
                    <a:pt x="80" y="194"/>
                  </a:lnTo>
                  <a:lnTo>
                    <a:pt x="76" y="194"/>
                  </a:lnTo>
                  <a:lnTo>
                    <a:pt x="74" y="19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7" name="Google Shape;907;p25"/>
            <p:cNvSpPr/>
            <p:nvPr/>
          </p:nvSpPr>
          <p:spPr>
            <a:xfrm>
              <a:off x="3802" y="2463"/>
              <a:ext cx="67" cy="104"/>
            </a:xfrm>
            <a:custGeom>
              <a:rect b="b" l="l" r="r" t="t"/>
              <a:pathLst>
                <a:path extrusionOk="0" h="104" w="67">
                  <a:moveTo>
                    <a:pt x="36" y="104"/>
                  </a:moveTo>
                  <a:lnTo>
                    <a:pt x="27" y="102"/>
                  </a:lnTo>
                  <a:lnTo>
                    <a:pt x="17" y="102"/>
                  </a:lnTo>
                  <a:lnTo>
                    <a:pt x="8" y="102"/>
                  </a:lnTo>
                  <a:lnTo>
                    <a:pt x="0" y="102"/>
                  </a:lnTo>
                  <a:lnTo>
                    <a:pt x="7" y="76"/>
                  </a:lnTo>
                  <a:lnTo>
                    <a:pt x="17" y="55"/>
                  </a:lnTo>
                  <a:lnTo>
                    <a:pt x="27" y="32"/>
                  </a:lnTo>
                  <a:lnTo>
                    <a:pt x="32" y="6"/>
                  </a:lnTo>
                  <a:lnTo>
                    <a:pt x="36" y="3"/>
                  </a:lnTo>
                  <a:lnTo>
                    <a:pt x="39" y="1"/>
                  </a:lnTo>
                  <a:lnTo>
                    <a:pt x="46" y="1"/>
                  </a:lnTo>
                  <a:lnTo>
                    <a:pt x="57" y="0"/>
                  </a:lnTo>
                  <a:lnTo>
                    <a:pt x="61" y="26"/>
                  </a:lnTo>
                  <a:lnTo>
                    <a:pt x="63" y="44"/>
                  </a:lnTo>
                  <a:lnTo>
                    <a:pt x="65" y="66"/>
                  </a:lnTo>
                  <a:lnTo>
                    <a:pt x="67" y="98"/>
                  </a:lnTo>
                  <a:lnTo>
                    <a:pt x="65" y="99"/>
                  </a:lnTo>
                  <a:lnTo>
                    <a:pt x="61" y="101"/>
                  </a:lnTo>
                  <a:lnTo>
                    <a:pt x="52" y="102"/>
                  </a:lnTo>
                  <a:lnTo>
                    <a:pt x="36" y="104"/>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8" name="Google Shape;908;p25"/>
            <p:cNvSpPr/>
            <p:nvPr/>
          </p:nvSpPr>
          <p:spPr>
            <a:xfrm>
              <a:off x="3870" y="2338"/>
              <a:ext cx="68" cy="223"/>
            </a:xfrm>
            <a:custGeom>
              <a:rect b="b" l="l" r="r" t="t"/>
              <a:pathLst>
                <a:path extrusionOk="0" h="223" w="68">
                  <a:moveTo>
                    <a:pt x="15" y="223"/>
                  </a:moveTo>
                  <a:lnTo>
                    <a:pt x="14" y="210"/>
                  </a:lnTo>
                  <a:lnTo>
                    <a:pt x="12" y="194"/>
                  </a:lnTo>
                  <a:lnTo>
                    <a:pt x="7" y="165"/>
                  </a:lnTo>
                  <a:lnTo>
                    <a:pt x="0" y="116"/>
                  </a:lnTo>
                  <a:lnTo>
                    <a:pt x="7" y="110"/>
                  </a:lnTo>
                  <a:lnTo>
                    <a:pt x="13" y="104"/>
                  </a:lnTo>
                  <a:lnTo>
                    <a:pt x="18" y="97"/>
                  </a:lnTo>
                  <a:lnTo>
                    <a:pt x="24" y="91"/>
                  </a:lnTo>
                  <a:lnTo>
                    <a:pt x="29" y="85"/>
                  </a:lnTo>
                  <a:lnTo>
                    <a:pt x="34" y="79"/>
                  </a:lnTo>
                  <a:lnTo>
                    <a:pt x="38" y="71"/>
                  </a:lnTo>
                  <a:lnTo>
                    <a:pt x="43" y="65"/>
                  </a:lnTo>
                  <a:lnTo>
                    <a:pt x="46" y="45"/>
                  </a:lnTo>
                  <a:lnTo>
                    <a:pt x="48" y="24"/>
                  </a:lnTo>
                  <a:lnTo>
                    <a:pt x="56" y="9"/>
                  </a:lnTo>
                  <a:lnTo>
                    <a:pt x="68" y="0"/>
                  </a:lnTo>
                  <a:lnTo>
                    <a:pt x="66" y="53"/>
                  </a:lnTo>
                  <a:lnTo>
                    <a:pt x="61" y="107"/>
                  </a:lnTo>
                  <a:lnTo>
                    <a:pt x="54" y="162"/>
                  </a:lnTo>
                  <a:lnTo>
                    <a:pt x="46" y="217"/>
                  </a:lnTo>
                  <a:lnTo>
                    <a:pt x="39" y="221"/>
                  </a:lnTo>
                  <a:lnTo>
                    <a:pt x="30" y="223"/>
                  </a:lnTo>
                  <a:lnTo>
                    <a:pt x="22" y="223"/>
                  </a:lnTo>
                  <a:lnTo>
                    <a:pt x="15" y="223"/>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09" name="Google Shape;909;p25"/>
            <p:cNvSpPr/>
            <p:nvPr/>
          </p:nvSpPr>
          <p:spPr>
            <a:xfrm>
              <a:off x="3932" y="2359"/>
              <a:ext cx="106" cy="200"/>
            </a:xfrm>
            <a:custGeom>
              <a:rect b="b" l="l" r="r" t="t"/>
              <a:pathLst>
                <a:path extrusionOk="0" h="200" w="106">
                  <a:moveTo>
                    <a:pt x="0" y="200"/>
                  </a:moveTo>
                  <a:lnTo>
                    <a:pt x="2" y="148"/>
                  </a:lnTo>
                  <a:lnTo>
                    <a:pt x="6" y="98"/>
                  </a:lnTo>
                  <a:lnTo>
                    <a:pt x="13" y="49"/>
                  </a:lnTo>
                  <a:lnTo>
                    <a:pt x="19" y="0"/>
                  </a:lnTo>
                  <a:lnTo>
                    <a:pt x="26" y="3"/>
                  </a:lnTo>
                  <a:lnTo>
                    <a:pt x="34" y="6"/>
                  </a:lnTo>
                  <a:lnTo>
                    <a:pt x="43" y="8"/>
                  </a:lnTo>
                  <a:lnTo>
                    <a:pt x="54" y="9"/>
                  </a:lnTo>
                  <a:lnTo>
                    <a:pt x="55" y="8"/>
                  </a:lnTo>
                  <a:lnTo>
                    <a:pt x="57" y="6"/>
                  </a:lnTo>
                  <a:lnTo>
                    <a:pt x="57" y="6"/>
                  </a:lnTo>
                  <a:lnTo>
                    <a:pt x="58" y="5"/>
                  </a:lnTo>
                  <a:lnTo>
                    <a:pt x="59" y="5"/>
                  </a:lnTo>
                  <a:lnTo>
                    <a:pt x="62" y="5"/>
                  </a:lnTo>
                  <a:lnTo>
                    <a:pt x="64" y="5"/>
                  </a:lnTo>
                  <a:lnTo>
                    <a:pt x="67" y="6"/>
                  </a:lnTo>
                  <a:lnTo>
                    <a:pt x="67" y="14"/>
                  </a:lnTo>
                  <a:lnTo>
                    <a:pt x="68" y="20"/>
                  </a:lnTo>
                  <a:lnTo>
                    <a:pt x="69" y="26"/>
                  </a:lnTo>
                  <a:lnTo>
                    <a:pt x="70" y="35"/>
                  </a:lnTo>
                  <a:lnTo>
                    <a:pt x="69" y="37"/>
                  </a:lnTo>
                  <a:lnTo>
                    <a:pt x="67" y="38"/>
                  </a:lnTo>
                  <a:lnTo>
                    <a:pt x="65" y="40"/>
                  </a:lnTo>
                  <a:lnTo>
                    <a:pt x="63" y="41"/>
                  </a:lnTo>
                  <a:lnTo>
                    <a:pt x="69" y="49"/>
                  </a:lnTo>
                  <a:lnTo>
                    <a:pt x="74" y="52"/>
                  </a:lnTo>
                  <a:lnTo>
                    <a:pt x="78" y="60"/>
                  </a:lnTo>
                  <a:lnTo>
                    <a:pt x="82" y="73"/>
                  </a:lnTo>
                  <a:lnTo>
                    <a:pt x="80" y="75"/>
                  </a:lnTo>
                  <a:lnTo>
                    <a:pt x="80" y="75"/>
                  </a:lnTo>
                  <a:lnTo>
                    <a:pt x="79" y="75"/>
                  </a:lnTo>
                  <a:lnTo>
                    <a:pt x="79" y="76"/>
                  </a:lnTo>
                  <a:lnTo>
                    <a:pt x="74" y="75"/>
                  </a:lnTo>
                  <a:lnTo>
                    <a:pt x="70" y="72"/>
                  </a:lnTo>
                  <a:lnTo>
                    <a:pt x="67" y="70"/>
                  </a:lnTo>
                  <a:lnTo>
                    <a:pt x="63" y="69"/>
                  </a:lnTo>
                  <a:lnTo>
                    <a:pt x="65" y="78"/>
                  </a:lnTo>
                  <a:lnTo>
                    <a:pt x="72" y="84"/>
                  </a:lnTo>
                  <a:lnTo>
                    <a:pt x="79" y="90"/>
                  </a:lnTo>
                  <a:lnTo>
                    <a:pt x="89" y="96"/>
                  </a:lnTo>
                  <a:lnTo>
                    <a:pt x="91" y="99"/>
                  </a:lnTo>
                  <a:lnTo>
                    <a:pt x="91" y="104"/>
                  </a:lnTo>
                  <a:lnTo>
                    <a:pt x="91" y="107"/>
                  </a:lnTo>
                  <a:lnTo>
                    <a:pt x="92" y="112"/>
                  </a:lnTo>
                  <a:lnTo>
                    <a:pt x="88" y="112"/>
                  </a:lnTo>
                  <a:lnTo>
                    <a:pt x="84" y="110"/>
                  </a:lnTo>
                  <a:lnTo>
                    <a:pt x="77" y="107"/>
                  </a:lnTo>
                  <a:lnTo>
                    <a:pt x="65" y="102"/>
                  </a:lnTo>
                  <a:lnTo>
                    <a:pt x="65" y="104"/>
                  </a:lnTo>
                  <a:lnTo>
                    <a:pt x="65" y="105"/>
                  </a:lnTo>
                  <a:lnTo>
                    <a:pt x="65" y="108"/>
                  </a:lnTo>
                  <a:lnTo>
                    <a:pt x="65" y="110"/>
                  </a:lnTo>
                  <a:lnTo>
                    <a:pt x="73" y="115"/>
                  </a:lnTo>
                  <a:lnTo>
                    <a:pt x="80" y="119"/>
                  </a:lnTo>
                  <a:lnTo>
                    <a:pt x="88" y="125"/>
                  </a:lnTo>
                  <a:lnTo>
                    <a:pt x="97" y="130"/>
                  </a:lnTo>
                  <a:lnTo>
                    <a:pt x="96" y="131"/>
                  </a:lnTo>
                  <a:lnTo>
                    <a:pt x="96" y="134"/>
                  </a:lnTo>
                  <a:lnTo>
                    <a:pt x="96" y="136"/>
                  </a:lnTo>
                  <a:lnTo>
                    <a:pt x="96" y="138"/>
                  </a:lnTo>
                  <a:lnTo>
                    <a:pt x="88" y="136"/>
                  </a:lnTo>
                  <a:lnTo>
                    <a:pt x="83" y="136"/>
                  </a:lnTo>
                  <a:lnTo>
                    <a:pt x="78" y="133"/>
                  </a:lnTo>
                  <a:lnTo>
                    <a:pt x="70" y="130"/>
                  </a:lnTo>
                  <a:lnTo>
                    <a:pt x="69" y="133"/>
                  </a:lnTo>
                  <a:lnTo>
                    <a:pt x="69" y="136"/>
                  </a:lnTo>
                  <a:lnTo>
                    <a:pt x="69" y="139"/>
                  </a:lnTo>
                  <a:lnTo>
                    <a:pt x="68" y="142"/>
                  </a:lnTo>
                  <a:lnTo>
                    <a:pt x="82" y="148"/>
                  </a:lnTo>
                  <a:lnTo>
                    <a:pt x="89" y="151"/>
                  </a:lnTo>
                  <a:lnTo>
                    <a:pt x="94" y="154"/>
                  </a:lnTo>
                  <a:lnTo>
                    <a:pt x="99" y="157"/>
                  </a:lnTo>
                  <a:lnTo>
                    <a:pt x="99" y="160"/>
                  </a:lnTo>
                  <a:lnTo>
                    <a:pt x="99" y="165"/>
                  </a:lnTo>
                  <a:lnTo>
                    <a:pt x="99" y="170"/>
                  </a:lnTo>
                  <a:lnTo>
                    <a:pt x="101" y="173"/>
                  </a:lnTo>
                  <a:lnTo>
                    <a:pt x="99" y="174"/>
                  </a:lnTo>
                  <a:lnTo>
                    <a:pt x="97" y="174"/>
                  </a:lnTo>
                  <a:lnTo>
                    <a:pt x="91" y="173"/>
                  </a:lnTo>
                  <a:lnTo>
                    <a:pt x="80" y="168"/>
                  </a:lnTo>
                  <a:lnTo>
                    <a:pt x="80" y="171"/>
                  </a:lnTo>
                  <a:lnTo>
                    <a:pt x="80" y="174"/>
                  </a:lnTo>
                  <a:lnTo>
                    <a:pt x="79" y="176"/>
                  </a:lnTo>
                  <a:lnTo>
                    <a:pt x="79" y="179"/>
                  </a:lnTo>
                  <a:lnTo>
                    <a:pt x="85" y="179"/>
                  </a:lnTo>
                  <a:lnTo>
                    <a:pt x="91" y="180"/>
                  </a:lnTo>
                  <a:lnTo>
                    <a:pt x="97" y="183"/>
                  </a:lnTo>
                  <a:lnTo>
                    <a:pt x="106" y="191"/>
                  </a:lnTo>
                  <a:lnTo>
                    <a:pt x="104" y="191"/>
                  </a:lnTo>
                  <a:lnTo>
                    <a:pt x="104" y="193"/>
                  </a:lnTo>
                  <a:lnTo>
                    <a:pt x="104" y="193"/>
                  </a:lnTo>
                  <a:lnTo>
                    <a:pt x="103" y="194"/>
                  </a:lnTo>
                  <a:lnTo>
                    <a:pt x="91" y="194"/>
                  </a:lnTo>
                  <a:lnTo>
                    <a:pt x="77" y="196"/>
                  </a:lnTo>
                  <a:lnTo>
                    <a:pt x="64" y="196"/>
                  </a:lnTo>
                  <a:lnTo>
                    <a:pt x="52" y="197"/>
                  </a:lnTo>
                  <a:lnTo>
                    <a:pt x="39" y="197"/>
                  </a:lnTo>
                  <a:lnTo>
                    <a:pt x="26" y="199"/>
                  </a:lnTo>
                  <a:lnTo>
                    <a:pt x="13" y="199"/>
                  </a:lnTo>
                  <a:lnTo>
                    <a:pt x="0" y="200"/>
                  </a:lnTo>
                  <a:close/>
                </a:path>
              </a:pathLst>
            </a:custGeom>
            <a:solidFill>
              <a:srgbClr val="FF66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0" name="Google Shape;910;p25"/>
            <p:cNvSpPr/>
            <p:nvPr/>
          </p:nvSpPr>
          <p:spPr>
            <a:xfrm>
              <a:off x="4059" y="2232"/>
              <a:ext cx="113" cy="320"/>
            </a:xfrm>
            <a:custGeom>
              <a:rect b="b" l="l" r="r" t="t"/>
              <a:pathLst>
                <a:path extrusionOk="0" h="320" w="113">
                  <a:moveTo>
                    <a:pt x="0" y="318"/>
                  </a:moveTo>
                  <a:lnTo>
                    <a:pt x="0" y="281"/>
                  </a:lnTo>
                  <a:lnTo>
                    <a:pt x="5" y="240"/>
                  </a:lnTo>
                  <a:lnTo>
                    <a:pt x="10" y="197"/>
                  </a:lnTo>
                  <a:lnTo>
                    <a:pt x="13" y="159"/>
                  </a:lnTo>
                  <a:lnTo>
                    <a:pt x="28" y="124"/>
                  </a:lnTo>
                  <a:lnTo>
                    <a:pt x="35" y="104"/>
                  </a:lnTo>
                  <a:lnTo>
                    <a:pt x="39" y="92"/>
                  </a:lnTo>
                  <a:lnTo>
                    <a:pt x="40" y="83"/>
                  </a:lnTo>
                  <a:lnTo>
                    <a:pt x="33" y="48"/>
                  </a:lnTo>
                  <a:lnTo>
                    <a:pt x="26" y="26"/>
                  </a:lnTo>
                  <a:lnTo>
                    <a:pt x="23" y="12"/>
                  </a:lnTo>
                  <a:lnTo>
                    <a:pt x="20" y="0"/>
                  </a:lnTo>
                  <a:lnTo>
                    <a:pt x="26" y="2"/>
                  </a:lnTo>
                  <a:lnTo>
                    <a:pt x="34" y="3"/>
                  </a:lnTo>
                  <a:lnTo>
                    <a:pt x="40" y="5"/>
                  </a:lnTo>
                  <a:lnTo>
                    <a:pt x="47" y="6"/>
                  </a:lnTo>
                  <a:lnTo>
                    <a:pt x="50" y="16"/>
                  </a:lnTo>
                  <a:lnTo>
                    <a:pt x="55" y="23"/>
                  </a:lnTo>
                  <a:lnTo>
                    <a:pt x="63" y="31"/>
                  </a:lnTo>
                  <a:lnTo>
                    <a:pt x="69" y="42"/>
                  </a:lnTo>
                  <a:lnTo>
                    <a:pt x="65" y="43"/>
                  </a:lnTo>
                  <a:lnTo>
                    <a:pt x="63" y="45"/>
                  </a:lnTo>
                  <a:lnTo>
                    <a:pt x="62" y="46"/>
                  </a:lnTo>
                  <a:lnTo>
                    <a:pt x="60" y="49"/>
                  </a:lnTo>
                  <a:lnTo>
                    <a:pt x="69" y="55"/>
                  </a:lnTo>
                  <a:lnTo>
                    <a:pt x="78" y="61"/>
                  </a:lnTo>
                  <a:lnTo>
                    <a:pt x="86" y="72"/>
                  </a:lnTo>
                  <a:lnTo>
                    <a:pt x="91" y="86"/>
                  </a:lnTo>
                  <a:lnTo>
                    <a:pt x="88" y="87"/>
                  </a:lnTo>
                  <a:lnTo>
                    <a:pt x="86" y="86"/>
                  </a:lnTo>
                  <a:lnTo>
                    <a:pt x="81" y="84"/>
                  </a:lnTo>
                  <a:lnTo>
                    <a:pt x="70" y="81"/>
                  </a:lnTo>
                  <a:lnTo>
                    <a:pt x="69" y="81"/>
                  </a:lnTo>
                  <a:lnTo>
                    <a:pt x="69" y="83"/>
                  </a:lnTo>
                  <a:lnTo>
                    <a:pt x="69" y="83"/>
                  </a:lnTo>
                  <a:lnTo>
                    <a:pt x="68" y="84"/>
                  </a:lnTo>
                  <a:lnTo>
                    <a:pt x="79" y="92"/>
                  </a:lnTo>
                  <a:lnTo>
                    <a:pt x="89" y="100"/>
                  </a:lnTo>
                  <a:lnTo>
                    <a:pt x="97" y="110"/>
                  </a:lnTo>
                  <a:lnTo>
                    <a:pt x="101" y="127"/>
                  </a:lnTo>
                  <a:lnTo>
                    <a:pt x="99" y="129"/>
                  </a:lnTo>
                  <a:lnTo>
                    <a:pt x="99" y="129"/>
                  </a:lnTo>
                  <a:lnTo>
                    <a:pt x="98" y="129"/>
                  </a:lnTo>
                  <a:lnTo>
                    <a:pt x="98" y="130"/>
                  </a:lnTo>
                  <a:lnTo>
                    <a:pt x="91" y="124"/>
                  </a:lnTo>
                  <a:lnTo>
                    <a:pt x="86" y="121"/>
                  </a:lnTo>
                  <a:lnTo>
                    <a:pt x="81" y="119"/>
                  </a:lnTo>
                  <a:lnTo>
                    <a:pt x="74" y="118"/>
                  </a:lnTo>
                  <a:lnTo>
                    <a:pt x="74" y="119"/>
                  </a:lnTo>
                  <a:lnTo>
                    <a:pt x="75" y="121"/>
                  </a:lnTo>
                  <a:lnTo>
                    <a:pt x="75" y="124"/>
                  </a:lnTo>
                  <a:lnTo>
                    <a:pt x="75" y="126"/>
                  </a:lnTo>
                  <a:lnTo>
                    <a:pt x="83" y="129"/>
                  </a:lnTo>
                  <a:lnTo>
                    <a:pt x="94" y="135"/>
                  </a:lnTo>
                  <a:lnTo>
                    <a:pt x="103" y="145"/>
                  </a:lnTo>
                  <a:lnTo>
                    <a:pt x="106" y="158"/>
                  </a:lnTo>
                  <a:lnTo>
                    <a:pt x="98" y="156"/>
                  </a:lnTo>
                  <a:lnTo>
                    <a:pt x="91" y="153"/>
                  </a:lnTo>
                  <a:lnTo>
                    <a:pt x="84" y="150"/>
                  </a:lnTo>
                  <a:lnTo>
                    <a:pt x="79" y="148"/>
                  </a:lnTo>
                  <a:lnTo>
                    <a:pt x="79" y="150"/>
                  </a:lnTo>
                  <a:lnTo>
                    <a:pt x="79" y="151"/>
                  </a:lnTo>
                  <a:lnTo>
                    <a:pt x="79" y="155"/>
                  </a:lnTo>
                  <a:lnTo>
                    <a:pt x="79" y="156"/>
                  </a:lnTo>
                  <a:lnTo>
                    <a:pt x="92" y="162"/>
                  </a:lnTo>
                  <a:lnTo>
                    <a:pt x="99" y="167"/>
                  </a:lnTo>
                  <a:lnTo>
                    <a:pt x="106" y="174"/>
                  </a:lnTo>
                  <a:lnTo>
                    <a:pt x="108" y="191"/>
                  </a:lnTo>
                  <a:lnTo>
                    <a:pt x="107" y="191"/>
                  </a:lnTo>
                  <a:lnTo>
                    <a:pt x="107" y="191"/>
                  </a:lnTo>
                  <a:lnTo>
                    <a:pt x="106" y="193"/>
                  </a:lnTo>
                  <a:lnTo>
                    <a:pt x="106" y="193"/>
                  </a:lnTo>
                  <a:lnTo>
                    <a:pt x="98" y="188"/>
                  </a:lnTo>
                  <a:lnTo>
                    <a:pt x="93" y="187"/>
                  </a:lnTo>
                  <a:lnTo>
                    <a:pt x="88" y="185"/>
                  </a:lnTo>
                  <a:lnTo>
                    <a:pt x="83" y="187"/>
                  </a:lnTo>
                  <a:lnTo>
                    <a:pt x="91" y="196"/>
                  </a:lnTo>
                  <a:lnTo>
                    <a:pt x="101" y="203"/>
                  </a:lnTo>
                  <a:lnTo>
                    <a:pt x="108" y="213"/>
                  </a:lnTo>
                  <a:lnTo>
                    <a:pt x="109" y="231"/>
                  </a:lnTo>
                  <a:lnTo>
                    <a:pt x="104" y="231"/>
                  </a:lnTo>
                  <a:lnTo>
                    <a:pt x="99" y="229"/>
                  </a:lnTo>
                  <a:lnTo>
                    <a:pt x="92" y="226"/>
                  </a:lnTo>
                  <a:lnTo>
                    <a:pt x="83" y="223"/>
                  </a:lnTo>
                  <a:lnTo>
                    <a:pt x="87" y="229"/>
                  </a:lnTo>
                  <a:lnTo>
                    <a:pt x="94" y="237"/>
                  </a:lnTo>
                  <a:lnTo>
                    <a:pt x="104" y="245"/>
                  </a:lnTo>
                  <a:lnTo>
                    <a:pt x="113" y="252"/>
                  </a:lnTo>
                  <a:lnTo>
                    <a:pt x="113" y="260"/>
                  </a:lnTo>
                  <a:lnTo>
                    <a:pt x="113" y="265"/>
                  </a:lnTo>
                  <a:lnTo>
                    <a:pt x="112" y="268"/>
                  </a:lnTo>
                  <a:lnTo>
                    <a:pt x="109" y="269"/>
                  </a:lnTo>
                  <a:lnTo>
                    <a:pt x="102" y="266"/>
                  </a:lnTo>
                  <a:lnTo>
                    <a:pt x="96" y="261"/>
                  </a:lnTo>
                  <a:lnTo>
                    <a:pt x="88" y="258"/>
                  </a:lnTo>
                  <a:lnTo>
                    <a:pt x="81" y="255"/>
                  </a:lnTo>
                  <a:lnTo>
                    <a:pt x="84" y="261"/>
                  </a:lnTo>
                  <a:lnTo>
                    <a:pt x="92" y="269"/>
                  </a:lnTo>
                  <a:lnTo>
                    <a:pt x="101" y="277"/>
                  </a:lnTo>
                  <a:lnTo>
                    <a:pt x="109" y="284"/>
                  </a:lnTo>
                  <a:lnTo>
                    <a:pt x="109" y="287"/>
                  </a:lnTo>
                  <a:lnTo>
                    <a:pt x="109" y="292"/>
                  </a:lnTo>
                  <a:lnTo>
                    <a:pt x="109" y="297"/>
                  </a:lnTo>
                  <a:lnTo>
                    <a:pt x="111" y="300"/>
                  </a:lnTo>
                  <a:lnTo>
                    <a:pt x="104" y="300"/>
                  </a:lnTo>
                  <a:lnTo>
                    <a:pt x="94" y="295"/>
                  </a:lnTo>
                  <a:lnTo>
                    <a:pt x="86" y="290"/>
                  </a:lnTo>
                  <a:lnTo>
                    <a:pt x="81" y="289"/>
                  </a:lnTo>
                  <a:lnTo>
                    <a:pt x="84" y="295"/>
                  </a:lnTo>
                  <a:lnTo>
                    <a:pt x="92" y="301"/>
                  </a:lnTo>
                  <a:lnTo>
                    <a:pt x="99" y="307"/>
                  </a:lnTo>
                  <a:lnTo>
                    <a:pt x="109" y="313"/>
                  </a:lnTo>
                  <a:lnTo>
                    <a:pt x="103" y="316"/>
                  </a:lnTo>
                  <a:lnTo>
                    <a:pt x="91" y="318"/>
                  </a:lnTo>
                  <a:lnTo>
                    <a:pt x="74" y="320"/>
                  </a:lnTo>
                  <a:lnTo>
                    <a:pt x="55" y="320"/>
                  </a:lnTo>
                  <a:lnTo>
                    <a:pt x="38" y="320"/>
                  </a:lnTo>
                  <a:lnTo>
                    <a:pt x="20" y="320"/>
                  </a:lnTo>
                  <a:lnTo>
                    <a:pt x="8" y="318"/>
                  </a:lnTo>
                  <a:lnTo>
                    <a:pt x="0" y="318"/>
                  </a:lnTo>
                  <a:close/>
                </a:path>
              </a:pathLst>
            </a:custGeom>
            <a:solidFill>
              <a:srgbClr val="00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1" name="Google Shape;911;p25"/>
            <p:cNvSpPr/>
            <p:nvPr/>
          </p:nvSpPr>
          <p:spPr>
            <a:xfrm>
              <a:off x="4012" y="2358"/>
              <a:ext cx="46" cy="154"/>
            </a:xfrm>
            <a:custGeom>
              <a:rect b="b" l="l" r="r" t="t"/>
              <a:pathLst>
                <a:path extrusionOk="0" h="154" w="46">
                  <a:moveTo>
                    <a:pt x="34" y="154"/>
                  </a:moveTo>
                  <a:lnTo>
                    <a:pt x="29" y="114"/>
                  </a:lnTo>
                  <a:lnTo>
                    <a:pt x="19" y="73"/>
                  </a:lnTo>
                  <a:lnTo>
                    <a:pt x="8" y="35"/>
                  </a:lnTo>
                  <a:lnTo>
                    <a:pt x="0" y="0"/>
                  </a:lnTo>
                  <a:lnTo>
                    <a:pt x="4" y="1"/>
                  </a:lnTo>
                  <a:lnTo>
                    <a:pt x="9" y="4"/>
                  </a:lnTo>
                  <a:lnTo>
                    <a:pt x="14" y="10"/>
                  </a:lnTo>
                  <a:lnTo>
                    <a:pt x="22" y="16"/>
                  </a:lnTo>
                  <a:lnTo>
                    <a:pt x="28" y="22"/>
                  </a:lnTo>
                  <a:lnTo>
                    <a:pt x="34" y="30"/>
                  </a:lnTo>
                  <a:lnTo>
                    <a:pt x="41" y="36"/>
                  </a:lnTo>
                  <a:lnTo>
                    <a:pt x="46" y="41"/>
                  </a:lnTo>
                  <a:lnTo>
                    <a:pt x="46" y="68"/>
                  </a:lnTo>
                  <a:lnTo>
                    <a:pt x="44" y="94"/>
                  </a:lnTo>
                  <a:lnTo>
                    <a:pt x="42" y="122"/>
                  </a:lnTo>
                  <a:lnTo>
                    <a:pt x="39" y="151"/>
                  </a:lnTo>
                  <a:lnTo>
                    <a:pt x="38" y="152"/>
                  </a:lnTo>
                  <a:lnTo>
                    <a:pt x="37" y="152"/>
                  </a:lnTo>
                  <a:lnTo>
                    <a:pt x="36" y="152"/>
                  </a:lnTo>
                  <a:lnTo>
                    <a:pt x="34" y="15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2" name="Google Shape;912;p25"/>
            <p:cNvSpPr/>
            <p:nvPr/>
          </p:nvSpPr>
          <p:spPr>
            <a:xfrm>
              <a:off x="3728" y="2109"/>
              <a:ext cx="327" cy="351"/>
            </a:xfrm>
            <a:custGeom>
              <a:rect b="b" l="l" r="r" t="t"/>
              <a:pathLst>
                <a:path extrusionOk="0" h="351" w="327">
                  <a:moveTo>
                    <a:pt x="77" y="351"/>
                  </a:moveTo>
                  <a:lnTo>
                    <a:pt x="63" y="343"/>
                  </a:lnTo>
                  <a:lnTo>
                    <a:pt x="50" y="336"/>
                  </a:lnTo>
                  <a:lnTo>
                    <a:pt x="38" y="328"/>
                  </a:lnTo>
                  <a:lnTo>
                    <a:pt x="28" y="319"/>
                  </a:lnTo>
                  <a:lnTo>
                    <a:pt x="18" y="310"/>
                  </a:lnTo>
                  <a:lnTo>
                    <a:pt x="10" y="299"/>
                  </a:lnTo>
                  <a:lnTo>
                    <a:pt x="4" y="287"/>
                  </a:lnTo>
                  <a:lnTo>
                    <a:pt x="0" y="273"/>
                  </a:lnTo>
                  <a:lnTo>
                    <a:pt x="15" y="253"/>
                  </a:lnTo>
                  <a:lnTo>
                    <a:pt x="29" y="233"/>
                  </a:lnTo>
                  <a:lnTo>
                    <a:pt x="43" y="212"/>
                  </a:lnTo>
                  <a:lnTo>
                    <a:pt x="57" y="189"/>
                  </a:lnTo>
                  <a:lnTo>
                    <a:pt x="69" y="168"/>
                  </a:lnTo>
                  <a:lnTo>
                    <a:pt x="79" y="143"/>
                  </a:lnTo>
                  <a:lnTo>
                    <a:pt x="88" y="120"/>
                  </a:lnTo>
                  <a:lnTo>
                    <a:pt x="94" y="96"/>
                  </a:lnTo>
                  <a:lnTo>
                    <a:pt x="110" y="77"/>
                  </a:lnTo>
                  <a:lnTo>
                    <a:pt x="126" y="61"/>
                  </a:lnTo>
                  <a:lnTo>
                    <a:pt x="145" y="44"/>
                  </a:lnTo>
                  <a:lnTo>
                    <a:pt x="164" y="29"/>
                  </a:lnTo>
                  <a:lnTo>
                    <a:pt x="183" y="16"/>
                  </a:lnTo>
                  <a:lnTo>
                    <a:pt x="204" y="7"/>
                  </a:lnTo>
                  <a:lnTo>
                    <a:pt x="225" y="1"/>
                  </a:lnTo>
                  <a:lnTo>
                    <a:pt x="247" y="0"/>
                  </a:lnTo>
                  <a:lnTo>
                    <a:pt x="256" y="7"/>
                  </a:lnTo>
                  <a:lnTo>
                    <a:pt x="264" y="16"/>
                  </a:lnTo>
                  <a:lnTo>
                    <a:pt x="274" y="27"/>
                  </a:lnTo>
                  <a:lnTo>
                    <a:pt x="284" y="38"/>
                  </a:lnTo>
                  <a:lnTo>
                    <a:pt x="293" y="50"/>
                  </a:lnTo>
                  <a:lnTo>
                    <a:pt x="305" y="61"/>
                  </a:lnTo>
                  <a:lnTo>
                    <a:pt x="315" y="73"/>
                  </a:lnTo>
                  <a:lnTo>
                    <a:pt x="325" y="84"/>
                  </a:lnTo>
                  <a:lnTo>
                    <a:pt x="326" y="99"/>
                  </a:lnTo>
                  <a:lnTo>
                    <a:pt x="327" y="122"/>
                  </a:lnTo>
                  <a:lnTo>
                    <a:pt x="327" y="146"/>
                  </a:lnTo>
                  <a:lnTo>
                    <a:pt x="325" y="161"/>
                  </a:lnTo>
                  <a:lnTo>
                    <a:pt x="313" y="158"/>
                  </a:lnTo>
                  <a:lnTo>
                    <a:pt x="303" y="152"/>
                  </a:lnTo>
                  <a:lnTo>
                    <a:pt x="292" y="145"/>
                  </a:lnTo>
                  <a:lnTo>
                    <a:pt x="283" y="137"/>
                  </a:lnTo>
                  <a:lnTo>
                    <a:pt x="273" y="132"/>
                  </a:lnTo>
                  <a:lnTo>
                    <a:pt x="264" y="132"/>
                  </a:lnTo>
                  <a:lnTo>
                    <a:pt x="258" y="137"/>
                  </a:lnTo>
                  <a:lnTo>
                    <a:pt x="252" y="152"/>
                  </a:lnTo>
                  <a:lnTo>
                    <a:pt x="257" y="163"/>
                  </a:lnTo>
                  <a:lnTo>
                    <a:pt x="261" y="177"/>
                  </a:lnTo>
                  <a:lnTo>
                    <a:pt x="266" y="190"/>
                  </a:lnTo>
                  <a:lnTo>
                    <a:pt x="268" y="204"/>
                  </a:lnTo>
                  <a:lnTo>
                    <a:pt x="268" y="218"/>
                  </a:lnTo>
                  <a:lnTo>
                    <a:pt x="264" y="230"/>
                  </a:lnTo>
                  <a:lnTo>
                    <a:pt x="256" y="239"/>
                  </a:lnTo>
                  <a:lnTo>
                    <a:pt x="243" y="244"/>
                  </a:lnTo>
                  <a:lnTo>
                    <a:pt x="232" y="229"/>
                  </a:lnTo>
                  <a:lnTo>
                    <a:pt x="225" y="216"/>
                  </a:lnTo>
                  <a:lnTo>
                    <a:pt x="218" y="207"/>
                  </a:lnTo>
                  <a:lnTo>
                    <a:pt x="206" y="203"/>
                  </a:lnTo>
                  <a:lnTo>
                    <a:pt x="191" y="224"/>
                  </a:lnTo>
                  <a:lnTo>
                    <a:pt x="183" y="239"/>
                  </a:lnTo>
                  <a:lnTo>
                    <a:pt x="179" y="255"/>
                  </a:lnTo>
                  <a:lnTo>
                    <a:pt x="175" y="282"/>
                  </a:lnTo>
                  <a:lnTo>
                    <a:pt x="166" y="296"/>
                  </a:lnTo>
                  <a:lnTo>
                    <a:pt x="155" y="308"/>
                  </a:lnTo>
                  <a:lnTo>
                    <a:pt x="144" y="320"/>
                  </a:lnTo>
                  <a:lnTo>
                    <a:pt x="131" y="329"/>
                  </a:lnTo>
                  <a:lnTo>
                    <a:pt x="118" y="339"/>
                  </a:lnTo>
                  <a:lnTo>
                    <a:pt x="105" y="345"/>
                  </a:lnTo>
                  <a:lnTo>
                    <a:pt x="91" y="349"/>
                  </a:lnTo>
                  <a:lnTo>
                    <a:pt x="77" y="351"/>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3" name="Google Shape;913;p25"/>
            <p:cNvSpPr/>
            <p:nvPr/>
          </p:nvSpPr>
          <p:spPr>
            <a:xfrm>
              <a:off x="3997" y="2260"/>
              <a:ext cx="87" cy="119"/>
            </a:xfrm>
            <a:custGeom>
              <a:rect b="b" l="l" r="r" t="t"/>
              <a:pathLst>
                <a:path extrusionOk="0" h="119" w="87">
                  <a:moveTo>
                    <a:pt x="61" y="119"/>
                  </a:moveTo>
                  <a:lnTo>
                    <a:pt x="46" y="105"/>
                  </a:lnTo>
                  <a:lnTo>
                    <a:pt x="34" y="91"/>
                  </a:lnTo>
                  <a:lnTo>
                    <a:pt x="24" y="78"/>
                  </a:lnTo>
                  <a:lnTo>
                    <a:pt x="18" y="64"/>
                  </a:lnTo>
                  <a:lnTo>
                    <a:pt x="12" y="49"/>
                  </a:lnTo>
                  <a:lnTo>
                    <a:pt x="8" y="33"/>
                  </a:lnTo>
                  <a:lnTo>
                    <a:pt x="4" y="18"/>
                  </a:lnTo>
                  <a:lnTo>
                    <a:pt x="0" y="0"/>
                  </a:lnTo>
                  <a:lnTo>
                    <a:pt x="8" y="3"/>
                  </a:lnTo>
                  <a:lnTo>
                    <a:pt x="17" y="10"/>
                  </a:lnTo>
                  <a:lnTo>
                    <a:pt x="27" y="18"/>
                  </a:lnTo>
                  <a:lnTo>
                    <a:pt x="38" y="24"/>
                  </a:lnTo>
                  <a:lnTo>
                    <a:pt x="48" y="29"/>
                  </a:lnTo>
                  <a:lnTo>
                    <a:pt x="57" y="27"/>
                  </a:lnTo>
                  <a:lnTo>
                    <a:pt x="65" y="21"/>
                  </a:lnTo>
                  <a:lnTo>
                    <a:pt x="70" y="4"/>
                  </a:lnTo>
                  <a:lnTo>
                    <a:pt x="72" y="4"/>
                  </a:lnTo>
                  <a:lnTo>
                    <a:pt x="75" y="4"/>
                  </a:lnTo>
                  <a:lnTo>
                    <a:pt x="76" y="4"/>
                  </a:lnTo>
                  <a:lnTo>
                    <a:pt x="78" y="4"/>
                  </a:lnTo>
                  <a:lnTo>
                    <a:pt x="81" y="18"/>
                  </a:lnTo>
                  <a:lnTo>
                    <a:pt x="83" y="32"/>
                  </a:lnTo>
                  <a:lnTo>
                    <a:pt x="86" y="49"/>
                  </a:lnTo>
                  <a:lnTo>
                    <a:pt x="87" y="67"/>
                  </a:lnTo>
                  <a:lnTo>
                    <a:pt x="83" y="76"/>
                  </a:lnTo>
                  <a:lnTo>
                    <a:pt x="76" y="94"/>
                  </a:lnTo>
                  <a:lnTo>
                    <a:pt x="67" y="113"/>
                  </a:lnTo>
                  <a:lnTo>
                    <a:pt x="61" y="11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4" name="Google Shape;914;p25"/>
            <p:cNvSpPr/>
            <p:nvPr/>
          </p:nvSpPr>
          <p:spPr>
            <a:xfrm>
              <a:off x="3792" y="1785"/>
              <a:ext cx="330" cy="385"/>
            </a:xfrm>
            <a:custGeom>
              <a:rect b="b" l="l" r="r" t="t"/>
              <a:pathLst>
                <a:path extrusionOk="0" h="385" w="330">
                  <a:moveTo>
                    <a:pt x="262" y="385"/>
                  </a:moveTo>
                  <a:lnTo>
                    <a:pt x="247" y="369"/>
                  </a:lnTo>
                  <a:lnTo>
                    <a:pt x="233" y="354"/>
                  </a:lnTo>
                  <a:lnTo>
                    <a:pt x="223" y="340"/>
                  </a:lnTo>
                  <a:lnTo>
                    <a:pt x="212" y="328"/>
                  </a:lnTo>
                  <a:lnTo>
                    <a:pt x="202" y="319"/>
                  </a:lnTo>
                  <a:lnTo>
                    <a:pt x="189" y="311"/>
                  </a:lnTo>
                  <a:lnTo>
                    <a:pt x="174" y="307"/>
                  </a:lnTo>
                  <a:lnTo>
                    <a:pt x="156" y="305"/>
                  </a:lnTo>
                  <a:lnTo>
                    <a:pt x="141" y="313"/>
                  </a:lnTo>
                  <a:lnTo>
                    <a:pt x="129" y="321"/>
                  </a:lnTo>
                  <a:lnTo>
                    <a:pt x="116" y="325"/>
                  </a:lnTo>
                  <a:lnTo>
                    <a:pt x="106" y="331"/>
                  </a:lnTo>
                  <a:lnTo>
                    <a:pt x="97" y="336"/>
                  </a:lnTo>
                  <a:lnTo>
                    <a:pt x="91" y="339"/>
                  </a:lnTo>
                  <a:lnTo>
                    <a:pt x="85" y="340"/>
                  </a:lnTo>
                  <a:lnTo>
                    <a:pt x="81" y="342"/>
                  </a:lnTo>
                  <a:lnTo>
                    <a:pt x="77" y="327"/>
                  </a:lnTo>
                  <a:lnTo>
                    <a:pt x="72" y="314"/>
                  </a:lnTo>
                  <a:lnTo>
                    <a:pt x="67" y="307"/>
                  </a:lnTo>
                  <a:lnTo>
                    <a:pt x="59" y="299"/>
                  </a:lnTo>
                  <a:lnTo>
                    <a:pt x="52" y="296"/>
                  </a:lnTo>
                  <a:lnTo>
                    <a:pt x="44" y="291"/>
                  </a:lnTo>
                  <a:lnTo>
                    <a:pt x="34" y="288"/>
                  </a:lnTo>
                  <a:lnTo>
                    <a:pt x="23" y="285"/>
                  </a:lnTo>
                  <a:lnTo>
                    <a:pt x="10" y="273"/>
                  </a:lnTo>
                  <a:lnTo>
                    <a:pt x="4" y="261"/>
                  </a:lnTo>
                  <a:lnTo>
                    <a:pt x="0" y="249"/>
                  </a:lnTo>
                  <a:lnTo>
                    <a:pt x="0" y="233"/>
                  </a:lnTo>
                  <a:lnTo>
                    <a:pt x="7" y="229"/>
                  </a:lnTo>
                  <a:lnTo>
                    <a:pt x="10" y="226"/>
                  </a:lnTo>
                  <a:lnTo>
                    <a:pt x="15" y="224"/>
                  </a:lnTo>
                  <a:lnTo>
                    <a:pt x="23" y="223"/>
                  </a:lnTo>
                  <a:lnTo>
                    <a:pt x="24" y="227"/>
                  </a:lnTo>
                  <a:lnTo>
                    <a:pt x="27" y="233"/>
                  </a:lnTo>
                  <a:lnTo>
                    <a:pt x="28" y="241"/>
                  </a:lnTo>
                  <a:lnTo>
                    <a:pt x="27" y="249"/>
                  </a:lnTo>
                  <a:lnTo>
                    <a:pt x="34" y="252"/>
                  </a:lnTo>
                  <a:lnTo>
                    <a:pt x="41" y="256"/>
                  </a:lnTo>
                  <a:lnTo>
                    <a:pt x="46" y="259"/>
                  </a:lnTo>
                  <a:lnTo>
                    <a:pt x="51" y="261"/>
                  </a:lnTo>
                  <a:lnTo>
                    <a:pt x="56" y="261"/>
                  </a:lnTo>
                  <a:lnTo>
                    <a:pt x="61" y="256"/>
                  </a:lnTo>
                  <a:lnTo>
                    <a:pt x="67" y="250"/>
                  </a:lnTo>
                  <a:lnTo>
                    <a:pt x="75" y="238"/>
                  </a:lnTo>
                  <a:lnTo>
                    <a:pt x="67" y="200"/>
                  </a:lnTo>
                  <a:lnTo>
                    <a:pt x="59" y="160"/>
                  </a:lnTo>
                  <a:lnTo>
                    <a:pt x="52" y="122"/>
                  </a:lnTo>
                  <a:lnTo>
                    <a:pt x="44" y="82"/>
                  </a:lnTo>
                  <a:lnTo>
                    <a:pt x="62" y="67"/>
                  </a:lnTo>
                  <a:lnTo>
                    <a:pt x="77" y="52"/>
                  </a:lnTo>
                  <a:lnTo>
                    <a:pt x="92" y="39"/>
                  </a:lnTo>
                  <a:lnTo>
                    <a:pt x="105" y="27"/>
                  </a:lnTo>
                  <a:lnTo>
                    <a:pt x="117" y="18"/>
                  </a:lnTo>
                  <a:lnTo>
                    <a:pt x="129" y="10"/>
                  </a:lnTo>
                  <a:lnTo>
                    <a:pt x="141" y="4"/>
                  </a:lnTo>
                  <a:lnTo>
                    <a:pt x="153" y="1"/>
                  </a:lnTo>
                  <a:lnTo>
                    <a:pt x="164" y="0"/>
                  </a:lnTo>
                  <a:lnTo>
                    <a:pt x="176" y="1"/>
                  </a:lnTo>
                  <a:lnTo>
                    <a:pt x="190" y="4"/>
                  </a:lnTo>
                  <a:lnTo>
                    <a:pt x="204" y="9"/>
                  </a:lnTo>
                  <a:lnTo>
                    <a:pt x="219" y="17"/>
                  </a:lnTo>
                  <a:lnTo>
                    <a:pt x="237" y="29"/>
                  </a:lnTo>
                  <a:lnTo>
                    <a:pt x="256" y="41"/>
                  </a:lnTo>
                  <a:lnTo>
                    <a:pt x="277" y="58"/>
                  </a:lnTo>
                  <a:lnTo>
                    <a:pt x="278" y="65"/>
                  </a:lnTo>
                  <a:lnTo>
                    <a:pt x="280" y="76"/>
                  </a:lnTo>
                  <a:lnTo>
                    <a:pt x="280" y="101"/>
                  </a:lnTo>
                  <a:lnTo>
                    <a:pt x="280" y="145"/>
                  </a:lnTo>
                  <a:lnTo>
                    <a:pt x="276" y="163"/>
                  </a:lnTo>
                  <a:lnTo>
                    <a:pt x="272" y="185"/>
                  </a:lnTo>
                  <a:lnTo>
                    <a:pt x="268" y="207"/>
                  </a:lnTo>
                  <a:lnTo>
                    <a:pt x="268" y="229"/>
                  </a:lnTo>
                  <a:lnTo>
                    <a:pt x="275" y="232"/>
                  </a:lnTo>
                  <a:lnTo>
                    <a:pt x="280" y="233"/>
                  </a:lnTo>
                  <a:lnTo>
                    <a:pt x="286" y="236"/>
                  </a:lnTo>
                  <a:lnTo>
                    <a:pt x="292" y="240"/>
                  </a:lnTo>
                  <a:lnTo>
                    <a:pt x="297" y="232"/>
                  </a:lnTo>
                  <a:lnTo>
                    <a:pt x="300" y="224"/>
                  </a:lnTo>
                  <a:lnTo>
                    <a:pt x="303" y="215"/>
                  </a:lnTo>
                  <a:lnTo>
                    <a:pt x="310" y="197"/>
                  </a:lnTo>
                  <a:lnTo>
                    <a:pt x="325" y="203"/>
                  </a:lnTo>
                  <a:lnTo>
                    <a:pt x="330" y="211"/>
                  </a:lnTo>
                  <a:lnTo>
                    <a:pt x="329" y="223"/>
                  </a:lnTo>
                  <a:lnTo>
                    <a:pt x="322" y="235"/>
                  </a:lnTo>
                  <a:lnTo>
                    <a:pt x="312" y="249"/>
                  </a:lnTo>
                  <a:lnTo>
                    <a:pt x="301" y="262"/>
                  </a:lnTo>
                  <a:lnTo>
                    <a:pt x="290" y="276"/>
                  </a:lnTo>
                  <a:lnTo>
                    <a:pt x="282" y="287"/>
                  </a:lnTo>
                  <a:lnTo>
                    <a:pt x="280" y="305"/>
                  </a:lnTo>
                  <a:lnTo>
                    <a:pt x="275" y="340"/>
                  </a:lnTo>
                  <a:lnTo>
                    <a:pt x="267" y="372"/>
                  </a:lnTo>
                  <a:lnTo>
                    <a:pt x="262" y="385"/>
                  </a:lnTo>
                  <a:close/>
                </a:path>
              </a:pathLst>
            </a:custGeom>
            <a:solidFill>
              <a:srgbClr val="66333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5" name="Google Shape;915;p25"/>
            <p:cNvSpPr/>
            <p:nvPr/>
          </p:nvSpPr>
          <p:spPr>
            <a:xfrm>
              <a:off x="3952" y="1919"/>
              <a:ext cx="26" cy="150"/>
            </a:xfrm>
            <a:custGeom>
              <a:rect b="b" l="l" r="r" t="t"/>
              <a:pathLst>
                <a:path extrusionOk="0" h="150" w="26">
                  <a:moveTo>
                    <a:pt x="16" y="148"/>
                  </a:moveTo>
                  <a:lnTo>
                    <a:pt x="11" y="125"/>
                  </a:lnTo>
                  <a:lnTo>
                    <a:pt x="5" y="80"/>
                  </a:lnTo>
                  <a:lnTo>
                    <a:pt x="1" y="31"/>
                  </a:lnTo>
                  <a:lnTo>
                    <a:pt x="0" y="0"/>
                  </a:lnTo>
                  <a:lnTo>
                    <a:pt x="3" y="0"/>
                  </a:lnTo>
                  <a:lnTo>
                    <a:pt x="5" y="0"/>
                  </a:lnTo>
                  <a:lnTo>
                    <a:pt x="6" y="0"/>
                  </a:lnTo>
                  <a:lnTo>
                    <a:pt x="9" y="0"/>
                  </a:lnTo>
                  <a:lnTo>
                    <a:pt x="15" y="34"/>
                  </a:lnTo>
                  <a:lnTo>
                    <a:pt x="20" y="69"/>
                  </a:lnTo>
                  <a:lnTo>
                    <a:pt x="23" y="107"/>
                  </a:lnTo>
                  <a:lnTo>
                    <a:pt x="26" y="145"/>
                  </a:lnTo>
                  <a:lnTo>
                    <a:pt x="23" y="148"/>
                  </a:lnTo>
                  <a:lnTo>
                    <a:pt x="20" y="148"/>
                  </a:lnTo>
                  <a:lnTo>
                    <a:pt x="18" y="150"/>
                  </a:lnTo>
                  <a:lnTo>
                    <a:pt x="16" y="14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16" name="Google Shape;916;p25"/>
            <p:cNvSpPr/>
            <p:nvPr/>
          </p:nvSpPr>
          <p:spPr>
            <a:xfrm>
              <a:off x="3753" y="1666"/>
              <a:ext cx="413" cy="362"/>
            </a:xfrm>
            <a:custGeom>
              <a:rect b="b" l="l" r="r" t="t"/>
              <a:pathLst>
                <a:path extrusionOk="0" h="362" w="413">
                  <a:moveTo>
                    <a:pt x="91" y="362"/>
                  </a:moveTo>
                  <a:lnTo>
                    <a:pt x="82" y="349"/>
                  </a:lnTo>
                  <a:lnTo>
                    <a:pt x="76" y="339"/>
                  </a:lnTo>
                  <a:lnTo>
                    <a:pt x="71" y="328"/>
                  </a:lnTo>
                  <a:lnTo>
                    <a:pt x="66" y="317"/>
                  </a:lnTo>
                  <a:lnTo>
                    <a:pt x="61" y="319"/>
                  </a:lnTo>
                  <a:lnTo>
                    <a:pt x="57" y="320"/>
                  </a:lnTo>
                  <a:lnTo>
                    <a:pt x="51" y="323"/>
                  </a:lnTo>
                  <a:lnTo>
                    <a:pt x="43" y="326"/>
                  </a:lnTo>
                  <a:lnTo>
                    <a:pt x="38" y="307"/>
                  </a:lnTo>
                  <a:lnTo>
                    <a:pt x="32" y="287"/>
                  </a:lnTo>
                  <a:lnTo>
                    <a:pt x="27" y="267"/>
                  </a:lnTo>
                  <a:lnTo>
                    <a:pt x="22" y="247"/>
                  </a:lnTo>
                  <a:lnTo>
                    <a:pt x="15" y="227"/>
                  </a:lnTo>
                  <a:lnTo>
                    <a:pt x="10" y="207"/>
                  </a:lnTo>
                  <a:lnTo>
                    <a:pt x="5" y="187"/>
                  </a:lnTo>
                  <a:lnTo>
                    <a:pt x="0" y="168"/>
                  </a:lnTo>
                  <a:lnTo>
                    <a:pt x="2" y="136"/>
                  </a:lnTo>
                  <a:lnTo>
                    <a:pt x="10" y="110"/>
                  </a:lnTo>
                  <a:lnTo>
                    <a:pt x="24" y="85"/>
                  </a:lnTo>
                  <a:lnTo>
                    <a:pt x="42" y="65"/>
                  </a:lnTo>
                  <a:lnTo>
                    <a:pt x="63" y="48"/>
                  </a:lnTo>
                  <a:lnTo>
                    <a:pt x="86" y="35"/>
                  </a:lnTo>
                  <a:lnTo>
                    <a:pt x="108" y="23"/>
                  </a:lnTo>
                  <a:lnTo>
                    <a:pt x="131" y="12"/>
                  </a:lnTo>
                  <a:lnTo>
                    <a:pt x="155" y="6"/>
                  </a:lnTo>
                  <a:lnTo>
                    <a:pt x="178" y="3"/>
                  </a:lnTo>
                  <a:lnTo>
                    <a:pt x="199" y="0"/>
                  </a:lnTo>
                  <a:lnTo>
                    <a:pt x="220" y="0"/>
                  </a:lnTo>
                  <a:lnTo>
                    <a:pt x="241" y="1"/>
                  </a:lnTo>
                  <a:lnTo>
                    <a:pt x="261" y="6"/>
                  </a:lnTo>
                  <a:lnTo>
                    <a:pt x="280" y="10"/>
                  </a:lnTo>
                  <a:lnTo>
                    <a:pt x="297" y="18"/>
                  </a:lnTo>
                  <a:lnTo>
                    <a:pt x="315" y="29"/>
                  </a:lnTo>
                  <a:lnTo>
                    <a:pt x="331" y="41"/>
                  </a:lnTo>
                  <a:lnTo>
                    <a:pt x="346" y="56"/>
                  </a:lnTo>
                  <a:lnTo>
                    <a:pt x="361" y="73"/>
                  </a:lnTo>
                  <a:lnTo>
                    <a:pt x="375" y="94"/>
                  </a:lnTo>
                  <a:lnTo>
                    <a:pt x="389" y="116"/>
                  </a:lnTo>
                  <a:lnTo>
                    <a:pt x="402" y="142"/>
                  </a:lnTo>
                  <a:lnTo>
                    <a:pt x="413" y="171"/>
                  </a:lnTo>
                  <a:lnTo>
                    <a:pt x="412" y="186"/>
                  </a:lnTo>
                  <a:lnTo>
                    <a:pt x="409" y="203"/>
                  </a:lnTo>
                  <a:lnTo>
                    <a:pt x="404" y="220"/>
                  </a:lnTo>
                  <a:lnTo>
                    <a:pt x="398" y="236"/>
                  </a:lnTo>
                  <a:lnTo>
                    <a:pt x="392" y="255"/>
                  </a:lnTo>
                  <a:lnTo>
                    <a:pt x="383" y="270"/>
                  </a:lnTo>
                  <a:lnTo>
                    <a:pt x="375" y="285"/>
                  </a:lnTo>
                  <a:lnTo>
                    <a:pt x="366" y="299"/>
                  </a:lnTo>
                  <a:lnTo>
                    <a:pt x="360" y="296"/>
                  </a:lnTo>
                  <a:lnTo>
                    <a:pt x="354" y="294"/>
                  </a:lnTo>
                  <a:lnTo>
                    <a:pt x="349" y="296"/>
                  </a:lnTo>
                  <a:lnTo>
                    <a:pt x="342" y="296"/>
                  </a:lnTo>
                  <a:lnTo>
                    <a:pt x="340" y="304"/>
                  </a:lnTo>
                  <a:lnTo>
                    <a:pt x="336" y="313"/>
                  </a:lnTo>
                  <a:lnTo>
                    <a:pt x="332" y="322"/>
                  </a:lnTo>
                  <a:lnTo>
                    <a:pt x="329" y="331"/>
                  </a:lnTo>
                  <a:lnTo>
                    <a:pt x="327" y="331"/>
                  </a:lnTo>
                  <a:lnTo>
                    <a:pt x="326" y="331"/>
                  </a:lnTo>
                  <a:lnTo>
                    <a:pt x="324" y="331"/>
                  </a:lnTo>
                  <a:lnTo>
                    <a:pt x="322" y="333"/>
                  </a:lnTo>
                  <a:lnTo>
                    <a:pt x="329" y="291"/>
                  </a:lnTo>
                  <a:lnTo>
                    <a:pt x="334" y="244"/>
                  </a:lnTo>
                  <a:lnTo>
                    <a:pt x="335" y="200"/>
                  </a:lnTo>
                  <a:lnTo>
                    <a:pt x="330" y="163"/>
                  </a:lnTo>
                  <a:lnTo>
                    <a:pt x="316" y="154"/>
                  </a:lnTo>
                  <a:lnTo>
                    <a:pt x="303" y="145"/>
                  </a:lnTo>
                  <a:lnTo>
                    <a:pt x="290" y="136"/>
                  </a:lnTo>
                  <a:lnTo>
                    <a:pt x="276" y="126"/>
                  </a:lnTo>
                  <a:lnTo>
                    <a:pt x="263" y="119"/>
                  </a:lnTo>
                  <a:lnTo>
                    <a:pt x="249" y="113"/>
                  </a:lnTo>
                  <a:lnTo>
                    <a:pt x="236" y="107"/>
                  </a:lnTo>
                  <a:lnTo>
                    <a:pt x="223" y="103"/>
                  </a:lnTo>
                  <a:lnTo>
                    <a:pt x="209" y="100"/>
                  </a:lnTo>
                  <a:lnTo>
                    <a:pt x="197" y="100"/>
                  </a:lnTo>
                  <a:lnTo>
                    <a:pt x="184" y="102"/>
                  </a:lnTo>
                  <a:lnTo>
                    <a:pt x="171" y="105"/>
                  </a:lnTo>
                  <a:lnTo>
                    <a:pt x="159" y="111"/>
                  </a:lnTo>
                  <a:lnTo>
                    <a:pt x="146" y="120"/>
                  </a:lnTo>
                  <a:lnTo>
                    <a:pt x="134" y="131"/>
                  </a:lnTo>
                  <a:lnTo>
                    <a:pt x="122" y="146"/>
                  </a:lnTo>
                  <a:lnTo>
                    <a:pt x="92" y="169"/>
                  </a:lnTo>
                  <a:lnTo>
                    <a:pt x="76" y="191"/>
                  </a:lnTo>
                  <a:lnTo>
                    <a:pt x="71" y="210"/>
                  </a:lnTo>
                  <a:lnTo>
                    <a:pt x="73" y="233"/>
                  </a:lnTo>
                  <a:lnTo>
                    <a:pt x="80" y="258"/>
                  </a:lnTo>
                  <a:lnTo>
                    <a:pt x="88" y="287"/>
                  </a:lnTo>
                  <a:lnTo>
                    <a:pt x="93" y="320"/>
                  </a:lnTo>
                  <a:lnTo>
                    <a:pt x="93" y="360"/>
                  </a:lnTo>
                  <a:lnTo>
                    <a:pt x="92" y="360"/>
                  </a:lnTo>
                  <a:lnTo>
                    <a:pt x="92" y="360"/>
                  </a:lnTo>
                  <a:lnTo>
                    <a:pt x="91" y="360"/>
                  </a:lnTo>
                  <a:lnTo>
                    <a:pt x="91" y="36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26"/>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923" name="Google Shape;923;p26"/>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924" name="Google Shape;924;p26"/>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925" name="Google Shape;925;p26"/>
          <p:cNvSpPr txBox="1"/>
          <p:nvPr/>
        </p:nvSpPr>
        <p:spPr>
          <a:xfrm>
            <a:off x="457200" y="2362200"/>
            <a:ext cx="4114800" cy="381000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26" name="Google Shape;926;p26"/>
          <p:cNvSpPr txBox="1"/>
          <p:nvPr>
            <p:ph type="title"/>
          </p:nvPr>
        </p:nvSpPr>
        <p:spPr>
          <a:xfrm>
            <a:off x="457200" y="381000"/>
            <a:ext cx="8229600" cy="1981200"/>
          </a:xfrm>
          <a:prstGeom prst="rect">
            <a:avLst/>
          </a:prstGeom>
          <a:solidFill>
            <a:srgbClr val="FF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Completing Reports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and Proposals</a:t>
            </a:r>
            <a:endParaRPr/>
          </a:p>
        </p:txBody>
      </p:sp>
      <p:grpSp>
        <p:nvGrpSpPr>
          <p:cNvPr id="927" name="Google Shape;927;p26"/>
          <p:cNvGrpSpPr/>
          <p:nvPr/>
        </p:nvGrpSpPr>
        <p:grpSpPr>
          <a:xfrm>
            <a:off x="4572000" y="2362200"/>
            <a:ext cx="4114800" cy="3810000"/>
            <a:chOff x="2880" y="1248"/>
            <a:chExt cx="2592" cy="2640"/>
          </a:xfrm>
        </p:grpSpPr>
        <p:sp>
          <p:nvSpPr>
            <p:cNvPr id="928" name="Google Shape;928;p26"/>
            <p:cNvSpPr txBox="1"/>
            <p:nvPr/>
          </p:nvSpPr>
          <p:spPr>
            <a:xfrm>
              <a:off x="2880" y="1248"/>
              <a:ext cx="2592" cy="88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Revising</a:t>
              </a:r>
              <a:endParaRPr/>
            </a:p>
          </p:txBody>
        </p:sp>
        <p:sp>
          <p:nvSpPr>
            <p:cNvPr id="929" name="Google Shape;929;p26"/>
            <p:cNvSpPr txBox="1"/>
            <p:nvPr/>
          </p:nvSpPr>
          <p:spPr>
            <a:xfrm>
              <a:off x="2880" y="2128"/>
              <a:ext cx="2592" cy="88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Producing</a:t>
              </a:r>
              <a:endParaRPr/>
            </a:p>
          </p:txBody>
        </p:sp>
        <p:sp>
          <p:nvSpPr>
            <p:cNvPr id="930" name="Google Shape;930;p26"/>
            <p:cNvSpPr txBox="1"/>
            <p:nvPr/>
          </p:nvSpPr>
          <p:spPr>
            <a:xfrm>
              <a:off x="2880" y="3008"/>
              <a:ext cx="2592" cy="880"/>
            </a:xfrm>
            <a:prstGeom prst="rect">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200"/>
                <a:buFont typeface="Tahoma"/>
                <a:buNone/>
              </a:pPr>
              <a:r>
                <a:rPr b="1" i="0" lang="en-US" sz="3200" u="none">
                  <a:solidFill>
                    <a:schemeClr val="dk1"/>
                  </a:solidFill>
                  <a:latin typeface="Tahoma"/>
                  <a:ea typeface="Tahoma"/>
                  <a:cs typeface="Tahoma"/>
                  <a:sym typeface="Tahoma"/>
                </a:rPr>
                <a:t>Proofreading</a:t>
              </a:r>
              <a:endParaRPr/>
            </a:p>
          </p:txBody>
        </p:sp>
      </p:grpSp>
      <p:grpSp>
        <p:nvGrpSpPr>
          <p:cNvPr id="931" name="Google Shape;931;p26"/>
          <p:cNvGrpSpPr/>
          <p:nvPr/>
        </p:nvGrpSpPr>
        <p:grpSpPr>
          <a:xfrm>
            <a:off x="533400" y="3124200"/>
            <a:ext cx="4038600" cy="3048000"/>
            <a:chOff x="336" y="2017"/>
            <a:chExt cx="2544" cy="1871"/>
          </a:xfrm>
        </p:grpSpPr>
        <p:sp>
          <p:nvSpPr>
            <p:cNvPr id="932" name="Google Shape;932;p26"/>
            <p:cNvSpPr/>
            <p:nvPr/>
          </p:nvSpPr>
          <p:spPr>
            <a:xfrm>
              <a:off x="351" y="2661"/>
              <a:ext cx="970" cy="1167"/>
            </a:xfrm>
            <a:custGeom>
              <a:rect b="b" l="l" r="r" t="t"/>
              <a:pathLst>
                <a:path extrusionOk="0" h="1167" w="1983">
                  <a:moveTo>
                    <a:pt x="801" y="6"/>
                  </a:moveTo>
                  <a:lnTo>
                    <a:pt x="450" y="104"/>
                  </a:lnTo>
                  <a:lnTo>
                    <a:pt x="293" y="213"/>
                  </a:lnTo>
                  <a:lnTo>
                    <a:pt x="183" y="399"/>
                  </a:lnTo>
                  <a:lnTo>
                    <a:pt x="140" y="806"/>
                  </a:lnTo>
                  <a:lnTo>
                    <a:pt x="18" y="1061"/>
                  </a:lnTo>
                  <a:lnTo>
                    <a:pt x="0" y="1135"/>
                  </a:lnTo>
                  <a:lnTo>
                    <a:pt x="362" y="1063"/>
                  </a:lnTo>
                  <a:lnTo>
                    <a:pt x="737" y="1167"/>
                  </a:lnTo>
                  <a:lnTo>
                    <a:pt x="978" y="1004"/>
                  </a:lnTo>
                  <a:lnTo>
                    <a:pt x="798" y="956"/>
                  </a:lnTo>
                  <a:lnTo>
                    <a:pt x="967" y="857"/>
                  </a:lnTo>
                  <a:lnTo>
                    <a:pt x="1237" y="819"/>
                  </a:lnTo>
                  <a:lnTo>
                    <a:pt x="1445" y="699"/>
                  </a:lnTo>
                  <a:lnTo>
                    <a:pt x="1544" y="755"/>
                  </a:lnTo>
                  <a:lnTo>
                    <a:pt x="1544" y="844"/>
                  </a:lnTo>
                  <a:lnTo>
                    <a:pt x="1657" y="894"/>
                  </a:lnTo>
                  <a:lnTo>
                    <a:pt x="1983" y="810"/>
                  </a:lnTo>
                  <a:lnTo>
                    <a:pt x="1892" y="675"/>
                  </a:lnTo>
                  <a:lnTo>
                    <a:pt x="1807" y="597"/>
                  </a:lnTo>
                  <a:lnTo>
                    <a:pt x="1684" y="483"/>
                  </a:lnTo>
                  <a:lnTo>
                    <a:pt x="1547" y="395"/>
                  </a:lnTo>
                  <a:lnTo>
                    <a:pt x="1544" y="355"/>
                  </a:lnTo>
                  <a:lnTo>
                    <a:pt x="1486" y="323"/>
                  </a:lnTo>
                  <a:lnTo>
                    <a:pt x="1466" y="179"/>
                  </a:lnTo>
                  <a:lnTo>
                    <a:pt x="1436" y="110"/>
                  </a:lnTo>
                  <a:lnTo>
                    <a:pt x="1349" y="72"/>
                  </a:lnTo>
                  <a:lnTo>
                    <a:pt x="1165" y="42"/>
                  </a:lnTo>
                  <a:lnTo>
                    <a:pt x="1009" y="0"/>
                  </a:lnTo>
                  <a:lnTo>
                    <a:pt x="801" y="6"/>
                  </a:lnTo>
                  <a:lnTo>
                    <a:pt x="801" y="6"/>
                  </a:lnTo>
                  <a:close/>
                </a:path>
              </a:pathLst>
            </a:custGeom>
            <a:solidFill>
              <a:srgbClr val="FF006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3" name="Google Shape;933;p26"/>
            <p:cNvSpPr/>
            <p:nvPr/>
          </p:nvSpPr>
          <p:spPr>
            <a:xfrm>
              <a:off x="1140" y="3424"/>
              <a:ext cx="97" cy="107"/>
            </a:xfrm>
            <a:custGeom>
              <a:rect b="b" l="l" r="r" t="t"/>
              <a:pathLst>
                <a:path extrusionOk="0" h="107" w="198">
                  <a:moveTo>
                    <a:pt x="0" y="62"/>
                  </a:moveTo>
                  <a:lnTo>
                    <a:pt x="69" y="107"/>
                  </a:lnTo>
                  <a:lnTo>
                    <a:pt x="198" y="9"/>
                  </a:lnTo>
                  <a:lnTo>
                    <a:pt x="130" y="0"/>
                  </a:lnTo>
                  <a:lnTo>
                    <a:pt x="69" y="11"/>
                  </a:lnTo>
                  <a:lnTo>
                    <a:pt x="16" y="32"/>
                  </a:lnTo>
                  <a:lnTo>
                    <a:pt x="0" y="62"/>
                  </a:lnTo>
                  <a:lnTo>
                    <a:pt x="0" y="62"/>
                  </a:lnTo>
                  <a:close/>
                </a:path>
              </a:pathLst>
            </a:custGeom>
            <a:solidFill>
              <a:srgbClr val="FFFF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4" name="Google Shape;934;p26"/>
            <p:cNvSpPr/>
            <p:nvPr/>
          </p:nvSpPr>
          <p:spPr>
            <a:xfrm>
              <a:off x="813" y="3687"/>
              <a:ext cx="243" cy="193"/>
            </a:xfrm>
            <a:custGeom>
              <a:rect b="b" l="l" r="r" t="t"/>
              <a:pathLst>
                <a:path extrusionOk="0" h="193" w="497">
                  <a:moveTo>
                    <a:pt x="126" y="0"/>
                  </a:moveTo>
                  <a:lnTo>
                    <a:pt x="225" y="7"/>
                  </a:lnTo>
                  <a:lnTo>
                    <a:pt x="454" y="24"/>
                  </a:lnTo>
                  <a:lnTo>
                    <a:pt x="497" y="54"/>
                  </a:lnTo>
                  <a:lnTo>
                    <a:pt x="466" y="137"/>
                  </a:lnTo>
                  <a:lnTo>
                    <a:pt x="358" y="186"/>
                  </a:lnTo>
                  <a:lnTo>
                    <a:pt x="191" y="193"/>
                  </a:lnTo>
                  <a:lnTo>
                    <a:pt x="23" y="163"/>
                  </a:lnTo>
                  <a:lnTo>
                    <a:pt x="0" y="113"/>
                  </a:lnTo>
                  <a:lnTo>
                    <a:pt x="23" y="56"/>
                  </a:lnTo>
                  <a:lnTo>
                    <a:pt x="72" y="22"/>
                  </a:lnTo>
                  <a:lnTo>
                    <a:pt x="126" y="0"/>
                  </a:lnTo>
                  <a:lnTo>
                    <a:pt x="126" y="0"/>
                  </a:lnTo>
                  <a:close/>
                </a:path>
              </a:pathLst>
            </a:custGeom>
            <a:solidFill>
              <a:srgbClr val="FFCC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5" name="Google Shape;935;p26"/>
            <p:cNvSpPr/>
            <p:nvPr/>
          </p:nvSpPr>
          <p:spPr>
            <a:xfrm>
              <a:off x="722" y="3657"/>
              <a:ext cx="163" cy="191"/>
            </a:xfrm>
            <a:custGeom>
              <a:rect b="b" l="l" r="r" t="t"/>
              <a:pathLst>
                <a:path extrusionOk="0" h="191" w="336">
                  <a:moveTo>
                    <a:pt x="199" y="0"/>
                  </a:moveTo>
                  <a:lnTo>
                    <a:pt x="85" y="45"/>
                  </a:lnTo>
                  <a:lnTo>
                    <a:pt x="18" y="111"/>
                  </a:lnTo>
                  <a:lnTo>
                    <a:pt x="0" y="164"/>
                  </a:lnTo>
                  <a:lnTo>
                    <a:pt x="89" y="169"/>
                  </a:lnTo>
                  <a:lnTo>
                    <a:pt x="188" y="191"/>
                  </a:lnTo>
                  <a:lnTo>
                    <a:pt x="199" y="177"/>
                  </a:lnTo>
                  <a:lnTo>
                    <a:pt x="199" y="116"/>
                  </a:lnTo>
                  <a:lnTo>
                    <a:pt x="226" y="77"/>
                  </a:lnTo>
                  <a:lnTo>
                    <a:pt x="336" y="32"/>
                  </a:lnTo>
                  <a:lnTo>
                    <a:pt x="199" y="0"/>
                  </a:lnTo>
                  <a:lnTo>
                    <a:pt x="199" y="0"/>
                  </a:lnTo>
                  <a:close/>
                </a:path>
              </a:pathLst>
            </a:custGeom>
            <a:solidFill>
              <a:srgbClr val="FFFF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6" name="Google Shape;936;p26"/>
            <p:cNvSpPr/>
            <p:nvPr/>
          </p:nvSpPr>
          <p:spPr>
            <a:xfrm>
              <a:off x="763" y="2635"/>
              <a:ext cx="205" cy="479"/>
            </a:xfrm>
            <a:custGeom>
              <a:rect b="b" l="l" r="r" t="t"/>
              <a:pathLst>
                <a:path extrusionOk="0" h="479" w="420">
                  <a:moveTo>
                    <a:pt x="42" y="83"/>
                  </a:moveTo>
                  <a:lnTo>
                    <a:pt x="130" y="158"/>
                  </a:lnTo>
                  <a:lnTo>
                    <a:pt x="202" y="220"/>
                  </a:lnTo>
                  <a:lnTo>
                    <a:pt x="362" y="479"/>
                  </a:lnTo>
                  <a:lnTo>
                    <a:pt x="396" y="404"/>
                  </a:lnTo>
                  <a:lnTo>
                    <a:pt x="420" y="314"/>
                  </a:lnTo>
                  <a:lnTo>
                    <a:pt x="377" y="191"/>
                  </a:lnTo>
                  <a:lnTo>
                    <a:pt x="420" y="132"/>
                  </a:lnTo>
                  <a:lnTo>
                    <a:pt x="362" y="81"/>
                  </a:lnTo>
                  <a:lnTo>
                    <a:pt x="229" y="2"/>
                  </a:lnTo>
                  <a:lnTo>
                    <a:pt x="87" y="0"/>
                  </a:lnTo>
                  <a:lnTo>
                    <a:pt x="0" y="54"/>
                  </a:lnTo>
                  <a:lnTo>
                    <a:pt x="42" y="83"/>
                  </a:lnTo>
                  <a:lnTo>
                    <a:pt x="42" y="83"/>
                  </a:lnTo>
                  <a:close/>
                </a:path>
              </a:pathLst>
            </a:custGeom>
            <a:solidFill>
              <a:srgbClr val="FFFF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7" name="Google Shape;937;p26"/>
            <p:cNvSpPr/>
            <p:nvPr/>
          </p:nvSpPr>
          <p:spPr>
            <a:xfrm>
              <a:off x="748" y="3029"/>
              <a:ext cx="1069" cy="825"/>
            </a:xfrm>
            <a:custGeom>
              <a:rect b="b" l="l" r="r" t="t"/>
              <a:pathLst>
                <a:path extrusionOk="0" h="825" w="2186">
                  <a:moveTo>
                    <a:pt x="0" y="594"/>
                  </a:moveTo>
                  <a:lnTo>
                    <a:pt x="195" y="643"/>
                  </a:lnTo>
                  <a:lnTo>
                    <a:pt x="339" y="667"/>
                  </a:lnTo>
                  <a:lnTo>
                    <a:pt x="586" y="676"/>
                  </a:lnTo>
                  <a:lnTo>
                    <a:pt x="665" y="735"/>
                  </a:lnTo>
                  <a:lnTo>
                    <a:pt x="575" y="814"/>
                  </a:lnTo>
                  <a:lnTo>
                    <a:pt x="793" y="825"/>
                  </a:lnTo>
                  <a:lnTo>
                    <a:pt x="972" y="825"/>
                  </a:lnTo>
                  <a:lnTo>
                    <a:pt x="1107" y="715"/>
                  </a:lnTo>
                  <a:lnTo>
                    <a:pt x="1173" y="645"/>
                  </a:lnTo>
                  <a:lnTo>
                    <a:pt x="1327" y="611"/>
                  </a:lnTo>
                  <a:lnTo>
                    <a:pt x="2139" y="571"/>
                  </a:lnTo>
                  <a:lnTo>
                    <a:pt x="2136" y="509"/>
                  </a:lnTo>
                  <a:lnTo>
                    <a:pt x="2177" y="488"/>
                  </a:lnTo>
                  <a:lnTo>
                    <a:pt x="2186" y="465"/>
                  </a:lnTo>
                  <a:lnTo>
                    <a:pt x="2173" y="440"/>
                  </a:lnTo>
                  <a:lnTo>
                    <a:pt x="2062" y="50"/>
                  </a:lnTo>
                  <a:lnTo>
                    <a:pt x="2045" y="23"/>
                  </a:lnTo>
                  <a:lnTo>
                    <a:pt x="2008" y="5"/>
                  </a:lnTo>
                  <a:lnTo>
                    <a:pt x="1972" y="0"/>
                  </a:lnTo>
                  <a:lnTo>
                    <a:pt x="1912" y="4"/>
                  </a:lnTo>
                  <a:lnTo>
                    <a:pt x="1854" y="12"/>
                  </a:lnTo>
                  <a:lnTo>
                    <a:pt x="1209" y="111"/>
                  </a:lnTo>
                  <a:lnTo>
                    <a:pt x="1190" y="124"/>
                  </a:lnTo>
                  <a:lnTo>
                    <a:pt x="1202" y="436"/>
                  </a:lnTo>
                  <a:lnTo>
                    <a:pt x="984" y="408"/>
                  </a:lnTo>
                  <a:lnTo>
                    <a:pt x="815" y="546"/>
                  </a:lnTo>
                  <a:lnTo>
                    <a:pt x="781" y="565"/>
                  </a:lnTo>
                  <a:lnTo>
                    <a:pt x="87" y="539"/>
                  </a:lnTo>
                  <a:lnTo>
                    <a:pt x="0" y="594"/>
                  </a:lnTo>
                  <a:lnTo>
                    <a:pt x="0" y="594"/>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8" name="Google Shape;938;p26"/>
            <p:cNvSpPr/>
            <p:nvPr/>
          </p:nvSpPr>
          <p:spPr>
            <a:xfrm>
              <a:off x="998" y="3750"/>
              <a:ext cx="86" cy="125"/>
            </a:xfrm>
            <a:custGeom>
              <a:rect b="b" l="l" r="r" t="t"/>
              <a:pathLst>
                <a:path extrusionOk="0" h="125" w="175">
                  <a:moveTo>
                    <a:pt x="0" y="5"/>
                  </a:moveTo>
                  <a:lnTo>
                    <a:pt x="88" y="82"/>
                  </a:lnTo>
                  <a:lnTo>
                    <a:pt x="175" y="125"/>
                  </a:lnTo>
                  <a:lnTo>
                    <a:pt x="153" y="82"/>
                  </a:lnTo>
                  <a:lnTo>
                    <a:pt x="63" y="1"/>
                  </a:lnTo>
                  <a:lnTo>
                    <a:pt x="25" y="0"/>
                  </a:lnTo>
                  <a:lnTo>
                    <a:pt x="0" y="5"/>
                  </a:lnTo>
                  <a:lnTo>
                    <a:pt x="0" y="5"/>
                  </a:ln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39" name="Google Shape;939;p26"/>
            <p:cNvSpPr/>
            <p:nvPr/>
          </p:nvSpPr>
          <p:spPr>
            <a:xfrm>
              <a:off x="925" y="3605"/>
              <a:ext cx="79" cy="99"/>
            </a:xfrm>
            <a:custGeom>
              <a:rect b="b" l="l" r="r" t="t"/>
              <a:pathLst>
                <a:path extrusionOk="0" h="99" w="162">
                  <a:moveTo>
                    <a:pt x="0" y="7"/>
                  </a:moveTo>
                  <a:lnTo>
                    <a:pt x="101" y="97"/>
                  </a:lnTo>
                  <a:lnTo>
                    <a:pt x="162" y="99"/>
                  </a:lnTo>
                  <a:lnTo>
                    <a:pt x="30" y="0"/>
                  </a:lnTo>
                  <a:lnTo>
                    <a:pt x="0" y="7"/>
                  </a:lnTo>
                  <a:lnTo>
                    <a:pt x="0" y="7"/>
                  </a:lnTo>
                  <a:close/>
                </a:path>
              </a:pathLst>
            </a:custGeom>
            <a:solidFill>
              <a:srgbClr val="00CC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0" name="Google Shape;940;p26"/>
            <p:cNvSpPr/>
            <p:nvPr/>
          </p:nvSpPr>
          <p:spPr>
            <a:xfrm>
              <a:off x="786" y="3561"/>
              <a:ext cx="345" cy="74"/>
            </a:xfrm>
            <a:custGeom>
              <a:rect b="b" l="l" r="r" t="t"/>
              <a:pathLst>
                <a:path extrusionOk="0" h="74" w="704">
                  <a:moveTo>
                    <a:pt x="0" y="17"/>
                  </a:moveTo>
                  <a:lnTo>
                    <a:pt x="346" y="37"/>
                  </a:lnTo>
                  <a:lnTo>
                    <a:pt x="544" y="49"/>
                  </a:lnTo>
                  <a:lnTo>
                    <a:pt x="605" y="58"/>
                  </a:lnTo>
                  <a:lnTo>
                    <a:pt x="647" y="74"/>
                  </a:lnTo>
                  <a:lnTo>
                    <a:pt x="704" y="33"/>
                  </a:lnTo>
                  <a:lnTo>
                    <a:pt x="239" y="14"/>
                  </a:lnTo>
                  <a:lnTo>
                    <a:pt x="20" y="0"/>
                  </a:lnTo>
                  <a:lnTo>
                    <a:pt x="0" y="17"/>
                  </a:lnTo>
                  <a:lnTo>
                    <a:pt x="0" y="17"/>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1" name="Google Shape;941;p26"/>
            <p:cNvSpPr/>
            <p:nvPr/>
          </p:nvSpPr>
          <p:spPr>
            <a:xfrm>
              <a:off x="1069" y="3517"/>
              <a:ext cx="506" cy="256"/>
            </a:xfrm>
            <a:custGeom>
              <a:rect b="b" l="l" r="r" t="t"/>
              <a:pathLst>
                <a:path extrusionOk="0" h="256" w="1035">
                  <a:moveTo>
                    <a:pt x="13" y="234"/>
                  </a:moveTo>
                  <a:lnTo>
                    <a:pt x="341" y="161"/>
                  </a:lnTo>
                  <a:lnTo>
                    <a:pt x="626" y="92"/>
                  </a:lnTo>
                  <a:lnTo>
                    <a:pt x="923" y="0"/>
                  </a:lnTo>
                  <a:lnTo>
                    <a:pt x="1035" y="3"/>
                  </a:lnTo>
                  <a:lnTo>
                    <a:pt x="898" y="56"/>
                  </a:lnTo>
                  <a:lnTo>
                    <a:pt x="741" y="100"/>
                  </a:lnTo>
                  <a:lnTo>
                    <a:pt x="613" y="134"/>
                  </a:lnTo>
                  <a:lnTo>
                    <a:pt x="399" y="181"/>
                  </a:lnTo>
                  <a:lnTo>
                    <a:pt x="92" y="243"/>
                  </a:lnTo>
                  <a:lnTo>
                    <a:pt x="0" y="256"/>
                  </a:lnTo>
                  <a:lnTo>
                    <a:pt x="13" y="234"/>
                  </a:lnTo>
                  <a:lnTo>
                    <a:pt x="13" y="234"/>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2" name="Google Shape;942;p26"/>
            <p:cNvSpPr/>
            <p:nvPr/>
          </p:nvSpPr>
          <p:spPr>
            <a:xfrm>
              <a:off x="1057" y="3743"/>
              <a:ext cx="226" cy="60"/>
            </a:xfrm>
            <a:custGeom>
              <a:rect b="b" l="l" r="r" t="t"/>
              <a:pathLst>
                <a:path extrusionOk="0" h="60" w="463">
                  <a:moveTo>
                    <a:pt x="0" y="58"/>
                  </a:moveTo>
                  <a:lnTo>
                    <a:pt x="153" y="60"/>
                  </a:lnTo>
                  <a:lnTo>
                    <a:pt x="393" y="60"/>
                  </a:lnTo>
                  <a:lnTo>
                    <a:pt x="463" y="0"/>
                  </a:lnTo>
                  <a:lnTo>
                    <a:pt x="29" y="30"/>
                  </a:lnTo>
                  <a:lnTo>
                    <a:pt x="0" y="58"/>
                  </a:lnTo>
                  <a:lnTo>
                    <a:pt x="0" y="58"/>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3" name="Google Shape;943;p26"/>
            <p:cNvSpPr/>
            <p:nvPr/>
          </p:nvSpPr>
          <p:spPr>
            <a:xfrm>
              <a:off x="1932" y="2167"/>
              <a:ext cx="941" cy="1381"/>
            </a:xfrm>
            <a:custGeom>
              <a:rect b="b" l="l" r="r" t="t"/>
              <a:pathLst>
                <a:path extrusionOk="0" h="1381" w="1925">
                  <a:moveTo>
                    <a:pt x="96" y="0"/>
                  </a:moveTo>
                  <a:lnTo>
                    <a:pt x="103" y="50"/>
                  </a:lnTo>
                  <a:lnTo>
                    <a:pt x="20" y="669"/>
                  </a:lnTo>
                  <a:lnTo>
                    <a:pt x="0" y="1019"/>
                  </a:lnTo>
                  <a:lnTo>
                    <a:pt x="20" y="1298"/>
                  </a:lnTo>
                  <a:lnTo>
                    <a:pt x="1789" y="1245"/>
                  </a:lnTo>
                  <a:lnTo>
                    <a:pt x="1802" y="1198"/>
                  </a:lnTo>
                  <a:lnTo>
                    <a:pt x="1854" y="1249"/>
                  </a:lnTo>
                  <a:lnTo>
                    <a:pt x="1815" y="1291"/>
                  </a:lnTo>
                  <a:lnTo>
                    <a:pt x="1771" y="1309"/>
                  </a:lnTo>
                  <a:lnTo>
                    <a:pt x="1534" y="1330"/>
                  </a:lnTo>
                  <a:lnTo>
                    <a:pt x="1310" y="1341"/>
                  </a:lnTo>
                  <a:lnTo>
                    <a:pt x="415" y="1337"/>
                  </a:lnTo>
                  <a:lnTo>
                    <a:pt x="359" y="1348"/>
                  </a:lnTo>
                  <a:lnTo>
                    <a:pt x="359" y="1377"/>
                  </a:lnTo>
                  <a:lnTo>
                    <a:pt x="409" y="1381"/>
                  </a:lnTo>
                  <a:lnTo>
                    <a:pt x="1298" y="1381"/>
                  </a:lnTo>
                  <a:lnTo>
                    <a:pt x="1559" y="1366"/>
                  </a:lnTo>
                  <a:lnTo>
                    <a:pt x="1764" y="1348"/>
                  </a:lnTo>
                  <a:lnTo>
                    <a:pt x="1854" y="1323"/>
                  </a:lnTo>
                  <a:lnTo>
                    <a:pt x="1912" y="1281"/>
                  </a:lnTo>
                  <a:lnTo>
                    <a:pt x="1925" y="1235"/>
                  </a:lnTo>
                  <a:lnTo>
                    <a:pt x="1898" y="1194"/>
                  </a:lnTo>
                  <a:lnTo>
                    <a:pt x="1809" y="1155"/>
                  </a:lnTo>
                  <a:lnTo>
                    <a:pt x="1815" y="973"/>
                  </a:lnTo>
                  <a:lnTo>
                    <a:pt x="1694" y="812"/>
                  </a:lnTo>
                  <a:lnTo>
                    <a:pt x="1898" y="786"/>
                  </a:lnTo>
                  <a:lnTo>
                    <a:pt x="1905" y="196"/>
                  </a:lnTo>
                  <a:lnTo>
                    <a:pt x="96" y="0"/>
                  </a:lnTo>
                  <a:lnTo>
                    <a:pt x="9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4" name="Google Shape;944;p26"/>
            <p:cNvSpPr/>
            <p:nvPr/>
          </p:nvSpPr>
          <p:spPr>
            <a:xfrm>
              <a:off x="1372" y="3140"/>
              <a:ext cx="190" cy="283"/>
            </a:xfrm>
            <a:custGeom>
              <a:rect b="b" l="l" r="r" t="t"/>
              <a:pathLst>
                <a:path extrusionOk="0" h="283" w="389">
                  <a:moveTo>
                    <a:pt x="0" y="53"/>
                  </a:moveTo>
                  <a:lnTo>
                    <a:pt x="13" y="283"/>
                  </a:lnTo>
                  <a:lnTo>
                    <a:pt x="389" y="225"/>
                  </a:lnTo>
                  <a:lnTo>
                    <a:pt x="357" y="0"/>
                  </a:lnTo>
                  <a:lnTo>
                    <a:pt x="0" y="53"/>
                  </a:lnTo>
                  <a:lnTo>
                    <a:pt x="0" y="53"/>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5" name="Google Shape;945;p26"/>
            <p:cNvSpPr/>
            <p:nvPr/>
          </p:nvSpPr>
          <p:spPr>
            <a:xfrm>
              <a:off x="1384" y="3416"/>
              <a:ext cx="197" cy="99"/>
            </a:xfrm>
            <a:custGeom>
              <a:rect b="b" l="l" r="r" t="t"/>
              <a:pathLst>
                <a:path extrusionOk="0" h="99" w="402">
                  <a:moveTo>
                    <a:pt x="20" y="42"/>
                  </a:moveTo>
                  <a:lnTo>
                    <a:pt x="372" y="0"/>
                  </a:lnTo>
                  <a:lnTo>
                    <a:pt x="402" y="96"/>
                  </a:lnTo>
                  <a:lnTo>
                    <a:pt x="364" y="99"/>
                  </a:lnTo>
                  <a:lnTo>
                    <a:pt x="0" y="64"/>
                  </a:lnTo>
                  <a:lnTo>
                    <a:pt x="20" y="42"/>
                  </a:lnTo>
                  <a:lnTo>
                    <a:pt x="20" y="42"/>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6" name="Google Shape;946;p26"/>
            <p:cNvSpPr/>
            <p:nvPr/>
          </p:nvSpPr>
          <p:spPr>
            <a:xfrm>
              <a:off x="1903" y="2836"/>
              <a:ext cx="910" cy="333"/>
            </a:xfrm>
            <a:custGeom>
              <a:rect b="b" l="l" r="r" t="t"/>
              <a:pathLst>
                <a:path extrusionOk="0" h="333" w="1859">
                  <a:moveTo>
                    <a:pt x="0" y="11"/>
                  </a:moveTo>
                  <a:lnTo>
                    <a:pt x="82" y="333"/>
                  </a:lnTo>
                  <a:lnTo>
                    <a:pt x="1859" y="308"/>
                  </a:lnTo>
                  <a:lnTo>
                    <a:pt x="1764" y="147"/>
                  </a:lnTo>
                  <a:lnTo>
                    <a:pt x="1655" y="147"/>
                  </a:lnTo>
                  <a:lnTo>
                    <a:pt x="383" y="239"/>
                  </a:lnTo>
                  <a:lnTo>
                    <a:pt x="82" y="0"/>
                  </a:lnTo>
                  <a:lnTo>
                    <a:pt x="0" y="11"/>
                  </a:lnTo>
                  <a:lnTo>
                    <a:pt x="0" y="11"/>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7" name="Google Shape;947;p26"/>
            <p:cNvSpPr/>
            <p:nvPr/>
          </p:nvSpPr>
          <p:spPr>
            <a:xfrm>
              <a:off x="1985" y="2167"/>
              <a:ext cx="872" cy="233"/>
            </a:xfrm>
            <a:custGeom>
              <a:rect b="b" l="l" r="r" t="t"/>
              <a:pathLst>
                <a:path extrusionOk="0" h="233" w="1784">
                  <a:moveTo>
                    <a:pt x="0" y="0"/>
                  </a:moveTo>
                  <a:lnTo>
                    <a:pt x="435" y="233"/>
                  </a:lnTo>
                  <a:lnTo>
                    <a:pt x="1784" y="201"/>
                  </a:lnTo>
                  <a:lnTo>
                    <a:pt x="1388" y="32"/>
                  </a:lnTo>
                  <a:lnTo>
                    <a:pt x="0" y="0"/>
                  </a:lnTo>
                  <a:lnTo>
                    <a:pt x="0" y="0"/>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8" name="Google Shape;948;p26"/>
            <p:cNvSpPr/>
            <p:nvPr/>
          </p:nvSpPr>
          <p:spPr>
            <a:xfrm>
              <a:off x="1891" y="2209"/>
              <a:ext cx="259" cy="802"/>
            </a:xfrm>
            <a:custGeom>
              <a:rect b="b" l="l" r="r" t="t"/>
              <a:pathLst>
                <a:path extrusionOk="0" h="802" w="530">
                  <a:moveTo>
                    <a:pt x="191" y="0"/>
                  </a:moveTo>
                  <a:lnTo>
                    <a:pt x="530" y="180"/>
                  </a:lnTo>
                  <a:lnTo>
                    <a:pt x="427" y="802"/>
                  </a:lnTo>
                  <a:lnTo>
                    <a:pt x="314" y="723"/>
                  </a:lnTo>
                  <a:lnTo>
                    <a:pt x="0" y="516"/>
                  </a:lnTo>
                  <a:lnTo>
                    <a:pt x="58" y="48"/>
                  </a:lnTo>
                  <a:lnTo>
                    <a:pt x="191" y="0"/>
                  </a:lnTo>
                  <a:lnTo>
                    <a:pt x="191" y="0"/>
                  </a:lnTo>
                  <a:close/>
                </a:path>
              </a:pathLst>
            </a:custGeom>
            <a:solidFill>
              <a:srgbClr val="E5E5E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49" name="Google Shape;949;p26"/>
            <p:cNvSpPr/>
            <p:nvPr/>
          </p:nvSpPr>
          <p:spPr>
            <a:xfrm>
              <a:off x="1912" y="2353"/>
              <a:ext cx="138" cy="554"/>
            </a:xfrm>
            <a:custGeom>
              <a:rect b="b" l="l" r="r" t="t"/>
              <a:pathLst>
                <a:path extrusionOk="0" h="554" w="282">
                  <a:moveTo>
                    <a:pt x="45" y="0"/>
                  </a:moveTo>
                  <a:lnTo>
                    <a:pt x="0" y="337"/>
                  </a:lnTo>
                  <a:lnTo>
                    <a:pt x="19" y="383"/>
                  </a:lnTo>
                  <a:lnTo>
                    <a:pt x="263" y="554"/>
                  </a:lnTo>
                  <a:lnTo>
                    <a:pt x="282" y="480"/>
                  </a:lnTo>
                  <a:lnTo>
                    <a:pt x="155" y="26"/>
                  </a:lnTo>
                  <a:lnTo>
                    <a:pt x="45" y="0"/>
                  </a:lnTo>
                  <a:lnTo>
                    <a:pt x="45" y="0"/>
                  </a:lnTo>
                  <a:close/>
                </a:path>
              </a:pathLst>
            </a:custGeom>
            <a:solidFill>
              <a:srgbClr val="B2B2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0" name="Google Shape;950;p26"/>
            <p:cNvSpPr/>
            <p:nvPr/>
          </p:nvSpPr>
          <p:spPr>
            <a:xfrm>
              <a:off x="826" y="2239"/>
              <a:ext cx="263" cy="492"/>
            </a:xfrm>
            <a:custGeom>
              <a:rect b="b" l="l" r="r" t="t"/>
              <a:pathLst>
                <a:path extrusionOk="0" h="492" w="539">
                  <a:moveTo>
                    <a:pt x="394" y="18"/>
                  </a:moveTo>
                  <a:lnTo>
                    <a:pt x="421" y="71"/>
                  </a:lnTo>
                  <a:lnTo>
                    <a:pt x="421" y="111"/>
                  </a:lnTo>
                  <a:lnTo>
                    <a:pt x="436" y="121"/>
                  </a:lnTo>
                  <a:lnTo>
                    <a:pt x="472" y="138"/>
                  </a:lnTo>
                  <a:lnTo>
                    <a:pt x="535" y="173"/>
                  </a:lnTo>
                  <a:lnTo>
                    <a:pt x="539" y="182"/>
                  </a:lnTo>
                  <a:lnTo>
                    <a:pt x="531" y="193"/>
                  </a:lnTo>
                  <a:lnTo>
                    <a:pt x="497" y="199"/>
                  </a:lnTo>
                  <a:lnTo>
                    <a:pt x="486" y="203"/>
                  </a:lnTo>
                  <a:lnTo>
                    <a:pt x="479" y="222"/>
                  </a:lnTo>
                  <a:lnTo>
                    <a:pt x="484" y="236"/>
                  </a:lnTo>
                  <a:lnTo>
                    <a:pt x="497" y="257"/>
                  </a:lnTo>
                  <a:lnTo>
                    <a:pt x="463" y="278"/>
                  </a:lnTo>
                  <a:lnTo>
                    <a:pt x="494" y="292"/>
                  </a:lnTo>
                  <a:lnTo>
                    <a:pt x="495" y="304"/>
                  </a:lnTo>
                  <a:lnTo>
                    <a:pt x="477" y="321"/>
                  </a:lnTo>
                  <a:lnTo>
                    <a:pt x="497" y="338"/>
                  </a:lnTo>
                  <a:lnTo>
                    <a:pt x="504" y="348"/>
                  </a:lnTo>
                  <a:lnTo>
                    <a:pt x="503" y="358"/>
                  </a:lnTo>
                  <a:lnTo>
                    <a:pt x="488" y="370"/>
                  </a:lnTo>
                  <a:lnTo>
                    <a:pt x="466" y="378"/>
                  </a:lnTo>
                  <a:lnTo>
                    <a:pt x="434" y="380"/>
                  </a:lnTo>
                  <a:lnTo>
                    <a:pt x="385" y="382"/>
                  </a:lnTo>
                  <a:lnTo>
                    <a:pt x="308" y="383"/>
                  </a:lnTo>
                  <a:lnTo>
                    <a:pt x="281" y="386"/>
                  </a:lnTo>
                  <a:lnTo>
                    <a:pt x="254" y="396"/>
                  </a:lnTo>
                  <a:lnTo>
                    <a:pt x="229" y="414"/>
                  </a:lnTo>
                  <a:lnTo>
                    <a:pt x="225" y="425"/>
                  </a:lnTo>
                  <a:lnTo>
                    <a:pt x="175" y="478"/>
                  </a:lnTo>
                  <a:lnTo>
                    <a:pt x="169" y="492"/>
                  </a:lnTo>
                  <a:lnTo>
                    <a:pt x="135" y="480"/>
                  </a:lnTo>
                  <a:lnTo>
                    <a:pt x="94" y="459"/>
                  </a:lnTo>
                  <a:lnTo>
                    <a:pt x="0" y="352"/>
                  </a:lnTo>
                  <a:lnTo>
                    <a:pt x="75" y="73"/>
                  </a:lnTo>
                  <a:lnTo>
                    <a:pt x="312" y="0"/>
                  </a:lnTo>
                  <a:lnTo>
                    <a:pt x="394" y="18"/>
                  </a:lnTo>
                  <a:lnTo>
                    <a:pt x="394" y="18"/>
                  </a:lnTo>
                  <a:close/>
                </a:path>
              </a:pathLst>
            </a:custGeom>
            <a:solidFill>
              <a:srgbClr val="FFCC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1" name="Google Shape;951;p26"/>
            <p:cNvSpPr/>
            <p:nvPr/>
          </p:nvSpPr>
          <p:spPr>
            <a:xfrm>
              <a:off x="1007" y="2261"/>
              <a:ext cx="80" cy="361"/>
            </a:xfrm>
            <a:custGeom>
              <a:rect b="b" l="l" r="r" t="t"/>
              <a:pathLst>
                <a:path extrusionOk="0" h="361" w="164">
                  <a:moveTo>
                    <a:pt x="7" y="12"/>
                  </a:moveTo>
                  <a:lnTo>
                    <a:pt x="16" y="61"/>
                  </a:lnTo>
                  <a:lnTo>
                    <a:pt x="25" y="72"/>
                  </a:lnTo>
                  <a:lnTo>
                    <a:pt x="0" y="104"/>
                  </a:lnTo>
                  <a:lnTo>
                    <a:pt x="52" y="132"/>
                  </a:lnTo>
                  <a:lnTo>
                    <a:pt x="72" y="157"/>
                  </a:lnTo>
                  <a:lnTo>
                    <a:pt x="74" y="180"/>
                  </a:lnTo>
                  <a:lnTo>
                    <a:pt x="59" y="230"/>
                  </a:lnTo>
                  <a:lnTo>
                    <a:pt x="81" y="256"/>
                  </a:lnTo>
                  <a:lnTo>
                    <a:pt x="83" y="275"/>
                  </a:lnTo>
                  <a:lnTo>
                    <a:pt x="97" y="295"/>
                  </a:lnTo>
                  <a:lnTo>
                    <a:pt x="70" y="306"/>
                  </a:lnTo>
                  <a:lnTo>
                    <a:pt x="86" y="329"/>
                  </a:lnTo>
                  <a:lnTo>
                    <a:pt x="74" y="342"/>
                  </a:lnTo>
                  <a:lnTo>
                    <a:pt x="45" y="361"/>
                  </a:lnTo>
                  <a:lnTo>
                    <a:pt x="101" y="356"/>
                  </a:lnTo>
                  <a:lnTo>
                    <a:pt x="126" y="343"/>
                  </a:lnTo>
                  <a:lnTo>
                    <a:pt x="135" y="326"/>
                  </a:lnTo>
                  <a:lnTo>
                    <a:pt x="128" y="313"/>
                  </a:lnTo>
                  <a:lnTo>
                    <a:pt x="113" y="299"/>
                  </a:lnTo>
                  <a:lnTo>
                    <a:pt x="124" y="283"/>
                  </a:lnTo>
                  <a:lnTo>
                    <a:pt x="117" y="270"/>
                  </a:lnTo>
                  <a:lnTo>
                    <a:pt x="95" y="256"/>
                  </a:lnTo>
                  <a:lnTo>
                    <a:pt x="126" y="236"/>
                  </a:lnTo>
                  <a:lnTo>
                    <a:pt x="113" y="219"/>
                  </a:lnTo>
                  <a:lnTo>
                    <a:pt x="112" y="187"/>
                  </a:lnTo>
                  <a:lnTo>
                    <a:pt x="126" y="175"/>
                  </a:lnTo>
                  <a:lnTo>
                    <a:pt x="159" y="171"/>
                  </a:lnTo>
                  <a:lnTo>
                    <a:pt x="164" y="159"/>
                  </a:lnTo>
                  <a:lnTo>
                    <a:pt x="162" y="151"/>
                  </a:lnTo>
                  <a:lnTo>
                    <a:pt x="95" y="114"/>
                  </a:lnTo>
                  <a:lnTo>
                    <a:pt x="50" y="90"/>
                  </a:lnTo>
                  <a:lnTo>
                    <a:pt x="47" y="44"/>
                  </a:lnTo>
                  <a:lnTo>
                    <a:pt x="23" y="0"/>
                  </a:lnTo>
                  <a:lnTo>
                    <a:pt x="7" y="12"/>
                  </a:lnTo>
                  <a:lnTo>
                    <a:pt x="7" y="12"/>
                  </a:lnTo>
                  <a:close/>
                </a:path>
              </a:pathLst>
            </a:custGeom>
            <a:solidFill>
              <a:srgbClr val="FFF2D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2" name="Google Shape;952;p26"/>
            <p:cNvSpPr/>
            <p:nvPr/>
          </p:nvSpPr>
          <p:spPr>
            <a:xfrm>
              <a:off x="971" y="2322"/>
              <a:ext cx="53" cy="42"/>
            </a:xfrm>
            <a:custGeom>
              <a:rect b="b" l="l" r="r" t="t"/>
              <a:pathLst>
                <a:path extrusionOk="0" h="42" w="108">
                  <a:moveTo>
                    <a:pt x="101" y="1"/>
                  </a:moveTo>
                  <a:lnTo>
                    <a:pt x="76" y="0"/>
                  </a:lnTo>
                  <a:lnTo>
                    <a:pt x="53" y="8"/>
                  </a:lnTo>
                  <a:lnTo>
                    <a:pt x="0" y="42"/>
                  </a:lnTo>
                  <a:lnTo>
                    <a:pt x="27" y="33"/>
                  </a:lnTo>
                  <a:lnTo>
                    <a:pt x="63" y="25"/>
                  </a:lnTo>
                  <a:lnTo>
                    <a:pt x="78" y="20"/>
                  </a:lnTo>
                  <a:lnTo>
                    <a:pt x="96" y="17"/>
                  </a:lnTo>
                  <a:lnTo>
                    <a:pt x="108" y="10"/>
                  </a:lnTo>
                  <a:lnTo>
                    <a:pt x="101" y="1"/>
                  </a:lnTo>
                  <a:lnTo>
                    <a:pt x="101" y="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3" name="Google Shape;953;p26"/>
            <p:cNvSpPr/>
            <p:nvPr/>
          </p:nvSpPr>
          <p:spPr>
            <a:xfrm>
              <a:off x="979" y="2360"/>
              <a:ext cx="48" cy="41"/>
            </a:xfrm>
            <a:custGeom>
              <a:rect b="b" l="l" r="r" t="t"/>
              <a:pathLst>
                <a:path extrusionOk="0" h="41" w="99">
                  <a:moveTo>
                    <a:pt x="55" y="0"/>
                  </a:moveTo>
                  <a:lnTo>
                    <a:pt x="45" y="16"/>
                  </a:lnTo>
                  <a:lnTo>
                    <a:pt x="32" y="20"/>
                  </a:lnTo>
                  <a:lnTo>
                    <a:pt x="0" y="26"/>
                  </a:lnTo>
                  <a:lnTo>
                    <a:pt x="3" y="38"/>
                  </a:lnTo>
                  <a:lnTo>
                    <a:pt x="45" y="41"/>
                  </a:lnTo>
                  <a:lnTo>
                    <a:pt x="54" y="29"/>
                  </a:lnTo>
                  <a:lnTo>
                    <a:pt x="88" y="27"/>
                  </a:lnTo>
                  <a:lnTo>
                    <a:pt x="99" y="17"/>
                  </a:lnTo>
                  <a:lnTo>
                    <a:pt x="70" y="12"/>
                  </a:lnTo>
                  <a:lnTo>
                    <a:pt x="55" y="0"/>
                  </a:lnTo>
                  <a:lnTo>
                    <a:pt x="5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4" name="Google Shape;954;p26"/>
            <p:cNvSpPr/>
            <p:nvPr/>
          </p:nvSpPr>
          <p:spPr>
            <a:xfrm>
              <a:off x="1020" y="2263"/>
              <a:ext cx="73" cy="284"/>
            </a:xfrm>
            <a:custGeom>
              <a:rect b="b" l="l" r="r" t="t"/>
              <a:pathLst>
                <a:path extrusionOk="0" h="284" w="150">
                  <a:moveTo>
                    <a:pt x="15" y="15"/>
                  </a:moveTo>
                  <a:lnTo>
                    <a:pt x="25" y="41"/>
                  </a:lnTo>
                  <a:lnTo>
                    <a:pt x="29" y="71"/>
                  </a:lnTo>
                  <a:lnTo>
                    <a:pt x="33" y="84"/>
                  </a:lnTo>
                  <a:lnTo>
                    <a:pt x="42" y="92"/>
                  </a:lnTo>
                  <a:lnTo>
                    <a:pt x="79" y="112"/>
                  </a:lnTo>
                  <a:lnTo>
                    <a:pt x="123" y="134"/>
                  </a:lnTo>
                  <a:lnTo>
                    <a:pt x="146" y="147"/>
                  </a:lnTo>
                  <a:lnTo>
                    <a:pt x="150" y="158"/>
                  </a:lnTo>
                  <a:lnTo>
                    <a:pt x="146" y="166"/>
                  </a:lnTo>
                  <a:lnTo>
                    <a:pt x="126" y="176"/>
                  </a:lnTo>
                  <a:lnTo>
                    <a:pt x="99" y="180"/>
                  </a:lnTo>
                  <a:lnTo>
                    <a:pt x="90" y="190"/>
                  </a:lnTo>
                  <a:lnTo>
                    <a:pt x="92" y="211"/>
                  </a:lnTo>
                  <a:lnTo>
                    <a:pt x="112" y="237"/>
                  </a:lnTo>
                  <a:lnTo>
                    <a:pt x="90" y="251"/>
                  </a:lnTo>
                  <a:lnTo>
                    <a:pt x="42" y="264"/>
                  </a:lnTo>
                  <a:lnTo>
                    <a:pt x="22" y="284"/>
                  </a:lnTo>
                  <a:lnTo>
                    <a:pt x="4" y="272"/>
                  </a:lnTo>
                  <a:lnTo>
                    <a:pt x="36" y="263"/>
                  </a:lnTo>
                  <a:lnTo>
                    <a:pt x="74" y="240"/>
                  </a:lnTo>
                  <a:lnTo>
                    <a:pt x="96" y="231"/>
                  </a:lnTo>
                  <a:lnTo>
                    <a:pt x="83" y="215"/>
                  </a:lnTo>
                  <a:lnTo>
                    <a:pt x="79" y="193"/>
                  </a:lnTo>
                  <a:lnTo>
                    <a:pt x="58" y="190"/>
                  </a:lnTo>
                  <a:lnTo>
                    <a:pt x="88" y="175"/>
                  </a:lnTo>
                  <a:lnTo>
                    <a:pt x="125" y="167"/>
                  </a:lnTo>
                  <a:lnTo>
                    <a:pt x="135" y="160"/>
                  </a:lnTo>
                  <a:lnTo>
                    <a:pt x="139" y="151"/>
                  </a:lnTo>
                  <a:lnTo>
                    <a:pt x="132" y="146"/>
                  </a:lnTo>
                  <a:lnTo>
                    <a:pt x="74" y="115"/>
                  </a:lnTo>
                  <a:lnTo>
                    <a:pt x="24" y="94"/>
                  </a:lnTo>
                  <a:lnTo>
                    <a:pt x="18" y="82"/>
                  </a:lnTo>
                  <a:lnTo>
                    <a:pt x="18" y="45"/>
                  </a:lnTo>
                  <a:lnTo>
                    <a:pt x="0" y="0"/>
                  </a:lnTo>
                  <a:lnTo>
                    <a:pt x="15" y="15"/>
                  </a:lnTo>
                  <a:lnTo>
                    <a:pt x="15" y="1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5" name="Google Shape;955;p26"/>
            <p:cNvSpPr/>
            <p:nvPr/>
          </p:nvSpPr>
          <p:spPr>
            <a:xfrm>
              <a:off x="847" y="2515"/>
              <a:ext cx="229" cy="152"/>
            </a:xfrm>
            <a:custGeom>
              <a:rect b="b" l="l" r="r" t="t"/>
              <a:pathLst>
                <a:path extrusionOk="0" h="152" w="469">
                  <a:moveTo>
                    <a:pt x="434" y="0"/>
                  </a:moveTo>
                  <a:lnTo>
                    <a:pt x="462" y="13"/>
                  </a:lnTo>
                  <a:lnTo>
                    <a:pt x="463" y="31"/>
                  </a:lnTo>
                  <a:lnTo>
                    <a:pt x="451" y="44"/>
                  </a:lnTo>
                  <a:lnTo>
                    <a:pt x="469" y="61"/>
                  </a:lnTo>
                  <a:lnTo>
                    <a:pt x="469" y="85"/>
                  </a:lnTo>
                  <a:lnTo>
                    <a:pt x="454" y="102"/>
                  </a:lnTo>
                  <a:lnTo>
                    <a:pt x="413" y="110"/>
                  </a:lnTo>
                  <a:lnTo>
                    <a:pt x="377" y="113"/>
                  </a:lnTo>
                  <a:lnTo>
                    <a:pt x="303" y="112"/>
                  </a:lnTo>
                  <a:lnTo>
                    <a:pt x="253" y="115"/>
                  </a:lnTo>
                  <a:lnTo>
                    <a:pt x="225" y="121"/>
                  </a:lnTo>
                  <a:lnTo>
                    <a:pt x="207" y="130"/>
                  </a:lnTo>
                  <a:lnTo>
                    <a:pt x="184" y="152"/>
                  </a:lnTo>
                  <a:lnTo>
                    <a:pt x="175" y="132"/>
                  </a:lnTo>
                  <a:lnTo>
                    <a:pt x="114" y="110"/>
                  </a:lnTo>
                  <a:lnTo>
                    <a:pt x="78" y="89"/>
                  </a:lnTo>
                  <a:lnTo>
                    <a:pt x="38" y="63"/>
                  </a:lnTo>
                  <a:lnTo>
                    <a:pt x="0" y="29"/>
                  </a:lnTo>
                  <a:lnTo>
                    <a:pt x="15" y="20"/>
                  </a:lnTo>
                  <a:lnTo>
                    <a:pt x="67" y="48"/>
                  </a:lnTo>
                  <a:lnTo>
                    <a:pt x="112" y="68"/>
                  </a:lnTo>
                  <a:lnTo>
                    <a:pt x="161" y="85"/>
                  </a:lnTo>
                  <a:lnTo>
                    <a:pt x="206" y="95"/>
                  </a:lnTo>
                  <a:lnTo>
                    <a:pt x="258" y="101"/>
                  </a:lnTo>
                  <a:lnTo>
                    <a:pt x="310" y="103"/>
                  </a:lnTo>
                  <a:lnTo>
                    <a:pt x="368" y="103"/>
                  </a:lnTo>
                  <a:lnTo>
                    <a:pt x="406" y="102"/>
                  </a:lnTo>
                  <a:lnTo>
                    <a:pt x="433" y="97"/>
                  </a:lnTo>
                  <a:lnTo>
                    <a:pt x="447" y="91"/>
                  </a:lnTo>
                  <a:lnTo>
                    <a:pt x="454" y="82"/>
                  </a:lnTo>
                  <a:lnTo>
                    <a:pt x="456" y="70"/>
                  </a:lnTo>
                  <a:lnTo>
                    <a:pt x="449" y="61"/>
                  </a:lnTo>
                  <a:lnTo>
                    <a:pt x="409" y="48"/>
                  </a:lnTo>
                  <a:lnTo>
                    <a:pt x="442" y="35"/>
                  </a:lnTo>
                  <a:lnTo>
                    <a:pt x="447" y="27"/>
                  </a:lnTo>
                  <a:lnTo>
                    <a:pt x="442" y="19"/>
                  </a:lnTo>
                  <a:lnTo>
                    <a:pt x="420" y="12"/>
                  </a:lnTo>
                  <a:lnTo>
                    <a:pt x="391" y="10"/>
                  </a:lnTo>
                  <a:lnTo>
                    <a:pt x="434" y="0"/>
                  </a:lnTo>
                  <a:lnTo>
                    <a:pt x="43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6" name="Google Shape;956;p26"/>
            <p:cNvSpPr/>
            <p:nvPr/>
          </p:nvSpPr>
          <p:spPr>
            <a:xfrm>
              <a:off x="465" y="2017"/>
              <a:ext cx="648" cy="856"/>
            </a:xfrm>
            <a:custGeom>
              <a:rect b="b" l="l" r="r" t="t"/>
              <a:pathLst>
                <a:path extrusionOk="0" h="856" w="1322">
                  <a:moveTo>
                    <a:pt x="1139" y="256"/>
                  </a:moveTo>
                  <a:lnTo>
                    <a:pt x="1162" y="263"/>
                  </a:lnTo>
                  <a:lnTo>
                    <a:pt x="1169" y="275"/>
                  </a:lnTo>
                  <a:lnTo>
                    <a:pt x="1157" y="296"/>
                  </a:lnTo>
                  <a:lnTo>
                    <a:pt x="1191" y="290"/>
                  </a:lnTo>
                  <a:lnTo>
                    <a:pt x="1207" y="278"/>
                  </a:lnTo>
                  <a:lnTo>
                    <a:pt x="1209" y="268"/>
                  </a:lnTo>
                  <a:lnTo>
                    <a:pt x="1229" y="284"/>
                  </a:lnTo>
                  <a:lnTo>
                    <a:pt x="1272" y="270"/>
                  </a:lnTo>
                  <a:lnTo>
                    <a:pt x="1279" y="251"/>
                  </a:lnTo>
                  <a:lnTo>
                    <a:pt x="1288" y="232"/>
                  </a:lnTo>
                  <a:lnTo>
                    <a:pt x="1281" y="221"/>
                  </a:lnTo>
                  <a:lnTo>
                    <a:pt x="1310" y="214"/>
                  </a:lnTo>
                  <a:lnTo>
                    <a:pt x="1322" y="196"/>
                  </a:lnTo>
                  <a:lnTo>
                    <a:pt x="1319" y="175"/>
                  </a:lnTo>
                  <a:lnTo>
                    <a:pt x="1294" y="163"/>
                  </a:lnTo>
                  <a:lnTo>
                    <a:pt x="1290" y="123"/>
                  </a:lnTo>
                  <a:lnTo>
                    <a:pt x="1241" y="90"/>
                  </a:lnTo>
                  <a:lnTo>
                    <a:pt x="1198" y="72"/>
                  </a:lnTo>
                  <a:lnTo>
                    <a:pt x="1128" y="65"/>
                  </a:lnTo>
                  <a:lnTo>
                    <a:pt x="1068" y="69"/>
                  </a:lnTo>
                  <a:lnTo>
                    <a:pt x="991" y="37"/>
                  </a:lnTo>
                  <a:lnTo>
                    <a:pt x="919" y="12"/>
                  </a:lnTo>
                  <a:lnTo>
                    <a:pt x="800" y="4"/>
                  </a:lnTo>
                  <a:lnTo>
                    <a:pt x="728" y="9"/>
                  </a:lnTo>
                  <a:lnTo>
                    <a:pt x="663" y="0"/>
                  </a:lnTo>
                  <a:lnTo>
                    <a:pt x="575" y="0"/>
                  </a:lnTo>
                  <a:lnTo>
                    <a:pt x="497" y="11"/>
                  </a:lnTo>
                  <a:lnTo>
                    <a:pt x="454" y="23"/>
                  </a:lnTo>
                  <a:lnTo>
                    <a:pt x="409" y="45"/>
                  </a:lnTo>
                  <a:lnTo>
                    <a:pt x="335" y="60"/>
                  </a:lnTo>
                  <a:lnTo>
                    <a:pt x="272" y="78"/>
                  </a:lnTo>
                  <a:lnTo>
                    <a:pt x="218" y="109"/>
                  </a:lnTo>
                  <a:lnTo>
                    <a:pt x="194" y="133"/>
                  </a:lnTo>
                  <a:lnTo>
                    <a:pt x="175" y="163"/>
                  </a:lnTo>
                  <a:lnTo>
                    <a:pt x="173" y="185"/>
                  </a:lnTo>
                  <a:lnTo>
                    <a:pt x="173" y="211"/>
                  </a:lnTo>
                  <a:lnTo>
                    <a:pt x="153" y="232"/>
                  </a:lnTo>
                  <a:lnTo>
                    <a:pt x="115" y="261"/>
                  </a:lnTo>
                  <a:lnTo>
                    <a:pt x="97" y="284"/>
                  </a:lnTo>
                  <a:lnTo>
                    <a:pt x="90" y="310"/>
                  </a:lnTo>
                  <a:lnTo>
                    <a:pt x="103" y="341"/>
                  </a:lnTo>
                  <a:lnTo>
                    <a:pt x="110" y="358"/>
                  </a:lnTo>
                  <a:lnTo>
                    <a:pt x="110" y="380"/>
                  </a:lnTo>
                  <a:lnTo>
                    <a:pt x="94" y="394"/>
                  </a:lnTo>
                  <a:lnTo>
                    <a:pt x="59" y="432"/>
                  </a:lnTo>
                  <a:lnTo>
                    <a:pt x="47" y="462"/>
                  </a:lnTo>
                  <a:lnTo>
                    <a:pt x="50" y="505"/>
                  </a:lnTo>
                  <a:lnTo>
                    <a:pt x="68" y="536"/>
                  </a:lnTo>
                  <a:lnTo>
                    <a:pt x="101" y="571"/>
                  </a:lnTo>
                  <a:lnTo>
                    <a:pt x="97" y="590"/>
                  </a:lnTo>
                  <a:lnTo>
                    <a:pt x="65" y="609"/>
                  </a:lnTo>
                  <a:lnTo>
                    <a:pt x="47" y="636"/>
                  </a:lnTo>
                  <a:lnTo>
                    <a:pt x="41" y="660"/>
                  </a:lnTo>
                  <a:lnTo>
                    <a:pt x="41" y="677"/>
                  </a:lnTo>
                  <a:lnTo>
                    <a:pt x="50" y="703"/>
                  </a:lnTo>
                  <a:lnTo>
                    <a:pt x="9" y="742"/>
                  </a:lnTo>
                  <a:lnTo>
                    <a:pt x="0" y="764"/>
                  </a:lnTo>
                  <a:lnTo>
                    <a:pt x="0" y="798"/>
                  </a:lnTo>
                  <a:lnTo>
                    <a:pt x="18" y="828"/>
                  </a:lnTo>
                  <a:lnTo>
                    <a:pt x="50" y="847"/>
                  </a:lnTo>
                  <a:lnTo>
                    <a:pt x="85" y="856"/>
                  </a:lnTo>
                  <a:lnTo>
                    <a:pt x="148" y="811"/>
                  </a:lnTo>
                  <a:lnTo>
                    <a:pt x="247" y="761"/>
                  </a:lnTo>
                  <a:lnTo>
                    <a:pt x="297" y="759"/>
                  </a:lnTo>
                  <a:lnTo>
                    <a:pt x="344" y="757"/>
                  </a:lnTo>
                  <a:lnTo>
                    <a:pt x="369" y="742"/>
                  </a:lnTo>
                  <a:lnTo>
                    <a:pt x="429" y="731"/>
                  </a:lnTo>
                  <a:lnTo>
                    <a:pt x="497" y="730"/>
                  </a:lnTo>
                  <a:lnTo>
                    <a:pt x="573" y="742"/>
                  </a:lnTo>
                  <a:lnTo>
                    <a:pt x="584" y="709"/>
                  </a:lnTo>
                  <a:lnTo>
                    <a:pt x="668" y="712"/>
                  </a:lnTo>
                  <a:lnTo>
                    <a:pt x="647" y="669"/>
                  </a:lnTo>
                  <a:lnTo>
                    <a:pt x="668" y="658"/>
                  </a:lnTo>
                  <a:lnTo>
                    <a:pt x="688" y="644"/>
                  </a:lnTo>
                  <a:lnTo>
                    <a:pt x="701" y="631"/>
                  </a:lnTo>
                  <a:lnTo>
                    <a:pt x="778" y="657"/>
                  </a:lnTo>
                  <a:lnTo>
                    <a:pt x="854" y="693"/>
                  </a:lnTo>
                  <a:lnTo>
                    <a:pt x="816" y="651"/>
                  </a:lnTo>
                  <a:lnTo>
                    <a:pt x="796" y="612"/>
                  </a:lnTo>
                  <a:lnTo>
                    <a:pt x="796" y="578"/>
                  </a:lnTo>
                  <a:lnTo>
                    <a:pt x="807" y="541"/>
                  </a:lnTo>
                  <a:lnTo>
                    <a:pt x="843" y="548"/>
                  </a:lnTo>
                  <a:lnTo>
                    <a:pt x="841" y="472"/>
                  </a:lnTo>
                  <a:lnTo>
                    <a:pt x="881" y="448"/>
                  </a:lnTo>
                  <a:lnTo>
                    <a:pt x="881" y="434"/>
                  </a:lnTo>
                  <a:lnTo>
                    <a:pt x="850" y="411"/>
                  </a:lnTo>
                  <a:lnTo>
                    <a:pt x="841" y="385"/>
                  </a:lnTo>
                  <a:lnTo>
                    <a:pt x="843" y="370"/>
                  </a:lnTo>
                  <a:lnTo>
                    <a:pt x="867" y="354"/>
                  </a:lnTo>
                  <a:lnTo>
                    <a:pt x="890" y="344"/>
                  </a:lnTo>
                  <a:lnTo>
                    <a:pt x="915" y="332"/>
                  </a:lnTo>
                  <a:lnTo>
                    <a:pt x="928" y="317"/>
                  </a:lnTo>
                  <a:lnTo>
                    <a:pt x="935" y="294"/>
                  </a:lnTo>
                  <a:lnTo>
                    <a:pt x="982" y="297"/>
                  </a:lnTo>
                  <a:lnTo>
                    <a:pt x="1009" y="292"/>
                  </a:lnTo>
                  <a:lnTo>
                    <a:pt x="1029" y="284"/>
                  </a:lnTo>
                  <a:lnTo>
                    <a:pt x="1054" y="263"/>
                  </a:lnTo>
                  <a:lnTo>
                    <a:pt x="1085" y="263"/>
                  </a:lnTo>
                  <a:lnTo>
                    <a:pt x="1113" y="263"/>
                  </a:lnTo>
                  <a:lnTo>
                    <a:pt x="1139" y="256"/>
                  </a:lnTo>
                  <a:lnTo>
                    <a:pt x="1139" y="25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7" name="Google Shape;957;p26"/>
            <p:cNvSpPr/>
            <p:nvPr/>
          </p:nvSpPr>
          <p:spPr>
            <a:xfrm>
              <a:off x="892" y="2677"/>
              <a:ext cx="45" cy="96"/>
            </a:xfrm>
            <a:custGeom>
              <a:rect b="b" l="l" r="r" t="t"/>
              <a:pathLst>
                <a:path extrusionOk="0" h="96" w="90">
                  <a:moveTo>
                    <a:pt x="77" y="0"/>
                  </a:moveTo>
                  <a:lnTo>
                    <a:pt x="25" y="45"/>
                  </a:lnTo>
                  <a:lnTo>
                    <a:pt x="0" y="45"/>
                  </a:lnTo>
                  <a:lnTo>
                    <a:pt x="63" y="94"/>
                  </a:lnTo>
                  <a:lnTo>
                    <a:pt x="85" y="96"/>
                  </a:lnTo>
                  <a:lnTo>
                    <a:pt x="90" y="83"/>
                  </a:lnTo>
                  <a:lnTo>
                    <a:pt x="59" y="42"/>
                  </a:lnTo>
                  <a:lnTo>
                    <a:pt x="77" y="0"/>
                  </a:lnTo>
                  <a:lnTo>
                    <a:pt x="7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8" name="Google Shape;958;p26"/>
            <p:cNvSpPr/>
            <p:nvPr/>
          </p:nvSpPr>
          <p:spPr>
            <a:xfrm>
              <a:off x="500" y="2713"/>
              <a:ext cx="670" cy="973"/>
            </a:xfrm>
            <a:custGeom>
              <a:rect b="b" l="l" r="r" t="t"/>
              <a:pathLst>
                <a:path extrusionOk="0" h="973" w="1370">
                  <a:moveTo>
                    <a:pt x="885" y="0"/>
                  </a:moveTo>
                  <a:lnTo>
                    <a:pt x="930" y="45"/>
                  </a:lnTo>
                  <a:lnTo>
                    <a:pt x="921" y="67"/>
                  </a:lnTo>
                  <a:lnTo>
                    <a:pt x="836" y="79"/>
                  </a:lnTo>
                  <a:lnTo>
                    <a:pt x="870" y="92"/>
                  </a:lnTo>
                  <a:lnTo>
                    <a:pt x="849" y="153"/>
                  </a:lnTo>
                  <a:lnTo>
                    <a:pt x="816" y="158"/>
                  </a:lnTo>
                  <a:lnTo>
                    <a:pt x="782" y="143"/>
                  </a:lnTo>
                  <a:lnTo>
                    <a:pt x="728" y="121"/>
                  </a:lnTo>
                  <a:lnTo>
                    <a:pt x="629" y="45"/>
                  </a:lnTo>
                  <a:lnTo>
                    <a:pt x="723" y="133"/>
                  </a:lnTo>
                  <a:lnTo>
                    <a:pt x="804" y="259"/>
                  </a:lnTo>
                  <a:lnTo>
                    <a:pt x="885" y="386"/>
                  </a:lnTo>
                  <a:lnTo>
                    <a:pt x="942" y="521"/>
                  </a:lnTo>
                  <a:lnTo>
                    <a:pt x="961" y="612"/>
                  </a:lnTo>
                  <a:lnTo>
                    <a:pt x="852" y="720"/>
                  </a:lnTo>
                  <a:lnTo>
                    <a:pt x="643" y="713"/>
                  </a:lnTo>
                  <a:lnTo>
                    <a:pt x="481" y="677"/>
                  </a:lnTo>
                  <a:lnTo>
                    <a:pt x="481" y="534"/>
                  </a:lnTo>
                  <a:lnTo>
                    <a:pt x="494" y="346"/>
                  </a:lnTo>
                  <a:lnTo>
                    <a:pt x="431" y="249"/>
                  </a:lnTo>
                  <a:lnTo>
                    <a:pt x="458" y="336"/>
                  </a:lnTo>
                  <a:lnTo>
                    <a:pt x="343" y="314"/>
                  </a:lnTo>
                  <a:lnTo>
                    <a:pt x="324" y="326"/>
                  </a:lnTo>
                  <a:lnTo>
                    <a:pt x="427" y="437"/>
                  </a:lnTo>
                  <a:lnTo>
                    <a:pt x="370" y="419"/>
                  </a:lnTo>
                  <a:lnTo>
                    <a:pt x="238" y="336"/>
                  </a:lnTo>
                  <a:lnTo>
                    <a:pt x="81" y="256"/>
                  </a:lnTo>
                  <a:lnTo>
                    <a:pt x="6" y="249"/>
                  </a:lnTo>
                  <a:lnTo>
                    <a:pt x="0" y="266"/>
                  </a:lnTo>
                  <a:lnTo>
                    <a:pt x="87" y="279"/>
                  </a:lnTo>
                  <a:lnTo>
                    <a:pt x="157" y="306"/>
                  </a:lnTo>
                  <a:lnTo>
                    <a:pt x="279" y="399"/>
                  </a:lnTo>
                  <a:lnTo>
                    <a:pt x="315" y="434"/>
                  </a:lnTo>
                  <a:lnTo>
                    <a:pt x="400" y="467"/>
                  </a:lnTo>
                  <a:lnTo>
                    <a:pt x="413" y="492"/>
                  </a:lnTo>
                  <a:lnTo>
                    <a:pt x="301" y="557"/>
                  </a:lnTo>
                  <a:lnTo>
                    <a:pt x="234" y="557"/>
                  </a:lnTo>
                  <a:lnTo>
                    <a:pt x="319" y="592"/>
                  </a:lnTo>
                  <a:lnTo>
                    <a:pt x="346" y="587"/>
                  </a:lnTo>
                  <a:lnTo>
                    <a:pt x="361" y="567"/>
                  </a:lnTo>
                  <a:lnTo>
                    <a:pt x="388" y="547"/>
                  </a:lnTo>
                  <a:lnTo>
                    <a:pt x="388" y="607"/>
                  </a:lnTo>
                  <a:lnTo>
                    <a:pt x="370" y="650"/>
                  </a:lnTo>
                  <a:lnTo>
                    <a:pt x="333" y="667"/>
                  </a:lnTo>
                  <a:lnTo>
                    <a:pt x="333" y="753"/>
                  </a:lnTo>
                  <a:lnTo>
                    <a:pt x="288" y="785"/>
                  </a:lnTo>
                  <a:lnTo>
                    <a:pt x="184" y="778"/>
                  </a:lnTo>
                  <a:lnTo>
                    <a:pt x="114" y="780"/>
                  </a:lnTo>
                  <a:lnTo>
                    <a:pt x="238" y="793"/>
                  </a:lnTo>
                  <a:lnTo>
                    <a:pt x="297" y="808"/>
                  </a:lnTo>
                  <a:lnTo>
                    <a:pt x="413" y="866"/>
                  </a:lnTo>
                  <a:lnTo>
                    <a:pt x="499" y="911"/>
                  </a:lnTo>
                  <a:lnTo>
                    <a:pt x="669" y="953"/>
                  </a:lnTo>
                  <a:lnTo>
                    <a:pt x="791" y="973"/>
                  </a:lnTo>
                  <a:lnTo>
                    <a:pt x="656" y="941"/>
                  </a:lnTo>
                  <a:lnTo>
                    <a:pt x="521" y="906"/>
                  </a:lnTo>
                  <a:lnTo>
                    <a:pt x="602" y="861"/>
                  </a:lnTo>
                  <a:lnTo>
                    <a:pt x="809" y="871"/>
                  </a:lnTo>
                  <a:lnTo>
                    <a:pt x="1051" y="881"/>
                  </a:lnTo>
                  <a:lnTo>
                    <a:pt x="1186" y="886"/>
                  </a:lnTo>
                  <a:lnTo>
                    <a:pt x="1290" y="886"/>
                  </a:lnTo>
                  <a:lnTo>
                    <a:pt x="1305" y="874"/>
                  </a:lnTo>
                  <a:lnTo>
                    <a:pt x="1123" y="871"/>
                  </a:lnTo>
                  <a:lnTo>
                    <a:pt x="879" y="861"/>
                  </a:lnTo>
                  <a:lnTo>
                    <a:pt x="1011" y="834"/>
                  </a:lnTo>
                  <a:lnTo>
                    <a:pt x="1072" y="753"/>
                  </a:lnTo>
                  <a:lnTo>
                    <a:pt x="1132" y="680"/>
                  </a:lnTo>
                  <a:lnTo>
                    <a:pt x="1222" y="736"/>
                  </a:lnTo>
                  <a:lnTo>
                    <a:pt x="1249" y="795"/>
                  </a:lnTo>
                  <a:lnTo>
                    <a:pt x="1252" y="715"/>
                  </a:lnTo>
                  <a:lnTo>
                    <a:pt x="1267" y="680"/>
                  </a:lnTo>
                  <a:lnTo>
                    <a:pt x="1355" y="640"/>
                  </a:lnTo>
                  <a:lnTo>
                    <a:pt x="1258" y="662"/>
                  </a:lnTo>
                  <a:lnTo>
                    <a:pt x="1204" y="635"/>
                  </a:lnTo>
                  <a:lnTo>
                    <a:pt x="1252" y="592"/>
                  </a:lnTo>
                  <a:lnTo>
                    <a:pt x="1189" y="590"/>
                  </a:lnTo>
                  <a:lnTo>
                    <a:pt x="1279" y="540"/>
                  </a:lnTo>
                  <a:lnTo>
                    <a:pt x="1370" y="502"/>
                  </a:lnTo>
                  <a:lnTo>
                    <a:pt x="1267" y="526"/>
                  </a:lnTo>
                  <a:lnTo>
                    <a:pt x="1144" y="572"/>
                  </a:lnTo>
                  <a:lnTo>
                    <a:pt x="1153" y="534"/>
                  </a:lnTo>
                  <a:lnTo>
                    <a:pt x="1096" y="531"/>
                  </a:lnTo>
                  <a:lnTo>
                    <a:pt x="1177" y="489"/>
                  </a:lnTo>
                  <a:lnTo>
                    <a:pt x="1267" y="457"/>
                  </a:lnTo>
                  <a:lnTo>
                    <a:pt x="1114" y="489"/>
                  </a:lnTo>
                  <a:lnTo>
                    <a:pt x="1144" y="383"/>
                  </a:lnTo>
                  <a:lnTo>
                    <a:pt x="1162" y="314"/>
                  </a:lnTo>
                  <a:lnTo>
                    <a:pt x="1108" y="422"/>
                  </a:lnTo>
                  <a:lnTo>
                    <a:pt x="1038" y="509"/>
                  </a:lnTo>
                  <a:lnTo>
                    <a:pt x="1002" y="509"/>
                  </a:lnTo>
                  <a:lnTo>
                    <a:pt x="952" y="479"/>
                  </a:lnTo>
                  <a:lnTo>
                    <a:pt x="897" y="368"/>
                  </a:lnTo>
                  <a:lnTo>
                    <a:pt x="795" y="198"/>
                  </a:lnTo>
                  <a:lnTo>
                    <a:pt x="840" y="205"/>
                  </a:lnTo>
                  <a:lnTo>
                    <a:pt x="870" y="190"/>
                  </a:lnTo>
                  <a:lnTo>
                    <a:pt x="939" y="116"/>
                  </a:lnTo>
                  <a:lnTo>
                    <a:pt x="988" y="79"/>
                  </a:lnTo>
                  <a:lnTo>
                    <a:pt x="970" y="45"/>
                  </a:lnTo>
                  <a:lnTo>
                    <a:pt x="924" y="17"/>
                  </a:lnTo>
                  <a:lnTo>
                    <a:pt x="885" y="0"/>
                  </a:lnTo>
                  <a:lnTo>
                    <a:pt x="88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59" name="Google Shape;959;p26"/>
            <p:cNvSpPr/>
            <p:nvPr/>
          </p:nvSpPr>
          <p:spPr>
            <a:xfrm>
              <a:off x="944" y="2708"/>
              <a:ext cx="624" cy="1004"/>
            </a:xfrm>
            <a:custGeom>
              <a:rect b="b" l="l" r="r" t="t"/>
              <a:pathLst>
                <a:path extrusionOk="0" h="1004" w="1276">
                  <a:moveTo>
                    <a:pt x="0" y="0"/>
                  </a:moveTo>
                  <a:lnTo>
                    <a:pt x="184" y="22"/>
                  </a:lnTo>
                  <a:lnTo>
                    <a:pt x="256" y="60"/>
                  </a:lnTo>
                  <a:lnTo>
                    <a:pt x="280" y="198"/>
                  </a:lnTo>
                  <a:lnTo>
                    <a:pt x="289" y="261"/>
                  </a:lnTo>
                  <a:lnTo>
                    <a:pt x="346" y="294"/>
                  </a:lnTo>
                  <a:lnTo>
                    <a:pt x="361" y="339"/>
                  </a:lnTo>
                  <a:lnTo>
                    <a:pt x="467" y="414"/>
                  </a:lnTo>
                  <a:lnTo>
                    <a:pt x="563" y="489"/>
                  </a:lnTo>
                  <a:lnTo>
                    <a:pt x="660" y="587"/>
                  </a:lnTo>
                  <a:lnTo>
                    <a:pt x="701" y="625"/>
                  </a:lnTo>
                  <a:lnTo>
                    <a:pt x="786" y="750"/>
                  </a:lnTo>
                  <a:lnTo>
                    <a:pt x="1006" y="788"/>
                  </a:lnTo>
                  <a:lnTo>
                    <a:pt x="1276" y="810"/>
                  </a:lnTo>
                  <a:lnTo>
                    <a:pt x="1150" y="813"/>
                  </a:lnTo>
                  <a:lnTo>
                    <a:pt x="934" y="790"/>
                  </a:lnTo>
                  <a:lnTo>
                    <a:pt x="608" y="738"/>
                  </a:lnTo>
                  <a:lnTo>
                    <a:pt x="310" y="956"/>
                  </a:lnTo>
                  <a:lnTo>
                    <a:pt x="211" y="1004"/>
                  </a:lnTo>
                  <a:lnTo>
                    <a:pt x="184" y="1002"/>
                  </a:lnTo>
                  <a:lnTo>
                    <a:pt x="337" y="916"/>
                  </a:lnTo>
                  <a:lnTo>
                    <a:pt x="581" y="720"/>
                  </a:lnTo>
                  <a:lnTo>
                    <a:pt x="755" y="741"/>
                  </a:lnTo>
                  <a:lnTo>
                    <a:pt x="656" y="612"/>
                  </a:lnTo>
                  <a:lnTo>
                    <a:pt x="593" y="610"/>
                  </a:lnTo>
                  <a:lnTo>
                    <a:pt x="620" y="592"/>
                  </a:lnTo>
                  <a:lnTo>
                    <a:pt x="491" y="462"/>
                  </a:lnTo>
                  <a:lnTo>
                    <a:pt x="422" y="447"/>
                  </a:lnTo>
                  <a:lnTo>
                    <a:pt x="436" y="424"/>
                  </a:lnTo>
                  <a:lnTo>
                    <a:pt x="325" y="361"/>
                  </a:lnTo>
                  <a:lnTo>
                    <a:pt x="307" y="314"/>
                  </a:lnTo>
                  <a:lnTo>
                    <a:pt x="265" y="306"/>
                  </a:lnTo>
                  <a:lnTo>
                    <a:pt x="247" y="163"/>
                  </a:lnTo>
                  <a:lnTo>
                    <a:pt x="220" y="72"/>
                  </a:lnTo>
                  <a:lnTo>
                    <a:pt x="141" y="37"/>
                  </a:lnTo>
                  <a:lnTo>
                    <a:pt x="15" y="17"/>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0" name="Google Shape;960;p26"/>
            <p:cNvSpPr/>
            <p:nvPr/>
          </p:nvSpPr>
          <p:spPr>
            <a:xfrm>
              <a:off x="939" y="2819"/>
              <a:ext cx="35" cy="321"/>
            </a:xfrm>
            <a:custGeom>
              <a:rect b="b" l="l" r="r" t="t"/>
              <a:pathLst>
                <a:path extrusionOk="0" h="321" w="73">
                  <a:moveTo>
                    <a:pt x="15" y="35"/>
                  </a:moveTo>
                  <a:lnTo>
                    <a:pt x="33" y="134"/>
                  </a:lnTo>
                  <a:lnTo>
                    <a:pt x="15" y="228"/>
                  </a:lnTo>
                  <a:lnTo>
                    <a:pt x="0" y="286"/>
                  </a:lnTo>
                  <a:lnTo>
                    <a:pt x="9" y="321"/>
                  </a:lnTo>
                  <a:lnTo>
                    <a:pt x="51" y="233"/>
                  </a:lnTo>
                  <a:lnTo>
                    <a:pt x="73" y="129"/>
                  </a:lnTo>
                  <a:lnTo>
                    <a:pt x="33" y="0"/>
                  </a:lnTo>
                  <a:lnTo>
                    <a:pt x="15" y="35"/>
                  </a:lnTo>
                  <a:lnTo>
                    <a:pt x="15"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1" name="Google Shape;961;p26"/>
            <p:cNvSpPr/>
            <p:nvPr/>
          </p:nvSpPr>
          <p:spPr>
            <a:xfrm>
              <a:off x="336" y="2829"/>
              <a:ext cx="706" cy="1059"/>
            </a:xfrm>
            <a:custGeom>
              <a:rect b="b" l="l" r="r" t="t"/>
              <a:pathLst>
                <a:path extrusionOk="0" h="1059" w="1443">
                  <a:moveTo>
                    <a:pt x="353" y="32"/>
                  </a:moveTo>
                  <a:lnTo>
                    <a:pt x="290" y="135"/>
                  </a:lnTo>
                  <a:lnTo>
                    <a:pt x="290" y="173"/>
                  </a:lnTo>
                  <a:lnTo>
                    <a:pt x="241" y="252"/>
                  </a:lnTo>
                  <a:lnTo>
                    <a:pt x="227" y="351"/>
                  </a:lnTo>
                  <a:lnTo>
                    <a:pt x="202" y="514"/>
                  </a:lnTo>
                  <a:lnTo>
                    <a:pt x="211" y="617"/>
                  </a:lnTo>
                  <a:lnTo>
                    <a:pt x="268" y="654"/>
                  </a:lnTo>
                  <a:lnTo>
                    <a:pt x="202" y="718"/>
                  </a:lnTo>
                  <a:lnTo>
                    <a:pt x="202" y="750"/>
                  </a:lnTo>
                  <a:lnTo>
                    <a:pt x="287" y="684"/>
                  </a:lnTo>
                  <a:lnTo>
                    <a:pt x="371" y="672"/>
                  </a:lnTo>
                  <a:lnTo>
                    <a:pt x="290" y="707"/>
                  </a:lnTo>
                  <a:lnTo>
                    <a:pt x="245" y="758"/>
                  </a:lnTo>
                  <a:lnTo>
                    <a:pt x="299" y="765"/>
                  </a:lnTo>
                  <a:lnTo>
                    <a:pt x="299" y="817"/>
                  </a:lnTo>
                  <a:lnTo>
                    <a:pt x="398" y="876"/>
                  </a:lnTo>
                  <a:lnTo>
                    <a:pt x="645" y="955"/>
                  </a:lnTo>
                  <a:lnTo>
                    <a:pt x="762" y="990"/>
                  </a:lnTo>
                  <a:lnTo>
                    <a:pt x="816" y="898"/>
                  </a:lnTo>
                  <a:lnTo>
                    <a:pt x="915" y="852"/>
                  </a:lnTo>
                  <a:lnTo>
                    <a:pt x="843" y="913"/>
                  </a:lnTo>
                  <a:lnTo>
                    <a:pt x="816" y="983"/>
                  </a:lnTo>
                  <a:lnTo>
                    <a:pt x="879" y="981"/>
                  </a:lnTo>
                  <a:lnTo>
                    <a:pt x="946" y="1008"/>
                  </a:lnTo>
                  <a:lnTo>
                    <a:pt x="969" y="1008"/>
                  </a:lnTo>
                  <a:lnTo>
                    <a:pt x="964" y="955"/>
                  </a:lnTo>
                  <a:lnTo>
                    <a:pt x="1013" y="906"/>
                  </a:lnTo>
                  <a:lnTo>
                    <a:pt x="1085" y="876"/>
                  </a:lnTo>
                  <a:lnTo>
                    <a:pt x="1018" y="918"/>
                  </a:lnTo>
                  <a:lnTo>
                    <a:pt x="995" y="958"/>
                  </a:lnTo>
                  <a:lnTo>
                    <a:pt x="1000" y="1003"/>
                  </a:lnTo>
                  <a:lnTo>
                    <a:pt x="1027" y="1021"/>
                  </a:lnTo>
                  <a:lnTo>
                    <a:pt x="1162" y="1046"/>
                  </a:lnTo>
                  <a:lnTo>
                    <a:pt x="1332" y="1044"/>
                  </a:lnTo>
                  <a:lnTo>
                    <a:pt x="1353" y="1024"/>
                  </a:lnTo>
                  <a:lnTo>
                    <a:pt x="1229" y="1024"/>
                  </a:lnTo>
                  <a:lnTo>
                    <a:pt x="1353" y="1016"/>
                  </a:lnTo>
                  <a:lnTo>
                    <a:pt x="1362" y="998"/>
                  </a:lnTo>
                  <a:lnTo>
                    <a:pt x="1277" y="981"/>
                  </a:lnTo>
                  <a:lnTo>
                    <a:pt x="1227" y="978"/>
                  </a:lnTo>
                  <a:lnTo>
                    <a:pt x="1191" y="956"/>
                  </a:lnTo>
                  <a:lnTo>
                    <a:pt x="1241" y="961"/>
                  </a:lnTo>
                  <a:lnTo>
                    <a:pt x="1296" y="971"/>
                  </a:lnTo>
                  <a:lnTo>
                    <a:pt x="1350" y="978"/>
                  </a:lnTo>
                  <a:lnTo>
                    <a:pt x="1422" y="985"/>
                  </a:lnTo>
                  <a:lnTo>
                    <a:pt x="1443" y="1008"/>
                  </a:lnTo>
                  <a:lnTo>
                    <a:pt x="1407" y="1024"/>
                  </a:lnTo>
                  <a:lnTo>
                    <a:pt x="1386" y="1026"/>
                  </a:lnTo>
                  <a:lnTo>
                    <a:pt x="1341" y="1049"/>
                  </a:lnTo>
                  <a:lnTo>
                    <a:pt x="1268" y="1056"/>
                  </a:lnTo>
                  <a:lnTo>
                    <a:pt x="1184" y="1059"/>
                  </a:lnTo>
                  <a:lnTo>
                    <a:pt x="982" y="1031"/>
                  </a:lnTo>
                  <a:lnTo>
                    <a:pt x="888" y="1010"/>
                  </a:lnTo>
                  <a:lnTo>
                    <a:pt x="811" y="1005"/>
                  </a:lnTo>
                  <a:lnTo>
                    <a:pt x="757" y="1010"/>
                  </a:lnTo>
                  <a:lnTo>
                    <a:pt x="371" y="891"/>
                  </a:lnTo>
                  <a:lnTo>
                    <a:pt x="223" y="827"/>
                  </a:lnTo>
                  <a:lnTo>
                    <a:pt x="169" y="733"/>
                  </a:lnTo>
                  <a:lnTo>
                    <a:pt x="160" y="694"/>
                  </a:lnTo>
                  <a:lnTo>
                    <a:pt x="88" y="862"/>
                  </a:lnTo>
                  <a:lnTo>
                    <a:pt x="61" y="961"/>
                  </a:lnTo>
                  <a:lnTo>
                    <a:pt x="0" y="973"/>
                  </a:lnTo>
                  <a:lnTo>
                    <a:pt x="34" y="847"/>
                  </a:lnTo>
                  <a:lnTo>
                    <a:pt x="148" y="629"/>
                  </a:lnTo>
                  <a:lnTo>
                    <a:pt x="169" y="420"/>
                  </a:lnTo>
                  <a:lnTo>
                    <a:pt x="202" y="228"/>
                  </a:lnTo>
                  <a:lnTo>
                    <a:pt x="278" y="84"/>
                  </a:lnTo>
                  <a:lnTo>
                    <a:pt x="368" y="0"/>
                  </a:lnTo>
                  <a:lnTo>
                    <a:pt x="353" y="32"/>
                  </a:lnTo>
                  <a:lnTo>
                    <a:pt x="353" y="3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2" name="Google Shape;962;p26"/>
            <p:cNvSpPr/>
            <p:nvPr/>
          </p:nvSpPr>
          <p:spPr>
            <a:xfrm>
              <a:off x="458" y="3155"/>
              <a:ext cx="158" cy="158"/>
            </a:xfrm>
            <a:custGeom>
              <a:rect b="b" l="l" r="r" t="t"/>
              <a:pathLst>
                <a:path extrusionOk="0" h="158" w="323">
                  <a:moveTo>
                    <a:pt x="0" y="0"/>
                  </a:moveTo>
                  <a:lnTo>
                    <a:pt x="73" y="60"/>
                  </a:lnTo>
                  <a:lnTo>
                    <a:pt x="269" y="121"/>
                  </a:lnTo>
                  <a:lnTo>
                    <a:pt x="323" y="158"/>
                  </a:lnTo>
                  <a:lnTo>
                    <a:pt x="238" y="148"/>
                  </a:lnTo>
                  <a:lnTo>
                    <a:pt x="175" y="105"/>
                  </a:lnTo>
                  <a:lnTo>
                    <a:pt x="28" y="72"/>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3" name="Google Shape;963;p26"/>
            <p:cNvSpPr/>
            <p:nvPr/>
          </p:nvSpPr>
          <p:spPr>
            <a:xfrm>
              <a:off x="494" y="3315"/>
              <a:ext cx="142" cy="136"/>
            </a:xfrm>
            <a:custGeom>
              <a:rect b="b" l="l" r="r" t="t"/>
              <a:pathLst>
                <a:path extrusionOk="0" h="136" w="291">
                  <a:moveTo>
                    <a:pt x="0" y="0"/>
                  </a:moveTo>
                  <a:lnTo>
                    <a:pt x="84" y="38"/>
                  </a:lnTo>
                  <a:lnTo>
                    <a:pt x="205" y="70"/>
                  </a:lnTo>
                  <a:lnTo>
                    <a:pt x="291" y="136"/>
                  </a:lnTo>
                  <a:lnTo>
                    <a:pt x="174" y="84"/>
                  </a:lnTo>
                  <a:lnTo>
                    <a:pt x="39" y="78"/>
                  </a:lnTo>
                  <a:lnTo>
                    <a:pt x="54" y="55"/>
                  </a:lnTo>
                  <a:lnTo>
                    <a:pt x="18" y="25"/>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4" name="Google Shape;964;p26"/>
            <p:cNvSpPr/>
            <p:nvPr/>
          </p:nvSpPr>
          <p:spPr>
            <a:xfrm>
              <a:off x="900" y="3696"/>
              <a:ext cx="185" cy="179"/>
            </a:xfrm>
            <a:custGeom>
              <a:rect b="b" l="l" r="r" t="t"/>
              <a:pathLst>
                <a:path extrusionOk="0" h="179" w="379">
                  <a:moveTo>
                    <a:pt x="0" y="0"/>
                  </a:moveTo>
                  <a:lnTo>
                    <a:pt x="150" y="4"/>
                  </a:lnTo>
                  <a:lnTo>
                    <a:pt x="303" y="10"/>
                  </a:lnTo>
                  <a:lnTo>
                    <a:pt x="372" y="46"/>
                  </a:lnTo>
                  <a:lnTo>
                    <a:pt x="373" y="100"/>
                  </a:lnTo>
                  <a:lnTo>
                    <a:pt x="348" y="106"/>
                  </a:lnTo>
                  <a:lnTo>
                    <a:pt x="325" y="101"/>
                  </a:lnTo>
                  <a:lnTo>
                    <a:pt x="364" y="138"/>
                  </a:lnTo>
                  <a:lnTo>
                    <a:pt x="379" y="179"/>
                  </a:lnTo>
                  <a:lnTo>
                    <a:pt x="352" y="137"/>
                  </a:lnTo>
                  <a:lnTo>
                    <a:pt x="267" y="60"/>
                  </a:lnTo>
                  <a:lnTo>
                    <a:pt x="218" y="63"/>
                  </a:lnTo>
                  <a:lnTo>
                    <a:pt x="236" y="79"/>
                  </a:lnTo>
                  <a:lnTo>
                    <a:pt x="301" y="136"/>
                  </a:lnTo>
                  <a:lnTo>
                    <a:pt x="359" y="171"/>
                  </a:lnTo>
                  <a:lnTo>
                    <a:pt x="287" y="136"/>
                  </a:lnTo>
                  <a:lnTo>
                    <a:pt x="206" y="71"/>
                  </a:lnTo>
                  <a:lnTo>
                    <a:pt x="81" y="49"/>
                  </a:lnTo>
                  <a:lnTo>
                    <a:pt x="267" y="48"/>
                  </a:lnTo>
                  <a:lnTo>
                    <a:pt x="285" y="41"/>
                  </a:lnTo>
                  <a:lnTo>
                    <a:pt x="285" y="22"/>
                  </a:lnTo>
                  <a:lnTo>
                    <a:pt x="262" y="14"/>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5" name="Google Shape;965;p26"/>
            <p:cNvSpPr/>
            <p:nvPr/>
          </p:nvSpPr>
          <p:spPr>
            <a:xfrm>
              <a:off x="923" y="3598"/>
              <a:ext cx="86" cy="108"/>
            </a:xfrm>
            <a:custGeom>
              <a:rect b="b" l="l" r="r" t="t"/>
              <a:pathLst>
                <a:path extrusionOk="0" h="108" w="177">
                  <a:moveTo>
                    <a:pt x="177" y="108"/>
                  </a:moveTo>
                  <a:lnTo>
                    <a:pt x="31" y="0"/>
                  </a:lnTo>
                  <a:lnTo>
                    <a:pt x="9" y="1"/>
                  </a:lnTo>
                  <a:lnTo>
                    <a:pt x="0" y="10"/>
                  </a:lnTo>
                  <a:lnTo>
                    <a:pt x="0" y="17"/>
                  </a:lnTo>
                  <a:lnTo>
                    <a:pt x="94" y="104"/>
                  </a:lnTo>
                  <a:lnTo>
                    <a:pt x="114" y="104"/>
                  </a:lnTo>
                  <a:lnTo>
                    <a:pt x="13" y="20"/>
                  </a:lnTo>
                  <a:lnTo>
                    <a:pt x="13" y="10"/>
                  </a:lnTo>
                  <a:lnTo>
                    <a:pt x="29" y="5"/>
                  </a:lnTo>
                  <a:lnTo>
                    <a:pt x="159" y="106"/>
                  </a:lnTo>
                  <a:lnTo>
                    <a:pt x="177" y="108"/>
                  </a:lnTo>
                  <a:lnTo>
                    <a:pt x="177" y="10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6" name="Google Shape;966;p26"/>
            <p:cNvSpPr/>
            <p:nvPr/>
          </p:nvSpPr>
          <p:spPr>
            <a:xfrm>
              <a:off x="1067" y="3523"/>
              <a:ext cx="501" cy="335"/>
            </a:xfrm>
            <a:custGeom>
              <a:rect b="b" l="l" r="r" t="t"/>
              <a:pathLst>
                <a:path extrusionOk="0" h="335" w="1025">
                  <a:moveTo>
                    <a:pt x="1025" y="0"/>
                  </a:moveTo>
                  <a:lnTo>
                    <a:pt x="886" y="54"/>
                  </a:lnTo>
                  <a:lnTo>
                    <a:pt x="753" y="94"/>
                  </a:lnTo>
                  <a:lnTo>
                    <a:pt x="504" y="148"/>
                  </a:lnTo>
                  <a:lnTo>
                    <a:pt x="135" y="222"/>
                  </a:lnTo>
                  <a:lnTo>
                    <a:pt x="3" y="242"/>
                  </a:lnTo>
                  <a:lnTo>
                    <a:pt x="0" y="259"/>
                  </a:lnTo>
                  <a:lnTo>
                    <a:pt x="167" y="251"/>
                  </a:lnTo>
                  <a:lnTo>
                    <a:pt x="311" y="239"/>
                  </a:lnTo>
                  <a:lnTo>
                    <a:pt x="429" y="230"/>
                  </a:lnTo>
                  <a:lnTo>
                    <a:pt x="373" y="278"/>
                  </a:lnTo>
                  <a:lnTo>
                    <a:pt x="311" y="327"/>
                  </a:lnTo>
                  <a:lnTo>
                    <a:pt x="23" y="324"/>
                  </a:lnTo>
                  <a:lnTo>
                    <a:pt x="29" y="331"/>
                  </a:lnTo>
                  <a:lnTo>
                    <a:pt x="319" y="335"/>
                  </a:lnTo>
                  <a:lnTo>
                    <a:pt x="412" y="263"/>
                  </a:lnTo>
                  <a:lnTo>
                    <a:pt x="510" y="183"/>
                  </a:lnTo>
                  <a:lnTo>
                    <a:pt x="537" y="153"/>
                  </a:lnTo>
                  <a:lnTo>
                    <a:pt x="753" y="102"/>
                  </a:lnTo>
                  <a:lnTo>
                    <a:pt x="911" y="53"/>
                  </a:lnTo>
                  <a:lnTo>
                    <a:pt x="1025" y="0"/>
                  </a:lnTo>
                  <a:lnTo>
                    <a:pt x="10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7" name="Google Shape;967;p26"/>
            <p:cNvSpPr/>
            <p:nvPr/>
          </p:nvSpPr>
          <p:spPr>
            <a:xfrm>
              <a:off x="1025" y="3841"/>
              <a:ext cx="29" cy="12"/>
            </a:xfrm>
            <a:custGeom>
              <a:rect b="b" l="l" r="r" t="t"/>
              <a:pathLst>
                <a:path extrusionOk="0" h="12" w="61">
                  <a:moveTo>
                    <a:pt x="61" y="12"/>
                  </a:moveTo>
                  <a:lnTo>
                    <a:pt x="0" y="8"/>
                  </a:lnTo>
                  <a:lnTo>
                    <a:pt x="9" y="0"/>
                  </a:lnTo>
                  <a:lnTo>
                    <a:pt x="61" y="5"/>
                  </a:lnTo>
                  <a:lnTo>
                    <a:pt x="61" y="12"/>
                  </a:lnTo>
                  <a:lnTo>
                    <a:pt x="61" y="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8" name="Google Shape;968;p26"/>
            <p:cNvSpPr/>
            <p:nvPr/>
          </p:nvSpPr>
          <p:spPr>
            <a:xfrm>
              <a:off x="1122" y="3413"/>
              <a:ext cx="145" cy="121"/>
            </a:xfrm>
            <a:custGeom>
              <a:rect b="b" l="l" r="r" t="t"/>
              <a:pathLst>
                <a:path extrusionOk="0" h="121" w="300">
                  <a:moveTo>
                    <a:pt x="300" y="22"/>
                  </a:moveTo>
                  <a:lnTo>
                    <a:pt x="235" y="5"/>
                  </a:lnTo>
                  <a:lnTo>
                    <a:pt x="184" y="0"/>
                  </a:lnTo>
                  <a:lnTo>
                    <a:pt x="136" y="0"/>
                  </a:lnTo>
                  <a:lnTo>
                    <a:pt x="89" y="15"/>
                  </a:lnTo>
                  <a:lnTo>
                    <a:pt x="4" y="58"/>
                  </a:lnTo>
                  <a:lnTo>
                    <a:pt x="0" y="93"/>
                  </a:lnTo>
                  <a:lnTo>
                    <a:pt x="72" y="101"/>
                  </a:lnTo>
                  <a:lnTo>
                    <a:pt x="103" y="121"/>
                  </a:lnTo>
                  <a:lnTo>
                    <a:pt x="112" y="110"/>
                  </a:lnTo>
                  <a:lnTo>
                    <a:pt x="62" y="73"/>
                  </a:lnTo>
                  <a:lnTo>
                    <a:pt x="78" y="47"/>
                  </a:lnTo>
                  <a:lnTo>
                    <a:pt x="110" y="30"/>
                  </a:lnTo>
                  <a:lnTo>
                    <a:pt x="152" y="24"/>
                  </a:lnTo>
                  <a:lnTo>
                    <a:pt x="195" y="25"/>
                  </a:lnTo>
                  <a:lnTo>
                    <a:pt x="220" y="32"/>
                  </a:lnTo>
                  <a:lnTo>
                    <a:pt x="242" y="27"/>
                  </a:lnTo>
                  <a:lnTo>
                    <a:pt x="300" y="22"/>
                  </a:lnTo>
                  <a:lnTo>
                    <a:pt x="300" y="2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69" name="Google Shape;969;p26"/>
            <p:cNvSpPr/>
            <p:nvPr/>
          </p:nvSpPr>
          <p:spPr>
            <a:xfrm>
              <a:off x="1126" y="3522"/>
              <a:ext cx="39" cy="34"/>
            </a:xfrm>
            <a:custGeom>
              <a:rect b="b" l="l" r="r" t="t"/>
              <a:pathLst>
                <a:path extrusionOk="0" h="34" w="80">
                  <a:moveTo>
                    <a:pt x="0" y="0"/>
                  </a:moveTo>
                  <a:lnTo>
                    <a:pt x="80" y="17"/>
                  </a:lnTo>
                  <a:lnTo>
                    <a:pt x="65" y="34"/>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0" name="Google Shape;970;p26"/>
            <p:cNvSpPr/>
            <p:nvPr/>
          </p:nvSpPr>
          <p:spPr>
            <a:xfrm>
              <a:off x="1326" y="3022"/>
              <a:ext cx="495" cy="631"/>
            </a:xfrm>
            <a:custGeom>
              <a:rect b="b" l="l" r="r" t="t"/>
              <a:pathLst>
                <a:path extrusionOk="0" h="631" w="1013">
                  <a:moveTo>
                    <a:pt x="13" y="442"/>
                  </a:moveTo>
                  <a:lnTo>
                    <a:pt x="0" y="124"/>
                  </a:lnTo>
                  <a:lnTo>
                    <a:pt x="27" y="113"/>
                  </a:lnTo>
                  <a:lnTo>
                    <a:pt x="766" y="0"/>
                  </a:lnTo>
                  <a:lnTo>
                    <a:pt x="818" y="3"/>
                  </a:lnTo>
                  <a:lnTo>
                    <a:pt x="849" y="13"/>
                  </a:lnTo>
                  <a:lnTo>
                    <a:pt x="869" y="27"/>
                  </a:lnTo>
                  <a:lnTo>
                    <a:pt x="881" y="41"/>
                  </a:lnTo>
                  <a:lnTo>
                    <a:pt x="1013" y="475"/>
                  </a:lnTo>
                  <a:lnTo>
                    <a:pt x="1004" y="495"/>
                  </a:lnTo>
                  <a:lnTo>
                    <a:pt x="968" y="514"/>
                  </a:lnTo>
                  <a:lnTo>
                    <a:pt x="912" y="530"/>
                  </a:lnTo>
                  <a:lnTo>
                    <a:pt x="912" y="581"/>
                  </a:lnTo>
                  <a:lnTo>
                    <a:pt x="92" y="631"/>
                  </a:lnTo>
                  <a:lnTo>
                    <a:pt x="148" y="620"/>
                  </a:lnTo>
                  <a:lnTo>
                    <a:pt x="876" y="522"/>
                  </a:lnTo>
                  <a:lnTo>
                    <a:pt x="955" y="507"/>
                  </a:lnTo>
                  <a:lnTo>
                    <a:pt x="990" y="491"/>
                  </a:lnTo>
                  <a:lnTo>
                    <a:pt x="993" y="478"/>
                  </a:lnTo>
                  <a:lnTo>
                    <a:pt x="981" y="463"/>
                  </a:lnTo>
                  <a:lnTo>
                    <a:pt x="946" y="460"/>
                  </a:lnTo>
                  <a:lnTo>
                    <a:pt x="914" y="465"/>
                  </a:lnTo>
                  <a:lnTo>
                    <a:pt x="881" y="469"/>
                  </a:lnTo>
                  <a:lnTo>
                    <a:pt x="472" y="537"/>
                  </a:lnTo>
                  <a:lnTo>
                    <a:pt x="907" y="453"/>
                  </a:lnTo>
                  <a:lnTo>
                    <a:pt x="945" y="449"/>
                  </a:lnTo>
                  <a:lnTo>
                    <a:pt x="977" y="447"/>
                  </a:lnTo>
                  <a:lnTo>
                    <a:pt x="909" y="199"/>
                  </a:lnTo>
                  <a:lnTo>
                    <a:pt x="880" y="78"/>
                  </a:lnTo>
                  <a:lnTo>
                    <a:pt x="860" y="35"/>
                  </a:lnTo>
                  <a:lnTo>
                    <a:pt x="842" y="20"/>
                  </a:lnTo>
                  <a:lnTo>
                    <a:pt x="804" y="9"/>
                  </a:lnTo>
                  <a:lnTo>
                    <a:pt x="764" y="9"/>
                  </a:lnTo>
                  <a:lnTo>
                    <a:pt x="705" y="17"/>
                  </a:lnTo>
                  <a:lnTo>
                    <a:pt x="35" y="119"/>
                  </a:lnTo>
                  <a:lnTo>
                    <a:pt x="13" y="133"/>
                  </a:lnTo>
                  <a:lnTo>
                    <a:pt x="31" y="446"/>
                  </a:lnTo>
                  <a:lnTo>
                    <a:pt x="13" y="442"/>
                  </a:lnTo>
                  <a:lnTo>
                    <a:pt x="13" y="44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1" name="Google Shape;971;p26"/>
            <p:cNvSpPr/>
            <p:nvPr/>
          </p:nvSpPr>
          <p:spPr>
            <a:xfrm>
              <a:off x="1764" y="3534"/>
              <a:ext cx="32" cy="70"/>
            </a:xfrm>
            <a:custGeom>
              <a:rect b="b" l="l" r="r" t="t"/>
              <a:pathLst>
                <a:path extrusionOk="0" h="70" w="67">
                  <a:moveTo>
                    <a:pt x="52" y="6"/>
                  </a:moveTo>
                  <a:lnTo>
                    <a:pt x="51" y="61"/>
                  </a:lnTo>
                  <a:lnTo>
                    <a:pt x="0" y="61"/>
                  </a:lnTo>
                  <a:lnTo>
                    <a:pt x="0" y="67"/>
                  </a:lnTo>
                  <a:lnTo>
                    <a:pt x="67" y="70"/>
                  </a:lnTo>
                  <a:lnTo>
                    <a:pt x="67" y="0"/>
                  </a:lnTo>
                  <a:lnTo>
                    <a:pt x="52" y="6"/>
                  </a:lnTo>
                  <a:lnTo>
                    <a:pt x="52" y="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2" name="Google Shape;972;p26"/>
            <p:cNvSpPr/>
            <p:nvPr/>
          </p:nvSpPr>
          <p:spPr>
            <a:xfrm>
              <a:off x="1363" y="3187"/>
              <a:ext cx="214" cy="253"/>
            </a:xfrm>
            <a:custGeom>
              <a:rect b="b" l="l" r="r" t="t"/>
              <a:pathLst>
                <a:path extrusionOk="0" h="253" w="436">
                  <a:moveTo>
                    <a:pt x="0" y="0"/>
                  </a:moveTo>
                  <a:lnTo>
                    <a:pt x="22" y="253"/>
                  </a:lnTo>
                  <a:lnTo>
                    <a:pt x="436" y="189"/>
                  </a:lnTo>
                  <a:lnTo>
                    <a:pt x="405" y="175"/>
                  </a:lnTo>
                  <a:lnTo>
                    <a:pt x="373" y="180"/>
                  </a:lnTo>
                  <a:lnTo>
                    <a:pt x="355" y="193"/>
                  </a:lnTo>
                  <a:lnTo>
                    <a:pt x="313" y="187"/>
                  </a:lnTo>
                  <a:lnTo>
                    <a:pt x="286" y="191"/>
                  </a:lnTo>
                  <a:lnTo>
                    <a:pt x="265" y="205"/>
                  </a:lnTo>
                  <a:lnTo>
                    <a:pt x="236" y="198"/>
                  </a:lnTo>
                  <a:lnTo>
                    <a:pt x="202" y="202"/>
                  </a:lnTo>
                  <a:lnTo>
                    <a:pt x="187" y="215"/>
                  </a:lnTo>
                  <a:lnTo>
                    <a:pt x="157" y="209"/>
                  </a:lnTo>
                  <a:lnTo>
                    <a:pt x="131" y="215"/>
                  </a:lnTo>
                  <a:lnTo>
                    <a:pt x="112" y="224"/>
                  </a:lnTo>
                  <a:lnTo>
                    <a:pt x="74" y="223"/>
                  </a:lnTo>
                  <a:lnTo>
                    <a:pt x="52" y="226"/>
                  </a:lnTo>
                  <a:lnTo>
                    <a:pt x="45" y="232"/>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3" name="Google Shape;973;p26"/>
            <p:cNvSpPr/>
            <p:nvPr/>
          </p:nvSpPr>
          <p:spPr>
            <a:xfrm>
              <a:off x="1430" y="3131"/>
              <a:ext cx="146" cy="242"/>
            </a:xfrm>
            <a:custGeom>
              <a:rect b="b" l="l" r="r" t="t"/>
              <a:pathLst>
                <a:path extrusionOk="0" h="242" w="297">
                  <a:moveTo>
                    <a:pt x="258" y="11"/>
                  </a:moveTo>
                  <a:lnTo>
                    <a:pt x="297" y="242"/>
                  </a:lnTo>
                  <a:lnTo>
                    <a:pt x="270" y="231"/>
                  </a:lnTo>
                  <a:lnTo>
                    <a:pt x="238" y="7"/>
                  </a:lnTo>
                  <a:lnTo>
                    <a:pt x="0" y="35"/>
                  </a:lnTo>
                  <a:lnTo>
                    <a:pt x="241" y="0"/>
                  </a:lnTo>
                  <a:lnTo>
                    <a:pt x="258" y="11"/>
                  </a:lnTo>
                  <a:lnTo>
                    <a:pt x="258" y="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4" name="Google Shape;974;p26"/>
            <p:cNvSpPr/>
            <p:nvPr/>
          </p:nvSpPr>
          <p:spPr>
            <a:xfrm>
              <a:off x="1513" y="3159"/>
              <a:ext cx="21" cy="204"/>
            </a:xfrm>
            <a:custGeom>
              <a:rect b="b" l="l" r="r" t="t"/>
              <a:pathLst>
                <a:path extrusionOk="0" h="204" w="44">
                  <a:moveTo>
                    <a:pt x="17" y="0"/>
                  </a:moveTo>
                  <a:lnTo>
                    <a:pt x="44" y="204"/>
                  </a:lnTo>
                  <a:lnTo>
                    <a:pt x="0" y="4"/>
                  </a:lnTo>
                  <a:lnTo>
                    <a:pt x="17" y="0"/>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5" name="Google Shape;975;p26"/>
            <p:cNvSpPr/>
            <p:nvPr/>
          </p:nvSpPr>
          <p:spPr>
            <a:xfrm>
              <a:off x="1478" y="3166"/>
              <a:ext cx="14" cy="204"/>
            </a:xfrm>
            <a:custGeom>
              <a:rect b="b" l="l" r="r" t="t"/>
              <a:pathLst>
                <a:path extrusionOk="0" h="204" w="29">
                  <a:moveTo>
                    <a:pt x="27" y="0"/>
                  </a:moveTo>
                  <a:lnTo>
                    <a:pt x="29" y="204"/>
                  </a:lnTo>
                  <a:lnTo>
                    <a:pt x="0" y="4"/>
                  </a:lnTo>
                  <a:lnTo>
                    <a:pt x="27" y="0"/>
                  </a:lnTo>
                  <a:lnTo>
                    <a:pt x="2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6" name="Google Shape;976;p26"/>
            <p:cNvSpPr/>
            <p:nvPr/>
          </p:nvSpPr>
          <p:spPr>
            <a:xfrm>
              <a:off x="1438" y="3177"/>
              <a:ext cx="15" cy="203"/>
            </a:xfrm>
            <a:custGeom>
              <a:rect b="b" l="l" r="r" t="t"/>
              <a:pathLst>
                <a:path extrusionOk="0" h="203" w="33">
                  <a:moveTo>
                    <a:pt x="24" y="0"/>
                  </a:moveTo>
                  <a:lnTo>
                    <a:pt x="33" y="203"/>
                  </a:lnTo>
                  <a:lnTo>
                    <a:pt x="0" y="3"/>
                  </a:lnTo>
                  <a:lnTo>
                    <a:pt x="24" y="0"/>
                  </a:lnTo>
                  <a:lnTo>
                    <a:pt x="24"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7" name="Google Shape;977;p26"/>
            <p:cNvSpPr/>
            <p:nvPr/>
          </p:nvSpPr>
          <p:spPr>
            <a:xfrm>
              <a:off x="1405" y="3188"/>
              <a:ext cx="12" cy="201"/>
            </a:xfrm>
            <a:custGeom>
              <a:rect b="b" l="l" r="r" t="t"/>
              <a:pathLst>
                <a:path extrusionOk="0" h="201" w="23">
                  <a:moveTo>
                    <a:pt x="23" y="0"/>
                  </a:moveTo>
                  <a:lnTo>
                    <a:pt x="23" y="201"/>
                  </a:lnTo>
                  <a:lnTo>
                    <a:pt x="0" y="0"/>
                  </a:lnTo>
                  <a:lnTo>
                    <a:pt x="23" y="0"/>
                  </a:lnTo>
                  <a:lnTo>
                    <a:pt x="2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8" name="Google Shape;978;p26"/>
            <p:cNvSpPr/>
            <p:nvPr/>
          </p:nvSpPr>
          <p:spPr>
            <a:xfrm>
              <a:off x="1382" y="3404"/>
              <a:ext cx="216" cy="137"/>
            </a:xfrm>
            <a:custGeom>
              <a:rect b="b" l="l" r="r" t="t"/>
              <a:pathLst>
                <a:path extrusionOk="0" h="137" w="441">
                  <a:moveTo>
                    <a:pt x="0" y="57"/>
                  </a:moveTo>
                  <a:lnTo>
                    <a:pt x="54" y="47"/>
                  </a:lnTo>
                  <a:lnTo>
                    <a:pt x="77" y="51"/>
                  </a:lnTo>
                  <a:lnTo>
                    <a:pt x="97" y="42"/>
                  </a:lnTo>
                  <a:lnTo>
                    <a:pt x="131" y="39"/>
                  </a:lnTo>
                  <a:lnTo>
                    <a:pt x="164" y="42"/>
                  </a:lnTo>
                  <a:lnTo>
                    <a:pt x="182" y="29"/>
                  </a:lnTo>
                  <a:lnTo>
                    <a:pt x="218" y="25"/>
                  </a:lnTo>
                  <a:lnTo>
                    <a:pt x="247" y="28"/>
                  </a:lnTo>
                  <a:lnTo>
                    <a:pt x="281" y="14"/>
                  </a:lnTo>
                  <a:lnTo>
                    <a:pt x="320" y="18"/>
                  </a:lnTo>
                  <a:lnTo>
                    <a:pt x="356" y="7"/>
                  </a:lnTo>
                  <a:lnTo>
                    <a:pt x="389" y="6"/>
                  </a:lnTo>
                  <a:lnTo>
                    <a:pt x="414" y="109"/>
                  </a:lnTo>
                  <a:lnTo>
                    <a:pt x="380" y="116"/>
                  </a:lnTo>
                  <a:lnTo>
                    <a:pt x="335" y="137"/>
                  </a:lnTo>
                  <a:lnTo>
                    <a:pt x="441" y="118"/>
                  </a:lnTo>
                  <a:lnTo>
                    <a:pt x="402" y="0"/>
                  </a:lnTo>
                  <a:lnTo>
                    <a:pt x="360" y="0"/>
                  </a:lnTo>
                  <a:lnTo>
                    <a:pt x="320" y="9"/>
                  </a:lnTo>
                  <a:lnTo>
                    <a:pt x="295" y="9"/>
                  </a:lnTo>
                  <a:lnTo>
                    <a:pt x="261" y="13"/>
                  </a:lnTo>
                  <a:lnTo>
                    <a:pt x="250" y="20"/>
                  </a:lnTo>
                  <a:lnTo>
                    <a:pt x="221" y="18"/>
                  </a:lnTo>
                  <a:lnTo>
                    <a:pt x="176" y="22"/>
                  </a:lnTo>
                  <a:lnTo>
                    <a:pt x="158" y="31"/>
                  </a:lnTo>
                  <a:lnTo>
                    <a:pt x="124" y="31"/>
                  </a:lnTo>
                  <a:lnTo>
                    <a:pt x="81" y="42"/>
                  </a:lnTo>
                  <a:lnTo>
                    <a:pt x="57" y="39"/>
                  </a:lnTo>
                  <a:lnTo>
                    <a:pt x="32" y="45"/>
                  </a:lnTo>
                  <a:lnTo>
                    <a:pt x="0" y="57"/>
                  </a:lnTo>
                  <a:lnTo>
                    <a:pt x="0" y="57"/>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79" name="Google Shape;979;p26"/>
            <p:cNvSpPr/>
            <p:nvPr/>
          </p:nvSpPr>
          <p:spPr>
            <a:xfrm>
              <a:off x="1588" y="3120"/>
              <a:ext cx="67" cy="242"/>
            </a:xfrm>
            <a:custGeom>
              <a:rect b="b" l="l" r="r" t="t"/>
              <a:pathLst>
                <a:path extrusionOk="0" h="242" w="135">
                  <a:moveTo>
                    <a:pt x="0" y="19"/>
                  </a:moveTo>
                  <a:lnTo>
                    <a:pt x="58" y="242"/>
                  </a:lnTo>
                  <a:lnTo>
                    <a:pt x="135" y="231"/>
                  </a:lnTo>
                  <a:lnTo>
                    <a:pt x="76" y="0"/>
                  </a:lnTo>
                  <a:lnTo>
                    <a:pt x="33" y="10"/>
                  </a:lnTo>
                  <a:lnTo>
                    <a:pt x="69" y="8"/>
                  </a:lnTo>
                  <a:lnTo>
                    <a:pt x="117" y="217"/>
                  </a:lnTo>
                  <a:lnTo>
                    <a:pt x="89" y="215"/>
                  </a:lnTo>
                  <a:lnTo>
                    <a:pt x="63" y="220"/>
                  </a:lnTo>
                  <a:lnTo>
                    <a:pt x="0" y="19"/>
                  </a:lnTo>
                  <a:lnTo>
                    <a:pt x="0" y="19"/>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0" name="Google Shape;980;p26"/>
            <p:cNvSpPr/>
            <p:nvPr/>
          </p:nvSpPr>
          <p:spPr>
            <a:xfrm>
              <a:off x="1622" y="3382"/>
              <a:ext cx="53" cy="120"/>
            </a:xfrm>
            <a:custGeom>
              <a:rect b="b" l="l" r="r" t="t"/>
              <a:pathLst>
                <a:path extrusionOk="0" h="120" w="108">
                  <a:moveTo>
                    <a:pt x="0" y="13"/>
                  </a:moveTo>
                  <a:lnTo>
                    <a:pt x="21" y="5"/>
                  </a:lnTo>
                  <a:lnTo>
                    <a:pt x="66" y="0"/>
                  </a:lnTo>
                  <a:lnTo>
                    <a:pt x="108" y="109"/>
                  </a:lnTo>
                  <a:lnTo>
                    <a:pt x="41" y="120"/>
                  </a:lnTo>
                  <a:lnTo>
                    <a:pt x="54" y="103"/>
                  </a:lnTo>
                  <a:lnTo>
                    <a:pt x="86" y="97"/>
                  </a:lnTo>
                  <a:lnTo>
                    <a:pt x="56" y="9"/>
                  </a:lnTo>
                  <a:lnTo>
                    <a:pt x="0" y="13"/>
                  </a:lnTo>
                  <a:lnTo>
                    <a:pt x="0" y="1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1" name="Google Shape;981;p26"/>
            <p:cNvSpPr/>
            <p:nvPr/>
          </p:nvSpPr>
          <p:spPr>
            <a:xfrm>
              <a:off x="1624" y="3414"/>
              <a:ext cx="17" cy="73"/>
            </a:xfrm>
            <a:custGeom>
              <a:rect b="b" l="l" r="r" t="t"/>
              <a:pathLst>
                <a:path extrusionOk="0" h="73" w="36">
                  <a:moveTo>
                    <a:pt x="0" y="0"/>
                  </a:moveTo>
                  <a:lnTo>
                    <a:pt x="26" y="73"/>
                  </a:lnTo>
                  <a:lnTo>
                    <a:pt x="36" y="59"/>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2" name="Google Shape;982;p26"/>
            <p:cNvSpPr/>
            <p:nvPr/>
          </p:nvSpPr>
          <p:spPr>
            <a:xfrm>
              <a:off x="1645" y="3085"/>
              <a:ext cx="57" cy="388"/>
            </a:xfrm>
            <a:custGeom>
              <a:rect b="b" l="l" r="r" t="t"/>
              <a:pathLst>
                <a:path extrusionOk="0" h="388" w="117">
                  <a:moveTo>
                    <a:pt x="5" y="0"/>
                  </a:moveTo>
                  <a:lnTo>
                    <a:pt x="117" y="388"/>
                  </a:lnTo>
                  <a:lnTo>
                    <a:pt x="97" y="359"/>
                  </a:lnTo>
                  <a:lnTo>
                    <a:pt x="0" y="31"/>
                  </a:lnTo>
                  <a:lnTo>
                    <a:pt x="5" y="0"/>
                  </a:lnTo>
                  <a:lnTo>
                    <a:pt x="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3" name="Google Shape;983;p26"/>
            <p:cNvSpPr/>
            <p:nvPr/>
          </p:nvSpPr>
          <p:spPr>
            <a:xfrm>
              <a:off x="1887" y="2200"/>
              <a:ext cx="265" cy="809"/>
            </a:xfrm>
            <a:custGeom>
              <a:rect b="b" l="l" r="r" t="t"/>
              <a:pathLst>
                <a:path extrusionOk="0" h="809" w="543">
                  <a:moveTo>
                    <a:pt x="87" y="121"/>
                  </a:moveTo>
                  <a:lnTo>
                    <a:pt x="62" y="494"/>
                  </a:lnTo>
                  <a:lnTo>
                    <a:pt x="110" y="199"/>
                  </a:lnTo>
                  <a:lnTo>
                    <a:pt x="182" y="188"/>
                  </a:lnTo>
                  <a:lnTo>
                    <a:pt x="182" y="234"/>
                  </a:lnTo>
                  <a:lnTo>
                    <a:pt x="182" y="481"/>
                  </a:lnTo>
                  <a:lnTo>
                    <a:pt x="191" y="532"/>
                  </a:lnTo>
                  <a:lnTo>
                    <a:pt x="263" y="604"/>
                  </a:lnTo>
                  <a:lnTo>
                    <a:pt x="321" y="634"/>
                  </a:lnTo>
                  <a:lnTo>
                    <a:pt x="317" y="725"/>
                  </a:lnTo>
                  <a:lnTo>
                    <a:pt x="15" y="518"/>
                  </a:lnTo>
                  <a:lnTo>
                    <a:pt x="67" y="62"/>
                  </a:lnTo>
                  <a:lnTo>
                    <a:pt x="206" y="22"/>
                  </a:lnTo>
                  <a:lnTo>
                    <a:pt x="543" y="186"/>
                  </a:lnTo>
                  <a:lnTo>
                    <a:pt x="202" y="0"/>
                  </a:lnTo>
                  <a:lnTo>
                    <a:pt x="53" y="54"/>
                  </a:lnTo>
                  <a:lnTo>
                    <a:pt x="0" y="524"/>
                  </a:lnTo>
                  <a:lnTo>
                    <a:pt x="418" y="809"/>
                  </a:lnTo>
                  <a:lnTo>
                    <a:pt x="341" y="728"/>
                  </a:lnTo>
                  <a:lnTo>
                    <a:pt x="350" y="266"/>
                  </a:lnTo>
                  <a:lnTo>
                    <a:pt x="480" y="226"/>
                  </a:lnTo>
                  <a:lnTo>
                    <a:pt x="335" y="242"/>
                  </a:lnTo>
                  <a:lnTo>
                    <a:pt x="130" y="123"/>
                  </a:lnTo>
                  <a:lnTo>
                    <a:pt x="87" y="121"/>
                  </a:lnTo>
                  <a:lnTo>
                    <a:pt x="87" y="12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4" name="Google Shape;984;p26"/>
            <p:cNvSpPr/>
            <p:nvPr/>
          </p:nvSpPr>
          <p:spPr>
            <a:xfrm>
              <a:off x="2104" y="2415"/>
              <a:ext cx="50" cy="578"/>
            </a:xfrm>
            <a:custGeom>
              <a:rect b="b" l="l" r="r" t="t"/>
              <a:pathLst>
                <a:path extrusionOk="0" h="578" w="101">
                  <a:moveTo>
                    <a:pt x="101" y="0"/>
                  </a:moveTo>
                  <a:lnTo>
                    <a:pt x="0" y="578"/>
                  </a:lnTo>
                  <a:lnTo>
                    <a:pt x="69" y="3"/>
                  </a:lnTo>
                  <a:lnTo>
                    <a:pt x="101" y="0"/>
                  </a:lnTo>
                  <a:lnTo>
                    <a:pt x="101"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5" name="Google Shape;985;p26"/>
            <p:cNvSpPr/>
            <p:nvPr/>
          </p:nvSpPr>
          <p:spPr>
            <a:xfrm>
              <a:off x="1976" y="2152"/>
              <a:ext cx="897" cy="988"/>
            </a:xfrm>
            <a:custGeom>
              <a:rect b="b" l="l" r="r" t="t"/>
              <a:pathLst>
                <a:path extrusionOk="0" h="988" w="1835">
                  <a:moveTo>
                    <a:pt x="274" y="918"/>
                  </a:moveTo>
                  <a:lnTo>
                    <a:pt x="1791" y="800"/>
                  </a:lnTo>
                  <a:lnTo>
                    <a:pt x="1809" y="220"/>
                  </a:lnTo>
                  <a:lnTo>
                    <a:pt x="1191" y="234"/>
                  </a:lnTo>
                  <a:lnTo>
                    <a:pt x="1786" y="209"/>
                  </a:lnTo>
                  <a:lnTo>
                    <a:pt x="1408" y="53"/>
                  </a:lnTo>
                  <a:lnTo>
                    <a:pt x="29" y="21"/>
                  </a:lnTo>
                  <a:lnTo>
                    <a:pt x="29" y="61"/>
                  </a:lnTo>
                  <a:lnTo>
                    <a:pt x="0" y="61"/>
                  </a:lnTo>
                  <a:lnTo>
                    <a:pt x="0" y="0"/>
                  </a:lnTo>
                  <a:lnTo>
                    <a:pt x="1426" y="42"/>
                  </a:lnTo>
                  <a:lnTo>
                    <a:pt x="1835" y="209"/>
                  </a:lnTo>
                  <a:lnTo>
                    <a:pt x="1824" y="814"/>
                  </a:lnTo>
                  <a:lnTo>
                    <a:pt x="1642" y="833"/>
                  </a:lnTo>
                  <a:lnTo>
                    <a:pt x="1723" y="988"/>
                  </a:lnTo>
                  <a:lnTo>
                    <a:pt x="1622" y="867"/>
                  </a:lnTo>
                  <a:lnTo>
                    <a:pt x="1033" y="921"/>
                  </a:lnTo>
                  <a:lnTo>
                    <a:pt x="1186" y="897"/>
                  </a:lnTo>
                  <a:lnTo>
                    <a:pt x="1235" y="881"/>
                  </a:lnTo>
                  <a:lnTo>
                    <a:pt x="1235" y="857"/>
                  </a:lnTo>
                  <a:lnTo>
                    <a:pt x="721" y="897"/>
                  </a:lnTo>
                  <a:lnTo>
                    <a:pt x="725" y="918"/>
                  </a:lnTo>
                  <a:lnTo>
                    <a:pt x="811" y="926"/>
                  </a:lnTo>
                  <a:lnTo>
                    <a:pt x="932" y="926"/>
                  </a:lnTo>
                  <a:lnTo>
                    <a:pt x="399" y="962"/>
                  </a:lnTo>
                  <a:lnTo>
                    <a:pt x="350" y="931"/>
                  </a:lnTo>
                  <a:lnTo>
                    <a:pt x="274" y="918"/>
                  </a:lnTo>
                  <a:lnTo>
                    <a:pt x="274" y="91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6" name="Google Shape;986;p26"/>
            <p:cNvSpPr/>
            <p:nvPr/>
          </p:nvSpPr>
          <p:spPr>
            <a:xfrm>
              <a:off x="1901" y="2834"/>
              <a:ext cx="924" cy="634"/>
            </a:xfrm>
            <a:custGeom>
              <a:rect b="b" l="l" r="r" t="t"/>
              <a:pathLst>
                <a:path extrusionOk="0" h="634" w="1890">
                  <a:moveTo>
                    <a:pt x="1890" y="328"/>
                  </a:moveTo>
                  <a:lnTo>
                    <a:pt x="1872" y="580"/>
                  </a:lnTo>
                  <a:lnTo>
                    <a:pt x="67" y="634"/>
                  </a:lnTo>
                  <a:lnTo>
                    <a:pt x="0" y="153"/>
                  </a:lnTo>
                  <a:lnTo>
                    <a:pt x="0" y="6"/>
                  </a:lnTo>
                  <a:lnTo>
                    <a:pt x="119" y="0"/>
                  </a:lnTo>
                  <a:lnTo>
                    <a:pt x="33" y="16"/>
                  </a:lnTo>
                  <a:lnTo>
                    <a:pt x="110" y="346"/>
                  </a:lnTo>
                  <a:lnTo>
                    <a:pt x="105" y="620"/>
                  </a:lnTo>
                  <a:lnTo>
                    <a:pt x="1849" y="573"/>
                  </a:lnTo>
                  <a:lnTo>
                    <a:pt x="1890" y="328"/>
                  </a:lnTo>
                  <a:lnTo>
                    <a:pt x="1890" y="32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7" name="Google Shape;987;p26"/>
            <p:cNvSpPr/>
            <p:nvPr/>
          </p:nvSpPr>
          <p:spPr>
            <a:xfrm>
              <a:off x="1951" y="2869"/>
              <a:ext cx="55" cy="553"/>
            </a:xfrm>
            <a:custGeom>
              <a:rect b="b" l="l" r="r" t="t"/>
              <a:pathLst>
                <a:path extrusionOk="0" h="553" w="111">
                  <a:moveTo>
                    <a:pt x="0" y="0"/>
                  </a:moveTo>
                  <a:lnTo>
                    <a:pt x="92" y="290"/>
                  </a:lnTo>
                  <a:lnTo>
                    <a:pt x="92" y="327"/>
                  </a:lnTo>
                  <a:lnTo>
                    <a:pt x="83" y="553"/>
                  </a:lnTo>
                  <a:lnTo>
                    <a:pt x="111" y="295"/>
                  </a:lnTo>
                  <a:lnTo>
                    <a:pt x="106" y="255"/>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8" name="Google Shape;988;p26"/>
            <p:cNvSpPr/>
            <p:nvPr/>
          </p:nvSpPr>
          <p:spPr>
            <a:xfrm>
              <a:off x="2056" y="3140"/>
              <a:ext cx="734" cy="30"/>
            </a:xfrm>
            <a:custGeom>
              <a:rect b="b" l="l" r="r" t="t"/>
              <a:pathLst>
                <a:path extrusionOk="0" h="30" w="1501">
                  <a:moveTo>
                    <a:pt x="0" y="30"/>
                  </a:moveTo>
                  <a:lnTo>
                    <a:pt x="1429" y="11"/>
                  </a:lnTo>
                  <a:lnTo>
                    <a:pt x="1501" y="0"/>
                  </a:lnTo>
                  <a:lnTo>
                    <a:pt x="849" y="6"/>
                  </a:lnTo>
                  <a:lnTo>
                    <a:pt x="0" y="30"/>
                  </a:lnTo>
                  <a:lnTo>
                    <a:pt x="0" y="3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9" name="Google Shape;989;p26"/>
            <p:cNvSpPr/>
            <p:nvPr/>
          </p:nvSpPr>
          <p:spPr>
            <a:xfrm>
              <a:off x="1945" y="2832"/>
              <a:ext cx="143" cy="233"/>
            </a:xfrm>
            <a:custGeom>
              <a:rect b="b" l="l" r="r" t="t"/>
              <a:pathLst>
                <a:path extrusionOk="0" h="233" w="294">
                  <a:moveTo>
                    <a:pt x="0" y="0"/>
                  </a:moveTo>
                  <a:lnTo>
                    <a:pt x="280" y="206"/>
                  </a:lnTo>
                  <a:lnTo>
                    <a:pt x="294" y="233"/>
                  </a:lnTo>
                  <a:lnTo>
                    <a:pt x="63" y="61"/>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0" name="Google Shape;990;p26"/>
            <p:cNvSpPr/>
            <p:nvPr/>
          </p:nvSpPr>
          <p:spPr>
            <a:xfrm>
              <a:off x="2011" y="2192"/>
              <a:ext cx="185" cy="811"/>
            </a:xfrm>
            <a:custGeom>
              <a:rect b="b" l="l" r="r" t="t"/>
              <a:pathLst>
                <a:path extrusionOk="0" h="811" w="379">
                  <a:moveTo>
                    <a:pt x="278" y="811"/>
                  </a:moveTo>
                  <a:lnTo>
                    <a:pt x="379" y="196"/>
                  </a:lnTo>
                  <a:lnTo>
                    <a:pt x="0" y="0"/>
                  </a:lnTo>
                  <a:lnTo>
                    <a:pt x="350" y="199"/>
                  </a:lnTo>
                  <a:lnTo>
                    <a:pt x="278" y="811"/>
                  </a:lnTo>
                  <a:lnTo>
                    <a:pt x="278" y="81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1" name="Google Shape;991;p26"/>
            <p:cNvSpPr/>
            <p:nvPr/>
          </p:nvSpPr>
          <p:spPr>
            <a:xfrm>
              <a:off x="1792" y="3301"/>
              <a:ext cx="1088" cy="256"/>
            </a:xfrm>
            <a:custGeom>
              <a:rect b="b" l="l" r="r" t="t"/>
              <a:pathLst>
                <a:path extrusionOk="0" h="256" w="2223">
                  <a:moveTo>
                    <a:pt x="0" y="0"/>
                  </a:moveTo>
                  <a:lnTo>
                    <a:pt x="97" y="32"/>
                  </a:lnTo>
                  <a:lnTo>
                    <a:pt x="196" y="75"/>
                  </a:lnTo>
                  <a:lnTo>
                    <a:pt x="293" y="140"/>
                  </a:lnTo>
                  <a:lnTo>
                    <a:pt x="389" y="185"/>
                  </a:lnTo>
                  <a:lnTo>
                    <a:pt x="504" y="233"/>
                  </a:lnTo>
                  <a:lnTo>
                    <a:pt x="580" y="241"/>
                  </a:lnTo>
                  <a:lnTo>
                    <a:pt x="610" y="239"/>
                  </a:lnTo>
                  <a:lnTo>
                    <a:pt x="628" y="212"/>
                  </a:lnTo>
                  <a:lnTo>
                    <a:pt x="695" y="196"/>
                  </a:lnTo>
                  <a:lnTo>
                    <a:pt x="1167" y="201"/>
                  </a:lnTo>
                  <a:lnTo>
                    <a:pt x="1464" y="199"/>
                  </a:lnTo>
                  <a:lnTo>
                    <a:pt x="1695" y="196"/>
                  </a:lnTo>
                  <a:lnTo>
                    <a:pt x="1857" y="185"/>
                  </a:lnTo>
                  <a:lnTo>
                    <a:pt x="2050" y="167"/>
                  </a:lnTo>
                  <a:lnTo>
                    <a:pt x="2108" y="148"/>
                  </a:lnTo>
                  <a:lnTo>
                    <a:pt x="2131" y="119"/>
                  </a:lnTo>
                  <a:lnTo>
                    <a:pt x="2111" y="91"/>
                  </a:lnTo>
                  <a:lnTo>
                    <a:pt x="2082" y="75"/>
                  </a:lnTo>
                  <a:lnTo>
                    <a:pt x="2088" y="46"/>
                  </a:lnTo>
                  <a:lnTo>
                    <a:pt x="2140" y="78"/>
                  </a:lnTo>
                  <a:lnTo>
                    <a:pt x="2154" y="121"/>
                  </a:lnTo>
                  <a:lnTo>
                    <a:pt x="2136" y="167"/>
                  </a:lnTo>
                  <a:lnTo>
                    <a:pt x="2036" y="185"/>
                  </a:lnTo>
                  <a:lnTo>
                    <a:pt x="1848" y="201"/>
                  </a:lnTo>
                  <a:lnTo>
                    <a:pt x="1589" y="209"/>
                  </a:lnTo>
                  <a:lnTo>
                    <a:pt x="1234" y="212"/>
                  </a:lnTo>
                  <a:lnTo>
                    <a:pt x="850" y="209"/>
                  </a:lnTo>
                  <a:lnTo>
                    <a:pt x="729" y="207"/>
                  </a:lnTo>
                  <a:lnTo>
                    <a:pt x="686" y="209"/>
                  </a:lnTo>
                  <a:lnTo>
                    <a:pt x="657" y="223"/>
                  </a:lnTo>
                  <a:lnTo>
                    <a:pt x="666" y="241"/>
                  </a:lnTo>
                  <a:lnTo>
                    <a:pt x="1589" y="239"/>
                  </a:lnTo>
                  <a:lnTo>
                    <a:pt x="1857" y="231"/>
                  </a:lnTo>
                  <a:lnTo>
                    <a:pt x="2030" y="212"/>
                  </a:lnTo>
                  <a:lnTo>
                    <a:pt x="2122" y="196"/>
                  </a:lnTo>
                  <a:lnTo>
                    <a:pt x="2180" y="156"/>
                  </a:lnTo>
                  <a:lnTo>
                    <a:pt x="2194" y="119"/>
                  </a:lnTo>
                  <a:lnTo>
                    <a:pt x="2183" y="78"/>
                  </a:lnTo>
                  <a:lnTo>
                    <a:pt x="2154" y="59"/>
                  </a:lnTo>
                  <a:lnTo>
                    <a:pt x="2088" y="30"/>
                  </a:lnTo>
                  <a:lnTo>
                    <a:pt x="2088" y="14"/>
                  </a:lnTo>
                  <a:lnTo>
                    <a:pt x="2194" y="62"/>
                  </a:lnTo>
                  <a:lnTo>
                    <a:pt x="2223" y="103"/>
                  </a:lnTo>
                  <a:lnTo>
                    <a:pt x="2218" y="143"/>
                  </a:lnTo>
                  <a:lnTo>
                    <a:pt x="2180" y="183"/>
                  </a:lnTo>
                  <a:lnTo>
                    <a:pt x="2108" y="217"/>
                  </a:lnTo>
                  <a:lnTo>
                    <a:pt x="2001" y="226"/>
                  </a:lnTo>
                  <a:lnTo>
                    <a:pt x="1800" y="245"/>
                  </a:lnTo>
                  <a:lnTo>
                    <a:pt x="1545" y="256"/>
                  </a:lnTo>
                  <a:lnTo>
                    <a:pt x="562" y="256"/>
                  </a:lnTo>
                  <a:lnTo>
                    <a:pt x="470" y="239"/>
                  </a:lnTo>
                  <a:lnTo>
                    <a:pt x="369" y="196"/>
                  </a:lnTo>
                  <a:lnTo>
                    <a:pt x="245" y="129"/>
                  </a:lnTo>
                  <a:lnTo>
                    <a:pt x="173" y="83"/>
                  </a:lnTo>
                  <a:lnTo>
                    <a:pt x="106" y="54"/>
                  </a:lnTo>
                  <a:lnTo>
                    <a:pt x="0" y="16"/>
                  </a:lnTo>
                  <a:lnTo>
                    <a:pt x="0"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2" name="Google Shape;992;p26"/>
            <p:cNvSpPr/>
            <p:nvPr/>
          </p:nvSpPr>
          <p:spPr>
            <a:xfrm>
              <a:off x="895" y="3486"/>
              <a:ext cx="213" cy="93"/>
            </a:xfrm>
            <a:custGeom>
              <a:rect b="b" l="l" r="r" t="t"/>
              <a:pathLst>
                <a:path extrusionOk="0" h="93" w="436">
                  <a:moveTo>
                    <a:pt x="78" y="93"/>
                  </a:moveTo>
                  <a:lnTo>
                    <a:pt x="436" y="23"/>
                  </a:lnTo>
                  <a:lnTo>
                    <a:pt x="429" y="0"/>
                  </a:lnTo>
                  <a:lnTo>
                    <a:pt x="0" y="86"/>
                  </a:lnTo>
                  <a:lnTo>
                    <a:pt x="78" y="93"/>
                  </a:lnTo>
                  <a:lnTo>
                    <a:pt x="78" y="9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3" name="Google Shape;993;p26"/>
            <p:cNvSpPr/>
            <p:nvPr/>
          </p:nvSpPr>
          <p:spPr>
            <a:xfrm>
              <a:off x="1294" y="3099"/>
              <a:ext cx="158" cy="312"/>
            </a:xfrm>
            <a:custGeom>
              <a:rect b="b" l="l" r="r" t="t"/>
              <a:pathLst>
                <a:path extrusionOk="0" h="312" w="324">
                  <a:moveTo>
                    <a:pt x="23" y="312"/>
                  </a:moveTo>
                  <a:lnTo>
                    <a:pt x="28" y="19"/>
                  </a:lnTo>
                  <a:lnTo>
                    <a:pt x="203" y="19"/>
                  </a:lnTo>
                  <a:lnTo>
                    <a:pt x="324" y="2"/>
                  </a:lnTo>
                  <a:lnTo>
                    <a:pt x="0" y="0"/>
                  </a:lnTo>
                  <a:lnTo>
                    <a:pt x="0" y="284"/>
                  </a:lnTo>
                  <a:lnTo>
                    <a:pt x="23" y="312"/>
                  </a:lnTo>
                  <a:lnTo>
                    <a:pt x="23" y="312"/>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4" name="Google Shape;994;p26"/>
            <p:cNvSpPr/>
            <p:nvPr/>
          </p:nvSpPr>
          <p:spPr>
            <a:xfrm>
              <a:off x="1664" y="2889"/>
              <a:ext cx="246" cy="146"/>
            </a:xfrm>
            <a:custGeom>
              <a:rect b="b" l="l" r="r" t="t"/>
              <a:pathLst>
                <a:path extrusionOk="0" h="146" w="504">
                  <a:moveTo>
                    <a:pt x="0" y="146"/>
                  </a:moveTo>
                  <a:lnTo>
                    <a:pt x="0" y="0"/>
                  </a:lnTo>
                  <a:lnTo>
                    <a:pt x="504" y="0"/>
                  </a:lnTo>
                  <a:lnTo>
                    <a:pt x="504" y="18"/>
                  </a:lnTo>
                  <a:lnTo>
                    <a:pt x="32" y="16"/>
                  </a:lnTo>
                  <a:lnTo>
                    <a:pt x="32" y="139"/>
                  </a:lnTo>
                  <a:lnTo>
                    <a:pt x="0" y="146"/>
                  </a:lnTo>
                  <a:lnTo>
                    <a:pt x="0" y="146"/>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d"/>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27"/>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01" name="Google Shape;1001;p27"/>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02" name="Google Shape;1002;p27"/>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003" name="Google Shape;1003;p27"/>
          <p:cNvSpPr txBox="1"/>
          <p:nvPr/>
        </p:nvSpPr>
        <p:spPr>
          <a:xfrm>
            <a:off x="457200" y="2057400"/>
            <a:ext cx="8229600" cy="41148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04" name="Google Shape;1004;p27"/>
          <p:cNvSpPr txBox="1"/>
          <p:nvPr>
            <p:ph type="title"/>
          </p:nvPr>
        </p:nvSpPr>
        <p:spPr>
          <a:xfrm>
            <a:off x="457200" y="381000"/>
            <a:ext cx="8229600" cy="1676400"/>
          </a:xfrm>
          <a:prstGeom prst="rect">
            <a:avLst/>
          </a:prstGeom>
          <a:solidFill>
            <a:srgbClr val="660066"/>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Components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of Formal Reports</a:t>
            </a:r>
            <a:endParaRPr/>
          </a:p>
        </p:txBody>
      </p:sp>
      <p:sp>
        <p:nvSpPr>
          <p:cNvPr id="1005" name="Google Shape;1005;p27"/>
          <p:cNvSpPr txBox="1"/>
          <p:nvPr/>
        </p:nvSpPr>
        <p:spPr>
          <a:xfrm>
            <a:off x="4105275" y="2117725"/>
            <a:ext cx="923925"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Type of</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Report</a:t>
            </a:r>
            <a:endParaRPr/>
          </a:p>
        </p:txBody>
      </p:sp>
      <p:sp>
        <p:nvSpPr>
          <p:cNvPr id="1006" name="Google Shape;1006;p27"/>
          <p:cNvSpPr txBox="1"/>
          <p:nvPr/>
        </p:nvSpPr>
        <p:spPr>
          <a:xfrm rot="-5400000">
            <a:off x="279400" y="3743325"/>
            <a:ext cx="1177925"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Audience </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Needs</a:t>
            </a:r>
            <a:endParaRPr/>
          </a:p>
        </p:txBody>
      </p:sp>
      <p:sp>
        <p:nvSpPr>
          <p:cNvPr id="1007" name="Google Shape;1007;p27"/>
          <p:cNvSpPr txBox="1"/>
          <p:nvPr/>
        </p:nvSpPr>
        <p:spPr>
          <a:xfrm rot="5400000">
            <a:off x="7912893" y="3745706"/>
            <a:ext cx="877887"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Report</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Length</a:t>
            </a:r>
            <a:endParaRPr/>
          </a:p>
        </p:txBody>
      </p:sp>
      <p:cxnSp>
        <p:nvCxnSpPr>
          <p:cNvPr id="1008" name="Google Shape;1008;p27"/>
          <p:cNvCxnSpPr/>
          <p:nvPr/>
        </p:nvCxnSpPr>
        <p:spPr>
          <a:xfrm flipH="1" rot="10800000">
            <a:off x="866775" y="2468612"/>
            <a:ext cx="3238500" cy="1035000"/>
          </a:xfrm>
          <a:prstGeom prst="bentConnector2">
            <a:avLst/>
          </a:prstGeom>
          <a:noFill/>
          <a:ln cap="flat" cmpd="sng" w="19050">
            <a:solidFill>
              <a:schemeClr val="dk1"/>
            </a:solidFill>
            <a:prstDash val="solid"/>
            <a:miter lim="800000"/>
            <a:headEnd len="med" w="med" type="none"/>
            <a:tailEnd len="med" w="med" type="none"/>
          </a:ln>
        </p:spPr>
      </p:cxnSp>
      <p:cxnSp>
        <p:nvCxnSpPr>
          <p:cNvPr id="1009" name="Google Shape;1009;p27"/>
          <p:cNvCxnSpPr/>
          <p:nvPr/>
        </p:nvCxnSpPr>
        <p:spPr>
          <a:xfrm>
            <a:off x="5029200" y="2468562"/>
            <a:ext cx="3322500" cy="1188900"/>
          </a:xfrm>
          <a:prstGeom prst="bentConnector2">
            <a:avLst/>
          </a:prstGeom>
          <a:noFill/>
          <a:ln cap="flat" cmpd="sng" w="19050">
            <a:solidFill>
              <a:schemeClr val="dk1"/>
            </a:solidFill>
            <a:prstDash val="solid"/>
            <a:miter lim="800000"/>
            <a:headEnd len="med" w="med" type="none"/>
            <a:tailEnd len="med" w="med" type="none"/>
          </a:ln>
        </p:spPr>
      </p:cxnSp>
      <p:cxnSp>
        <p:nvCxnSpPr>
          <p:cNvPr id="1010" name="Google Shape;1010;p27"/>
          <p:cNvCxnSpPr/>
          <p:nvPr/>
        </p:nvCxnSpPr>
        <p:spPr>
          <a:xfrm flipH="1">
            <a:off x="5100737" y="4533900"/>
            <a:ext cx="3251100" cy="1155600"/>
          </a:xfrm>
          <a:prstGeom prst="bentConnector2">
            <a:avLst/>
          </a:prstGeom>
          <a:noFill/>
          <a:ln cap="flat" cmpd="sng" w="19050">
            <a:solidFill>
              <a:schemeClr val="dk1"/>
            </a:solidFill>
            <a:prstDash val="solid"/>
            <a:miter lim="800000"/>
            <a:headEnd len="med" w="med" type="none"/>
            <a:tailEnd len="med" w="med" type="none"/>
          </a:ln>
        </p:spPr>
      </p:cxnSp>
      <p:cxnSp>
        <p:nvCxnSpPr>
          <p:cNvPr id="1011" name="Google Shape;1011;p27"/>
          <p:cNvCxnSpPr/>
          <p:nvPr/>
        </p:nvCxnSpPr>
        <p:spPr>
          <a:xfrm rot="10800000">
            <a:off x="866662" y="4681599"/>
            <a:ext cx="3100500" cy="1008000"/>
          </a:xfrm>
          <a:prstGeom prst="bentConnector2">
            <a:avLst/>
          </a:prstGeom>
          <a:noFill/>
          <a:ln cap="flat" cmpd="sng" w="19050">
            <a:solidFill>
              <a:schemeClr val="dk1"/>
            </a:solidFill>
            <a:prstDash val="solid"/>
            <a:miter lim="800000"/>
            <a:headEnd len="med" w="med" type="none"/>
            <a:tailEnd len="med" w="med" type="none"/>
          </a:ln>
        </p:spPr>
      </p:cxnSp>
      <p:grpSp>
        <p:nvGrpSpPr>
          <p:cNvPr id="1012" name="Google Shape;1012;p27"/>
          <p:cNvGrpSpPr/>
          <p:nvPr/>
        </p:nvGrpSpPr>
        <p:grpSpPr>
          <a:xfrm>
            <a:off x="1219200" y="3048000"/>
            <a:ext cx="6705600" cy="2057400"/>
            <a:chOff x="720" y="1920"/>
            <a:chExt cx="4320" cy="1296"/>
          </a:xfrm>
        </p:grpSpPr>
        <p:sp>
          <p:nvSpPr>
            <p:cNvPr id="1013" name="Google Shape;1013;p27"/>
            <p:cNvSpPr txBox="1"/>
            <p:nvPr/>
          </p:nvSpPr>
          <p:spPr>
            <a:xfrm>
              <a:off x="720" y="1920"/>
              <a:ext cx="1440" cy="1296"/>
            </a:xfrm>
            <a:prstGeom prst="rect">
              <a:avLst/>
            </a:prstGeom>
            <a:solidFill>
              <a:schemeClr val="lt1"/>
            </a:solidFill>
            <a:ln cap="flat" cmpd="sng" w="19050">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Prefatory</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Parts</a:t>
              </a:r>
              <a:endParaRPr/>
            </a:p>
          </p:txBody>
        </p:sp>
        <p:sp>
          <p:nvSpPr>
            <p:cNvPr id="1014" name="Google Shape;1014;p27"/>
            <p:cNvSpPr txBox="1"/>
            <p:nvPr/>
          </p:nvSpPr>
          <p:spPr>
            <a:xfrm>
              <a:off x="2160" y="1920"/>
              <a:ext cx="1440" cy="1296"/>
            </a:xfrm>
            <a:prstGeom prst="rect">
              <a:avLst/>
            </a:prstGeom>
            <a:solidFill>
              <a:schemeClr val="lt1"/>
            </a:solidFill>
            <a:ln cap="flat" cmpd="sng" w="19050">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Text of</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the Report</a:t>
              </a:r>
              <a:endParaRPr/>
            </a:p>
          </p:txBody>
        </p:sp>
        <p:sp>
          <p:nvSpPr>
            <p:cNvPr id="1015" name="Google Shape;1015;p27"/>
            <p:cNvSpPr txBox="1"/>
            <p:nvPr/>
          </p:nvSpPr>
          <p:spPr>
            <a:xfrm>
              <a:off x="3600" y="1920"/>
              <a:ext cx="1440" cy="1296"/>
            </a:xfrm>
            <a:prstGeom prst="rect">
              <a:avLst/>
            </a:prstGeom>
            <a:solidFill>
              <a:schemeClr val="lt1"/>
            </a:solidFill>
            <a:ln cap="flat" cmpd="sng" w="19050">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Supplementary</a:t>
              </a:r>
              <a:endParaRPr/>
            </a:p>
            <a:p>
              <a:pPr indent="0" lvl="0" marL="0" marR="0" rtl="0" algn="ctr">
                <a:lnSpc>
                  <a:spcPct val="100000"/>
                </a:lnSpc>
                <a:spcBef>
                  <a:spcPts val="0"/>
                </a:spcBef>
                <a:spcAft>
                  <a:spcPts val="0"/>
                </a:spcAft>
                <a:buClr>
                  <a:schemeClr val="dk1"/>
                </a:buClr>
                <a:buSzPts val="2400"/>
                <a:buFont typeface="Arial Narrow"/>
                <a:buNone/>
              </a:pPr>
              <a:r>
                <a:rPr b="1" i="0" lang="en-US" sz="2400" u="none">
                  <a:solidFill>
                    <a:schemeClr val="dk1"/>
                  </a:solidFill>
                  <a:latin typeface="Arial Narrow"/>
                  <a:ea typeface="Arial Narrow"/>
                  <a:cs typeface="Arial Narrow"/>
                  <a:sym typeface="Arial Narrow"/>
                </a:rPr>
                <a:t>Parts</a:t>
              </a:r>
              <a:endParaRPr/>
            </a:p>
          </p:txBody>
        </p:sp>
      </p:grpSp>
      <p:sp>
        <p:nvSpPr>
          <p:cNvPr id="1016" name="Google Shape;1016;p27"/>
          <p:cNvSpPr txBox="1"/>
          <p:nvPr/>
        </p:nvSpPr>
        <p:spPr>
          <a:xfrm>
            <a:off x="3967162" y="5338762"/>
            <a:ext cx="1133475" cy="7016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Type of</a:t>
            </a:r>
            <a:endParaRPr/>
          </a:p>
          <a:p>
            <a:pPr indent="0" lvl="0" marL="0" marR="0" rtl="0" algn="ctr">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Company</a:t>
            </a:r>
            <a:endParaRPr/>
          </a:p>
        </p:txBody>
      </p:sp>
    </p:spTree>
  </p:cSld>
  <p:clrMapOvr>
    <a:masterClrMapping/>
  </p:clrMapOvr>
  <p:transition spd="slow">
    <p:spli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sp>
        <p:nvSpPr>
          <p:cNvPr id="1022" name="Google Shape;1022;p28"/>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23" name="Google Shape;1023;p28"/>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24" name="Google Shape;1024;p28"/>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025" name="Google Shape;1025;p28"/>
          <p:cNvSpPr txBox="1"/>
          <p:nvPr>
            <p:ph type="title"/>
          </p:nvPr>
        </p:nvSpPr>
        <p:spPr>
          <a:xfrm>
            <a:off x="457200" y="381000"/>
            <a:ext cx="8229600" cy="1371600"/>
          </a:xfrm>
          <a:prstGeom prst="rect">
            <a:avLst/>
          </a:prstGeom>
          <a:solidFill>
            <a:schemeClr val="dk1"/>
          </a:solidFill>
          <a:ln cap="flat" cmpd="sng" w="190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Prefatory Parts</a:t>
            </a:r>
            <a:endParaRPr/>
          </a:p>
        </p:txBody>
      </p:sp>
      <p:sp>
        <p:nvSpPr>
          <p:cNvPr id="1026" name="Google Shape;1026;p28"/>
          <p:cNvSpPr txBox="1"/>
          <p:nvPr/>
        </p:nvSpPr>
        <p:spPr>
          <a:xfrm>
            <a:off x="457200" y="1752600"/>
            <a:ext cx="8229600" cy="4419600"/>
          </a:xfrm>
          <a:prstGeom prst="rect">
            <a:avLst/>
          </a:prstGeom>
          <a:solidFill>
            <a:schemeClr val="lt1"/>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27" name="Google Shape;1027;p28"/>
          <p:cNvSpPr txBox="1"/>
          <p:nvPr/>
        </p:nvSpPr>
        <p:spPr>
          <a:xfrm>
            <a:off x="609600" y="19050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Cover</a:t>
            </a:r>
            <a:endParaRPr/>
          </a:p>
        </p:txBody>
      </p:sp>
      <p:sp>
        <p:nvSpPr>
          <p:cNvPr id="1028" name="Google Shape;1028;p28"/>
          <p:cNvSpPr txBox="1"/>
          <p:nvPr/>
        </p:nvSpPr>
        <p:spPr>
          <a:xfrm>
            <a:off x="609600" y="47244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Letter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Authorization</a:t>
            </a:r>
            <a:endParaRPr/>
          </a:p>
        </p:txBody>
      </p:sp>
      <p:sp>
        <p:nvSpPr>
          <p:cNvPr id="1029" name="Google Shape;1029;p28"/>
          <p:cNvSpPr txBox="1"/>
          <p:nvPr/>
        </p:nvSpPr>
        <p:spPr>
          <a:xfrm>
            <a:off x="609600" y="33147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Title Fly</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or Title Page</a:t>
            </a:r>
            <a:endParaRPr/>
          </a:p>
        </p:txBody>
      </p:sp>
      <p:sp>
        <p:nvSpPr>
          <p:cNvPr id="1030" name="Google Shape;1030;p28"/>
          <p:cNvSpPr txBox="1"/>
          <p:nvPr/>
        </p:nvSpPr>
        <p:spPr>
          <a:xfrm>
            <a:off x="6019800" y="19050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Illustrations</a:t>
            </a:r>
            <a:endParaRPr/>
          </a:p>
        </p:txBody>
      </p:sp>
      <p:sp>
        <p:nvSpPr>
          <p:cNvPr id="1031" name="Google Shape;1031;p28"/>
          <p:cNvSpPr txBox="1"/>
          <p:nvPr/>
        </p:nvSpPr>
        <p:spPr>
          <a:xfrm>
            <a:off x="6019800" y="47244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Executive</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Summary</a:t>
            </a:r>
            <a:endParaRPr/>
          </a:p>
        </p:txBody>
      </p:sp>
      <p:sp>
        <p:nvSpPr>
          <p:cNvPr id="1032" name="Google Shape;1032;p28"/>
          <p:cNvSpPr txBox="1"/>
          <p:nvPr/>
        </p:nvSpPr>
        <p:spPr>
          <a:xfrm>
            <a:off x="6019800" y="33147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Synopsis</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or Abstract</a:t>
            </a:r>
            <a:endParaRPr/>
          </a:p>
        </p:txBody>
      </p:sp>
      <p:sp>
        <p:nvSpPr>
          <p:cNvPr id="1033" name="Google Shape;1033;p28"/>
          <p:cNvSpPr txBox="1"/>
          <p:nvPr/>
        </p:nvSpPr>
        <p:spPr>
          <a:xfrm>
            <a:off x="3314700" y="19050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Letter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Authorization</a:t>
            </a:r>
            <a:endParaRPr/>
          </a:p>
        </p:txBody>
      </p:sp>
      <p:sp>
        <p:nvSpPr>
          <p:cNvPr id="1034" name="Google Shape;1034;p28"/>
          <p:cNvSpPr txBox="1"/>
          <p:nvPr/>
        </p:nvSpPr>
        <p:spPr>
          <a:xfrm>
            <a:off x="3314700" y="47244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Table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Contents</a:t>
            </a:r>
            <a:endParaRPr/>
          </a:p>
        </p:txBody>
      </p:sp>
      <p:sp>
        <p:nvSpPr>
          <p:cNvPr id="1035" name="Google Shape;1035;p28"/>
          <p:cNvSpPr txBox="1"/>
          <p:nvPr/>
        </p:nvSpPr>
        <p:spPr>
          <a:xfrm>
            <a:off x="3314700" y="3314700"/>
            <a:ext cx="2514600" cy="129540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dk1"/>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Letter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Transmittal</a:t>
            </a:r>
            <a:endParaRPr/>
          </a:p>
        </p:txBody>
      </p:sp>
    </p:spTree>
  </p:cSld>
  <p:clrMapOvr>
    <a:masterClrMapping/>
  </p:clrMapOvr>
  <p:transition spd="slow">
    <p:checker dir="ver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29"/>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42" name="Google Shape;1042;p29"/>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43" name="Google Shape;1043;p29"/>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044" name="Google Shape;1044;p29"/>
          <p:cNvSpPr txBox="1"/>
          <p:nvPr/>
        </p:nvSpPr>
        <p:spPr>
          <a:xfrm>
            <a:off x="4572000" y="2209800"/>
            <a:ext cx="4114800" cy="3962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45" name="Google Shape;1045;p29"/>
          <p:cNvSpPr txBox="1"/>
          <p:nvPr>
            <p:ph type="title"/>
          </p:nvPr>
        </p:nvSpPr>
        <p:spPr>
          <a:xfrm>
            <a:off x="457200" y="381000"/>
            <a:ext cx="8229600" cy="1828800"/>
          </a:xfrm>
          <a:prstGeom prst="rect">
            <a:avLst/>
          </a:prstGeom>
          <a:solidFill>
            <a:srgbClr val="0066FF"/>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Text of the Report</a:t>
            </a:r>
            <a:endParaRPr/>
          </a:p>
        </p:txBody>
      </p:sp>
      <p:grpSp>
        <p:nvGrpSpPr>
          <p:cNvPr id="1046" name="Google Shape;1046;p29"/>
          <p:cNvGrpSpPr/>
          <p:nvPr/>
        </p:nvGrpSpPr>
        <p:grpSpPr>
          <a:xfrm>
            <a:off x="457200" y="2209800"/>
            <a:ext cx="4114800" cy="3962400"/>
            <a:chOff x="2880" y="1392"/>
            <a:chExt cx="2592" cy="2160"/>
          </a:xfrm>
        </p:grpSpPr>
        <p:sp>
          <p:nvSpPr>
            <p:cNvPr id="1047" name="Google Shape;1047;p29"/>
            <p:cNvSpPr txBox="1"/>
            <p:nvPr/>
          </p:nvSpPr>
          <p:spPr>
            <a:xfrm>
              <a:off x="2880" y="1392"/>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Introduction</a:t>
              </a:r>
              <a:endParaRPr/>
            </a:p>
          </p:txBody>
        </p:sp>
        <p:sp>
          <p:nvSpPr>
            <p:cNvPr id="1048" name="Google Shape;1048;p29"/>
            <p:cNvSpPr txBox="1"/>
            <p:nvPr/>
          </p:nvSpPr>
          <p:spPr>
            <a:xfrm>
              <a:off x="2880" y="2112"/>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Body</a:t>
              </a:r>
              <a:endParaRPr/>
            </a:p>
          </p:txBody>
        </p:sp>
        <p:sp>
          <p:nvSpPr>
            <p:cNvPr id="1049" name="Google Shape;1049;p29"/>
            <p:cNvSpPr txBox="1"/>
            <p:nvPr/>
          </p:nvSpPr>
          <p:spPr>
            <a:xfrm>
              <a:off x="2880" y="2832"/>
              <a:ext cx="2592" cy="72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ahoma"/>
                <a:buNone/>
              </a:pPr>
              <a:r>
                <a:rPr b="1" i="0" lang="en-US" sz="3600" u="none">
                  <a:solidFill>
                    <a:schemeClr val="dk1"/>
                  </a:solidFill>
                  <a:latin typeface="Tahoma"/>
                  <a:ea typeface="Tahoma"/>
                  <a:cs typeface="Tahoma"/>
                  <a:sym typeface="Tahoma"/>
                </a:rPr>
                <a:t>Closing</a:t>
              </a:r>
              <a:endParaRPr/>
            </a:p>
          </p:txBody>
        </p:sp>
      </p:grpSp>
      <p:grpSp>
        <p:nvGrpSpPr>
          <p:cNvPr id="1050" name="Google Shape;1050;p29"/>
          <p:cNvGrpSpPr/>
          <p:nvPr/>
        </p:nvGrpSpPr>
        <p:grpSpPr>
          <a:xfrm>
            <a:off x="4648200" y="2590800"/>
            <a:ext cx="4021137" cy="3544887"/>
            <a:chOff x="299" y="1685"/>
            <a:chExt cx="2533" cy="2180"/>
          </a:xfrm>
        </p:grpSpPr>
        <p:sp>
          <p:nvSpPr>
            <p:cNvPr id="1051" name="Google Shape;1051;p29"/>
            <p:cNvSpPr/>
            <p:nvPr/>
          </p:nvSpPr>
          <p:spPr>
            <a:xfrm>
              <a:off x="299" y="2263"/>
              <a:ext cx="1257" cy="1602"/>
            </a:xfrm>
            <a:custGeom>
              <a:rect b="b" l="l" r="r" t="t"/>
              <a:pathLst>
                <a:path extrusionOk="0" h="1602" w="1257">
                  <a:moveTo>
                    <a:pt x="1084" y="1541"/>
                  </a:moveTo>
                  <a:lnTo>
                    <a:pt x="1062" y="1549"/>
                  </a:lnTo>
                  <a:lnTo>
                    <a:pt x="1040" y="1557"/>
                  </a:lnTo>
                  <a:lnTo>
                    <a:pt x="1016" y="1564"/>
                  </a:lnTo>
                  <a:lnTo>
                    <a:pt x="994" y="1568"/>
                  </a:lnTo>
                  <a:lnTo>
                    <a:pt x="971" y="1573"/>
                  </a:lnTo>
                  <a:lnTo>
                    <a:pt x="948" y="1576"/>
                  </a:lnTo>
                  <a:lnTo>
                    <a:pt x="924" y="1579"/>
                  </a:lnTo>
                  <a:lnTo>
                    <a:pt x="900" y="1580"/>
                  </a:lnTo>
                  <a:lnTo>
                    <a:pt x="883" y="1581"/>
                  </a:lnTo>
                  <a:lnTo>
                    <a:pt x="866" y="1581"/>
                  </a:lnTo>
                  <a:lnTo>
                    <a:pt x="849" y="1583"/>
                  </a:lnTo>
                  <a:lnTo>
                    <a:pt x="833" y="1583"/>
                  </a:lnTo>
                  <a:lnTo>
                    <a:pt x="816" y="1583"/>
                  </a:lnTo>
                  <a:lnTo>
                    <a:pt x="797" y="1581"/>
                  </a:lnTo>
                  <a:lnTo>
                    <a:pt x="777" y="1580"/>
                  </a:lnTo>
                  <a:lnTo>
                    <a:pt x="754" y="1576"/>
                  </a:lnTo>
                  <a:lnTo>
                    <a:pt x="741" y="1575"/>
                  </a:lnTo>
                  <a:lnTo>
                    <a:pt x="725" y="1568"/>
                  </a:lnTo>
                  <a:lnTo>
                    <a:pt x="710" y="1561"/>
                  </a:lnTo>
                  <a:lnTo>
                    <a:pt x="694" y="1554"/>
                  </a:lnTo>
                  <a:lnTo>
                    <a:pt x="680" y="1552"/>
                  </a:lnTo>
                  <a:lnTo>
                    <a:pt x="667" y="1553"/>
                  </a:lnTo>
                  <a:lnTo>
                    <a:pt x="657" y="1561"/>
                  </a:lnTo>
                  <a:lnTo>
                    <a:pt x="650" y="1579"/>
                  </a:lnTo>
                  <a:lnTo>
                    <a:pt x="636" y="1588"/>
                  </a:lnTo>
                  <a:lnTo>
                    <a:pt x="618" y="1595"/>
                  </a:lnTo>
                  <a:lnTo>
                    <a:pt x="595" y="1599"/>
                  </a:lnTo>
                  <a:lnTo>
                    <a:pt x="572" y="1602"/>
                  </a:lnTo>
                  <a:lnTo>
                    <a:pt x="547" y="1602"/>
                  </a:lnTo>
                  <a:lnTo>
                    <a:pt x="520" y="1602"/>
                  </a:lnTo>
                  <a:lnTo>
                    <a:pt x="493" y="1599"/>
                  </a:lnTo>
                  <a:lnTo>
                    <a:pt x="466" y="1596"/>
                  </a:lnTo>
                  <a:lnTo>
                    <a:pt x="436" y="1591"/>
                  </a:lnTo>
                  <a:lnTo>
                    <a:pt x="407" y="1585"/>
                  </a:lnTo>
                  <a:lnTo>
                    <a:pt x="381" y="1580"/>
                  </a:lnTo>
                  <a:lnTo>
                    <a:pt x="359" y="1576"/>
                  </a:lnTo>
                  <a:lnTo>
                    <a:pt x="339" y="1571"/>
                  </a:lnTo>
                  <a:lnTo>
                    <a:pt x="325" y="1567"/>
                  </a:lnTo>
                  <a:lnTo>
                    <a:pt x="316" y="1565"/>
                  </a:lnTo>
                  <a:lnTo>
                    <a:pt x="312" y="1564"/>
                  </a:lnTo>
                  <a:lnTo>
                    <a:pt x="294" y="1565"/>
                  </a:lnTo>
                  <a:lnTo>
                    <a:pt x="274" y="1568"/>
                  </a:lnTo>
                  <a:lnTo>
                    <a:pt x="254" y="1569"/>
                  </a:lnTo>
                  <a:lnTo>
                    <a:pt x="234" y="1569"/>
                  </a:lnTo>
                  <a:lnTo>
                    <a:pt x="213" y="1571"/>
                  </a:lnTo>
                  <a:lnTo>
                    <a:pt x="193" y="1571"/>
                  </a:lnTo>
                  <a:lnTo>
                    <a:pt x="173" y="1569"/>
                  </a:lnTo>
                  <a:lnTo>
                    <a:pt x="154" y="1568"/>
                  </a:lnTo>
                  <a:lnTo>
                    <a:pt x="139" y="1565"/>
                  </a:lnTo>
                  <a:lnTo>
                    <a:pt x="125" y="1562"/>
                  </a:lnTo>
                  <a:lnTo>
                    <a:pt x="111" y="1560"/>
                  </a:lnTo>
                  <a:lnTo>
                    <a:pt x="99" y="1554"/>
                  </a:lnTo>
                  <a:lnTo>
                    <a:pt x="87" y="1550"/>
                  </a:lnTo>
                  <a:lnTo>
                    <a:pt x="76" y="1545"/>
                  </a:lnTo>
                  <a:lnTo>
                    <a:pt x="67" y="1538"/>
                  </a:lnTo>
                  <a:lnTo>
                    <a:pt x="57" y="1530"/>
                  </a:lnTo>
                  <a:lnTo>
                    <a:pt x="56" y="1506"/>
                  </a:lnTo>
                  <a:lnTo>
                    <a:pt x="59" y="1480"/>
                  </a:lnTo>
                  <a:lnTo>
                    <a:pt x="64" y="1455"/>
                  </a:lnTo>
                  <a:lnTo>
                    <a:pt x="69" y="1429"/>
                  </a:lnTo>
                  <a:lnTo>
                    <a:pt x="70" y="1405"/>
                  </a:lnTo>
                  <a:lnTo>
                    <a:pt x="67" y="1382"/>
                  </a:lnTo>
                  <a:lnTo>
                    <a:pt x="55" y="1364"/>
                  </a:lnTo>
                  <a:lnTo>
                    <a:pt x="33" y="1349"/>
                  </a:lnTo>
                  <a:lnTo>
                    <a:pt x="31" y="1341"/>
                  </a:lnTo>
                  <a:lnTo>
                    <a:pt x="26" y="1336"/>
                  </a:lnTo>
                  <a:lnTo>
                    <a:pt x="21" y="1332"/>
                  </a:lnTo>
                  <a:lnTo>
                    <a:pt x="16" y="1328"/>
                  </a:lnTo>
                  <a:lnTo>
                    <a:pt x="17" y="1309"/>
                  </a:lnTo>
                  <a:lnTo>
                    <a:pt x="15" y="1290"/>
                  </a:lnTo>
                  <a:lnTo>
                    <a:pt x="8" y="1273"/>
                  </a:lnTo>
                  <a:lnTo>
                    <a:pt x="0" y="1255"/>
                  </a:lnTo>
                  <a:lnTo>
                    <a:pt x="0" y="1233"/>
                  </a:lnTo>
                  <a:lnTo>
                    <a:pt x="2" y="1212"/>
                  </a:lnTo>
                  <a:lnTo>
                    <a:pt x="5" y="1192"/>
                  </a:lnTo>
                  <a:lnTo>
                    <a:pt x="12" y="1171"/>
                  </a:lnTo>
                  <a:lnTo>
                    <a:pt x="20" y="1154"/>
                  </a:lnTo>
                  <a:lnTo>
                    <a:pt x="30" y="1138"/>
                  </a:lnTo>
                  <a:lnTo>
                    <a:pt x="44" y="1124"/>
                  </a:lnTo>
                  <a:lnTo>
                    <a:pt x="61" y="1115"/>
                  </a:lnTo>
                  <a:lnTo>
                    <a:pt x="65" y="1082"/>
                  </a:lnTo>
                  <a:lnTo>
                    <a:pt x="63" y="1050"/>
                  </a:lnTo>
                  <a:lnTo>
                    <a:pt x="60" y="1018"/>
                  </a:lnTo>
                  <a:lnTo>
                    <a:pt x="64" y="988"/>
                  </a:lnTo>
                  <a:lnTo>
                    <a:pt x="70" y="988"/>
                  </a:lnTo>
                  <a:lnTo>
                    <a:pt x="76" y="988"/>
                  </a:lnTo>
                  <a:lnTo>
                    <a:pt x="82" y="989"/>
                  </a:lnTo>
                  <a:lnTo>
                    <a:pt x="87" y="991"/>
                  </a:lnTo>
                  <a:lnTo>
                    <a:pt x="93" y="992"/>
                  </a:lnTo>
                  <a:lnTo>
                    <a:pt x="98" y="993"/>
                  </a:lnTo>
                  <a:lnTo>
                    <a:pt x="103" y="996"/>
                  </a:lnTo>
                  <a:lnTo>
                    <a:pt x="108" y="997"/>
                  </a:lnTo>
                  <a:lnTo>
                    <a:pt x="108" y="979"/>
                  </a:lnTo>
                  <a:lnTo>
                    <a:pt x="106" y="960"/>
                  </a:lnTo>
                  <a:lnTo>
                    <a:pt x="100" y="942"/>
                  </a:lnTo>
                  <a:lnTo>
                    <a:pt x="94" y="925"/>
                  </a:lnTo>
                  <a:lnTo>
                    <a:pt x="86" y="906"/>
                  </a:lnTo>
                  <a:lnTo>
                    <a:pt x="80" y="888"/>
                  </a:lnTo>
                  <a:lnTo>
                    <a:pt x="73" y="871"/>
                  </a:lnTo>
                  <a:lnTo>
                    <a:pt x="68" y="852"/>
                  </a:lnTo>
                  <a:lnTo>
                    <a:pt x="65" y="833"/>
                  </a:lnTo>
                  <a:lnTo>
                    <a:pt x="65" y="813"/>
                  </a:lnTo>
                  <a:lnTo>
                    <a:pt x="70" y="792"/>
                  </a:lnTo>
                  <a:lnTo>
                    <a:pt x="77" y="771"/>
                  </a:lnTo>
                  <a:lnTo>
                    <a:pt x="85" y="751"/>
                  </a:lnTo>
                  <a:lnTo>
                    <a:pt x="95" y="732"/>
                  </a:lnTo>
                  <a:lnTo>
                    <a:pt x="106" y="714"/>
                  </a:lnTo>
                  <a:lnTo>
                    <a:pt x="115" y="698"/>
                  </a:lnTo>
                  <a:lnTo>
                    <a:pt x="356" y="590"/>
                  </a:lnTo>
                  <a:lnTo>
                    <a:pt x="372" y="581"/>
                  </a:lnTo>
                  <a:lnTo>
                    <a:pt x="375" y="569"/>
                  </a:lnTo>
                  <a:lnTo>
                    <a:pt x="371" y="557"/>
                  </a:lnTo>
                  <a:lnTo>
                    <a:pt x="363" y="543"/>
                  </a:lnTo>
                  <a:lnTo>
                    <a:pt x="356" y="547"/>
                  </a:lnTo>
                  <a:lnTo>
                    <a:pt x="347" y="550"/>
                  </a:lnTo>
                  <a:lnTo>
                    <a:pt x="338" y="551"/>
                  </a:lnTo>
                  <a:lnTo>
                    <a:pt x="330" y="548"/>
                  </a:lnTo>
                  <a:lnTo>
                    <a:pt x="328" y="536"/>
                  </a:lnTo>
                  <a:lnTo>
                    <a:pt x="330" y="521"/>
                  </a:lnTo>
                  <a:lnTo>
                    <a:pt x="333" y="508"/>
                  </a:lnTo>
                  <a:lnTo>
                    <a:pt x="336" y="494"/>
                  </a:lnTo>
                  <a:lnTo>
                    <a:pt x="341" y="481"/>
                  </a:lnTo>
                  <a:lnTo>
                    <a:pt x="349" y="466"/>
                  </a:lnTo>
                  <a:lnTo>
                    <a:pt x="358" y="453"/>
                  </a:lnTo>
                  <a:lnTo>
                    <a:pt x="369" y="441"/>
                  </a:lnTo>
                  <a:lnTo>
                    <a:pt x="381" y="430"/>
                  </a:lnTo>
                  <a:lnTo>
                    <a:pt x="394" y="422"/>
                  </a:lnTo>
                  <a:lnTo>
                    <a:pt x="407" y="415"/>
                  </a:lnTo>
                  <a:lnTo>
                    <a:pt x="421" y="411"/>
                  </a:lnTo>
                  <a:lnTo>
                    <a:pt x="421" y="383"/>
                  </a:lnTo>
                  <a:lnTo>
                    <a:pt x="414" y="356"/>
                  </a:lnTo>
                  <a:lnTo>
                    <a:pt x="402" y="329"/>
                  </a:lnTo>
                  <a:lnTo>
                    <a:pt x="394" y="302"/>
                  </a:lnTo>
                  <a:lnTo>
                    <a:pt x="393" y="269"/>
                  </a:lnTo>
                  <a:lnTo>
                    <a:pt x="395" y="237"/>
                  </a:lnTo>
                  <a:lnTo>
                    <a:pt x="402" y="206"/>
                  </a:lnTo>
                  <a:lnTo>
                    <a:pt x="412" y="176"/>
                  </a:lnTo>
                  <a:lnTo>
                    <a:pt x="425" y="148"/>
                  </a:lnTo>
                  <a:lnTo>
                    <a:pt x="443" y="122"/>
                  </a:lnTo>
                  <a:lnTo>
                    <a:pt x="464" y="99"/>
                  </a:lnTo>
                  <a:lnTo>
                    <a:pt x="490" y="78"/>
                  </a:lnTo>
                  <a:lnTo>
                    <a:pt x="506" y="67"/>
                  </a:lnTo>
                  <a:lnTo>
                    <a:pt x="523" y="58"/>
                  </a:lnTo>
                  <a:lnTo>
                    <a:pt x="540" y="48"/>
                  </a:lnTo>
                  <a:lnTo>
                    <a:pt x="555" y="40"/>
                  </a:lnTo>
                  <a:lnTo>
                    <a:pt x="573" y="32"/>
                  </a:lnTo>
                  <a:lnTo>
                    <a:pt x="590" y="24"/>
                  </a:lnTo>
                  <a:lnTo>
                    <a:pt x="607" y="17"/>
                  </a:lnTo>
                  <a:lnTo>
                    <a:pt x="625" y="12"/>
                  </a:lnTo>
                  <a:lnTo>
                    <a:pt x="644" y="6"/>
                  </a:lnTo>
                  <a:lnTo>
                    <a:pt x="662" y="4"/>
                  </a:lnTo>
                  <a:lnTo>
                    <a:pt x="681" y="1"/>
                  </a:lnTo>
                  <a:lnTo>
                    <a:pt x="699" y="0"/>
                  </a:lnTo>
                  <a:lnTo>
                    <a:pt x="719" y="0"/>
                  </a:lnTo>
                  <a:lnTo>
                    <a:pt x="738" y="1"/>
                  </a:lnTo>
                  <a:lnTo>
                    <a:pt x="759" y="4"/>
                  </a:lnTo>
                  <a:lnTo>
                    <a:pt x="779" y="9"/>
                  </a:lnTo>
                  <a:lnTo>
                    <a:pt x="805" y="17"/>
                  </a:lnTo>
                  <a:lnTo>
                    <a:pt x="828" y="28"/>
                  </a:lnTo>
                  <a:lnTo>
                    <a:pt x="851" y="44"/>
                  </a:lnTo>
                  <a:lnTo>
                    <a:pt x="872" y="62"/>
                  </a:lnTo>
                  <a:lnTo>
                    <a:pt x="890" y="83"/>
                  </a:lnTo>
                  <a:lnTo>
                    <a:pt x="907" y="106"/>
                  </a:lnTo>
                  <a:lnTo>
                    <a:pt x="920" y="130"/>
                  </a:lnTo>
                  <a:lnTo>
                    <a:pt x="931" y="156"/>
                  </a:lnTo>
                  <a:lnTo>
                    <a:pt x="929" y="163"/>
                  </a:lnTo>
                  <a:lnTo>
                    <a:pt x="926" y="167"/>
                  </a:lnTo>
                  <a:lnTo>
                    <a:pt x="922" y="171"/>
                  </a:lnTo>
                  <a:lnTo>
                    <a:pt x="915" y="174"/>
                  </a:lnTo>
                  <a:lnTo>
                    <a:pt x="909" y="176"/>
                  </a:lnTo>
                  <a:lnTo>
                    <a:pt x="901" y="179"/>
                  </a:lnTo>
                  <a:lnTo>
                    <a:pt x="894" y="182"/>
                  </a:lnTo>
                  <a:lnTo>
                    <a:pt x="889" y="184"/>
                  </a:lnTo>
                  <a:lnTo>
                    <a:pt x="905" y="225"/>
                  </a:lnTo>
                  <a:lnTo>
                    <a:pt x="918" y="267"/>
                  </a:lnTo>
                  <a:lnTo>
                    <a:pt x="927" y="311"/>
                  </a:lnTo>
                  <a:lnTo>
                    <a:pt x="933" y="357"/>
                  </a:lnTo>
                  <a:lnTo>
                    <a:pt x="936" y="403"/>
                  </a:lnTo>
                  <a:lnTo>
                    <a:pt x="935" y="449"/>
                  </a:lnTo>
                  <a:lnTo>
                    <a:pt x="931" y="494"/>
                  </a:lnTo>
                  <a:lnTo>
                    <a:pt x="922" y="539"/>
                  </a:lnTo>
                  <a:lnTo>
                    <a:pt x="944" y="546"/>
                  </a:lnTo>
                  <a:lnTo>
                    <a:pt x="966" y="554"/>
                  </a:lnTo>
                  <a:lnTo>
                    <a:pt x="987" y="565"/>
                  </a:lnTo>
                  <a:lnTo>
                    <a:pt x="1009" y="574"/>
                  </a:lnTo>
                  <a:lnTo>
                    <a:pt x="1028" y="586"/>
                  </a:lnTo>
                  <a:lnTo>
                    <a:pt x="1049" y="597"/>
                  </a:lnTo>
                  <a:lnTo>
                    <a:pt x="1070" y="608"/>
                  </a:lnTo>
                  <a:lnTo>
                    <a:pt x="1091" y="619"/>
                  </a:lnTo>
                  <a:lnTo>
                    <a:pt x="1107" y="636"/>
                  </a:lnTo>
                  <a:lnTo>
                    <a:pt x="1119" y="655"/>
                  </a:lnTo>
                  <a:lnTo>
                    <a:pt x="1128" y="675"/>
                  </a:lnTo>
                  <a:lnTo>
                    <a:pt x="1135" y="697"/>
                  </a:lnTo>
                  <a:lnTo>
                    <a:pt x="1137" y="720"/>
                  </a:lnTo>
                  <a:lnTo>
                    <a:pt x="1140" y="744"/>
                  </a:lnTo>
                  <a:lnTo>
                    <a:pt x="1141" y="768"/>
                  </a:lnTo>
                  <a:lnTo>
                    <a:pt x="1143" y="791"/>
                  </a:lnTo>
                  <a:lnTo>
                    <a:pt x="1144" y="869"/>
                  </a:lnTo>
                  <a:lnTo>
                    <a:pt x="1153" y="944"/>
                  </a:lnTo>
                  <a:lnTo>
                    <a:pt x="1169" y="1016"/>
                  </a:lnTo>
                  <a:lnTo>
                    <a:pt x="1188" y="1086"/>
                  </a:lnTo>
                  <a:lnTo>
                    <a:pt x="1210" y="1157"/>
                  </a:lnTo>
                  <a:lnTo>
                    <a:pt x="1230" y="1228"/>
                  </a:lnTo>
                  <a:lnTo>
                    <a:pt x="1247" y="1300"/>
                  </a:lnTo>
                  <a:lnTo>
                    <a:pt x="1257" y="1374"/>
                  </a:lnTo>
                  <a:lnTo>
                    <a:pt x="1254" y="1389"/>
                  </a:lnTo>
                  <a:lnTo>
                    <a:pt x="1249" y="1402"/>
                  </a:lnTo>
                  <a:lnTo>
                    <a:pt x="1241" y="1416"/>
                  </a:lnTo>
                  <a:lnTo>
                    <a:pt x="1232" y="1428"/>
                  </a:lnTo>
                  <a:lnTo>
                    <a:pt x="1223" y="1440"/>
                  </a:lnTo>
                  <a:lnTo>
                    <a:pt x="1211" y="1451"/>
                  </a:lnTo>
                  <a:lnTo>
                    <a:pt x="1200" y="1460"/>
                  </a:lnTo>
                  <a:lnTo>
                    <a:pt x="1188" y="1468"/>
                  </a:lnTo>
                  <a:lnTo>
                    <a:pt x="1175" y="1471"/>
                  </a:lnTo>
                  <a:lnTo>
                    <a:pt x="1163" y="1473"/>
                  </a:lnTo>
                  <a:lnTo>
                    <a:pt x="1150" y="1478"/>
                  </a:lnTo>
                  <a:lnTo>
                    <a:pt x="1139" y="1483"/>
                  </a:lnTo>
                  <a:lnTo>
                    <a:pt x="1127" y="1487"/>
                  </a:lnTo>
                  <a:lnTo>
                    <a:pt x="1115" y="1492"/>
                  </a:lnTo>
                  <a:lnTo>
                    <a:pt x="1104" y="1496"/>
                  </a:lnTo>
                  <a:lnTo>
                    <a:pt x="1092" y="1499"/>
                  </a:lnTo>
                  <a:lnTo>
                    <a:pt x="1084" y="154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2" name="Google Shape;1052;p29"/>
            <p:cNvSpPr/>
            <p:nvPr/>
          </p:nvSpPr>
          <p:spPr>
            <a:xfrm>
              <a:off x="1360" y="1685"/>
              <a:ext cx="1472" cy="2119"/>
            </a:xfrm>
            <a:custGeom>
              <a:rect b="b" l="l" r="r" t="t"/>
              <a:pathLst>
                <a:path extrusionOk="0" h="2119" w="1472">
                  <a:moveTo>
                    <a:pt x="461" y="2061"/>
                  </a:moveTo>
                  <a:lnTo>
                    <a:pt x="452" y="2058"/>
                  </a:lnTo>
                  <a:lnTo>
                    <a:pt x="442" y="2058"/>
                  </a:lnTo>
                  <a:lnTo>
                    <a:pt x="432" y="2060"/>
                  </a:lnTo>
                  <a:lnTo>
                    <a:pt x="422" y="2062"/>
                  </a:lnTo>
                  <a:lnTo>
                    <a:pt x="413" y="2065"/>
                  </a:lnTo>
                  <a:lnTo>
                    <a:pt x="403" y="2066"/>
                  </a:lnTo>
                  <a:lnTo>
                    <a:pt x="392" y="2065"/>
                  </a:lnTo>
                  <a:lnTo>
                    <a:pt x="382" y="2060"/>
                  </a:lnTo>
                  <a:lnTo>
                    <a:pt x="374" y="2050"/>
                  </a:lnTo>
                  <a:lnTo>
                    <a:pt x="367" y="2041"/>
                  </a:lnTo>
                  <a:lnTo>
                    <a:pt x="361" y="2031"/>
                  </a:lnTo>
                  <a:lnTo>
                    <a:pt x="354" y="2022"/>
                  </a:lnTo>
                  <a:lnTo>
                    <a:pt x="348" y="2022"/>
                  </a:lnTo>
                  <a:lnTo>
                    <a:pt x="340" y="2023"/>
                  </a:lnTo>
                  <a:lnTo>
                    <a:pt x="334" y="2026"/>
                  </a:lnTo>
                  <a:lnTo>
                    <a:pt x="327" y="2029"/>
                  </a:lnTo>
                  <a:lnTo>
                    <a:pt x="321" y="2030"/>
                  </a:lnTo>
                  <a:lnTo>
                    <a:pt x="313" y="2031"/>
                  </a:lnTo>
                  <a:lnTo>
                    <a:pt x="306" y="2030"/>
                  </a:lnTo>
                  <a:lnTo>
                    <a:pt x="299" y="2027"/>
                  </a:lnTo>
                  <a:lnTo>
                    <a:pt x="167" y="1718"/>
                  </a:lnTo>
                  <a:lnTo>
                    <a:pt x="167" y="1709"/>
                  </a:lnTo>
                  <a:lnTo>
                    <a:pt x="171" y="1702"/>
                  </a:lnTo>
                  <a:lnTo>
                    <a:pt x="176" y="1698"/>
                  </a:lnTo>
                  <a:lnTo>
                    <a:pt x="183" y="1694"/>
                  </a:lnTo>
                  <a:lnTo>
                    <a:pt x="189" y="1690"/>
                  </a:lnTo>
                  <a:lnTo>
                    <a:pt x="193" y="1685"/>
                  </a:lnTo>
                  <a:lnTo>
                    <a:pt x="195" y="1678"/>
                  </a:lnTo>
                  <a:lnTo>
                    <a:pt x="191" y="1669"/>
                  </a:lnTo>
                  <a:lnTo>
                    <a:pt x="187" y="1656"/>
                  </a:lnTo>
                  <a:lnTo>
                    <a:pt x="182" y="1644"/>
                  </a:lnTo>
                  <a:lnTo>
                    <a:pt x="176" y="1632"/>
                  </a:lnTo>
                  <a:lnTo>
                    <a:pt x="170" y="1620"/>
                  </a:lnTo>
                  <a:lnTo>
                    <a:pt x="163" y="1609"/>
                  </a:lnTo>
                  <a:lnTo>
                    <a:pt x="158" y="1598"/>
                  </a:lnTo>
                  <a:lnTo>
                    <a:pt x="152" y="1588"/>
                  </a:lnTo>
                  <a:lnTo>
                    <a:pt x="147" y="1577"/>
                  </a:lnTo>
                  <a:lnTo>
                    <a:pt x="158" y="1562"/>
                  </a:lnTo>
                  <a:lnTo>
                    <a:pt x="144" y="1515"/>
                  </a:lnTo>
                  <a:lnTo>
                    <a:pt x="139" y="1466"/>
                  </a:lnTo>
                  <a:lnTo>
                    <a:pt x="137" y="1416"/>
                  </a:lnTo>
                  <a:lnTo>
                    <a:pt x="140" y="1365"/>
                  </a:lnTo>
                  <a:lnTo>
                    <a:pt x="141" y="1314"/>
                  </a:lnTo>
                  <a:lnTo>
                    <a:pt x="139" y="1264"/>
                  </a:lnTo>
                  <a:lnTo>
                    <a:pt x="128" y="1218"/>
                  </a:lnTo>
                  <a:lnTo>
                    <a:pt x="109" y="1174"/>
                  </a:lnTo>
                  <a:lnTo>
                    <a:pt x="96" y="1125"/>
                  </a:lnTo>
                  <a:lnTo>
                    <a:pt x="79" y="1078"/>
                  </a:lnTo>
                  <a:lnTo>
                    <a:pt x="59" y="1032"/>
                  </a:lnTo>
                  <a:lnTo>
                    <a:pt x="40" y="985"/>
                  </a:lnTo>
                  <a:lnTo>
                    <a:pt x="22" y="939"/>
                  </a:lnTo>
                  <a:lnTo>
                    <a:pt x="7" y="892"/>
                  </a:lnTo>
                  <a:lnTo>
                    <a:pt x="0" y="843"/>
                  </a:lnTo>
                  <a:lnTo>
                    <a:pt x="0" y="793"/>
                  </a:lnTo>
                  <a:lnTo>
                    <a:pt x="14" y="780"/>
                  </a:lnTo>
                  <a:lnTo>
                    <a:pt x="30" y="768"/>
                  </a:lnTo>
                  <a:lnTo>
                    <a:pt x="44" y="754"/>
                  </a:lnTo>
                  <a:lnTo>
                    <a:pt x="58" y="741"/>
                  </a:lnTo>
                  <a:lnTo>
                    <a:pt x="72" y="727"/>
                  </a:lnTo>
                  <a:lnTo>
                    <a:pt x="85" y="714"/>
                  </a:lnTo>
                  <a:lnTo>
                    <a:pt x="100" y="702"/>
                  </a:lnTo>
                  <a:lnTo>
                    <a:pt x="114" y="688"/>
                  </a:lnTo>
                  <a:lnTo>
                    <a:pt x="128" y="675"/>
                  </a:lnTo>
                  <a:lnTo>
                    <a:pt x="143" y="663"/>
                  </a:lnTo>
                  <a:lnTo>
                    <a:pt x="158" y="650"/>
                  </a:lnTo>
                  <a:lnTo>
                    <a:pt x="173" y="637"/>
                  </a:lnTo>
                  <a:lnTo>
                    <a:pt x="188" y="625"/>
                  </a:lnTo>
                  <a:lnTo>
                    <a:pt x="204" y="614"/>
                  </a:lnTo>
                  <a:lnTo>
                    <a:pt x="221" y="602"/>
                  </a:lnTo>
                  <a:lnTo>
                    <a:pt x="237" y="591"/>
                  </a:lnTo>
                  <a:lnTo>
                    <a:pt x="227" y="564"/>
                  </a:lnTo>
                  <a:lnTo>
                    <a:pt x="218" y="536"/>
                  </a:lnTo>
                  <a:lnTo>
                    <a:pt x="209" y="509"/>
                  </a:lnTo>
                  <a:lnTo>
                    <a:pt x="202" y="479"/>
                  </a:lnTo>
                  <a:lnTo>
                    <a:pt x="197" y="449"/>
                  </a:lnTo>
                  <a:lnTo>
                    <a:pt x="193" y="420"/>
                  </a:lnTo>
                  <a:lnTo>
                    <a:pt x="192" y="389"/>
                  </a:lnTo>
                  <a:lnTo>
                    <a:pt x="192" y="358"/>
                  </a:lnTo>
                  <a:lnTo>
                    <a:pt x="180" y="333"/>
                  </a:lnTo>
                  <a:lnTo>
                    <a:pt x="179" y="307"/>
                  </a:lnTo>
                  <a:lnTo>
                    <a:pt x="178" y="281"/>
                  </a:lnTo>
                  <a:lnTo>
                    <a:pt x="166" y="258"/>
                  </a:lnTo>
                  <a:lnTo>
                    <a:pt x="169" y="231"/>
                  </a:lnTo>
                  <a:lnTo>
                    <a:pt x="174" y="205"/>
                  </a:lnTo>
                  <a:lnTo>
                    <a:pt x="182" y="181"/>
                  </a:lnTo>
                  <a:lnTo>
                    <a:pt x="192" y="158"/>
                  </a:lnTo>
                  <a:lnTo>
                    <a:pt x="205" y="137"/>
                  </a:lnTo>
                  <a:lnTo>
                    <a:pt x="219" y="116"/>
                  </a:lnTo>
                  <a:lnTo>
                    <a:pt x="236" y="95"/>
                  </a:lnTo>
                  <a:lnTo>
                    <a:pt x="254" y="75"/>
                  </a:lnTo>
                  <a:lnTo>
                    <a:pt x="273" y="61"/>
                  </a:lnTo>
                  <a:lnTo>
                    <a:pt x="291" y="49"/>
                  </a:lnTo>
                  <a:lnTo>
                    <a:pt x="310" y="38"/>
                  </a:lnTo>
                  <a:lnTo>
                    <a:pt x="331" y="29"/>
                  </a:lnTo>
                  <a:lnTo>
                    <a:pt x="351" y="21"/>
                  </a:lnTo>
                  <a:lnTo>
                    <a:pt x="373" y="14"/>
                  </a:lnTo>
                  <a:lnTo>
                    <a:pt x="393" y="8"/>
                  </a:lnTo>
                  <a:lnTo>
                    <a:pt x="416" y="4"/>
                  </a:lnTo>
                  <a:lnTo>
                    <a:pt x="438" y="2"/>
                  </a:lnTo>
                  <a:lnTo>
                    <a:pt x="458" y="0"/>
                  </a:lnTo>
                  <a:lnTo>
                    <a:pt x="480" y="2"/>
                  </a:lnTo>
                  <a:lnTo>
                    <a:pt x="503" y="4"/>
                  </a:lnTo>
                  <a:lnTo>
                    <a:pt x="523" y="8"/>
                  </a:lnTo>
                  <a:lnTo>
                    <a:pt x="545" y="15"/>
                  </a:lnTo>
                  <a:lnTo>
                    <a:pt x="566" y="25"/>
                  </a:lnTo>
                  <a:lnTo>
                    <a:pt x="587" y="35"/>
                  </a:lnTo>
                  <a:lnTo>
                    <a:pt x="603" y="46"/>
                  </a:lnTo>
                  <a:lnTo>
                    <a:pt x="620" y="58"/>
                  </a:lnTo>
                  <a:lnTo>
                    <a:pt x="635" y="72"/>
                  </a:lnTo>
                  <a:lnTo>
                    <a:pt x="651" y="85"/>
                  </a:lnTo>
                  <a:lnTo>
                    <a:pt x="665" y="100"/>
                  </a:lnTo>
                  <a:lnTo>
                    <a:pt x="678" y="116"/>
                  </a:lnTo>
                  <a:lnTo>
                    <a:pt x="690" y="133"/>
                  </a:lnTo>
                  <a:lnTo>
                    <a:pt x="700" y="150"/>
                  </a:lnTo>
                  <a:lnTo>
                    <a:pt x="716" y="208"/>
                  </a:lnTo>
                  <a:lnTo>
                    <a:pt x="723" y="269"/>
                  </a:lnTo>
                  <a:lnTo>
                    <a:pt x="726" y="331"/>
                  </a:lnTo>
                  <a:lnTo>
                    <a:pt x="721" y="393"/>
                  </a:lnTo>
                  <a:lnTo>
                    <a:pt x="739" y="394"/>
                  </a:lnTo>
                  <a:lnTo>
                    <a:pt x="759" y="397"/>
                  </a:lnTo>
                  <a:lnTo>
                    <a:pt x="777" y="400"/>
                  </a:lnTo>
                  <a:lnTo>
                    <a:pt x="795" y="402"/>
                  </a:lnTo>
                  <a:lnTo>
                    <a:pt x="813" y="406"/>
                  </a:lnTo>
                  <a:lnTo>
                    <a:pt x="831" y="409"/>
                  </a:lnTo>
                  <a:lnTo>
                    <a:pt x="850" y="413"/>
                  </a:lnTo>
                  <a:lnTo>
                    <a:pt x="868" y="416"/>
                  </a:lnTo>
                  <a:lnTo>
                    <a:pt x="885" y="420"/>
                  </a:lnTo>
                  <a:lnTo>
                    <a:pt x="903" y="422"/>
                  </a:lnTo>
                  <a:lnTo>
                    <a:pt x="921" y="425"/>
                  </a:lnTo>
                  <a:lnTo>
                    <a:pt x="939" y="428"/>
                  </a:lnTo>
                  <a:lnTo>
                    <a:pt x="957" y="431"/>
                  </a:lnTo>
                  <a:lnTo>
                    <a:pt x="976" y="433"/>
                  </a:lnTo>
                  <a:lnTo>
                    <a:pt x="995" y="435"/>
                  </a:lnTo>
                  <a:lnTo>
                    <a:pt x="1013" y="436"/>
                  </a:lnTo>
                  <a:lnTo>
                    <a:pt x="1039" y="453"/>
                  </a:lnTo>
                  <a:lnTo>
                    <a:pt x="1061" y="475"/>
                  </a:lnTo>
                  <a:lnTo>
                    <a:pt x="1080" y="499"/>
                  </a:lnTo>
                  <a:lnTo>
                    <a:pt x="1095" y="526"/>
                  </a:lnTo>
                  <a:lnTo>
                    <a:pt x="1108" y="555"/>
                  </a:lnTo>
                  <a:lnTo>
                    <a:pt x="1122" y="584"/>
                  </a:lnTo>
                  <a:lnTo>
                    <a:pt x="1137" y="611"/>
                  </a:lnTo>
                  <a:lnTo>
                    <a:pt x="1152" y="638"/>
                  </a:lnTo>
                  <a:lnTo>
                    <a:pt x="1167" y="671"/>
                  </a:lnTo>
                  <a:lnTo>
                    <a:pt x="1184" y="703"/>
                  </a:lnTo>
                  <a:lnTo>
                    <a:pt x="1203" y="734"/>
                  </a:lnTo>
                  <a:lnTo>
                    <a:pt x="1222" y="764"/>
                  </a:lnTo>
                  <a:lnTo>
                    <a:pt x="1245" y="793"/>
                  </a:lnTo>
                  <a:lnTo>
                    <a:pt x="1267" y="823"/>
                  </a:lnTo>
                  <a:lnTo>
                    <a:pt x="1290" y="851"/>
                  </a:lnTo>
                  <a:lnTo>
                    <a:pt x="1312" y="881"/>
                  </a:lnTo>
                  <a:lnTo>
                    <a:pt x="1336" y="909"/>
                  </a:lnTo>
                  <a:lnTo>
                    <a:pt x="1359" y="939"/>
                  </a:lnTo>
                  <a:lnTo>
                    <a:pt x="1381" y="967"/>
                  </a:lnTo>
                  <a:lnTo>
                    <a:pt x="1402" y="997"/>
                  </a:lnTo>
                  <a:lnTo>
                    <a:pt x="1423" y="1028"/>
                  </a:lnTo>
                  <a:lnTo>
                    <a:pt x="1441" y="1059"/>
                  </a:lnTo>
                  <a:lnTo>
                    <a:pt x="1458" y="1091"/>
                  </a:lnTo>
                  <a:lnTo>
                    <a:pt x="1472" y="1124"/>
                  </a:lnTo>
                  <a:lnTo>
                    <a:pt x="1469" y="1147"/>
                  </a:lnTo>
                  <a:lnTo>
                    <a:pt x="1463" y="1170"/>
                  </a:lnTo>
                  <a:lnTo>
                    <a:pt x="1454" y="1190"/>
                  </a:lnTo>
                  <a:lnTo>
                    <a:pt x="1442" y="1209"/>
                  </a:lnTo>
                  <a:lnTo>
                    <a:pt x="1429" y="1229"/>
                  </a:lnTo>
                  <a:lnTo>
                    <a:pt x="1415" y="1248"/>
                  </a:lnTo>
                  <a:lnTo>
                    <a:pt x="1402" y="1267"/>
                  </a:lnTo>
                  <a:lnTo>
                    <a:pt x="1389" y="1287"/>
                  </a:lnTo>
                  <a:lnTo>
                    <a:pt x="1365" y="1314"/>
                  </a:lnTo>
                  <a:lnTo>
                    <a:pt x="1338" y="1344"/>
                  </a:lnTo>
                  <a:lnTo>
                    <a:pt x="1307" y="1373"/>
                  </a:lnTo>
                  <a:lnTo>
                    <a:pt x="1276" y="1402"/>
                  </a:lnTo>
                  <a:lnTo>
                    <a:pt x="1247" y="1427"/>
                  </a:lnTo>
                  <a:lnTo>
                    <a:pt x="1222" y="1447"/>
                  </a:lnTo>
                  <a:lnTo>
                    <a:pt x="1206" y="1461"/>
                  </a:lnTo>
                  <a:lnTo>
                    <a:pt x="1199" y="1468"/>
                  </a:lnTo>
                  <a:lnTo>
                    <a:pt x="1207" y="1517"/>
                  </a:lnTo>
                  <a:lnTo>
                    <a:pt x="1216" y="1566"/>
                  </a:lnTo>
                  <a:lnTo>
                    <a:pt x="1226" y="1615"/>
                  </a:lnTo>
                  <a:lnTo>
                    <a:pt x="1235" y="1662"/>
                  </a:lnTo>
                  <a:lnTo>
                    <a:pt x="1245" y="1710"/>
                  </a:lnTo>
                  <a:lnTo>
                    <a:pt x="1252" y="1760"/>
                  </a:lnTo>
                  <a:lnTo>
                    <a:pt x="1256" y="1811"/>
                  </a:lnTo>
                  <a:lnTo>
                    <a:pt x="1256" y="1864"/>
                  </a:lnTo>
                  <a:lnTo>
                    <a:pt x="1252" y="1875"/>
                  </a:lnTo>
                  <a:lnTo>
                    <a:pt x="1247" y="1886"/>
                  </a:lnTo>
                  <a:lnTo>
                    <a:pt x="1242" y="1894"/>
                  </a:lnTo>
                  <a:lnTo>
                    <a:pt x="1235" y="1902"/>
                  </a:lnTo>
                  <a:lnTo>
                    <a:pt x="1228" y="1910"/>
                  </a:lnTo>
                  <a:lnTo>
                    <a:pt x="1220" y="1917"/>
                  </a:lnTo>
                  <a:lnTo>
                    <a:pt x="1210" y="1923"/>
                  </a:lnTo>
                  <a:lnTo>
                    <a:pt x="1199" y="1929"/>
                  </a:lnTo>
                  <a:lnTo>
                    <a:pt x="1202" y="1979"/>
                  </a:lnTo>
                  <a:lnTo>
                    <a:pt x="1202" y="2025"/>
                  </a:lnTo>
                  <a:lnTo>
                    <a:pt x="1199" y="2070"/>
                  </a:lnTo>
                  <a:lnTo>
                    <a:pt x="1195" y="2119"/>
                  </a:lnTo>
                  <a:lnTo>
                    <a:pt x="461" y="2118"/>
                  </a:lnTo>
                  <a:lnTo>
                    <a:pt x="461" y="206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3" name="Google Shape;1053;p29"/>
            <p:cNvSpPr/>
            <p:nvPr/>
          </p:nvSpPr>
          <p:spPr>
            <a:xfrm>
              <a:off x="1587" y="1994"/>
              <a:ext cx="458" cy="345"/>
            </a:xfrm>
            <a:custGeom>
              <a:rect b="b" l="l" r="r" t="t"/>
              <a:pathLst>
                <a:path extrusionOk="0" h="345" w="458">
                  <a:moveTo>
                    <a:pt x="209" y="31"/>
                  </a:moveTo>
                  <a:lnTo>
                    <a:pt x="229" y="34"/>
                  </a:lnTo>
                  <a:lnTo>
                    <a:pt x="248" y="35"/>
                  </a:lnTo>
                  <a:lnTo>
                    <a:pt x="265" y="37"/>
                  </a:lnTo>
                  <a:lnTo>
                    <a:pt x="281" y="37"/>
                  </a:lnTo>
                  <a:lnTo>
                    <a:pt x="296" y="39"/>
                  </a:lnTo>
                  <a:lnTo>
                    <a:pt x="311" y="42"/>
                  </a:lnTo>
                  <a:lnTo>
                    <a:pt x="326" y="47"/>
                  </a:lnTo>
                  <a:lnTo>
                    <a:pt x="341" y="55"/>
                  </a:lnTo>
                  <a:lnTo>
                    <a:pt x="364" y="53"/>
                  </a:lnTo>
                  <a:lnTo>
                    <a:pt x="364" y="68"/>
                  </a:lnTo>
                  <a:lnTo>
                    <a:pt x="364" y="81"/>
                  </a:lnTo>
                  <a:lnTo>
                    <a:pt x="367" y="95"/>
                  </a:lnTo>
                  <a:lnTo>
                    <a:pt x="372" y="107"/>
                  </a:lnTo>
                  <a:lnTo>
                    <a:pt x="377" y="109"/>
                  </a:lnTo>
                  <a:lnTo>
                    <a:pt x="382" y="109"/>
                  </a:lnTo>
                  <a:lnTo>
                    <a:pt x="387" y="111"/>
                  </a:lnTo>
                  <a:lnTo>
                    <a:pt x="393" y="109"/>
                  </a:lnTo>
                  <a:lnTo>
                    <a:pt x="398" y="108"/>
                  </a:lnTo>
                  <a:lnTo>
                    <a:pt x="403" y="105"/>
                  </a:lnTo>
                  <a:lnTo>
                    <a:pt x="408" y="103"/>
                  </a:lnTo>
                  <a:lnTo>
                    <a:pt x="412" y="99"/>
                  </a:lnTo>
                  <a:lnTo>
                    <a:pt x="415" y="82"/>
                  </a:lnTo>
                  <a:lnTo>
                    <a:pt x="417" y="66"/>
                  </a:lnTo>
                  <a:lnTo>
                    <a:pt x="424" y="51"/>
                  </a:lnTo>
                  <a:lnTo>
                    <a:pt x="437" y="41"/>
                  </a:lnTo>
                  <a:lnTo>
                    <a:pt x="443" y="42"/>
                  </a:lnTo>
                  <a:lnTo>
                    <a:pt x="448" y="45"/>
                  </a:lnTo>
                  <a:lnTo>
                    <a:pt x="452" y="50"/>
                  </a:lnTo>
                  <a:lnTo>
                    <a:pt x="455" y="55"/>
                  </a:lnTo>
                  <a:lnTo>
                    <a:pt x="458" y="81"/>
                  </a:lnTo>
                  <a:lnTo>
                    <a:pt x="452" y="103"/>
                  </a:lnTo>
                  <a:lnTo>
                    <a:pt x="443" y="123"/>
                  </a:lnTo>
                  <a:lnTo>
                    <a:pt x="429" y="140"/>
                  </a:lnTo>
                  <a:lnTo>
                    <a:pt x="415" y="159"/>
                  </a:lnTo>
                  <a:lnTo>
                    <a:pt x="399" y="178"/>
                  </a:lnTo>
                  <a:lnTo>
                    <a:pt x="385" y="197"/>
                  </a:lnTo>
                  <a:lnTo>
                    <a:pt x="374" y="219"/>
                  </a:lnTo>
                  <a:lnTo>
                    <a:pt x="356" y="244"/>
                  </a:lnTo>
                  <a:lnTo>
                    <a:pt x="335" y="270"/>
                  </a:lnTo>
                  <a:lnTo>
                    <a:pt x="312" y="293"/>
                  </a:lnTo>
                  <a:lnTo>
                    <a:pt x="287" y="313"/>
                  </a:lnTo>
                  <a:lnTo>
                    <a:pt x="261" y="329"/>
                  </a:lnTo>
                  <a:lnTo>
                    <a:pt x="233" y="340"/>
                  </a:lnTo>
                  <a:lnTo>
                    <a:pt x="203" y="345"/>
                  </a:lnTo>
                  <a:lnTo>
                    <a:pt x="170" y="344"/>
                  </a:lnTo>
                  <a:lnTo>
                    <a:pt x="166" y="344"/>
                  </a:lnTo>
                  <a:lnTo>
                    <a:pt x="161" y="344"/>
                  </a:lnTo>
                  <a:lnTo>
                    <a:pt x="155" y="343"/>
                  </a:lnTo>
                  <a:lnTo>
                    <a:pt x="148" y="343"/>
                  </a:lnTo>
                  <a:lnTo>
                    <a:pt x="140" y="341"/>
                  </a:lnTo>
                  <a:lnTo>
                    <a:pt x="133" y="339"/>
                  </a:lnTo>
                  <a:lnTo>
                    <a:pt x="124" y="336"/>
                  </a:lnTo>
                  <a:lnTo>
                    <a:pt x="114" y="333"/>
                  </a:lnTo>
                  <a:lnTo>
                    <a:pt x="100" y="327"/>
                  </a:lnTo>
                  <a:lnTo>
                    <a:pt x="88" y="320"/>
                  </a:lnTo>
                  <a:lnTo>
                    <a:pt x="79" y="312"/>
                  </a:lnTo>
                  <a:lnTo>
                    <a:pt x="72" y="302"/>
                  </a:lnTo>
                  <a:lnTo>
                    <a:pt x="64" y="291"/>
                  </a:lnTo>
                  <a:lnTo>
                    <a:pt x="57" y="281"/>
                  </a:lnTo>
                  <a:lnTo>
                    <a:pt x="49" y="270"/>
                  </a:lnTo>
                  <a:lnTo>
                    <a:pt x="42" y="259"/>
                  </a:lnTo>
                  <a:lnTo>
                    <a:pt x="30" y="229"/>
                  </a:lnTo>
                  <a:lnTo>
                    <a:pt x="20" y="200"/>
                  </a:lnTo>
                  <a:lnTo>
                    <a:pt x="13" y="169"/>
                  </a:lnTo>
                  <a:lnTo>
                    <a:pt x="7" y="136"/>
                  </a:lnTo>
                  <a:lnTo>
                    <a:pt x="3" y="104"/>
                  </a:lnTo>
                  <a:lnTo>
                    <a:pt x="1" y="70"/>
                  </a:lnTo>
                  <a:lnTo>
                    <a:pt x="0" y="37"/>
                  </a:lnTo>
                  <a:lnTo>
                    <a:pt x="1" y="4"/>
                  </a:lnTo>
                  <a:lnTo>
                    <a:pt x="13" y="10"/>
                  </a:lnTo>
                  <a:lnTo>
                    <a:pt x="26" y="14"/>
                  </a:lnTo>
                  <a:lnTo>
                    <a:pt x="39" y="16"/>
                  </a:lnTo>
                  <a:lnTo>
                    <a:pt x="53" y="18"/>
                  </a:lnTo>
                  <a:lnTo>
                    <a:pt x="66" y="16"/>
                  </a:lnTo>
                  <a:lnTo>
                    <a:pt x="79" y="12"/>
                  </a:lnTo>
                  <a:lnTo>
                    <a:pt x="92" y="8"/>
                  </a:lnTo>
                  <a:lnTo>
                    <a:pt x="104" y="0"/>
                  </a:lnTo>
                  <a:lnTo>
                    <a:pt x="117" y="7"/>
                  </a:lnTo>
                  <a:lnTo>
                    <a:pt x="130" y="12"/>
                  </a:lnTo>
                  <a:lnTo>
                    <a:pt x="143" y="15"/>
                  </a:lnTo>
                  <a:lnTo>
                    <a:pt x="156" y="16"/>
                  </a:lnTo>
                  <a:lnTo>
                    <a:pt x="170" y="19"/>
                  </a:lnTo>
                  <a:lnTo>
                    <a:pt x="183" y="20"/>
                  </a:lnTo>
                  <a:lnTo>
                    <a:pt x="196" y="24"/>
                  </a:lnTo>
                  <a:lnTo>
                    <a:pt x="209" y="31"/>
                  </a:lnTo>
                  <a:close/>
                </a:path>
              </a:pathLst>
            </a:custGeom>
            <a:solidFill>
              <a:srgbClr val="A56D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4" name="Google Shape;1054;p29"/>
            <p:cNvSpPr/>
            <p:nvPr/>
          </p:nvSpPr>
          <p:spPr>
            <a:xfrm>
              <a:off x="1601" y="2051"/>
              <a:ext cx="107" cy="43"/>
            </a:xfrm>
            <a:custGeom>
              <a:rect b="b" l="l" r="r" t="t"/>
              <a:pathLst>
                <a:path extrusionOk="0" h="43" w="107">
                  <a:moveTo>
                    <a:pt x="107" y="25"/>
                  </a:moveTo>
                  <a:lnTo>
                    <a:pt x="106" y="39"/>
                  </a:lnTo>
                  <a:lnTo>
                    <a:pt x="98" y="43"/>
                  </a:lnTo>
                  <a:lnTo>
                    <a:pt x="86" y="43"/>
                  </a:lnTo>
                  <a:lnTo>
                    <a:pt x="76" y="40"/>
                  </a:lnTo>
                  <a:lnTo>
                    <a:pt x="68" y="38"/>
                  </a:lnTo>
                  <a:lnTo>
                    <a:pt x="60" y="34"/>
                  </a:lnTo>
                  <a:lnTo>
                    <a:pt x="51" y="30"/>
                  </a:lnTo>
                  <a:lnTo>
                    <a:pt x="43" y="25"/>
                  </a:lnTo>
                  <a:lnTo>
                    <a:pt x="35" y="23"/>
                  </a:lnTo>
                  <a:lnTo>
                    <a:pt x="28" y="21"/>
                  </a:lnTo>
                  <a:lnTo>
                    <a:pt x="19" y="20"/>
                  </a:lnTo>
                  <a:lnTo>
                    <a:pt x="9" y="21"/>
                  </a:lnTo>
                  <a:lnTo>
                    <a:pt x="6" y="17"/>
                  </a:lnTo>
                  <a:lnTo>
                    <a:pt x="2" y="12"/>
                  </a:lnTo>
                  <a:lnTo>
                    <a:pt x="0" y="7"/>
                  </a:lnTo>
                  <a:lnTo>
                    <a:pt x="3" y="3"/>
                  </a:lnTo>
                  <a:lnTo>
                    <a:pt x="17" y="1"/>
                  </a:lnTo>
                  <a:lnTo>
                    <a:pt x="32" y="0"/>
                  </a:lnTo>
                  <a:lnTo>
                    <a:pt x="46" y="0"/>
                  </a:lnTo>
                  <a:lnTo>
                    <a:pt x="60" y="0"/>
                  </a:lnTo>
                  <a:lnTo>
                    <a:pt x="74" y="3"/>
                  </a:lnTo>
                  <a:lnTo>
                    <a:pt x="87" y="8"/>
                  </a:lnTo>
                  <a:lnTo>
                    <a:pt x="98" y="15"/>
                  </a:lnTo>
                  <a:lnTo>
                    <a:pt x="107"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5" name="Google Shape;1055;p29"/>
            <p:cNvSpPr/>
            <p:nvPr/>
          </p:nvSpPr>
          <p:spPr>
            <a:xfrm>
              <a:off x="1781" y="2056"/>
              <a:ext cx="128" cy="41"/>
            </a:xfrm>
            <a:custGeom>
              <a:rect b="b" l="l" r="r" t="t"/>
              <a:pathLst>
                <a:path extrusionOk="0" h="41" w="128">
                  <a:moveTo>
                    <a:pt x="128" y="35"/>
                  </a:moveTo>
                  <a:lnTo>
                    <a:pt x="126" y="37"/>
                  </a:lnTo>
                  <a:lnTo>
                    <a:pt x="124" y="39"/>
                  </a:lnTo>
                  <a:lnTo>
                    <a:pt x="123" y="41"/>
                  </a:lnTo>
                  <a:lnTo>
                    <a:pt x="119" y="41"/>
                  </a:lnTo>
                  <a:lnTo>
                    <a:pt x="106" y="35"/>
                  </a:lnTo>
                  <a:lnTo>
                    <a:pt x="93" y="33"/>
                  </a:lnTo>
                  <a:lnTo>
                    <a:pt x="80" y="31"/>
                  </a:lnTo>
                  <a:lnTo>
                    <a:pt x="66" y="31"/>
                  </a:lnTo>
                  <a:lnTo>
                    <a:pt x="52" y="31"/>
                  </a:lnTo>
                  <a:lnTo>
                    <a:pt x="37" y="34"/>
                  </a:lnTo>
                  <a:lnTo>
                    <a:pt x="24" y="35"/>
                  </a:lnTo>
                  <a:lnTo>
                    <a:pt x="11" y="38"/>
                  </a:lnTo>
                  <a:lnTo>
                    <a:pt x="6" y="34"/>
                  </a:lnTo>
                  <a:lnTo>
                    <a:pt x="1" y="29"/>
                  </a:lnTo>
                  <a:lnTo>
                    <a:pt x="0" y="23"/>
                  </a:lnTo>
                  <a:lnTo>
                    <a:pt x="4" y="16"/>
                  </a:lnTo>
                  <a:lnTo>
                    <a:pt x="18" y="8"/>
                  </a:lnTo>
                  <a:lnTo>
                    <a:pt x="35" y="3"/>
                  </a:lnTo>
                  <a:lnTo>
                    <a:pt x="52" y="0"/>
                  </a:lnTo>
                  <a:lnTo>
                    <a:pt x="70" y="2"/>
                  </a:lnTo>
                  <a:lnTo>
                    <a:pt x="87" y="6"/>
                  </a:lnTo>
                  <a:lnTo>
                    <a:pt x="104" y="12"/>
                  </a:lnTo>
                  <a:lnTo>
                    <a:pt x="117" y="22"/>
                  </a:lnTo>
                  <a:lnTo>
                    <a:pt x="128" y="3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6" name="Google Shape;1056;p29"/>
            <p:cNvSpPr/>
            <p:nvPr/>
          </p:nvSpPr>
          <p:spPr>
            <a:xfrm>
              <a:off x="1623" y="2102"/>
              <a:ext cx="67" cy="45"/>
            </a:xfrm>
            <a:custGeom>
              <a:rect b="b" l="l" r="r" t="t"/>
              <a:pathLst>
                <a:path extrusionOk="0" h="45" w="67">
                  <a:moveTo>
                    <a:pt x="67" y="20"/>
                  </a:moveTo>
                  <a:lnTo>
                    <a:pt x="67" y="28"/>
                  </a:lnTo>
                  <a:lnTo>
                    <a:pt x="63" y="34"/>
                  </a:lnTo>
                  <a:lnTo>
                    <a:pt x="56" y="38"/>
                  </a:lnTo>
                  <a:lnTo>
                    <a:pt x="50" y="43"/>
                  </a:lnTo>
                  <a:lnTo>
                    <a:pt x="41" y="45"/>
                  </a:lnTo>
                  <a:lnTo>
                    <a:pt x="33" y="43"/>
                  </a:lnTo>
                  <a:lnTo>
                    <a:pt x="26" y="41"/>
                  </a:lnTo>
                  <a:lnTo>
                    <a:pt x="20" y="36"/>
                  </a:lnTo>
                  <a:lnTo>
                    <a:pt x="15" y="31"/>
                  </a:lnTo>
                  <a:lnTo>
                    <a:pt x="10" y="24"/>
                  </a:lnTo>
                  <a:lnTo>
                    <a:pt x="4" y="18"/>
                  </a:lnTo>
                  <a:lnTo>
                    <a:pt x="0" y="12"/>
                  </a:lnTo>
                  <a:lnTo>
                    <a:pt x="3" y="0"/>
                  </a:lnTo>
                  <a:lnTo>
                    <a:pt x="11" y="4"/>
                  </a:lnTo>
                  <a:lnTo>
                    <a:pt x="19" y="7"/>
                  </a:lnTo>
                  <a:lnTo>
                    <a:pt x="26" y="10"/>
                  </a:lnTo>
                  <a:lnTo>
                    <a:pt x="34" y="12"/>
                  </a:lnTo>
                  <a:lnTo>
                    <a:pt x="42" y="15"/>
                  </a:lnTo>
                  <a:lnTo>
                    <a:pt x="50" y="18"/>
                  </a:lnTo>
                  <a:lnTo>
                    <a:pt x="59" y="19"/>
                  </a:lnTo>
                  <a:lnTo>
                    <a:pt x="67" y="2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7" name="Google Shape;1057;p29"/>
            <p:cNvSpPr/>
            <p:nvPr/>
          </p:nvSpPr>
          <p:spPr>
            <a:xfrm>
              <a:off x="1413" y="2122"/>
              <a:ext cx="1372" cy="1122"/>
            </a:xfrm>
            <a:custGeom>
              <a:rect b="b" l="l" r="r" t="t"/>
              <a:pathLst>
                <a:path extrusionOk="0" h="1122" w="1372">
                  <a:moveTo>
                    <a:pt x="933" y="38"/>
                  </a:moveTo>
                  <a:lnTo>
                    <a:pt x="949" y="45"/>
                  </a:lnTo>
                  <a:lnTo>
                    <a:pt x="963" y="56"/>
                  </a:lnTo>
                  <a:lnTo>
                    <a:pt x="973" y="68"/>
                  </a:lnTo>
                  <a:lnTo>
                    <a:pt x="984" y="81"/>
                  </a:lnTo>
                  <a:lnTo>
                    <a:pt x="993" y="97"/>
                  </a:lnTo>
                  <a:lnTo>
                    <a:pt x="1001" y="112"/>
                  </a:lnTo>
                  <a:lnTo>
                    <a:pt x="1008" y="127"/>
                  </a:lnTo>
                  <a:lnTo>
                    <a:pt x="1017" y="142"/>
                  </a:lnTo>
                  <a:lnTo>
                    <a:pt x="1032" y="174"/>
                  </a:lnTo>
                  <a:lnTo>
                    <a:pt x="1046" y="207"/>
                  </a:lnTo>
                  <a:lnTo>
                    <a:pt x="1063" y="238"/>
                  </a:lnTo>
                  <a:lnTo>
                    <a:pt x="1080" y="267"/>
                  </a:lnTo>
                  <a:lnTo>
                    <a:pt x="1098" y="297"/>
                  </a:lnTo>
                  <a:lnTo>
                    <a:pt x="1118" y="327"/>
                  </a:lnTo>
                  <a:lnTo>
                    <a:pt x="1137" y="356"/>
                  </a:lnTo>
                  <a:lnTo>
                    <a:pt x="1158" y="385"/>
                  </a:lnTo>
                  <a:lnTo>
                    <a:pt x="1179" y="413"/>
                  </a:lnTo>
                  <a:lnTo>
                    <a:pt x="1201" y="441"/>
                  </a:lnTo>
                  <a:lnTo>
                    <a:pt x="1221" y="470"/>
                  </a:lnTo>
                  <a:lnTo>
                    <a:pt x="1244" y="499"/>
                  </a:lnTo>
                  <a:lnTo>
                    <a:pt x="1264" y="528"/>
                  </a:lnTo>
                  <a:lnTo>
                    <a:pt x="1285" y="556"/>
                  </a:lnTo>
                  <a:lnTo>
                    <a:pt x="1306" y="586"/>
                  </a:lnTo>
                  <a:lnTo>
                    <a:pt x="1327" y="615"/>
                  </a:lnTo>
                  <a:lnTo>
                    <a:pt x="1333" y="627"/>
                  </a:lnTo>
                  <a:lnTo>
                    <a:pt x="1340" y="640"/>
                  </a:lnTo>
                  <a:lnTo>
                    <a:pt x="1346" y="652"/>
                  </a:lnTo>
                  <a:lnTo>
                    <a:pt x="1354" y="664"/>
                  </a:lnTo>
                  <a:lnTo>
                    <a:pt x="1361" y="676"/>
                  </a:lnTo>
                  <a:lnTo>
                    <a:pt x="1366" y="688"/>
                  </a:lnTo>
                  <a:lnTo>
                    <a:pt x="1370" y="702"/>
                  </a:lnTo>
                  <a:lnTo>
                    <a:pt x="1372" y="715"/>
                  </a:lnTo>
                  <a:lnTo>
                    <a:pt x="1362" y="723"/>
                  </a:lnTo>
                  <a:lnTo>
                    <a:pt x="1355" y="733"/>
                  </a:lnTo>
                  <a:lnTo>
                    <a:pt x="1349" y="742"/>
                  </a:lnTo>
                  <a:lnTo>
                    <a:pt x="1344" y="753"/>
                  </a:lnTo>
                  <a:lnTo>
                    <a:pt x="1340" y="764"/>
                  </a:lnTo>
                  <a:lnTo>
                    <a:pt x="1335" y="773"/>
                  </a:lnTo>
                  <a:lnTo>
                    <a:pt x="1329" y="784"/>
                  </a:lnTo>
                  <a:lnTo>
                    <a:pt x="1323" y="793"/>
                  </a:lnTo>
                  <a:lnTo>
                    <a:pt x="1303" y="813"/>
                  </a:lnTo>
                  <a:lnTo>
                    <a:pt x="1284" y="834"/>
                  </a:lnTo>
                  <a:lnTo>
                    <a:pt x="1264" y="855"/>
                  </a:lnTo>
                  <a:lnTo>
                    <a:pt x="1244" y="876"/>
                  </a:lnTo>
                  <a:lnTo>
                    <a:pt x="1224" y="897"/>
                  </a:lnTo>
                  <a:lnTo>
                    <a:pt x="1203" y="916"/>
                  </a:lnTo>
                  <a:lnTo>
                    <a:pt x="1181" y="935"/>
                  </a:lnTo>
                  <a:lnTo>
                    <a:pt x="1159" y="951"/>
                  </a:lnTo>
                  <a:lnTo>
                    <a:pt x="1158" y="920"/>
                  </a:lnTo>
                  <a:lnTo>
                    <a:pt x="1155" y="890"/>
                  </a:lnTo>
                  <a:lnTo>
                    <a:pt x="1151" y="861"/>
                  </a:lnTo>
                  <a:lnTo>
                    <a:pt x="1144" y="831"/>
                  </a:lnTo>
                  <a:lnTo>
                    <a:pt x="1134" y="804"/>
                  </a:lnTo>
                  <a:lnTo>
                    <a:pt x="1123" y="777"/>
                  </a:lnTo>
                  <a:lnTo>
                    <a:pt x="1107" y="751"/>
                  </a:lnTo>
                  <a:lnTo>
                    <a:pt x="1089" y="727"/>
                  </a:lnTo>
                  <a:lnTo>
                    <a:pt x="1101" y="712"/>
                  </a:lnTo>
                  <a:lnTo>
                    <a:pt x="1112" y="696"/>
                  </a:lnTo>
                  <a:lnTo>
                    <a:pt x="1127" y="680"/>
                  </a:lnTo>
                  <a:lnTo>
                    <a:pt x="1142" y="664"/>
                  </a:lnTo>
                  <a:lnTo>
                    <a:pt x="1158" y="650"/>
                  </a:lnTo>
                  <a:lnTo>
                    <a:pt x="1175" y="641"/>
                  </a:lnTo>
                  <a:lnTo>
                    <a:pt x="1194" y="634"/>
                  </a:lnTo>
                  <a:lnTo>
                    <a:pt x="1214" y="633"/>
                  </a:lnTo>
                  <a:lnTo>
                    <a:pt x="1220" y="625"/>
                  </a:lnTo>
                  <a:lnTo>
                    <a:pt x="1223" y="614"/>
                  </a:lnTo>
                  <a:lnTo>
                    <a:pt x="1223" y="602"/>
                  </a:lnTo>
                  <a:lnTo>
                    <a:pt x="1220" y="595"/>
                  </a:lnTo>
                  <a:lnTo>
                    <a:pt x="1193" y="594"/>
                  </a:lnTo>
                  <a:lnTo>
                    <a:pt x="1168" y="600"/>
                  </a:lnTo>
                  <a:lnTo>
                    <a:pt x="1144" y="614"/>
                  </a:lnTo>
                  <a:lnTo>
                    <a:pt x="1121" y="630"/>
                  </a:lnTo>
                  <a:lnTo>
                    <a:pt x="1099" y="650"/>
                  </a:lnTo>
                  <a:lnTo>
                    <a:pt x="1080" y="671"/>
                  </a:lnTo>
                  <a:lnTo>
                    <a:pt x="1063" y="692"/>
                  </a:lnTo>
                  <a:lnTo>
                    <a:pt x="1046" y="711"/>
                  </a:lnTo>
                  <a:lnTo>
                    <a:pt x="1040" y="711"/>
                  </a:lnTo>
                  <a:lnTo>
                    <a:pt x="1019" y="650"/>
                  </a:lnTo>
                  <a:lnTo>
                    <a:pt x="929" y="391"/>
                  </a:lnTo>
                  <a:lnTo>
                    <a:pt x="925" y="385"/>
                  </a:lnTo>
                  <a:lnTo>
                    <a:pt x="920" y="377"/>
                  </a:lnTo>
                  <a:lnTo>
                    <a:pt x="913" y="373"/>
                  </a:lnTo>
                  <a:lnTo>
                    <a:pt x="906" y="375"/>
                  </a:lnTo>
                  <a:lnTo>
                    <a:pt x="901" y="382"/>
                  </a:lnTo>
                  <a:lnTo>
                    <a:pt x="891" y="386"/>
                  </a:lnTo>
                  <a:lnTo>
                    <a:pt x="878" y="390"/>
                  </a:lnTo>
                  <a:lnTo>
                    <a:pt x="865" y="393"/>
                  </a:lnTo>
                  <a:lnTo>
                    <a:pt x="852" y="394"/>
                  </a:lnTo>
                  <a:lnTo>
                    <a:pt x="842" y="395"/>
                  </a:lnTo>
                  <a:lnTo>
                    <a:pt x="834" y="395"/>
                  </a:lnTo>
                  <a:lnTo>
                    <a:pt x="832" y="395"/>
                  </a:lnTo>
                  <a:lnTo>
                    <a:pt x="825" y="658"/>
                  </a:lnTo>
                  <a:lnTo>
                    <a:pt x="812" y="669"/>
                  </a:lnTo>
                  <a:lnTo>
                    <a:pt x="810" y="689"/>
                  </a:lnTo>
                  <a:lnTo>
                    <a:pt x="811" y="711"/>
                  </a:lnTo>
                  <a:lnTo>
                    <a:pt x="807" y="729"/>
                  </a:lnTo>
                  <a:lnTo>
                    <a:pt x="793" y="743"/>
                  </a:lnTo>
                  <a:lnTo>
                    <a:pt x="784" y="761"/>
                  </a:lnTo>
                  <a:lnTo>
                    <a:pt x="778" y="780"/>
                  </a:lnTo>
                  <a:lnTo>
                    <a:pt x="780" y="800"/>
                  </a:lnTo>
                  <a:lnTo>
                    <a:pt x="790" y="812"/>
                  </a:lnTo>
                  <a:lnTo>
                    <a:pt x="789" y="828"/>
                  </a:lnTo>
                  <a:lnTo>
                    <a:pt x="786" y="849"/>
                  </a:lnTo>
                  <a:lnTo>
                    <a:pt x="789" y="866"/>
                  </a:lnTo>
                  <a:lnTo>
                    <a:pt x="804" y="892"/>
                  </a:lnTo>
                  <a:lnTo>
                    <a:pt x="807" y="921"/>
                  </a:lnTo>
                  <a:lnTo>
                    <a:pt x="803" y="954"/>
                  </a:lnTo>
                  <a:lnTo>
                    <a:pt x="800" y="985"/>
                  </a:lnTo>
                  <a:lnTo>
                    <a:pt x="789" y="986"/>
                  </a:lnTo>
                  <a:lnTo>
                    <a:pt x="777" y="987"/>
                  </a:lnTo>
                  <a:lnTo>
                    <a:pt x="765" y="991"/>
                  </a:lnTo>
                  <a:lnTo>
                    <a:pt x="752" y="997"/>
                  </a:lnTo>
                  <a:lnTo>
                    <a:pt x="741" y="1005"/>
                  </a:lnTo>
                  <a:lnTo>
                    <a:pt x="730" y="1013"/>
                  </a:lnTo>
                  <a:lnTo>
                    <a:pt x="720" y="1024"/>
                  </a:lnTo>
                  <a:lnTo>
                    <a:pt x="712" y="1035"/>
                  </a:lnTo>
                  <a:lnTo>
                    <a:pt x="709" y="1039"/>
                  </a:lnTo>
                  <a:lnTo>
                    <a:pt x="708" y="1044"/>
                  </a:lnTo>
                  <a:lnTo>
                    <a:pt x="707" y="1049"/>
                  </a:lnTo>
                  <a:lnTo>
                    <a:pt x="706" y="1055"/>
                  </a:lnTo>
                  <a:lnTo>
                    <a:pt x="382" y="1095"/>
                  </a:lnTo>
                  <a:lnTo>
                    <a:pt x="378" y="1068"/>
                  </a:lnTo>
                  <a:lnTo>
                    <a:pt x="377" y="1041"/>
                  </a:lnTo>
                  <a:lnTo>
                    <a:pt x="374" y="1014"/>
                  </a:lnTo>
                  <a:lnTo>
                    <a:pt x="373" y="987"/>
                  </a:lnTo>
                  <a:lnTo>
                    <a:pt x="370" y="960"/>
                  </a:lnTo>
                  <a:lnTo>
                    <a:pt x="364" y="935"/>
                  </a:lnTo>
                  <a:lnTo>
                    <a:pt x="355" y="911"/>
                  </a:lnTo>
                  <a:lnTo>
                    <a:pt x="342" y="889"/>
                  </a:lnTo>
                  <a:lnTo>
                    <a:pt x="153" y="610"/>
                  </a:lnTo>
                  <a:lnTo>
                    <a:pt x="142" y="592"/>
                  </a:lnTo>
                  <a:lnTo>
                    <a:pt x="129" y="571"/>
                  </a:lnTo>
                  <a:lnTo>
                    <a:pt x="114" y="546"/>
                  </a:lnTo>
                  <a:lnTo>
                    <a:pt x="100" y="522"/>
                  </a:lnTo>
                  <a:lnTo>
                    <a:pt x="88" y="501"/>
                  </a:lnTo>
                  <a:lnTo>
                    <a:pt x="78" y="482"/>
                  </a:lnTo>
                  <a:lnTo>
                    <a:pt x="71" y="470"/>
                  </a:lnTo>
                  <a:lnTo>
                    <a:pt x="69" y="466"/>
                  </a:lnTo>
                  <a:lnTo>
                    <a:pt x="61" y="486"/>
                  </a:lnTo>
                  <a:lnTo>
                    <a:pt x="66" y="505"/>
                  </a:lnTo>
                  <a:lnTo>
                    <a:pt x="77" y="524"/>
                  </a:lnTo>
                  <a:lnTo>
                    <a:pt x="84" y="541"/>
                  </a:lnTo>
                  <a:lnTo>
                    <a:pt x="134" y="654"/>
                  </a:lnTo>
                  <a:lnTo>
                    <a:pt x="272" y="869"/>
                  </a:lnTo>
                  <a:lnTo>
                    <a:pt x="277" y="896"/>
                  </a:lnTo>
                  <a:lnTo>
                    <a:pt x="285" y="921"/>
                  </a:lnTo>
                  <a:lnTo>
                    <a:pt x="296" y="946"/>
                  </a:lnTo>
                  <a:lnTo>
                    <a:pt x="308" y="971"/>
                  </a:lnTo>
                  <a:lnTo>
                    <a:pt x="318" y="996"/>
                  </a:lnTo>
                  <a:lnTo>
                    <a:pt x="326" y="1022"/>
                  </a:lnTo>
                  <a:lnTo>
                    <a:pt x="330" y="1049"/>
                  </a:lnTo>
                  <a:lnTo>
                    <a:pt x="327" y="1079"/>
                  </a:lnTo>
                  <a:lnTo>
                    <a:pt x="326" y="1103"/>
                  </a:lnTo>
                  <a:lnTo>
                    <a:pt x="152" y="1122"/>
                  </a:lnTo>
                  <a:lnTo>
                    <a:pt x="136" y="1035"/>
                  </a:lnTo>
                  <a:lnTo>
                    <a:pt x="134" y="813"/>
                  </a:lnTo>
                  <a:lnTo>
                    <a:pt x="134" y="792"/>
                  </a:lnTo>
                  <a:lnTo>
                    <a:pt x="131" y="773"/>
                  </a:lnTo>
                  <a:lnTo>
                    <a:pt x="127" y="757"/>
                  </a:lnTo>
                  <a:lnTo>
                    <a:pt x="121" y="741"/>
                  </a:lnTo>
                  <a:lnTo>
                    <a:pt x="113" y="726"/>
                  </a:lnTo>
                  <a:lnTo>
                    <a:pt x="104" y="711"/>
                  </a:lnTo>
                  <a:lnTo>
                    <a:pt x="94" y="695"/>
                  </a:lnTo>
                  <a:lnTo>
                    <a:pt x="84" y="677"/>
                  </a:lnTo>
                  <a:lnTo>
                    <a:pt x="69" y="640"/>
                  </a:lnTo>
                  <a:lnTo>
                    <a:pt x="53" y="602"/>
                  </a:lnTo>
                  <a:lnTo>
                    <a:pt x="38" y="564"/>
                  </a:lnTo>
                  <a:lnTo>
                    <a:pt x="23" y="525"/>
                  </a:lnTo>
                  <a:lnTo>
                    <a:pt x="13" y="486"/>
                  </a:lnTo>
                  <a:lnTo>
                    <a:pt x="4" y="444"/>
                  </a:lnTo>
                  <a:lnTo>
                    <a:pt x="0" y="402"/>
                  </a:lnTo>
                  <a:lnTo>
                    <a:pt x="1" y="358"/>
                  </a:lnTo>
                  <a:lnTo>
                    <a:pt x="12" y="347"/>
                  </a:lnTo>
                  <a:lnTo>
                    <a:pt x="23" y="335"/>
                  </a:lnTo>
                  <a:lnTo>
                    <a:pt x="38" y="321"/>
                  </a:lnTo>
                  <a:lnTo>
                    <a:pt x="52" y="309"/>
                  </a:lnTo>
                  <a:lnTo>
                    <a:pt x="69" y="296"/>
                  </a:lnTo>
                  <a:lnTo>
                    <a:pt x="84" y="282"/>
                  </a:lnTo>
                  <a:lnTo>
                    <a:pt x="101" y="269"/>
                  </a:lnTo>
                  <a:lnTo>
                    <a:pt x="120" y="257"/>
                  </a:lnTo>
                  <a:lnTo>
                    <a:pt x="135" y="244"/>
                  </a:lnTo>
                  <a:lnTo>
                    <a:pt x="152" y="232"/>
                  </a:lnTo>
                  <a:lnTo>
                    <a:pt x="166" y="221"/>
                  </a:lnTo>
                  <a:lnTo>
                    <a:pt x="181" y="212"/>
                  </a:lnTo>
                  <a:lnTo>
                    <a:pt x="192" y="205"/>
                  </a:lnTo>
                  <a:lnTo>
                    <a:pt x="203" y="199"/>
                  </a:lnTo>
                  <a:lnTo>
                    <a:pt x="212" y="195"/>
                  </a:lnTo>
                  <a:lnTo>
                    <a:pt x="217" y="192"/>
                  </a:lnTo>
                  <a:lnTo>
                    <a:pt x="225" y="204"/>
                  </a:lnTo>
                  <a:lnTo>
                    <a:pt x="234" y="213"/>
                  </a:lnTo>
                  <a:lnTo>
                    <a:pt x="244" y="221"/>
                  </a:lnTo>
                  <a:lnTo>
                    <a:pt x="256" y="227"/>
                  </a:lnTo>
                  <a:lnTo>
                    <a:pt x="268" y="232"/>
                  </a:lnTo>
                  <a:lnTo>
                    <a:pt x="279" y="238"/>
                  </a:lnTo>
                  <a:lnTo>
                    <a:pt x="291" y="242"/>
                  </a:lnTo>
                  <a:lnTo>
                    <a:pt x="303" y="247"/>
                  </a:lnTo>
                  <a:lnTo>
                    <a:pt x="307" y="319"/>
                  </a:lnTo>
                  <a:lnTo>
                    <a:pt x="314" y="387"/>
                  </a:lnTo>
                  <a:lnTo>
                    <a:pt x="327" y="455"/>
                  </a:lnTo>
                  <a:lnTo>
                    <a:pt x="344" y="521"/>
                  </a:lnTo>
                  <a:lnTo>
                    <a:pt x="364" y="586"/>
                  </a:lnTo>
                  <a:lnTo>
                    <a:pt x="386" y="649"/>
                  </a:lnTo>
                  <a:lnTo>
                    <a:pt x="409" y="712"/>
                  </a:lnTo>
                  <a:lnTo>
                    <a:pt x="434" y="776"/>
                  </a:lnTo>
                  <a:lnTo>
                    <a:pt x="418" y="762"/>
                  </a:lnTo>
                  <a:lnTo>
                    <a:pt x="398" y="733"/>
                  </a:lnTo>
                  <a:lnTo>
                    <a:pt x="372" y="692"/>
                  </a:lnTo>
                  <a:lnTo>
                    <a:pt x="344" y="646"/>
                  </a:lnTo>
                  <a:lnTo>
                    <a:pt x="316" y="598"/>
                  </a:lnTo>
                  <a:lnTo>
                    <a:pt x="290" y="551"/>
                  </a:lnTo>
                  <a:lnTo>
                    <a:pt x="266" y="510"/>
                  </a:lnTo>
                  <a:lnTo>
                    <a:pt x="249" y="479"/>
                  </a:lnTo>
                  <a:lnTo>
                    <a:pt x="247" y="455"/>
                  </a:lnTo>
                  <a:lnTo>
                    <a:pt x="249" y="432"/>
                  </a:lnTo>
                  <a:lnTo>
                    <a:pt x="256" y="410"/>
                  </a:lnTo>
                  <a:lnTo>
                    <a:pt x="262" y="389"/>
                  </a:lnTo>
                  <a:lnTo>
                    <a:pt x="260" y="382"/>
                  </a:lnTo>
                  <a:lnTo>
                    <a:pt x="255" y="375"/>
                  </a:lnTo>
                  <a:lnTo>
                    <a:pt x="249" y="370"/>
                  </a:lnTo>
                  <a:lnTo>
                    <a:pt x="244" y="366"/>
                  </a:lnTo>
                  <a:lnTo>
                    <a:pt x="238" y="362"/>
                  </a:lnTo>
                  <a:lnTo>
                    <a:pt x="231" y="358"/>
                  </a:lnTo>
                  <a:lnTo>
                    <a:pt x="223" y="355"/>
                  </a:lnTo>
                  <a:lnTo>
                    <a:pt x="217" y="352"/>
                  </a:lnTo>
                  <a:lnTo>
                    <a:pt x="226" y="328"/>
                  </a:lnTo>
                  <a:lnTo>
                    <a:pt x="234" y="304"/>
                  </a:lnTo>
                  <a:lnTo>
                    <a:pt x="240" y="281"/>
                  </a:lnTo>
                  <a:lnTo>
                    <a:pt x="251" y="258"/>
                  </a:lnTo>
                  <a:lnTo>
                    <a:pt x="247" y="251"/>
                  </a:lnTo>
                  <a:lnTo>
                    <a:pt x="242" y="248"/>
                  </a:lnTo>
                  <a:lnTo>
                    <a:pt x="234" y="246"/>
                  </a:lnTo>
                  <a:lnTo>
                    <a:pt x="227" y="243"/>
                  </a:lnTo>
                  <a:lnTo>
                    <a:pt x="218" y="258"/>
                  </a:lnTo>
                  <a:lnTo>
                    <a:pt x="209" y="271"/>
                  </a:lnTo>
                  <a:lnTo>
                    <a:pt x="201" y="286"/>
                  </a:lnTo>
                  <a:lnTo>
                    <a:pt x="194" y="301"/>
                  </a:lnTo>
                  <a:lnTo>
                    <a:pt x="187" y="317"/>
                  </a:lnTo>
                  <a:lnTo>
                    <a:pt x="183" y="333"/>
                  </a:lnTo>
                  <a:lnTo>
                    <a:pt x="181" y="351"/>
                  </a:lnTo>
                  <a:lnTo>
                    <a:pt x="179" y="368"/>
                  </a:lnTo>
                  <a:lnTo>
                    <a:pt x="183" y="377"/>
                  </a:lnTo>
                  <a:lnTo>
                    <a:pt x="190" y="383"/>
                  </a:lnTo>
                  <a:lnTo>
                    <a:pt x="197" y="387"/>
                  </a:lnTo>
                  <a:lnTo>
                    <a:pt x="205" y="391"/>
                  </a:lnTo>
                  <a:lnTo>
                    <a:pt x="212" y="394"/>
                  </a:lnTo>
                  <a:lnTo>
                    <a:pt x="218" y="398"/>
                  </a:lnTo>
                  <a:lnTo>
                    <a:pt x="222" y="402"/>
                  </a:lnTo>
                  <a:lnTo>
                    <a:pt x="222" y="409"/>
                  </a:lnTo>
                  <a:lnTo>
                    <a:pt x="207" y="433"/>
                  </a:lnTo>
                  <a:lnTo>
                    <a:pt x="201" y="457"/>
                  </a:lnTo>
                  <a:lnTo>
                    <a:pt x="204" y="480"/>
                  </a:lnTo>
                  <a:lnTo>
                    <a:pt x="213" y="503"/>
                  </a:lnTo>
                  <a:lnTo>
                    <a:pt x="226" y="525"/>
                  </a:lnTo>
                  <a:lnTo>
                    <a:pt x="242" y="546"/>
                  </a:lnTo>
                  <a:lnTo>
                    <a:pt x="257" y="568"/>
                  </a:lnTo>
                  <a:lnTo>
                    <a:pt x="272" y="588"/>
                  </a:lnTo>
                  <a:lnTo>
                    <a:pt x="291" y="618"/>
                  </a:lnTo>
                  <a:lnTo>
                    <a:pt x="309" y="648"/>
                  </a:lnTo>
                  <a:lnTo>
                    <a:pt x="326" y="676"/>
                  </a:lnTo>
                  <a:lnTo>
                    <a:pt x="343" y="704"/>
                  </a:lnTo>
                  <a:lnTo>
                    <a:pt x="360" y="733"/>
                  </a:lnTo>
                  <a:lnTo>
                    <a:pt x="378" y="760"/>
                  </a:lnTo>
                  <a:lnTo>
                    <a:pt x="398" y="787"/>
                  </a:lnTo>
                  <a:lnTo>
                    <a:pt x="418" y="812"/>
                  </a:lnTo>
                  <a:lnTo>
                    <a:pt x="435" y="839"/>
                  </a:lnTo>
                  <a:lnTo>
                    <a:pt x="444" y="870"/>
                  </a:lnTo>
                  <a:lnTo>
                    <a:pt x="450" y="902"/>
                  </a:lnTo>
                  <a:lnTo>
                    <a:pt x="451" y="935"/>
                  </a:lnTo>
                  <a:lnTo>
                    <a:pt x="452" y="969"/>
                  </a:lnTo>
                  <a:lnTo>
                    <a:pt x="455" y="1002"/>
                  </a:lnTo>
                  <a:lnTo>
                    <a:pt x="460" y="1035"/>
                  </a:lnTo>
                  <a:lnTo>
                    <a:pt x="470" y="1064"/>
                  </a:lnTo>
                  <a:lnTo>
                    <a:pt x="478" y="1068"/>
                  </a:lnTo>
                  <a:lnTo>
                    <a:pt x="490" y="1067"/>
                  </a:lnTo>
                  <a:lnTo>
                    <a:pt x="500" y="1063"/>
                  </a:lnTo>
                  <a:lnTo>
                    <a:pt x="505" y="1062"/>
                  </a:lnTo>
                  <a:lnTo>
                    <a:pt x="495" y="987"/>
                  </a:lnTo>
                  <a:lnTo>
                    <a:pt x="492" y="913"/>
                  </a:lnTo>
                  <a:lnTo>
                    <a:pt x="494" y="839"/>
                  </a:lnTo>
                  <a:lnTo>
                    <a:pt x="499" y="766"/>
                  </a:lnTo>
                  <a:lnTo>
                    <a:pt x="508" y="693"/>
                  </a:lnTo>
                  <a:lnTo>
                    <a:pt x="520" y="621"/>
                  </a:lnTo>
                  <a:lnTo>
                    <a:pt x="531" y="548"/>
                  </a:lnTo>
                  <a:lnTo>
                    <a:pt x="544" y="476"/>
                  </a:lnTo>
                  <a:lnTo>
                    <a:pt x="556" y="436"/>
                  </a:lnTo>
                  <a:lnTo>
                    <a:pt x="567" y="393"/>
                  </a:lnTo>
                  <a:lnTo>
                    <a:pt x="573" y="348"/>
                  </a:lnTo>
                  <a:lnTo>
                    <a:pt x="577" y="304"/>
                  </a:lnTo>
                  <a:lnTo>
                    <a:pt x="578" y="258"/>
                  </a:lnTo>
                  <a:lnTo>
                    <a:pt x="577" y="213"/>
                  </a:lnTo>
                  <a:lnTo>
                    <a:pt x="572" y="170"/>
                  </a:lnTo>
                  <a:lnTo>
                    <a:pt x="565" y="128"/>
                  </a:lnTo>
                  <a:lnTo>
                    <a:pt x="580" y="111"/>
                  </a:lnTo>
                  <a:lnTo>
                    <a:pt x="585" y="126"/>
                  </a:lnTo>
                  <a:lnTo>
                    <a:pt x="590" y="142"/>
                  </a:lnTo>
                  <a:lnTo>
                    <a:pt x="595" y="158"/>
                  </a:lnTo>
                  <a:lnTo>
                    <a:pt x="602" y="174"/>
                  </a:lnTo>
                  <a:lnTo>
                    <a:pt x="609" y="190"/>
                  </a:lnTo>
                  <a:lnTo>
                    <a:pt x="620" y="204"/>
                  </a:lnTo>
                  <a:lnTo>
                    <a:pt x="632" y="217"/>
                  </a:lnTo>
                  <a:lnTo>
                    <a:pt x="647" y="227"/>
                  </a:lnTo>
                  <a:lnTo>
                    <a:pt x="647" y="238"/>
                  </a:lnTo>
                  <a:lnTo>
                    <a:pt x="643" y="247"/>
                  </a:lnTo>
                  <a:lnTo>
                    <a:pt x="639" y="257"/>
                  </a:lnTo>
                  <a:lnTo>
                    <a:pt x="634" y="266"/>
                  </a:lnTo>
                  <a:lnTo>
                    <a:pt x="629" y="275"/>
                  </a:lnTo>
                  <a:lnTo>
                    <a:pt x="628" y="284"/>
                  </a:lnTo>
                  <a:lnTo>
                    <a:pt x="632" y="292"/>
                  </a:lnTo>
                  <a:lnTo>
                    <a:pt x="639" y="298"/>
                  </a:lnTo>
                  <a:lnTo>
                    <a:pt x="665" y="302"/>
                  </a:lnTo>
                  <a:lnTo>
                    <a:pt x="638" y="371"/>
                  </a:lnTo>
                  <a:lnTo>
                    <a:pt x="612" y="443"/>
                  </a:lnTo>
                  <a:lnTo>
                    <a:pt x="590" y="513"/>
                  </a:lnTo>
                  <a:lnTo>
                    <a:pt x="569" y="586"/>
                  </a:lnTo>
                  <a:lnTo>
                    <a:pt x="552" y="660"/>
                  </a:lnTo>
                  <a:lnTo>
                    <a:pt x="537" y="734"/>
                  </a:lnTo>
                  <a:lnTo>
                    <a:pt x="522" y="811"/>
                  </a:lnTo>
                  <a:lnTo>
                    <a:pt x="512" y="888"/>
                  </a:lnTo>
                  <a:lnTo>
                    <a:pt x="518" y="893"/>
                  </a:lnTo>
                  <a:lnTo>
                    <a:pt x="525" y="893"/>
                  </a:lnTo>
                  <a:lnTo>
                    <a:pt x="531" y="890"/>
                  </a:lnTo>
                  <a:lnTo>
                    <a:pt x="539" y="890"/>
                  </a:lnTo>
                  <a:lnTo>
                    <a:pt x="551" y="865"/>
                  </a:lnTo>
                  <a:lnTo>
                    <a:pt x="559" y="838"/>
                  </a:lnTo>
                  <a:lnTo>
                    <a:pt x="565" y="811"/>
                  </a:lnTo>
                  <a:lnTo>
                    <a:pt x="573" y="784"/>
                  </a:lnTo>
                  <a:lnTo>
                    <a:pt x="585" y="719"/>
                  </a:lnTo>
                  <a:lnTo>
                    <a:pt x="600" y="657"/>
                  </a:lnTo>
                  <a:lnTo>
                    <a:pt x="619" y="595"/>
                  </a:lnTo>
                  <a:lnTo>
                    <a:pt x="637" y="534"/>
                  </a:lnTo>
                  <a:lnTo>
                    <a:pt x="656" y="474"/>
                  </a:lnTo>
                  <a:lnTo>
                    <a:pt x="674" y="413"/>
                  </a:lnTo>
                  <a:lnTo>
                    <a:pt x="693" y="351"/>
                  </a:lnTo>
                  <a:lnTo>
                    <a:pt x="707" y="289"/>
                  </a:lnTo>
                  <a:lnTo>
                    <a:pt x="707" y="281"/>
                  </a:lnTo>
                  <a:lnTo>
                    <a:pt x="704" y="274"/>
                  </a:lnTo>
                  <a:lnTo>
                    <a:pt x="699" y="269"/>
                  </a:lnTo>
                  <a:lnTo>
                    <a:pt x="693" y="265"/>
                  </a:lnTo>
                  <a:lnTo>
                    <a:pt x="669" y="263"/>
                  </a:lnTo>
                  <a:lnTo>
                    <a:pt x="674" y="250"/>
                  </a:lnTo>
                  <a:lnTo>
                    <a:pt x="678" y="236"/>
                  </a:lnTo>
                  <a:lnTo>
                    <a:pt x="685" y="226"/>
                  </a:lnTo>
                  <a:lnTo>
                    <a:pt x="694" y="215"/>
                  </a:lnTo>
                  <a:lnTo>
                    <a:pt x="680" y="199"/>
                  </a:lnTo>
                  <a:lnTo>
                    <a:pt x="664" y="181"/>
                  </a:lnTo>
                  <a:lnTo>
                    <a:pt x="648" y="165"/>
                  </a:lnTo>
                  <a:lnTo>
                    <a:pt x="633" y="147"/>
                  </a:lnTo>
                  <a:lnTo>
                    <a:pt x="621" y="130"/>
                  </a:lnTo>
                  <a:lnTo>
                    <a:pt x="612" y="108"/>
                  </a:lnTo>
                  <a:lnTo>
                    <a:pt x="608" y="85"/>
                  </a:lnTo>
                  <a:lnTo>
                    <a:pt x="611" y="60"/>
                  </a:lnTo>
                  <a:lnTo>
                    <a:pt x="664" y="0"/>
                  </a:lnTo>
                  <a:lnTo>
                    <a:pt x="681" y="3"/>
                  </a:lnTo>
                  <a:lnTo>
                    <a:pt x="698" y="6"/>
                  </a:lnTo>
                  <a:lnTo>
                    <a:pt x="715" y="8"/>
                  </a:lnTo>
                  <a:lnTo>
                    <a:pt x="732" y="11"/>
                  </a:lnTo>
                  <a:lnTo>
                    <a:pt x="748" y="14"/>
                  </a:lnTo>
                  <a:lnTo>
                    <a:pt x="764" y="16"/>
                  </a:lnTo>
                  <a:lnTo>
                    <a:pt x="781" y="19"/>
                  </a:lnTo>
                  <a:lnTo>
                    <a:pt x="798" y="22"/>
                  </a:lnTo>
                  <a:lnTo>
                    <a:pt x="815" y="25"/>
                  </a:lnTo>
                  <a:lnTo>
                    <a:pt x="830" y="27"/>
                  </a:lnTo>
                  <a:lnTo>
                    <a:pt x="847" y="30"/>
                  </a:lnTo>
                  <a:lnTo>
                    <a:pt x="864" y="33"/>
                  </a:lnTo>
                  <a:lnTo>
                    <a:pt x="881" y="34"/>
                  </a:lnTo>
                  <a:lnTo>
                    <a:pt x="898" y="35"/>
                  </a:lnTo>
                  <a:lnTo>
                    <a:pt x="916" y="37"/>
                  </a:lnTo>
                  <a:lnTo>
                    <a:pt x="933" y="38"/>
                  </a:lnTo>
                  <a:close/>
                </a:path>
              </a:pathLst>
            </a:custGeom>
            <a:solidFill>
              <a:srgbClr val="47BA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8" name="Google Shape;1058;p29"/>
            <p:cNvSpPr/>
            <p:nvPr/>
          </p:nvSpPr>
          <p:spPr>
            <a:xfrm>
              <a:off x="1800" y="2120"/>
              <a:ext cx="81" cy="39"/>
            </a:xfrm>
            <a:custGeom>
              <a:rect b="b" l="l" r="r" t="t"/>
              <a:pathLst>
                <a:path extrusionOk="0" h="39" w="81">
                  <a:moveTo>
                    <a:pt x="73" y="0"/>
                  </a:moveTo>
                  <a:lnTo>
                    <a:pt x="81" y="13"/>
                  </a:lnTo>
                  <a:lnTo>
                    <a:pt x="78" y="20"/>
                  </a:lnTo>
                  <a:lnTo>
                    <a:pt x="74" y="24"/>
                  </a:lnTo>
                  <a:lnTo>
                    <a:pt x="69" y="28"/>
                  </a:lnTo>
                  <a:lnTo>
                    <a:pt x="64" y="29"/>
                  </a:lnTo>
                  <a:lnTo>
                    <a:pt x="59" y="32"/>
                  </a:lnTo>
                  <a:lnTo>
                    <a:pt x="52" y="33"/>
                  </a:lnTo>
                  <a:lnTo>
                    <a:pt x="47" y="36"/>
                  </a:lnTo>
                  <a:lnTo>
                    <a:pt x="40" y="39"/>
                  </a:lnTo>
                  <a:lnTo>
                    <a:pt x="34" y="39"/>
                  </a:lnTo>
                  <a:lnTo>
                    <a:pt x="27" y="37"/>
                  </a:lnTo>
                  <a:lnTo>
                    <a:pt x="22" y="36"/>
                  </a:lnTo>
                  <a:lnTo>
                    <a:pt x="17" y="32"/>
                  </a:lnTo>
                  <a:lnTo>
                    <a:pt x="12" y="29"/>
                  </a:lnTo>
                  <a:lnTo>
                    <a:pt x="7" y="24"/>
                  </a:lnTo>
                  <a:lnTo>
                    <a:pt x="3" y="18"/>
                  </a:lnTo>
                  <a:lnTo>
                    <a:pt x="0" y="13"/>
                  </a:lnTo>
                  <a:lnTo>
                    <a:pt x="7" y="4"/>
                  </a:lnTo>
                  <a:lnTo>
                    <a:pt x="18" y="8"/>
                  </a:lnTo>
                  <a:lnTo>
                    <a:pt x="29" y="10"/>
                  </a:lnTo>
                  <a:lnTo>
                    <a:pt x="37" y="12"/>
                  </a:lnTo>
                  <a:lnTo>
                    <a:pt x="44" y="12"/>
                  </a:lnTo>
                  <a:lnTo>
                    <a:pt x="52" y="10"/>
                  </a:lnTo>
                  <a:lnTo>
                    <a:pt x="59" y="8"/>
                  </a:lnTo>
                  <a:lnTo>
                    <a:pt x="65" y="4"/>
                  </a:lnTo>
                  <a:lnTo>
                    <a:pt x="73"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59" name="Google Shape;1059;p29"/>
            <p:cNvSpPr/>
            <p:nvPr/>
          </p:nvSpPr>
          <p:spPr>
            <a:xfrm>
              <a:off x="1701" y="2140"/>
              <a:ext cx="71" cy="131"/>
            </a:xfrm>
            <a:custGeom>
              <a:rect b="b" l="l" r="r" t="t"/>
              <a:pathLst>
                <a:path extrusionOk="0" h="131" w="71">
                  <a:moveTo>
                    <a:pt x="32" y="43"/>
                  </a:moveTo>
                  <a:lnTo>
                    <a:pt x="29" y="62"/>
                  </a:lnTo>
                  <a:lnTo>
                    <a:pt x="25" y="79"/>
                  </a:lnTo>
                  <a:lnTo>
                    <a:pt x="25" y="97"/>
                  </a:lnTo>
                  <a:lnTo>
                    <a:pt x="32" y="112"/>
                  </a:lnTo>
                  <a:lnTo>
                    <a:pt x="37" y="114"/>
                  </a:lnTo>
                  <a:lnTo>
                    <a:pt x="43" y="114"/>
                  </a:lnTo>
                  <a:lnTo>
                    <a:pt x="51" y="113"/>
                  </a:lnTo>
                  <a:lnTo>
                    <a:pt x="58" y="113"/>
                  </a:lnTo>
                  <a:lnTo>
                    <a:pt x="63" y="113"/>
                  </a:lnTo>
                  <a:lnTo>
                    <a:pt x="67" y="114"/>
                  </a:lnTo>
                  <a:lnTo>
                    <a:pt x="69" y="120"/>
                  </a:lnTo>
                  <a:lnTo>
                    <a:pt x="71" y="128"/>
                  </a:lnTo>
                  <a:lnTo>
                    <a:pt x="62" y="128"/>
                  </a:lnTo>
                  <a:lnTo>
                    <a:pt x="51" y="129"/>
                  </a:lnTo>
                  <a:lnTo>
                    <a:pt x="39" y="131"/>
                  </a:lnTo>
                  <a:lnTo>
                    <a:pt x="29" y="131"/>
                  </a:lnTo>
                  <a:lnTo>
                    <a:pt x="20" y="129"/>
                  </a:lnTo>
                  <a:lnTo>
                    <a:pt x="11" y="127"/>
                  </a:lnTo>
                  <a:lnTo>
                    <a:pt x="4" y="120"/>
                  </a:lnTo>
                  <a:lnTo>
                    <a:pt x="0" y="109"/>
                  </a:lnTo>
                  <a:lnTo>
                    <a:pt x="3" y="82"/>
                  </a:lnTo>
                  <a:lnTo>
                    <a:pt x="6" y="54"/>
                  </a:lnTo>
                  <a:lnTo>
                    <a:pt x="10" y="27"/>
                  </a:lnTo>
                  <a:lnTo>
                    <a:pt x="15" y="0"/>
                  </a:lnTo>
                  <a:lnTo>
                    <a:pt x="26" y="4"/>
                  </a:lnTo>
                  <a:lnTo>
                    <a:pt x="32" y="15"/>
                  </a:lnTo>
                  <a:lnTo>
                    <a:pt x="32" y="30"/>
                  </a:lnTo>
                  <a:lnTo>
                    <a:pt x="32" y="4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0" name="Google Shape;1060;p29"/>
            <p:cNvSpPr/>
            <p:nvPr/>
          </p:nvSpPr>
          <p:spPr>
            <a:xfrm>
              <a:off x="2282" y="2180"/>
              <a:ext cx="67" cy="278"/>
            </a:xfrm>
            <a:custGeom>
              <a:rect b="b" l="l" r="r" t="t"/>
              <a:pathLst>
                <a:path extrusionOk="0" h="278" w="67">
                  <a:moveTo>
                    <a:pt x="67" y="3"/>
                  </a:moveTo>
                  <a:lnTo>
                    <a:pt x="57" y="35"/>
                  </a:lnTo>
                  <a:lnTo>
                    <a:pt x="47" y="66"/>
                  </a:lnTo>
                  <a:lnTo>
                    <a:pt x="38" y="99"/>
                  </a:lnTo>
                  <a:lnTo>
                    <a:pt x="32" y="132"/>
                  </a:lnTo>
                  <a:lnTo>
                    <a:pt x="39" y="138"/>
                  </a:lnTo>
                  <a:lnTo>
                    <a:pt x="47" y="135"/>
                  </a:lnTo>
                  <a:lnTo>
                    <a:pt x="55" y="132"/>
                  </a:lnTo>
                  <a:lnTo>
                    <a:pt x="64" y="137"/>
                  </a:lnTo>
                  <a:lnTo>
                    <a:pt x="59" y="169"/>
                  </a:lnTo>
                  <a:lnTo>
                    <a:pt x="54" y="205"/>
                  </a:lnTo>
                  <a:lnTo>
                    <a:pt x="51" y="242"/>
                  </a:lnTo>
                  <a:lnTo>
                    <a:pt x="52" y="278"/>
                  </a:lnTo>
                  <a:lnTo>
                    <a:pt x="42" y="275"/>
                  </a:lnTo>
                  <a:lnTo>
                    <a:pt x="38" y="266"/>
                  </a:lnTo>
                  <a:lnTo>
                    <a:pt x="38" y="254"/>
                  </a:lnTo>
                  <a:lnTo>
                    <a:pt x="35" y="244"/>
                  </a:lnTo>
                  <a:lnTo>
                    <a:pt x="35" y="227"/>
                  </a:lnTo>
                  <a:lnTo>
                    <a:pt x="35" y="207"/>
                  </a:lnTo>
                  <a:lnTo>
                    <a:pt x="30" y="193"/>
                  </a:lnTo>
                  <a:lnTo>
                    <a:pt x="13" y="189"/>
                  </a:lnTo>
                  <a:lnTo>
                    <a:pt x="4" y="177"/>
                  </a:lnTo>
                  <a:lnTo>
                    <a:pt x="0" y="159"/>
                  </a:lnTo>
                  <a:lnTo>
                    <a:pt x="0" y="141"/>
                  </a:lnTo>
                  <a:lnTo>
                    <a:pt x="3" y="123"/>
                  </a:lnTo>
                  <a:lnTo>
                    <a:pt x="8" y="107"/>
                  </a:lnTo>
                  <a:lnTo>
                    <a:pt x="13" y="89"/>
                  </a:lnTo>
                  <a:lnTo>
                    <a:pt x="17" y="72"/>
                  </a:lnTo>
                  <a:lnTo>
                    <a:pt x="21" y="54"/>
                  </a:lnTo>
                  <a:lnTo>
                    <a:pt x="26" y="38"/>
                  </a:lnTo>
                  <a:lnTo>
                    <a:pt x="34" y="23"/>
                  </a:lnTo>
                  <a:lnTo>
                    <a:pt x="44" y="10"/>
                  </a:lnTo>
                  <a:lnTo>
                    <a:pt x="59" y="0"/>
                  </a:lnTo>
                  <a:lnTo>
                    <a:pt x="67" y="3"/>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1" name="Google Shape;1061;p29"/>
            <p:cNvSpPr/>
            <p:nvPr/>
          </p:nvSpPr>
          <p:spPr>
            <a:xfrm>
              <a:off x="1847" y="2294"/>
              <a:ext cx="108" cy="334"/>
            </a:xfrm>
            <a:custGeom>
              <a:rect b="b" l="l" r="r" t="t"/>
              <a:pathLst>
                <a:path extrusionOk="0" h="334" w="108">
                  <a:moveTo>
                    <a:pt x="94" y="240"/>
                  </a:moveTo>
                  <a:lnTo>
                    <a:pt x="86" y="263"/>
                  </a:lnTo>
                  <a:lnTo>
                    <a:pt x="78" y="285"/>
                  </a:lnTo>
                  <a:lnTo>
                    <a:pt x="73" y="310"/>
                  </a:lnTo>
                  <a:lnTo>
                    <a:pt x="70" y="334"/>
                  </a:lnTo>
                  <a:lnTo>
                    <a:pt x="65" y="319"/>
                  </a:lnTo>
                  <a:lnTo>
                    <a:pt x="61" y="304"/>
                  </a:lnTo>
                  <a:lnTo>
                    <a:pt x="58" y="288"/>
                  </a:lnTo>
                  <a:lnTo>
                    <a:pt x="56" y="272"/>
                  </a:lnTo>
                  <a:lnTo>
                    <a:pt x="52" y="256"/>
                  </a:lnTo>
                  <a:lnTo>
                    <a:pt x="47" y="241"/>
                  </a:lnTo>
                  <a:lnTo>
                    <a:pt x="39" y="226"/>
                  </a:lnTo>
                  <a:lnTo>
                    <a:pt x="30" y="213"/>
                  </a:lnTo>
                  <a:lnTo>
                    <a:pt x="32" y="202"/>
                  </a:lnTo>
                  <a:lnTo>
                    <a:pt x="39" y="192"/>
                  </a:lnTo>
                  <a:lnTo>
                    <a:pt x="45" y="184"/>
                  </a:lnTo>
                  <a:lnTo>
                    <a:pt x="51" y="174"/>
                  </a:lnTo>
                  <a:lnTo>
                    <a:pt x="55" y="176"/>
                  </a:lnTo>
                  <a:lnTo>
                    <a:pt x="62" y="179"/>
                  </a:lnTo>
                  <a:lnTo>
                    <a:pt x="70" y="180"/>
                  </a:lnTo>
                  <a:lnTo>
                    <a:pt x="77" y="175"/>
                  </a:lnTo>
                  <a:lnTo>
                    <a:pt x="77" y="165"/>
                  </a:lnTo>
                  <a:lnTo>
                    <a:pt x="68" y="153"/>
                  </a:lnTo>
                  <a:lnTo>
                    <a:pt x="58" y="140"/>
                  </a:lnTo>
                  <a:lnTo>
                    <a:pt x="49" y="128"/>
                  </a:lnTo>
                  <a:lnTo>
                    <a:pt x="39" y="114"/>
                  </a:lnTo>
                  <a:lnTo>
                    <a:pt x="30" y="102"/>
                  </a:lnTo>
                  <a:lnTo>
                    <a:pt x="19" y="90"/>
                  </a:lnTo>
                  <a:lnTo>
                    <a:pt x="10" y="78"/>
                  </a:lnTo>
                  <a:lnTo>
                    <a:pt x="0" y="67"/>
                  </a:lnTo>
                  <a:lnTo>
                    <a:pt x="14" y="62"/>
                  </a:lnTo>
                  <a:lnTo>
                    <a:pt x="27" y="54"/>
                  </a:lnTo>
                  <a:lnTo>
                    <a:pt x="40" y="47"/>
                  </a:lnTo>
                  <a:lnTo>
                    <a:pt x="52" y="39"/>
                  </a:lnTo>
                  <a:lnTo>
                    <a:pt x="64" y="29"/>
                  </a:lnTo>
                  <a:lnTo>
                    <a:pt x="74" y="20"/>
                  </a:lnTo>
                  <a:lnTo>
                    <a:pt x="83" y="10"/>
                  </a:lnTo>
                  <a:lnTo>
                    <a:pt x="92" y="0"/>
                  </a:lnTo>
                  <a:lnTo>
                    <a:pt x="107" y="56"/>
                  </a:lnTo>
                  <a:lnTo>
                    <a:pt x="108" y="117"/>
                  </a:lnTo>
                  <a:lnTo>
                    <a:pt x="101" y="179"/>
                  </a:lnTo>
                  <a:lnTo>
                    <a:pt x="94" y="24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2" name="Google Shape;1062;p29"/>
            <p:cNvSpPr/>
            <p:nvPr/>
          </p:nvSpPr>
          <p:spPr>
            <a:xfrm>
              <a:off x="1747" y="2374"/>
              <a:ext cx="82" cy="277"/>
            </a:xfrm>
            <a:custGeom>
              <a:rect b="b" l="l" r="r" t="t"/>
              <a:pathLst>
                <a:path extrusionOk="0" h="277" w="82">
                  <a:moveTo>
                    <a:pt x="42" y="0"/>
                  </a:moveTo>
                  <a:lnTo>
                    <a:pt x="38" y="22"/>
                  </a:lnTo>
                  <a:lnTo>
                    <a:pt x="31" y="44"/>
                  </a:lnTo>
                  <a:lnTo>
                    <a:pt x="29" y="67"/>
                  </a:lnTo>
                  <a:lnTo>
                    <a:pt x="39" y="88"/>
                  </a:lnTo>
                  <a:lnTo>
                    <a:pt x="82" y="138"/>
                  </a:lnTo>
                  <a:lnTo>
                    <a:pt x="73" y="172"/>
                  </a:lnTo>
                  <a:lnTo>
                    <a:pt x="65" y="207"/>
                  </a:lnTo>
                  <a:lnTo>
                    <a:pt x="58" y="242"/>
                  </a:lnTo>
                  <a:lnTo>
                    <a:pt x="53" y="277"/>
                  </a:lnTo>
                  <a:lnTo>
                    <a:pt x="44" y="243"/>
                  </a:lnTo>
                  <a:lnTo>
                    <a:pt x="35" y="211"/>
                  </a:lnTo>
                  <a:lnTo>
                    <a:pt x="25" y="177"/>
                  </a:lnTo>
                  <a:lnTo>
                    <a:pt x="14" y="143"/>
                  </a:lnTo>
                  <a:lnTo>
                    <a:pt x="6" y="108"/>
                  </a:lnTo>
                  <a:lnTo>
                    <a:pt x="1" y="75"/>
                  </a:lnTo>
                  <a:lnTo>
                    <a:pt x="0" y="40"/>
                  </a:lnTo>
                  <a:lnTo>
                    <a:pt x="3" y="3"/>
                  </a:lnTo>
                  <a:lnTo>
                    <a:pt x="8" y="3"/>
                  </a:lnTo>
                  <a:lnTo>
                    <a:pt x="13" y="3"/>
                  </a:lnTo>
                  <a:lnTo>
                    <a:pt x="18" y="5"/>
                  </a:lnTo>
                  <a:lnTo>
                    <a:pt x="23" y="5"/>
                  </a:lnTo>
                  <a:lnTo>
                    <a:pt x="29" y="5"/>
                  </a:lnTo>
                  <a:lnTo>
                    <a:pt x="34" y="3"/>
                  </a:lnTo>
                  <a:lnTo>
                    <a:pt x="38" y="3"/>
                  </a:lnTo>
                  <a:lnTo>
                    <a:pt x="42"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3" name="Google Shape;1063;p29"/>
            <p:cNvSpPr/>
            <p:nvPr/>
          </p:nvSpPr>
          <p:spPr>
            <a:xfrm>
              <a:off x="1813" y="2388"/>
              <a:ext cx="51" cy="85"/>
            </a:xfrm>
            <a:custGeom>
              <a:rect b="b" l="l" r="r" t="t"/>
              <a:pathLst>
                <a:path extrusionOk="0" h="85" w="51">
                  <a:moveTo>
                    <a:pt x="40" y="85"/>
                  </a:moveTo>
                  <a:lnTo>
                    <a:pt x="35" y="85"/>
                  </a:lnTo>
                  <a:lnTo>
                    <a:pt x="29" y="84"/>
                  </a:lnTo>
                  <a:lnTo>
                    <a:pt x="24" y="81"/>
                  </a:lnTo>
                  <a:lnTo>
                    <a:pt x="18" y="75"/>
                  </a:lnTo>
                  <a:lnTo>
                    <a:pt x="13" y="70"/>
                  </a:lnTo>
                  <a:lnTo>
                    <a:pt x="9" y="65"/>
                  </a:lnTo>
                  <a:lnTo>
                    <a:pt x="4" y="59"/>
                  </a:lnTo>
                  <a:lnTo>
                    <a:pt x="0" y="54"/>
                  </a:lnTo>
                  <a:lnTo>
                    <a:pt x="11" y="0"/>
                  </a:lnTo>
                  <a:lnTo>
                    <a:pt x="17" y="9"/>
                  </a:lnTo>
                  <a:lnTo>
                    <a:pt x="26" y="19"/>
                  </a:lnTo>
                  <a:lnTo>
                    <a:pt x="34" y="28"/>
                  </a:lnTo>
                  <a:lnTo>
                    <a:pt x="43" y="39"/>
                  </a:lnTo>
                  <a:lnTo>
                    <a:pt x="48" y="50"/>
                  </a:lnTo>
                  <a:lnTo>
                    <a:pt x="51" y="62"/>
                  </a:lnTo>
                  <a:lnTo>
                    <a:pt x="48" y="73"/>
                  </a:lnTo>
                  <a:lnTo>
                    <a:pt x="40" y="85"/>
                  </a:lnTo>
                  <a:close/>
                </a:path>
              </a:pathLst>
            </a:custGeom>
            <a:solidFill>
              <a:srgbClr val="007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4" name="Google Shape;1064;p29"/>
            <p:cNvSpPr/>
            <p:nvPr/>
          </p:nvSpPr>
          <p:spPr>
            <a:xfrm>
              <a:off x="798" y="2458"/>
              <a:ext cx="395" cy="666"/>
            </a:xfrm>
            <a:custGeom>
              <a:rect b="b" l="l" r="r" t="t"/>
              <a:pathLst>
                <a:path extrusionOk="0" h="666" w="395">
                  <a:moveTo>
                    <a:pt x="365" y="46"/>
                  </a:moveTo>
                  <a:lnTo>
                    <a:pt x="359" y="54"/>
                  </a:lnTo>
                  <a:lnTo>
                    <a:pt x="351" y="61"/>
                  </a:lnTo>
                  <a:lnTo>
                    <a:pt x="343" y="65"/>
                  </a:lnTo>
                  <a:lnTo>
                    <a:pt x="334" y="69"/>
                  </a:lnTo>
                  <a:lnTo>
                    <a:pt x="326" y="74"/>
                  </a:lnTo>
                  <a:lnTo>
                    <a:pt x="319" y="78"/>
                  </a:lnTo>
                  <a:lnTo>
                    <a:pt x="312" y="85"/>
                  </a:lnTo>
                  <a:lnTo>
                    <a:pt x="307" y="93"/>
                  </a:lnTo>
                  <a:lnTo>
                    <a:pt x="313" y="101"/>
                  </a:lnTo>
                  <a:lnTo>
                    <a:pt x="324" y="103"/>
                  </a:lnTo>
                  <a:lnTo>
                    <a:pt x="334" y="101"/>
                  </a:lnTo>
                  <a:lnTo>
                    <a:pt x="343" y="100"/>
                  </a:lnTo>
                  <a:lnTo>
                    <a:pt x="376" y="80"/>
                  </a:lnTo>
                  <a:lnTo>
                    <a:pt x="384" y="121"/>
                  </a:lnTo>
                  <a:lnTo>
                    <a:pt x="390" y="166"/>
                  </a:lnTo>
                  <a:lnTo>
                    <a:pt x="394" y="212"/>
                  </a:lnTo>
                  <a:lnTo>
                    <a:pt x="395" y="259"/>
                  </a:lnTo>
                  <a:lnTo>
                    <a:pt x="390" y="304"/>
                  </a:lnTo>
                  <a:lnTo>
                    <a:pt x="377" y="344"/>
                  </a:lnTo>
                  <a:lnTo>
                    <a:pt x="355" y="380"/>
                  </a:lnTo>
                  <a:lnTo>
                    <a:pt x="323" y="410"/>
                  </a:lnTo>
                  <a:lnTo>
                    <a:pt x="316" y="414"/>
                  </a:lnTo>
                  <a:lnTo>
                    <a:pt x="306" y="418"/>
                  </a:lnTo>
                  <a:lnTo>
                    <a:pt x="294" y="422"/>
                  </a:lnTo>
                  <a:lnTo>
                    <a:pt x="281" y="425"/>
                  </a:lnTo>
                  <a:lnTo>
                    <a:pt x="267" y="425"/>
                  </a:lnTo>
                  <a:lnTo>
                    <a:pt x="254" y="424"/>
                  </a:lnTo>
                  <a:lnTo>
                    <a:pt x="241" y="418"/>
                  </a:lnTo>
                  <a:lnTo>
                    <a:pt x="229" y="410"/>
                  </a:lnTo>
                  <a:lnTo>
                    <a:pt x="219" y="409"/>
                  </a:lnTo>
                  <a:lnTo>
                    <a:pt x="210" y="413"/>
                  </a:lnTo>
                  <a:lnTo>
                    <a:pt x="202" y="418"/>
                  </a:lnTo>
                  <a:lnTo>
                    <a:pt x="194" y="425"/>
                  </a:lnTo>
                  <a:lnTo>
                    <a:pt x="202" y="434"/>
                  </a:lnTo>
                  <a:lnTo>
                    <a:pt x="211" y="441"/>
                  </a:lnTo>
                  <a:lnTo>
                    <a:pt x="220" y="446"/>
                  </a:lnTo>
                  <a:lnTo>
                    <a:pt x="228" y="451"/>
                  </a:lnTo>
                  <a:lnTo>
                    <a:pt x="237" y="453"/>
                  </a:lnTo>
                  <a:lnTo>
                    <a:pt x="246" y="456"/>
                  </a:lnTo>
                  <a:lnTo>
                    <a:pt x="255" y="459"/>
                  </a:lnTo>
                  <a:lnTo>
                    <a:pt x="264" y="463"/>
                  </a:lnTo>
                  <a:lnTo>
                    <a:pt x="274" y="507"/>
                  </a:lnTo>
                  <a:lnTo>
                    <a:pt x="281" y="553"/>
                  </a:lnTo>
                  <a:lnTo>
                    <a:pt x="286" y="599"/>
                  </a:lnTo>
                  <a:lnTo>
                    <a:pt x="290" y="645"/>
                  </a:lnTo>
                  <a:lnTo>
                    <a:pt x="271" y="651"/>
                  </a:lnTo>
                  <a:lnTo>
                    <a:pt x="250" y="658"/>
                  </a:lnTo>
                  <a:lnTo>
                    <a:pt x="228" y="664"/>
                  </a:lnTo>
                  <a:lnTo>
                    <a:pt x="206" y="666"/>
                  </a:lnTo>
                  <a:lnTo>
                    <a:pt x="182" y="666"/>
                  </a:lnTo>
                  <a:lnTo>
                    <a:pt x="161" y="665"/>
                  </a:lnTo>
                  <a:lnTo>
                    <a:pt x="141" y="658"/>
                  </a:lnTo>
                  <a:lnTo>
                    <a:pt x="121" y="647"/>
                  </a:lnTo>
                  <a:lnTo>
                    <a:pt x="111" y="616"/>
                  </a:lnTo>
                  <a:lnTo>
                    <a:pt x="104" y="585"/>
                  </a:lnTo>
                  <a:lnTo>
                    <a:pt x="99" y="553"/>
                  </a:lnTo>
                  <a:lnTo>
                    <a:pt x="94" y="521"/>
                  </a:lnTo>
                  <a:lnTo>
                    <a:pt x="87" y="488"/>
                  </a:lnTo>
                  <a:lnTo>
                    <a:pt x="80" y="457"/>
                  </a:lnTo>
                  <a:lnTo>
                    <a:pt x="68" y="428"/>
                  </a:lnTo>
                  <a:lnTo>
                    <a:pt x="52" y="399"/>
                  </a:lnTo>
                  <a:lnTo>
                    <a:pt x="63" y="395"/>
                  </a:lnTo>
                  <a:lnTo>
                    <a:pt x="72" y="388"/>
                  </a:lnTo>
                  <a:lnTo>
                    <a:pt x="81" y="380"/>
                  </a:lnTo>
                  <a:lnTo>
                    <a:pt x="87" y="371"/>
                  </a:lnTo>
                  <a:lnTo>
                    <a:pt x="93" y="353"/>
                  </a:lnTo>
                  <a:lnTo>
                    <a:pt x="91" y="337"/>
                  </a:lnTo>
                  <a:lnTo>
                    <a:pt x="86" y="321"/>
                  </a:lnTo>
                  <a:lnTo>
                    <a:pt x="80" y="305"/>
                  </a:lnTo>
                  <a:lnTo>
                    <a:pt x="76" y="298"/>
                  </a:lnTo>
                  <a:lnTo>
                    <a:pt x="69" y="294"/>
                  </a:lnTo>
                  <a:lnTo>
                    <a:pt x="63" y="290"/>
                  </a:lnTo>
                  <a:lnTo>
                    <a:pt x="56" y="289"/>
                  </a:lnTo>
                  <a:lnTo>
                    <a:pt x="48" y="287"/>
                  </a:lnTo>
                  <a:lnTo>
                    <a:pt x="41" y="287"/>
                  </a:lnTo>
                  <a:lnTo>
                    <a:pt x="33" y="287"/>
                  </a:lnTo>
                  <a:lnTo>
                    <a:pt x="26" y="289"/>
                  </a:lnTo>
                  <a:lnTo>
                    <a:pt x="12" y="281"/>
                  </a:lnTo>
                  <a:lnTo>
                    <a:pt x="6" y="268"/>
                  </a:lnTo>
                  <a:lnTo>
                    <a:pt x="2" y="250"/>
                  </a:lnTo>
                  <a:lnTo>
                    <a:pt x="0" y="224"/>
                  </a:lnTo>
                  <a:lnTo>
                    <a:pt x="3" y="212"/>
                  </a:lnTo>
                  <a:lnTo>
                    <a:pt x="9" y="205"/>
                  </a:lnTo>
                  <a:lnTo>
                    <a:pt x="18" y="201"/>
                  </a:lnTo>
                  <a:lnTo>
                    <a:pt x="29" y="200"/>
                  </a:lnTo>
                  <a:lnTo>
                    <a:pt x="39" y="197"/>
                  </a:lnTo>
                  <a:lnTo>
                    <a:pt x="46" y="193"/>
                  </a:lnTo>
                  <a:lnTo>
                    <a:pt x="48" y="186"/>
                  </a:lnTo>
                  <a:lnTo>
                    <a:pt x="46" y="173"/>
                  </a:lnTo>
                  <a:lnTo>
                    <a:pt x="59" y="146"/>
                  </a:lnTo>
                  <a:lnTo>
                    <a:pt x="64" y="113"/>
                  </a:lnTo>
                  <a:lnTo>
                    <a:pt x="64" y="81"/>
                  </a:lnTo>
                  <a:lnTo>
                    <a:pt x="63" y="49"/>
                  </a:lnTo>
                  <a:lnTo>
                    <a:pt x="68" y="61"/>
                  </a:lnTo>
                  <a:lnTo>
                    <a:pt x="72" y="73"/>
                  </a:lnTo>
                  <a:lnTo>
                    <a:pt x="76" y="85"/>
                  </a:lnTo>
                  <a:lnTo>
                    <a:pt x="82" y="96"/>
                  </a:lnTo>
                  <a:lnTo>
                    <a:pt x="109" y="92"/>
                  </a:lnTo>
                  <a:lnTo>
                    <a:pt x="135" y="89"/>
                  </a:lnTo>
                  <a:lnTo>
                    <a:pt x="158" y="85"/>
                  </a:lnTo>
                  <a:lnTo>
                    <a:pt x="180" y="81"/>
                  </a:lnTo>
                  <a:lnTo>
                    <a:pt x="198" y="77"/>
                  </a:lnTo>
                  <a:lnTo>
                    <a:pt x="216" y="72"/>
                  </a:lnTo>
                  <a:lnTo>
                    <a:pt x="232" y="68"/>
                  </a:lnTo>
                  <a:lnTo>
                    <a:pt x="247" y="62"/>
                  </a:lnTo>
                  <a:lnTo>
                    <a:pt x="260" y="55"/>
                  </a:lnTo>
                  <a:lnTo>
                    <a:pt x="273" y="50"/>
                  </a:lnTo>
                  <a:lnTo>
                    <a:pt x="286" y="43"/>
                  </a:lnTo>
                  <a:lnTo>
                    <a:pt x="299" y="35"/>
                  </a:lnTo>
                  <a:lnTo>
                    <a:pt x="311" y="28"/>
                  </a:lnTo>
                  <a:lnTo>
                    <a:pt x="323" y="19"/>
                  </a:lnTo>
                  <a:lnTo>
                    <a:pt x="336" y="10"/>
                  </a:lnTo>
                  <a:lnTo>
                    <a:pt x="349" y="0"/>
                  </a:lnTo>
                  <a:lnTo>
                    <a:pt x="356" y="10"/>
                  </a:lnTo>
                  <a:lnTo>
                    <a:pt x="360" y="20"/>
                  </a:lnTo>
                  <a:lnTo>
                    <a:pt x="363" y="34"/>
                  </a:lnTo>
                  <a:lnTo>
                    <a:pt x="365" y="46"/>
                  </a:lnTo>
                  <a:close/>
                </a:path>
              </a:pathLst>
            </a:custGeom>
            <a:solidFill>
              <a:srgbClr val="F2CC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5" name="Google Shape;1065;p29"/>
            <p:cNvSpPr/>
            <p:nvPr/>
          </p:nvSpPr>
          <p:spPr>
            <a:xfrm>
              <a:off x="1838" y="2531"/>
              <a:ext cx="56" cy="329"/>
            </a:xfrm>
            <a:custGeom>
              <a:rect b="b" l="l" r="r" t="t"/>
              <a:pathLst>
                <a:path extrusionOk="0" h="329" w="56">
                  <a:moveTo>
                    <a:pt x="39" y="329"/>
                  </a:moveTo>
                  <a:lnTo>
                    <a:pt x="0" y="222"/>
                  </a:lnTo>
                  <a:lnTo>
                    <a:pt x="1" y="167"/>
                  </a:lnTo>
                  <a:lnTo>
                    <a:pt x="4" y="109"/>
                  </a:lnTo>
                  <a:lnTo>
                    <a:pt x="9" y="53"/>
                  </a:lnTo>
                  <a:lnTo>
                    <a:pt x="19" y="0"/>
                  </a:lnTo>
                  <a:lnTo>
                    <a:pt x="28" y="40"/>
                  </a:lnTo>
                  <a:lnTo>
                    <a:pt x="38" y="81"/>
                  </a:lnTo>
                  <a:lnTo>
                    <a:pt x="47" y="121"/>
                  </a:lnTo>
                  <a:lnTo>
                    <a:pt x="53" y="162"/>
                  </a:lnTo>
                  <a:lnTo>
                    <a:pt x="56" y="204"/>
                  </a:lnTo>
                  <a:lnTo>
                    <a:pt x="56" y="245"/>
                  </a:lnTo>
                  <a:lnTo>
                    <a:pt x="49" y="287"/>
                  </a:lnTo>
                  <a:lnTo>
                    <a:pt x="39" y="329"/>
                  </a:lnTo>
                  <a:close/>
                </a:path>
              </a:pathLst>
            </a:custGeom>
            <a:solidFill>
              <a:srgbClr val="007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6" name="Google Shape;1066;p29"/>
            <p:cNvSpPr/>
            <p:nvPr/>
          </p:nvSpPr>
          <p:spPr>
            <a:xfrm>
              <a:off x="2262" y="2550"/>
              <a:ext cx="46" cy="220"/>
            </a:xfrm>
            <a:custGeom>
              <a:rect b="b" l="l" r="r" t="t"/>
              <a:pathLst>
                <a:path extrusionOk="0" h="220" w="46">
                  <a:moveTo>
                    <a:pt x="46" y="4"/>
                  </a:moveTo>
                  <a:lnTo>
                    <a:pt x="42" y="55"/>
                  </a:lnTo>
                  <a:lnTo>
                    <a:pt x="35" y="109"/>
                  </a:lnTo>
                  <a:lnTo>
                    <a:pt x="26" y="164"/>
                  </a:lnTo>
                  <a:lnTo>
                    <a:pt x="19" y="218"/>
                  </a:lnTo>
                  <a:lnTo>
                    <a:pt x="1" y="220"/>
                  </a:lnTo>
                  <a:lnTo>
                    <a:pt x="0" y="166"/>
                  </a:lnTo>
                  <a:lnTo>
                    <a:pt x="2" y="110"/>
                  </a:lnTo>
                  <a:lnTo>
                    <a:pt x="6" y="55"/>
                  </a:lnTo>
                  <a:lnTo>
                    <a:pt x="9" y="0"/>
                  </a:lnTo>
                  <a:lnTo>
                    <a:pt x="46" y="4"/>
                  </a:lnTo>
                  <a:close/>
                </a:path>
              </a:pathLst>
            </a:custGeom>
            <a:solidFill>
              <a:srgbClr val="FFFF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7" name="Google Shape;1067;p29"/>
            <p:cNvSpPr/>
            <p:nvPr/>
          </p:nvSpPr>
          <p:spPr>
            <a:xfrm>
              <a:off x="2324" y="2574"/>
              <a:ext cx="78" cy="214"/>
            </a:xfrm>
            <a:custGeom>
              <a:rect b="b" l="l" r="r" t="t"/>
              <a:pathLst>
                <a:path extrusionOk="0" h="214" w="78">
                  <a:moveTo>
                    <a:pt x="78" y="214"/>
                  </a:moveTo>
                  <a:lnTo>
                    <a:pt x="66" y="198"/>
                  </a:lnTo>
                  <a:lnTo>
                    <a:pt x="56" y="179"/>
                  </a:lnTo>
                  <a:lnTo>
                    <a:pt x="48" y="159"/>
                  </a:lnTo>
                  <a:lnTo>
                    <a:pt x="40" y="140"/>
                  </a:lnTo>
                  <a:lnTo>
                    <a:pt x="32" y="121"/>
                  </a:lnTo>
                  <a:lnTo>
                    <a:pt x="23" y="107"/>
                  </a:lnTo>
                  <a:lnTo>
                    <a:pt x="13" y="97"/>
                  </a:lnTo>
                  <a:lnTo>
                    <a:pt x="0" y="94"/>
                  </a:lnTo>
                  <a:lnTo>
                    <a:pt x="5" y="0"/>
                  </a:lnTo>
                  <a:lnTo>
                    <a:pt x="14" y="26"/>
                  </a:lnTo>
                  <a:lnTo>
                    <a:pt x="25" y="51"/>
                  </a:lnTo>
                  <a:lnTo>
                    <a:pt x="34" y="78"/>
                  </a:lnTo>
                  <a:lnTo>
                    <a:pt x="43" y="107"/>
                  </a:lnTo>
                  <a:lnTo>
                    <a:pt x="52" y="135"/>
                  </a:lnTo>
                  <a:lnTo>
                    <a:pt x="60" y="162"/>
                  </a:lnTo>
                  <a:lnTo>
                    <a:pt x="69" y="189"/>
                  </a:lnTo>
                  <a:lnTo>
                    <a:pt x="78" y="214"/>
                  </a:lnTo>
                  <a:close/>
                </a:path>
              </a:pathLst>
            </a:custGeom>
            <a:solidFill>
              <a:srgbClr val="FF00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8" name="Google Shape;1068;p29"/>
            <p:cNvSpPr/>
            <p:nvPr/>
          </p:nvSpPr>
          <p:spPr>
            <a:xfrm>
              <a:off x="939" y="2579"/>
              <a:ext cx="89" cy="36"/>
            </a:xfrm>
            <a:custGeom>
              <a:rect b="b" l="l" r="r" t="t"/>
              <a:pathLst>
                <a:path extrusionOk="0" h="36" w="89">
                  <a:moveTo>
                    <a:pt x="85" y="0"/>
                  </a:moveTo>
                  <a:lnTo>
                    <a:pt x="88" y="9"/>
                  </a:lnTo>
                  <a:lnTo>
                    <a:pt x="89" y="15"/>
                  </a:lnTo>
                  <a:lnTo>
                    <a:pt x="87" y="21"/>
                  </a:lnTo>
                  <a:lnTo>
                    <a:pt x="83" y="25"/>
                  </a:lnTo>
                  <a:lnTo>
                    <a:pt x="78" y="29"/>
                  </a:lnTo>
                  <a:lnTo>
                    <a:pt x="71" y="31"/>
                  </a:lnTo>
                  <a:lnTo>
                    <a:pt x="65" y="34"/>
                  </a:lnTo>
                  <a:lnTo>
                    <a:pt x="58" y="36"/>
                  </a:lnTo>
                  <a:lnTo>
                    <a:pt x="1" y="31"/>
                  </a:lnTo>
                  <a:lnTo>
                    <a:pt x="0" y="22"/>
                  </a:lnTo>
                  <a:lnTo>
                    <a:pt x="2" y="15"/>
                  </a:lnTo>
                  <a:lnTo>
                    <a:pt x="7" y="13"/>
                  </a:lnTo>
                  <a:lnTo>
                    <a:pt x="15" y="11"/>
                  </a:lnTo>
                  <a:lnTo>
                    <a:pt x="24" y="11"/>
                  </a:lnTo>
                  <a:lnTo>
                    <a:pt x="33" y="10"/>
                  </a:lnTo>
                  <a:lnTo>
                    <a:pt x="41" y="9"/>
                  </a:lnTo>
                  <a:lnTo>
                    <a:pt x="48" y="6"/>
                  </a:lnTo>
                  <a:lnTo>
                    <a:pt x="57" y="3"/>
                  </a:lnTo>
                  <a:lnTo>
                    <a:pt x="66" y="2"/>
                  </a:lnTo>
                  <a:lnTo>
                    <a:pt x="76" y="2"/>
                  </a:lnTo>
                  <a:lnTo>
                    <a:pt x="8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9" name="Google Shape;1069;p29"/>
            <p:cNvSpPr/>
            <p:nvPr/>
          </p:nvSpPr>
          <p:spPr>
            <a:xfrm>
              <a:off x="1087" y="2584"/>
              <a:ext cx="62" cy="124"/>
            </a:xfrm>
            <a:custGeom>
              <a:rect b="b" l="l" r="r" t="t"/>
              <a:pathLst>
                <a:path extrusionOk="0" h="124" w="62">
                  <a:moveTo>
                    <a:pt x="17" y="0"/>
                  </a:moveTo>
                  <a:lnTo>
                    <a:pt x="23" y="13"/>
                  </a:lnTo>
                  <a:lnTo>
                    <a:pt x="31" y="25"/>
                  </a:lnTo>
                  <a:lnTo>
                    <a:pt x="39" y="36"/>
                  </a:lnTo>
                  <a:lnTo>
                    <a:pt x="48" y="47"/>
                  </a:lnTo>
                  <a:lnTo>
                    <a:pt x="54" y="59"/>
                  </a:lnTo>
                  <a:lnTo>
                    <a:pt x="60" y="72"/>
                  </a:lnTo>
                  <a:lnTo>
                    <a:pt x="62" y="89"/>
                  </a:lnTo>
                  <a:lnTo>
                    <a:pt x="62" y="106"/>
                  </a:lnTo>
                  <a:lnTo>
                    <a:pt x="56" y="111"/>
                  </a:lnTo>
                  <a:lnTo>
                    <a:pt x="49" y="115"/>
                  </a:lnTo>
                  <a:lnTo>
                    <a:pt x="43" y="118"/>
                  </a:lnTo>
                  <a:lnTo>
                    <a:pt x="36" y="121"/>
                  </a:lnTo>
                  <a:lnTo>
                    <a:pt x="30" y="122"/>
                  </a:lnTo>
                  <a:lnTo>
                    <a:pt x="22" y="124"/>
                  </a:lnTo>
                  <a:lnTo>
                    <a:pt x="13" y="124"/>
                  </a:lnTo>
                  <a:lnTo>
                    <a:pt x="1" y="124"/>
                  </a:lnTo>
                  <a:lnTo>
                    <a:pt x="0" y="118"/>
                  </a:lnTo>
                  <a:lnTo>
                    <a:pt x="2" y="114"/>
                  </a:lnTo>
                  <a:lnTo>
                    <a:pt x="8" y="111"/>
                  </a:lnTo>
                  <a:lnTo>
                    <a:pt x="15" y="109"/>
                  </a:lnTo>
                  <a:lnTo>
                    <a:pt x="23" y="107"/>
                  </a:lnTo>
                  <a:lnTo>
                    <a:pt x="31" y="105"/>
                  </a:lnTo>
                  <a:lnTo>
                    <a:pt x="37" y="103"/>
                  </a:lnTo>
                  <a:lnTo>
                    <a:pt x="41" y="99"/>
                  </a:lnTo>
                  <a:lnTo>
                    <a:pt x="47" y="90"/>
                  </a:lnTo>
                  <a:lnTo>
                    <a:pt x="44" y="78"/>
                  </a:lnTo>
                  <a:lnTo>
                    <a:pt x="36" y="67"/>
                  </a:lnTo>
                  <a:lnTo>
                    <a:pt x="26" y="56"/>
                  </a:lnTo>
                  <a:lnTo>
                    <a:pt x="18" y="43"/>
                  </a:lnTo>
                  <a:lnTo>
                    <a:pt x="10" y="31"/>
                  </a:lnTo>
                  <a:lnTo>
                    <a:pt x="5" y="20"/>
                  </a:lnTo>
                  <a:lnTo>
                    <a:pt x="2" y="6"/>
                  </a:lnTo>
                  <a:lnTo>
                    <a:pt x="6" y="5"/>
                  </a:lnTo>
                  <a:lnTo>
                    <a:pt x="9" y="2"/>
                  </a:lnTo>
                  <a:lnTo>
                    <a:pt x="11" y="0"/>
                  </a:lnTo>
                  <a:lnTo>
                    <a:pt x="17"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0" name="Google Shape;1070;p29"/>
            <p:cNvSpPr/>
            <p:nvPr/>
          </p:nvSpPr>
          <p:spPr>
            <a:xfrm>
              <a:off x="2233" y="2699"/>
              <a:ext cx="225" cy="359"/>
            </a:xfrm>
            <a:custGeom>
              <a:rect b="b" l="l" r="r" t="t"/>
              <a:pathLst>
                <a:path extrusionOk="0" h="359" w="225">
                  <a:moveTo>
                    <a:pt x="145" y="129"/>
                  </a:moveTo>
                  <a:lnTo>
                    <a:pt x="153" y="172"/>
                  </a:lnTo>
                  <a:lnTo>
                    <a:pt x="155" y="218"/>
                  </a:lnTo>
                  <a:lnTo>
                    <a:pt x="149" y="261"/>
                  </a:lnTo>
                  <a:lnTo>
                    <a:pt x="138" y="303"/>
                  </a:lnTo>
                  <a:lnTo>
                    <a:pt x="138" y="307"/>
                  </a:lnTo>
                  <a:lnTo>
                    <a:pt x="139" y="308"/>
                  </a:lnTo>
                  <a:lnTo>
                    <a:pt x="140" y="311"/>
                  </a:lnTo>
                  <a:lnTo>
                    <a:pt x="143" y="313"/>
                  </a:lnTo>
                  <a:lnTo>
                    <a:pt x="155" y="309"/>
                  </a:lnTo>
                  <a:lnTo>
                    <a:pt x="164" y="301"/>
                  </a:lnTo>
                  <a:lnTo>
                    <a:pt x="170" y="290"/>
                  </a:lnTo>
                  <a:lnTo>
                    <a:pt x="177" y="280"/>
                  </a:lnTo>
                  <a:lnTo>
                    <a:pt x="183" y="249"/>
                  </a:lnTo>
                  <a:lnTo>
                    <a:pt x="183" y="218"/>
                  </a:lnTo>
                  <a:lnTo>
                    <a:pt x="182" y="185"/>
                  </a:lnTo>
                  <a:lnTo>
                    <a:pt x="188" y="153"/>
                  </a:lnTo>
                  <a:lnTo>
                    <a:pt x="201" y="160"/>
                  </a:lnTo>
                  <a:lnTo>
                    <a:pt x="209" y="172"/>
                  </a:lnTo>
                  <a:lnTo>
                    <a:pt x="214" y="185"/>
                  </a:lnTo>
                  <a:lnTo>
                    <a:pt x="218" y="199"/>
                  </a:lnTo>
                  <a:lnTo>
                    <a:pt x="222" y="241"/>
                  </a:lnTo>
                  <a:lnTo>
                    <a:pt x="225" y="282"/>
                  </a:lnTo>
                  <a:lnTo>
                    <a:pt x="220" y="323"/>
                  </a:lnTo>
                  <a:lnTo>
                    <a:pt x="200" y="356"/>
                  </a:lnTo>
                  <a:lnTo>
                    <a:pt x="192" y="359"/>
                  </a:lnTo>
                  <a:lnTo>
                    <a:pt x="184" y="359"/>
                  </a:lnTo>
                  <a:lnTo>
                    <a:pt x="177" y="358"/>
                  </a:lnTo>
                  <a:lnTo>
                    <a:pt x="169" y="356"/>
                  </a:lnTo>
                  <a:lnTo>
                    <a:pt x="161" y="354"/>
                  </a:lnTo>
                  <a:lnTo>
                    <a:pt x="155" y="350"/>
                  </a:lnTo>
                  <a:lnTo>
                    <a:pt x="147" y="346"/>
                  </a:lnTo>
                  <a:lnTo>
                    <a:pt x="140" y="343"/>
                  </a:lnTo>
                  <a:lnTo>
                    <a:pt x="131" y="334"/>
                  </a:lnTo>
                  <a:lnTo>
                    <a:pt x="125" y="324"/>
                  </a:lnTo>
                  <a:lnTo>
                    <a:pt x="118" y="315"/>
                  </a:lnTo>
                  <a:lnTo>
                    <a:pt x="112" y="305"/>
                  </a:lnTo>
                  <a:lnTo>
                    <a:pt x="105" y="296"/>
                  </a:lnTo>
                  <a:lnTo>
                    <a:pt x="99" y="286"/>
                  </a:lnTo>
                  <a:lnTo>
                    <a:pt x="92" y="277"/>
                  </a:lnTo>
                  <a:lnTo>
                    <a:pt x="83" y="269"/>
                  </a:lnTo>
                  <a:lnTo>
                    <a:pt x="10" y="269"/>
                  </a:lnTo>
                  <a:lnTo>
                    <a:pt x="10" y="250"/>
                  </a:lnTo>
                  <a:lnTo>
                    <a:pt x="13" y="230"/>
                  </a:lnTo>
                  <a:lnTo>
                    <a:pt x="10" y="212"/>
                  </a:lnTo>
                  <a:lnTo>
                    <a:pt x="0" y="197"/>
                  </a:lnTo>
                  <a:lnTo>
                    <a:pt x="3" y="188"/>
                  </a:lnTo>
                  <a:lnTo>
                    <a:pt x="8" y="181"/>
                  </a:lnTo>
                  <a:lnTo>
                    <a:pt x="16" y="174"/>
                  </a:lnTo>
                  <a:lnTo>
                    <a:pt x="22" y="168"/>
                  </a:lnTo>
                  <a:lnTo>
                    <a:pt x="26" y="164"/>
                  </a:lnTo>
                  <a:lnTo>
                    <a:pt x="29" y="160"/>
                  </a:lnTo>
                  <a:lnTo>
                    <a:pt x="34" y="156"/>
                  </a:lnTo>
                  <a:lnTo>
                    <a:pt x="39" y="153"/>
                  </a:lnTo>
                  <a:lnTo>
                    <a:pt x="40" y="145"/>
                  </a:lnTo>
                  <a:lnTo>
                    <a:pt x="38" y="137"/>
                  </a:lnTo>
                  <a:lnTo>
                    <a:pt x="34" y="129"/>
                  </a:lnTo>
                  <a:lnTo>
                    <a:pt x="29" y="121"/>
                  </a:lnTo>
                  <a:lnTo>
                    <a:pt x="25" y="114"/>
                  </a:lnTo>
                  <a:lnTo>
                    <a:pt x="23" y="108"/>
                  </a:lnTo>
                  <a:lnTo>
                    <a:pt x="27" y="103"/>
                  </a:lnTo>
                  <a:lnTo>
                    <a:pt x="38" y="99"/>
                  </a:lnTo>
                  <a:lnTo>
                    <a:pt x="43" y="96"/>
                  </a:lnTo>
                  <a:lnTo>
                    <a:pt x="49" y="94"/>
                  </a:lnTo>
                  <a:lnTo>
                    <a:pt x="55" y="91"/>
                  </a:lnTo>
                  <a:lnTo>
                    <a:pt x="62" y="89"/>
                  </a:lnTo>
                  <a:lnTo>
                    <a:pt x="69" y="88"/>
                  </a:lnTo>
                  <a:lnTo>
                    <a:pt x="74" y="87"/>
                  </a:lnTo>
                  <a:lnTo>
                    <a:pt x="81" y="85"/>
                  </a:lnTo>
                  <a:lnTo>
                    <a:pt x="86" y="84"/>
                  </a:lnTo>
                  <a:lnTo>
                    <a:pt x="84" y="67"/>
                  </a:lnTo>
                  <a:lnTo>
                    <a:pt x="82" y="49"/>
                  </a:lnTo>
                  <a:lnTo>
                    <a:pt x="82" y="30"/>
                  </a:lnTo>
                  <a:lnTo>
                    <a:pt x="86" y="10"/>
                  </a:lnTo>
                  <a:lnTo>
                    <a:pt x="96" y="0"/>
                  </a:lnTo>
                  <a:lnTo>
                    <a:pt x="100" y="17"/>
                  </a:lnTo>
                  <a:lnTo>
                    <a:pt x="106" y="33"/>
                  </a:lnTo>
                  <a:lnTo>
                    <a:pt x="113" y="48"/>
                  </a:lnTo>
                  <a:lnTo>
                    <a:pt x="121" y="63"/>
                  </a:lnTo>
                  <a:lnTo>
                    <a:pt x="129" y="77"/>
                  </a:lnTo>
                  <a:lnTo>
                    <a:pt x="136" y="94"/>
                  </a:lnTo>
                  <a:lnTo>
                    <a:pt x="142" y="110"/>
                  </a:lnTo>
                  <a:lnTo>
                    <a:pt x="145" y="129"/>
                  </a:lnTo>
                  <a:close/>
                </a:path>
              </a:pathLst>
            </a:custGeom>
            <a:solidFill>
              <a:srgbClr val="A56D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1" name="Google Shape;1071;p29"/>
            <p:cNvSpPr/>
            <p:nvPr/>
          </p:nvSpPr>
          <p:spPr>
            <a:xfrm>
              <a:off x="822" y="2679"/>
              <a:ext cx="37" cy="43"/>
            </a:xfrm>
            <a:custGeom>
              <a:rect b="b" l="l" r="r" t="t"/>
              <a:pathLst>
                <a:path extrusionOk="0" h="43" w="37">
                  <a:moveTo>
                    <a:pt x="37" y="31"/>
                  </a:moveTo>
                  <a:lnTo>
                    <a:pt x="36" y="35"/>
                  </a:lnTo>
                  <a:lnTo>
                    <a:pt x="33" y="38"/>
                  </a:lnTo>
                  <a:lnTo>
                    <a:pt x="30" y="41"/>
                  </a:lnTo>
                  <a:lnTo>
                    <a:pt x="26" y="43"/>
                  </a:lnTo>
                  <a:lnTo>
                    <a:pt x="19" y="38"/>
                  </a:lnTo>
                  <a:lnTo>
                    <a:pt x="17" y="30"/>
                  </a:lnTo>
                  <a:lnTo>
                    <a:pt x="13" y="22"/>
                  </a:lnTo>
                  <a:lnTo>
                    <a:pt x="5" y="16"/>
                  </a:lnTo>
                  <a:lnTo>
                    <a:pt x="0" y="0"/>
                  </a:lnTo>
                  <a:lnTo>
                    <a:pt x="10" y="3"/>
                  </a:lnTo>
                  <a:lnTo>
                    <a:pt x="22" y="11"/>
                  </a:lnTo>
                  <a:lnTo>
                    <a:pt x="31" y="22"/>
                  </a:lnTo>
                  <a:lnTo>
                    <a:pt x="37"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2" name="Google Shape;1072;p29"/>
            <p:cNvSpPr/>
            <p:nvPr/>
          </p:nvSpPr>
          <p:spPr>
            <a:xfrm>
              <a:off x="1048" y="2755"/>
              <a:ext cx="80" cy="47"/>
            </a:xfrm>
            <a:custGeom>
              <a:rect b="b" l="l" r="r" t="t"/>
              <a:pathLst>
                <a:path extrusionOk="0" h="47" w="80">
                  <a:moveTo>
                    <a:pt x="80" y="25"/>
                  </a:moveTo>
                  <a:lnTo>
                    <a:pt x="75" y="32"/>
                  </a:lnTo>
                  <a:lnTo>
                    <a:pt x="70" y="38"/>
                  </a:lnTo>
                  <a:lnTo>
                    <a:pt x="62" y="42"/>
                  </a:lnTo>
                  <a:lnTo>
                    <a:pt x="56" y="44"/>
                  </a:lnTo>
                  <a:lnTo>
                    <a:pt x="48" y="46"/>
                  </a:lnTo>
                  <a:lnTo>
                    <a:pt x="40" y="47"/>
                  </a:lnTo>
                  <a:lnTo>
                    <a:pt x="32" y="46"/>
                  </a:lnTo>
                  <a:lnTo>
                    <a:pt x="24" y="43"/>
                  </a:lnTo>
                  <a:lnTo>
                    <a:pt x="17" y="38"/>
                  </a:lnTo>
                  <a:lnTo>
                    <a:pt x="10" y="31"/>
                  </a:lnTo>
                  <a:lnTo>
                    <a:pt x="4" y="24"/>
                  </a:lnTo>
                  <a:lnTo>
                    <a:pt x="0" y="17"/>
                  </a:lnTo>
                  <a:lnTo>
                    <a:pt x="5" y="15"/>
                  </a:lnTo>
                  <a:lnTo>
                    <a:pt x="10" y="13"/>
                  </a:lnTo>
                  <a:lnTo>
                    <a:pt x="17" y="13"/>
                  </a:lnTo>
                  <a:lnTo>
                    <a:pt x="23" y="13"/>
                  </a:lnTo>
                  <a:lnTo>
                    <a:pt x="30" y="15"/>
                  </a:lnTo>
                  <a:lnTo>
                    <a:pt x="36" y="16"/>
                  </a:lnTo>
                  <a:lnTo>
                    <a:pt x="41" y="15"/>
                  </a:lnTo>
                  <a:lnTo>
                    <a:pt x="48" y="13"/>
                  </a:lnTo>
                  <a:lnTo>
                    <a:pt x="57" y="11"/>
                  </a:lnTo>
                  <a:lnTo>
                    <a:pt x="65" y="4"/>
                  </a:lnTo>
                  <a:lnTo>
                    <a:pt x="73" y="0"/>
                  </a:lnTo>
                  <a:lnTo>
                    <a:pt x="80" y="0"/>
                  </a:lnTo>
                  <a:lnTo>
                    <a:pt x="80" y="2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3" name="Google Shape;1073;p29"/>
            <p:cNvSpPr/>
            <p:nvPr/>
          </p:nvSpPr>
          <p:spPr>
            <a:xfrm>
              <a:off x="813" y="2774"/>
              <a:ext cx="45" cy="52"/>
            </a:xfrm>
            <a:custGeom>
              <a:rect b="b" l="l" r="r" t="t"/>
              <a:pathLst>
                <a:path extrusionOk="0" h="52" w="45">
                  <a:moveTo>
                    <a:pt x="45" y="19"/>
                  </a:moveTo>
                  <a:lnTo>
                    <a:pt x="45" y="29"/>
                  </a:lnTo>
                  <a:lnTo>
                    <a:pt x="41" y="39"/>
                  </a:lnTo>
                  <a:lnTo>
                    <a:pt x="36" y="47"/>
                  </a:lnTo>
                  <a:lnTo>
                    <a:pt x="29" y="51"/>
                  </a:lnTo>
                  <a:lnTo>
                    <a:pt x="19" y="52"/>
                  </a:lnTo>
                  <a:lnTo>
                    <a:pt x="9" y="48"/>
                  </a:lnTo>
                  <a:lnTo>
                    <a:pt x="2" y="40"/>
                  </a:lnTo>
                  <a:lnTo>
                    <a:pt x="1" y="29"/>
                  </a:lnTo>
                  <a:lnTo>
                    <a:pt x="0" y="20"/>
                  </a:lnTo>
                  <a:lnTo>
                    <a:pt x="2" y="10"/>
                  </a:lnTo>
                  <a:lnTo>
                    <a:pt x="7" y="4"/>
                  </a:lnTo>
                  <a:lnTo>
                    <a:pt x="13" y="0"/>
                  </a:lnTo>
                  <a:lnTo>
                    <a:pt x="22" y="0"/>
                  </a:lnTo>
                  <a:lnTo>
                    <a:pt x="31" y="2"/>
                  </a:lnTo>
                  <a:lnTo>
                    <a:pt x="40" y="9"/>
                  </a:lnTo>
                  <a:lnTo>
                    <a:pt x="45" y="19"/>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4" name="Google Shape;1074;p29"/>
            <p:cNvSpPr/>
            <p:nvPr/>
          </p:nvSpPr>
          <p:spPr>
            <a:xfrm>
              <a:off x="927" y="2851"/>
              <a:ext cx="585" cy="826"/>
            </a:xfrm>
            <a:custGeom>
              <a:rect b="b" l="l" r="r" t="t"/>
              <a:pathLst>
                <a:path extrusionOk="0" h="826" w="585">
                  <a:moveTo>
                    <a:pt x="439" y="66"/>
                  </a:moveTo>
                  <a:lnTo>
                    <a:pt x="455" y="99"/>
                  </a:lnTo>
                  <a:lnTo>
                    <a:pt x="465" y="137"/>
                  </a:lnTo>
                  <a:lnTo>
                    <a:pt x="470" y="175"/>
                  </a:lnTo>
                  <a:lnTo>
                    <a:pt x="472" y="215"/>
                  </a:lnTo>
                  <a:lnTo>
                    <a:pt x="472" y="256"/>
                  </a:lnTo>
                  <a:lnTo>
                    <a:pt x="472" y="296"/>
                  </a:lnTo>
                  <a:lnTo>
                    <a:pt x="474" y="335"/>
                  </a:lnTo>
                  <a:lnTo>
                    <a:pt x="478" y="374"/>
                  </a:lnTo>
                  <a:lnTo>
                    <a:pt x="489" y="428"/>
                  </a:lnTo>
                  <a:lnTo>
                    <a:pt x="503" y="480"/>
                  </a:lnTo>
                  <a:lnTo>
                    <a:pt x="518" y="531"/>
                  </a:lnTo>
                  <a:lnTo>
                    <a:pt x="537" y="582"/>
                  </a:lnTo>
                  <a:lnTo>
                    <a:pt x="554" y="632"/>
                  </a:lnTo>
                  <a:lnTo>
                    <a:pt x="568" y="685"/>
                  </a:lnTo>
                  <a:lnTo>
                    <a:pt x="578" y="739"/>
                  </a:lnTo>
                  <a:lnTo>
                    <a:pt x="585" y="794"/>
                  </a:lnTo>
                  <a:lnTo>
                    <a:pt x="581" y="802"/>
                  </a:lnTo>
                  <a:lnTo>
                    <a:pt x="577" y="811"/>
                  </a:lnTo>
                  <a:lnTo>
                    <a:pt x="572" y="819"/>
                  </a:lnTo>
                  <a:lnTo>
                    <a:pt x="564" y="826"/>
                  </a:lnTo>
                  <a:lnTo>
                    <a:pt x="564" y="802"/>
                  </a:lnTo>
                  <a:lnTo>
                    <a:pt x="564" y="779"/>
                  </a:lnTo>
                  <a:lnTo>
                    <a:pt x="561" y="755"/>
                  </a:lnTo>
                  <a:lnTo>
                    <a:pt x="557" y="732"/>
                  </a:lnTo>
                  <a:lnTo>
                    <a:pt x="551" y="710"/>
                  </a:lnTo>
                  <a:lnTo>
                    <a:pt x="541" y="691"/>
                  </a:lnTo>
                  <a:lnTo>
                    <a:pt x="525" y="675"/>
                  </a:lnTo>
                  <a:lnTo>
                    <a:pt x="504" y="662"/>
                  </a:lnTo>
                  <a:lnTo>
                    <a:pt x="446" y="651"/>
                  </a:lnTo>
                  <a:lnTo>
                    <a:pt x="443" y="592"/>
                  </a:lnTo>
                  <a:lnTo>
                    <a:pt x="440" y="532"/>
                  </a:lnTo>
                  <a:lnTo>
                    <a:pt x="442" y="473"/>
                  </a:lnTo>
                  <a:lnTo>
                    <a:pt x="448" y="416"/>
                  </a:lnTo>
                  <a:lnTo>
                    <a:pt x="444" y="411"/>
                  </a:lnTo>
                  <a:lnTo>
                    <a:pt x="439" y="408"/>
                  </a:lnTo>
                  <a:lnTo>
                    <a:pt x="434" y="407"/>
                  </a:lnTo>
                  <a:lnTo>
                    <a:pt x="429" y="407"/>
                  </a:lnTo>
                  <a:lnTo>
                    <a:pt x="424" y="408"/>
                  </a:lnTo>
                  <a:lnTo>
                    <a:pt x="418" y="411"/>
                  </a:lnTo>
                  <a:lnTo>
                    <a:pt x="413" y="414"/>
                  </a:lnTo>
                  <a:lnTo>
                    <a:pt x="408" y="415"/>
                  </a:lnTo>
                  <a:lnTo>
                    <a:pt x="385" y="420"/>
                  </a:lnTo>
                  <a:lnTo>
                    <a:pt x="361" y="424"/>
                  </a:lnTo>
                  <a:lnTo>
                    <a:pt x="339" y="428"/>
                  </a:lnTo>
                  <a:lnTo>
                    <a:pt x="314" y="431"/>
                  </a:lnTo>
                  <a:lnTo>
                    <a:pt x="291" y="435"/>
                  </a:lnTo>
                  <a:lnTo>
                    <a:pt x="268" y="438"/>
                  </a:lnTo>
                  <a:lnTo>
                    <a:pt x="244" y="439"/>
                  </a:lnTo>
                  <a:lnTo>
                    <a:pt x="220" y="442"/>
                  </a:lnTo>
                  <a:lnTo>
                    <a:pt x="195" y="443"/>
                  </a:lnTo>
                  <a:lnTo>
                    <a:pt x="171" y="445"/>
                  </a:lnTo>
                  <a:lnTo>
                    <a:pt x="147" y="445"/>
                  </a:lnTo>
                  <a:lnTo>
                    <a:pt x="122" y="446"/>
                  </a:lnTo>
                  <a:lnTo>
                    <a:pt x="97" y="446"/>
                  </a:lnTo>
                  <a:lnTo>
                    <a:pt x="73" y="446"/>
                  </a:lnTo>
                  <a:lnTo>
                    <a:pt x="48" y="445"/>
                  </a:lnTo>
                  <a:lnTo>
                    <a:pt x="23" y="445"/>
                  </a:lnTo>
                  <a:lnTo>
                    <a:pt x="14" y="414"/>
                  </a:lnTo>
                  <a:lnTo>
                    <a:pt x="10" y="381"/>
                  </a:lnTo>
                  <a:lnTo>
                    <a:pt x="6" y="347"/>
                  </a:lnTo>
                  <a:lnTo>
                    <a:pt x="0" y="315"/>
                  </a:lnTo>
                  <a:lnTo>
                    <a:pt x="22" y="320"/>
                  </a:lnTo>
                  <a:lnTo>
                    <a:pt x="44" y="323"/>
                  </a:lnTo>
                  <a:lnTo>
                    <a:pt x="65" y="322"/>
                  </a:lnTo>
                  <a:lnTo>
                    <a:pt x="87" y="319"/>
                  </a:lnTo>
                  <a:lnTo>
                    <a:pt x="108" y="315"/>
                  </a:lnTo>
                  <a:lnTo>
                    <a:pt x="130" y="308"/>
                  </a:lnTo>
                  <a:lnTo>
                    <a:pt x="149" y="302"/>
                  </a:lnTo>
                  <a:lnTo>
                    <a:pt x="170" y="295"/>
                  </a:lnTo>
                  <a:lnTo>
                    <a:pt x="170" y="327"/>
                  </a:lnTo>
                  <a:lnTo>
                    <a:pt x="168" y="361"/>
                  </a:lnTo>
                  <a:lnTo>
                    <a:pt x="169" y="392"/>
                  </a:lnTo>
                  <a:lnTo>
                    <a:pt x="178" y="420"/>
                  </a:lnTo>
                  <a:lnTo>
                    <a:pt x="188" y="420"/>
                  </a:lnTo>
                  <a:lnTo>
                    <a:pt x="197" y="416"/>
                  </a:lnTo>
                  <a:lnTo>
                    <a:pt x="205" y="409"/>
                  </a:lnTo>
                  <a:lnTo>
                    <a:pt x="213" y="401"/>
                  </a:lnTo>
                  <a:lnTo>
                    <a:pt x="217" y="357"/>
                  </a:lnTo>
                  <a:lnTo>
                    <a:pt x="217" y="314"/>
                  </a:lnTo>
                  <a:lnTo>
                    <a:pt x="214" y="272"/>
                  </a:lnTo>
                  <a:lnTo>
                    <a:pt x="209" y="230"/>
                  </a:lnTo>
                  <a:lnTo>
                    <a:pt x="203" y="190"/>
                  </a:lnTo>
                  <a:lnTo>
                    <a:pt x="195" y="148"/>
                  </a:lnTo>
                  <a:lnTo>
                    <a:pt x="188" y="107"/>
                  </a:lnTo>
                  <a:lnTo>
                    <a:pt x="182" y="67"/>
                  </a:lnTo>
                  <a:lnTo>
                    <a:pt x="197" y="62"/>
                  </a:lnTo>
                  <a:lnTo>
                    <a:pt x="210" y="56"/>
                  </a:lnTo>
                  <a:lnTo>
                    <a:pt x="221" y="51"/>
                  </a:lnTo>
                  <a:lnTo>
                    <a:pt x="229" y="44"/>
                  </a:lnTo>
                  <a:lnTo>
                    <a:pt x="235" y="36"/>
                  </a:lnTo>
                  <a:lnTo>
                    <a:pt x="240" y="28"/>
                  </a:lnTo>
                  <a:lnTo>
                    <a:pt x="246" y="20"/>
                  </a:lnTo>
                  <a:lnTo>
                    <a:pt x="252" y="10"/>
                  </a:lnTo>
                  <a:lnTo>
                    <a:pt x="259" y="5"/>
                  </a:lnTo>
                  <a:lnTo>
                    <a:pt x="264" y="2"/>
                  </a:lnTo>
                  <a:lnTo>
                    <a:pt x="270" y="0"/>
                  </a:lnTo>
                  <a:lnTo>
                    <a:pt x="278" y="0"/>
                  </a:lnTo>
                  <a:lnTo>
                    <a:pt x="286" y="0"/>
                  </a:lnTo>
                  <a:lnTo>
                    <a:pt x="295" y="1"/>
                  </a:lnTo>
                  <a:lnTo>
                    <a:pt x="304" y="4"/>
                  </a:lnTo>
                  <a:lnTo>
                    <a:pt x="316" y="8"/>
                  </a:lnTo>
                  <a:lnTo>
                    <a:pt x="333" y="13"/>
                  </a:lnTo>
                  <a:lnTo>
                    <a:pt x="348" y="20"/>
                  </a:lnTo>
                  <a:lnTo>
                    <a:pt x="363" y="28"/>
                  </a:lnTo>
                  <a:lnTo>
                    <a:pt x="378" y="36"/>
                  </a:lnTo>
                  <a:lnTo>
                    <a:pt x="392" y="45"/>
                  </a:lnTo>
                  <a:lnTo>
                    <a:pt x="408" y="53"/>
                  </a:lnTo>
                  <a:lnTo>
                    <a:pt x="424" y="60"/>
                  </a:lnTo>
                  <a:lnTo>
                    <a:pt x="439" y="66"/>
                  </a:lnTo>
                  <a:close/>
                </a:path>
              </a:pathLst>
            </a:custGeom>
            <a:solidFill>
              <a:srgbClr val="70FF9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5" name="Google Shape;1075;p29"/>
            <p:cNvSpPr/>
            <p:nvPr/>
          </p:nvSpPr>
          <p:spPr>
            <a:xfrm>
              <a:off x="411" y="2853"/>
              <a:ext cx="487" cy="521"/>
            </a:xfrm>
            <a:custGeom>
              <a:rect b="b" l="l" r="r" t="t"/>
              <a:pathLst>
                <a:path extrusionOk="0" h="521" w="487">
                  <a:moveTo>
                    <a:pt x="396" y="49"/>
                  </a:moveTo>
                  <a:lnTo>
                    <a:pt x="413" y="96"/>
                  </a:lnTo>
                  <a:lnTo>
                    <a:pt x="429" y="143"/>
                  </a:lnTo>
                  <a:lnTo>
                    <a:pt x="442" y="192"/>
                  </a:lnTo>
                  <a:lnTo>
                    <a:pt x="454" y="239"/>
                  </a:lnTo>
                  <a:lnTo>
                    <a:pt x="464" y="289"/>
                  </a:lnTo>
                  <a:lnTo>
                    <a:pt x="473" y="339"/>
                  </a:lnTo>
                  <a:lnTo>
                    <a:pt x="481" y="389"/>
                  </a:lnTo>
                  <a:lnTo>
                    <a:pt x="487" y="438"/>
                  </a:lnTo>
                  <a:lnTo>
                    <a:pt x="473" y="438"/>
                  </a:lnTo>
                  <a:lnTo>
                    <a:pt x="459" y="437"/>
                  </a:lnTo>
                  <a:lnTo>
                    <a:pt x="443" y="437"/>
                  </a:lnTo>
                  <a:lnTo>
                    <a:pt x="430" y="438"/>
                  </a:lnTo>
                  <a:lnTo>
                    <a:pt x="416" y="443"/>
                  </a:lnTo>
                  <a:lnTo>
                    <a:pt x="404" y="448"/>
                  </a:lnTo>
                  <a:lnTo>
                    <a:pt x="395" y="457"/>
                  </a:lnTo>
                  <a:lnTo>
                    <a:pt x="387" y="471"/>
                  </a:lnTo>
                  <a:lnTo>
                    <a:pt x="386" y="521"/>
                  </a:lnTo>
                  <a:lnTo>
                    <a:pt x="365" y="515"/>
                  </a:lnTo>
                  <a:lnTo>
                    <a:pt x="344" y="511"/>
                  </a:lnTo>
                  <a:lnTo>
                    <a:pt x="324" y="506"/>
                  </a:lnTo>
                  <a:lnTo>
                    <a:pt x="303" y="502"/>
                  </a:lnTo>
                  <a:lnTo>
                    <a:pt x="282" y="496"/>
                  </a:lnTo>
                  <a:lnTo>
                    <a:pt x="260" y="492"/>
                  </a:lnTo>
                  <a:lnTo>
                    <a:pt x="239" y="487"/>
                  </a:lnTo>
                  <a:lnTo>
                    <a:pt x="218" y="482"/>
                  </a:lnTo>
                  <a:lnTo>
                    <a:pt x="198" y="476"/>
                  </a:lnTo>
                  <a:lnTo>
                    <a:pt x="175" y="471"/>
                  </a:lnTo>
                  <a:lnTo>
                    <a:pt x="155" y="464"/>
                  </a:lnTo>
                  <a:lnTo>
                    <a:pt x="134" y="459"/>
                  </a:lnTo>
                  <a:lnTo>
                    <a:pt x="114" y="452"/>
                  </a:lnTo>
                  <a:lnTo>
                    <a:pt x="94" y="445"/>
                  </a:lnTo>
                  <a:lnTo>
                    <a:pt x="73" y="438"/>
                  </a:lnTo>
                  <a:lnTo>
                    <a:pt x="53" y="430"/>
                  </a:lnTo>
                  <a:lnTo>
                    <a:pt x="49" y="393"/>
                  </a:lnTo>
                  <a:lnTo>
                    <a:pt x="39" y="355"/>
                  </a:lnTo>
                  <a:lnTo>
                    <a:pt x="25" y="317"/>
                  </a:lnTo>
                  <a:lnTo>
                    <a:pt x="10" y="281"/>
                  </a:lnTo>
                  <a:lnTo>
                    <a:pt x="1" y="244"/>
                  </a:lnTo>
                  <a:lnTo>
                    <a:pt x="0" y="209"/>
                  </a:lnTo>
                  <a:lnTo>
                    <a:pt x="10" y="174"/>
                  </a:lnTo>
                  <a:lnTo>
                    <a:pt x="38" y="140"/>
                  </a:lnTo>
                  <a:lnTo>
                    <a:pt x="57" y="126"/>
                  </a:lnTo>
                  <a:lnTo>
                    <a:pt x="78" y="113"/>
                  </a:lnTo>
                  <a:lnTo>
                    <a:pt x="99" y="103"/>
                  </a:lnTo>
                  <a:lnTo>
                    <a:pt x="120" y="93"/>
                  </a:lnTo>
                  <a:lnTo>
                    <a:pt x="142" y="84"/>
                  </a:lnTo>
                  <a:lnTo>
                    <a:pt x="162" y="74"/>
                  </a:lnTo>
                  <a:lnTo>
                    <a:pt x="185" y="65"/>
                  </a:lnTo>
                  <a:lnTo>
                    <a:pt x="205" y="54"/>
                  </a:lnTo>
                  <a:lnTo>
                    <a:pt x="226" y="47"/>
                  </a:lnTo>
                  <a:lnTo>
                    <a:pt x="247" y="41"/>
                  </a:lnTo>
                  <a:lnTo>
                    <a:pt x="266" y="33"/>
                  </a:lnTo>
                  <a:lnTo>
                    <a:pt x="287" y="24"/>
                  </a:lnTo>
                  <a:lnTo>
                    <a:pt x="308" y="18"/>
                  </a:lnTo>
                  <a:lnTo>
                    <a:pt x="330" y="11"/>
                  </a:lnTo>
                  <a:lnTo>
                    <a:pt x="351" y="6"/>
                  </a:lnTo>
                  <a:lnTo>
                    <a:pt x="373" y="0"/>
                  </a:lnTo>
                  <a:lnTo>
                    <a:pt x="396" y="49"/>
                  </a:lnTo>
                  <a:close/>
                </a:path>
              </a:pathLst>
            </a:custGeom>
            <a:solidFill>
              <a:srgbClr val="70FF9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6" name="Google Shape;1076;p29"/>
            <p:cNvSpPr/>
            <p:nvPr/>
          </p:nvSpPr>
          <p:spPr>
            <a:xfrm>
              <a:off x="2485" y="2921"/>
              <a:ext cx="42" cy="153"/>
            </a:xfrm>
            <a:custGeom>
              <a:rect b="b" l="l" r="r" t="t"/>
              <a:pathLst>
                <a:path extrusionOk="0" h="153" w="42">
                  <a:moveTo>
                    <a:pt x="42" y="145"/>
                  </a:moveTo>
                  <a:lnTo>
                    <a:pt x="36" y="147"/>
                  </a:lnTo>
                  <a:lnTo>
                    <a:pt x="31" y="148"/>
                  </a:lnTo>
                  <a:lnTo>
                    <a:pt x="26" y="149"/>
                  </a:lnTo>
                  <a:lnTo>
                    <a:pt x="21" y="152"/>
                  </a:lnTo>
                  <a:lnTo>
                    <a:pt x="16" y="153"/>
                  </a:lnTo>
                  <a:lnTo>
                    <a:pt x="10" y="153"/>
                  </a:lnTo>
                  <a:lnTo>
                    <a:pt x="5" y="153"/>
                  </a:lnTo>
                  <a:lnTo>
                    <a:pt x="0" y="151"/>
                  </a:lnTo>
                  <a:lnTo>
                    <a:pt x="9" y="116"/>
                  </a:lnTo>
                  <a:lnTo>
                    <a:pt x="12" y="77"/>
                  </a:lnTo>
                  <a:lnTo>
                    <a:pt x="10" y="37"/>
                  </a:lnTo>
                  <a:lnTo>
                    <a:pt x="9" y="0"/>
                  </a:lnTo>
                  <a:lnTo>
                    <a:pt x="21" y="35"/>
                  </a:lnTo>
                  <a:lnTo>
                    <a:pt x="30" y="71"/>
                  </a:lnTo>
                  <a:lnTo>
                    <a:pt x="36" y="108"/>
                  </a:lnTo>
                  <a:lnTo>
                    <a:pt x="42" y="145"/>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7" name="Google Shape;1077;p29"/>
            <p:cNvSpPr/>
            <p:nvPr/>
          </p:nvSpPr>
          <p:spPr>
            <a:xfrm>
              <a:off x="2275" y="3010"/>
              <a:ext cx="111" cy="329"/>
            </a:xfrm>
            <a:custGeom>
              <a:rect b="b" l="l" r="r" t="t"/>
              <a:pathLst>
                <a:path extrusionOk="0" h="329" w="111">
                  <a:moveTo>
                    <a:pt x="48" y="40"/>
                  </a:moveTo>
                  <a:lnTo>
                    <a:pt x="55" y="50"/>
                  </a:lnTo>
                  <a:lnTo>
                    <a:pt x="63" y="58"/>
                  </a:lnTo>
                  <a:lnTo>
                    <a:pt x="71" y="64"/>
                  </a:lnTo>
                  <a:lnTo>
                    <a:pt x="79" y="70"/>
                  </a:lnTo>
                  <a:lnTo>
                    <a:pt x="87" y="77"/>
                  </a:lnTo>
                  <a:lnTo>
                    <a:pt x="94" y="82"/>
                  </a:lnTo>
                  <a:lnTo>
                    <a:pt x="102" y="89"/>
                  </a:lnTo>
                  <a:lnTo>
                    <a:pt x="111" y="95"/>
                  </a:lnTo>
                  <a:lnTo>
                    <a:pt x="105" y="124"/>
                  </a:lnTo>
                  <a:lnTo>
                    <a:pt x="98" y="153"/>
                  </a:lnTo>
                  <a:lnTo>
                    <a:pt x="93" y="182"/>
                  </a:lnTo>
                  <a:lnTo>
                    <a:pt x="87" y="211"/>
                  </a:lnTo>
                  <a:lnTo>
                    <a:pt x="80" y="241"/>
                  </a:lnTo>
                  <a:lnTo>
                    <a:pt x="75" y="271"/>
                  </a:lnTo>
                  <a:lnTo>
                    <a:pt x="70" y="299"/>
                  </a:lnTo>
                  <a:lnTo>
                    <a:pt x="64" y="329"/>
                  </a:lnTo>
                  <a:lnTo>
                    <a:pt x="55" y="307"/>
                  </a:lnTo>
                  <a:lnTo>
                    <a:pt x="48" y="284"/>
                  </a:lnTo>
                  <a:lnTo>
                    <a:pt x="41" y="261"/>
                  </a:lnTo>
                  <a:lnTo>
                    <a:pt x="33" y="238"/>
                  </a:lnTo>
                  <a:lnTo>
                    <a:pt x="26" y="215"/>
                  </a:lnTo>
                  <a:lnTo>
                    <a:pt x="18" y="194"/>
                  </a:lnTo>
                  <a:lnTo>
                    <a:pt x="10" y="172"/>
                  </a:lnTo>
                  <a:lnTo>
                    <a:pt x="0" y="151"/>
                  </a:lnTo>
                  <a:lnTo>
                    <a:pt x="3" y="113"/>
                  </a:lnTo>
                  <a:lnTo>
                    <a:pt x="7" y="75"/>
                  </a:lnTo>
                  <a:lnTo>
                    <a:pt x="11" y="36"/>
                  </a:lnTo>
                  <a:lnTo>
                    <a:pt x="18" y="0"/>
                  </a:lnTo>
                  <a:lnTo>
                    <a:pt x="29" y="4"/>
                  </a:lnTo>
                  <a:lnTo>
                    <a:pt x="36" y="14"/>
                  </a:lnTo>
                  <a:lnTo>
                    <a:pt x="41" y="28"/>
                  </a:lnTo>
                  <a:lnTo>
                    <a:pt x="48" y="40"/>
                  </a:lnTo>
                  <a:close/>
                </a:path>
              </a:pathLst>
            </a:custGeom>
            <a:solidFill>
              <a:srgbClr val="FF00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8" name="Google Shape;1078;p29"/>
            <p:cNvSpPr/>
            <p:nvPr/>
          </p:nvSpPr>
          <p:spPr>
            <a:xfrm>
              <a:off x="2243" y="3014"/>
              <a:ext cx="26" cy="89"/>
            </a:xfrm>
            <a:custGeom>
              <a:rect b="b" l="l" r="r" t="t"/>
              <a:pathLst>
                <a:path extrusionOk="0" h="89" w="26">
                  <a:moveTo>
                    <a:pt x="0" y="89"/>
                  </a:moveTo>
                  <a:lnTo>
                    <a:pt x="2" y="0"/>
                  </a:lnTo>
                  <a:lnTo>
                    <a:pt x="26" y="0"/>
                  </a:lnTo>
                  <a:lnTo>
                    <a:pt x="0" y="89"/>
                  </a:lnTo>
                  <a:close/>
                </a:path>
              </a:pathLst>
            </a:custGeom>
            <a:solidFill>
              <a:srgbClr val="FFFF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9" name="Google Shape;1079;p29"/>
            <p:cNvSpPr/>
            <p:nvPr/>
          </p:nvSpPr>
          <p:spPr>
            <a:xfrm>
              <a:off x="493" y="3027"/>
              <a:ext cx="142" cy="224"/>
            </a:xfrm>
            <a:custGeom>
              <a:rect b="b" l="l" r="r" t="t"/>
              <a:pathLst>
                <a:path extrusionOk="0" h="224" w="142">
                  <a:moveTo>
                    <a:pt x="80" y="105"/>
                  </a:moveTo>
                  <a:lnTo>
                    <a:pt x="96" y="111"/>
                  </a:lnTo>
                  <a:lnTo>
                    <a:pt x="108" y="120"/>
                  </a:lnTo>
                  <a:lnTo>
                    <a:pt x="117" y="132"/>
                  </a:lnTo>
                  <a:lnTo>
                    <a:pt x="125" y="146"/>
                  </a:lnTo>
                  <a:lnTo>
                    <a:pt x="130" y="162"/>
                  </a:lnTo>
                  <a:lnTo>
                    <a:pt x="134" y="178"/>
                  </a:lnTo>
                  <a:lnTo>
                    <a:pt x="138" y="194"/>
                  </a:lnTo>
                  <a:lnTo>
                    <a:pt x="142" y="209"/>
                  </a:lnTo>
                  <a:lnTo>
                    <a:pt x="139" y="216"/>
                  </a:lnTo>
                  <a:lnTo>
                    <a:pt x="135" y="219"/>
                  </a:lnTo>
                  <a:lnTo>
                    <a:pt x="130" y="221"/>
                  </a:lnTo>
                  <a:lnTo>
                    <a:pt x="123" y="224"/>
                  </a:lnTo>
                  <a:lnTo>
                    <a:pt x="106" y="216"/>
                  </a:lnTo>
                  <a:lnTo>
                    <a:pt x="100" y="198"/>
                  </a:lnTo>
                  <a:lnTo>
                    <a:pt x="96" y="178"/>
                  </a:lnTo>
                  <a:lnTo>
                    <a:pt x="90" y="161"/>
                  </a:lnTo>
                  <a:lnTo>
                    <a:pt x="90" y="147"/>
                  </a:lnTo>
                  <a:lnTo>
                    <a:pt x="84" y="139"/>
                  </a:lnTo>
                  <a:lnTo>
                    <a:pt x="77" y="135"/>
                  </a:lnTo>
                  <a:lnTo>
                    <a:pt x="67" y="132"/>
                  </a:lnTo>
                  <a:lnTo>
                    <a:pt x="60" y="131"/>
                  </a:lnTo>
                  <a:lnTo>
                    <a:pt x="52" y="127"/>
                  </a:lnTo>
                  <a:lnTo>
                    <a:pt x="48" y="119"/>
                  </a:lnTo>
                  <a:lnTo>
                    <a:pt x="48" y="105"/>
                  </a:lnTo>
                  <a:lnTo>
                    <a:pt x="47" y="91"/>
                  </a:lnTo>
                  <a:lnTo>
                    <a:pt x="42" y="76"/>
                  </a:lnTo>
                  <a:lnTo>
                    <a:pt x="34" y="64"/>
                  </a:lnTo>
                  <a:lnTo>
                    <a:pt x="26" y="50"/>
                  </a:lnTo>
                  <a:lnTo>
                    <a:pt x="17" y="38"/>
                  </a:lnTo>
                  <a:lnTo>
                    <a:pt x="9" y="26"/>
                  </a:lnTo>
                  <a:lnTo>
                    <a:pt x="3" y="14"/>
                  </a:lnTo>
                  <a:lnTo>
                    <a:pt x="0" y="0"/>
                  </a:lnTo>
                  <a:lnTo>
                    <a:pt x="17" y="6"/>
                  </a:lnTo>
                  <a:lnTo>
                    <a:pt x="30" y="15"/>
                  </a:lnTo>
                  <a:lnTo>
                    <a:pt x="43" y="27"/>
                  </a:lnTo>
                  <a:lnTo>
                    <a:pt x="52" y="42"/>
                  </a:lnTo>
                  <a:lnTo>
                    <a:pt x="61" y="57"/>
                  </a:lnTo>
                  <a:lnTo>
                    <a:pt x="69" y="73"/>
                  </a:lnTo>
                  <a:lnTo>
                    <a:pt x="75" y="89"/>
                  </a:lnTo>
                  <a:lnTo>
                    <a:pt x="80" y="10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0" name="Google Shape;1080;p29"/>
            <p:cNvSpPr/>
            <p:nvPr/>
          </p:nvSpPr>
          <p:spPr>
            <a:xfrm>
              <a:off x="1922" y="3076"/>
              <a:ext cx="28" cy="66"/>
            </a:xfrm>
            <a:custGeom>
              <a:rect b="b" l="l" r="r" t="t"/>
              <a:pathLst>
                <a:path extrusionOk="0" h="66" w="28">
                  <a:moveTo>
                    <a:pt x="28" y="31"/>
                  </a:moveTo>
                  <a:lnTo>
                    <a:pt x="28" y="40"/>
                  </a:lnTo>
                  <a:lnTo>
                    <a:pt x="25" y="51"/>
                  </a:lnTo>
                  <a:lnTo>
                    <a:pt x="21" y="60"/>
                  </a:lnTo>
                  <a:lnTo>
                    <a:pt x="15" y="66"/>
                  </a:lnTo>
                  <a:lnTo>
                    <a:pt x="8" y="64"/>
                  </a:lnTo>
                  <a:lnTo>
                    <a:pt x="6" y="60"/>
                  </a:lnTo>
                  <a:lnTo>
                    <a:pt x="3" y="54"/>
                  </a:lnTo>
                  <a:lnTo>
                    <a:pt x="0" y="48"/>
                  </a:lnTo>
                  <a:lnTo>
                    <a:pt x="0" y="36"/>
                  </a:lnTo>
                  <a:lnTo>
                    <a:pt x="2" y="23"/>
                  </a:lnTo>
                  <a:lnTo>
                    <a:pt x="4" y="11"/>
                  </a:lnTo>
                  <a:lnTo>
                    <a:pt x="11" y="0"/>
                  </a:lnTo>
                  <a:lnTo>
                    <a:pt x="17" y="4"/>
                  </a:lnTo>
                  <a:lnTo>
                    <a:pt x="22" y="12"/>
                  </a:lnTo>
                  <a:lnTo>
                    <a:pt x="25" y="21"/>
                  </a:lnTo>
                  <a:lnTo>
                    <a:pt x="28" y="31"/>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1" name="Google Shape;1081;p29"/>
            <p:cNvSpPr/>
            <p:nvPr/>
          </p:nvSpPr>
          <p:spPr>
            <a:xfrm>
              <a:off x="1868" y="3107"/>
              <a:ext cx="712" cy="656"/>
            </a:xfrm>
            <a:custGeom>
              <a:rect b="b" l="l" r="r" t="t"/>
              <a:pathLst>
                <a:path extrusionOk="0" h="656" w="712">
                  <a:moveTo>
                    <a:pt x="608" y="35"/>
                  </a:moveTo>
                  <a:lnTo>
                    <a:pt x="617" y="50"/>
                  </a:lnTo>
                  <a:lnTo>
                    <a:pt x="626" y="58"/>
                  </a:lnTo>
                  <a:lnTo>
                    <a:pt x="634" y="62"/>
                  </a:lnTo>
                  <a:lnTo>
                    <a:pt x="640" y="63"/>
                  </a:lnTo>
                  <a:lnTo>
                    <a:pt x="647" y="63"/>
                  </a:lnTo>
                  <a:lnTo>
                    <a:pt x="651" y="64"/>
                  </a:lnTo>
                  <a:lnTo>
                    <a:pt x="655" y="69"/>
                  </a:lnTo>
                  <a:lnTo>
                    <a:pt x="656" y="77"/>
                  </a:lnTo>
                  <a:lnTo>
                    <a:pt x="657" y="104"/>
                  </a:lnTo>
                  <a:lnTo>
                    <a:pt x="664" y="147"/>
                  </a:lnTo>
                  <a:lnTo>
                    <a:pt x="673" y="202"/>
                  </a:lnTo>
                  <a:lnTo>
                    <a:pt x="685" y="261"/>
                  </a:lnTo>
                  <a:lnTo>
                    <a:pt x="695" y="322"/>
                  </a:lnTo>
                  <a:lnTo>
                    <a:pt x="704" y="375"/>
                  </a:lnTo>
                  <a:lnTo>
                    <a:pt x="711" y="415"/>
                  </a:lnTo>
                  <a:lnTo>
                    <a:pt x="712" y="438"/>
                  </a:lnTo>
                  <a:lnTo>
                    <a:pt x="704" y="446"/>
                  </a:lnTo>
                  <a:lnTo>
                    <a:pt x="695" y="451"/>
                  </a:lnTo>
                  <a:lnTo>
                    <a:pt x="685" y="456"/>
                  </a:lnTo>
                  <a:lnTo>
                    <a:pt x="676" y="460"/>
                  </a:lnTo>
                  <a:lnTo>
                    <a:pt x="665" y="465"/>
                  </a:lnTo>
                  <a:lnTo>
                    <a:pt x="657" y="470"/>
                  </a:lnTo>
                  <a:lnTo>
                    <a:pt x="650" y="480"/>
                  </a:lnTo>
                  <a:lnTo>
                    <a:pt x="646" y="491"/>
                  </a:lnTo>
                  <a:lnTo>
                    <a:pt x="652" y="531"/>
                  </a:lnTo>
                  <a:lnTo>
                    <a:pt x="655" y="573"/>
                  </a:lnTo>
                  <a:lnTo>
                    <a:pt x="655" y="616"/>
                  </a:lnTo>
                  <a:lnTo>
                    <a:pt x="651" y="656"/>
                  </a:lnTo>
                  <a:lnTo>
                    <a:pt x="2" y="655"/>
                  </a:lnTo>
                  <a:lnTo>
                    <a:pt x="0" y="646"/>
                  </a:lnTo>
                  <a:lnTo>
                    <a:pt x="0" y="636"/>
                  </a:lnTo>
                  <a:lnTo>
                    <a:pt x="0" y="627"/>
                  </a:lnTo>
                  <a:lnTo>
                    <a:pt x="1" y="616"/>
                  </a:lnTo>
                  <a:lnTo>
                    <a:pt x="10" y="612"/>
                  </a:lnTo>
                  <a:lnTo>
                    <a:pt x="19" y="611"/>
                  </a:lnTo>
                  <a:lnTo>
                    <a:pt x="30" y="611"/>
                  </a:lnTo>
                  <a:lnTo>
                    <a:pt x="40" y="609"/>
                  </a:lnTo>
                  <a:lnTo>
                    <a:pt x="49" y="608"/>
                  </a:lnTo>
                  <a:lnTo>
                    <a:pt x="60" y="605"/>
                  </a:lnTo>
                  <a:lnTo>
                    <a:pt x="67" y="601"/>
                  </a:lnTo>
                  <a:lnTo>
                    <a:pt x="74" y="593"/>
                  </a:lnTo>
                  <a:lnTo>
                    <a:pt x="84" y="586"/>
                  </a:lnTo>
                  <a:lnTo>
                    <a:pt x="92" y="578"/>
                  </a:lnTo>
                  <a:lnTo>
                    <a:pt x="100" y="567"/>
                  </a:lnTo>
                  <a:lnTo>
                    <a:pt x="106" y="555"/>
                  </a:lnTo>
                  <a:lnTo>
                    <a:pt x="110" y="543"/>
                  </a:lnTo>
                  <a:lnTo>
                    <a:pt x="114" y="530"/>
                  </a:lnTo>
                  <a:lnTo>
                    <a:pt x="115" y="516"/>
                  </a:lnTo>
                  <a:lnTo>
                    <a:pt x="115" y="501"/>
                  </a:lnTo>
                  <a:lnTo>
                    <a:pt x="340" y="419"/>
                  </a:lnTo>
                  <a:lnTo>
                    <a:pt x="362" y="407"/>
                  </a:lnTo>
                  <a:lnTo>
                    <a:pt x="387" y="400"/>
                  </a:lnTo>
                  <a:lnTo>
                    <a:pt x="414" y="395"/>
                  </a:lnTo>
                  <a:lnTo>
                    <a:pt x="440" y="389"/>
                  </a:lnTo>
                  <a:lnTo>
                    <a:pt x="464" y="381"/>
                  </a:lnTo>
                  <a:lnTo>
                    <a:pt x="483" y="368"/>
                  </a:lnTo>
                  <a:lnTo>
                    <a:pt x="496" y="346"/>
                  </a:lnTo>
                  <a:lnTo>
                    <a:pt x="499" y="315"/>
                  </a:lnTo>
                  <a:lnTo>
                    <a:pt x="556" y="5"/>
                  </a:lnTo>
                  <a:lnTo>
                    <a:pt x="566" y="5"/>
                  </a:lnTo>
                  <a:lnTo>
                    <a:pt x="575" y="4"/>
                  </a:lnTo>
                  <a:lnTo>
                    <a:pt x="585" y="2"/>
                  </a:lnTo>
                  <a:lnTo>
                    <a:pt x="594" y="0"/>
                  </a:lnTo>
                  <a:lnTo>
                    <a:pt x="608" y="35"/>
                  </a:lnTo>
                  <a:close/>
                </a:path>
              </a:pathLst>
            </a:custGeom>
            <a:solidFill>
              <a:srgbClr val="47BA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2" name="Google Shape;1082;p29"/>
            <p:cNvSpPr/>
            <p:nvPr/>
          </p:nvSpPr>
          <p:spPr>
            <a:xfrm>
              <a:off x="2156" y="3143"/>
              <a:ext cx="89" cy="76"/>
            </a:xfrm>
            <a:custGeom>
              <a:rect b="b" l="l" r="r" t="t"/>
              <a:pathLst>
                <a:path extrusionOk="0" h="76" w="89">
                  <a:moveTo>
                    <a:pt x="89" y="34"/>
                  </a:moveTo>
                  <a:lnTo>
                    <a:pt x="87" y="43"/>
                  </a:lnTo>
                  <a:lnTo>
                    <a:pt x="82" y="53"/>
                  </a:lnTo>
                  <a:lnTo>
                    <a:pt x="76" y="62"/>
                  </a:lnTo>
                  <a:lnTo>
                    <a:pt x="70" y="70"/>
                  </a:lnTo>
                  <a:lnTo>
                    <a:pt x="63" y="73"/>
                  </a:lnTo>
                  <a:lnTo>
                    <a:pt x="56" y="74"/>
                  </a:lnTo>
                  <a:lnTo>
                    <a:pt x="50" y="76"/>
                  </a:lnTo>
                  <a:lnTo>
                    <a:pt x="42" y="76"/>
                  </a:lnTo>
                  <a:lnTo>
                    <a:pt x="35" y="76"/>
                  </a:lnTo>
                  <a:lnTo>
                    <a:pt x="28" y="76"/>
                  </a:lnTo>
                  <a:lnTo>
                    <a:pt x="20" y="74"/>
                  </a:lnTo>
                  <a:lnTo>
                    <a:pt x="12" y="74"/>
                  </a:lnTo>
                  <a:lnTo>
                    <a:pt x="7" y="64"/>
                  </a:lnTo>
                  <a:lnTo>
                    <a:pt x="3" y="54"/>
                  </a:lnTo>
                  <a:lnTo>
                    <a:pt x="0" y="42"/>
                  </a:lnTo>
                  <a:lnTo>
                    <a:pt x="2" y="30"/>
                  </a:lnTo>
                  <a:lnTo>
                    <a:pt x="5" y="23"/>
                  </a:lnTo>
                  <a:lnTo>
                    <a:pt x="9" y="18"/>
                  </a:lnTo>
                  <a:lnTo>
                    <a:pt x="15" y="12"/>
                  </a:lnTo>
                  <a:lnTo>
                    <a:pt x="21" y="8"/>
                  </a:lnTo>
                  <a:lnTo>
                    <a:pt x="28" y="6"/>
                  </a:lnTo>
                  <a:lnTo>
                    <a:pt x="34" y="3"/>
                  </a:lnTo>
                  <a:lnTo>
                    <a:pt x="41" y="0"/>
                  </a:lnTo>
                  <a:lnTo>
                    <a:pt x="48" y="0"/>
                  </a:lnTo>
                  <a:lnTo>
                    <a:pt x="55" y="3"/>
                  </a:lnTo>
                  <a:lnTo>
                    <a:pt x="61" y="4"/>
                  </a:lnTo>
                  <a:lnTo>
                    <a:pt x="68" y="7"/>
                  </a:lnTo>
                  <a:lnTo>
                    <a:pt x="74" y="11"/>
                  </a:lnTo>
                  <a:lnTo>
                    <a:pt x="80" y="15"/>
                  </a:lnTo>
                  <a:lnTo>
                    <a:pt x="83" y="19"/>
                  </a:lnTo>
                  <a:lnTo>
                    <a:pt x="87" y="26"/>
                  </a:lnTo>
                  <a:lnTo>
                    <a:pt x="89" y="34"/>
                  </a:lnTo>
                  <a:close/>
                </a:path>
              </a:pathLst>
            </a:custGeom>
            <a:solidFill>
              <a:srgbClr val="FFFF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3" name="Google Shape;1083;p29"/>
            <p:cNvSpPr/>
            <p:nvPr/>
          </p:nvSpPr>
          <p:spPr>
            <a:xfrm>
              <a:off x="1561" y="3213"/>
              <a:ext cx="569" cy="153"/>
            </a:xfrm>
            <a:custGeom>
              <a:rect b="b" l="l" r="r" t="t"/>
              <a:pathLst>
                <a:path extrusionOk="0" h="153" w="569">
                  <a:moveTo>
                    <a:pt x="569" y="12"/>
                  </a:moveTo>
                  <a:lnTo>
                    <a:pt x="34" y="153"/>
                  </a:lnTo>
                  <a:lnTo>
                    <a:pt x="27" y="132"/>
                  </a:lnTo>
                  <a:lnTo>
                    <a:pt x="21" y="111"/>
                  </a:lnTo>
                  <a:lnTo>
                    <a:pt x="13" y="92"/>
                  </a:lnTo>
                  <a:lnTo>
                    <a:pt x="0" y="74"/>
                  </a:lnTo>
                  <a:lnTo>
                    <a:pt x="555" y="0"/>
                  </a:lnTo>
                  <a:lnTo>
                    <a:pt x="560" y="0"/>
                  </a:lnTo>
                  <a:lnTo>
                    <a:pt x="564" y="4"/>
                  </a:lnTo>
                  <a:lnTo>
                    <a:pt x="568" y="8"/>
                  </a:lnTo>
                  <a:lnTo>
                    <a:pt x="569" y="12"/>
                  </a:lnTo>
                  <a:close/>
                </a:path>
              </a:pathLst>
            </a:custGeom>
            <a:solidFill>
              <a:srgbClr val="FFFFF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4" name="Google Shape;1084;p29"/>
            <p:cNvSpPr/>
            <p:nvPr/>
          </p:nvSpPr>
          <p:spPr>
            <a:xfrm>
              <a:off x="2190" y="3220"/>
              <a:ext cx="144" cy="251"/>
            </a:xfrm>
            <a:custGeom>
              <a:rect b="b" l="l" r="r" t="t"/>
              <a:pathLst>
                <a:path extrusionOk="0" h="251" w="144">
                  <a:moveTo>
                    <a:pt x="144" y="209"/>
                  </a:moveTo>
                  <a:lnTo>
                    <a:pt x="136" y="223"/>
                  </a:lnTo>
                  <a:lnTo>
                    <a:pt x="134" y="228"/>
                  </a:lnTo>
                  <a:lnTo>
                    <a:pt x="134" y="231"/>
                  </a:lnTo>
                  <a:lnTo>
                    <a:pt x="131" y="237"/>
                  </a:lnTo>
                  <a:lnTo>
                    <a:pt x="81" y="251"/>
                  </a:lnTo>
                  <a:lnTo>
                    <a:pt x="0" y="34"/>
                  </a:lnTo>
                  <a:lnTo>
                    <a:pt x="8" y="35"/>
                  </a:lnTo>
                  <a:lnTo>
                    <a:pt x="16" y="35"/>
                  </a:lnTo>
                  <a:lnTo>
                    <a:pt x="22" y="35"/>
                  </a:lnTo>
                  <a:lnTo>
                    <a:pt x="30" y="34"/>
                  </a:lnTo>
                  <a:lnTo>
                    <a:pt x="36" y="32"/>
                  </a:lnTo>
                  <a:lnTo>
                    <a:pt x="43" y="30"/>
                  </a:lnTo>
                  <a:lnTo>
                    <a:pt x="49" y="27"/>
                  </a:lnTo>
                  <a:lnTo>
                    <a:pt x="56" y="24"/>
                  </a:lnTo>
                  <a:lnTo>
                    <a:pt x="73" y="0"/>
                  </a:lnTo>
                  <a:lnTo>
                    <a:pt x="144" y="209"/>
                  </a:lnTo>
                  <a:close/>
                </a:path>
              </a:pathLst>
            </a:custGeom>
            <a:solidFill>
              <a:srgbClr val="FF00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5" name="Google Shape;1085;p29"/>
            <p:cNvSpPr/>
            <p:nvPr/>
          </p:nvSpPr>
          <p:spPr>
            <a:xfrm>
              <a:off x="1582" y="3259"/>
              <a:ext cx="652" cy="409"/>
            </a:xfrm>
            <a:custGeom>
              <a:rect b="b" l="l" r="r" t="t"/>
              <a:pathLst>
                <a:path extrusionOk="0" h="409" w="652">
                  <a:moveTo>
                    <a:pt x="652" y="220"/>
                  </a:moveTo>
                  <a:lnTo>
                    <a:pt x="647" y="221"/>
                  </a:lnTo>
                  <a:lnTo>
                    <a:pt x="637" y="224"/>
                  </a:lnTo>
                  <a:lnTo>
                    <a:pt x="624" y="228"/>
                  </a:lnTo>
                  <a:lnTo>
                    <a:pt x="605" y="233"/>
                  </a:lnTo>
                  <a:lnTo>
                    <a:pt x="585" y="240"/>
                  </a:lnTo>
                  <a:lnTo>
                    <a:pt x="563" y="248"/>
                  </a:lnTo>
                  <a:lnTo>
                    <a:pt x="539" y="255"/>
                  </a:lnTo>
                  <a:lnTo>
                    <a:pt x="516" y="263"/>
                  </a:lnTo>
                  <a:lnTo>
                    <a:pt x="491" y="271"/>
                  </a:lnTo>
                  <a:lnTo>
                    <a:pt x="469" y="279"/>
                  </a:lnTo>
                  <a:lnTo>
                    <a:pt x="447" y="286"/>
                  </a:lnTo>
                  <a:lnTo>
                    <a:pt x="427" y="293"/>
                  </a:lnTo>
                  <a:lnTo>
                    <a:pt x="412" y="298"/>
                  </a:lnTo>
                  <a:lnTo>
                    <a:pt x="399" y="302"/>
                  </a:lnTo>
                  <a:lnTo>
                    <a:pt x="391" y="305"/>
                  </a:lnTo>
                  <a:lnTo>
                    <a:pt x="388" y="306"/>
                  </a:lnTo>
                  <a:lnTo>
                    <a:pt x="385" y="298"/>
                  </a:lnTo>
                  <a:lnTo>
                    <a:pt x="379" y="294"/>
                  </a:lnTo>
                  <a:lnTo>
                    <a:pt x="373" y="291"/>
                  </a:lnTo>
                  <a:lnTo>
                    <a:pt x="365" y="290"/>
                  </a:lnTo>
                  <a:lnTo>
                    <a:pt x="359" y="290"/>
                  </a:lnTo>
                  <a:lnTo>
                    <a:pt x="351" y="291"/>
                  </a:lnTo>
                  <a:lnTo>
                    <a:pt x="343" y="293"/>
                  </a:lnTo>
                  <a:lnTo>
                    <a:pt x="336" y="295"/>
                  </a:lnTo>
                  <a:lnTo>
                    <a:pt x="326" y="305"/>
                  </a:lnTo>
                  <a:lnTo>
                    <a:pt x="314" y="309"/>
                  </a:lnTo>
                  <a:lnTo>
                    <a:pt x="301" y="310"/>
                  </a:lnTo>
                  <a:lnTo>
                    <a:pt x="287" y="310"/>
                  </a:lnTo>
                  <a:lnTo>
                    <a:pt x="274" y="313"/>
                  </a:lnTo>
                  <a:lnTo>
                    <a:pt x="262" y="317"/>
                  </a:lnTo>
                  <a:lnTo>
                    <a:pt x="253" y="326"/>
                  </a:lnTo>
                  <a:lnTo>
                    <a:pt x="248" y="343"/>
                  </a:lnTo>
                  <a:lnTo>
                    <a:pt x="234" y="339"/>
                  </a:lnTo>
                  <a:lnTo>
                    <a:pt x="221" y="339"/>
                  </a:lnTo>
                  <a:lnTo>
                    <a:pt x="209" y="344"/>
                  </a:lnTo>
                  <a:lnTo>
                    <a:pt x="199" y="351"/>
                  </a:lnTo>
                  <a:lnTo>
                    <a:pt x="188" y="359"/>
                  </a:lnTo>
                  <a:lnTo>
                    <a:pt x="178" y="364"/>
                  </a:lnTo>
                  <a:lnTo>
                    <a:pt x="166" y="367"/>
                  </a:lnTo>
                  <a:lnTo>
                    <a:pt x="152" y="364"/>
                  </a:lnTo>
                  <a:lnTo>
                    <a:pt x="143" y="368"/>
                  </a:lnTo>
                  <a:lnTo>
                    <a:pt x="136" y="375"/>
                  </a:lnTo>
                  <a:lnTo>
                    <a:pt x="131" y="382"/>
                  </a:lnTo>
                  <a:lnTo>
                    <a:pt x="127" y="390"/>
                  </a:lnTo>
                  <a:lnTo>
                    <a:pt x="123" y="398"/>
                  </a:lnTo>
                  <a:lnTo>
                    <a:pt x="118" y="405"/>
                  </a:lnTo>
                  <a:lnTo>
                    <a:pt x="112" y="409"/>
                  </a:lnTo>
                  <a:lnTo>
                    <a:pt x="101" y="409"/>
                  </a:lnTo>
                  <a:lnTo>
                    <a:pt x="0" y="146"/>
                  </a:lnTo>
                  <a:lnTo>
                    <a:pt x="553" y="0"/>
                  </a:lnTo>
                  <a:lnTo>
                    <a:pt x="563" y="6"/>
                  </a:lnTo>
                  <a:lnTo>
                    <a:pt x="573" y="24"/>
                  </a:lnTo>
                  <a:lnTo>
                    <a:pt x="586" y="51"/>
                  </a:lnTo>
                  <a:lnTo>
                    <a:pt x="599" y="85"/>
                  </a:lnTo>
                  <a:lnTo>
                    <a:pt x="612" y="123"/>
                  </a:lnTo>
                  <a:lnTo>
                    <a:pt x="626" y="159"/>
                  </a:lnTo>
                  <a:lnTo>
                    <a:pt x="639" y="193"/>
                  </a:lnTo>
                  <a:lnTo>
                    <a:pt x="652" y="220"/>
                  </a:lnTo>
                  <a:close/>
                </a:path>
              </a:pathLst>
            </a:custGeom>
            <a:solidFill>
              <a:srgbClr val="FF00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6" name="Google Shape;1086;p29"/>
            <p:cNvSpPr/>
            <p:nvPr/>
          </p:nvSpPr>
          <p:spPr>
            <a:xfrm>
              <a:off x="389" y="3297"/>
              <a:ext cx="955" cy="534"/>
            </a:xfrm>
            <a:custGeom>
              <a:rect b="b" l="l" r="r" t="t"/>
              <a:pathLst>
                <a:path extrusionOk="0" h="534" w="955">
                  <a:moveTo>
                    <a:pt x="937" y="15"/>
                  </a:moveTo>
                  <a:lnTo>
                    <a:pt x="936" y="62"/>
                  </a:lnTo>
                  <a:lnTo>
                    <a:pt x="937" y="108"/>
                  </a:lnTo>
                  <a:lnTo>
                    <a:pt x="941" y="154"/>
                  </a:lnTo>
                  <a:lnTo>
                    <a:pt x="947" y="198"/>
                  </a:lnTo>
                  <a:lnTo>
                    <a:pt x="939" y="198"/>
                  </a:lnTo>
                  <a:lnTo>
                    <a:pt x="932" y="199"/>
                  </a:lnTo>
                  <a:lnTo>
                    <a:pt x="924" y="202"/>
                  </a:lnTo>
                  <a:lnTo>
                    <a:pt x="916" y="205"/>
                  </a:lnTo>
                  <a:lnTo>
                    <a:pt x="910" y="208"/>
                  </a:lnTo>
                  <a:lnTo>
                    <a:pt x="903" y="213"/>
                  </a:lnTo>
                  <a:lnTo>
                    <a:pt x="897" y="217"/>
                  </a:lnTo>
                  <a:lnTo>
                    <a:pt x="890" y="224"/>
                  </a:lnTo>
                  <a:lnTo>
                    <a:pt x="890" y="229"/>
                  </a:lnTo>
                  <a:lnTo>
                    <a:pt x="890" y="235"/>
                  </a:lnTo>
                  <a:lnTo>
                    <a:pt x="893" y="239"/>
                  </a:lnTo>
                  <a:lnTo>
                    <a:pt x="897" y="243"/>
                  </a:lnTo>
                  <a:lnTo>
                    <a:pt x="890" y="247"/>
                  </a:lnTo>
                  <a:lnTo>
                    <a:pt x="882" y="249"/>
                  </a:lnTo>
                  <a:lnTo>
                    <a:pt x="875" y="252"/>
                  </a:lnTo>
                  <a:lnTo>
                    <a:pt x="868" y="253"/>
                  </a:lnTo>
                  <a:lnTo>
                    <a:pt x="860" y="257"/>
                  </a:lnTo>
                  <a:lnTo>
                    <a:pt x="854" y="261"/>
                  </a:lnTo>
                  <a:lnTo>
                    <a:pt x="849" y="268"/>
                  </a:lnTo>
                  <a:lnTo>
                    <a:pt x="846" y="278"/>
                  </a:lnTo>
                  <a:lnTo>
                    <a:pt x="843" y="295"/>
                  </a:lnTo>
                  <a:lnTo>
                    <a:pt x="847" y="307"/>
                  </a:lnTo>
                  <a:lnTo>
                    <a:pt x="852" y="324"/>
                  </a:lnTo>
                  <a:lnTo>
                    <a:pt x="852" y="346"/>
                  </a:lnTo>
                  <a:lnTo>
                    <a:pt x="867" y="359"/>
                  </a:lnTo>
                  <a:lnTo>
                    <a:pt x="873" y="369"/>
                  </a:lnTo>
                  <a:lnTo>
                    <a:pt x="875" y="382"/>
                  </a:lnTo>
                  <a:lnTo>
                    <a:pt x="872" y="394"/>
                  </a:lnTo>
                  <a:lnTo>
                    <a:pt x="871" y="406"/>
                  </a:lnTo>
                  <a:lnTo>
                    <a:pt x="871" y="415"/>
                  </a:lnTo>
                  <a:lnTo>
                    <a:pt x="876" y="425"/>
                  </a:lnTo>
                  <a:lnTo>
                    <a:pt x="888" y="431"/>
                  </a:lnTo>
                  <a:lnTo>
                    <a:pt x="895" y="435"/>
                  </a:lnTo>
                  <a:lnTo>
                    <a:pt x="903" y="439"/>
                  </a:lnTo>
                  <a:lnTo>
                    <a:pt x="911" y="442"/>
                  </a:lnTo>
                  <a:lnTo>
                    <a:pt x="919" y="446"/>
                  </a:lnTo>
                  <a:lnTo>
                    <a:pt x="926" y="448"/>
                  </a:lnTo>
                  <a:lnTo>
                    <a:pt x="934" y="450"/>
                  </a:lnTo>
                  <a:lnTo>
                    <a:pt x="943" y="452"/>
                  </a:lnTo>
                  <a:lnTo>
                    <a:pt x="951" y="453"/>
                  </a:lnTo>
                  <a:lnTo>
                    <a:pt x="955" y="461"/>
                  </a:lnTo>
                  <a:lnTo>
                    <a:pt x="955" y="468"/>
                  </a:lnTo>
                  <a:lnTo>
                    <a:pt x="951" y="473"/>
                  </a:lnTo>
                  <a:lnTo>
                    <a:pt x="947" y="477"/>
                  </a:lnTo>
                  <a:lnTo>
                    <a:pt x="941" y="481"/>
                  </a:lnTo>
                  <a:lnTo>
                    <a:pt x="933" y="484"/>
                  </a:lnTo>
                  <a:lnTo>
                    <a:pt x="926" y="485"/>
                  </a:lnTo>
                  <a:lnTo>
                    <a:pt x="920" y="488"/>
                  </a:lnTo>
                  <a:lnTo>
                    <a:pt x="901" y="492"/>
                  </a:lnTo>
                  <a:lnTo>
                    <a:pt x="880" y="495"/>
                  </a:lnTo>
                  <a:lnTo>
                    <a:pt x="859" y="497"/>
                  </a:lnTo>
                  <a:lnTo>
                    <a:pt x="837" y="500"/>
                  </a:lnTo>
                  <a:lnTo>
                    <a:pt x="816" y="503"/>
                  </a:lnTo>
                  <a:lnTo>
                    <a:pt x="794" y="504"/>
                  </a:lnTo>
                  <a:lnTo>
                    <a:pt x="772" y="506"/>
                  </a:lnTo>
                  <a:lnTo>
                    <a:pt x="750" y="506"/>
                  </a:lnTo>
                  <a:lnTo>
                    <a:pt x="728" y="506"/>
                  </a:lnTo>
                  <a:lnTo>
                    <a:pt x="706" y="504"/>
                  </a:lnTo>
                  <a:lnTo>
                    <a:pt x="683" y="503"/>
                  </a:lnTo>
                  <a:lnTo>
                    <a:pt x="661" y="500"/>
                  </a:lnTo>
                  <a:lnTo>
                    <a:pt x="641" y="496"/>
                  </a:lnTo>
                  <a:lnTo>
                    <a:pt x="620" y="492"/>
                  </a:lnTo>
                  <a:lnTo>
                    <a:pt x="600" y="487"/>
                  </a:lnTo>
                  <a:lnTo>
                    <a:pt x="581" y="480"/>
                  </a:lnTo>
                  <a:lnTo>
                    <a:pt x="578" y="164"/>
                  </a:lnTo>
                  <a:lnTo>
                    <a:pt x="572" y="163"/>
                  </a:lnTo>
                  <a:lnTo>
                    <a:pt x="561" y="163"/>
                  </a:lnTo>
                  <a:lnTo>
                    <a:pt x="552" y="166"/>
                  </a:lnTo>
                  <a:lnTo>
                    <a:pt x="548" y="167"/>
                  </a:lnTo>
                  <a:lnTo>
                    <a:pt x="550" y="511"/>
                  </a:lnTo>
                  <a:lnTo>
                    <a:pt x="530" y="520"/>
                  </a:lnTo>
                  <a:lnTo>
                    <a:pt x="511" y="527"/>
                  </a:lnTo>
                  <a:lnTo>
                    <a:pt x="491" y="531"/>
                  </a:lnTo>
                  <a:lnTo>
                    <a:pt x="472" y="534"/>
                  </a:lnTo>
                  <a:lnTo>
                    <a:pt x="452" y="534"/>
                  </a:lnTo>
                  <a:lnTo>
                    <a:pt x="433" y="534"/>
                  </a:lnTo>
                  <a:lnTo>
                    <a:pt x="413" y="531"/>
                  </a:lnTo>
                  <a:lnTo>
                    <a:pt x="392" y="527"/>
                  </a:lnTo>
                  <a:lnTo>
                    <a:pt x="373" y="523"/>
                  </a:lnTo>
                  <a:lnTo>
                    <a:pt x="352" y="519"/>
                  </a:lnTo>
                  <a:lnTo>
                    <a:pt x="330" y="514"/>
                  </a:lnTo>
                  <a:lnTo>
                    <a:pt x="308" y="507"/>
                  </a:lnTo>
                  <a:lnTo>
                    <a:pt x="286" y="502"/>
                  </a:lnTo>
                  <a:lnTo>
                    <a:pt x="262" y="496"/>
                  </a:lnTo>
                  <a:lnTo>
                    <a:pt x="238" y="491"/>
                  </a:lnTo>
                  <a:lnTo>
                    <a:pt x="212" y="487"/>
                  </a:lnTo>
                  <a:lnTo>
                    <a:pt x="188" y="493"/>
                  </a:lnTo>
                  <a:lnTo>
                    <a:pt x="165" y="497"/>
                  </a:lnTo>
                  <a:lnTo>
                    <a:pt x="140" y="500"/>
                  </a:lnTo>
                  <a:lnTo>
                    <a:pt x="114" y="499"/>
                  </a:lnTo>
                  <a:lnTo>
                    <a:pt x="88" y="497"/>
                  </a:lnTo>
                  <a:lnTo>
                    <a:pt x="64" y="493"/>
                  </a:lnTo>
                  <a:lnTo>
                    <a:pt x="39" y="489"/>
                  </a:lnTo>
                  <a:lnTo>
                    <a:pt x="14" y="483"/>
                  </a:lnTo>
                  <a:lnTo>
                    <a:pt x="17" y="450"/>
                  </a:lnTo>
                  <a:lnTo>
                    <a:pt x="23" y="418"/>
                  </a:lnTo>
                  <a:lnTo>
                    <a:pt x="26" y="384"/>
                  </a:lnTo>
                  <a:lnTo>
                    <a:pt x="23" y="349"/>
                  </a:lnTo>
                  <a:lnTo>
                    <a:pt x="32" y="349"/>
                  </a:lnTo>
                  <a:lnTo>
                    <a:pt x="43" y="348"/>
                  </a:lnTo>
                  <a:lnTo>
                    <a:pt x="52" y="346"/>
                  </a:lnTo>
                  <a:lnTo>
                    <a:pt x="61" y="344"/>
                  </a:lnTo>
                  <a:lnTo>
                    <a:pt x="69" y="340"/>
                  </a:lnTo>
                  <a:lnTo>
                    <a:pt x="77" y="334"/>
                  </a:lnTo>
                  <a:lnTo>
                    <a:pt x="84" y="326"/>
                  </a:lnTo>
                  <a:lnTo>
                    <a:pt x="91" y="318"/>
                  </a:lnTo>
                  <a:lnTo>
                    <a:pt x="95" y="306"/>
                  </a:lnTo>
                  <a:lnTo>
                    <a:pt x="95" y="295"/>
                  </a:lnTo>
                  <a:lnTo>
                    <a:pt x="94" y="286"/>
                  </a:lnTo>
                  <a:lnTo>
                    <a:pt x="92" y="274"/>
                  </a:lnTo>
                  <a:lnTo>
                    <a:pt x="107" y="247"/>
                  </a:lnTo>
                  <a:lnTo>
                    <a:pt x="108" y="217"/>
                  </a:lnTo>
                  <a:lnTo>
                    <a:pt x="110" y="186"/>
                  </a:lnTo>
                  <a:lnTo>
                    <a:pt x="123" y="160"/>
                  </a:lnTo>
                  <a:lnTo>
                    <a:pt x="122" y="146"/>
                  </a:lnTo>
                  <a:lnTo>
                    <a:pt x="120" y="131"/>
                  </a:lnTo>
                  <a:lnTo>
                    <a:pt x="112" y="119"/>
                  </a:lnTo>
                  <a:lnTo>
                    <a:pt x="99" y="110"/>
                  </a:lnTo>
                  <a:lnTo>
                    <a:pt x="87" y="108"/>
                  </a:lnTo>
                  <a:lnTo>
                    <a:pt x="74" y="106"/>
                  </a:lnTo>
                  <a:lnTo>
                    <a:pt x="61" y="106"/>
                  </a:lnTo>
                  <a:lnTo>
                    <a:pt x="48" y="106"/>
                  </a:lnTo>
                  <a:lnTo>
                    <a:pt x="35" y="106"/>
                  </a:lnTo>
                  <a:lnTo>
                    <a:pt x="23" y="105"/>
                  </a:lnTo>
                  <a:lnTo>
                    <a:pt x="12" y="102"/>
                  </a:lnTo>
                  <a:lnTo>
                    <a:pt x="0" y="98"/>
                  </a:lnTo>
                  <a:lnTo>
                    <a:pt x="5" y="71"/>
                  </a:lnTo>
                  <a:lnTo>
                    <a:pt x="9" y="39"/>
                  </a:lnTo>
                  <a:lnTo>
                    <a:pt x="10" y="11"/>
                  </a:lnTo>
                  <a:lnTo>
                    <a:pt x="10" y="0"/>
                  </a:lnTo>
                  <a:lnTo>
                    <a:pt x="38" y="11"/>
                  </a:lnTo>
                  <a:lnTo>
                    <a:pt x="66" y="23"/>
                  </a:lnTo>
                  <a:lnTo>
                    <a:pt x="94" y="32"/>
                  </a:lnTo>
                  <a:lnTo>
                    <a:pt x="122" y="43"/>
                  </a:lnTo>
                  <a:lnTo>
                    <a:pt x="151" y="52"/>
                  </a:lnTo>
                  <a:lnTo>
                    <a:pt x="179" y="62"/>
                  </a:lnTo>
                  <a:lnTo>
                    <a:pt x="208" y="70"/>
                  </a:lnTo>
                  <a:lnTo>
                    <a:pt x="236" y="78"/>
                  </a:lnTo>
                  <a:lnTo>
                    <a:pt x="266" y="86"/>
                  </a:lnTo>
                  <a:lnTo>
                    <a:pt x="295" y="93"/>
                  </a:lnTo>
                  <a:lnTo>
                    <a:pt x="325" y="101"/>
                  </a:lnTo>
                  <a:lnTo>
                    <a:pt x="353" y="106"/>
                  </a:lnTo>
                  <a:lnTo>
                    <a:pt x="383" y="113"/>
                  </a:lnTo>
                  <a:lnTo>
                    <a:pt x="413" y="119"/>
                  </a:lnTo>
                  <a:lnTo>
                    <a:pt x="443" y="124"/>
                  </a:lnTo>
                  <a:lnTo>
                    <a:pt x="473" y="129"/>
                  </a:lnTo>
                  <a:lnTo>
                    <a:pt x="483" y="129"/>
                  </a:lnTo>
                  <a:lnTo>
                    <a:pt x="495" y="129"/>
                  </a:lnTo>
                  <a:lnTo>
                    <a:pt x="505" y="129"/>
                  </a:lnTo>
                  <a:lnTo>
                    <a:pt x="516" y="129"/>
                  </a:lnTo>
                  <a:lnTo>
                    <a:pt x="525" y="127"/>
                  </a:lnTo>
                  <a:lnTo>
                    <a:pt x="534" y="124"/>
                  </a:lnTo>
                  <a:lnTo>
                    <a:pt x="541" y="119"/>
                  </a:lnTo>
                  <a:lnTo>
                    <a:pt x="547" y="110"/>
                  </a:lnTo>
                  <a:lnTo>
                    <a:pt x="550" y="100"/>
                  </a:lnTo>
                  <a:lnTo>
                    <a:pt x="546" y="90"/>
                  </a:lnTo>
                  <a:lnTo>
                    <a:pt x="541" y="81"/>
                  </a:lnTo>
                  <a:lnTo>
                    <a:pt x="537" y="71"/>
                  </a:lnTo>
                  <a:lnTo>
                    <a:pt x="528" y="63"/>
                  </a:lnTo>
                  <a:lnTo>
                    <a:pt x="518" y="58"/>
                  </a:lnTo>
                  <a:lnTo>
                    <a:pt x="508" y="54"/>
                  </a:lnTo>
                  <a:lnTo>
                    <a:pt x="498" y="50"/>
                  </a:lnTo>
                  <a:lnTo>
                    <a:pt x="487" y="46"/>
                  </a:lnTo>
                  <a:lnTo>
                    <a:pt x="478" y="43"/>
                  </a:lnTo>
                  <a:lnTo>
                    <a:pt x="468" y="38"/>
                  </a:lnTo>
                  <a:lnTo>
                    <a:pt x="459" y="32"/>
                  </a:lnTo>
                  <a:lnTo>
                    <a:pt x="485" y="36"/>
                  </a:lnTo>
                  <a:lnTo>
                    <a:pt x="515" y="38"/>
                  </a:lnTo>
                  <a:lnTo>
                    <a:pt x="548" y="39"/>
                  </a:lnTo>
                  <a:lnTo>
                    <a:pt x="585" y="40"/>
                  </a:lnTo>
                  <a:lnTo>
                    <a:pt x="621" y="39"/>
                  </a:lnTo>
                  <a:lnTo>
                    <a:pt x="660" y="38"/>
                  </a:lnTo>
                  <a:lnTo>
                    <a:pt x="699" y="36"/>
                  </a:lnTo>
                  <a:lnTo>
                    <a:pt x="737" y="34"/>
                  </a:lnTo>
                  <a:lnTo>
                    <a:pt x="773" y="31"/>
                  </a:lnTo>
                  <a:lnTo>
                    <a:pt x="808" y="28"/>
                  </a:lnTo>
                  <a:lnTo>
                    <a:pt x="841" y="26"/>
                  </a:lnTo>
                  <a:lnTo>
                    <a:pt x="869" y="23"/>
                  </a:lnTo>
                  <a:lnTo>
                    <a:pt x="894" y="20"/>
                  </a:lnTo>
                  <a:lnTo>
                    <a:pt x="915" y="17"/>
                  </a:lnTo>
                  <a:lnTo>
                    <a:pt x="929" y="16"/>
                  </a:lnTo>
                  <a:lnTo>
                    <a:pt x="937" y="15"/>
                  </a:lnTo>
                  <a:close/>
                </a:path>
              </a:pathLst>
            </a:custGeom>
            <a:solidFill>
              <a:srgbClr val="E2F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7" name="Google Shape;1087;p29"/>
            <p:cNvSpPr/>
            <p:nvPr/>
          </p:nvSpPr>
          <p:spPr>
            <a:xfrm>
              <a:off x="829" y="3349"/>
              <a:ext cx="67" cy="45"/>
            </a:xfrm>
            <a:custGeom>
              <a:rect b="b" l="l" r="r" t="t"/>
              <a:pathLst>
                <a:path extrusionOk="0" h="45" w="67">
                  <a:moveTo>
                    <a:pt x="67" y="45"/>
                  </a:moveTo>
                  <a:lnTo>
                    <a:pt x="0" y="31"/>
                  </a:lnTo>
                  <a:lnTo>
                    <a:pt x="6" y="0"/>
                  </a:lnTo>
                  <a:lnTo>
                    <a:pt x="13" y="3"/>
                  </a:lnTo>
                  <a:lnTo>
                    <a:pt x="21" y="10"/>
                  </a:lnTo>
                  <a:lnTo>
                    <a:pt x="30" y="17"/>
                  </a:lnTo>
                  <a:lnTo>
                    <a:pt x="38" y="25"/>
                  </a:lnTo>
                  <a:lnTo>
                    <a:pt x="46" y="33"/>
                  </a:lnTo>
                  <a:lnTo>
                    <a:pt x="54" y="40"/>
                  </a:lnTo>
                  <a:lnTo>
                    <a:pt x="60" y="44"/>
                  </a:lnTo>
                  <a:lnTo>
                    <a:pt x="67" y="45"/>
                  </a:lnTo>
                  <a:close/>
                </a:path>
              </a:pathLst>
            </a:custGeom>
            <a:solidFill>
              <a:srgbClr val="E2F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8" name="Google Shape;1088;p29"/>
            <p:cNvSpPr/>
            <p:nvPr/>
          </p:nvSpPr>
          <p:spPr>
            <a:xfrm>
              <a:off x="328" y="3422"/>
              <a:ext cx="153" cy="189"/>
            </a:xfrm>
            <a:custGeom>
              <a:rect b="b" l="l" r="r" t="t"/>
              <a:pathLst>
                <a:path extrusionOk="0" h="189" w="153">
                  <a:moveTo>
                    <a:pt x="153" y="19"/>
                  </a:moveTo>
                  <a:lnTo>
                    <a:pt x="152" y="30"/>
                  </a:lnTo>
                  <a:lnTo>
                    <a:pt x="147" y="39"/>
                  </a:lnTo>
                  <a:lnTo>
                    <a:pt x="139" y="47"/>
                  </a:lnTo>
                  <a:lnTo>
                    <a:pt x="130" y="54"/>
                  </a:lnTo>
                  <a:lnTo>
                    <a:pt x="123" y="56"/>
                  </a:lnTo>
                  <a:lnTo>
                    <a:pt x="118" y="57"/>
                  </a:lnTo>
                  <a:lnTo>
                    <a:pt x="112" y="57"/>
                  </a:lnTo>
                  <a:lnTo>
                    <a:pt x="106" y="58"/>
                  </a:lnTo>
                  <a:lnTo>
                    <a:pt x="101" y="60"/>
                  </a:lnTo>
                  <a:lnTo>
                    <a:pt x="95" y="61"/>
                  </a:lnTo>
                  <a:lnTo>
                    <a:pt x="91" y="65"/>
                  </a:lnTo>
                  <a:lnTo>
                    <a:pt x="86" y="69"/>
                  </a:lnTo>
                  <a:lnTo>
                    <a:pt x="91" y="74"/>
                  </a:lnTo>
                  <a:lnTo>
                    <a:pt x="96" y="77"/>
                  </a:lnTo>
                  <a:lnTo>
                    <a:pt x="103" y="79"/>
                  </a:lnTo>
                  <a:lnTo>
                    <a:pt x="109" y="77"/>
                  </a:lnTo>
                  <a:lnTo>
                    <a:pt x="114" y="76"/>
                  </a:lnTo>
                  <a:lnTo>
                    <a:pt x="122" y="74"/>
                  </a:lnTo>
                  <a:lnTo>
                    <a:pt x="129" y="73"/>
                  </a:lnTo>
                  <a:lnTo>
                    <a:pt x="135" y="74"/>
                  </a:lnTo>
                  <a:lnTo>
                    <a:pt x="131" y="83"/>
                  </a:lnTo>
                  <a:lnTo>
                    <a:pt x="126" y="88"/>
                  </a:lnTo>
                  <a:lnTo>
                    <a:pt x="121" y="91"/>
                  </a:lnTo>
                  <a:lnTo>
                    <a:pt x="114" y="93"/>
                  </a:lnTo>
                  <a:lnTo>
                    <a:pt x="108" y="95"/>
                  </a:lnTo>
                  <a:lnTo>
                    <a:pt x="101" y="99"/>
                  </a:lnTo>
                  <a:lnTo>
                    <a:pt x="96" y="103"/>
                  </a:lnTo>
                  <a:lnTo>
                    <a:pt x="93" y="111"/>
                  </a:lnTo>
                  <a:lnTo>
                    <a:pt x="125" y="120"/>
                  </a:lnTo>
                  <a:lnTo>
                    <a:pt x="125" y="128"/>
                  </a:lnTo>
                  <a:lnTo>
                    <a:pt x="118" y="136"/>
                  </a:lnTo>
                  <a:lnTo>
                    <a:pt x="110" y="143"/>
                  </a:lnTo>
                  <a:lnTo>
                    <a:pt x="101" y="147"/>
                  </a:lnTo>
                  <a:lnTo>
                    <a:pt x="92" y="147"/>
                  </a:lnTo>
                  <a:lnTo>
                    <a:pt x="83" y="147"/>
                  </a:lnTo>
                  <a:lnTo>
                    <a:pt x="75" y="149"/>
                  </a:lnTo>
                  <a:lnTo>
                    <a:pt x="69" y="155"/>
                  </a:lnTo>
                  <a:lnTo>
                    <a:pt x="73" y="159"/>
                  </a:lnTo>
                  <a:lnTo>
                    <a:pt x="77" y="163"/>
                  </a:lnTo>
                  <a:lnTo>
                    <a:pt x="83" y="166"/>
                  </a:lnTo>
                  <a:lnTo>
                    <a:pt x="90" y="169"/>
                  </a:lnTo>
                  <a:lnTo>
                    <a:pt x="96" y="170"/>
                  </a:lnTo>
                  <a:lnTo>
                    <a:pt x="103" y="173"/>
                  </a:lnTo>
                  <a:lnTo>
                    <a:pt x="109" y="176"/>
                  </a:lnTo>
                  <a:lnTo>
                    <a:pt x="114" y="180"/>
                  </a:lnTo>
                  <a:lnTo>
                    <a:pt x="103" y="185"/>
                  </a:lnTo>
                  <a:lnTo>
                    <a:pt x="91" y="188"/>
                  </a:lnTo>
                  <a:lnTo>
                    <a:pt x="78" y="189"/>
                  </a:lnTo>
                  <a:lnTo>
                    <a:pt x="66" y="186"/>
                  </a:lnTo>
                  <a:lnTo>
                    <a:pt x="54" y="184"/>
                  </a:lnTo>
                  <a:lnTo>
                    <a:pt x="43" y="178"/>
                  </a:lnTo>
                  <a:lnTo>
                    <a:pt x="32" y="173"/>
                  </a:lnTo>
                  <a:lnTo>
                    <a:pt x="22" y="166"/>
                  </a:lnTo>
                  <a:lnTo>
                    <a:pt x="22" y="161"/>
                  </a:lnTo>
                  <a:lnTo>
                    <a:pt x="25" y="158"/>
                  </a:lnTo>
                  <a:lnTo>
                    <a:pt x="27" y="157"/>
                  </a:lnTo>
                  <a:lnTo>
                    <a:pt x="31" y="154"/>
                  </a:lnTo>
                  <a:lnTo>
                    <a:pt x="34" y="154"/>
                  </a:lnTo>
                  <a:lnTo>
                    <a:pt x="36" y="153"/>
                  </a:lnTo>
                  <a:lnTo>
                    <a:pt x="38" y="151"/>
                  </a:lnTo>
                  <a:lnTo>
                    <a:pt x="36" y="149"/>
                  </a:lnTo>
                  <a:lnTo>
                    <a:pt x="36" y="139"/>
                  </a:lnTo>
                  <a:lnTo>
                    <a:pt x="31" y="135"/>
                  </a:lnTo>
                  <a:lnTo>
                    <a:pt x="23" y="132"/>
                  </a:lnTo>
                  <a:lnTo>
                    <a:pt x="18" y="127"/>
                  </a:lnTo>
                  <a:lnTo>
                    <a:pt x="12" y="111"/>
                  </a:lnTo>
                  <a:lnTo>
                    <a:pt x="4" y="96"/>
                  </a:lnTo>
                  <a:lnTo>
                    <a:pt x="0" y="81"/>
                  </a:lnTo>
                  <a:lnTo>
                    <a:pt x="5" y="64"/>
                  </a:lnTo>
                  <a:lnTo>
                    <a:pt x="14" y="50"/>
                  </a:lnTo>
                  <a:lnTo>
                    <a:pt x="15" y="33"/>
                  </a:lnTo>
                  <a:lnTo>
                    <a:pt x="18" y="15"/>
                  </a:lnTo>
                  <a:lnTo>
                    <a:pt x="26" y="0"/>
                  </a:lnTo>
                  <a:lnTo>
                    <a:pt x="41" y="6"/>
                  </a:lnTo>
                  <a:lnTo>
                    <a:pt x="57" y="10"/>
                  </a:lnTo>
                  <a:lnTo>
                    <a:pt x="73" y="15"/>
                  </a:lnTo>
                  <a:lnTo>
                    <a:pt x="90" y="19"/>
                  </a:lnTo>
                  <a:lnTo>
                    <a:pt x="106" y="22"/>
                  </a:lnTo>
                  <a:lnTo>
                    <a:pt x="122" y="23"/>
                  </a:lnTo>
                  <a:lnTo>
                    <a:pt x="138" y="22"/>
                  </a:lnTo>
                  <a:lnTo>
                    <a:pt x="153" y="19"/>
                  </a:lnTo>
                  <a:close/>
                </a:path>
              </a:pathLst>
            </a:custGeom>
            <a:solidFill>
              <a:srgbClr val="F2CC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89" name="Google Shape;1089;p29"/>
            <p:cNvSpPr/>
            <p:nvPr/>
          </p:nvSpPr>
          <p:spPr>
            <a:xfrm>
              <a:off x="1279" y="3541"/>
              <a:ext cx="181" cy="183"/>
            </a:xfrm>
            <a:custGeom>
              <a:rect b="b" l="l" r="r" t="t"/>
              <a:pathLst>
                <a:path extrusionOk="0" h="183" w="181">
                  <a:moveTo>
                    <a:pt x="165" y="30"/>
                  </a:moveTo>
                  <a:lnTo>
                    <a:pt x="178" y="65"/>
                  </a:lnTo>
                  <a:lnTo>
                    <a:pt x="181" y="100"/>
                  </a:lnTo>
                  <a:lnTo>
                    <a:pt x="176" y="136"/>
                  </a:lnTo>
                  <a:lnTo>
                    <a:pt x="163" y="171"/>
                  </a:lnTo>
                  <a:lnTo>
                    <a:pt x="142" y="179"/>
                  </a:lnTo>
                  <a:lnTo>
                    <a:pt x="122" y="183"/>
                  </a:lnTo>
                  <a:lnTo>
                    <a:pt x="101" y="183"/>
                  </a:lnTo>
                  <a:lnTo>
                    <a:pt x="82" y="181"/>
                  </a:lnTo>
                  <a:lnTo>
                    <a:pt x="64" y="175"/>
                  </a:lnTo>
                  <a:lnTo>
                    <a:pt x="46" y="167"/>
                  </a:lnTo>
                  <a:lnTo>
                    <a:pt x="29" y="159"/>
                  </a:lnTo>
                  <a:lnTo>
                    <a:pt x="13" y="150"/>
                  </a:lnTo>
                  <a:lnTo>
                    <a:pt x="13" y="140"/>
                  </a:lnTo>
                  <a:lnTo>
                    <a:pt x="20" y="136"/>
                  </a:lnTo>
                  <a:lnTo>
                    <a:pt x="30" y="135"/>
                  </a:lnTo>
                  <a:lnTo>
                    <a:pt x="43" y="135"/>
                  </a:lnTo>
                  <a:lnTo>
                    <a:pt x="56" y="135"/>
                  </a:lnTo>
                  <a:lnTo>
                    <a:pt x="68" y="133"/>
                  </a:lnTo>
                  <a:lnTo>
                    <a:pt x="78" y="128"/>
                  </a:lnTo>
                  <a:lnTo>
                    <a:pt x="82" y="119"/>
                  </a:lnTo>
                  <a:lnTo>
                    <a:pt x="72" y="116"/>
                  </a:lnTo>
                  <a:lnTo>
                    <a:pt x="61" y="115"/>
                  </a:lnTo>
                  <a:lnTo>
                    <a:pt x="51" y="112"/>
                  </a:lnTo>
                  <a:lnTo>
                    <a:pt x="40" y="111"/>
                  </a:lnTo>
                  <a:lnTo>
                    <a:pt x="30" y="108"/>
                  </a:lnTo>
                  <a:lnTo>
                    <a:pt x="20" y="105"/>
                  </a:lnTo>
                  <a:lnTo>
                    <a:pt x="9" y="101"/>
                  </a:lnTo>
                  <a:lnTo>
                    <a:pt x="0" y="94"/>
                  </a:lnTo>
                  <a:lnTo>
                    <a:pt x="0" y="89"/>
                  </a:lnTo>
                  <a:lnTo>
                    <a:pt x="3" y="85"/>
                  </a:lnTo>
                  <a:lnTo>
                    <a:pt x="7" y="81"/>
                  </a:lnTo>
                  <a:lnTo>
                    <a:pt x="11" y="80"/>
                  </a:lnTo>
                  <a:lnTo>
                    <a:pt x="16" y="80"/>
                  </a:lnTo>
                  <a:lnTo>
                    <a:pt x="22" y="80"/>
                  </a:lnTo>
                  <a:lnTo>
                    <a:pt x="29" y="81"/>
                  </a:lnTo>
                  <a:lnTo>
                    <a:pt x="36" y="82"/>
                  </a:lnTo>
                  <a:lnTo>
                    <a:pt x="43" y="82"/>
                  </a:lnTo>
                  <a:lnTo>
                    <a:pt x="49" y="82"/>
                  </a:lnTo>
                  <a:lnTo>
                    <a:pt x="55" y="80"/>
                  </a:lnTo>
                  <a:lnTo>
                    <a:pt x="60" y="77"/>
                  </a:lnTo>
                  <a:lnTo>
                    <a:pt x="59" y="73"/>
                  </a:lnTo>
                  <a:lnTo>
                    <a:pt x="55" y="69"/>
                  </a:lnTo>
                  <a:lnTo>
                    <a:pt x="48" y="67"/>
                  </a:lnTo>
                  <a:lnTo>
                    <a:pt x="42" y="66"/>
                  </a:lnTo>
                  <a:lnTo>
                    <a:pt x="35" y="67"/>
                  </a:lnTo>
                  <a:lnTo>
                    <a:pt x="29" y="67"/>
                  </a:lnTo>
                  <a:lnTo>
                    <a:pt x="22" y="65"/>
                  </a:lnTo>
                  <a:lnTo>
                    <a:pt x="17" y="61"/>
                  </a:lnTo>
                  <a:lnTo>
                    <a:pt x="12" y="57"/>
                  </a:lnTo>
                  <a:lnTo>
                    <a:pt x="9" y="51"/>
                  </a:lnTo>
                  <a:lnTo>
                    <a:pt x="7" y="46"/>
                  </a:lnTo>
                  <a:lnTo>
                    <a:pt x="8" y="40"/>
                  </a:lnTo>
                  <a:lnTo>
                    <a:pt x="16" y="35"/>
                  </a:lnTo>
                  <a:lnTo>
                    <a:pt x="26" y="32"/>
                  </a:lnTo>
                  <a:lnTo>
                    <a:pt x="36" y="34"/>
                  </a:lnTo>
                  <a:lnTo>
                    <a:pt x="48" y="35"/>
                  </a:lnTo>
                  <a:lnTo>
                    <a:pt x="60" y="38"/>
                  </a:lnTo>
                  <a:lnTo>
                    <a:pt x="72" y="39"/>
                  </a:lnTo>
                  <a:lnTo>
                    <a:pt x="83" y="39"/>
                  </a:lnTo>
                  <a:lnTo>
                    <a:pt x="95" y="36"/>
                  </a:lnTo>
                  <a:lnTo>
                    <a:pt x="95" y="27"/>
                  </a:lnTo>
                  <a:lnTo>
                    <a:pt x="91" y="22"/>
                  </a:lnTo>
                  <a:lnTo>
                    <a:pt x="85" y="17"/>
                  </a:lnTo>
                  <a:lnTo>
                    <a:pt x="77" y="15"/>
                  </a:lnTo>
                  <a:lnTo>
                    <a:pt x="68" y="13"/>
                  </a:lnTo>
                  <a:lnTo>
                    <a:pt x="59" y="11"/>
                  </a:lnTo>
                  <a:lnTo>
                    <a:pt x="49" y="8"/>
                  </a:lnTo>
                  <a:lnTo>
                    <a:pt x="43" y="3"/>
                  </a:lnTo>
                  <a:lnTo>
                    <a:pt x="57" y="1"/>
                  </a:lnTo>
                  <a:lnTo>
                    <a:pt x="73" y="0"/>
                  </a:lnTo>
                  <a:lnTo>
                    <a:pt x="88" y="0"/>
                  </a:lnTo>
                  <a:lnTo>
                    <a:pt x="105" y="1"/>
                  </a:lnTo>
                  <a:lnTo>
                    <a:pt x="122" y="5"/>
                  </a:lnTo>
                  <a:lnTo>
                    <a:pt x="138" y="11"/>
                  </a:lnTo>
                  <a:lnTo>
                    <a:pt x="152" y="19"/>
                  </a:lnTo>
                  <a:lnTo>
                    <a:pt x="165" y="30"/>
                  </a:lnTo>
                  <a:close/>
                </a:path>
              </a:pathLst>
            </a:custGeom>
            <a:solidFill>
              <a:srgbClr val="F2CC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90" name="Google Shape;1090;p29"/>
            <p:cNvSpPr/>
            <p:nvPr/>
          </p:nvSpPr>
          <p:spPr>
            <a:xfrm>
              <a:off x="1742" y="3583"/>
              <a:ext cx="202" cy="133"/>
            </a:xfrm>
            <a:custGeom>
              <a:rect b="b" l="l" r="r" t="t"/>
              <a:pathLst>
                <a:path extrusionOk="0" h="133" w="202">
                  <a:moveTo>
                    <a:pt x="195" y="70"/>
                  </a:moveTo>
                  <a:lnTo>
                    <a:pt x="183" y="78"/>
                  </a:lnTo>
                  <a:lnTo>
                    <a:pt x="171" y="83"/>
                  </a:lnTo>
                  <a:lnTo>
                    <a:pt x="158" y="87"/>
                  </a:lnTo>
                  <a:lnTo>
                    <a:pt x="145" y="90"/>
                  </a:lnTo>
                  <a:lnTo>
                    <a:pt x="132" y="93"/>
                  </a:lnTo>
                  <a:lnTo>
                    <a:pt x="119" y="96"/>
                  </a:lnTo>
                  <a:lnTo>
                    <a:pt x="106" y="101"/>
                  </a:lnTo>
                  <a:lnTo>
                    <a:pt x="95" y="106"/>
                  </a:lnTo>
                  <a:lnTo>
                    <a:pt x="88" y="112"/>
                  </a:lnTo>
                  <a:lnTo>
                    <a:pt x="83" y="117"/>
                  </a:lnTo>
                  <a:lnTo>
                    <a:pt x="76" y="121"/>
                  </a:lnTo>
                  <a:lnTo>
                    <a:pt x="70" y="125"/>
                  </a:lnTo>
                  <a:lnTo>
                    <a:pt x="62" y="128"/>
                  </a:lnTo>
                  <a:lnTo>
                    <a:pt x="56" y="131"/>
                  </a:lnTo>
                  <a:lnTo>
                    <a:pt x="48" y="132"/>
                  </a:lnTo>
                  <a:lnTo>
                    <a:pt x="40" y="132"/>
                  </a:lnTo>
                  <a:lnTo>
                    <a:pt x="28" y="133"/>
                  </a:lnTo>
                  <a:lnTo>
                    <a:pt x="18" y="131"/>
                  </a:lnTo>
                  <a:lnTo>
                    <a:pt x="11" y="127"/>
                  </a:lnTo>
                  <a:lnTo>
                    <a:pt x="6" y="120"/>
                  </a:lnTo>
                  <a:lnTo>
                    <a:pt x="2" y="112"/>
                  </a:lnTo>
                  <a:lnTo>
                    <a:pt x="0" y="102"/>
                  </a:lnTo>
                  <a:lnTo>
                    <a:pt x="0" y="93"/>
                  </a:lnTo>
                  <a:lnTo>
                    <a:pt x="0" y="82"/>
                  </a:lnTo>
                  <a:lnTo>
                    <a:pt x="0" y="73"/>
                  </a:lnTo>
                  <a:lnTo>
                    <a:pt x="8" y="77"/>
                  </a:lnTo>
                  <a:lnTo>
                    <a:pt x="14" y="82"/>
                  </a:lnTo>
                  <a:lnTo>
                    <a:pt x="21" y="90"/>
                  </a:lnTo>
                  <a:lnTo>
                    <a:pt x="26" y="98"/>
                  </a:lnTo>
                  <a:lnTo>
                    <a:pt x="31" y="106"/>
                  </a:lnTo>
                  <a:lnTo>
                    <a:pt x="37" y="110"/>
                  </a:lnTo>
                  <a:lnTo>
                    <a:pt x="45" y="112"/>
                  </a:lnTo>
                  <a:lnTo>
                    <a:pt x="54" y="109"/>
                  </a:lnTo>
                  <a:lnTo>
                    <a:pt x="61" y="58"/>
                  </a:lnTo>
                  <a:lnTo>
                    <a:pt x="66" y="59"/>
                  </a:lnTo>
                  <a:lnTo>
                    <a:pt x="71" y="60"/>
                  </a:lnTo>
                  <a:lnTo>
                    <a:pt x="75" y="63"/>
                  </a:lnTo>
                  <a:lnTo>
                    <a:pt x="79" y="66"/>
                  </a:lnTo>
                  <a:lnTo>
                    <a:pt x="84" y="69"/>
                  </a:lnTo>
                  <a:lnTo>
                    <a:pt x="91" y="70"/>
                  </a:lnTo>
                  <a:lnTo>
                    <a:pt x="97" y="70"/>
                  </a:lnTo>
                  <a:lnTo>
                    <a:pt x="104" y="70"/>
                  </a:lnTo>
                  <a:lnTo>
                    <a:pt x="114" y="60"/>
                  </a:lnTo>
                  <a:lnTo>
                    <a:pt x="122" y="51"/>
                  </a:lnTo>
                  <a:lnTo>
                    <a:pt x="127" y="40"/>
                  </a:lnTo>
                  <a:lnTo>
                    <a:pt x="131" y="29"/>
                  </a:lnTo>
                  <a:lnTo>
                    <a:pt x="143" y="31"/>
                  </a:lnTo>
                  <a:lnTo>
                    <a:pt x="147" y="40"/>
                  </a:lnTo>
                  <a:lnTo>
                    <a:pt x="149" y="51"/>
                  </a:lnTo>
                  <a:lnTo>
                    <a:pt x="157" y="59"/>
                  </a:lnTo>
                  <a:lnTo>
                    <a:pt x="165" y="54"/>
                  </a:lnTo>
                  <a:lnTo>
                    <a:pt x="170" y="46"/>
                  </a:lnTo>
                  <a:lnTo>
                    <a:pt x="174" y="38"/>
                  </a:lnTo>
                  <a:lnTo>
                    <a:pt x="178" y="29"/>
                  </a:lnTo>
                  <a:lnTo>
                    <a:pt x="182" y="21"/>
                  </a:lnTo>
                  <a:lnTo>
                    <a:pt x="187" y="13"/>
                  </a:lnTo>
                  <a:lnTo>
                    <a:pt x="192" y="5"/>
                  </a:lnTo>
                  <a:lnTo>
                    <a:pt x="199" y="0"/>
                  </a:lnTo>
                  <a:lnTo>
                    <a:pt x="201" y="19"/>
                  </a:lnTo>
                  <a:lnTo>
                    <a:pt x="202" y="35"/>
                  </a:lnTo>
                  <a:lnTo>
                    <a:pt x="200" y="52"/>
                  </a:lnTo>
                  <a:lnTo>
                    <a:pt x="195" y="70"/>
                  </a:lnTo>
                  <a:close/>
                </a:path>
              </a:pathLst>
            </a:custGeom>
            <a:solidFill>
              <a:srgbClr val="A56D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spTree>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5" name="Shape 1095"/>
        <p:cNvGrpSpPr/>
        <p:nvPr/>
      </p:nvGrpSpPr>
      <p:grpSpPr>
        <a:xfrm>
          <a:off x="0" y="0"/>
          <a:ext cx="0" cy="0"/>
          <a:chOff x="0" y="0"/>
          <a:chExt cx="0" cy="0"/>
        </a:xfrm>
      </p:grpSpPr>
      <p:sp>
        <p:nvSpPr>
          <p:cNvPr id="1096" name="Google Shape;1096;p30"/>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097" name="Google Shape;1097;p30"/>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098" name="Google Shape;1098;p30"/>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099" name="Google Shape;1099;p30"/>
          <p:cNvSpPr txBox="1"/>
          <p:nvPr>
            <p:ph type="title"/>
          </p:nvPr>
        </p:nvSpPr>
        <p:spPr>
          <a:xfrm>
            <a:off x="457200" y="381000"/>
            <a:ext cx="8229600" cy="22860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Supplementary Parts</a:t>
            </a:r>
            <a:endParaRPr/>
          </a:p>
        </p:txBody>
      </p:sp>
      <p:sp>
        <p:nvSpPr>
          <p:cNvPr id="1100" name="Google Shape;1100;p30"/>
          <p:cNvSpPr txBox="1"/>
          <p:nvPr/>
        </p:nvSpPr>
        <p:spPr>
          <a:xfrm>
            <a:off x="458787" y="2668587"/>
            <a:ext cx="8226425" cy="3502025"/>
          </a:xfrm>
          <a:prstGeom prst="rect">
            <a:avLst/>
          </a:prstGeom>
          <a:gradFill>
            <a:gsLst>
              <a:gs pos="0">
                <a:srgbClr val="E6E6E6"/>
              </a:gs>
              <a:gs pos="7499">
                <a:srgbClr val="7D8496"/>
              </a:gs>
              <a:gs pos="26499">
                <a:srgbClr val="E6E6E6"/>
              </a:gs>
              <a:gs pos="33999">
                <a:srgbClr val="7D8496"/>
              </a:gs>
              <a:gs pos="46499">
                <a:srgbClr val="E6E6E6"/>
              </a:gs>
              <a:gs pos="50000">
                <a:srgbClr val="FFFFFF"/>
              </a:gs>
              <a:gs pos="53500">
                <a:srgbClr val="E6E6E6"/>
              </a:gs>
              <a:gs pos="66000">
                <a:srgbClr val="7D8496"/>
              </a:gs>
              <a:gs pos="73500">
                <a:srgbClr val="E6E6E6"/>
              </a:gs>
              <a:gs pos="92500">
                <a:srgbClr val="7D8496"/>
              </a:gs>
              <a:gs pos="100000">
                <a:srgbClr val="E6E6E6"/>
              </a:gs>
            </a:gsLst>
            <a:lin ang="2700000" scaled="0"/>
          </a:gra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grpSp>
        <p:nvGrpSpPr>
          <p:cNvPr id="1101" name="Google Shape;1101;p30"/>
          <p:cNvGrpSpPr/>
          <p:nvPr/>
        </p:nvGrpSpPr>
        <p:grpSpPr>
          <a:xfrm>
            <a:off x="533400" y="3149600"/>
            <a:ext cx="8077200" cy="2692400"/>
            <a:chOff x="336" y="2016"/>
            <a:chExt cx="5088" cy="1632"/>
          </a:xfrm>
        </p:grpSpPr>
        <p:sp>
          <p:nvSpPr>
            <p:cNvPr id="1102" name="Google Shape;1102;p30"/>
            <p:cNvSpPr/>
            <p:nvPr/>
          </p:nvSpPr>
          <p:spPr>
            <a:xfrm>
              <a:off x="336" y="2016"/>
              <a:ext cx="1776" cy="1632"/>
            </a:xfrm>
            <a:prstGeom prst="ellipse">
              <a:avLst/>
            </a:prstGeom>
            <a:gradFill>
              <a:gsLst>
                <a:gs pos="0">
                  <a:schemeClr val="accent2"/>
                </a:gs>
                <a:gs pos="100000">
                  <a:srgbClr val="1F1F7A"/>
                </a:gs>
              </a:gsLst>
              <a:path path="circle">
                <a:fillToRect b="50%" l="50%" r="50%" t="50%"/>
              </a:path>
              <a:tileRect/>
            </a:gradFill>
            <a:ln>
              <a:noFill/>
            </a:ln>
            <a:effectLst>
              <a:outerShdw blurRad="63500" dir="2700000" dist="17960">
                <a:srgbClr val="1F1F7A"/>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2800"/>
                <a:buFont typeface="Arial Black"/>
                <a:buNone/>
              </a:pPr>
              <a:r>
                <a:rPr b="1" i="0" lang="en-US" sz="2800" u="none">
                  <a:solidFill>
                    <a:schemeClr val="lt1"/>
                  </a:solidFill>
                  <a:latin typeface="Arial Black"/>
                  <a:ea typeface="Arial Black"/>
                  <a:cs typeface="Arial Black"/>
                  <a:sym typeface="Arial Black"/>
                </a:rPr>
                <a:t>Appendixes</a:t>
              </a:r>
              <a:endParaRPr/>
            </a:p>
          </p:txBody>
        </p:sp>
        <p:sp>
          <p:nvSpPr>
            <p:cNvPr id="1103" name="Google Shape;1103;p30"/>
            <p:cNvSpPr/>
            <p:nvPr/>
          </p:nvSpPr>
          <p:spPr>
            <a:xfrm>
              <a:off x="3648" y="2016"/>
              <a:ext cx="1776" cy="1632"/>
            </a:xfrm>
            <a:prstGeom prst="ellipse">
              <a:avLst/>
            </a:prstGeom>
            <a:gradFill>
              <a:gsLst>
                <a:gs pos="0">
                  <a:srgbClr val="FF0000"/>
                </a:gs>
                <a:gs pos="100000">
                  <a:srgbClr val="990000"/>
                </a:gs>
              </a:gsLst>
              <a:path path="circle">
                <a:fillToRect b="50%" l="50%" r="50%" t="50%"/>
              </a:path>
              <a:tileRect/>
            </a:gradFill>
            <a:ln>
              <a:noFill/>
            </a:ln>
            <a:effectLst>
              <a:outerShdw blurRad="63500" dir="2700000" dist="17960">
                <a:srgbClr val="990000"/>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2800"/>
                <a:buFont typeface="Arial Black"/>
                <a:buNone/>
              </a:pPr>
              <a:r>
                <a:rPr b="1" i="0" lang="en-US" sz="2800" u="none">
                  <a:solidFill>
                    <a:schemeClr val="lt1"/>
                  </a:solidFill>
                  <a:latin typeface="Arial Black"/>
                  <a:ea typeface="Arial Black"/>
                  <a:cs typeface="Arial Black"/>
                  <a:sym typeface="Arial Black"/>
                </a:rPr>
                <a:t>Index</a:t>
              </a:r>
              <a:endParaRPr/>
            </a:p>
          </p:txBody>
        </p:sp>
        <p:sp>
          <p:nvSpPr>
            <p:cNvPr id="1104" name="Google Shape;1104;p30"/>
            <p:cNvSpPr/>
            <p:nvPr/>
          </p:nvSpPr>
          <p:spPr>
            <a:xfrm>
              <a:off x="1968" y="2016"/>
              <a:ext cx="1776" cy="1632"/>
            </a:xfrm>
            <a:prstGeom prst="ellipse">
              <a:avLst/>
            </a:prstGeom>
            <a:gradFill>
              <a:gsLst>
                <a:gs pos="0">
                  <a:srgbClr val="008000"/>
                </a:gs>
                <a:gs pos="100000">
                  <a:srgbClr val="004D00"/>
                </a:gs>
              </a:gsLst>
              <a:path path="circle">
                <a:fillToRect b="50%" l="50%" r="50%" t="50%"/>
              </a:path>
              <a:tileRect/>
            </a:gradFill>
            <a:ln>
              <a:noFill/>
            </a:ln>
            <a:effectLst>
              <a:outerShdw blurRad="63500" dir="2700000" dist="17960">
                <a:srgbClr val="004D00"/>
              </a:outerShdw>
            </a:effectLst>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lt1"/>
                </a:buClr>
                <a:buSzPts val="2800"/>
                <a:buFont typeface="Arial Black"/>
                <a:buNone/>
              </a:pPr>
              <a:r>
                <a:rPr b="1" i="0" lang="en-US" sz="2800" u="none">
                  <a:solidFill>
                    <a:schemeClr val="lt1"/>
                  </a:solidFill>
                  <a:latin typeface="Arial Black"/>
                  <a:ea typeface="Arial Black"/>
                  <a:cs typeface="Arial Black"/>
                  <a:sym typeface="Arial Black"/>
                </a:rPr>
                <a:t>Bibliography</a:t>
              </a:r>
              <a:endParaRPr/>
            </a:p>
          </p:txBody>
        </p:sp>
      </p:grpSp>
    </p:spTree>
  </p:cSld>
  <p:clrMapOvr>
    <a:masterClrMapping/>
  </p:clrMapOvr>
  <p:transition spd="slow">
    <p:checker dir="vert"/>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31"/>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11" name="Google Shape;1111;p31"/>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12" name="Google Shape;1112;p31"/>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113" name="Google Shape;1113;p31"/>
          <p:cNvSpPr txBox="1"/>
          <p:nvPr>
            <p:ph type="title"/>
          </p:nvPr>
        </p:nvSpPr>
        <p:spPr>
          <a:xfrm>
            <a:off x="457200" y="381000"/>
            <a:ext cx="8229600" cy="2057400"/>
          </a:xfrm>
          <a:prstGeom prst="rect">
            <a:avLst/>
          </a:prstGeom>
          <a:solidFill>
            <a:srgbClr val="660033"/>
          </a:solidFill>
          <a:ln cap="flat" cmpd="thickThin" w="57150">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800"/>
              <a:buFont typeface="Tahoma"/>
              <a:buNone/>
            </a:pPr>
            <a:r>
              <a:rPr b="1" i="0" lang="en-US" sz="4800" u="none">
                <a:solidFill>
                  <a:schemeClr val="lt1"/>
                </a:solidFill>
                <a:latin typeface="Tahoma"/>
                <a:ea typeface="Tahoma"/>
                <a:cs typeface="Tahoma"/>
                <a:sym typeface="Tahoma"/>
              </a:rPr>
              <a:t>Components of </a:t>
            </a:r>
            <a:br>
              <a:rPr b="1" i="0" lang="en-US" sz="4800" u="none">
                <a:solidFill>
                  <a:schemeClr val="lt1"/>
                </a:solidFill>
                <a:latin typeface="Tahoma"/>
                <a:ea typeface="Tahoma"/>
                <a:cs typeface="Tahoma"/>
                <a:sym typeface="Tahoma"/>
              </a:rPr>
            </a:br>
            <a:r>
              <a:rPr b="1" i="0" lang="en-US" sz="4800" u="none">
                <a:solidFill>
                  <a:schemeClr val="lt1"/>
                </a:solidFill>
                <a:latin typeface="Tahoma"/>
                <a:ea typeface="Tahoma"/>
                <a:cs typeface="Tahoma"/>
                <a:sym typeface="Tahoma"/>
              </a:rPr>
              <a:t>Formal Proposals</a:t>
            </a:r>
            <a:endParaRPr/>
          </a:p>
        </p:txBody>
      </p:sp>
      <p:grpSp>
        <p:nvGrpSpPr>
          <p:cNvPr id="1114" name="Google Shape;1114;p31"/>
          <p:cNvGrpSpPr/>
          <p:nvPr/>
        </p:nvGrpSpPr>
        <p:grpSpPr>
          <a:xfrm>
            <a:off x="457200" y="2438400"/>
            <a:ext cx="8229600" cy="3733800"/>
            <a:chOff x="288" y="1776"/>
            <a:chExt cx="5184" cy="2112"/>
          </a:xfrm>
        </p:grpSpPr>
        <p:sp>
          <p:nvSpPr>
            <p:cNvPr descr="Parchment" id="1115" name="Google Shape;1115;p31"/>
            <p:cNvSpPr txBox="1"/>
            <p:nvPr/>
          </p:nvSpPr>
          <p:spPr>
            <a:xfrm>
              <a:off x="288" y="1776"/>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Proposal</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Cover</a:t>
              </a:r>
              <a:endParaRPr/>
            </a:p>
          </p:txBody>
        </p:sp>
        <p:sp>
          <p:nvSpPr>
            <p:cNvPr descr="Parchment" id="1116" name="Google Shape;1116;p31"/>
            <p:cNvSpPr txBox="1"/>
            <p:nvPr/>
          </p:nvSpPr>
          <p:spPr>
            <a:xfrm>
              <a:off x="1584" y="1776"/>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Title Fly</a:t>
              </a:r>
              <a:endParaRPr/>
            </a:p>
          </p:txBody>
        </p:sp>
        <p:sp>
          <p:nvSpPr>
            <p:cNvPr descr="Parchment" id="1117" name="Google Shape;1117;p31"/>
            <p:cNvSpPr txBox="1"/>
            <p:nvPr/>
          </p:nvSpPr>
          <p:spPr>
            <a:xfrm>
              <a:off x="2880" y="1776"/>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Title Page</a:t>
              </a:r>
              <a:endParaRPr/>
            </a:p>
          </p:txBody>
        </p:sp>
        <p:sp>
          <p:nvSpPr>
            <p:cNvPr descr="Parchment" id="1118" name="Google Shape;1118;p31"/>
            <p:cNvSpPr txBox="1"/>
            <p:nvPr/>
          </p:nvSpPr>
          <p:spPr>
            <a:xfrm>
              <a:off x="4176" y="1776"/>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Table</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of Contents</a:t>
              </a:r>
              <a:endParaRPr/>
            </a:p>
          </p:txBody>
        </p:sp>
        <p:sp>
          <p:nvSpPr>
            <p:cNvPr descr="Parchment" id="1119" name="Google Shape;1119;p31"/>
            <p:cNvSpPr txBox="1"/>
            <p:nvPr/>
          </p:nvSpPr>
          <p:spPr>
            <a:xfrm>
              <a:off x="288" y="2832"/>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List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Illustrations</a:t>
              </a:r>
              <a:endParaRPr/>
            </a:p>
          </p:txBody>
        </p:sp>
        <p:sp>
          <p:nvSpPr>
            <p:cNvPr descr="Parchment" id="1120" name="Google Shape;1120;p31"/>
            <p:cNvSpPr txBox="1"/>
            <p:nvPr/>
          </p:nvSpPr>
          <p:spPr>
            <a:xfrm>
              <a:off x="1584" y="2832"/>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Request</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for Proposal</a:t>
              </a:r>
              <a:endParaRPr/>
            </a:p>
          </p:txBody>
        </p:sp>
        <p:sp>
          <p:nvSpPr>
            <p:cNvPr descr="Parchment" id="1121" name="Google Shape;1121;p31"/>
            <p:cNvSpPr txBox="1"/>
            <p:nvPr/>
          </p:nvSpPr>
          <p:spPr>
            <a:xfrm>
              <a:off x="2880" y="2832"/>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Executive</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Summary</a:t>
              </a:r>
              <a:endParaRPr/>
            </a:p>
          </p:txBody>
        </p:sp>
        <p:sp>
          <p:nvSpPr>
            <p:cNvPr descr="Parchment" id="1122" name="Google Shape;1122;p31"/>
            <p:cNvSpPr txBox="1"/>
            <p:nvPr/>
          </p:nvSpPr>
          <p:spPr>
            <a:xfrm>
              <a:off x="4176" y="2832"/>
              <a:ext cx="1296" cy="1056"/>
            </a:xfrm>
            <a:prstGeom prst="rect">
              <a:avLst/>
            </a:prstGeom>
            <a:blipFill rotWithShape="1">
              <a:blip r:embed="rId3">
                <a:alphaModFix/>
              </a:blip>
              <a:tile algn="tl" flip="none" tx="0" sx="100000" ty="0" sy="100000"/>
            </a:blipFill>
            <a:ln cap="flat" cmpd="thickThin" w="571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Letter of</a:t>
              </a:r>
              <a:endParaRPr/>
            </a:p>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Transmittal</a:t>
              </a:r>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32"/>
          <p:cNvSpPr txBox="1"/>
          <p:nvPr/>
        </p:nvSpPr>
        <p:spPr>
          <a:xfrm>
            <a:off x="6858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 Prentice Hall, 2004</a:t>
            </a:r>
            <a:endParaRPr/>
          </a:p>
        </p:txBody>
      </p:sp>
      <p:sp>
        <p:nvSpPr>
          <p:cNvPr id="1129" name="Google Shape;1129;p32"/>
          <p:cNvSpPr txBox="1"/>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Business Communication Essentials</a:t>
            </a:r>
            <a:endParaRPr/>
          </a:p>
        </p:txBody>
      </p:sp>
      <p:sp>
        <p:nvSpPr>
          <p:cNvPr id="1130" name="Google Shape;1130;p32"/>
          <p:cNvSpPr txBox="1"/>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Arial"/>
              <a:buNone/>
            </a:pPr>
            <a:r>
              <a:rPr b="1" i="0" lang="en-US" sz="1200" u="none">
                <a:solidFill>
                  <a:schemeClr val="dk1"/>
                </a:solidFill>
                <a:latin typeface="Arial"/>
                <a:ea typeface="Arial"/>
                <a:cs typeface="Arial"/>
                <a:sym typeface="Arial"/>
              </a:rPr>
              <a:t>Chapter 11 - </a:t>
            </a:r>
            <a:fld id="{00000000-1234-1234-1234-123412341234}" type="slidenum">
              <a:rPr b="1" i="0" lang="en-US" sz="1200" u="none">
                <a:solidFill>
                  <a:schemeClr val="dk1"/>
                </a:solidFill>
                <a:latin typeface="Arial"/>
                <a:ea typeface="Arial"/>
                <a:cs typeface="Arial"/>
                <a:sym typeface="Arial"/>
              </a:rPr>
              <a:t>‹#›</a:t>
            </a:fld>
            <a:endParaRPr/>
          </a:p>
        </p:txBody>
      </p:sp>
      <p:sp>
        <p:nvSpPr>
          <p:cNvPr id="1131" name="Google Shape;1131;p32"/>
          <p:cNvSpPr txBox="1"/>
          <p:nvPr/>
        </p:nvSpPr>
        <p:spPr>
          <a:xfrm>
            <a:off x="457200" y="2209800"/>
            <a:ext cx="8229600" cy="396240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2" name="Google Shape;1132;p32"/>
          <p:cNvSpPr txBox="1"/>
          <p:nvPr>
            <p:ph type="title"/>
          </p:nvPr>
        </p:nvSpPr>
        <p:spPr>
          <a:xfrm>
            <a:off x="457200" y="381000"/>
            <a:ext cx="8229600" cy="1828800"/>
          </a:xfrm>
          <a:prstGeom prst="rect">
            <a:avLst/>
          </a:prstGeom>
          <a:solidFill>
            <a:schemeClr val="dk1"/>
          </a:soli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5400"/>
              <a:buFont typeface="Tahoma"/>
              <a:buNone/>
            </a:pPr>
            <a:r>
              <a:rPr b="1" i="0" lang="en-US" sz="5400" u="none">
                <a:solidFill>
                  <a:schemeClr val="lt1"/>
                </a:solidFill>
                <a:latin typeface="Tahoma"/>
                <a:ea typeface="Tahoma"/>
                <a:cs typeface="Tahoma"/>
                <a:sym typeface="Tahoma"/>
              </a:rPr>
              <a:t>Text of the Proposal</a:t>
            </a:r>
            <a:endParaRPr/>
          </a:p>
        </p:txBody>
      </p:sp>
      <p:sp>
        <p:nvSpPr>
          <p:cNvPr id="1133" name="Google Shape;1133;p32"/>
          <p:cNvSpPr txBox="1"/>
          <p:nvPr/>
        </p:nvSpPr>
        <p:spPr>
          <a:xfrm>
            <a:off x="4054475" y="2651125"/>
            <a:ext cx="10509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Solicited</a:t>
            </a:r>
            <a:endParaRPr/>
          </a:p>
        </p:txBody>
      </p:sp>
      <p:sp>
        <p:nvSpPr>
          <p:cNvPr id="1134" name="Google Shape;1134;p32"/>
          <p:cNvSpPr txBox="1"/>
          <p:nvPr/>
        </p:nvSpPr>
        <p:spPr>
          <a:xfrm>
            <a:off x="3886200" y="5486400"/>
            <a:ext cx="130492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Unsolicited</a:t>
            </a:r>
            <a:endParaRPr/>
          </a:p>
        </p:txBody>
      </p:sp>
      <p:sp>
        <p:nvSpPr>
          <p:cNvPr id="1135" name="Google Shape;1135;p32"/>
          <p:cNvSpPr txBox="1"/>
          <p:nvPr/>
        </p:nvSpPr>
        <p:spPr>
          <a:xfrm rot="-5400000">
            <a:off x="292893" y="4067968"/>
            <a:ext cx="8778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Formal</a:t>
            </a:r>
            <a:endParaRPr/>
          </a:p>
        </p:txBody>
      </p:sp>
      <p:sp>
        <p:nvSpPr>
          <p:cNvPr id="1136" name="Google Shape;1136;p32"/>
          <p:cNvSpPr txBox="1"/>
          <p:nvPr/>
        </p:nvSpPr>
        <p:spPr>
          <a:xfrm rot="5400000">
            <a:off x="7909718" y="4067968"/>
            <a:ext cx="1004887"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Narrow"/>
              <a:buNone/>
            </a:pPr>
            <a:r>
              <a:rPr b="1" i="0" lang="en-US" sz="2000" u="none">
                <a:solidFill>
                  <a:schemeClr val="dk1"/>
                </a:solidFill>
                <a:latin typeface="Arial Narrow"/>
                <a:ea typeface="Arial Narrow"/>
                <a:cs typeface="Arial Narrow"/>
                <a:sym typeface="Arial Narrow"/>
              </a:rPr>
              <a:t>Informal</a:t>
            </a:r>
            <a:endParaRPr/>
          </a:p>
        </p:txBody>
      </p:sp>
      <p:cxnSp>
        <p:nvCxnSpPr>
          <p:cNvPr id="1137" name="Google Shape;1137;p32"/>
          <p:cNvCxnSpPr/>
          <p:nvPr/>
        </p:nvCxnSpPr>
        <p:spPr>
          <a:xfrm flipH="1" rot="10800000">
            <a:off x="731838" y="2849462"/>
            <a:ext cx="3322500" cy="978000"/>
          </a:xfrm>
          <a:prstGeom prst="bentConnector2">
            <a:avLst/>
          </a:prstGeom>
          <a:noFill/>
          <a:ln cap="flat" cmpd="sng" w="19050">
            <a:solidFill>
              <a:schemeClr val="dk1"/>
            </a:solidFill>
            <a:prstDash val="solid"/>
            <a:miter lim="800000"/>
            <a:headEnd len="med" w="med" type="none"/>
            <a:tailEnd len="med" w="med" type="none"/>
          </a:ln>
        </p:spPr>
      </p:cxnSp>
      <p:cxnSp>
        <p:nvCxnSpPr>
          <p:cNvPr id="1138" name="Google Shape;1138;p32"/>
          <p:cNvCxnSpPr/>
          <p:nvPr/>
        </p:nvCxnSpPr>
        <p:spPr>
          <a:xfrm>
            <a:off x="5105400" y="2849562"/>
            <a:ext cx="3306900" cy="914400"/>
          </a:xfrm>
          <a:prstGeom prst="bentConnector2">
            <a:avLst/>
          </a:prstGeom>
          <a:noFill/>
          <a:ln cap="flat" cmpd="sng" w="19050">
            <a:solidFill>
              <a:schemeClr val="dk1"/>
            </a:solidFill>
            <a:prstDash val="solid"/>
            <a:miter lim="800000"/>
            <a:headEnd len="med" w="med" type="none"/>
            <a:tailEnd len="med" w="med" type="none"/>
          </a:ln>
        </p:spPr>
      </p:cxnSp>
      <p:cxnSp>
        <p:nvCxnSpPr>
          <p:cNvPr id="1139" name="Google Shape;1139;p32"/>
          <p:cNvCxnSpPr/>
          <p:nvPr/>
        </p:nvCxnSpPr>
        <p:spPr>
          <a:xfrm flipH="1">
            <a:off x="5191062" y="4767262"/>
            <a:ext cx="3221100" cy="917700"/>
          </a:xfrm>
          <a:prstGeom prst="bentConnector2">
            <a:avLst/>
          </a:prstGeom>
          <a:noFill/>
          <a:ln cap="flat" cmpd="sng" w="19050">
            <a:solidFill>
              <a:schemeClr val="dk1"/>
            </a:solidFill>
            <a:prstDash val="solid"/>
            <a:miter lim="800000"/>
            <a:headEnd len="med" w="med" type="none"/>
            <a:tailEnd len="med" w="med" type="none"/>
          </a:ln>
        </p:spPr>
      </p:cxnSp>
      <p:cxnSp>
        <p:nvCxnSpPr>
          <p:cNvPr id="1140" name="Google Shape;1140;p32"/>
          <p:cNvCxnSpPr/>
          <p:nvPr/>
        </p:nvCxnSpPr>
        <p:spPr>
          <a:xfrm rot="10800000">
            <a:off x="731699" y="4705337"/>
            <a:ext cx="3154500" cy="979500"/>
          </a:xfrm>
          <a:prstGeom prst="bentConnector2">
            <a:avLst/>
          </a:prstGeom>
          <a:noFill/>
          <a:ln cap="flat" cmpd="sng" w="19050">
            <a:solidFill>
              <a:schemeClr val="dk1"/>
            </a:solidFill>
            <a:prstDash val="solid"/>
            <a:miter lim="800000"/>
            <a:headEnd len="med" w="med" type="none"/>
            <a:tailEnd len="med" w="med" type="none"/>
          </a:ln>
        </p:spPr>
      </p:cxnSp>
      <p:grpSp>
        <p:nvGrpSpPr>
          <p:cNvPr id="1141" name="Google Shape;1141;p32"/>
          <p:cNvGrpSpPr/>
          <p:nvPr/>
        </p:nvGrpSpPr>
        <p:grpSpPr>
          <a:xfrm>
            <a:off x="1143000" y="3429000"/>
            <a:ext cx="6858000" cy="1676400"/>
            <a:chOff x="700" y="2160"/>
            <a:chExt cx="4360" cy="1056"/>
          </a:xfrm>
        </p:grpSpPr>
        <p:sp>
          <p:nvSpPr>
            <p:cNvPr id="1142" name="Google Shape;1142;p32"/>
            <p:cNvSpPr/>
            <p:nvPr/>
          </p:nvSpPr>
          <p:spPr>
            <a:xfrm>
              <a:off x="700" y="2160"/>
              <a:ext cx="1412" cy="105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Introduction</a:t>
              </a:r>
              <a:endParaRPr/>
            </a:p>
          </p:txBody>
        </p:sp>
        <p:sp>
          <p:nvSpPr>
            <p:cNvPr id="1143" name="Google Shape;1143;p32"/>
            <p:cNvSpPr/>
            <p:nvPr/>
          </p:nvSpPr>
          <p:spPr>
            <a:xfrm>
              <a:off x="2174" y="2160"/>
              <a:ext cx="1412" cy="105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Body</a:t>
              </a:r>
              <a:endParaRPr/>
            </a:p>
          </p:txBody>
        </p:sp>
        <p:sp>
          <p:nvSpPr>
            <p:cNvPr id="1144" name="Google Shape;1144;p32"/>
            <p:cNvSpPr/>
            <p:nvPr/>
          </p:nvSpPr>
          <p:spPr>
            <a:xfrm>
              <a:off x="3648" y="2160"/>
              <a:ext cx="1412" cy="1056"/>
            </a:xfrm>
            <a:prstGeom prst="foldedCorner">
              <a:avLst>
                <a:gd fmla="val 16667" name="adj"/>
              </a:avLst>
            </a:prstGeom>
            <a:solidFill>
              <a:schemeClr val="lt1"/>
            </a:solidFill>
            <a:ln cap="flat" cmpd="sng" w="9525">
              <a:solidFill>
                <a:schemeClr val="dk1"/>
              </a:solidFill>
              <a:prstDash val="solid"/>
              <a:miter lim="800000"/>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Arial"/>
                <a:buNone/>
              </a:pPr>
              <a:r>
                <a:rPr b="1" i="0" lang="en-US" sz="2400" u="none">
                  <a:solidFill>
                    <a:schemeClr val="dk1"/>
                  </a:solidFill>
                  <a:latin typeface="Arial"/>
                  <a:ea typeface="Arial"/>
                  <a:cs typeface="Arial"/>
                  <a:sym typeface="Arial"/>
                </a:rPr>
                <a:t>Closing</a:t>
              </a:r>
              <a:endParaRPr/>
            </a:p>
          </p:txBody>
        </p:sp>
      </p:grpSp>
    </p:spTree>
  </p:cSld>
  <p:clrMapOvr>
    <a:masterClrMapping/>
  </p:clrMapOvr>
  <p:transition spd="slow">
    <p:checker/>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2002-06-07T19:31:40Z</dcterms:created>
  <dc:creator>Myles A. Hassell</dc:creator>
</cp:coreProperties>
</file>