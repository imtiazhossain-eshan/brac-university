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6858000" cy="9144000"/>
  <p:embeddedFontLst>
    <p:embeddedFont>
      <p:font typeface="Arial Narrow"/>
      <p:regular r:id="rId29"/>
      <p:bold r:id="rId30"/>
      <p:italic r:id="rId31"/>
      <p:boldItalic r:id="rId32"/>
    </p:embeddedFont>
    <p:embeddedFont>
      <p:font typeface="Tahoma"/>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888">
          <p15:clr>
            <a:srgbClr val="000000"/>
          </p15:clr>
        </p15:guide>
        <p15:guide id="2" pos="288">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http://customooxmlschemas.google.com/">
      <go:slidesCustomData xmlns:go="http://customooxmlschemas.google.com/" r:id="rId35" roundtripDataSignature="AMtx7miY+I4OiqM6A+K/aWJjq+ct4hs3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88" orient="horz"/>
        <p:guide pos="288"/>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rialNarrow-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rialNarrow-italic.fntdata"/><Relationship Id="rId30" Type="http://schemas.openxmlformats.org/officeDocument/2006/relationships/font" Target="fonts/ArialNarrow-bold.fntdata"/><Relationship Id="rId11" Type="http://schemas.openxmlformats.org/officeDocument/2006/relationships/slide" Target="slides/slide6.xml"/><Relationship Id="rId33" Type="http://schemas.openxmlformats.org/officeDocument/2006/relationships/font" Target="fonts/Tahoma-regular.fntdata"/><Relationship Id="rId10" Type="http://schemas.openxmlformats.org/officeDocument/2006/relationships/slide" Target="slides/slide5.xml"/><Relationship Id="rId32" Type="http://schemas.openxmlformats.org/officeDocument/2006/relationships/font" Target="fonts/ArialNarrow-boldItalic.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Tahoma-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5" name="Google Shape;9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Savvy business people often use techniques of </a:t>
            </a:r>
            <a:r>
              <a:rPr b="1" lang="en-US"/>
              <a:t>persuasion</a:t>
            </a:r>
            <a:r>
              <a:rPr lang="en-US"/>
              <a:t>—the attempt to change an audience's attitudes, beliefs, or actions. “Quite simply, effective persuasion is the ability to present a message in a way that will lead others to support it,” says Jay Conger, author of </a:t>
            </a:r>
            <a:r>
              <a:rPr i="1" lang="en-US"/>
              <a:t>Winning ’Em Over.</a:t>
            </a:r>
            <a:r>
              <a:rPr lang="en-US"/>
              <a:t> “It makes audiences feel they have a choice, and they choose to agree.</a:t>
            </a:r>
            <a:endParaRPr/>
          </a:p>
          <a:p>
            <a:pPr indent="0" lvl="0" marL="0" rtl="0" algn="l">
              <a:spcBef>
                <a:spcPts val="0"/>
              </a:spcBef>
              <a:spcAft>
                <a:spcPts val="0"/>
              </a:spcAft>
              <a:buSzPts val="1800"/>
              <a:buNone/>
            </a:pPr>
            <a:r>
              <a:rPr lang="en-US"/>
              <a:t>Whether you’re selling real estate or just trying to sell your idea to your boss, writing effective persuasive messages is indeed an important skill. In today’s competitive marketplace, applying the three-step writing process to your persuasive messages will help you make them as effective as possible.</a:t>
            </a:r>
            <a:endParaRPr/>
          </a:p>
          <a:p>
            <a:pPr indent="0" lvl="0" marL="0" rtl="0" algn="l">
              <a:spcBef>
                <a:spcPts val="0"/>
              </a:spcBef>
              <a:spcAft>
                <a:spcPts val="0"/>
              </a:spcAft>
              <a:buSzPts val="1800"/>
              <a:buNone/>
            </a:pPr>
            <a:r>
              <a:rPr lang="en-US"/>
              <a:t>1. 	Planning includes determining your purpose, analyzing your audience, and 	providing solid evidence.</a:t>
            </a:r>
            <a:endParaRPr/>
          </a:p>
          <a:p>
            <a:pPr indent="0" lvl="0" marL="0" rtl="0" algn="l">
              <a:spcBef>
                <a:spcPts val="0"/>
              </a:spcBef>
              <a:spcAft>
                <a:spcPts val="0"/>
              </a:spcAft>
              <a:buSzPts val="1800"/>
              <a:buNone/>
            </a:pPr>
            <a:r>
              <a:rPr lang="en-US"/>
              <a:t>2. 	Writing includes composing the main idea, developing relevant points, and 	choosing the right organizational approach.</a:t>
            </a:r>
            <a:endParaRPr/>
          </a:p>
          <a:p>
            <a:pPr indent="0" lvl="0" marL="0" rtl="0" algn="l">
              <a:spcBef>
                <a:spcPts val="0"/>
              </a:spcBef>
              <a:spcAft>
                <a:spcPts val="0"/>
              </a:spcAft>
              <a:buSzPts val="1800"/>
              <a:buNone/>
            </a:pPr>
            <a:r>
              <a:rPr lang="en-US"/>
              <a:t>3.	Completing includes evaluating content, revising, checking overall design and delivery methods, and proofreading.</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2" name="Google Shape;13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Writing an external persuasive message is one of the most difficult tasks you could undertake. For one thing, your purpose is to persuade people to do something different or to try something new. But people are busy, so they're reluctant to act, especially if it takes time and offers no guarantee of any reward in return. For another, competing requests are plentiful. Given the complexity and sensitivity of persuasive messages, you must be absolutely sure that your purpose is clear, necessary, and appropriate for written media.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14" name="Google Shape;81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5" name="Google Shape;815;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To assess various individual needs, you can refer to specific information such as </a:t>
            </a:r>
            <a:r>
              <a:rPr i="1" lang="en-US"/>
              <a:t>demographics</a:t>
            </a:r>
            <a:r>
              <a:rPr b="1" lang="en-US"/>
              <a:t> </a:t>
            </a:r>
            <a:r>
              <a:rPr lang="en-US"/>
              <a:t>(the age, gender, occupation, income, education, and other quantifiable characteristics of the people you're trying to persuade) and </a:t>
            </a:r>
            <a:r>
              <a:rPr i="1" lang="en-US"/>
              <a:t>psychographics </a:t>
            </a:r>
            <a:r>
              <a:rPr lang="en-US"/>
              <a:t>(the personality, attitudes, lifestyle, and other psychological characteristics of an individual). Both types of information are strongly influenced by culture.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43" name="Google Shape;84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4" name="Google Shape;844;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Your understanding and respect for cultural differences will help you satisfy the needs of your audience and will help your audience respect you. That’s because persuasion is different in different cultures. In France, using an aggressive, hard-sell technique is no way to win respect. Such an approach would probably antagonize your audience. In Germany, where people tend to focus on technical matters, plan on verifying any figures you use for support, and make sure they are exact. In Sweden, audiences tend to focus on theoretical questions and strategic implications, whereas U.S. audiences are usually concerned with more practical matters.</a:t>
            </a:r>
            <a:endParaRPr/>
          </a:p>
          <a:p>
            <a:pPr indent="0" lvl="0" marL="0" rtl="0" algn="l">
              <a:spcBef>
                <a:spcPts val="0"/>
              </a:spcBef>
              <a:spcAft>
                <a:spcPts val="0"/>
              </a:spcAft>
              <a:buSzPts val="1800"/>
              <a:buNone/>
            </a:pPr>
            <a:r>
              <a:rPr lang="en-US"/>
              <a:t>As with individuals, an organization's culture or subculture heavily influences the effectiveness of messages. All the previous messages in an organization have established a tradition that defines persuasive writing within that culture. When you accept and use these traditions, you establish one type of common ground with your audience. If you reject or never learn these traditions, you'll have difficulty achieving that common ground, which damages both your credibility and your persuasion attempts.</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80" name="Google Shape;88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1" name="Google Shape;881;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To persuade a skeptical or hostile audience, you must convince people that you know what you're talking about and that you're not trying to mislead them. Your </a:t>
            </a:r>
            <a:r>
              <a:rPr i="1" lang="en-US"/>
              <a:t>credibility</a:t>
            </a:r>
            <a:r>
              <a:rPr lang="en-US"/>
              <a:t> is your capability of being believed because you're reliable and worthy of confidence. Without such credibility, your efforts to persuade will seem manipulative. </a:t>
            </a:r>
            <a:endParaRPr/>
          </a:p>
          <a:p>
            <a:pPr indent="0" lvl="0" marL="0" rtl="0" algn="l">
              <a:spcBef>
                <a:spcPts val="0"/>
              </a:spcBef>
              <a:spcAft>
                <a:spcPts val="0"/>
              </a:spcAft>
              <a:buSzPts val="1800"/>
              <a:buNone/>
            </a:pPr>
            <a:r>
              <a:rPr lang="en-US"/>
              <a:t>Some of the best ways to gain credibility are as follows:</a:t>
            </a:r>
            <a:endParaRPr/>
          </a:p>
          <a:p>
            <a:pPr indent="0" lvl="0" marL="0" rtl="0" algn="l">
              <a:spcBef>
                <a:spcPts val="0"/>
              </a:spcBef>
              <a:spcAft>
                <a:spcPts val="0"/>
              </a:spcAft>
              <a:buNone/>
            </a:pPr>
            <a:r>
              <a:rPr lang="en-US"/>
              <a:t>Support your message with facts. </a:t>
            </a:r>
            <a:endParaRPr/>
          </a:p>
          <a:p>
            <a:pPr indent="0" lvl="0" marL="0" rtl="0" algn="l">
              <a:spcBef>
                <a:spcPts val="0"/>
              </a:spcBef>
              <a:spcAft>
                <a:spcPts val="0"/>
              </a:spcAft>
              <a:buNone/>
            </a:pPr>
            <a:r>
              <a:rPr lang="en-US"/>
              <a:t>Name your sources.</a:t>
            </a:r>
            <a:endParaRPr/>
          </a:p>
          <a:p>
            <a:pPr indent="0" lvl="0" marL="0" rtl="0" algn="l">
              <a:spcBef>
                <a:spcPts val="0"/>
              </a:spcBef>
              <a:spcAft>
                <a:spcPts val="0"/>
              </a:spcAft>
              <a:buNone/>
            </a:pPr>
            <a:r>
              <a:rPr lang="en-US"/>
              <a:t>Be an expert.</a:t>
            </a:r>
            <a:endParaRPr/>
          </a:p>
          <a:p>
            <a:pPr indent="0" lvl="0" marL="0" rtl="0" algn="l">
              <a:spcBef>
                <a:spcPts val="0"/>
              </a:spcBef>
              <a:spcAft>
                <a:spcPts val="0"/>
              </a:spcAft>
              <a:buNone/>
            </a:pPr>
            <a:r>
              <a:rPr lang="en-US"/>
              <a:t>Establish common ground.</a:t>
            </a:r>
            <a:endParaRPr/>
          </a:p>
          <a:p>
            <a:pPr indent="0" lvl="0" marL="0" rtl="0" algn="l">
              <a:spcBef>
                <a:spcPts val="0"/>
              </a:spcBef>
              <a:spcAft>
                <a:spcPts val="0"/>
              </a:spcAft>
              <a:buNone/>
            </a:pPr>
            <a:r>
              <a:rPr lang="en-US"/>
              <a:t>Be enthusiastic.</a:t>
            </a:r>
            <a:endParaRPr/>
          </a:p>
          <a:p>
            <a:pPr indent="0" lvl="0" marL="0" rtl="0" algn="l">
              <a:spcBef>
                <a:spcPts val="0"/>
              </a:spcBef>
              <a:spcAft>
                <a:spcPts val="0"/>
              </a:spcAft>
              <a:buNone/>
            </a:pPr>
            <a:r>
              <a:rPr lang="en-US"/>
              <a:t>Be objective.</a:t>
            </a:r>
            <a:endParaRPr/>
          </a:p>
          <a:p>
            <a:pPr indent="0" lvl="0" marL="0" rtl="0" algn="l">
              <a:spcBef>
                <a:spcPts val="0"/>
              </a:spcBef>
              <a:spcAft>
                <a:spcPts val="0"/>
              </a:spcAft>
              <a:buNone/>
            </a:pPr>
            <a:r>
              <a:rPr lang="en-US"/>
              <a:t>Be sincere.</a:t>
            </a:r>
            <a:endParaRPr/>
          </a:p>
          <a:p>
            <a:pPr indent="0" lvl="0" marL="0" rtl="0" algn="l">
              <a:spcBef>
                <a:spcPts val="0"/>
              </a:spcBef>
              <a:spcAft>
                <a:spcPts val="0"/>
              </a:spcAft>
              <a:buNone/>
            </a:pPr>
            <a:r>
              <a:rPr lang="en-US"/>
              <a:t>Be trustworthy.</a:t>
            </a:r>
            <a:endParaRPr/>
          </a:p>
          <a:p>
            <a:pPr indent="0" lvl="0" marL="0" rtl="0" algn="l">
              <a:spcBef>
                <a:spcPts val="0"/>
              </a:spcBef>
              <a:spcAft>
                <a:spcPts val="0"/>
              </a:spcAft>
              <a:buNone/>
            </a:pPr>
            <a:r>
              <a:rPr lang="en-US"/>
              <a:t>Have good intentions.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00" name="Google Shape;90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1" name="Google Shape;901;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Successful businesspeople make persuasion positive. They influence audience members by providing information and aiding understanding, which allows audiences the freedom to choose. </a:t>
            </a:r>
            <a:endParaRPr/>
          </a:p>
          <a:p>
            <a:pPr indent="0" lvl="0" marL="0" rtl="0" algn="l">
              <a:spcBef>
                <a:spcPts val="0"/>
              </a:spcBef>
              <a:spcAft>
                <a:spcPts val="0"/>
              </a:spcAft>
              <a:buSzPts val="1800"/>
              <a:buNone/>
            </a:pPr>
            <a:r>
              <a:rPr lang="en-US"/>
              <a:t>For anyone trying to influence people's actions, knowing the law is crucial. However, merely avoiding what is illegal may not always be enough. To maintain the highest standards of business ethics, make every attempt to persuade without manipulating. Choose words that won't be misinterpreted, and be sure you don't distort the truth. Adopt the "you" attitude by showing honest concern for your audience’s needs and interests.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13" name="Google Shape;91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4" name="Google Shape;914;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When writing persuasive messages, you will define your main idea, limit the scope of your message, and group your points in a meaningful way. But you must focus even more effort on choosing the direct or indirect approach.</a:t>
            </a:r>
            <a:endParaRPr/>
          </a:p>
          <a:p>
            <a:pPr indent="0" lvl="0" marL="0" rtl="0" algn="l">
              <a:spcBef>
                <a:spcPts val="0"/>
              </a:spcBef>
              <a:spcAft>
                <a:spcPts val="0"/>
              </a:spcAft>
              <a:buSzPts val="1800"/>
              <a:buNone/>
            </a:pPr>
            <a:r>
              <a:rPr lang="en-US"/>
              <a:t>Most persuasive messages use the indirect approach. That means you’ll want to explain your reasons and build interest before revealing your purpose. Nevertheless, many situations do call for the direct approach.</a:t>
            </a:r>
            <a:endParaRPr/>
          </a:p>
          <a:p>
            <a:pPr indent="0" lvl="0" marL="0" rtl="0" algn="l">
              <a:spcBef>
                <a:spcPts val="0"/>
              </a:spcBef>
              <a:spcAft>
                <a:spcPts val="0"/>
              </a:spcAft>
              <a:buSzPts val="1800"/>
              <a:buNone/>
            </a:pPr>
            <a:r>
              <a:rPr lang="en-US"/>
              <a:t>If audience members are objective, or if you know they prefer the “bottom line” first (perhaps it saves them time), the direct approach might be the better choice. You’ll also want to use the direct approach when your corporate culture encourages directness. In addition, when a message is long or complex, your readers may become impatient if the main idea is buried seven pages in, so you may want to choose the direct approach for these messages as well.</a:t>
            </a:r>
            <a:endParaRPr/>
          </a:p>
          <a:p>
            <a:pPr indent="0" lvl="0" marL="0" rtl="0" algn="l">
              <a:spcBef>
                <a:spcPts val="0"/>
              </a:spcBef>
              <a:spcAft>
                <a:spcPts val="0"/>
              </a:spcAft>
              <a:buSzPts val="1800"/>
              <a:buNone/>
            </a:pPr>
            <a:r>
              <a:rPr lang="en-US"/>
              <a:t>Your choice between a direct and an indirect approach is also influenced by the extent of your authority, expertise, or power in an organization.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42" name="Google Shape;94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3" name="Google Shape;943;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length and complexity of persuasive messages make applying Step 3 even more crucial to your success. When you evaluate your content, try to judge your argument objectively and seriously appraise your credibility. When revising for clarity and conciseness, carefully match the purpose and organization to audience needs.</a:t>
            </a:r>
            <a:endParaRPr/>
          </a:p>
          <a:p>
            <a:pPr indent="0" lvl="0" marL="0" rtl="0" algn="l">
              <a:spcBef>
                <a:spcPts val="0"/>
              </a:spcBef>
              <a:spcAft>
                <a:spcPts val="0"/>
              </a:spcAft>
              <a:buSzPts val="1800"/>
              <a:buNone/>
            </a:pPr>
            <a:r>
              <a:rPr lang="en-US"/>
              <a:t>Your design elements must complement (not detract from) your argument. In addition, make sure your delivery methods fit your audience’s expectations as well as your purpose. Finally, meticulous proofreading will identify any mechanical or spelling errors that would weaken your persuasive message.</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1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56" name="Google Shape;95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7" name="Google Shape;957;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None/>
            </a:pPr>
            <a:r>
              <a:rPr lang="en-US">
                <a:solidFill>
                  <a:srgbClr val="000000"/>
                </a:solidFill>
              </a:rPr>
              <a:t>Most persuasive messages include both emotional and logical appeals. </a:t>
            </a:r>
            <a:r>
              <a:rPr lang="en-US"/>
              <a:t>Finding the right balance between the two types of appeals depends on four factors: (1) the actions you wish to motivate, (2) your reader’s expectations, (3) the degree of resistance you must overcome, and (4) how far you feel empowered to go in selling your point of view.</a:t>
            </a:r>
            <a:endParaRPr/>
          </a:p>
          <a:p>
            <a:pPr indent="0" lvl="0" marL="0" rtl="0" algn="l">
              <a:spcBef>
                <a:spcPts val="0"/>
              </a:spcBef>
              <a:spcAft>
                <a:spcPts val="0"/>
              </a:spcAft>
              <a:buSzPts val="1800"/>
              <a:buNone/>
            </a:pPr>
            <a:r>
              <a:rPr lang="en-US"/>
              <a:t>An </a:t>
            </a:r>
            <a:r>
              <a:rPr i="1" lang="en-US"/>
              <a:t>emotional appeal</a:t>
            </a:r>
            <a:r>
              <a:rPr lang="en-US"/>
              <a:t> calls on human feelings, basing the argument on audience needs or sympathies. However,  emotional appeals aren’t necessarily effective alone. Emotion works with logic in a unique way: People need to find rational support for an attitude they've already embraced emotionally. </a:t>
            </a:r>
            <a:endParaRPr/>
          </a:p>
          <a:p>
            <a:pPr indent="0" lvl="0" marL="0" rtl="0" algn="l">
              <a:spcBef>
                <a:spcPts val="0"/>
              </a:spcBef>
              <a:spcAft>
                <a:spcPts val="0"/>
              </a:spcAft>
              <a:buSzPts val="1800"/>
              <a:buNone/>
            </a:pPr>
            <a:r>
              <a:rPr lang="en-US"/>
              <a:t>A </a:t>
            </a:r>
            <a:r>
              <a:rPr i="1" lang="en-US"/>
              <a:t>logical appeal</a:t>
            </a:r>
            <a:r>
              <a:rPr lang="en-US"/>
              <a:t> calls on human reason. In any argument you might use to persuade an audience, you make a claim and then support your claim with reasons or evidence. When appealing to your audience's logic, you might use three types of reasoning:</a:t>
            </a:r>
            <a:endParaRPr/>
          </a:p>
          <a:p>
            <a:pPr indent="0" lvl="0" marL="0" rtl="0" algn="l">
              <a:spcBef>
                <a:spcPts val="0"/>
              </a:spcBef>
              <a:spcAft>
                <a:spcPts val="0"/>
              </a:spcAft>
              <a:buNone/>
            </a:pPr>
            <a:r>
              <a:rPr lang="en-US"/>
              <a:t> 	With analogy, you reason from specific evidence to specific evidence. </a:t>
            </a:r>
            <a:endParaRPr/>
          </a:p>
          <a:p>
            <a:pPr indent="0" lvl="0" marL="0" rtl="0" algn="l">
              <a:spcBef>
                <a:spcPts val="0"/>
              </a:spcBef>
              <a:spcAft>
                <a:spcPts val="0"/>
              </a:spcAft>
              <a:buNone/>
            </a:pPr>
            <a:r>
              <a:rPr lang="en-US"/>
              <a:t> 	With induction, you reason from specific evidence to a general conclusion. </a:t>
            </a:r>
            <a:endParaRPr/>
          </a:p>
          <a:p>
            <a:pPr indent="0" lvl="0" marL="0" rtl="0" algn="l">
              <a:spcBef>
                <a:spcPts val="0"/>
              </a:spcBef>
              <a:spcAft>
                <a:spcPts val="0"/>
              </a:spcAft>
              <a:buNone/>
            </a:pPr>
            <a:r>
              <a:rPr lang="en-US"/>
              <a:t> 	With deduction, you might reason from a generalization to a specific 		conclusion.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80" name="Google Shape;98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1" name="Google Shape;981;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Most persuasive messages follow the AIDA plan: an organizational plan that goes beyond the indirect approach used for negative messages. The opening does more than serve as a buffer; it grabs your audience’s attention. The explanation section does more than present reasons, and it’s expanded to two sections. The first incites your audience’s interest, and the second changes your audience’s attitude. Finally, your close does more than end on a positive note with a statement of what action is needed; it emphasizes reader benefits and motivates readers to take specific action. The AIDA plan follows:</a:t>
            </a:r>
            <a:endParaRPr/>
          </a:p>
          <a:p>
            <a:pPr indent="0" lvl="0" marL="0" rtl="0" algn="l">
              <a:spcBef>
                <a:spcPts val="0"/>
              </a:spcBef>
              <a:spcAft>
                <a:spcPts val="0"/>
              </a:spcAft>
              <a:buSzPts val="1800"/>
              <a:buNone/>
            </a:pPr>
            <a:r>
              <a:rPr b="1" lang="en-US"/>
              <a:t>Attention.</a:t>
            </a:r>
            <a:r>
              <a:rPr lang="en-US"/>
              <a:t> Make your audience want to hear about your problem or idea. Find some common ground on which to build your case. </a:t>
            </a:r>
            <a:endParaRPr/>
          </a:p>
          <a:p>
            <a:pPr indent="0" lvl="0" marL="0" rtl="0" algn="l">
              <a:spcBef>
                <a:spcPts val="0"/>
              </a:spcBef>
              <a:spcAft>
                <a:spcPts val="0"/>
              </a:spcAft>
              <a:buSzPts val="1800"/>
              <a:buNone/>
            </a:pPr>
            <a:r>
              <a:rPr b="1" lang="en-US"/>
              <a:t>Interest. </a:t>
            </a:r>
            <a:r>
              <a:rPr lang="en-US"/>
              <a:t>Explain the relevance of your message to your audience. Continuing the theme you started with, paint a more detailed picture with words. Get your audience thinking. </a:t>
            </a:r>
            <a:endParaRPr/>
          </a:p>
          <a:p>
            <a:pPr indent="0" lvl="0" marL="0" rtl="0" algn="l">
              <a:spcBef>
                <a:spcPts val="0"/>
              </a:spcBef>
              <a:spcAft>
                <a:spcPts val="0"/>
              </a:spcAft>
              <a:buSzPts val="1800"/>
              <a:buNone/>
            </a:pPr>
            <a:r>
              <a:rPr b="1" lang="en-US"/>
              <a:t>Desire.</a:t>
            </a:r>
            <a:r>
              <a:rPr lang="en-US"/>
              <a:t> Make audience members want to change by explaining how the change will benefit them. Reduce resistance by answering in advance any questions the audience might have. If your idea is complex, explain how you would implement it. Back up your claims.</a:t>
            </a:r>
            <a:endParaRPr/>
          </a:p>
          <a:p>
            <a:pPr indent="0" lvl="0" marL="0" rtl="0" algn="l">
              <a:spcBef>
                <a:spcPts val="0"/>
              </a:spcBef>
              <a:spcAft>
                <a:spcPts val="0"/>
              </a:spcAft>
              <a:buSzPts val="1800"/>
              <a:buNone/>
            </a:pPr>
            <a:r>
              <a:rPr b="1" lang="en-US"/>
              <a:t>Action.</a:t>
            </a:r>
            <a:r>
              <a:rPr lang="en-US"/>
              <a:t> Suggest the action you want readers to take. Make it more than a statement such as “Please send me a refund.” Remind readers of the benefits of taking action, and make taking action easy.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95" name="Google Shape;99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6" name="Google Shape;996;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following techniques can help you grab your audience’s attention: </a:t>
            </a:r>
            <a:endParaRPr/>
          </a:p>
          <a:p>
            <a:pPr indent="0" lvl="0" marL="0" rtl="0" algn="l">
              <a:spcBef>
                <a:spcPts val="0"/>
              </a:spcBef>
              <a:spcAft>
                <a:spcPts val="0"/>
              </a:spcAft>
              <a:buSzPts val="1800"/>
              <a:buNone/>
            </a:pPr>
            <a:r>
              <a:rPr b="1" lang="en-US"/>
              <a:t>A piece of genuine news.</a:t>
            </a:r>
            <a:r>
              <a:rPr lang="en-US"/>
              <a:t>  ”Mortgage rates have fallen to a 30-year low.”</a:t>
            </a:r>
            <a:endParaRPr/>
          </a:p>
          <a:p>
            <a:pPr indent="0" lvl="0" marL="0" rtl="0" algn="l">
              <a:spcBef>
                <a:spcPts val="0"/>
              </a:spcBef>
              <a:spcAft>
                <a:spcPts val="0"/>
              </a:spcAft>
              <a:buSzPts val="1800"/>
              <a:buNone/>
            </a:pPr>
            <a:r>
              <a:rPr b="1" lang="en-US"/>
              <a:t>A personal appeal to the reader's emotions and values.</a:t>
            </a:r>
            <a:r>
              <a:rPr lang="en-US"/>
              <a:t>  "The only thing worse than paying taxes is paying taxes when you don't have to.”</a:t>
            </a:r>
            <a:endParaRPr/>
          </a:p>
          <a:p>
            <a:pPr indent="0" lvl="0" marL="0" rtl="0" algn="l">
              <a:spcBef>
                <a:spcPts val="0"/>
              </a:spcBef>
              <a:spcAft>
                <a:spcPts val="0"/>
              </a:spcAft>
              <a:buSzPts val="1800"/>
              <a:buNone/>
            </a:pPr>
            <a:r>
              <a:rPr b="1" lang="en-US"/>
              <a:t>Your product’s most attractive feature along with the associated benefit.</a:t>
            </a:r>
            <a:r>
              <a:rPr lang="en-US"/>
              <a:t>  "New control device ends problems with employee pilferage!”</a:t>
            </a:r>
            <a:endParaRPr/>
          </a:p>
          <a:p>
            <a:pPr indent="0" lvl="0" marL="0" rtl="0" algn="l">
              <a:spcBef>
                <a:spcPts val="0"/>
              </a:spcBef>
              <a:spcAft>
                <a:spcPts val="0"/>
              </a:spcAft>
              <a:buSzPts val="1800"/>
              <a:buNone/>
            </a:pPr>
            <a:r>
              <a:rPr b="1" lang="en-US"/>
              <a:t>A Intriguing Number or provocative question.</a:t>
            </a:r>
            <a:r>
              <a:rPr lang="en-US"/>
              <a:t>  ”Here are three great secrets of the world’s most loved entertainers.””How would you like to get straight “A’s” this semester?”</a:t>
            </a:r>
            <a:endParaRPr/>
          </a:p>
          <a:p>
            <a:pPr indent="0" lvl="0" marL="0" rtl="0" algn="l">
              <a:spcBef>
                <a:spcPts val="0"/>
              </a:spcBef>
              <a:spcAft>
                <a:spcPts val="0"/>
              </a:spcAft>
              <a:buSzPts val="1800"/>
              <a:buNone/>
            </a:pPr>
            <a:r>
              <a:rPr b="1" lang="en-US"/>
              <a:t>A product sample.</a:t>
            </a:r>
            <a:r>
              <a:rPr lang="en-US"/>
              <a:t>  "Here's a free sample of the Romalite packing sheet.”</a:t>
            </a:r>
            <a:endParaRPr/>
          </a:p>
          <a:p>
            <a:pPr indent="0" lvl="0" marL="0" rtl="0" algn="l">
              <a:spcBef>
                <a:spcPts val="0"/>
              </a:spcBef>
              <a:spcAft>
                <a:spcPts val="0"/>
              </a:spcAft>
              <a:buSzPts val="1800"/>
              <a:buNone/>
            </a:pPr>
            <a:r>
              <a:rPr b="1" lang="en-US"/>
              <a:t>A concrete illustration with story appeal.</a:t>
            </a:r>
            <a:r>
              <a:rPr lang="en-US"/>
              <a:t>  "In 1985 Earl Doe set out to find a better way to process credit applications. His simple, thorough procedure was adopted by the American Creditors Association.”</a:t>
            </a:r>
            <a:endParaRPr/>
          </a:p>
          <a:p>
            <a:pPr indent="0" lvl="0" marL="0" rtl="0" algn="l">
              <a:spcBef>
                <a:spcPts val="0"/>
              </a:spcBef>
              <a:spcAft>
                <a:spcPts val="0"/>
              </a:spcAft>
              <a:buSzPts val="1800"/>
              <a:buNone/>
            </a:pPr>
            <a:r>
              <a:rPr b="1" lang="en-US"/>
              <a:t>A specific trait shared by the audience. </a:t>
            </a:r>
            <a:r>
              <a:rPr lang="en-US"/>
              <a:t> "Busy executives need another complicated 'time-saving' device like they need a hole in the head!”</a:t>
            </a:r>
            <a:endParaRPr/>
          </a:p>
          <a:p>
            <a:pPr indent="0" lvl="0" marL="0" rtl="0" algn="l">
              <a:spcBef>
                <a:spcPts val="0"/>
              </a:spcBef>
              <a:spcAft>
                <a:spcPts val="0"/>
              </a:spcAft>
              <a:buSzPts val="1800"/>
              <a:buNone/>
            </a:pPr>
            <a:r>
              <a:rPr b="1" lang="en-US"/>
              <a:t>A challenge. </a:t>
            </a:r>
            <a:r>
              <a:rPr lang="en-US"/>
              <a:t> "Don't waste another day wondering how you're going to become the success you've always wanted to be!”</a:t>
            </a:r>
            <a:endParaRPr/>
          </a:p>
          <a:p>
            <a:pPr indent="0" lvl="0" marL="0" rtl="0" algn="l">
              <a:spcBef>
                <a:spcPts val="0"/>
              </a:spcBef>
              <a:spcAft>
                <a:spcPts val="0"/>
              </a:spcAft>
              <a:buSzPts val="1800"/>
              <a:buNone/>
            </a:pPr>
            <a:r>
              <a:rPr b="1" lang="en-US"/>
              <a:t>A solution to a problem. </a:t>
            </a:r>
            <a:r>
              <a:rPr lang="en-US"/>
              <a:t>"Tired of cold air rushing through the cracks around your windows? Stay warm and save energy with AAA Weather-stripping."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1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37" name="Google Shape;103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8" name="Google Shape;1038;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In the interest section of your message, highlight your product’s key selling point. Ask what the competition has to offer, what most distinguishes your product, and what most concerns potential buyers. The answers to these questions will help you select the </a:t>
            </a:r>
            <a:r>
              <a:rPr b="1" lang="en-US"/>
              <a:t>central selling point</a:t>
            </a:r>
            <a:r>
              <a:rPr lang="en-US"/>
              <a:t>, the single point around which to build your sales message. Build interest by highlighting this point, and make it stand out through typography, design, or high-impact writing.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51" name="Google Shape;105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2" name="Google Shape;1052;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Mention your main benefit repeatedly, expanding and explaining as you go. Use both words and pictures, if possible. This main benefit is what will entice recipients to read on and take further action.</a:t>
            </a:r>
            <a:endParaRPr/>
          </a:p>
          <a:p>
            <a:pPr indent="0" lvl="0" marL="0" rtl="0" algn="l">
              <a:spcBef>
                <a:spcPts val="0"/>
              </a:spcBef>
              <a:spcAft>
                <a:spcPts val="0"/>
              </a:spcAft>
              <a:buSzPts val="1800"/>
              <a:buNone/>
            </a:pPr>
            <a:r>
              <a:rPr lang="en-US"/>
              <a:t>As you continue to stress your main benefit, weave in references to other benefits. Remember, sales letters reflect the "you" attitude through references to benefits, so always phrase the selling points in terms of what your product’s features can do for potential customers.</a:t>
            </a:r>
            <a:endParaRPr/>
          </a:p>
          <a:p>
            <a:pPr indent="0" lvl="0" marL="0" rtl="0" algn="l">
              <a:spcBef>
                <a:spcPts val="0"/>
              </a:spcBef>
              <a:spcAft>
                <a:spcPts val="0"/>
              </a:spcAft>
              <a:buSzPts val="1800"/>
              <a:buNone/>
            </a:pPr>
            <a:r>
              <a:rPr lang="en-US"/>
              <a:t>Keep in mind that you don’t need to provide every last detail as you explain product benefits. The best letters are short (preferably one but no more than two pages). They include enough detail to spur the reader’s interest, but they don’t try to be the sole source of information. Also, remember to use bullet points to highlight details whenever possible. You have to assume that your readers are pressed for time and are interested only in what matters most to them.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1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66" name="Google Shape;106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7" name="Google Shape;1067;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After you have raised enough interest and built the reader’s desire for your product, you’ll want to clearly explain how to take the next step. After all, the overriding purpose of a sales letter is to get your reader to do something. </a:t>
            </a:r>
            <a:endParaRPr/>
          </a:p>
          <a:p>
            <a:pPr indent="0" lvl="0" marL="0" rtl="0" algn="l">
              <a:spcBef>
                <a:spcPts val="0"/>
              </a:spcBef>
              <a:spcAft>
                <a:spcPts val="0"/>
              </a:spcAft>
              <a:buSzPts val="1800"/>
              <a:buNone/>
            </a:pPr>
            <a:r>
              <a:rPr lang="en-US"/>
              <a:t>Whatever you ask readers to do, try to persuade them to do it right away. Convince them that they must act now, perhaps to guarantee a specific delivery date. Offer a free trial, an unconditional guarantee, or a no-strings request card for information.</a:t>
            </a:r>
            <a:endParaRPr/>
          </a:p>
          <a:p>
            <a:pPr indent="0" lvl="0" marL="0" rtl="0" algn="l">
              <a:spcBef>
                <a:spcPts val="0"/>
              </a:spcBef>
              <a:spcAft>
                <a:spcPts val="0"/>
              </a:spcAft>
              <a:buSzPts val="1800"/>
              <a:buNone/>
            </a:pPr>
            <a:r>
              <a:rPr lang="en-US"/>
              <a:t>Of course, adding a post script (P.S.)is one of the most effective ways to boost audience response. Use the P.S. to reiterate your primary benefit, make an additional offer, or compel the reader to act fast by emphasizing a deadline.</a:t>
            </a:r>
            <a:endParaRPr/>
          </a:p>
          <a:p>
            <a:pPr indent="0" lvl="0" marL="0" rtl="0" algn="l">
              <a:spcBef>
                <a:spcPts val="0"/>
              </a:spcBef>
              <a:spcAft>
                <a:spcPts val="0"/>
              </a:spcAft>
              <a:buSzPts val="1800"/>
              <a:buNone/>
            </a:pPr>
            <a:r>
              <a:rPr lang="en-US"/>
              <a:t>Finally, use good judgment when distributing your messages to would-be customers. Do not send electronic junk mail (spam). Doing so only irritates consumers, and it can be illegal.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82" name="Google Shape;108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3" name="Google Shape;1083;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People write innumerable persuasive requests inside and outside an organization. The most important thing to remember when preparing a persuasive request is to keep your request within bounds. Nothing is as distressing as a request so general, so all encompassing, or so inconsiderate that it seems impossible to grant, no matter how worthy the cause. Therefore, when making a persuasive request, take special care to highlight both the direct and the indirect benefits of fulfilling it.</a:t>
            </a:r>
            <a:endParaRPr/>
          </a:p>
          <a:p>
            <a:pPr indent="0" lvl="0" marL="0" rtl="0" algn="l">
              <a:spcBef>
                <a:spcPts val="0"/>
              </a:spcBef>
              <a:spcAft>
                <a:spcPts val="0"/>
              </a:spcAft>
              <a:buSzPts val="1800"/>
              <a:buNone/>
            </a:pPr>
            <a:r>
              <a:rPr lang="en-US"/>
              <a:t>The next two slides cover two types of persuasive messages: </a:t>
            </a:r>
            <a:endParaRPr/>
          </a:p>
          <a:p>
            <a:pPr indent="0" lvl="0" marL="0" rtl="0" algn="l">
              <a:spcBef>
                <a:spcPts val="0"/>
              </a:spcBef>
              <a:spcAft>
                <a:spcPts val="0"/>
              </a:spcAft>
              <a:buNone/>
            </a:pPr>
            <a:r>
              <a:rPr lang="en-US"/>
              <a:t>Requests for action </a:t>
            </a:r>
            <a:endParaRPr/>
          </a:p>
          <a:p>
            <a:pPr indent="0" lvl="0" marL="0" rtl="0" algn="l">
              <a:spcBef>
                <a:spcPts val="0"/>
              </a:spcBef>
              <a:spcAft>
                <a:spcPts val="0"/>
              </a:spcAft>
              <a:buNone/>
            </a:pPr>
            <a:r>
              <a:rPr lang="en-US"/>
              <a:t>Requests for claims and adjustments</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1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95" name="Google Shape;109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6" name="Google Shape;1096;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Whether you’re requesting a favor or a budget increase, remember to use the AIDA plan to frame your message. Begin with an attention-getting device. Show readers that you know something about their concerns and that you have some reason for making such a request. </a:t>
            </a:r>
            <a:endParaRPr/>
          </a:p>
          <a:p>
            <a:pPr indent="0" lvl="0" marL="0" rtl="0" algn="l">
              <a:spcBef>
                <a:spcPts val="0"/>
              </a:spcBef>
              <a:spcAft>
                <a:spcPts val="0"/>
              </a:spcAft>
              <a:buSzPts val="1800"/>
              <a:buNone/>
            </a:pPr>
            <a:r>
              <a:rPr lang="en-US"/>
              <a:t>Use the interest and desire sections of your message to cover what you know about the situation you're requesting action on: the facts and figures, the benefits of helping, and any history or experience that will enhance your appeal. Your goals are (1) to gain credibility for you and your request and (2) to make your readers believe that helping you will indeed help solve a significant problem. </a:t>
            </a:r>
            <a:endParaRPr/>
          </a:p>
          <a:p>
            <a:pPr indent="0" lvl="0" marL="0" rtl="0" algn="l">
              <a:spcBef>
                <a:spcPts val="0"/>
              </a:spcBef>
              <a:spcAft>
                <a:spcPts val="0"/>
              </a:spcAft>
              <a:buSzPts val="1800"/>
              <a:buNone/>
            </a:pPr>
            <a:r>
              <a:rPr lang="en-US"/>
              <a:t>Once you've demonstrated that your message is relevant to your reader, you can close with a request for some specific action.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4" name="Google Shape;111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1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22" name="Google Shape;112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3" name="Google Shape;1123;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Most claim letters are routine messages and use the direct approach; however, some require persuasion. Fortunately, most people in business are open to settling your claim fairly and quickly.</a:t>
            </a:r>
            <a:endParaRPr/>
          </a:p>
          <a:p>
            <a:pPr indent="0" lvl="0" marL="0" rtl="0" algn="l">
              <a:spcBef>
                <a:spcPts val="0"/>
              </a:spcBef>
              <a:spcAft>
                <a:spcPts val="0"/>
              </a:spcAft>
              <a:buSzPts val="1800"/>
              <a:buNone/>
            </a:pPr>
            <a:r>
              <a:rPr lang="en-US"/>
              <a:t>The key ingredients of a good persuasive claim are a complete and specific review of the facts and a confident and positive tone. </a:t>
            </a:r>
            <a:endParaRPr/>
          </a:p>
          <a:p>
            <a:pPr indent="0" lvl="0" marL="0" rtl="0" algn="l">
              <a:spcBef>
                <a:spcPts val="0"/>
              </a:spcBef>
              <a:spcAft>
                <a:spcPts val="0"/>
              </a:spcAft>
              <a:buSzPts val="1800"/>
              <a:buNone/>
            </a:pPr>
            <a:r>
              <a:rPr lang="en-US"/>
              <a:t>Begin persuasive claims by stating the basic problem (or with a sincere compliment, rhetorical question, agreeable assertion, or brief review of what's been done about the problem). Include a statement that both you and your audience can agree with or that clarifies what you wish to convince your audience about. Be as specific as possible about what you want to happen.</a:t>
            </a:r>
            <a:endParaRPr/>
          </a:p>
          <a:p>
            <a:pPr indent="0" lvl="0" marL="0" rtl="0" algn="l">
              <a:spcBef>
                <a:spcPts val="0"/>
              </a:spcBef>
              <a:spcAft>
                <a:spcPts val="0"/>
              </a:spcAft>
              <a:buSzPts val="1800"/>
              <a:buNone/>
            </a:pPr>
            <a:r>
              <a:rPr lang="en-US"/>
              <a:t>Next, give your reader a good reason for granting your claim. Show how your audience is responsible for the problem, and appeal to your reader’s sense of fair play, goodwill, or moral responsibility. Explain how you feel about the problem, but don’t get carried away, don't complain too much, and don’t make threats. Make sure your request is calm and reasonable.</a:t>
            </a:r>
            <a:endParaRPr/>
          </a:p>
          <a:p>
            <a:pPr indent="0" lvl="0" marL="0" rtl="0" algn="l">
              <a:spcBef>
                <a:spcPts val="0"/>
              </a:spcBef>
              <a:spcAft>
                <a:spcPts val="0"/>
              </a:spcAft>
              <a:buSzPts val="1800"/>
              <a:buNone/>
            </a:pPr>
            <a:r>
              <a:rPr lang="en-US"/>
              <a:t>Finally, state your request specifically and confidently. Make sure your request proceeds logically from the problem and the facts you’ve explained. Be sure to specify a deadline for action (when necessary or desirable). And don’t forget to remind your audience of the main benefit of granting your claim.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2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42" name="Google Shape;114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3" name="Google Shape;1143;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Two distinctive types of persuasive messages are sales and fundraising messages. These messages are often sent in special direct-mail packages that can include brochures, reply forms, or other special inserts. Both types of messages are often written by specialized and highly skilled professionals.</a:t>
            </a:r>
            <a:endParaRPr/>
          </a:p>
          <a:p>
            <a:pPr indent="0" lvl="0" marL="0" rtl="0" algn="l">
              <a:spcBef>
                <a:spcPts val="0"/>
              </a:spcBef>
              <a:spcAft>
                <a:spcPts val="0"/>
              </a:spcAft>
              <a:buSzPts val="1800"/>
              <a:buNone/>
            </a:pPr>
            <a:r>
              <a:rPr lang="en-US"/>
              <a:t>How do sales messages differ from fundraising messages? Sales messages are usually sent by for-profit organizations persuading readers to spend money on products for themselves. However, fundraising messages are usually sent by nonprofit organizations persuading readers to donate money or time to help others. Aside from these differences, sales and fundraising messages are quite similar. Both require a few more steps than other types of persuasive messages, and both generally used the AIDA sequence.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p2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64" name="Google Shape;116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5" name="Google Shape;1165;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Sales letters require you to know your product’s selling points and how each one benefits your particular audience. </a:t>
            </a:r>
            <a:r>
              <a:rPr i="1" lang="en-US"/>
              <a:t>Selling points</a:t>
            </a:r>
            <a:r>
              <a:rPr lang="en-US"/>
              <a:t> are the most attractive features of an idea or product. </a:t>
            </a:r>
            <a:r>
              <a:rPr i="1" lang="en-US"/>
              <a:t>Benefits</a:t>
            </a:r>
            <a:r>
              <a:rPr lang="en-US"/>
              <a:t> are the particular advantages that readers will realize from those features. Selling points focus on the product. Benefits focus on the user. You’ll need to highlight these points when you compose your persuasive message. </a:t>
            </a:r>
            <a:endParaRPr/>
          </a:p>
          <a:p>
            <a:pPr indent="0" lvl="0" marL="0" rtl="0" algn="l">
              <a:spcBef>
                <a:spcPts val="0"/>
              </a:spcBef>
              <a:spcAft>
                <a:spcPts val="0"/>
              </a:spcAft>
              <a:buSzPts val="1800"/>
              <a:buNone/>
            </a:pPr>
            <a:r>
              <a:rPr lang="en-US"/>
              <a:t>When composing sales messages, be sure to focus on relatively few product benefits. Ultimately, you'll single out one benefit, which will become the hallmark of your campaign. </a:t>
            </a:r>
            <a:endParaRPr/>
          </a:p>
          <a:p>
            <a:pPr indent="0" lvl="0" marL="0" rtl="0" algn="l">
              <a:spcBef>
                <a:spcPts val="0"/>
              </a:spcBef>
              <a:spcAft>
                <a:spcPts val="0"/>
              </a:spcAft>
              <a:buSzPts val="1800"/>
              <a:buNone/>
            </a:pPr>
            <a:r>
              <a:rPr lang="en-US"/>
              <a:t>Whether you're selling a good, a service, or your company’s image, knowing the law can help you avoid serious legal problems. Following the letter of the law isn't always enough. You’ll want to write sales letters of the highest ethical character. In addition, consider </a:t>
            </a:r>
            <a:r>
              <a:rPr i="1" lang="en-US"/>
              <a:t>legal issues</a:t>
            </a:r>
            <a:r>
              <a:rPr lang="en-US"/>
              <a:t> such as the following:</a:t>
            </a:r>
            <a:endParaRPr/>
          </a:p>
          <a:p>
            <a:pPr indent="0" lvl="0" marL="0" rtl="0" algn="l">
              <a:spcBef>
                <a:spcPts val="0"/>
              </a:spcBef>
              <a:spcAft>
                <a:spcPts val="0"/>
              </a:spcAft>
              <a:buSzPts val="1800"/>
              <a:buNone/>
            </a:pPr>
            <a:r>
              <a:rPr b="1" lang="en-US"/>
              <a:t>Letters as contracts. </a:t>
            </a:r>
            <a:r>
              <a:rPr lang="en-US"/>
              <a:t>In many states, sales letters are considered binding contracts. </a:t>
            </a:r>
            <a:endParaRPr/>
          </a:p>
          <a:p>
            <a:pPr indent="0" lvl="0" marL="0" rtl="0" algn="l">
              <a:spcBef>
                <a:spcPts val="0"/>
              </a:spcBef>
              <a:spcAft>
                <a:spcPts val="0"/>
              </a:spcAft>
              <a:buSzPts val="1800"/>
              <a:buNone/>
            </a:pPr>
            <a:r>
              <a:rPr b="1" lang="en-US"/>
              <a:t>Facts about fraud. </a:t>
            </a:r>
            <a:r>
              <a:rPr lang="en-US"/>
              <a:t>Misrepresenting the price, quality, or performance of a product in a sales letter is fraud. </a:t>
            </a:r>
            <a:endParaRPr/>
          </a:p>
          <a:p>
            <a:pPr indent="0" lvl="0" marL="0" rtl="0" algn="l">
              <a:spcBef>
                <a:spcPts val="0"/>
              </a:spcBef>
              <a:spcAft>
                <a:spcPts val="0"/>
              </a:spcAft>
              <a:buSzPts val="1800"/>
              <a:buNone/>
            </a:pPr>
            <a:r>
              <a:rPr b="1" lang="en-US"/>
              <a:t>Invasion of privacy. </a:t>
            </a:r>
            <a:r>
              <a:rPr lang="en-US"/>
              <a:t>Using a person's name, photograph, or other identity in a sales letter without permission usually constitutes invasion of privacy.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p2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28" name="Google Shape;122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9" name="Google Shape;1229;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Action words give strength to any business message, but they are especially important in sales letters. Use colorful verbs and adjectives that convey a dynamic image to keep readers interested, but, be careful not to overdo it. </a:t>
            </a:r>
            <a:endParaRPr/>
          </a:p>
          <a:p>
            <a:pPr indent="0" lvl="0" marL="0" rtl="0" algn="l">
              <a:spcBef>
                <a:spcPts val="0"/>
              </a:spcBef>
              <a:spcAft>
                <a:spcPts val="0"/>
              </a:spcAft>
              <a:buSzPts val="1800"/>
              <a:buNone/>
            </a:pPr>
            <a:r>
              <a:rPr lang="en-US"/>
              <a:t>Price is a complicated, sensitive issue. So you need to be careful whenever you talk about price in your sales messages. Whether you highlight or downplay the price of your product, prepare your readers for it. If price is not a major selling point, you could leave the price out altogether or mention it only in an accompanying brochure. You could de-emphasize the price by putting the actual figures in the middle of a paragraph that comes close to the end of your sales letter, well after you've presented the benefits and selling points. </a:t>
            </a:r>
            <a:endParaRPr/>
          </a:p>
          <a:p>
            <a:pPr indent="0" lvl="0" marL="0" rtl="0" algn="l">
              <a:spcBef>
                <a:spcPts val="0"/>
              </a:spcBef>
              <a:spcAft>
                <a:spcPts val="0"/>
              </a:spcAft>
              <a:buSzPts val="1800"/>
              <a:buNone/>
            </a:pPr>
            <a:r>
              <a:rPr lang="en-US"/>
              <a:t>Providing support for you claims boosts your credibility and increases desire for your product. Support is especially important if your product is complicated, costs a lot, or represents some unusual approach.</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p2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92" name="Google Shape;129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3" name="Google Shape;1293;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Most of the techniques used to write sales letters can also be used to write fundraising letters, as long as your techniques match your audience, your goals, and the cause or organization you're representing. Establish value in the minds of your donors by including "what's in it for me?" information.</a:t>
            </a:r>
            <a:endParaRPr/>
          </a:p>
          <a:p>
            <a:pPr indent="0" lvl="0" marL="0" rtl="0" algn="l">
              <a:spcBef>
                <a:spcPts val="0"/>
              </a:spcBef>
              <a:spcAft>
                <a:spcPts val="0"/>
              </a:spcAft>
              <a:buSzPts val="1800"/>
              <a:buNone/>
            </a:pPr>
            <a:r>
              <a:rPr lang="en-US"/>
              <a:t>Read the mail you receive from donors. Learn as much as you can about your audience by noting the tone of these letters, the language used, and the concerns raised. This exercise will help you write letters that donors will both understand and relate to.</a:t>
            </a:r>
            <a:endParaRPr/>
          </a:p>
          <a:p>
            <a:pPr indent="0" lvl="0" marL="0" rtl="0" algn="l">
              <a:spcBef>
                <a:spcPts val="0"/>
              </a:spcBef>
              <a:spcAft>
                <a:spcPts val="0"/>
              </a:spcAft>
              <a:buSzPts val="1800"/>
              <a:buNone/>
            </a:pPr>
            <a:r>
              <a:rPr lang="en-US"/>
              <a:t>You might also keep a file of competing fundraising letters. Study these samples to find out what other fundraisers are doing and what new approaches they're taking. Most important, find out what works and what doesn't. </a:t>
            </a:r>
            <a:endParaRPr/>
          </a:p>
          <a:p>
            <a:pPr indent="0" lvl="0" marL="0" rtl="0" algn="l">
              <a:spcBef>
                <a:spcPts val="0"/>
              </a:spcBef>
              <a:spcAft>
                <a:spcPts val="0"/>
              </a:spcAft>
              <a:buSzPts val="1800"/>
              <a:buNone/>
            </a:pPr>
            <a:r>
              <a:rPr lang="en-US"/>
              <a:t>Before you start writing, know whose benefits to emphasize. Make a two-column list; on one side list what your organization does, and on the other side list what your donors want. You'll discover that the two columns are quite different. Make sure that the benefits you emphasize are related to what your donors want, not to what your organization does. </a:t>
            </a:r>
            <a:endParaRPr/>
          </a:p>
          <a:p>
            <a:pPr indent="0" lvl="0" marL="0" rtl="0" algn="l">
              <a:spcBef>
                <a:spcPts val="0"/>
              </a:spcBef>
              <a:spcAft>
                <a:spcPts val="0"/>
              </a:spcAft>
              <a:buSzPts val="1800"/>
              <a:buNone/>
            </a:pPr>
            <a:r>
              <a:rPr lang="en-US"/>
              <a:t>Because fundraising letters depend so heavily on emotional appeals, keep your message personal. A natural, real-life lead-in is usually the best. People seem to respond best to slice-of-life stories. Also avoid making your letter sound like business communication, wasting space on warm-ups, and assuming your goals are more important than your reader’s goals.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5"/>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Font typeface="Arial"/>
              <a:buNone/>
              <a:defRPr sz="2400"/>
            </a:lvl1pPr>
            <a:lvl2pPr lvl="1" algn="ctr">
              <a:spcBef>
                <a:spcPts val="400"/>
              </a:spcBef>
              <a:spcAft>
                <a:spcPts val="0"/>
              </a:spcAft>
              <a:buClr>
                <a:schemeClr val="dk1"/>
              </a:buClr>
              <a:buSzPts val="2000"/>
              <a:buFont typeface="Arial"/>
              <a:buNone/>
              <a:defRPr sz="2000"/>
            </a:lvl2pPr>
            <a:lvl3pPr lvl="2" algn="ctr">
              <a:spcBef>
                <a:spcPts val="360"/>
              </a:spcBef>
              <a:spcAft>
                <a:spcPts val="0"/>
              </a:spcAft>
              <a:buClr>
                <a:schemeClr val="dk1"/>
              </a:buClr>
              <a:buSzPts val="1800"/>
              <a:buFont typeface="Arial"/>
              <a:buNone/>
              <a:defRPr sz="1800"/>
            </a:lvl3pPr>
            <a:lvl4pPr lvl="3" algn="ctr">
              <a:spcBef>
                <a:spcPts val="320"/>
              </a:spcBef>
              <a:spcAft>
                <a:spcPts val="0"/>
              </a:spcAft>
              <a:buClr>
                <a:schemeClr val="dk1"/>
              </a:buClr>
              <a:buSzPts val="1600"/>
              <a:buFont typeface="Arial"/>
              <a:buNone/>
              <a:defRPr sz="1600"/>
            </a:lvl4pPr>
            <a:lvl5pPr lvl="4" algn="ctr">
              <a:spcBef>
                <a:spcPts val="320"/>
              </a:spcBef>
              <a:spcAft>
                <a:spcPts val="0"/>
              </a:spcAft>
              <a:buClr>
                <a:schemeClr val="dk1"/>
              </a:buClr>
              <a:buSzPts val="1600"/>
              <a:buFont typeface="Arial"/>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9 -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26"/>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2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9 -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2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9 -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28"/>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2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9 -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6" name="Shape 36"/>
        <p:cNvGrpSpPr/>
        <p:nvPr/>
      </p:nvGrpSpPr>
      <p:grpSpPr>
        <a:xfrm>
          <a:off x="0" y="0"/>
          <a:ext cx="0" cy="0"/>
          <a:chOff x="0" y="0"/>
          <a:chExt cx="0" cy="0"/>
        </a:xfrm>
      </p:grpSpPr>
      <p:sp>
        <p:nvSpPr>
          <p:cNvPr id="37" name="Google Shape;37;p29"/>
          <p:cNvSpPr txBox="1"/>
          <p:nvPr>
            <p:ph type="title"/>
          </p:nvPr>
        </p:nvSpPr>
        <p:spPr>
          <a:xfrm rot="5400000">
            <a:off x="4800600" y="2209800"/>
            <a:ext cx="5715000"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29"/>
          <p:cNvSpPr txBox="1"/>
          <p:nvPr>
            <p:ph idx="1" type="body"/>
          </p:nvPr>
        </p:nvSpPr>
        <p:spPr>
          <a:xfrm rot="5400000">
            <a:off x="609600" y="228600"/>
            <a:ext cx="5715000"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2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9 -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2" name="Shape 42"/>
        <p:cNvGrpSpPr/>
        <p:nvPr/>
      </p:nvGrpSpPr>
      <p:grpSpPr>
        <a:xfrm>
          <a:off x="0" y="0"/>
          <a:ext cx="0" cy="0"/>
          <a:chOff x="0" y="0"/>
          <a:chExt cx="0" cy="0"/>
        </a:xfrm>
      </p:grpSpPr>
      <p:sp>
        <p:nvSpPr>
          <p:cNvPr id="43" name="Google Shape;43;p30"/>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30"/>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3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9 -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8" name="Shape 48"/>
        <p:cNvGrpSpPr/>
        <p:nvPr/>
      </p:nvGrpSpPr>
      <p:grpSpPr>
        <a:xfrm>
          <a:off x="0" y="0"/>
          <a:ext cx="0" cy="0"/>
          <a:chOff x="0" y="0"/>
          <a:chExt cx="0" cy="0"/>
        </a:xfrm>
      </p:grpSpPr>
      <p:sp>
        <p:nvSpPr>
          <p:cNvPr id="49" name="Google Shape;49;p31"/>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31"/>
          <p:cNvSpPr/>
          <p:nvPr>
            <p:ph idx="2" type="pic"/>
          </p:nvPr>
        </p:nvSpPr>
        <p:spPr>
          <a:xfrm>
            <a:off x="3887788" y="987425"/>
            <a:ext cx="4629150" cy="4873625"/>
          </a:xfrm>
          <a:prstGeom prst="rect">
            <a:avLst/>
          </a:prstGeom>
          <a:noFill/>
          <a:ln>
            <a:noFill/>
          </a:ln>
        </p:spPr>
      </p:sp>
      <p:sp>
        <p:nvSpPr>
          <p:cNvPr id="51" name="Google Shape;51;p31"/>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Arial"/>
              <a:buNone/>
              <a:defRPr sz="1600"/>
            </a:lvl1pPr>
            <a:lvl2pPr indent="-228600" lvl="1" marL="914400" algn="l">
              <a:spcBef>
                <a:spcPts val="280"/>
              </a:spcBef>
              <a:spcAft>
                <a:spcPts val="0"/>
              </a:spcAft>
              <a:buClr>
                <a:schemeClr val="dk1"/>
              </a:buClr>
              <a:buSzPts val="1400"/>
              <a:buFont typeface="Arial"/>
              <a:buNone/>
              <a:defRPr sz="1400"/>
            </a:lvl2pPr>
            <a:lvl3pPr indent="-228600" lvl="2" marL="1371600" algn="l">
              <a:spcBef>
                <a:spcPts val="240"/>
              </a:spcBef>
              <a:spcAft>
                <a:spcPts val="0"/>
              </a:spcAft>
              <a:buClr>
                <a:schemeClr val="dk1"/>
              </a:buClr>
              <a:buSzPts val="1200"/>
              <a:buFont typeface="Arial"/>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3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9 -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32"/>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32"/>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32"/>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Arial"/>
              <a:buNone/>
              <a:defRPr sz="1600"/>
            </a:lvl1pPr>
            <a:lvl2pPr indent="-228600" lvl="1" marL="914400" algn="l">
              <a:spcBef>
                <a:spcPts val="280"/>
              </a:spcBef>
              <a:spcAft>
                <a:spcPts val="0"/>
              </a:spcAft>
              <a:buClr>
                <a:schemeClr val="dk1"/>
              </a:buClr>
              <a:buSzPts val="1400"/>
              <a:buFont typeface="Arial"/>
              <a:buNone/>
              <a:defRPr sz="1400"/>
            </a:lvl2pPr>
            <a:lvl3pPr indent="-228600" lvl="2" marL="1371600" algn="l">
              <a:spcBef>
                <a:spcPts val="240"/>
              </a:spcBef>
              <a:spcAft>
                <a:spcPts val="0"/>
              </a:spcAft>
              <a:buClr>
                <a:schemeClr val="dk1"/>
              </a:buClr>
              <a:buSzPts val="1200"/>
              <a:buFont typeface="Arial"/>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9 -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33"/>
          <p:cNvSpPr txBox="1"/>
          <p:nvPr>
            <p:ph type="title"/>
          </p:nvPr>
        </p:nvSpPr>
        <p:spPr>
          <a:xfrm>
            <a:off x="630238" y="365125"/>
            <a:ext cx="7886700" cy="1325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33"/>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33"/>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33"/>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7" name="Google Shape;67;p33"/>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3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9 -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34"/>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34"/>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34"/>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9 -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35"/>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35"/>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sz="2400"/>
            </a:lvl1pPr>
            <a:lvl2pPr indent="-228600" lvl="1" marL="914400" algn="l">
              <a:spcBef>
                <a:spcPts val="400"/>
              </a:spcBef>
              <a:spcAft>
                <a:spcPts val="0"/>
              </a:spcAft>
              <a:buClr>
                <a:schemeClr val="dk1"/>
              </a:buClr>
              <a:buSzPts val="2000"/>
              <a:buFont typeface="Arial"/>
              <a:buNone/>
              <a:defRPr sz="2000"/>
            </a:lvl2pPr>
            <a:lvl3pPr indent="-228600" lvl="2" marL="1371600" algn="l">
              <a:spcBef>
                <a:spcPts val="360"/>
              </a:spcBef>
              <a:spcAft>
                <a:spcPts val="0"/>
              </a:spcAft>
              <a:buClr>
                <a:schemeClr val="dk1"/>
              </a:buClr>
              <a:buSzPts val="1800"/>
              <a:buFont typeface="Arial"/>
              <a:buNone/>
              <a:defRPr sz="1800"/>
            </a:lvl3pPr>
            <a:lvl4pPr indent="-228600" lvl="3" marL="1828800" algn="l">
              <a:spcBef>
                <a:spcPts val="320"/>
              </a:spcBef>
              <a:spcAft>
                <a:spcPts val="0"/>
              </a:spcAft>
              <a:buClr>
                <a:schemeClr val="dk1"/>
              </a:buClr>
              <a:buSzPts val="1600"/>
              <a:buFont typeface="Arial"/>
              <a:buNone/>
              <a:defRPr sz="1600"/>
            </a:lvl4pPr>
            <a:lvl5pPr indent="-228600" lvl="4" marL="2286000" algn="l">
              <a:spcBef>
                <a:spcPts val="320"/>
              </a:spcBef>
              <a:spcAft>
                <a:spcPts val="0"/>
              </a:spcAft>
              <a:buClr>
                <a:schemeClr val="dk1"/>
              </a:buClr>
              <a:buSzPts val="1600"/>
              <a:buFont typeface="Arial"/>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81" name="Google Shape;81;p3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9 - </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8F8"/>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1pPr>
            <a:lvl2pPr lvl="1"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2pPr>
            <a:lvl3pPr lvl="2"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3pPr>
            <a:lvl4pPr lvl="3"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4pPr>
            <a:lvl5pPr lvl="4"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5pPr>
            <a:lvl6pPr lvl="5"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6pPr>
            <a:lvl7pPr lvl="6"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7pPr>
            <a:lvl8pPr lvl="7"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8pPr>
            <a:lvl9pPr lvl="8"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9pPr>
          </a:lstStyle>
          <a:p/>
        </p:txBody>
      </p:sp>
      <p:sp>
        <p:nvSpPr>
          <p:cNvPr id="11" name="Google Shape;11;p2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1pPr>
            <a:lvl2pPr indent="-431800" lvl="1" marL="9144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3pPr>
            <a:lvl4pPr indent="-431800" lvl="3" marL="18288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4pPr>
            <a:lvl5pPr indent="-431800" lvl="4" marL="22860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2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1"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2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9 - </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jp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a:p>
        </p:txBody>
      </p:sp>
      <p:sp>
        <p:nvSpPr>
          <p:cNvPr id="90" name="Google Shape;90;p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a:p>
        </p:txBody>
      </p:sp>
      <p:sp>
        <p:nvSpPr>
          <p:cNvPr id="91" name="Google Shape;91;p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9 - </a:t>
            </a:r>
            <a:fld id="{00000000-1234-1234-1234-123412341234}" type="slidenum">
              <a:rPr b="1" i="0" lang="en-US" sz="1200" u="none" cap="none" strike="noStrike">
                <a:solidFill>
                  <a:schemeClr val="dk1"/>
                </a:solidFill>
                <a:latin typeface="Arial"/>
                <a:ea typeface="Arial"/>
                <a:cs typeface="Arial"/>
                <a:sym typeface="Arial"/>
              </a:rPr>
              <a:t>‹#›</a:t>
            </a:fld>
            <a:endParaRPr/>
          </a:p>
        </p:txBody>
      </p:sp>
      <p:sp>
        <p:nvSpPr>
          <p:cNvPr id="92" name="Google Shape;92;p1"/>
          <p:cNvSpPr txBox="1"/>
          <p:nvPr>
            <p:ph type="ctrTitle"/>
          </p:nvPr>
        </p:nvSpPr>
        <p:spPr>
          <a:xfrm>
            <a:off x="685800" y="22860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6000"/>
              <a:buFont typeface="Tahoma"/>
              <a:buNone/>
            </a:pPr>
            <a:r>
              <a:rPr b="1" i="0" lang="en-US" sz="6000" u="none">
                <a:solidFill>
                  <a:schemeClr val="dk2"/>
                </a:solidFill>
                <a:latin typeface="Tahoma"/>
                <a:ea typeface="Tahoma"/>
                <a:cs typeface="Tahoma"/>
                <a:sym typeface="Tahoma"/>
              </a:rPr>
              <a:t>Writing Persuasive Messages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a:p>
        </p:txBody>
      </p:sp>
      <p:sp>
        <p:nvSpPr>
          <p:cNvPr id="99" name="Google Shape;99;p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a:p>
        </p:txBody>
      </p:sp>
      <p:sp>
        <p:nvSpPr>
          <p:cNvPr id="100" name="Google Shape;100;p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9 - </a:t>
            </a:r>
            <a:fld id="{00000000-1234-1234-1234-123412341234}" type="slidenum">
              <a:rPr b="1" i="0" lang="en-US" sz="1200" u="none" cap="none" strike="noStrike">
                <a:solidFill>
                  <a:schemeClr val="dk1"/>
                </a:solidFill>
                <a:latin typeface="Arial"/>
                <a:ea typeface="Arial"/>
                <a:cs typeface="Arial"/>
                <a:sym typeface="Arial"/>
              </a:rPr>
              <a:t>‹#›</a:t>
            </a:fld>
            <a:endParaRPr/>
          </a:p>
        </p:txBody>
      </p:sp>
      <p:sp>
        <p:nvSpPr>
          <p:cNvPr id="101" name="Google Shape;101;p2"/>
          <p:cNvSpPr txBox="1"/>
          <p:nvPr/>
        </p:nvSpPr>
        <p:spPr>
          <a:xfrm>
            <a:off x="457200" y="3200400"/>
            <a:ext cx="8229600" cy="29718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2" name="Google Shape;102;p2"/>
          <p:cNvSpPr txBox="1"/>
          <p:nvPr>
            <p:ph type="title"/>
          </p:nvPr>
        </p:nvSpPr>
        <p:spPr>
          <a:xfrm>
            <a:off x="457200" y="381000"/>
            <a:ext cx="8229600" cy="1600200"/>
          </a:xfrm>
          <a:prstGeom prst="rect">
            <a:avLst/>
          </a:prstGeom>
          <a:solidFill>
            <a:schemeClr val="accent2"/>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Three-Step Writing Process</a:t>
            </a:r>
            <a:endParaRPr/>
          </a:p>
        </p:txBody>
      </p:sp>
      <p:sp>
        <p:nvSpPr>
          <p:cNvPr id="103" name="Google Shape;103;p2"/>
          <p:cNvSpPr txBox="1"/>
          <p:nvPr/>
        </p:nvSpPr>
        <p:spPr>
          <a:xfrm>
            <a:off x="457200" y="1981200"/>
            <a:ext cx="2743200" cy="12192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1</a:t>
            </a:r>
            <a:endParaRPr/>
          </a:p>
          <a:p>
            <a:pPr indent="0" lvl="0" marL="0" marR="0" rtl="0" algn="ctr">
              <a:lnSpc>
                <a:spcPct val="12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Planning</a:t>
            </a:r>
            <a:endParaRPr/>
          </a:p>
        </p:txBody>
      </p:sp>
      <p:sp>
        <p:nvSpPr>
          <p:cNvPr id="104" name="Google Shape;104;p2"/>
          <p:cNvSpPr txBox="1"/>
          <p:nvPr/>
        </p:nvSpPr>
        <p:spPr>
          <a:xfrm>
            <a:off x="5943600" y="1981200"/>
            <a:ext cx="2743200" cy="12192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3</a:t>
            </a:r>
            <a:endParaRPr/>
          </a:p>
          <a:p>
            <a:pPr indent="0" lvl="0" marL="0" marR="0" rtl="0" algn="ctr">
              <a:lnSpc>
                <a:spcPct val="12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Completing</a:t>
            </a:r>
            <a:endParaRPr/>
          </a:p>
        </p:txBody>
      </p:sp>
      <p:sp>
        <p:nvSpPr>
          <p:cNvPr id="105" name="Google Shape;105;p2"/>
          <p:cNvSpPr txBox="1"/>
          <p:nvPr/>
        </p:nvSpPr>
        <p:spPr>
          <a:xfrm>
            <a:off x="3200400" y="1981200"/>
            <a:ext cx="2743200" cy="12192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2</a:t>
            </a:r>
            <a:r>
              <a:rPr b="1" i="1" lang="en-US" sz="2400" u="sng">
                <a:solidFill>
                  <a:schemeClr val="dk1"/>
                </a:solidFill>
                <a:latin typeface="Arial"/>
                <a:ea typeface="Arial"/>
                <a:cs typeface="Arial"/>
                <a:sym typeface="Arial"/>
              </a:rPr>
              <a:t> </a:t>
            </a:r>
            <a:endParaRPr b="1" i="1" sz="2400" u="none">
              <a:solidFill>
                <a:schemeClr val="dk1"/>
              </a:solidFill>
              <a:latin typeface="Arial"/>
              <a:ea typeface="Arial"/>
              <a:cs typeface="Arial"/>
              <a:sym typeface="Arial"/>
            </a:endParaRPr>
          </a:p>
          <a:p>
            <a:pPr indent="0" lvl="0" marL="0" marR="0" rtl="0" algn="ctr">
              <a:lnSpc>
                <a:spcPct val="12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Writing</a:t>
            </a:r>
            <a:endParaRPr/>
          </a:p>
        </p:txBody>
      </p:sp>
      <p:cxnSp>
        <p:nvCxnSpPr>
          <p:cNvPr id="106" name="Google Shape;106;p2"/>
          <p:cNvCxnSpPr/>
          <p:nvPr/>
        </p:nvCxnSpPr>
        <p:spPr>
          <a:xfrm flipH="1">
            <a:off x="914400" y="3200400"/>
            <a:ext cx="914400" cy="698400"/>
          </a:xfrm>
          <a:prstGeom prst="bentConnector4">
            <a:avLst>
              <a:gd fmla="val 0" name="adj1"/>
              <a:gd fmla="val 0" name="adj2"/>
            </a:avLst>
          </a:prstGeom>
          <a:noFill/>
          <a:ln cap="flat" cmpd="sng" w="9525">
            <a:solidFill>
              <a:schemeClr val="dk1"/>
            </a:solidFill>
            <a:prstDash val="solid"/>
            <a:miter lim="800000"/>
            <a:headEnd len="med" w="med" type="none"/>
            <a:tailEnd len="med" w="med" type="none"/>
          </a:ln>
        </p:spPr>
      </p:cxnSp>
      <p:cxnSp>
        <p:nvCxnSpPr>
          <p:cNvPr id="107" name="Google Shape;107;p2"/>
          <p:cNvCxnSpPr/>
          <p:nvPr/>
        </p:nvCxnSpPr>
        <p:spPr>
          <a:xfrm flipH="1">
            <a:off x="3543300" y="3200400"/>
            <a:ext cx="1028700" cy="698400"/>
          </a:xfrm>
          <a:prstGeom prst="bentConnector4">
            <a:avLst>
              <a:gd fmla="val 0" name="adj1"/>
              <a:gd fmla="val 0" name="adj2"/>
            </a:avLst>
          </a:prstGeom>
          <a:noFill/>
          <a:ln cap="flat" cmpd="sng" w="9525">
            <a:solidFill>
              <a:schemeClr val="dk1"/>
            </a:solidFill>
            <a:prstDash val="solid"/>
            <a:miter lim="800000"/>
            <a:headEnd len="med" w="med" type="none"/>
            <a:tailEnd len="med" w="med" type="none"/>
          </a:ln>
        </p:spPr>
      </p:cxnSp>
      <p:cxnSp>
        <p:nvCxnSpPr>
          <p:cNvPr id="108" name="Google Shape;108;p2"/>
          <p:cNvCxnSpPr/>
          <p:nvPr/>
        </p:nvCxnSpPr>
        <p:spPr>
          <a:xfrm>
            <a:off x="4572000" y="3200400"/>
            <a:ext cx="1028700" cy="698400"/>
          </a:xfrm>
          <a:prstGeom prst="bentConnector4">
            <a:avLst>
              <a:gd fmla="val 0" name="adj1"/>
              <a:gd fmla="val 0" name="adj2"/>
            </a:avLst>
          </a:prstGeom>
          <a:noFill/>
          <a:ln cap="flat" cmpd="sng" w="9525">
            <a:solidFill>
              <a:schemeClr val="dk1"/>
            </a:solidFill>
            <a:prstDash val="solid"/>
            <a:miter lim="800000"/>
            <a:headEnd len="med" w="med" type="none"/>
            <a:tailEnd len="med" w="med" type="none"/>
          </a:ln>
        </p:spPr>
      </p:cxnSp>
      <p:cxnSp>
        <p:nvCxnSpPr>
          <p:cNvPr id="109" name="Google Shape;109;p2"/>
          <p:cNvCxnSpPr/>
          <p:nvPr/>
        </p:nvCxnSpPr>
        <p:spPr>
          <a:xfrm flipH="1">
            <a:off x="6172200" y="3200400"/>
            <a:ext cx="1143000" cy="698400"/>
          </a:xfrm>
          <a:prstGeom prst="bentConnector4">
            <a:avLst>
              <a:gd fmla="val 0" name="adj1"/>
              <a:gd fmla="val 0" name="adj2"/>
            </a:avLst>
          </a:prstGeom>
          <a:noFill/>
          <a:ln cap="flat" cmpd="sng" w="9525">
            <a:solidFill>
              <a:schemeClr val="dk1"/>
            </a:solidFill>
            <a:prstDash val="solid"/>
            <a:miter lim="800000"/>
            <a:headEnd len="med" w="med" type="none"/>
            <a:tailEnd len="med" w="med" type="none"/>
          </a:ln>
        </p:spPr>
      </p:cxnSp>
      <p:cxnSp>
        <p:nvCxnSpPr>
          <p:cNvPr id="110" name="Google Shape;110;p2"/>
          <p:cNvCxnSpPr/>
          <p:nvPr/>
        </p:nvCxnSpPr>
        <p:spPr>
          <a:xfrm>
            <a:off x="7315200" y="3200400"/>
            <a:ext cx="914400" cy="698400"/>
          </a:xfrm>
          <a:prstGeom prst="bentConnector4">
            <a:avLst>
              <a:gd fmla="val 0" name="adj1"/>
              <a:gd fmla="val 0" name="adj2"/>
            </a:avLst>
          </a:prstGeom>
          <a:noFill/>
          <a:ln cap="flat" cmpd="sng" w="9525">
            <a:solidFill>
              <a:schemeClr val="dk1"/>
            </a:solidFill>
            <a:prstDash val="solid"/>
            <a:miter lim="800000"/>
            <a:headEnd len="med" w="med" type="none"/>
            <a:tailEnd len="med" w="med" type="none"/>
          </a:ln>
        </p:spPr>
      </p:cxnSp>
      <p:cxnSp>
        <p:nvCxnSpPr>
          <p:cNvPr id="111" name="Google Shape;111;p2"/>
          <p:cNvCxnSpPr/>
          <p:nvPr/>
        </p:nvCxnSpPr>
        <p:spPr>
          <a:xfrm>
            <a:off x="1828800" y="3200400"/>
            <a:ext cx="1143000" cy="698400"/>
          </a:xfrm>
          <a:prstGeom prst="bentConnector4">
            <a:avLst>
              <a:gd fmla="val 0" name="adj1"/>
              <a:gd fmla="val 0" name="adj2"/>
            </a:avLst>
          </a:prstGeom>
          <a:noFill/>
          <a:ln cap="flat" cmpd="sng" w="9525">
            <a:solidFill>
              <a:schemeClr val="dk1"/>
            </a:solidFill>
            <a:prstDash val="solid"/>
            <a:miter lim="800000"/>
            <a:headEnd len="med" w="med" type="none"/>
            <a:tailEnd len="med" w="med" type="none"/>
          </a:ln>
        </p:spPr>
      </p:cxnSp>
      <p:cxnSp>
        <p:nvCxnSpPr>
          <p:cNvPr id="112" name="Google Shape;112;p2"/>
          <p:cNvCxnSpPr/>
          <p:nvPr/>
        </p:nvCxnSpPr>
        <p:spPr>
          <a:xfrm flipH="1" rot="-5400000">
            <a:off x="519812" y="4406200"/>
            <a:ext cx="8637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13" name="Google Shape;113;p2"/>
          <p:cNvCxnSpPr/>
          <p:nvPr/>
        </p:nvCxnSpPr>
        <p:spPr>
          <a:xfrm flipH="1" rot="-5400000">
            <a:off x="519062" y="5270550"/>
            <a:ext cx="865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14" name="Google Shape;114;p2"/>
          <p:cNvCxnSpPr/>
          <p:nvPr/>
        </p:nvCxnSpPr>
        <p:spPr>
          <a:xfrm flipH="1" rot="-5400000">
            <a:off x="2464500" y="4406200"/>
            <a:ext cx="8637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15" name="Google Shape;115;p2"/>
          <p:cNvCxnSpPr/>
          <p:nvPr/>
        </p:nvCxnSpPr>
        <p:spPr>
          <a:xfrm flipH="1" rot="-5400000">
            <a:off x="2463750" y="5270550"/>
            <a:ext cx="865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16" name="Google Shape;116;p2"/>
          <p:cNvCxnSpPr/>
          <p:nvPr/>
        </p:nvCxnSpPr>
        <p:spPr>
          <a:xfrm flipH="1" rot="-5400000">
            <a:off x="3148712" y="4406200"/>
            <a:ext cx="8637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17" name="Google Shape;117;p2"/>
          <p:cNvCxnSpPr/>
          <p:nvPr/>
        </p:nvCxnSpPr>
        <p:spPr>
          <a:xfrm flipH="1" rot="-5400000">
            <a:off x="5093400" y="4406200"/>
            <a:ext cx="8637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18" name="Google Shape;118;p2"/>
          <p:cNvCxnSpPr/>
          <p:nvPr/>
        </p:nvCxnSpPr>
        <p:spPr>
          <a:xfrm flipH="1" rot="-5400000">
            <a:off x="5815712" y="4406200"/>
            <a:ext cx="8637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19" name="Google Shape;119;p2"/>
          <p:cNvCxnSpPr/>
          <p:nvPr/>
        </p:nvCxnSpPr>
        <p:spPr>
          <a:xfrm flipH="1" rot="-5400000">
            <a:off x="5814962" y="5270550"/>
            <a:ext cx="865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20" name="Google Shape;120;p2"/>
          <p:cNvCxnSpPr/>
          <p:nvPr/>
        </p:nvCxnSpPr>
        <p:spPr>
          <a:xfrm flipH="1" rot="-5400000">
            <a:off x="7289700" y="4838800"/>
            <a:ext cx="17289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21" name="Google Shape;121;p2"/>
          <p:cNvCxnSpPr/>
          <p:nvPr/>
        </p:nvCxnSpPr>
        <p:spPr>
          <a:xfrm flipH="1" rot="-5400000">
            <a:off x="7722300" y="4406200"/>
            <a:ext cx="8637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sp>
        <p:nvSpPr>
          <p:cNvPr id="122" name="Google Shape;122;p2"/>
          <p:cNvSpPr txBox="1"/>
          <p:nvPr/>
        </p:nvSpPr>
        <p:spPr>
          <a:xfrm>
            <a:off x="914400" y="3505200"/>
            <a:ext cx="2057400" cy="7858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Analyze the</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Situation</a:t>
            </a:r>
            <a:endParaRPr/>
          </a:p>
        </p:txBody>
      </p:sp>
      <p:sp>
        <p:nvSpPr>
          <p:cNvPr id="123" name="Google Shape;123;p2"/>
          <p:cNvSpPr txBox="1"/>
          <p:nvPr/>
        </p:nvSpPr>
        <p:spPr>
          <a:xfrm>
            <a:off x="914400" y="4367212"/>
            <a:ext cx="2057400" cy="79057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Investigate the</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Topic</a:t>
            </a:r>
            <a:endParaRPr/>
          </a:p>
        </p:txBody>
      </p:sp>
      <p:sp>
        <p:nvSpPr>
          <p:cNvPr id="124" name="Google Shape;124;p2"/>
          <p:cNvSpPr txBox="1"/>
          <p:nvPr/>
        </p:nvSpPr>
        <p:spPr>
          <a:xfrm>
            <a:off x="914400" y="5233987"/>
            <a:ext cx="2057400" cy="7858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Adapt to the </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Audience</a:t>
            </a:r>
            <a:endParaRPr/>
          </a:p>
        </p:txBody>
      </p:sp>
      <p:sp>
        <p:nvSpPr>
          <p:cNvPr id="125" name="Google Shape;125;p2"/>
          <p:cNvSpPr txBox="1"/>
          <p:nvPr/>
        </p:nvSpPr>
        <p:spPr>
          <a:xfrm>
            <a:off x="3543300" y="3505200"/>
            <a:ext cx="2057400" cy="7858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imes New Roman"/>
              <a:buNone/>
            </a:pPr>
            <a:r>
              <a:t/>
            </a:r>
            <a:endParaRPr b="1" i="0" sz="20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Organize the</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Message</a:t>
            </a:r>
            <a:endParaRPr/>
          </a:p>
          <a:p>
            <a:pPr indent="0" lvl="0" marL="0" marR="0" rtl="0" algn="l">
              <a:lnSpc>
                <a:spcPct val="100000"/>
              </a:lnSpc>
              <a:spcBef>
                <a:spcPts val="0"/>
              </a:spcBef>
              <a:spcAft>
                <a:spcPts val="0"/>
              </a:spcAft>
              <a:buNone/>
            </a:pPr>
            <a:r>
              <a:t/>
            </a:r>
            <a:endParaRPr b="1" i="0" sz="2000" u="none">
              <a:solidFill>
                <a:schemeClr val="dk1"/>
              </a:solidFill>
              <a:latin typeface="Tahoma"/>
              <a:ea typeface="Tahoma"/>
              <a:cs typeface="Tahoma"/>
              <a:sym typeface="Tahoma"/>
            </a:endParaRPr>
          </a:p>
        </p:txBody>
      </p:sp>
      <p:sp>
        <p:nvSpPr>
          <p:cNvPr id="126" name="Google Shape;126;p2"/>
          <p:cNvSpPr txBox="1"/>
          <p:nvPr/>
        </p:nvSpPr>
        <p:spPr>
          <a:xfrm>
            <a:off x="3505200" y="4419600"/>
            <a:ext cx="2057400" cy="7858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imes New Roman"/>
              <a:buNone/>
            </a:pPr>
            <a:r>
              <a:t/>
            </a:r>
            <a:endParaRPr b="1" i="0" sz="20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Compose the</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Message</a:t>
            </a:r>
            <a:endParaRPr/>
          </a:p>
          <a:p>
            <a:pPr indent="0" lvl="0" marL="0" marR="0" rtl="0" algn="l">
              <a:lnSpc>
                <a:spcPct val="100000"/>
              </a:lnSpc>
              <a:spcBef>
                <a:spcPts val="0"/>
              </a:spcBef>
              <a:spcAft>
                <a:spcPts val="0"/>
              </a:spcAft>
              <a:buNone/>
            </a:pPr>
            <a:r>
              <a:t/>
            </a:r>
            <a:endParaRPr b="1" i="0" sz="2000" u="none">
              <a:solidFill>
                <a:schemeClr val="dk1"/>
              </a:solidFill>
              <a:latin typeface="Tahoma"/>
              <a:ea typeface="Tahoma"/>
              <a:cs typeface="Tahoma"/>
              <a:sym typeface="Tahoma"/>
            </a:endParaRPr>
          </a:p>
        </p:txBody>
      </p:sp>
      <p:sp>
        <p:nvSpPr>
          <p:cNvPr id="127" name="Google Shape;127;p2"/>
          <p:cNvSpPr txBox="1"/>
          <p:nvPr/>
        </p:nvSpPr>
        <p:spPr>
          <a:xfrm>
            <a:off x="6172200" y="3505200"/>
            <a:ext cx="2057400" cy="7858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Revise the</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Message</a:t>
            </a:r>
            <a:endParaRPr/>
          </a:p>
        </p:txBody>
      </p:sp>
      <p:sp>
        <p:nvSpPr>
          <p:cNvPr id="128" name="Google Shape;128;p2"/>
          <p:cNvSpPr txBox="1"/>
          <p:nvPr/>
        </p:nvSpPr>
        <p:spPr>
          <a:xfrm>
            <a:off x="6172200" y="4367212"/>
            <a:ext cx="2057400" cy="79057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imes New Roman"/>
              <a:buNone/>
            </a:pPr>
            <a:r>
              <a:t/>
            </a:r>
            <a:endParaRPr b="1" i="0" sz="20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Produce the</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Message</a:t>
            </a:r>
            <a:endParaRPr/>
          </a:p>
          <a:p>
            <a:pPr indent="0" lvl="0" marL="0" marR="0" rtl="0" algn="l">
              <a:lnSpc>
                <a:spcPct val="100000"/>
              </a:lnSpc>
              <a:spcBef>
                <a:spcPts val="0"/>
              </a:spcBef>
              <a:spcAft>
                <a:spcPts val="0"/>
              </a:spcAft>
              <a:buNone/>
            </a:pPr>
            <a:r>
              <a:t/>
            </a:r>
            <a:endParaRPr b="1" i="0" sz="2000" u="none">
              <a:solidFill>
                <a:schemeClr val="dk1"/>
              </a:solidFill>
              <a:latin typeface="Tahoma"/>
              <a:ea typeface="Tahoma"/>
              <a:cs typeface="Tahoma"/>
              <a:sym typeface="Tahoma"/>
            </a:endParaRPr>
          </a:p>
        </p:txBody>
      </p:sp>
      <p:sp>
        <p:nvSpPr>
          <p:cNvPr id="129" name="Google Shape;129;p2"/>
          <p:cNvSpPr txBox="1"/>
          <p:nvPr/>
        </p:nvSpPr>
        <p:spPr>
          <a:xfrm>
            <a:off x="6172200" y="5233987"/>
            <a:ext cx="2057400" cy="7858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imes New Roman"/>
              <a:buNone/>
            </a:pPr>
            <a:r>
              <a:t/>
            </a:r>
            <a:endParaRPr b="1" i="0" sz="20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Proofread the</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Message</a:t>
            </a:r>
            <a:endParaRPr/>
          </a:p>
          <a:p>
            <a:pPr indent="0" lvl="0" marL="0" marR="0" rtl="0" algn="l">
              <a:lnSpc>
                <a:spcPct val="100000"/>
              </a:lnSpc>
              <a:spcBef>
                <a:spcPts val="0"/>
              </a:spcBef>
              <a:spcAft>
                <a:spcPts val="0"/>
              </a:spcAft>
              <a:buNone/>
            </a:pPr>
            <a:r>
              <a:t/>
            </a:r>
            <a:endParaRPr b="1" i="0" sz="2000" u="none">
              <a:solidFill>
                <a:schemeClr val="dk1"/>
              </a:solidFill>
              <a:latin typeface="Tahoma"/>
              <a:ea typeface="Tahoma"/>
              <a:cs typeface="Tahoma"/>
              <a:sym typeface="Tahoma"/>
            </a:endParaRPr>
          </a:p>
        </p:txBody>
      </p:sp>
    </p:spTree>
  </p:cSld>
  <p:clrMapOvr>
    <a:masterClrMapping/>
  </p:clrMapOvr>
  <p:transition spd="slow">
    <p:checker/>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36" name="Google Shape;136;p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37" name="Google Shape;137;p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138" name="Google Shape;138;p3"/>
          <p:cNvSpPr txBox="1"/>
          <p:nvPr/>
        </p:nvSpPr>
        <p:spPr>
          <a:xfrm>
            <a:off x="4572000" y="2057400"/>
            <a:ext cx="4114800" cy="41148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9" name="Google Shape;139;p3"/>
          <p:cNvSpPr txBox="1"/>
          <p:nvPr>
            <p:ph type="title"/>
          </p:nvPr>
        </p:nvSpPr>
        <p:spPr>
          <a:xfrm>
            <a:off x="457200" y="381000"/>
            <a:ext cx="8229600" cy="1676400"/>
          </a:xfrm>
          <a:prstGeom prst="rect">
            <a:avLst/>
          </a:prstGeom>
          <a:solidFill>
            <a:srgbClr val="A5002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Analyze Your Purpose</a:t>
            </a:r>
            <a:endParaRPr/>
          </a:p>
        </p:txBody>
      </p:sp>
      <p:grpSp>
        <p:nvGrpSpPr>
          <p:cNvPr id="140" name="Google Shape;140;p3"/>
          <p:cNvGrpSpPr/>
          <p:nvPr/>
        </p:nvGrpSpPr>
        <p:grpSpPr>
          <a:xfrm>
            <a:off x="457200" y="2057400"/>
            <a:ext cx="4114800" cy="4114800"/>
            <a:chOff x="2880" y="1200"/>
            <a:chExt cx="2592" cy="2688"/>
          </a:xfrm>
        </p:grpSpPr>
        <p:sp>
          <p:nvSpPr>
            <p:cNvPr id="141" name="Google Shape;141;p3"/>
            <p:cNvSpPr txBox="1"/>
            <p:nvPr/>
          </p:nvSpPr>
          <p:spPr>
            <a:xfrm>
              <a:off x="2880" y="1200"/>
              <a:ext cx="2592" cy="89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Tahoma"/>
                <a:buNone/>
              </a:pPr>
              <a:r>
                <a:rPr b="1" i="0" lang="en-US" sz="3600" u="none">
                  <a:solidFill>
                    <a:schemeClr val="dk1"/>
                  </a:solidFill>
                  <a:latin typeface="Tahoma"/>
                  <a:ea typeface="Tahoma"/>
                  <a:cs typeface="Tahoma"/>
                  <a:sym typeface="Tahoma"/>
                </a:rPr>
                <a:t>Clear</a:t>
              </a:r>
              <a:endParaRPr/>
            </a:p>
          </p:txBody>
        </p:sp>
        <p:sp>
          <p:nvSpPr>
            <p:cNvPr id="142" name="Google Shape;142;p3"/>
            <p:cNvSpPr txBox="1"/>
            <p:nvPr/>
          </p:nvSpPr>
          <p:spPr>
            <a:xfrm>
              <a:off x="2880" y="2096"/>
              <a:ext cx="2592" cy="89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Tahoma"/>
                <a:buNone/>
              </a:pPr>
              <a:r>
                <a:rPr b="1" i="0" lang="en-US" sz="3600" u="none">
                  <a:solidFill>
                    <a:schemeClr val="dk1"/>
                  </a:solidFill>
                  <a:latin typeface="Tahoma"/>
                  <a:ea typeface="Tahoma"/>
                  <a:cs typeface="Tahoma"/>
                  <a:sym typeface="Tahoma"/>
                </a:rPr>
                <a:t>Necessary</a:t>
              </a:r>
              <a:endParaRPr/>
            </a:p>
          </p:txBody>
        </p:sp>
        <p:sp>
          <p:nvSpPr>
            <p:cNvPr id="143" name="Google Shape;143;p3"/>
            <p:cNvSpPr txBox="1"/>
            <p:nvPr/>
          </p:nvSpPr>
          <p:spPr>
            <a:xfrm>
              <a:off x="2880" y="2992"/>
              <a:ext cx="2592" cy="89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Tahoma"/>
                <a:buNone/>
              </a:pPr>
              <a:r>
                <a:rPr b="1" i="0" lang="en-US" sz="3600" u="none">
                  <a:solidFill>
                    <a:schemeClr val="dk1"/>
                  </a:solidFill>
                  <a:latin typeface="Tahoma"/>
                  <a:ea typeface="Tahoma"/>
                  <a:cs typeface="Tahoma"/>
                  <a:sym typeface="Tahoma"/>
                </a:rPr>
                <a:t>Appropriate</a:t>
              </a:r>
              <a:endParaRPr/>
            </a:p>
          </p:txBody>
        </p:sp>
      </p:grpSp>
      <p:grpSp>
        <p:nvGrpSpPr>
          <p:cNvPr id="144" name="Google Shape;144;p3"/>
          <p:cNvGrpSpPr/>
          <p:nvPr/>
        </p:nvGrpSpPr>
        <p:grpSpPr>
          <a:xfrm>
            <a:off x="4826000" y="3074987"/>
            <a:ext cx="3784600" cy="3097212"/>
            <a:chOff x="3040" y="1937"/>
            <a:chExt cx="2384" cy="1951"/>
          </a:xfrm>
        </p:grpSpPr>
        <p:sp>
          <p:nvSpPr>
            <p:cNvPr id="145" name="Google Shape;145;p3"/>
            <p:cNvSpPr/>
            <p:nvPr/>
          </p:nvSpPr>
          <p:spPr>
            <a:xfrm>
              <a:off x="3044" y="1941"/>
              <a:ext cx="2376" cy="1944"/>
            </a:xfrm>
            <a:custGeom>
              <a:rect b="b" l="l" r="r" t="t"/>
              <a:pathLst>
                <a:path extrusionOk="0" h="1944" w="2376">
                  <a:moveTo>
                    <a:pt x="1813" y="83"/>
                  </a:moveTo>
                  <a:lnTo>
                    <a:pt x="1843" y="83"/>
                  </a:lnTo>
                  <a:lnTo>
                    <a:pt x="1853" y="87"/>
                  </a:lnTo>
                  <a:lnTo>
                    <a:pt x="1866" y="87"/>
                  </a:lnTo>
                  <a:lnTo>
                    <a:pt x="1880" y="90"/>
                  </a:lnTo>
                  <a:lnTo>
                    <a:pt x="1893" y="93"/>
                  </a:lnTo>
                  <a:lnTo>
                    <a:pt x="1903" y="100"/>
                  </a:lnTo>
                  <a:lnTo>
                    <a:pt x="1916" y="104"/>
                  </a:lnTo>
                  <a:lnTo>
                    <a:pt x="1930" y="111"/>
                  </a:lnTo>
                  <a:lnTo>
                    <a:pt x="1940" y="114"/>
                  </a:lnTo>
                  <a:lnTo>
                    <a:pt x="1953" y="121"/>
                  </a:lnTo>
                  <a:lnTo>
                    <a:pt x="1963" y="125"/>
                  </a:lnTo>
                  <a:lnTo>
                    <a:pt x="1976" y="132"/>
                  </a:lnTo>
                  <a:lnTo>
                    <a:pt x="1986" y="139"/>
                  </a:lnTo>
                  <a:lnTo>
                    <a:pt x="2000" y="145"/>
                  </a:lnTo>
                  <a:lnTo>
                    <a:pt x="2010" y="149"/>
                  </a:lnTo>
                  <a:lnTo>
                    <a:pt x="2026" y="163"/>
                  </a:lnTo>
                  <a:lnTo>
                    <a:pt x="2036" y="177"/>
                  </a:lnTo>
                  <a:lnTo>
                    <a:pt x="2050" y="187"/>
                  </a:lnTo>
                  <a:lnTo>
                    <a:pt x="2060" y="201"/>
                  </a:lnTo>
                  <a:lnTo>
                    <a:pt x="2066" y="218"/>
                  </a:lnTo>
                  <a:lnTo>
                    <a:pt x="2076" y="232"/>
                  </a:lnTo>
                  <a:lnTo>
                    <a:pt x="2083" y="249"/>
                  </a:lnTo>
                  <a:lnTo>
                    <a:pt x="2090" y="263"/>
                  </a:lnTo>
                  <a:lnTo>
                    <a:pt x="2096" y="281"/>
                  </a:lnTo>
                  <a:lnTo>
                    <a:pt x="2100" y="298"/>
                  </a:lnTo>
                  <a:lnTo>
                    <a:pt x="2100" y="315"/>
                  </a:lnTo>
                  <a:lnTo>
                    <a:pt x="2103" y="333"/>
                  </a:lnTo>
                  <a:lnTo>
                    <a:pt x="2103" y="388"/>
                  </a:lnTo>
                  <a:lnTo>
                    <a:pt x="2100" y="405"/>
                  </a:lnTo>
                  <a:lnTo>
                    <a:pt x="2096" y="430"/>
                  </a:lnTo>
                  <a:lnTo>
                    <a:pt x="2086" y="454"/>
                  </a:lnTo>
                  <a:lnTo>
                    <a:pt x="2080" y="478"/>
                  </a:lnTo>
                  <a:lnTo>
                    <a:pt x="2070" y="502"/>
                  </a:lnTo>
                  <a:lnTo>
                    <a:pt x="2063" y="527"/>
                  </a:lnTo>
                  <a:lnTo>
                    <a:pt x="2050" y="551"/>
                  </a:lnTo>
                  <a:lnTo>
                    <a:pt x="2036" y="572"/>
                  </a:lnTo>
                  <a:lnTo>
                    <a:pt x="2023" y="592"/>
                  </a:lnTo>
                  <a:lnTo>
                    <a:pt x="1940" y="682"/>
                  </a:lnTo>
                  <a:lnTo>
                    <a:pt x="1943" y="689"/>
                  </a:lnTo>
                  <a:lnTo>
                    <a:pt x="1943" y="696"/>
                  </a:lnTo>
                  <a:lnTo>
                    <a:pt x="1946" y="703"/>
                  </a:lnTo>
                  <a:lnTo>
                    <a:pt x="1950" y="710"/>
                  </a:lnTo>
                  <a:lnTo>
                    <a:pt x="1953" y="717"/>
                  </a:lnTo>
                  <a:lnTo>
                    <a:pt x="1953" y="724"/>
                  </a:lnTo>
                  <a:lnTo>
                    <a:pt x="1956" y="731"/>
                  </a:lnTo>
                  <a:lnTo>
                    <a:pt x="1960" y="738"/>
                  </a:lnTo>
                  <a:lnTo>
                    <a:pt x="1963" y="734"/>
                  </a:lnTo>
                  <a:lnTo>
                    <a:pt x="1963" y="731"/>
                  </a:lnTo>
                  <a:lnTo>
                    <a:pt x="1973" y="731"/>
                  </a:lnTo>
                  <a:lnTo>
                    <a:pt x="1973" y="734"/>
                  </a:lnTo>
                  <a:lnTo>
                    <a:pt x="1976" y="734"/>
                  </a:lnTo>
                  <a:lnTo>
                    <a:pt x="1983" y="738"/>
                  </a:lnTo>
                  <a:lnTo>
                    <a:pt x="2003" y="759"/>
                  </a:lnTo>
                  <a:lnTo>
                    <a:pt x="2006" y="766"/>
                  </a:lnTo>
                  <a:lnTo>
                    <a:pt x="2006" y="769"/>
                  </a:lnTo>
                  <a:lnTo>
                    <a:pt x="2020" y="786"/>
                  </a:lnTo>
                  <a:lnTo>
                    <a:pt x="2033" y="804"/>
                  </a:lnTo>
                  <a:lnTo>
                    <a:pt x="2046" y="818"/>
                  </a:lnTo>
                  <a:lnTo>
                    <a:pt x="2060" y="835"/>
                  </a:lnTo>
                  <a:lnTo>
                    <a:pt x="2070" y="849"/>
                  </a:lnTo>
                  <a:lnTo>
                    <a:pt x="2083" y="866"/>
                  </a:lnTo>
                  <a:lnTo>
                    <a:pt x="2096" y="883"/>
                  </a:lnTo>
                  <a:lnTo>
                    <a:pt x="2106" y="901"/>
                  </a:lnTo>
                  <a:lnTo>
                    <a:pt x="2120" y="915"/>
                  </a:lnTo>
                  <a:lnTo>
                    <a:pt x="2130" y="932"/>
                  </a:lnTo>
                  <a:lnTo>
                    <a:pt x="2140" y="949"/>
                  </a:lnTo>
                  <a:lnTo>
                    <a:pt x="2150" y="967"/>
                  </a:lnTo>
                  <a:lnTo>
                    <a:pt x="2156" y="984"/>
                  </a:lnTo>
                  <a:lnTo>
                    <a:pt x="2166" y="1001"/>
                  </a:lnTo>
                  <a:lnTo>
                    <a:pt x="2173" y="1022"/>
                  </a:lnTo>
                  <a:lnTo>
                    <a:pt x="2176" y="1039"/>
                  </a:lnTo>
                  <a:lnTo>
                    <a:pt x="2180" y="1050"/>
                  </a:lnTo>
                  <a:lnTo>
                    <a:pt x="2183" y="1060"/>
                  </a:lnTo>
                  <a:lnTo>
                    <a:pt x="2186" y="1071"/>
                  </a:lnTo>
                  <a:lnTo>
                    <a:pt x="2190" y="1081"/>
                  </a:lnTo>
                  <a:lnTo>
                    <a:pt x="2193" y="1091"/>
                  </a:lnTo>
                  <a:lnTo>
                    <a:pt x="2196" y="1102"/>
                  </a:lnTo>
                  <a:lnTo>
                    <a:pt x="2200" y="1112"/>
                  </a:lnTo>
                  <a:lnTo>
                    <a:pt x="2203" y="1123"/>
                  </a:lnTo>
                  <a:lnTo>
                    <a:pt x="2213" y="1123"/>
                  </a:lnTo>
                  <a:lnTo>
                    <a:pt x="2226" y="1126"/>
                  </a:lnTo>
                  <a:lnTo>
                    <a:pt x="2236" y="1133"/>
                  </a:lnTo>
                  <a:lnTo>
                    <a:pt x="2246" y="1136"/>
                  </a:lnTo>
                  <a:lnTo>
                    <a:pt x="2256" y="1143"/>
                  </a:lnTo>
                  <a:lnTo>
                    <a:pt x="2266" y="1150"/>
                  </a:lnTo>
                  <a:lnTo>
                    <a:pt x="2276" y="1157"/>
                  </a:lnTo>
                  <a:lnTo>
                    <a:pt x="2283" y="1168"/>
                  </a:lnTo>
                  <a:lnTo>
                    <a:pt x="2293" y="1174"/>
                  </a:lnTo>
                  <a:lnTo>
                    <a:pt x="2300" y="1185"/>
                  </a:lnTo>
                  <a:lnTo>
                    <a:pt x="2306" y="1195"/>
                  </a:lnTo>
                  <a:lnTo>
                    <a:pt x="2316" y="1206"/>
                  </a:lnTo>
                  <a:lnTo>
                    <a:pt x="2323" y="1216"/>
                  </a:lnTo>
                  <a:lnTo>
                    <a:pt x="2330" y="1226"/>
                  </a:lnTo>
                  <a:lnTo>
                    <a:pt x="2333" y="1237"/>
                  </a:lnTo>
                  <a:lnTo>
                    <a:pt x="2340" y="1247"/>
                  </a:lnTo>
                  <a:lnTo>
                    <a:pt x="2360" y="1299"/>
                  </a:lnTo>
                  <a:lnTo>
                    <a:pt x="2373" y="1355"/>
                  </a:lnTo>
                  <a:lnTo>
                    <a:pt x="2376" y="1410"/>
                  </a:lnTo>
                  <a:lnTo>
                    <a:pt x="2376" y="1469"/>
                  </a:lnTo>
                  <a:lnTo>
                    <a:pt x="2370" y="1528"/>
                  </a:lnTo>
                  <a:lnTo>
                    <a:pt x="2363" y="1587"/>
                  </a:lnTo>
                  <a:lnTo>
                    <a:pt x="2353" y="1646"/>
                  </a:lnTo>
                  <a:lnTo>
                    <a:pt x="2343" y="1701"/>
                  </a:lnTo>
                  <a:lnTo>
                    <a:pt x="2340" y="1725"/>
                  </a:lnTo>
                  <a:lnTo>
                    <a:pt x="2336" y="1753"/>
                  </a:lnTo>
                  <a:lnTo>
                    <a:pt x="2333" y="1781"/>
                  </a:lnTo>
                  <a:lnTo>
                    <a:pt x="2330" y="1809"/>
                  </a:lnTo>
                  <a:lnTo>
                    <a:pt x="2323" y="1840"/>
                  </a:lnTo>
                  <a:lnTo>
                    <a:pt x="2320" y="1864"/>
                  </a:lnTo>
                  <a:lnTo>
                    <a:pt x="2316" y="1892"/>
                  </a:lnTo>
                  <a:lnTo>
                    <a:pt x="2310" y="1919"/>
                  </a:lnTo>
                  <a:lnTo>
                    <a:pt x="2310" y="1930"/>
                  </a:lnTo>
                  <a:lnTo>
                    <a:pt x="2306" y="1937"/>
                  </a:lnTo>
                  <a:lnTo>
                    <a:pt x="2303" y="1940"/>
                  </a:lnTo>
                  <a:lnTo>
                    <a:pt x="2293" y="1944"/>
                  </a:lnTo>
                  <a:lnTo>
                    <a:pt x="1820" y="1944"/>
                  </a:lnTo>
                  <a:lnTo>
                    <a:pt x="1386" y="1940"/>
                  </a:lnTo>
                  <a:lnTo>
                    <a:pt x="763" y="1940"/>
                  </a:lnTo>
                  <a:lnTo>
                    <a:pt x="296" y="1937"/>
                  </a:lnTo>
                  <a:lnTo>
                    <a:pt x="96" y="1937"/>
                  </a:lnTo>
                  <a:lnTo>
                    <a:pt x="90" y="1923"/>
                  </a:lnTo>
                  <a:lnTo>
                    <a:pt x="96" y="1909"/>
                  </a:lnTo>
                  <a:lnTo>
                    <a:pt x="106" y="1895"/>
                  </a:lnTo>
                  <a:lnTo>
                    <a:pt x="113" y="1881"/>
                  </a:lnTo>
                  <a:lnTo>
                    <a:pt x="120" y="1867"/>
                  </a:lnTo>
                  <a:lnTo>
                    <a:pt x="130" y="1854"/>
                  </a:lnTo>
                  <a:lnTo>
                    <a:pt x="136" y="1840"/>
                  </a:lnTo>
                  <a:lnTo>
                    <a:pt x="146" y="1826"/>
                  </a:lnTo>
                  <a:lnTo>
                    <a:pt x="153" y="1815"/>
                  </a:lnTo>
                  <a:lnTo>
                    <a:pt x="160" y="1802"/>
                  </a:lnTo>
                  <a:lnTo>
                    <a:pt x="170" y="1788"/>
                  </a:lnTo>
                  <a:lnTo>
                    <a:pt x="176" y="1774"/>
                  </a:lnTo>
                  <a:lnTo>
                    <a:pt x="186" y="1760"/>
                  </a:lnTo>
                  <a:lnTo>
                    <a:pt x="193" y="1746"/>
                  </a:lnTo>
                  <a:lnTo>
                    <a:pt x="200" y="1736"/>
                  </a:lnTo>
                  <a:lnTo>
                    <a:pt x="210" y="1722"/>
                  </a:lnTo>
                  <a:lnTo>
                    <a:pt x="216" y="1708"/>
                  </a:lnTo>
                  <a:lnTo>
                    <a:pt x="210" y="1677"/>
                  </a:lnTo>
                  <a:lnTo>
                    <a:pt x="203" y="1642"/>
                  </a:lnTo>
                  <a:lnTo>
                    <a:pt x="193" y="1611"/>
                  </a:lnTo>
                  <a:lnTo>
                    <a:pt x="186" y="1576"/>
                  </a:lnTo>
                  <a:lnTo>
                    <a:pt x="176" y="1545"/>
                  </a:lnTo>
                  <a:lnTo>
                    <a:pt x="170" y="1514"/>
                  </a:lnTo>
                  <a:lnTo>
                    <a:pt x="163" y="1479"/>
                  </a:lnTo>
                  <a:lnTo>
                    <a:pt x="156" y="1448"/>
                  </a:lnTo>
                  <a:lnTo>
                    <a:pt x="176" y="1427"/>
                  </a:lnTo>
                  <a:lnTo>
                    <a:pt x="180" y="1420"/>
                  </a:lnTo>
                  <a:lnTo>
                    <a:pt x="206" y="1393"/>
                  </a:lnTo>
                  <a:lnTo>
                    <a:pt x="210" y="1386"/>
                  </a:lnTo>
                  <a:lnTo>
                    <a:pt x="216" y="1382"/>
                  </a:lnTo>
                  <a:lnTo>
                    <a:pt x="236" y="1362"/>
                  </a:lnTo>
                  <a:lnTo>
                    <a:pt x="243" y="1358"/>
                  </a:lnTo>
                  <a:lnTo>
                    <a:pt x="250" y="1351"/>
                  </a:lnTo>
                  <a:lnTo>
                    <a:pt x="260" y="1348"/>
                  </a:lnTo>
                  <a:lnTo>
                    <a:pt x="256" y="1344"/>
                  </a:lnTo>
                  <a:lnTo>
                    <a:pt x="256" y="1341"/>
                  </a:lnTo>
                  <a:lnTo>
                    <a:pt x="250" y="1334"/>
                  </a:lnTo>
                  <a:lnTo>
                    <a:pt x="243" y="1334"/>
                  </a:lnTo>
                  <a:lnTo>
                    <a:pt x="233" y="1330"/>
                  </a:lnTo>
                  <a:lnTo>
                    <a:pt x="213" y="1330"/>
                  </a:lnTo>
                  <a:lnTo>
                    <a:pt x="206" y="1327"/>
                  </a:lnTo>
                  <a:lnTo>
                    <a:pt x="186" y="1327"/>
                  </a:lnTo>
                  <a:lnTo>
                    <a:pt x="176" y="1323"/>
                  </a:lnTo>
                  <a:lnTo>
                    <a:pt x="140" y="1323"/>
                  </a:lnTo>
                  <a:lnTo>
                    <a:pt x="130" y="1320"/>
                  </a:lnTo>
                  <a:lnTo>
                    <a:pt x="96" y="1320"/>
                  </a:lnTo>
                  <a:lnTo>
                    <a:pt x="93" y="1317"/>
                  </a:lnTo>
                  <a:lnTo>
                    <a:pt x="93" y="1313"/>
                  </a:lnTo>
                  <a:lnTo>
                    <a:pt x="86" y="1306"/>
                  </a:lnTo>
                  <a:lnTo>
                    <a:pt x="86" y="1303"/>
                  </a:lnTo>
                  <a:lnTo>
                    <a:pt x="80" y="1272"/>
                  </a:lnTo>
                  <a:lnTo>
                    <a:pt x="76" y="1244"/>
                  </a:lnTo>
                  <a:lnTo>
                    <a:pt x="70" y="1213"/>
                  </a:lnTo>
                  <a:lnTo>
                    <a:pt x="63" y="1181"/>
                  </a:lnTo>
                  <a:lnTo>
                    <a:pt x="60" y="1154"/>
                  </a:lnTo>
                  <a:lnTo>
                    <a:pt x="53" y="1123"/>
                  </a:lnTo>
                  <a:lnTo>
                    <a:pt x="43" y="1095"/>
                  </a:lnTo>
                  <a:lnTo>
                    <a:pt x="36" y="1067"/>
                  </a:lnTo>
                  <a:lnTo>
                    <a:pt x="33" y="1039"/>
                  </a:lnTo>
                  <a:lnTo>
                    <a:pt x="26" y="1015"/>
                  </a:lnTo>
                  <a:lnTo>
                    <a:pt x="23" y="991"/>
                  </a:lnTo>
                  <a:lnTo>
                    <a:pt x="16" y="967"/>
                  </a:lnTo>
                  <a:lnTo>
                    <a:pt x="13" y="942"/>
                  </a:lnTo>
                  <a:lnTo>
                    <a:pt x="6" y="922"/>
                  </a:lnTo>
                  <a:lnTo>
                    <a:pt x="3" y="894"/>
                  </a:lnTo>
                  <a:lnTo>
                    <a:pt x="0" y="870"/>
                  </a:lnTo>
                  <a:lnTo>
                    <a:pt x="3" y="856"/>
                  </a:lnTo>
                  <a:lnTo>
                    <a:pt x="10" y="845"/>
                  </a:lnTo>
                  <a:lnTo>
                    <a:pt x="16" y="835"/>
                  </a:lnTo>
                  <a:lnTo>
                    <a:pt x="50" y="800"/>
                  </a:lnTo>
                  <a:lnTo>
                    <a:pt x="56" y="790"/>
                  </a:lnTo>
                  <a:lnTo>
                    <a:pt x="66" y="776"/>
                  </a:lnTo>
                  <a:lnTo>
                    <a:pt x="76" y="762"/>
                  </a:lnTo>
                  <a:lnTo>
                    <a:pt x="86" y="752"/>
                  </a:lnTo>
                  <a:lnTo>
                    <a:pt x="96" y="738"/>
                  </a:lnTo>
                  <a:lnTo>
                    <a:pt x="106" y="728"/>
                  </a:lnTo>
                  <a:lnTo>
                    <a:pt x="116" y="714"/>
                  </a:lnTo>
                  <a:lnTo>
                    <a:pt x="130" y="703"/>
                  </a:lnTo>
                  <a:lnTo>
                    <a:pt x="183" y="648"/>
                  </a:lnTo>
                  <a:lnTo>
                    <a:pt x="196" y="637"/>
                  </a:lnTo>
                  <a:lnTo>
                    <a:pt x="206" y="627"/>
                  </a:lnTo>
                  <a:lnTo>
                    <a:pt x="220" y="617"/>
                  </a:lnTo>
                  <a:lnTo>
                    <a:pt x="230" y="610"/>
                  </a:lnTo>
                  <a:lnTo>
                    <a:pt x="243" y="599"/>
                  </a:lnTo>
                  <a:lnTo>
                    <a:pt x="253" y="589"/>
                  </a:lnTo>
                  <a:lnTo>
                    <a:pt x="266" y="579"/>
                  </a:lnTo>
                  <a:lnTo>
                    <a:pt x="280" y="572"/>
                  </a:lnTo>
                  <a:lnTo>
                    <a:pt x="290" y="561"/>
                  </a:lnTo>
                  <a:lnTo>
                    <a:pt x="303" y="551"/>
                  </a:lnTo>
                  <a:lnTo>
                    <a:pt x="316" y="544"/>
                  </a:lnTo>
                  <a:lnTo>
                    <a:pt x="326" y="534"/>
                  </a:lnTo>
                  <a:lnTo>
                    <a:pt x="340" y="527"/>
                  </a:lnTo>
                  <a:lnTo>
                    <a:pt x="353" y="516"/>
                  </a:lnTo>
                  <a:lnTo>
                    <a:pt x="366" y="509"/>
                  </a:lnTo>
                  <a:lnTo>
                    <a:pt x="380" y="502"/>
                  </a:lnTo>
                  <a:lnTo>
                    <a:pt x="393" y="492"/>
                  </a:lnTo>
                  <a:lnTo>
                    <a:pt x="403" y="485"/>
                  </a:lnTo>
                  <a:lnTo>
                    <a:pt x="416" y="478"/>
                  </a:lnTo>
                  <a:lnTo>
                    <a:pt x="430" y="471"/>
                  </a:lnTo>
                  <a:lnTo>
                    <a:pt x="436" y="468"/>
                  </a:lnTo>
                  <a:lnTo>
                    <a:pt x="443" y="464"/>
                  </a:lnTo>
                  <a:lnTo>
                    <a:pt x="446" y="464"/>
                  </a:lnTo>
                  <a:lnTo>
                    <a:pt x="453" y="461"/>
                  </a:lnTo>
                  <a:lnTo>
                    <a:pt x="463" y="450"/>
                  </a:lnTo>
                  <a:lnTo>
                    <a:pt x="470" y="447"/>
                  </a:lnTo>
                  <a:lnTo>
                    <a:pt x="476" y="443"/>
                  </a:lnTo>
                  <a:lnTo>
                    <a:pt x="480" y="440"/>
                  </a:lnTo>
                  <a:lnTo>
                    <a:pt x="486" y="436"/>
                  </a:lnTo>
                  <a:lnTo>
                    <a:pt x="496" y="426"/>
                  </a:lnTo>
                  <a:lnTo>
                    <a:pt x="503" y="423"/>
                  </a:lnTo>
                  <a:lnTo>
                    <a:pt x="510" y="419"/>
                  </a:lnTo>
                  <a:lnTo>
                    <a:pt x="516" y="416"/>
                  </a:lnTo>
                  <a:lnTo>
                    <a:pt x="520" y="412"/>
                  </a:lnTo>
                  <a:lnTo>
                    <a:pt x="530" y="409"/>
                  </a:lnTo>
                  <a:lnTo>
                    <a:pt x="540" y="405"/>
                  </a:lnTo>
                  <a:lnTo>
                    <a:pt x="546" y="398"/>
                  </a:lnTo>
                  <a:lnTo>
                    <a:pt x="556" y="395"/>
                  </a:lnTo>
                  <a:lnTo>
                    <a:pt x="563" y="388"/>
                  </a:lnTo>
                  <a:lnTo>
                    <a:pt x="573" y="381"/>
                  </a:lnTo>
                  <a:lnTo>
                    <a:pt x="583" y="374"/>
                  </a:lnTo>
                  <a:lnTo>
                    <a:pt x="590" y="367"/>
                  </a:lnTo>
                  <a:lnTo>
                    <a:pt x="600" y="364"/>
                  </a:lnTo>
                  <a:lnTo>
                    <a:pt x="606" y="357"/>
                  </a:lnTo>
                  <a:lnTo>
                    <a:pt x="616" y="353"/>
                  </a:lnTo>
                  <a:lnTo>
                    <a:pt x="626" y="350"/>
                  </a:lnTo>
                  <a:lnTo>
                    <a:pt x="633" y="346"/>
                  </a:lnTo>
                  <a:lnTo>
                    <a:pt x="643" y="343"/>
                  </a:lnTo>
                  <a:lnTo>
                    <a:pt x="653" y="339"/>
                  </a:lnTo>
                  <a:lnTo>
                    <a:pt x="663" y="339"/>
                  </a:lnTo>
                  <a:lnTo>
                    <a:pt x="673" y="336"/>
                  </a:lnTo>
                  <a:lnTo>
                    <a:pt x="680" y="336"/>
                  </a:lnTo>
                  <a:lnTo>
                    <a:pt x="686" y="333"/>
                  </a:lnTo>
                  <a:lnTo>
                    <a:pt x="696" y="333"/>
                  </a:lnTo>
                  <a:lnTo>
                    <a:pt x="703" y="329"/>
                  </a:lnTo>
                  <a:lnTo>
                    <a:pt x="713" y="329"/>
                  </a:lnTo>
                  <a:lnTo>
                    <a:pt x="720" y="326"/>
                  </a:lnTo>
                  <a:lnTo>
                    <a:pt x="726" y="322"/>
                  </a:lnTo>
                  <a:lnTo>
                    <a:pt x="733" y="319"/>
                  </a:lnTo>
                  <a:lnTo>
                    <a:pt x="750" y="319"/>
                  </a:lnTo>
                  <a:lnTo>
                    <a:pt x="760" y="315"/>
                  </a:lnTo>
                  <a:lnTo>
                    <a:pt x="766" y="315"/>
                  </a:lnTo>
                  <a:lnTo>
                    <a:pt x="776" y="312"/>
                  </a:lnTo>
                  <a:lnTo>
                    <a:pt x="793" y="312"/>
                  </a:lnTo>
                  <a:lnTo>
                    <a:pt x="800" y="308"/>
                  </a:lnTo>
                  <a:lnTo>
                    <a:pt x="810" y="308"/>
                  </a:lnTo>
                  <a:lnTo>
                    <a:pt x="816" y="305"/>
                  </a:lnTo>
                  <a:lnTo>
                    <a:pt x="826" y="305"/>
                  </a:lnTo>
                  <a:lnTo>
                    <a:pt x="833" y="301"/>
                  </a:lnTo>
                  <a:lnTo>
                    <a:pt x="843" y="301"/>
                  </a:lnTo>
                  <a:lnTo>
                    <a:pt x="850" y="298"/>
                  </a:lnTo>
                  <a:lnTo>
                    <a:pt x="856" y="298"/>
                  </a:lnTo>
                  <a:lnTo>
                    <a:pt x="866" y="294"/>
                  </a:lnTo>
                  <a:lnTo>
                    <a:pt x="876" y="294"/>
                  </a:lnTo>
                  <a:lnTo>
                    <a:pt x="886" y="291"/>
                  </a:lnTo>
                  <a:lnTo>
                    <a:pt x="906" y="291"/>
                  </a:lnTo>
                  <a:lnTo>
                    <a:pt x="916" y="288"/>
                  </a:lnTo>
                  <a:lnTo>
                    <a:pt x="926" y="288"/>
                  </a:lnTo>
                  <a:lnTo>
                    <a:pt x="936" y="284"/>
                  </a:lnTo>
                  <a:lnTo>
                    <a:pt x="946" y="284"/>
                  </a:lnTo>
                  <a:lnTo>
                    <a:pt x="956" y="281"/>
                  </a:lnTo>
                  <a:lnTo>
                    <a:pt x="976" y="281"/>
                  </a:lnTo>
                  <a:lnTo>
                    <a:pt x="986" y="277"/>
                  </a:lnTo>
                  <a:lnTo>
                    <a:pt x="1016" y="277"/>
                  </a:lnTo>
                  <a:lnTo>
                    <a:pt x="1033" y="298"/>
                  </a:lnTo>
                  <a:lnTo>
                    <a:pt x="1046" y="319"/>
                  </a:lnTo>
                  <a:lnTo>
                    <a:pt x="1056" y="343"/>
                  </a:lnTo>
                  <a:lnTo>
                    <a:pt x="1063" y="367"/>
                  </a:lnTo>
                  <a:lnTo>
                    <a:pt x="1066" y="395"/>
                  </a:lnTo>
                  <a:lnTo>
                    <a:pt x="1070" y="423"/>
                  </a:lnTo>
                  <a:lnTo>
                    <a:pt x="1073" y="447"/>
                  </a:lnTo>
                  <a:lnTo>
                    <a:pt x="1080" y="471"/>
                  </a:lnTo>
                  <a:lnTo>
                    <a:pt x="1086" y="530"/>
                  </a:lnTo>
                  <a:lnTo>
                    <a:pt x="1090" y="592"/>
                  </a:lnTo>
                  <a:lnTo>
                    <a:pt x="1096" y="651"/>
                  </a:lnTo>
                  <a:lnTo>
                    <a:pt x="1100" y="714"/>
                  </a:lnTo>
                  <a:lnTo>
                    <a:pt x="1103" y="773"/>
                  </a:lnTo>
                  <a:lnTo>
                    <a:pt x="1103" y="831"/>
                  </a:lnTo>
                  <a:lnTo>
                    <a:pt x="1100" y="894"/>
                  </a:lnTo>
                  <a:lnTo>
                    <a:pt x="1090" y="953"/>
                  </a:lnTo>
                  <a:lnTo>
                    <a:pt x="1086" y="963"/>
                  </a:lnTo>
                  <a:lnTo>
                    <a:pt x="1076" y="977"/>
                  </a:lnTo>
                  <a:lnTo>
                    <a:pt x="1070" y="991"/>
                  </a:lnTo>
                  <a:lnTo>
                    <a:pt x="1060" y="1001"/>
                  </a:lnTo>
                  <a:lnTo>
                    <a:pt x="1050" y="1015"/>
                  </a:lnTo>
                  <a:lnTo>
                    <a:pt x="1020" y="1046"/>
                  </a:lnTo>
                  <a:lnTo>
                    <a:pt x="1070" y="1046"/>
                  </a:lnTo>
                  <a:lnTo>
                    <a:pt x="1080" y="1050"/>
                  </a:lnTo>
                  <a:lnTo>
                    <a:pt x="1096" y="1050"/>
                  </a:lnTo>
                  <a:lnTo>
                    <a:pt x="1100" y="1057"/>
                  </a:lnTo>
                  <a:lnTo>
                    <a:pt x="1100" y="1067"/>
                  </a:lnTo>
                  <a:lnTo>
                    <a:pt x="1660" y="1067"/>
                  </a:lnTo>
                  <a:lnTo>
                    <a:pt x="1663" y="1057"/>
                  </a:lnTo>
                  <a:lnTo>
                    <a:pt x="1670" y="1043"/>
                  </a:lnTo>
                  <a:lnTo>
                    <a:pt x="1676" y="1032"/>
                  </a:lnTo>
                  <a:lnTo>
                    <a:pt x="1680" y="1019"/>
                  </a:lnTo>
                  <a:lnTo>
                    <a:pt x="1683" y="1008"/>
                  </a:lnTo>
                  <a:lnTo>
                    <a:pt x="1690" y="994"/>
                  </a:lnTo>
                  <a:lnTo>
                    <a:pt x="1690" y="967"/>
                  </a:lnTo>
                  <a:lnTo>
                    <a:pt x="1693" y="960"/>
                  </a:lnTo>
                  <a:lnTo>
                    <a:pt x="1696" y="949"/>
                  </a:lnTo>
                  <a:lnTo>
                    <a:pt x="1696" y="939"/>
                  </a:lnTo>
                  <a:lnTo>
                    <a:pt x="1703" y="932"/>
                  </a:lnTo>
                  <a:lnTo>
                    <a:pt x="1706" y="922"/>
                  </a:lnTo>
                  <a:lnTo>
                    <a:pt x="1710" y="915"/>
                  </a:lnTo>
                  <a:lnTo>
                    <a:pt x="1713" y="904"/>
                  </a:lnTo>
                  <a:lnTo>
                    <a:pt x="1716" y="894"/>
                  </a:lnTo>
                  <a:lnTo>
                    <a:pt x="1713" y="880"/>
                  </a:lnTo>
                  <a:lnTo>
                    <a:pt x="1710" y="866"/>
                  </a:lnTo>
                  <a:lnTo>
                    <a:pt x="1703" y="849"/>
                  </a:lnTo>
                  <a:lnTo>
                    <a:pt x="1700" y="835"/>
                  </a:lnTo>
                  <a:lnTo>
                    <a:pt x="1706" y="831"/>
                  </a:lnTo>
                  <a:lnTo>
                    <a:pt x="1716" y="821"/>
                  </a:lnTo>
                  <a:lnTo>
                    <a:pt x="1723" y="818"/>
                  </a:lnTo>
                  <a:lnTo>
                    <a:pt x="1730" y="814"/>
                  </a:lnTo>
                  <a:lnTo>
                    <a:pt x="1733" y="811"/>
                  </a:lnTo>
                  <a:lnTo>
                    <a:pt x="1740" y="807"/>
                  </a:lnTo>
                  <a:lnTo>
                    <a:pt x="1746" y="804"/>
                  </a:lnTo>
                  <a:lnTo>
                    <a:pt x="1753" y="800"/>
                  </a:lnTo>
                  <a:lnTo>
                    <a:pt x="1756" y="797"/>
                  </a:lnTo>
                  <a:lnTo>
                    <a:pt x="1763" y="793"/>
                  </a:lnTo>
                  <a:lnTo>
                    <a:pt x="1770" y="790"/>
                  </a:lnTo>
                  <a:lnTo>
                    <a:pt x="1776" y="786"/>
                  </a:lnTo>
                  <a:lnTo>
                    <a:pt x="1783" y="783"/>
                  </a:lnTo>
                  <a:lnTo>
                    <a:pt x="1790" y="780"/>
                  </a:lnTo>
                  <a:lnTo>
                    <a:pt x="1793" y="776"/>
                  </a:lnTo>
                  <a:lnTo>
                    <a:pt x="1793" y="769"/>
                  </a:lnTo>
                  <a:lnTo>
                    <a:pt x="1790" y="766"/>
                  </a:lnTo>
                  <a:lnTo>
                    <a:pt x="1790" y="759"/>
                  </a:lnTo>
                  <a:lnTo>
                    <a:pt x="1783" y="752"/>
                  </a:lnTo>
                  <a:lnTo>
                    <a:pt x="1763" y="752"/>
                  </a:lnTo>
                  <a:lnTo>
                    <a:pt x="1750" y="748"/>
                  </a:lnTo>
                  <a:lnTo>
                    <a:pt x="1736" y="745"/>
                  </a:lnTo>
                  <a:lnTo>
                    <a:pt x="1723" y="738"/>
                  </a:lnTo>
                  <a:lnTo>
                    <a:pt x="1713" y="731"/>
                  </a:lnTo>
                  <a:lnTo>
                    <a:pt x="1700" y="728"/>
                  </a:lnTo>
                  <a:lnTo>
                    <a:pt x="1690" y="717"/>
                  </a:lnTo>
                  <a:lnTo>
                    <a:pt x="1676" y="710"/>
                  </a:lnTo>
                  <a:lnTo>
                    <a:pt x="1656" y="689"/>
                  </a:lnTo>
                  <a:lnTo>
                    <a:pt x="1650" y="679"/>
                  </a:lnTo>
                  <a:lnTo>
                    <a:pt x="1640" y="669"/>
                  </a:lnTo>
                  <a:lnTo>
                    <a:pt x="1633" y="658"/>
                  </a:lnTo>
                  <a:lnTo>
                    <a:pt x="1626" y="644"/>
                  </a:lnTo>
                  <a:lnTo>
                    <a:pt x="1620" y="634"/>
                  </a:lnTo>
                  <a:lnTo>
                    <a:pt x="1616" y="620"/>
                  </a:lnTo>
                  <a:lnTo>
                    <a:pt x="1613" y="613"/>
                  </a:lnTo>
                  <a:lnTo>
                    <a:pt x="1610" y="606"/>
                  </a:lnTo>
                  <a:lnTo>
                    <a:pt x="1606" y="599"/>
                  </a:lnTo>
                  <a:lnTo>
                    <a:pt x="1600" y="596"/>
                  </a:lnTo>
                  <a:lnTo>
                    <a:pt x="1596" y="592"/>
                  </a:lnTo>
                  <a:lnTo>
                    <a:pt x="1590" y="592"/>
                  </a:lnTo>
                  <a:lnTo>
                    <a:pt x="1583" y="589"/>
                  </a:lnTo>
                  <a:lnTo>
                    <a:pt x="1566" y="589"/>
                  </a:lnTo>
                  <a:lnTo>
                    <a:pt x="1560" y="585"/>
                  </a:lnTo>
                  <a:lnTo>
                    <a:pt x="1540" y="585"/>
                  </a:lnTo>
                  <a:lnTo>
                    <a:pt x="1533" y="582"/>
                  </a:lnTo>
                  <a:lnTo>
                    <a:pt x="1526" y="582"/>
                  </a:lnTo>
                  <a:lnTo>
                    <a:pt x="1520" y="579"/>
                  </a:lnTo>
                  <a:lnTo>
                    <a:pt x="1513" y="579"/>
                  </a:lnTo>
                  <a:lnTo>
                    <a:pt x="1513" y="575"/>
                  </a:lnTo>
                  <a:lnTo>
                    <a:pt x="1510" y="575"/>
                  </a:lnTo>
                  <a:lnTo>
                    <a:pt x="1510" y="572"/>
                  </a:lnTo>
                  <a:lnTo>
                    <a:pt x="1506" y="572"/>
                  </a:lnTo>
                  <a:lnTo>
                    <a:pt x="1503" y="568"/>
                  </a:lnTo>
                  <a:lnTo>
                    <a:pt x="1503" y="565"/>
                  </a:lnTo>
                  <a:lnTo>
                    <a:pt x="1506" y="544"/>
                  </a:lnTo>
                  <a:lnTo>
                    <a:pt x="1513" y="523"/>
                  </a:lnTo>
                  <a:lnTo>
                    <a:pt x="1520" y="502"/>
                  </a:lnTo>
                  <a:lnTo>
                    <a:pt x="1530" y="482"/>
                  </a:lnTo>
                  <a:lnTo>
                    <a:pt x="1543" y="464"/>
                  </a:lnTo>
                  <a:lnTo>
                    <a:pt x="1553" y="447"/>
                  </a:lnTo>
                  <a:lnTo>
                    <a:pt x="1566" y="426"/>
                  </a:lnTo>
                  <a:lnTo>
                    <a:pt x="1583" y="409"/>
                  </a:lnTo>
                  <a:lnTo>
                    <a:pt x="1580" y="398"/>
                  </a:lnTo>
                  <a:lnTo>
                    <a:pt x="1580" y="388"/>
                  </a:lnTo>
                  <a:lnTo>
                    <a:pt x="1583" y="374"/>
                  </a:lnTo>
                  <a:lnTo>
                    <a:pt x="1586" y="364"/>
                  </a:lnTo>
                  <a:lnTo>
                    <a:pt x="1586" y="353"/>
                  </a:lnTo>
                  <a:lnTo>
                    <a:pt x="1583" y="343"/>
                  </a:lnTo>
                  <a:lnTo>
                    <a:pt x="1576" y="336"/>
                  </a:lnTo>
                  <a:lnTo>
                    <a:pt x="1563" y="333"/>
                  </a:lnTo>
                  <a:lnTo>
                    <a:pt x="1543" y="308"/>
                  </a:lnTo>
                  <a:lnTo>
                    <a:pt x="1526" y="284"/>
                  </a:lnTo>
                  <a:lnTo>
                    <a:pt x="1513" y="260"/>
                  </a:lnTo>
                  <a:lnTo>
                    <a:pt x="1503" y="232"/>
                  </a:lnTo>
                  <a:lnTo>
                    <a:pt x="1496" y="201"/>
                  </a:lnTo>
                  <a:lnTo>
                    <a:pt x="1493" y="173"/>
                  </a:lnTo>
                  <a:lnTo>
                    <a:pt x="1496" y="142"/>
                  </a:lnTo>
                  <a:lnTo>
                    <a:pt x="1500" y="114"/>
                  </a:lnTo>
                  <a:lnTo>
                    <a:pt x="1503" y="104"/>
                  </a:lnTo>
                  <a:lnTo>
                    <a:pt x="1510" y="93"/>
                  </a:lnTo>
                  <a:lnTo>
                    <a:pt x="1513" y="83"/>
                  </a:lnTo>
                  <a:lnTo>
                    <a:pt x="1520" y="76"/>
                  </a:lnTo>
                  <a:lnTo>
                    <a:pt x="1526" y="66"/>
                  </a:lnTo>
                  <a:lnTo>
                    <a:pt x="1530" y="59"/>
                  </a:lnTo>
                  <a:lnTo>
                    <a:pt x="1540" y="52"/>
                  </a:lnTo>
                  <a:lnTo>
                    <a:pt x="1553" y="38"/>
                  </a:lnTo>
                  <a:lnTo>
                    <a:pt x="1563" y="31"/>
                  </a:lnTo>
                  <a:lnTo>
                    <a:pt x="1570" y="24"/>
                  </a:lnTo>
                  <a:lnTo>
                    <a:pt x="1580" y="21"/>
                  </a:lnTo>
                  <a:lnTo>
                    <a:pt x="1590" y="17"/>
                  </a:lnTo>
                  <a:lnTo>
                    <a:pt x="1600" y="14"/>
                  </a:lnTo>
                  <a:lnTo>
                    <a:pt x="1610" y="10"/>
                  </a:lnTo>
                  <a:lnTo>
                    <a:pt x="1616" y="7"/>
                  </a:lnTo>
                  <a:lnTo>
                    <a:pt x="1630" y="7"/>
                  </a:lnTo>
                  <a:lnTo>
                    <a:pt x="1640" y="3"/>
                  </a:lnTo>
                  <a:lnTo>
                    <a:pt x="1663" y="3"/>
                  </a:lnTo>
                  <a:lnTo>
                    <a:pt x="1676" y="0"/>
                  </a:lnTo>
                  <a:lnTo>
                    <a:pt x="1700" y="0"/>
                  </a:lnTo>
                  <a:lnTo>
                    <a:pt x="1713" y="3"/>
                  </a:lnTo>
                  <a:lnTo>
                    <a:pt x="1726" y="7"/>
                  </a:lnTo>
                  <a:lnTo>
                    <a:pt x="1736" y="7"/>
                  </a:lnTo>
                  <a:lnTo>
                    <a:pt x="1746" y="10"/>
                  </a:lnTo>
                  <a:lnTo>
                    <a:pt x="1756" y="17"/>
                  </a:lnTo>
                  <a:lnTo>
                    <a:pt x="1766" y="24"/>
                  </a:lnTo>
                  <a:lnTo>
                    <a:pt x="1776" y="31"/>
                  </a:lnTo>
                  <a:lnTo>
                    <a:pt x="1786" y="42"/>
                  </a:lnTo>
                  <a:lnTo>
                    <a:pt x="1793" y="52"/>
                  </a:lnTo>
                  <a:lnTo>
                    <a:pt x="1800" y="59"/>
                  </a:lnTo>
                  <a:lnTo>
                    <a:pt x="1800" y="62"/>
                  </a:lnTo>
                  <a:lnTo>
                    <a:pt x="1810" y="73"/>
                  </a:lnTo>
                  <a:lnTo>
                    <a:pt x="1813" y="80"/>
                  </a:lnTo>
                  <a:lnTo>
                    <a:pt x="1813" y="8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6" name="Google Shape;146;p3"/>
            <p:cNvSpPr/>
            <p:nvPr/>
          </p:nvSpPr>
          <p:spPr>
            <a:xfrm>
              <a:off x="4857" y="2021"/>
              <a:ext cx="200" cy="72"/>
            </a:xfrm>
            <a:custGeom>
              <a:rect b="b" l="l" r="r" t="t"/>
              <a:pathLst>
                <a:path extrusionOk="0" h="72" w="200">
                  <a:moveTo>
                    <a:pt x="200" y="69"/>
                  </a:moveTo>
                  <a:lnTo>
                    <a:pt x="200" y="65"/>
                  </a:lnTo>
                  <a:lnTo>
                    <a:pt x="187" y="62"/>
                  </a:lnTo>
                  <a:lnTo>
                    <a:pt x="177" y="55"/>
                  </a:lnTo>
                  <a:lnTo>
                    <a:pt x="163" y="48"/>
                  </a:lnTo>
                  <a:lnTo>
                    <a:pt x="153" y="41"/>
                  </a:lnTo>
                  <a:lnTo>
                    <a:pt x="140" y="38"/>
                  </a:lnTo>
                  <a:lnTo>
                    <a:pt x="130" y="31"/>
                  </a:lnTo>
                  <a:lnTo>
                    <a:pt x="117" y="27"/>
                  </a:lnTo>
                  <a:lnTo>
                    <a:pt x="103" y="20"/>
                  </a:lnTo>
                  <a:lnTo>
                    <a:pt x="93" y="17"/>
                  </a:lnTo>
                  <a:lnTo>
                    <a:pt x="80" y="10"/>
                  </a:lnTo>
                  <a:lnTo>
                    <a:pt x="67" y="7"/>
                  </a:lnTo>
                  <a:lnTo>
                    <a:pt x="53" y="3"/>
                  </a:lnTo>
                  <a:lnTo>
                    <a:pt x="43" y="3"/>
                  </a:lnTo>
                  <a:lnTo>
                    <a:pt x="30" y="0"/>
                  </a:lnTo>
                  <a:lnTo>
                    <a:pt x="0" y="0"/>
                  </a:lnTo>
                  <a:lnTo>
                    <a:pt x="0" y="7"/>
                  </a:lnTo>
                  <a:lnTo>
                    <a:pt x="30" y="7"/>
                  </a:lnTo>
                  <a:lnTo>
                    <a:pt x="40" y="10"/>
                  </a:lnTo>
                  <a:lnTo>
                    <a:pt x="53" y="10"/>
                  </a:lnTo>
                  <a:lnTo>
                    <a:pt x="67" y="13"/>
                  </a:lnTo>
                  <a:lnTo>
                    <a:pt x="80" y="20"/>
                  </a:lnTo>
                  <a:lnTo>
                    <a:pt x="90" y="24"/>
                  </a:lnTo>
                  <a:lnTo>
                    <a:pt x="103" y="27"/>
                  </a:lnTo>
                  <a:lnTo>
                    <a:pt x="113" y="34"/>
                  </a:lnTo>
                  <a:lnTo>
                    <a:pt x="127" y="38"/>
                  </a:lnTo>
                  <a:lnTo>
                    <a:pt x="140" y="45"/>
                  </a:lnTo>
                  <a:lnTo>
                    <a:pt x="150" y="48"/>
                  </a:lnTo>
                  <a:lnTo>
                    <a:pt x="160" y="55"/>
                  </a:lnTo>
                  <a:lnTo>
                    <a:pt x="173" y="62"/>
                  </a:lnTo>
                  <a:lnTo>
                    <a:pt x="183" y="69"/>
                  </a:lnTo>
                  <a:lnTo>
                    <a:pt x="197" y="72"/>
                  </a:lnTo>
                  <a:lnTo>
                    <a:pt x="200" y="69"/>
                  </a:lnTo>
                  <a:lnTo>
                    <a:pt x="200" y="65"/>
                  </a:lnTo>
                  <a:lnTo>
                    <a:pt x="200" y="6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7" name="Google Shape;147;p3"/>
            <p:cNvSpPr/>
            <p:nvPr/>
          </p:nvSpPr>
          <p:spPr>
            <a:xfrm>
              <a:off x="5054" y="2090"/>
              <a:ext cx="96" cy="256"/>
            </a:xfrm>
            <a:custGeom>
              <a:rect b="b" l="l" r="r" t="t"/>
              <a:pathLst>
                <a:path extrusionOk="0" h="256" w="96">
                  <a:moveTo>
                    <a:pt x="93" y="256"/>
                  </a:moveTo>
                  <a:lnTo>
                    <a:pt x="96" y="239"/>
                  </a:lnTo>
                  <a:lnTo>
                    <a:pt x="96" y="184"/>
                  </a:lnTo>
                  <a:lnTo>
                    <a:pt x="93" y="166"/>
                  </a:lnTo>
                  <a:lnTo>
                    <a:pt x="90" y="149"/>
                  </a:lnTo>
                  <a:lnTo>
                    <a:pt x="90" y="132"/>
                  </a:lnTo>
                  <a:lnTo>
                    <a:pt x="83" y="114"/>
                  </a:lnTo>
                  <a:lnTo>
                    <a:pt x="76" y="97"/>
                  </a:lnTo>
                  <a:lnTo>
                    <a:pt x="70" y="83"/>
                  </a:lnTo>
                  <a:lnTo>
                    <a:pt x="60" y="66"/>
                  </a:lnTo>
                  <a:lnTo>
                    <a:pt x="53" y="52"/>
                  </a:lnTo>
                  <a:lnTo>
                    <a:pt x="40" y="38"/>
                  </a:lnTo>
                  <a:lnTo>
                    <a:pt x="30" y="24"/>
                  </a:lnTo>
                  <a:lnTo>
                    <a:pt x="16" y="10"/>
                  </a:lnTo>
                  <a:lnTo>
                    <a:pt x="3" y="0"/>
                  </a:lnTo>
                  <a:lnTo>
                    <a:pt x="0" y="3"/>
                  </a:lnTo>
                  <a:lnTo>
                    <a:pt x="36" y="41"/>
                  </a:lnTo>
                  <a:lnTo>
                    <a:pt x="46" y="55"/>
                  </a:lnTo>
                  <a:lnTo>
                    <a:pt x="56" y="69"/>
                  </a:lnTo>
                  <a:lnTo>
                    <a:pt x="63" y="87"/>
                  </a:lnTo>
                  <a:lnTo>
                    <a:pt x="70" y="100"/>
                  </a:lnTo>
                  <a:lnTo>
                    <a:pt x="76" y="118"/>
                  </a:lnTo>
                  <a:lnTo>
                    <a:pt x="83" y="132"/>
                  </a:lnTo>
                  <a:lnTo>
                    <a:pt x="86" y="149"/>
                  </a:lnTo>
                  <a:lnTo>
                    <a:pt x="90" y="166"/>
                  </a:lnTo>
                  <a:lnTo>
                    <a:pt x="90" y="239"/>
                  </a:lnTo>
                  <a:lnTo>
                    <a:pt x="86" y="256"/>
                  </a:lnTo>
                  <a:lnTo>
                    <a:pt x="93" y="25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8" name="Google Shape;148;p3"/>
            <p:cNvSpPr/>
            <p:nvPr/>
          </p:nvSpPr>
          <p:spPr>
            <a:xfrm>
              <a:off x="5064" y="2346"/>
              <a:ext cx="83" cy="191"/>
            </a:xfrm>
            <a:custGeom>
              <a:rect b="b" l="l" r="r" t="t"/>
              <a:pathLst>
                <a:path extrusionOk="0" h="191" w="83">
                  <a:moveTo>
                    <a:pt x="6" y="191"/>
                  </a:moveTo>
                  <a:lnTo>
                    <a:pt x="20" y="170"/>
                  </a:lnTo>
                  <a:lnTo>
                    <a:pt x="33" y="146"/>
                  </a:lnTo>
                  <a:lnTo>
                    <a:pt x="43" y="125"/>
                  </a:lnTo>
                  <a:lnTo>
                    <a:pt x="53" y="97"/>
                  </a:lnTo>
                  <a:lnTo>
                    <a:pt x="63" y="77"/>
                  </a:lnTo>
                  <a:lnTo>
                    <a:pt x="70" y="49"/>
                  </a:lnTo>
                  <a:lnTo>
                    <a:pt x="80" y="25"/>
                  </a:lnTo>
                  <a:lnTo>
                    <a:pt x="83" y="0"/>
                  </a:lnTo>
                  <a:lnTo>
                    <a:pt x="76" y="0"/>
                  </a:lnTo>
                  <a:lnTo>
                    <a:pt x="73" y="25"/>
                  </a:lnTo>
                  <a:lnTo>
                    <a:pt x="63" y="49"/>
                  </a:lnTo>
                  <a:lnTo>
                    <a:pt x="56" y="73"/>
                  </a:lnTo>
                  <a:lnTo>
                    <a:pt x="46" y="97"/>
                  </a:lnTo>
                  <a:lnTo>
                    <a:pt x="40" y="122"/>
                  </a:lnTo>
                  <a:lnTo>
                    <a:pt x="26" y="142"/>
                  </a:lnTo>
                  <a:lnTo>
                    <a:pt x="13" y="167"/>
                  </a:lnTo>
                  <a:lnTo>
                    <a:pt x="0" y="184"/>
                  </a:lnTo>
                  <a:lnTo>
                    <a:pt x="6" y="19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9" name="Google Shape;149;p3"/>
            <p:cNvSpPr/>
            <p:nvPr/>
          </p:nvSpPr>
          <p:spPr>
            <a:xfrm>
              <a:off x="4980" y="2530"/>
              <a:ext cx="90" cy="97"/>
            </a:xfrm>
            <a:custGeom>
              <a:rect b="b" l="l" r="r" t="t"/>
              <a:pathLst>
                <a:path extrusionOk="0" h="97" w="90">
                  <a:moveTo>
                    <a:pt x="7" y="93"/>
                  </a:moveTo>
                  <a:lnTo>
                    <a:pt x="7" y="97"/>
                  </a:lnTo>
                  <a:lnTo>
                    <a:pt x="90" y="7"/>
                  </a:lnTo>
                  <a:lnTo>
                    <a:pt x="84" y="0"/>
                  </a:lnTo>
                  <a:lnTo>
                    <a:pt x="0" y="90"/>
                  </a:lnTo>
                  <a:lnTo>
                    <a:pt x="0" y="93"/>
                  </a:lnTo>
                  <a:lnTo>
                    <a:pt x="0" y="90"/>
                  </a:lnTo>
                  <a:lnTo>
                    <a:pt x="0" y="93"/>
                  </a:lnTo>
                  <a:lnTo>
                    <a:pt x="7" y="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0" name="Google Shape;150;p3"/>
            <p:cNvSpPr/>
            <p:nvPr/>
          </p:nvSpPr>
          <p:spPr>
            <a:xfrm>
              <a:off x="4980" y="2623"/>
              <a:ext cx="27" cy="63"/>
            </a:xfrm>
            <a:custGeom>
              <a:rect b="b" l="l" r="r" t="t"/>
              <a:pathLst>
                <a:path extrusionOk="0" h="63" w="27">
                  <a:moveTo>
                    <a:pt x="20" y="52"/>
                  </a:moveTo>
                  <a:lnTo>
                    <a:pt x="27" y="52"/>
                  </a:lnTo>
                  <a:lnTo>
                    <a:pt x="24" y="46"/>
                  </a:lnTo>
                  <a:lnTo>
                    <a:pt x="20" y="39"/>
                  </a:lnTo>
                  <a:lnTo>
                    <a:pt x="17" y="32"/>
                  </a:lnTo>
                  <a:lnTo>
                    <a:pt x="17" y="28"/>
                  </a:lnTo>
                  <a:lnTo>
                    <a:pt x="14" y="21"/>
                  </a:lnTo>
                  <a:lnTo>
                    <a:pt x="10" y="14"/>
                  </a:lnTo>
                  <a:lnTo>
                    <a:pt x="10" y="7"/>
                  </a:lnTo>
                  <a:lnTo>
                    <a:pt x="7" y="0"/>
                  </a:lnTo>
                  <a:lnTo>
                    <a:pt x="0" y="0"/>
                  </a:lnTo>
                  <a:lnTo>
                    <a:pt x="4" y="7"/>
                  </a:lnTo>
                  <a:lnTo>
                    <a:pt x="4" y="14"/>
                  </a:lnTo>
                  <a:lnTo>
                    <a:pt x="7" y="21"/>
                  </a:lnTo>
                  <a:lnTo>
                    <a:pt x="10" y="28"/>
                  </a:lnTo>
                  <a:lnTo>
                    <a:pt x="14" y="35"/>
                  </a:lnTo>
                  <a:lnTo>
                    <a:pt x="14" y="42"/>
                  </a:lnTo>
                  <a:lnTo>
                    <a:pt x="17" y="49"/>
                  </a:lnTo>
                  <a:lnTo>
                    <a:pt x="20" y="56"/>
                  </a:lnTo>
                  <a:lnTo>
                    <a:pt x="27" y="56"/>
                  </a:lnTo>
                  <a:lnTo>
                    <a:pt x="20" y="56"/>
                  </a:lnTo>
                  <a:lnTo>
                    <a:pt x="24" y="63"/>
                  </a:lnTo>
                  <a:lnTo>
                    <a:pt x="27" y="56"/>
                  </a:lnTo>
                  <a:lnTo>
                    <a:pt x="20" y="5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1" name="Google Shape;151;p3"/>
            <p:cNvSpPr/>
            <p:nvPr/>
          </p:nvSpPr>
          <p:spPr>
            <a:xfrm>
              <a:off x="5000" y="2669"/>
              <a:ext cx="24" cy="10"/>
            </a:xfrm>
            <a:custGeom>
              <a:rect b="b" l="l" r="r" t="t"/>
              <a:pathLst>
                <a:path extrusionOk="0" h="10" w="24">
                  <a:moveTo>
                    <a:pt x="24" y="3"/>
                  </a:moveTo>
                  <a:lnTo>
                    <a:pt x="14" y="3"/>
                  </a:lnTo>
                  <a:lnTo>
                    <a:pt x="14" y="0"/>
                  </a:lnTo>
                  <a:lnTo>
                    <a:pt x="10" y="0"/>
                  </a:lnTo>
                  <a:lnTo>
                    <a:pt x="7" y="3"/>
                  </a:lnTo>
                  <a:lnTo>
                    <a:pt x="4" y="3"/>
                  </a:lnTo>
                  <a:lnTo>
                    <a:pt x="0" y="6"/>
                  </a:lnTo>
                  <a:lnTo>
                    <a:pt x="7" y="10"/>
                  </a:lnTo>
                  <a:lnTo>
                    <a:pt x="10" y="6"/>
                  </a:lnTo>
                  <a:lnTo>
                    <a:pt x="14" y="6"/>
                  </a:lnTo>
                  <a:lnTo>
                    <a:pt x="17" y="10"/>
                  </a:lnTo>
                  <a:lnTo>
                    <a:pt x="20" y="10"/>
                  </a:lnTo>
                  <a:lnTo>
                    <a:pt x="24" y="3"/>
                  </a:lnTo>
                  <a:lnTo>
                    <a:pt x="20" y="3"/>
                  </a:lnTo>
                  <a:lnTo>
                    <a:pt x="24"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2" name="Google Shape;152;p3"/>
            <p:cNvSpPr/>
            <p:nvPr/>
          </p:nvSpPr>
          <p:spPr>
            <a:xfrm>
              <a:off x="5020" y="2672"/>
              <a:ext cx="34" cy="42"/>
            </a:xfrm>
            <a:custGeom>
              <a:rect b="b" l="l" r="r" t="t"/>
              <a:pathLst>
                <a:path extrusionOk="0" h="42" w="34">
                  <a:moveTo>
                    <a:pt x="34" y="38"/>
                  </a:moveTo>
                  <a:lnTo>
                    <a:pt x="34" y="35"/>
                  </a:lnTo>
                  <a:lnTo>
                    <a:pt x="30" y="28"/>
                  </a:lnTo>
                  <a:lnTo>
                    <a:pt x="27" y="21"/>
                  </a:lnTo>
                  <a:lnTo>
                    <a:pt x="14" y="7"/>
                  </a:lnTo>
                  <a:lnTo>
                    <a:pt x="7" y="3"/>
                  </a:lnTo>
                  <a:lnTo>
                    <a:pt x="4" y="0"/>
                  </a:lnTo>
                  <a:lnTo>
                    <a:pt x="0" y="7"/>
                  </a:lnTo>
                  <a:lnTo>
                    <a:pt x="4" y="10"/>
                  </a:lnTo>
                  <a:lnTo>
                    <a:pt x="10" y="14"/>
                  </a:lnTo>
                  <a:lnTo>
                    <a:pt x="20" y="24"/>
                  </a:lnTo>
                  <a:lnTo>
                    <a:pt x="24" y="31"/>
                  </a:lnTo>
                  <a:lnTo>
                    <a:pt x="27" y="35"/>
                  </a:lnTo>
                  <a:lnTo>
                    <a:pt x="27" y="42"/>
                  </a:lnTo>
                  <a:lnTo>
                    <a:pt x="27" y="38"/>
                  </a:lnTo>
                  <a:lnTo>
                    <a:pt x="27" y="42"/>
                  </a:lnTo>
                  <a:lnTo>
                    <a:pt x="3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 name="Google Shape;153;p3"/>
            <p:cNvSpPr/>
            <p:nvPr/>
          </p:nvSpPr>
          <p:spPr>
            <a:xfrm>
              <a:off x="5047" y="2710"/>
              <a:ext cx="177" cy="270"/>
            </a:xfrm>
            <a:custGeom>
              <a:rect b="b" l="l" r="r" t="t"/>
              <a:pathLst>
                <a:path extrusionOk="0" h="270" w="177">
                  <a:moveTo>
                    <a:pt x="177" y="270"/>
                  </a:moveTo>
                  <a:lnTo>
                    <a:pt x="170" y="253"/>
                  </a:lnTo>
                  <a:lnTo>
                    <a:pt x="167" y="232"/>
                  </a:lnTo>
                  <a:lnTo>
                    <a:pt x="157" y="215"/>
                  </a:lnTo>
                  <a:lnTo>
                    <a:pt x="150" y="198"/>
                  </a:lnTo>
                  <a:lnTo>
                    <a:pt x="140" y="180"/>
                  </a:lnTo>
                  <a:lnTo>
                    <a:pt x="130" y="163"/>
                  </a:lnTo>
                  <a:lnTo>
                    <a:pt x="120" y="146"/>
                  </a:lnTo>
                  <a:lnTo>
                    <a:pt x="107" y="128"/>
                  </a:lnTo>
                  <a:lnTo>
                    <a:pt x="97" y="111"/>
                  </a:lnTo>
                  <a:lnTo>
                    <a:pt x="83" y="97"/>
                  </a:lnTo>
                  <a:lnTo>
                    <a:pt x="70" y="80"/>
                  </a:lnTo>
                  <a:lnTo>
                    <a:pt x="60" y="62"/>
                  </a:lnTo>
                  <a:lnTo>
                    <a:pt x="47" y="49"/>
                  </a:lnTo>
                  <a:lnTo>
                    <a:pt x="33" y="31"/>
                  </a:lnTo>
                  <a:lnTo>
                    <a:pt x="20" y="17"/>
                  </a:lnTo>
                  <a:lnTo>
                    <a:pt x="7" y="0"/>
                  </a:lnTo>
                  <a:lnTo>
                    <a:pt x="0" y="4"/>
                  </a:lnTo>
                  <a:lnTo>
                    <a:pt x="13" y="21"/>
                  </a:lnTo>
                  <a:lnTo>
                    <a:pt x="27" y="35"/>
                  </a:lnTo>
                  <a:lnTo>
                    <a:pt x="40" y="52"/>
                  </a:lnTo>
                  <a:lnTo>
                    <a:pt x="53" y="66"/>
                  </a:lnTo>
                  <a:lnTo>
                    <a:pt x="67" y="83"/>
                  </a:lnTo>
                  <a:lnTo>
                    <a:pt x="80" y="101"/>
                  </a:lnTo>
                  <a:lnTo>
                    <a:pt x="90" y="114"/>
                  </a:lnTo>
                  <a:lnTo>
                    <a:pt x="103" y="132"/>
                  </a:lnTo>
                  <a:lnTo>
                    <a:pt x="113" y="149"/>
                  </a:lnTo>
                  <a:lnTo>
                    <a:pt x="123" y="166"/>
                  </a:lnTo>
                  <a:lnTo>
                    <a:pt x="133" y="184"/>
                  </a:lnTo>
                  <a:lnTo>
                    <a:pt x="143" y="201"/>
                  </a:lnTo>
                  <a:lnTo>
                    <a:pt x="153" y="218"/>
                  </a:lnTo>
                  <a:lnTo>
                    <a:pt x="160" y="236"/>
                  </a:lnTo>
                  <a:lnTo>
                    <a:pt x="167" y="253"/>
                  </a:lnTo>
                  <a:lnTo>
                    <a:pt x="170" y="270"/>
                  </a:lnTo>
                  <a:lnTo>
                    <a:pt x="177" y="27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4" name="Google Shape;154;p3"/>
            <p:cNvSpPr/>
            <p:nvPr/>
          </p:nvSpPr>
          <p:spPr>
            <a:xfrm>
              <a:off x="5217" y="2980"/>
              <a:ext cx="33" cy="87"/>
            </a:xfrm>
            <a:custGeom>
              <a:rect b="b" l="l" r="r" t="t"/>
              <a:pathLst>
                <a:path extrusionOk="0" h="87" w="33">
                  <a:moveTo>
                    <a:pt x="30" y="80"/>
                  </a:moveTo>
                  <a:lnTo>
                    <a:pt x="33" y="80"/>
                  </a:lnTo>
                  <a:lnTo>
                    <a:pt x="30" y="73"/>
                  </a:lnTo>
                  <a:lnTo>
                    <a:pt x="27" y="63"/>
                  </a:lnTo>
                  <a:lnTo>
                    <a:pt x="23" y="52"/>
                  </a:lnTo>
                  <a:lnTo>
                    <a:pt x="20" y="42"/>
                  </a:lnTo>
                  <a:lnTo>
                    <a:pt x="17" y="32"/>
                  </a:lnTo>
                  <a:lnTo>
                    <a:pt x="13" y="21"/>
                  </a:lnTo>
                  <a:lnTo>
                    <a:pt x="10" y="11"/>
                  </a:lnTo>
                  <a:lnTo>
                    <a:pt x="7" y="0"/>
                  </a:lnTo>
                  <a:lnTo>
                    <a:pt x="0" y="0"/>
                  </a:lnTo>
                  <a:lnTo>
                    <a:pt x="3" y="14"/>
                  </a:lnTo>
                  <a:lnTo>
                    <a:pt x="7" y="25"/>
                  </a:lnTo>
                  <a:lnTo>
                    <a:pt x="10" y="35"/>
                  </a:lnTo>
                  <a:lnTo>
                    <a:pt x="13" y="42"/>
                  </a:lnTo>
                  <a:lnTo>
                    <a:pt x="17" y="52"/>
                  </a:lnTo>
                  <a:lnTo>
                    <a:pt x="20" y="63"/>
                  </a:lnTo>
                  <a:lnTo>
                    <a:pt x="23" y="73"/>
                  </a:lnTo>
                  <a:lnTo>
                    <a:pt x="27" y="84"/>
                  </a:lnTo>
                  <a:lnTo>
                    <a:pt x="30" y="87"/>
                  </a:lnTo>
                  <a:lnTo>
                    <a:pt x="27" y="84"/>
                  </a:lnTo>
                  <a:lnTo>
                    <a:pt x="27" y="87"/>
                  </a:lnTo>
                  <a:lnTo>
                    <a:pt x="30" y="87"/>
                  </a:lnTo>
                  <a:lnTo>
                    <a:pt x="30" y="8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5" name="Google Shape;155;p3"/>
            <p:cNvSpPr/>
            <p:nvPr/>
          </p:nvSpPr>
          <p:spPr>
            <a:xfrm>
              <a:off x="5247" y="3060"/>
              <a:ext cx="140" cy="128"/>
            </a:xfrm>
            <a:custGeom>
              <a:rect b="b" l="l" r="r" t="t"/>
              <a:pathLst>
                <a:path extrusionOk="0" h="128" w="140">
                  <a:moveTo>
                    <a:pt x="140" y="128"/>
                  </a:moveTo>
                  <a:lnTo>
                    <a:pt x="133" y="118"/>
                  </a:lnTo>
                  <a:lnTo>
                    <a:pt x="127" y="107"/>
                  </a:lnTo>
                  <a:lnTo>
                    <a:pt x="120" y="94"/>
                  </a:lnTo>
                  <a:lnTo>
                    <a:pt x="117" y="83"/>
                  </a:lnTo>
                  <a:lnTo>
                    <a:pt x="100" y="66"/>
                  </a:lnTo>
                  <a:lnTo>
                    <a:pt x="93" y="55"/>
                  </a:lnTo>
                  <a:lnTo>
                    <a:pt x="73" y="35"/>
                  </a:lnTo>
                  <a:lnTo>
                    <a:pt x="63" y="28"/>
                  </a:lnTo>
                  <a:lnTo>
                    <a:pt x="53" y="21"/>
                  </a:lnTo>
                  <a:lnTo>
                    <a:pt x="43" y="14"/>
                  </a:lnTo>
                  <a:lnTo>
                    <a:pt x="33" y="10"/>
                  </a:lnTo>
                  <a:lnTo>
                    <a:pt x="23" y="4"/>
                  </a:lnTo>
                  <a:lnTo>
                    <a:pt x="10" y="0"/>
                  </a:lnTo>
                  <a:lnTo>
                    <a:pt x="0" y="0"/>
                  </a:lnTo>
                  <a:lnTo>
                    <a:pt x="0" y="7"/>
                  </a:lnTo>
                  <a:lnTo>
                    <a:pt x="10" y="7"/>
                  </a:lnTo>
                  <a:lnTo>
                    <a:pt x="20" y="10"/>
                  </a:lnTo>
                  <a:lnTo>
                    <a:pt x="30" y="14"/>
                  </a:lnTo>
                  <a:lnTo>
                    <a:pt x="43" y="21"/>
                  </a:lnTo>
                  <a:lnTo>
                    <a:pt x="50" y="28"/>
                  </a:lnTo>
                  <a:lnTo>
                    <a:pt x="60" y="35"/>
                  </a:lnTo>
                  <a:lnTo>
                    <a:pt x="70" y="42"/>
                  </a:lnTo>
                  <a:lnTo>
                    <a:pt x="87" y="59"/>
                  </a:lnTo>
                  <a:lnTo>
                    <a:pt x="93" y="69"/>
                  </a:lnTo>
                  <a:lnTo>
                    <a:pt x="103" y="80"/>
                  </a:lnTo>
                  <a:lnTo>
                    <a:pt x="110" y="90"/>
                  </a:lnTo>
                  <a:lnTo>
                    <a:pt x="117" y="97"/>
                  </a:lnTo>
                  <a:lnTo>
                    <a:pt x="123" y="111"/>
                  </a:lnTo>
                  <a:lnTo>
                    <a:pt x="130" y="121"/>
                  </a:lnTo>
                  <a:lnTo>
                    <a:pt x="133" y="128"/>
                  </a:lnTo>
                  <a:lnTo>
                    <a:pt x="14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6" name="Google Shape;156;p3"/>
            <p:cNvSpPr/>
            <p:nvPr/>
          </p:nvSpPr>
          <p:spPr>
            <a:xfrm>
              <a:off x="5380" y="3188"/>
              <a:ext cx="44" cy="454"/>
            </a:xfrm>
            <a:custGeom>
              <a:rect b="b" l="l" r="r" t="t"/>
              <a:pathLst>
                <a:path extrusionOk="0" h="454" w="44">
                  <a:moveTo>
                    <a:pt x="10" y="454"/>
                  </a:moveTo>
                  <a:lnTo>
                    <a:pt x="20" y="399"/>
                  </a:lnTo>
                  <a:lnTo>
                    <a:pt x="30" y="340"/>
                  </a:lnTo>
                  <a:lnTo>
                    <a:pt x="37" y="281"/>
                  </a:lnTo>
                  <a:lnTo>
                    <a:pt x="44" y="222"/>
                  </a:lnTo>
                  <a:lnTo>
                    <a:pt x="44" y="163"/>
                  </a:lnTo>
                  <a:lnTo>
                    <a:pt x="40" y="108"/>
                  </a:lnTo>
                  <a:lnTo>
                    <a:pt x="27" y="52"/>
                  </a:lnTo>
                  <a:lnTo>
                    <a:pt x="7" y="0"/>
                  </a:lnTo>
                  <a:lnTo>
                    <a:pt x="0" y="0"/>
                  </a:lnTo>
                  <a:lnTo>
                    <a:pt x="20" y="52"/>
                  </a:lnTo>
                  <a:lnTo>
                    <a:pt x="34" y="108"/>
                  </a:lnTo>
                  <a:lnTo>
                    <a:pt x="40" y="163"/>
                  </a:lnTo>
                  <a:lnTo>
                    <a:pt x="37" y="222"/>
                  </a:lnTo>
                  <a:lnTo>
                    <a:pt x="30" y="281"/>
                  </a:lnTo>
                  <a:lnTo>
                    <a:pt x="24" y="340"/>
                  </a:lnTo>
                  <a:lnTo>
                    <a:pt x="14" y="399"/>
                  </a:lnTo>
                  <a:lnTo>
                    <a:pt x="4" y="454"/>
                  </a:lnTo>
                  <a:lnTo>
                    <a:pt x="10" y="45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7" name="Google Shape;157;p3"/>
            <p:cNvSpPr/>
            <p:nvPr/>
          </p:nvSpPr>
          <p:spPr>
            <a:xfrm>
              <a:off x="5350" y="3642"/>
              <a:ext cx="40" cy="218"/>
            </a:xfrm>
            <a:custGeom>
              <a:rect b="b" l="l" r="r" t="t"/>
              <a:pathLst>
                <a:path extrusionOk="0" h="218" w="40">
                  <a:moveTo>
                    <a:pt x="7" y="218"/>
                  </a:moveTo>
                  <a:lnTo>
                    <a:pt x="14" y="194"/>
                  </a:lnTo>
                  <a:lnTo>
                    <a:pt x="17" y="163"/>
                  </a:lnTo>
                  <a:lnTo>
                    <a:pt x="20" y="139"/>
                  </a:lnTo>
                  <a:lnTo>
                    <a:pt x="27" y="111"/>
                  </a:lnTo>
                  <a:lnTo>
                    <a:pt x="30" y="80"/>
                  </a:lnTo>
                  <a:lnTo>
                    <a:pt x="34" y="56"/>
                  </a:lnTo>
                  <a:lnTo>
                    <a:pt x="37" y="24"/>
                  </a:lnTo>
                  <a:lnTo>
                    <a:pt x="40" y="0"/>
                  </a:lnTo>
                  <a:lnTo>
                    <a:pt x="34" y="0"/>
                  </a:lnTo>
                  <a:lnTo>
                    <a:pt x="30" y="24"/>
                  </a:lnTo>
                  <a:lnTo>
                    <a:pt x="27" y="52"/>
                  </a:lnTo>
                  <a:lnTo>
                    <a:pt x="24" y="80"/>
                  </a:lnTo>
                  <a:lnTo>
                    <a:pt x="20" y="108"/>
                  </a:lnTo>
                  <a:lnTo>
                    <a:pt x="14" y="135"/>
                  </a:lnTo>
                  <a:lnTo>
                    <a:pt x="10" y="163"/>
                  </a:lnTo>
                  <a:lnTo>
                    <a:pt x="7" y="191"/>
                  </a:lnTo>
                  <a:lnTo>
                    <a:pt x="0" y="218"/>
                  </a:lnTo>
                  <a:lnTo>
                    <a:pt x="7" y="2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8" name="Google Shape;158;p3"/>
            <p:cNvSpPr/>
            <p:nvPr/>
          </p:nvSpPr>
          <p:spPr>
            <a:xfrm>
              <a:off x="5347" y="3860"/>
              <a:ext cx="10" cy="25"/>
            </a:xfrm>
            <a:custGeom>
              <a:rect b="b" l="l" r="r" t="t"/>
              <a:pathLst>
                <a:path extrusionOk="0" h="25" w="10">
                  <a:moveTo>
                    <a:pt x="0" y="25"/>
                  </a:moveTo>
                  <a:lnTo>
                    <a:pt x="3" y="25"/>
                  </a:lnTo>
                  <a:lnTo>
                    <a:pt x="7" y="18"/>
                  </a:lnTo>
                  <a:lnTo>
                    <a:pt x="10" y="14"/>
                  </a:lnTo>
                  <a:lnTo>
                    <a:pt x="10" y="0"/>
                  </a:lnTo>
                  <a:lnTo>
                    <a:pt x="3" y="0"/>
                  </a:lnTo>
                  <a:lnTo>
                    <a:pt x="3" y="11"/>
                  </a:lnTo>
                  <a:lnTo>
                    <a:pt x="0" y="14"/>
                  </a:lnTo>
                  <a:lnTo>
                    <a:pt x="0" y="25"/>
                  </a:lnTo>
                  <a:lnTo>
                    <a:pt x="3" y="25"/>
                  </a:lnTo>
                  <a:lnTo>
                    <a:pt x="0" y="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9" name="Google Shape;159;p3"/>
            <p:cNvSpPr/>
            <p:nvPr/>
          </p:nvSpPr>
          <p:spPr>
            <a:xfrm>
              <a:off x="5337" y="3878"/>
              <a:ext cx="10" cy="10"/>
            </a:xfrm>
            <a:custGeom>
              <a:rect b="b" l="l" r="r" t="t"/>
              <a:pathLst>
                <a:path extrusionOk="0" h="10" w="10">
                  <a:moveTo>
                    <a:pt x="0" y="10"/>
                  </a:moveTo>
                  <a:lnTo>
                    <a:pt x="10" y="7"/>
                  </a:lnTo>
                  <a:lnTo>
                    <a:pt x="10" y="0"/>
                  </a:lnTo>
                  <a:lnTo>
                    <a:pt x="0" y="3"/>
                  </a:lnTo>
                  <a:lnTo>
                    <a:pt x="0"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0" name="Google Shape;160;p3"/>
            <p:cNvSpPr txBox="1"/>
            <p:nvPr/>
          </p:nvSpPr>
          <p:spPr>
            <a:xfrm>
              <a:off x="4864" y="3881"/>
              <a:ext cx="473" cy="7"/>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1" name="Google Shape;161;p3"/>
            <p:cNvSpPr/>
            <p:nvPr/>
          </p:nvSpPr>
          <p:spPr>
            <a:xfrm>
              <a:off x="4430" y="3878"/>
              <a:ext cx="434" cy="10"/>
            </a:xfrm>
            <a:custGeom>
              <a:rect b="b" l="l" r="r" t="t"/>
              <a:pathLst>
                <a:path extrusionOk="0" h="10" w="434">
                  <a:moveTo>
                    <a:pt x="0" y="7"/>
                  </a:moveTo>
                  <a:lnTo>
                    <a:pt x="434" y="10"/>
                  </a:lnTo>
                  <a:lnTo>
                    <a:pt x="434" y="3"/>
                  </a:lnTo>
                  <a:lnTo>
                    <a:pt x="0"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2" name="Google Shape;162;p3"/>
            <p:cNvSpPr txBox="1"/>
            <p:nvPr/>
          </p:nvSpPr>
          <p:spPr>
            <a:xfrm>
              <a:off x="3807" y="3878"/>
              <a:ext cx="623" cy="7"/>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3" name="Google Shape;163;p3"/>
            <p:cNvSpPr/>
            <p:nvPr/>
          </p:nvSpPr>
          <p:spPr>
            <a:xfrm>
              <a:off x="3340" y="3874"/>
              <a:ext cx="467" cy="11"/>
            </a:xfrm>
            <a:custGeom>
              <a:rect b="b" l="l" r="r" t="t"/>
              <a:pathLst>
                <a:path extrusionOk="0" h="11" w="467">
                  <a:moveTo>
                    <a:pt x="0" y="7"/>
                  </a:moveTo>
                  <a:lnTo>
                    <a:pt x="467" y="11"/>
                  </a:lnTo>
                  <a:lnTo>
                    <a:pt x="467" y="4"/>
                  </a:lnTo>
                  <a:lnTo>
                    <a:pt x="0"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4" name="Google Shape;164;p3"/>
            <p:cNvSpPr/>
            <p:nvPr/>
          </p:nvSpPr>
          <p:spPr>
            <a:xfrm>
              <a:off x="3140" y="3874"/>
              <a:ext cx="200" cy="7"/>
            </a:xfrm>
            <a:custGeom>
              <a:rect b="b" l="l" r="r" t="t"/>
              <a:pathLst>
                <a:path extrusionOk="0" h="7" w="200">
                  <a:moveTo>
                    <a:pt x="0" y="4"/>
                  </a:moveTo>
                  <a:lnTo>
                    <a:pt x="0" y="7"/>
                  </a:lnTo>
                  <a:lnTo>
                    <a:pt x="200" y="7"/>
                  </a:lnTo>
                  <a:lnTo>
                    <a:pt x="200" y="0"/>
                  </a:lnTo>
                  <a:lnTo>
                    <a:pt x="0" y="0"/>
                  </a:lnTo>
                  <a:lnTo>
                    <a:pt x="4" y="0"/>
                  </a:lnTo>
                  <a:lnTo>
                    <a:pt x="0" y="4"/>
                  </a:lnTo>
                  <a:lnTo>
                    <a:pt x="0" y="7"/>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5" name="Google Shape;165;p3"/>
            <p:cNvSpPr/>
            <p:nvPr/>
          </p:nvSpPr>
          <p:spPr>
            <a:xfrm>
              <a:off x="3130" y="3860"/>
              <a:ext cx="14" cy="18"/>
            </a:xfrm>
            <a:custGeom>
              <a:rect b="b" l="l" r="r" t="t"/>
              <a:pathLst>
                <a:path extrusionOk="0" h="18" w="14">
                  <a:moveTo>
                    <a:pt x="0" y="0"/>
                  </a:moveTo>
                  <a:lnTo>
                    <a:pt x="0" y="4"/>
                  </a:lnTo>
                  <a:lnTo>
                    <a:pt x="10" y="18"/>
                  </a:lnTo>
                  <a:lnTo>
                    <a:pt x="14" y="14"/>
                  </a:lnTo>
                  <a:lnTo>
                    <a:pt x="7" y="0"/>
                  </a:lnTo>
                  <a:lnTo>
                    <a:pt x="7" y="4"/>
                  </a:lnTo>
                  <a:lnTo>
                    <a:pt x="0" y="0"/>
                  </a:lnTo>
                  <a:lnTo>
                    <a:pt x="0" y="4"/>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6" name="Google Shape;166;p3"/>
            <p:cNvSpPr/>
            <p:nvPr/>
          </p:nvSpPr>
          <p:spPr>
            <a:xfrm>
              <a:off x="3130" y="3646"/>
              <a:ext cx="134" cy="218"/>
            </a:xfrm>
            <a:custGeom>
              <a:rect b="b" l="l" r="r" t="t"/>
              <a:pathLst>
                <a:path extrusionOk="0" h="218" w="134">
                  <a:moveTo>
                    <a:pt x="127" y="3"/>
                  </a:moveTo>
                  <a:lnTo>
                    <a:pt x="127" y="0"/>
                  </a:lnTo>
                  <a:lnTo>
                    <a:pt x="120" y="13"/>
                  </a:lnTo>
                  <a:lnTo>
                    <a:pt x="114" y="27"/>
                  </a:lnTo>
                  <a:lnTo>
                    <a:pt x="104" y="41"/>
                  </a:lnTo>
                  <a:lnTo>
                    <a:pt x="97" y="55"/>
                  </a:lnTo>
                  <a:lnTo>
                    <a:pt x="87" y="69"/>
                  </a:lnTo>
                  <a:lnTo>
                    <a:pt x="80" y="79"/>
                  </a:lnTo>
                  <a:lnTo>
                    <a:pt x="74" y="93"/>
                  </a:lnTo>
                  <a:lnTo>
                    <a:pt x="64" y="107"/>
                  </a:lnTo>
                  <a:lnTo>
                    <a:pt x="57" y="121"/>
                  </a:lnTo>
                  <a:lnTo>
                    <a:pt x="47" y="135"/>
                  </a:lnTo>
                  <a:lnTo>
                    <a:pt x="40" y="149"/>
                  </a:lnTo>
                  <a:lnTo>
                    <a:pt x="30" y="162"/>
                  </a:lnTo>
                  <a:lnTo>
                    <a:pt x="24" y="173"/>
                  </a:lnTo>
                  <a:lnTo>
                    <a:pt x="17" y="187"/>
                  </a:lnTo>
                  <a:lnTo>
                    <a:pt x="7" y="201"/>
                  </a:lnTo>
                  <a:lnTo>
                    <a:pt x="0" y="214"/>
                  </a:lnTo>
                  <a:lnTo>
                    <a:pt x="7" y="218"/>
                  </a:lnTo>
                  <a:lnTo>
                    <a:pt x="14" y="204"/>
                  </a:lnTo>
                  <a:lnTo>
                    <a:pt x="20" y="190"/>
                  </a:lnTo>
                  <a:lnTo>
                    <a:pt x="30" y="176"/>
                  </a:lnTo>
                  <a:lnTo>
                    <a:pt x="37" y="166"/>
                  </a:lnTo>
                  <a:lnTo>
                    <a:pt x="47" y="152"/>
                  </a:lnTo>
                  <a:lnTo>
                    <a:pt x="54" y="138"/>
                  </a:lnTo>
                  <a:lnTo>
                    <a:pt x="60" y="124"/>
                  </a:lnTo>
                  <a:lnTo>
                    <a:pt x="70" y="110"/>
                  </a:lnTo>
                  <a:lnTo>
                    <a:pt x="77" y="97"/>
                  </a:lnTo>
                  <a:lnTo>
                    <a:pt x="87" y="83"/>
                  </a:lnTo>
                  <a:lnTo>
                    <a:pt x="94" y="72"/>
                  </a:lnTo>
                  <a:lnTo>
                    <a:pt x="104" y="59"/>
                  </a:lnTo>
                  <a:lnTo>
                    <a:pt x="110" y="45"/>
                  </a:lnTo>
                  <a:lnTo>
                    <a:pt x="117" y="31"/>
                  </a:lnTo>
                  <a:lnTo>
                    <a:pt x="127" y="17"/>
                  </a:lnTo>
                  <a:lnTo>
                    <a:pt x="134" y="3"/>
                  </a:lnTo>
                  <a:lnTo>
                    <a:pt x="12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7" name="Google Shape;167;p3"/>
            <p:cNvSpPr/>
            <p:nvPr/>
          </p:nvSpPr>
          <p:spPr>
            <a:xfrm>
              <a:off x="3197" y="3386"/>
              <a:ext cx="67" cy="263"/>
            </a:xfrm>
            <a:custGeom>
              <a:rect b="b" l="l" r="r" t="t"/>
              <a:pathLst>
                <a:path extrusionOk="0" h="263" w="67">
                  <a:moveTo>
                    <a:pt x="0" y="0"/>
                  </a:moveTo>
                  <a:lnTo>
                    <a:pt x="0" y="3"/>
                  </a:lnTo>
                  <a:lnTo>
                    <a:pt x="7" y="34"/>
                  </a:lnTo>
                  <a:lnTo>
                    <a:pt x="13" y="69"/>
                  </a:lnTo>
                  <a:lnTo>
                    <a:pt x="20" y="100"/>
                  </a:lnTo>
                  <a:lnTo>
                    <a:pt x="30" y="135"/>
                  </a:lnTo>
                  <a:lnTo>
                    <a:pt x="37" y="166"/>
                  </a:lnTo>
                  <a:lnTo>
                    <a:pt x="47" y="197"/>
                  </a:lnTo>
                  <a:lnTo>
                    <a:pt x="53" y="232"/>
                  </a:lnTo>
                  <a:lnTo>
                    <a:pt x="60" y="263"/>
                  </a:lnTo>
                  <a:lnTo>
                    <a:pt x="67" y="263"/>
                  </a:lnTo>
                  <a:lnTo>
                    <a:pt x="60" y="228"/>
                  </a:lnTo>
                  <a:lnTo>
                    <a:pt x="53" y="197"/>
                  </a:lnTo>
                  <a:lnTo>
                    <a:pt x="43" y="166"/>
                  </a:lnTo>
                  <a:lnTo>
                    <a:pt x="37" y="131"/>
                  </a:lnTo>
                  <a:lnTo>
                    <a:pt x="27" y="100"/>
                  </a:lnTo>
                  <a:lnTo>
                    <a:pt x="20" y="69"/>
                  </a:lnTo>
                  <a:lnTo>
                    <a:pt x="13" y="34"/>
                  </a:lnTo>
                  <a:lnTo>
                    <a:pt x="7" y="3"/>
                  </a:lnTo>
                  <a:lnTo>
                    <a:pt x="7" y="7"/>
                  </a:lnTo>
                  <a:lnTo>
                    <a:pt x="0" y="0"/>
                  </a:lnTo>
                  <a:lnTo>
                    <a:pt x="0" y="3"/>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8" name="Google Shape;168;p3"/>
            <p:cNvSpPr/>
            <p:nvPr/>
          </p:nvSpPr>
          <p:spPr>
            <a:xfrm>
              <a:off x="3197" y="3285"/>
              <a:ext cx="110" cy="108"/>
            </a:xfrm>
            <a:custGeom>
              <a:rect b="b" l="l" r="r" t="t"/>
              <a:pathLst>
                <a:path extrusionOk="0" h="108" w="110">
                  <a:moveTo>
                    <a:pt x="103" y="4"/>
                  </a:moveTo>
                  <a:lnTo>
                    <a:pt x="103" y="0"/>
                  </a:lnTo>
                  <a:lnTo>
                    <a:pt x="97" y="4"/>
                  </a:lnTo>
                  <a:lnTo>
                    <a:pt x="83" y="18"/>
                  </a:lnTo>
                  <a:lnTo>
                    <a:pt x="73" y="21"/>
                  </a:lnTo>
                  <a:lnTo>
                    <a:pt x="70" y="28"/>
                  </a:lnTo>
                  <a:lnTo>
                    <a:pt x="43" y="56"/>
                  </a:lnTo>
                  <a:lnTo>
                    <a:pt x="37" y="59"/>
                  </a:lnTo>
                  <a:lnTo>
                    <a:pt x="30" y="66"/>
                  </a:lnTo>
                  <a:lnTo>
                    <a:pt x="27" y="73"/>
                  </a:lnTo>
                  <a:lnTo>
                    <a:pt x="0" y="101"/>
                  </a:lnTo>
                  <a:lnTo>
                    <a:pt x="7" y="108"/>
                  </a:lnTo>
                  <a:lnTo>
                    <a:pt x="13" y="97"/>
                  </a:lnTo>
                  <a:lnTo>
                    <a:pt x="20" y="94"/>
                  </a:lnTo>
                  <a:lnTo>
                    <a:pt x="23" y="83"/>
                  </a:lnTo>
                  <a:lnTo>
                    <a:pt x="30" y="76"/>
                  </a:lnTo>
                  <a:lnTo>
                    <a:pt x="37" y="73"/>
                  </a:lnTo>
                  <a:lnTo>
                    <a:pt x="50" y="59"/>
                  </a:lnTo>
                  <a:lnTo>
                    <a:pt x="53" y="52"/>
                  </a:lnTo>
                  <a:lnTo>
                    <a:pt x="67" y="38"/>
                  </a:lnTo>
                  <a:lnTo>
                    <a:pt x="73" y="35"/>
                  </a:lnTo>
                  <a:lnTo>
                    <a:pt x="87" y="21"/>
                  </a:lnTo>
                  <a:lnTo>
                    <a:pt x="93" y="18"/>
                  </a:lnTo>
                  <a:lnTo>
                    <a:pt x="107" y="4"/>
                  </a:lnTo>
                  <a:lnTo>
                    <a:pt x="107" y="0"/>
                  </a:lnTo>
                  <a:lnTo>
                    <a:pt x="107" y="4"/>
                  </a:lnTo>
                  <a:lnTo>
                    <a:pt x="110" y="4"/>
                  </a:lnTo>
                  <a:lnTo>
                    <a:pt x="107" y="0"/>
                  </a:lnTo>
                  <a:lnTo>
                    <a:pt x="103"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9" name="Google Shape;169;p3"/>
            <p:cNvSpPr/>
            <p:nvPr/>
          </p:nvSpPr>
          <p:spPr>
            <a:xfrm>
              <a:off x="3294" y="3271"/>
              <a:ext cx="10" cy="18"/>
            </a:xfrm>
            <a:custGeom>
              <a:rect b="b" l="l" r="r" t="t"/>
              <a:pathLst>
                <a:path extrusionOk="0" h="18" w="10">
                  <a:moveTo>
                    <a:pt x="0" y="7"/>
                  </a:moveTo>
                  <a:lnTo>
                    <a:pt x="3" y="11"/>
                  </a:lnTo>
                  <a:lnTo>
                    <a:pt x="3" y="14"/>
                  </a:lnTo>
                  <a:lnTo>
                    <a:pt x="6" y="18"/>
                  </a:lnTo>
                  <a:lnTo>
                    <a:pt x="10" y="14"/>
                  </a:lnTo>
                  <a:lnTo>
                    <a:pt x="10" y="7"/>
                  </a:lnTo>
                  <a:lnTo>
                    <a:pt x="3" y="0"/>
                  </a:lnTo>
                  <a:lnTo>
                    <a:pt x="0" y="0"/>
                  </a:lnTo>
                  <a:lnTo>
                    <a:pt x="3" y="0"/>
                  </a:lnTo>
                  <a:lnTo>
                    <a:pt x="0"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0" name="Google Shape;170;p3"/>
            <p:cNvSpPr/>
            <p:nvPr/>
          </p:nvSpPr>
          <p:spPr>
            <a:xfrm>
              <a:off x="3147" y="3258"/>
              <a:ext cx="147" cy="20"/>
            </a:xfrm>
            <a:custGeom>
              <a:rect b="b" l="l" r="r" t="t"/>
              <a:pathLst>
                <a:path extrusionOk="0" h="20" w="147">
                  <a:moveTo>
                    <a:pt x="0" y="6"/>
                  </a:moveTo>
                  <a:lnTo>
                    <a:pt x="47" y="6"/>
                  </a:lnTo>
                  <a:lnTo>
                    <a:pt x="57" y="10"/>
                  </a:lnTo>
                  <a:lnTo>
                    <a:pt x="73" y="10"/>
                  </a:lnTo>
                  <a:lnTo>
                    <a:pt x="83" y="13"/>
                  </a:lnTo>
                  <a:lnTo>
                    <a:pt x="103" y="13"/>
                  </a:lnTo>
                  <a:lnTo>
                    <a:pt x="110" y="17"/>
                  </a:lnTo>
                  <a:lnTo>
                    <a:pt x="130" y="17"/>
                  </a:lnTo>
                  <a:lnTo>
                    <a:pt x="140" y="20"/>
                  </a:lnTo>
                  <a:lnTo>
                    <a:pt x="147" y="20"/>
                  </a:lnTo>
                  <a:lnTo>
                    <a:pt x="147" y="13"/>
                  </a:lnTo>
                  <a:lnTo>
                    <a:pt x="140" y="13"/>
                  </a:lnTo>
                  <a:lnTo>
                    <a:pt x="130" y="10"/>
                  </a:lnTo>
                  <a:lnTo>
                    <a:pt x="110" y="10"/>
                  </a:lnTo>
                  <a:lnTo>
                    <a:pt x="103" y="6"/>
                  </a:lnTo>
                  <a:lnTo>
                    <a:pt x="73" y="6"/>
                  </a:lnTo>
                  <a:lnTo>
                    <a:pt x="67" y="3"/>
                  </a:lnTo>
                  <a:lnTo>
                    <a:pt x="37" y="3"/>
                  </a:lnTo>
                  <a:lnTo>
                    <a:pt x="27" y="0"/>
                  </a:lnTo>
                  <a:lnTo>
                    <a:pt x="0" y="0"/>
                  </a:lnTo>
                  <a:lnTo>
                    <a:pt x="0"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1" name="Google Shape;171;p3"/>
            <p:cNvSpPr/>
            <p:nvPr/>
          </p:nvSpPr>
          <p:spPr>
            <a:xfrm>
              <a:off x="3127" y="3244"/>
              <a:ext cx="20" cy="20"/>
            </a:xfrm>
            <a:custGeom>
              <a:rect b="b" l="l" r="r" t="t"/>
              <a:pathLst>
                <a:path extrusionOk="0" h="20" w="20">
                  <a:moveTo>
                    <a:pt x="0" y="0"/>
                  </a:moveTo>
                  <a:lnTo>
                    <a:pt x="0" y="3"/>
                  </a:lnTo>
                  <a:lnTo>
                    <a:pt x="3" y="7"/>
                  </a:lnTo>
                  <a:lnTo>
                    <a:pt x="3" y="10"/>
                  </a:lnTo>
                  <a:lnTo>
                    <a:pt x="13" y="20"/>
                  </a:lnTo>
                  <a:lnTo>
                    <a:pt x="20" y="20"/>
                  </a:lnTo>
                  <a:lnTo>
                    <a:pt x="20" y="14"/>
                  </a:lnTo>
                  <a:lnTo>
                    <a:pt x="13" y="14"/>
                  </a:lnTo>
                  <a:lnTo>
                    <a:pt x="13" y="10"/>
                  </a:lnTo>
                  <a:lnTo>
                    <a:pt x="10" y="10"/>
                  </a:lnTo>
                  <a:lnTo>
                    <a:pt x="10" y="3"/>
                  </a:lnTo>
                  <a:lnTo>
                    <a:pt x="7"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2" name="Google Shape;172;p3"/>
            <p:cNvSpPr/>
            <p:nvPr/>
          </p:nvSpPr>
          <p:spPr>
            <a:xfrm>
              <a:off x="3077" y="3005"/>
              <a:ext cx="57" cy="239"/>
            </a:xfrm>
            <a:custGeom>
              <a:rect b="b" l="l" r="r" t="t"/>
              <a:pathLst>
                <a:path extrusionOk="0" h="239" w="57">
                  <a:moveTo>
                    <a:pt x="0" y="3"/>
                  </a:moveTo>
                  <a:lnTo>
                    <a:pt x="10" y="31"/>
                  </a:lnTo>
                  <a:lnTo>
                    <a:pt x="17" y="62"/>
                  </a:lnTo>
                  <a:lnTo>
                    <a:pt x="23" y="90"/>
                  </a:lnTo>
                  <a:lnTo>
                    <a:pt x="27" y="121"/>
                  </a:lnTo>
                  <a:lnTo>
                    <a:pt x="33" y="149"/>
                  </a:lnTo>
                  <a:lnTo>
                    <a:pt x="40" y="180"/>
                  </a:lnTo>
                  <a:lnTo>
                    <a:pt x="47" y="208"/>
                  </a:lnTo>
                  <a:lnTo>
                    <a:pt x="50" y="239"/>
                  </a:lnTo>
                  <a:lnTo>
                    <a:pt x="57" y="239"/>
                  </a:lnTo>
                  <a:lnTo>
                    <a:pt x="50" y="208"/>
                  </a:lnTo>
                  <a:lnTo>
                    <a:pt x="47" y="176"/>
                  </a:lnTo>
                  <a:lnTo>
                    <a:pt x="40" y="149"/>
                  </a:lnTo>
                  <a:lnTo>
                    <a:pt x="33" y="117"/>
                  </a:lnTo>
                  <a:lnTo>
                    <a:pt x="27" y="90"/>
                  </a:lnTo>
                  <a:lnTo>
                    <a:pt x="23" y="59"/>
                  </a:lnTo>
                  <a:lnTo>
                    <a:pt x="13" y="31"/>
                  </a:lnTo>
                  <a:lnTo>
                    <a:pt x="7" y="0"/>
                  </a:lnTo>
                  <a:lnTo>
                    <a:pt x="7" y="3"/>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3" name="Google Shape;173;p3"/>
            <p:cNvSpPr/>
            <p:nvPr/>
          </p:nvSpPr>
          <p:spPr>
            <a:xfrm>
              <a:off x="3040" y="2811"/>
              <a:ext cx="44" cy="197"/>
            </a:xfrm>
            <a:custGeom>
              <a:rect b="b" l="l" r="r" t="t"/>
              <a:pathLst>
                <a:path extrusionOk="0" h="197" w="44">
                  <a:moveTo>
                    <a:pt x="0" y="0"/>
                  </a:moveTo>
                  <a:lnTo>
                    <a:pt x="4" y="24"/>
                  </a:lnTo>
                  <a:lnTo>
                    <a:pt x="10" y="52"/>
                  </a:lnTo>
                  <a:lnTo>
                    <a:pt x="14" y="72"/>
                  </a:lnTo>
                  <a:lnTo>
                    <a:pt x="17" y="100"/>
                  </a:lnTo>
                  <a:lnTo>
                    <a:pt x="24" y="124"/>
                  </a:lnTo>
                  <a:lnTo>
                    <a:pt x="27" y="149"/>
                  </a:lnTo>
                  <a:lnTo>
                    <a:pt x="34" y="169"/>
                  </a:lnTo>
                  <a:lnTo>
                    <a:pt x="37" y="197"/>
                  </a:lnTo>
                  <a:lnTo>
                    <a:pt x="44" y="197"/>
                  </a:lnTo>
                  <a:lnTo>
                    <a:pt x="40" y="169"/>
                  </a:lnTo>
                  <a:lnTo>
                    <a:pt x="34" y="145"/>
                  </a:lnTo>
                  <a:lnTo>
                    <a:pt x="30" y="121"/>
                  </a:lnTo>
                  <a:lnTo>
                    <a:pt x="24" y="97"/>
                  </a:lnTo>
                  <a:lnTo>
                    <a:pt x="20" y="72"/>
                  </a:lnTo>
                  <a:lnTo>
                    <a:pt x="14" y="48"/>
                  </a:lnTo>
                  <a:lnTo>
                    <a:pt x="10" y="24"/>
                  </a:lnTo>
                  <a:lnTo>
                    <a:pt x="7"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4" name="Google Shape;174;p3"/>
            <p:cNvSpPr/>
            <p:nvPr/>
          </p:nvSpPr>
          <p:spPr>
            <a:xfrm>
              <a:off x="3040" y="2727"/>
              <a:ext cx="64" cy="84"/>
            </a:xfrm>
            <a:custGeom>
              <a:rect b="b" l="l" r="r" t="t"/>
              <a:pathLst>
                <a:path extrusionOk="0" h="84" w="64">
                  <a:moveTo>
                    <a:pt x="57" y="0"/>
                  </a:moveTo>
                  <a:lnTo>
                    <a:pt x="50" y="11"/>
                  </a:lnTo>
                  <a:lnTo>
                    <a:pt x="44" y="21"/>
                  </a:lnTo>
                  <a:lnTo>
                    <a:pt x="34" y="28"/>
                  </a:lnTo>
                  <a:lnTo>
                    <a:pt x="27" y="39"/>
                  </a:lnTo>
                  <a:lnTo>
                    <a:pt x="17" y="49"/>
                  </a:lnTo>
                  <a:lnTo>
                    <a:pt x="10" y="59"/>
                  </a:lnTo>
                  <a:lnTo>
                    <a:pt x="4" y="70"/>
                  </a:lnTo>
                  <a:lnTo>
                    <a:pt x="0" y="84"/>
                  </a:lnTo>
                  <a:lnTo>
                    <a:pt x="7" y="84"/>
                  </a:lnTo>
                  <a:lnTo>
                    <a:pt x="10" y="73"/>
                  </a:lnTo>
                  <a:lnTo>
                    <a:pt x="17" y="63"/>
                  </a:lnTo>
                  <a:lnTo>
                    <a:pt x="24" y="52"/>
                  </a:lnTo>
                  <a:lnTo>
                    <a:pt x="30" y="42"/>
                  </a:lnTo>
                  <a:lnTo>
                    <a:pt x="40" y="35"/>
                  </a:lnTo>
                  <a:lnTo>
                    <a:pt x="47" y="25"/>
                  </a:lnTo>
                  <a:lnTo>
                    <a:pt x="57" y="14"/>
                  </a:lnTo>
                  <a:lnTo>
                    <a:pt x="64" y="4"/>
                  </a:lnTo>
                  <a:lnTo>
                    <a:pt x="5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5" name="Google Shape;175;p3"/>
            <p:cNvSpPr/>
            <p:nvPr/>
          </p:nvSpPr>
          <p:spPr>
            <a:xfrm>
              <a:off x="3097" y="2409"/>
              <a:ext cx="377" cy="322"/>
            </a:xfrm>
            <a:custGeom>
              <a:rect b="b" l="l" r="r" t="t"/>
              <a:pathLst>
                <a:path extrusionOk="0" h="322" w="377">
                  <a:moveTo>
                    <a:pt x="377" y="0"/>
                  </a:moveTo>
                  <a:lnTo>
                    <a:pt x="363" y="7"/>
                  </a:lnTo>
                  <a:lnTo>
                    <a:pt x="350" y="14"/>
                  </a:lnTo>
                  <a:lnTo>
                    <a:pt x="337" y="24"/>
                  </a:lnTo>
                  <a:lnTo>
                    <a:pt x="323" y="31"/>
                  </a:lnTo>
                  <a:lnTo>
                    <a:pt x="310" y="38"/>
                  </a:lnTo>
                  <a:lnTo>
                    <a:pt x="300" y="48"/>
                  </a:lnTo>
                  <a:lnTo>
                    <a:pt x="287" y="55"/>
                  </a:lnTo>
                  <a:lnTo>
                    <a:pt x="273" y="66"/>
                  </a:lnTo>
                  <a:lnTo>
                    <a:pt x="260" y="72"/>
                  </a:lnTo>
                  <a:lnTo>
                    <a:pt x="247" y="79"/>
                  </a:lnTo>
                  <a:lnTo>
                    <a:pt x="237" y="90"/>
                  </a:lnTo>
                  <a:lnTo>
                    <a:pt x="223" y="100"/>
                  </a:lnTo>
                  <a:lnTo>
                    <a:pt x="210" y="111"/>
                  </a:lnTo>
                  <a:lnTo>
                    <a:pt x="200" y="117"/>
                  </a:lnTo>
                  <a:lnTo>
                    <a:pt x="187" y="128"/>
                  </a:lnTo>
                  <a:lnTo>
                    <a:pt x="173" y="138"/>
                  </a:lnTo>
                  <a:lnTo>
                    <a:pt x="163" y="149"/>
                  </a:lnTo>
                  <a:lnTo>
                    <a:pt x="153" y="156"/>
                  </a:lnTo>
                  <a:lnTo>
                    <a:pt x="140" y="169"/>
                  </a:lnTo>
                  <a:lnTo>
                    <a:pt x="130" y="176"/>
                  </a:lnTo>
                  <a:lnTo>
                    <a:pt x="117" y="187"/>
                  </a:lnTo>
                  <a:lnTo>
                    <a:pt x="107" y="201"/>
                  </a:lnTo>
                  <a:lnTo>
                    <a:pt x="97" y="211"/>
                  </a:lnTo>
                  <a:lnTo>
                    <a:pt x="83" y="221"/>
                  </a:lnTo>
                  <a:lnTo>
                    <a:pt x="73" y="235"/>
                  </a:lnTo>
                  <a:lnTo>
                    <a:pt x="63" y="246"/>
                  </a:lnTo>
                  <a:lnTo>
                    <a:pt x="50" y="256"/>
                  </a:lnTo>
                  <a:lnTo>
                    <a:pt x="40" y="270"/>
                  </a:lnTo>
                  <a:lnTo>
                    <a:pt x="30" y="280"/>
                  </a:lnTo>
                  <a:lnTo>
                    <a:pt x="20" y="294"/>
                  </a:lnTo>
                  <a:lnTo>
                    <a:pt x="10" y="305"/>
                  </a:lnTo>
                  <a:lnTo>
                    <a:pt x="0" y="318"/>
                  </a:lnTo>
                  <a:lnTo>
                    <a:pt x="7" y="322"/>
                  </a:lnTo>
                  <a:lnTo>
                    <a:pt x="17" y="308"/>
                  </a:lnTo>
                  <a:lnTo>
                    <a:pt x="27" y="298"/>
                  </a:lnTo>
                  <a:lnTo>
                    <a:pt x="37" y="284"/>
                  </a:lnTo>
                  <a:lnTo>
                    <a:pt x="47" y="273"/>
                  </a:lnTo>
                  <a:lnTo>
                    <a:pt x="57" y="260"/>
                  </a:lnTo>
                  <a:lnTo>
                    <a:pt x="120" y="194"/>
                  </a:lnTo>
                  <a:lnTo>
                    <a:pt x="133" y="183"/>
                  </a:lnTo>
                  <a:lnTo>
                    <a:pt x="143" y="173"/>
                  </a:lnTo>
                  <a:lnTo>
                    <a:pt x="157" y="163"/>
                  </a:lnTo>
                  <a:lnTo>
                    <a:pt x="167" y="152"/>
                  </a:lnTo>
                  <a:lnTo>
                    <a:pt x="180" y="142"/>
                  </a:lnTo>
                  <a:lnTo>
                    <a:pt x="190" y="131"/>
                  </a:lnTo>
                  <a:lnTo>
                    <a:pt x="203" y="124"/>
                  </a:lnTo>
                  <a:lnTo>
                    <a:pt x="213" y="114"/>
                  </a:lnTo>
                  <a:lnTo>
                    <a:pt x="227" y="104"/>
                  </a:lnTo>
                  <a:lnTo>
                    <a:pt x="240" y="97"/>
                  </a:lnTo>
                  <a:lnTo>
                    <a:pt x="250" y="86"/>
                  </a:lnTo>
                  <a:lnTo>
                    <a:pt x="263" y="76"/>
                  </a:lnTo>
                  <a:lnTo>
                    <a:pt x="277" y="69"/>
                  </a:lnTo>
                  <a:lnTo>
                    <a:pt x="290" y="62"/>
                  </a:lnTo>
                  <a:lnTo>
                    <a:pt x="300" y="52"/>
                  </a:lnTo>
                  <a:lnTo>
                    <a:pt x="313" y="45"/>
                  </a:lnTo>
                  <a:lnTo>
                    <a:pt x="327" y="34"/>
                  </a:lnTo>
                  <a:lnTo>
                    <a:pt x="340" y="27"/>
                  </a:lnTo>
                  <a:lnTo>
                    <a:pt x="353" y="20"/>
                  </a:lnTo>
                  <a:lnTo>
                    <a:pt x="367" y="14"/>
                  </a:lnTo>
                  <a:lnTo>
                    <a:pt x="377" y="7"/>
                  </a:lnTo>
                  <a:lnTo>
                    <a:pt x="37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6" name="Google Shape;176;p3"/>
            <p:cNvSpPr/>
            <p:nvPr/>
          </p:nvSpPr>
          <p:spPr>
            <a:xfrm>
              <a:off x="3474" y="2350"/>
              <a:ext cx="93" cy="66"/>
            </a:xfrm>
            <a:custGeom>
              <a:rect b="b" l="l" r="r" t="t"/>
              <a:pathLst>
                <a:path extrusionOk="0" h="66" w="93">
                  <a:moveTo>
                    <a:pt x="90" y="0"/>
                  </a:moveTo>
                  <a:lnTo>
                    <a:pt x="83" y="3"/>
                  </a:lnTo>
                  <a:lnTo>
                    <a:pt x="76" y="7"/>
                  </a:lnTo>
                  <a:lnTo>
                    <a:pt x="66" y="17"/>
                  </a:lnTo>
                  <a:lnTo>
                    <a:pt x="60" y="21"/>
                  </a:lnTo>
                  <a:lnTo>
                    <a:pt x="53" y="24"/>
                  </a:lnTo>
                  <a:lnTo>
                    <a:pt x="50" y="27"/>
                  </a:lnTo>
                  <a:lnTo>
                    <a:pt x="43" y="31"/>
                  </a:lnTo>
                  <a:lnTo>
                    <a:pt x="36" y="34"/>
                  </a:lnTo>
                  <a:lnTo>
                    <a:pt x="26" y="45"/>
                  </a:lnTo>
                  <a:lnTo>
                    <a:pt x="20" y="48"/>
                  </a:lnTo>
                  <a:lnTo>
                    <a:pt x="16" y="52"/>
                  </a:lnTo>
                  <a:lnTo>
                    <a:pt x="10" y="55"/>
                  </a:lnTo>
                  <a:lnTo>
                    <a:pt x="3" y="55"/>
                  </a:lnTo>
                  <a:lnTo>
                    <a:pt x="0" y="59"/>
                  </a:lnTo>
                  <a:lnTo>
                    <a:pt x="0" y="66"/>
                  </a:lnTo>
                  <a:lnTo>
                    <a:pt x="6" y="62"/>
                  </a:lnTo>
                  <a:lnTo>
                    <a:pt x="13" y="59"/>
                  </a:lnTo>
                  <a:lnTo>
                    <a:pt x="20" y="55"/>
                  </a:lnTo>
                  <a:lnTo>
                    <a:pt x="23" y="52"/>
                  </a:lnTo>
                  <a:lnTo>
                    <a:pt x="30" y="48"/>
                  </a:lnTo>
                  <a:lnTo>
                    <a:pt x="36" y="45"/>
                  </a:lnTo>
                  <a:lnTo>
                    <a:pt x="43" y="41"/>
                  </a:lnTo>
                  <a:lnTo>
                    <a:pt x="46" y="38"/>
                  </a:lnTo>
                  <a:lnTo>
                    <a:pt x="53" y="34"/>
                  </a:lnTo>
                  <a:lnTo>
                    <a:pt x="63" y="24"/>
                  </a:lnTo>
                  <a:lnTo>
                    <a:pt x="70" y="21"/>
                  </a:lnTo>
                  <a:lnTo>
                    <a:pt x="76" y="17"/>
                  </a:lnTo>
                  <a:lnTo>
                    <a:pt x="80" y="14"/>
                  </a:lnTo>
                  <a:lnTo>
                    <a:pt x="86" y="10"/>
                  </a:lnTo>
                  <a:lnTo>
                    <a:pt x="93" y="7"/>
                  </a:lnTo>
                  <a:lnTo>
                    <a:pt x="9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7" name="Google Shape;177;p3"/>
            <p:cNvSpPr/>
            <p:nvPr/>
          </p:nvSpPr>
          <p:spPr>
            <a:xfrm>
              <a:off x="3564" y="2277"/>
              <a:ext cx="146" cy="80"/>
            </a:xfrm>
            <a:custGeom>
              <a:rect b="b" l="l" r="r" t="t"/>
              <a:pathLst>
                <a:path extrusionOk="0" h="80" w="146">
                  <a:moveTo>
                    <a:pt x="143" y="0"/>
                  </a:moveTo>
                  <a:lnTo>
                    <a:pt x="133" y="0"/>
                  </a:lnTo>
                  <a:lnTo>
                    <a:pt x="123" y="3"/>
                  </a:lnTo>
                  <a:lnTo>
                    <a:pt x="113" y="7"/>
                  </a:lnTo>
                  <a:lnTo>
                    <a:pt x="103" y="10"/>
                  </a:lnTo>
                  <a:lnTo>
                    <a:pt x="93" y="14"/>
                  </a:lnTo>
                  <a:lnTo>
                    <a:pt x="86" y="17"/>
                  </a:lnTo>
                  <a:lnTo>
                    <a:pt x="76" y="24"/>
                  </a:lnTo>
                  <a:lnTo>
                    <a:pt x="70" y="31"/>
                  </a:lnTo>
                  <a:lnTo>
                    <a:pt x="60" y="35"/>
                  </a:lnTo>
                  <a:lnTo>
                    <a:pt x="53" y="42"/>
                  </a:lnTo>
                  <a:lnTo>
                    <a:pt x="43" y="49"/>
                  </a:lnTo>
                  <a:lnTo>
                    <a:pt x="36" y="55"/>
                  </a:lnTo>
                  <a:lnTo>
                    <a:pt x="26" y="59"/>
                  </a:lnTo>
                  <a:lnTo>
                    <a:pt x="20" y="66"/>
                  </a:lnTo>
                  <a:lnTo>
                    <a:pt x="10" y="69"/>
                  </a:lnTo>
                  <a:lnTo>
                    <a:pt x="0" y="73"/>
                  </a:lnTo>
                  <a:lnTo>
                    <a:pt x="3" y="80"/>
                  </a:lnTo>
                  <a:lnTo>
                    <a:pt x="10" y="76"/>
                  </a:lnTo>
                  <a:lnTo>
                    <a:pt x="20" y="73"/>
                  </a:lnTo>
                  <a:lnTo>
                    <a:pt x="30" y="66"/>
                  </a:lnTo>
                  <a:lnTo>
                    <a:pt x="36" y="59"/>
                  </a:lnTo>
                  <a:lnTo>
                    <a:pt x="46" y="55"/>
                  </a:lnTo>
                  <a:lnTo>
                    <a:pt x="56" y="49"/>
                  </a:lnTo>
                  <a:lnTo>
                    <a:pt x="63" y="42"/>
                  </a:lnTo>
                  <a:lnTo>
                    <a:pt x="73" y="35"/>
                  </a:lnTo>
                  <a:lnTo>
                    <a:pt x="80" y="31"/>
                  </a:lnTo>
                  <a:lnTo>
                    <a:pt x="90" y="24"/>
                  </a:lnTo>
                  <a:lnTo>
                    <a:pt x="96" y="21"/>
                  </a:lnTo>
                  <a:lnTo>
                    <a:pt x="106" y="17"/>
                  </a:lnTo>
                  <a:lnTo>
                    <a:pt x="116" y="14"/>
                  </a:lnTo>
                  <a:lnTo>
                    <a:pt x="126" y="10"/>
                  </a:lnTo>
                  <a:lnTo>
                    <a:pt x="133" y="7"/>
                  </a:lnTo>
                  <a:lnTo>
                    <a:pt x="146" y="7"/>
                  </a:lnTo>
                  <a:lnTo>
                    <a:pt x="143" y="7"/>
                  </a:lnTo>
                  <a:lnTo>
                    <a:pt x="146" y="7"/>
                  </a:lnTo>
                  <a:lnTo>
                    <a:pt x="14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8" name="Google Shape;178;p3"/>
            <p:cNvSpPr/>
            <p:nvPr/>
          </p:nvSpPr>
          <p:spPr>
            <a:xfrm>
              <a:off x="3707" y="2260"/>
              <a:ext cx="63" cy="24"/>
            </a:xfrm>
            <a:custGeom>
              <a:rect b="b" l="l" r="r" t="t"/>
              <a:pathLst>
                <a:path extrusionOk="0" h="24" w="63">
                  <a:moveTo>
                    <a:pt x="63" y="0"/>
                  </a:moveTo>
                  <a:lnTo>
                    <a:pt x="60" y="0"/>
                  </a:lnTo>
                  <a:lnTo>
                    <a:pt x="57" y="3"/>
                  </a:lnTo>
                  <a:lnTo>
                    <a:pt x="47" y="7"/>
                  </a:lnTo>
                  <a:lnTo>
                    <a:pt x="40" y="10"/>
                  </a:lnTo>
                  <a:lnTo>
                    <a:pt x="23" y="10"/>
                  </a:lnTo>
                  <a:lnTo>
                    <a:pt x="17" y="14"/>
                  </a:lnTo>
                  <a:lnTo>
                    <a:pt x="10" y="14"/>
                  </a:lnTo>
                  <a:lnTo>
                    <a:pt x="0" y="17"/>
                  </a:lnTo>
                  <a:lnTo>
                    <a:pt x="3" y="24"/>
                  </a:lnTo>
                  <a:lnTo>
                    <a:pt x="10" y="20"/>
                  </a:lnTo>
                  <a:lnTo>
                    <a:pt x="17" y="20"/>
                  </a:lnTo>
                  <a:lnTo>
                    <a:pt x="27" y="17"/>
                  </a:lnTo>
                  <a:lnTo>
                    <a:pt x="33" y="17"/>
                  </a:lnTo>
                  <a:lnTo>
                    <a:pt x="40" y="14"/>
                  </a:lnTo>
                  <a:lnTo>
                    <a:pt x="50" y="10"/>
                  </a:lnTo>
                  <a:lnTo>
                    <a:pt x="57" y="10"/>
                  </a:lnTo>
                  <a:lnTo>
                    <a:pt x="63" y="7"/>
                  </a:lnTo>
                  <a:lnTo>
                    <a:pt x="63" y="0"/>
                  </a:lnTo>
                  <a:lnTo>
                    <a:pt x="60" y="0"/>
                  </a:lnTo>
                  <a:lnTo>
                    <a:pt x="6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9" name="Google Shape;179;p3"/>
            <p:cNvSpPr/>
            <p:nvPr/>
          </p:nvSpPr>
          <p:spPr>
            <a:xfrm>
              <a:off x="3770" y="2235"/>
              <a:ext cx="134" cy="32"/>
            </a:xfrm>
            <a:custGeom>
              <a:rect b="b" l="l" r="r" t="t"/>
              <a:pathLst>
                <a:path extrusionOk="0" h="32" w="134">
                  <a:moveTo>
                    <a:pt x="130" y="0"/>
                  </a:moveTo>
                  <a:lnTo>
                    <a:pt x="124" y="0"/>
                  </a:lnTo>
                  <a:lnTo>
                    <a:pt x="117" y="4"/>
                  </a:lnTo>
                  <a:lnTo>
                    <a:pt x="107" y="4"/>
                  </a:lnTo>
                  <a:lnTo>
                    <a:pt x="100" y="7"/>
                  </a:lnTo>
                  <a:lnTo>
                    <a:pt x="90" y="7"/>
                  </a:lnTo>
                  <a:lnTo>
                    <a:pt x="84" y="11"/>
                  </a:lnTo>
                  <a:lnTo>
                    <a:pt x="74" y="11"/>
                  </a:lnTo>
                  <a:lnTo>
                    <a:pt x="67" y="14"/>
                  </a:lnTo>
                  <a:lnTo>
                    <a:pt x="57" y="14"/>
                  </a:lnTo>
                  <a:lnTo>
                    <a:pt x="50" y="18"/>
                  </a:lnTo>
                  <a:lnTo>
                    <a:pt x="34" y="18"/>
                  </a:lnTo>
                  <a:lnTo>
                    <a:pt x="24" y="21"/>
                  </a:lnTo>
                  <a:lnTo>
                    <a:pt x="7" y="21"/>
                  </a:lnTo>
                  <a:lnTo>
                    <a:pt x="0" y="25"/>
                  </a:lnTo>
                  <a:lnTo>
                    <a:pt x="0" y="32"/>
                  </a:lnTo>
                  <a:lnTo>
                    <a:pt x="10" y="28"/>
                  </a:lnTo>
                  <a:lnTo>
                    <a:pt x="24" y="28"/>
                  </a:lnTo>
                  <a:lnTo>
                    <a:pt x="34" y="25"/>
                  </a:lnTo>
                  <a:lnTo>
                    <a:pt x="40" y="25"/>
                  </a:lnTo>
                  <a:lnTo>
                    <a:pt x="50" y="21"/>
                  </a:lnTo>
                  <a:lnTo>
                    <a:pt x="67" y="21"/>
                  </a:lnTo>
                  <a:lnTo>
                    <a:pt x="74" y="18"/>
                  </a:lnTo>
                  <a:lnTo>
                    <a:pt x="84" y="18"/>
                  </a:lnTo>
                  <a:lnTo>
                    <a:pt x="90" y="14"/>
                  </a:lnTo>
                  <a:lnTo>
                    <a:pt x="100" y="14"/>
                  </a:lnTo>
                  <a:lnTo>
                    <a:pt x="107" y="11"/>
                  </a:lnTo>
                  <a:lnTo>
                    <a:pt x="117" y="11"/>
                  </a:lnTo>
                  <a:lnTo>
                    <a:pt x="124" y="7"/>
                  </a:lnTo>
                  <a:lnTo>
                    <a:pt x="134" y="7"/>
                  </a:lnTo>
                  <a:lnTo>
                    <a:pt x="13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0" name="Google Shape;180;p3"/>
            <p:cNvSpPr/>
            <p:nvPr/>
          </p:nvSpPr>
          <p:spPr>
            <a:xfrm>
              <a:off x="3900" y="2215"/>
              <a:ext cx="164" cy="27"/>
            </a:xfrm>
            <a:custGeom>
              <a:rect b="b" l="l" r="r" t="t"/>
              <a:pathLst>
                <a:path extrusionOk="0" h="27" w="164">
                  <a:moveTo>
                    <a:pt x="164" y="0"/>
                  </a:moveTo>
                  <a:lnTo>
                    <a:pt x="130" y="0"/>
                  </a:lnTo>
                  <a:lnTo>
                    <a:pt x="120" y="3"/>
                  </a:lnTo>
                  <a:lnTo>
                    <a:pt x="100" y="3"/>
                  </a:lnTo>
                  <a:lnTo>
                    <a:pt x="90" y="7"/>
                  </a:lnTo>
                  <a:lnTo>
                    <a:pt x="80" y="7"/>
                  </a:lnTo>
                  <a:lnTo>
                    <a:pt x="70" y="10"/>
                  </a:lnTo>
                  <a:lnTo>
                    <a:pt x="60" y="10"/>
                  </a:lnTo>
                  <a:lnTo>
                    <a:pt x="50" y="14"/>
                  </a:lnTo>
                  <a:lnTo>
                    <a:pt x="40" y="14"/>
                  </a:lnTo>
                  <a:lnTo>
                    <a:pt x="30" y="17"/>
                  </a:lnTo>
                  <a:lnTo>
                    <a:pt x="10" y="17"/>
                  </a:lnTo>
                  <a:lnTo>
                    <a:pt x="0" y="20"/>
                  </a:lnTo>
                  <a:lnTo>
                    <a:pt x="4" y="27"/>
                  </a:lnTo>
                  <a:lnTo>
                    <a:pt x="14" y="24"/>
                  </a:lnTo>
                  <a:lnTo>
                    <a:pt x="24" y="24"/>
                  </a:lnTo>
                  <a:lnTo>
                    <a:pt x="30" y="20"/>
                  </a:lnTo>
                  <a:lnTo>
                    <a:pt x="40" y="20"/>
                  </a:lnTo>
                  <a:lnTo>
                    <a:pt x="50" y="17"/>
                  </a:lnTo>
                  <a:lnTo>
                    <a:pt x="70" y="17"/>
                  </a:lnTo>
                  <a:lnTo>
                    <a:pt x="80" y="14"/>
                  </a:lnTo>
                  <a:lnTo>
                    <a:pt x="90" y="14"/>
                  </a:lnTo>
                  <a:lnTo>
                    <a:pt x="100" y="10"/>
                  </a:lnTo>
                  <a:lnTo>
                    <a:pt x="120" y="10"/>
                  </a:lnTo>
                  <a:lnTo>
                    <a:pt x="130" y="7"/>
                  </a:lnTo>
                  <a:lnTo>
                    <a:pt x="160" y="7"/>
                  </a:lnTo>
                  <a:lnTo>
                    <a:pt x="164" y="0"/>
                  </a:lnTo>
                  <a:lnTo>
                    <a:pt x="160" y="0"/>
                  </a:lnTo>
                  <a:lnTo>
                    <a:pt x="16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1" name="Google Shape;181;p3"/>
            <p:cNvSpPr/>
            <p:nvPr/>
          </p:nvSpPr>
          <p:spPr>
            <a:xfrm>
              <a:off x="4060" y="2215"/>
              <a:ext cx="67" cy="201"/>
            </a:xfrm>
            <a:custGeom>
              <a:rect b="b" l="l" r="r" t="t"/>
              <a:pathLst>
                <a:path extrusionOk="0" h="201" w="67">
                  <a:moveTo>
                    <a:pt x="67" y="197"/>
                  </a:moveTo>
                  <a:lnTo>
                    <a:pt x="60" y="173"/>
                  </a:lnTo>
                  <a:lnTo>
                    <a:pt x="57" y="149"/>
                  </a:lnTo>
                  <a:lnTo>
                    <a:pt x="54" y="121"/>
                  </a:lnTo>
                  <a:lnTo>
                    <a:pt x="50" y="93"/>
                  </a:lnTo>
                  <a:lnTo>
                    <a:pt x="44" y="69"/>
                  </a:lnTo>
                  <a:lnTo>
                    <a:pt x="34" y="45"/>
                  </a:lnTo>
                  <a:lnTo>
                    <a:pt x="20" y="20"/>
                  </a:lnTo>
                  <a:lnTo>
                    <a:pt x="4" y="0"/>
                  </a:lnTo>
                  <a:lnTo>
                    <a:pt x="0" y="7"/>
                  </a:lnTo>
                  <a:lnTo>
                    <a:pt x="17" y="24"/>
                  </a:lnTo>
                  <a:lnTo>
                    <a:pt x="27" y="48"/>
                  </a:lnTo>
                  <a:lnTo>
                    <a:pt x="37" y="72"/>
                  </a:lnTo>
                  <a:lnTo>
                    <a:pt x="44" y="97"/>
                  </a:lnTo>
                  <a:lnTo>
                    <a:pt x="47" y="121"/>
                  </a:lnTo>
                  <a:lnTo>
                    <a:pt x="50" y="149"/>
                  </a:lnTo>
                  <a:lnTo>
                    <a:pt x="54" y="173"/>
                  </a:lnTo>
                  <a:lnTo>
                    <a:pt x="60" y="201"/>
                  </a:lnTo>
                  <a:lnTo>
                    <a:pt x="60" y="197"/>
                  </a:lnTo>
                  <a:lnTo>
                    <a:pt x="67" y="19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2" name="Google Shape;182;p3"/>
            <p:cNvSpPr/>
            <p:nvPr/>
          </p:nvSpPr>
          <p:spPr>
            <a:xfrm>
              <a:off x="4120" y="2412"/>
              <a:ext cx="30" cy="482"/>
            </a:xfrm>
            <a:custGeom>
              <a:rect b="b" l="l" r="r" t="t"/>
              <a:pathLst>
                <a:path extrusionOk="0" h="482" w="30">
                  <a:moveTo>
                    <a:pt x="17" y="482"/>
                  </a:moveTo>
                  <a:lnTo>
                    <a:pt x="27" y="423"/>
                  </a:lnTo>
                  <a:lnTo>
                    <a:pt x="30" y="360"/>
                  </a:lnTo>
                  <a:lnTo>
                    <a:pt x="30" y="302"/>
                  </a:lnTo>
                  <a:lnTo>
                    <a:pt x="27" y="243"/>
                  </a:lnTo>
                  <a:lnTo>
                    <a:pt x="24" y="180"/>
                  </a:lnTo>
                  <a:lnTo>
                    <a:pt x="17" y="121"/>
                  </a:lnTo>
                  <a:lnTo>
                    <a:pt x="14" y="59"/>
                  </a:lnTo>
                  <a:lnTo>
                    <a:pt x="7" y="0"/>
                  </a:lnTo>
                  <a:lnTo>
                    <a:pt x="0" y="0"/>
                  </a:lnTo>
                  <a:lnTo>
                    <a:pt x="7" y="59"/>
                  </a:lnTo>
                  <a:lnTo>
                    <a:pt x="10" y="121"/>
                  </a:lnTo>
                  <a:lnTo>
                    <a:pt x="17" y="180"/>
                  </a:lnTo>
                  <a:lnTo>
                    <a:pt x="20" y="243"/>
                  </a:lnTo>
                  <a:lnTo>
                    <a:pt x="24" y="302"/>
                  </a:lnTo>
                  <a:lnTo>
                    <a:pt x="24" y="360"/>
                  </a:lnTo>
                  <a:lnTo>
                    <a:pt x="20" y="423"/>
                  </a:lnTo>
                  <a:lnTo>
                    <a:pt x="14" y="482"/>
                  </a:lnTo>
                  <a:lnTo>
                    <a:pt x="14" y="478"/>
                  </a:lnTo>
                  <a:lnTo>
                    <a:pt x="17" y="48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3" name="Google Shape;183;p3"/>
            <p:cNvSpPr/>
            <p:nvPr/>
          </p:nvSpPr>
          <p:spPr>
            <a:xfrm>
              <a:off x="4054" y="2890"/>
              <a:ext cx="83" cy="101"/>
            </a:xfrm>
            <a:custGeom>
              <a:rect b="b" l="l" r="r" t="t"/>
              <a:pathLst>
                <a:path extrusionOk="0" h="101" w="83">
                  <a:moveTo>
                    <a:pt x="10" y="94"/>
                  </a:moveTo>
                  <a:lnTo>
                    <a:pt x="10" y="101"/>
                  </a:lnTo>
                  <a:lnTo>
                    <a:pt x="23" y="90"/>
                  </a:lnTo>
                  <a:lnTo>
                    <a:pt x="33" y="77"/>
                  </a:lnTo>
                  <a:lnTo>
                    <a:pt x="53" y="56"/>
                  </a:lnTo>
                  <a:lnTo>
                    <a:pt x="63" y="42"/>
                  </a:lnTo>
                  <a:lnTo>
                    <a:pt x="70" y="31"/>
                  </a:lnTo>
                  <a:lnTo>
                    <a:pt x="80" y="18"/>
                  </a:lnTo>
                  <a:lnTo>
                    <a:pt x="83" y="4"/>
                  </a:lnTo>
                  <a:lnTo>
                    <a:pt x="80" y="0"/>
                  </a:lnTo>
                  <a:lnTo>
                    <a:pt x="73" y="14"/>
                  </a:lnTo>
                  <a:lnTo>
                    <a:pt x="66" y="28"/>
                  </a:lnTo>
                  <a:lnTo>
                    <a:pt x="46" y="49"/>
                  </a:lnTo>
                  <a:lnTo>
                    <a:pt x="40" y="63"/>
                  </a:lnTo>
                  <a:lnTo>
                    <a:pt x="26" y="73"/>
                  </a:lnTo>
                  <a:lnTo>
                    <a:pt x="6" y="94"/>
                  </a:lnTo>
                  <a:lnTo>
                    <a:pt x="10" y="101"/>
                  </a:lnTo>
                  <a:lnTo>
                    <a:pt x="6" y="94"/>
                  </a:lnTo>
                  <a:lnTo>
                    <a:pt x="0" y="101"/>
                  </a:lnTo>
                  <a:lnTo>
                    <a:pt x="10" y="101"/>
                  </a:lnTo>
                  <a:lnTo>
                    <a:pt x="10" y="9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4" name="Google Shape;184;p3"/>
            <p:cNvSpPr/>
            <p:nvPr/>
          </p:nvSpPr>
          <p:spPr>
            <a:xfrm>
              <a:off x="4064" y="2984"/>
              <a:ext cx="80" cy="10"/>
            </a:xfrm>
            <a:custGeom>
              <a:rect b="b" l="l" r="r" t="t"/>
              <a:pathLst>
                <a:path extrusionOk="0" h="10" w="80">
                  <a:moveTo>
                    <a:pt x="80" y="7"/>
                  </a:moveTo>
                  <a:lnTo>
                    <a:pt x="76" y="3"/>
                  </a:lnTo>
                  <a:lnTo>
                    <a:pt x="60" y="3"/>
                  </a:lnTo>
                  <a:lnTo>
                    <a:pt x="50" y="0"/>
                  </a:lnTo>
                  <a:lnTo>
                    <a:pt x="0" y="0"/>
                  </a:lnTo>
                  <a:lnTo>
                    <a:pt x="0" y="7"/>
                  </a:lnTo>
                  <a:lnTo>
                    <a:pt x="50" y="7"/>
                  </a:lnTo>
                  <a:lnTo>
                    <a:pt x="60" y="10"/>
                  </a:lnTo>
                  <a:lnTo>
                    <a:pt x="76" y="10"/>
                  </a:lnTo>
                  <a:lnTo>
                    <a:pt x="73" y="10"/>
                  </a:lnTo>
                  <a:lnTo>
                    <a:pt x="80" y="7"/>
                  </a:lnTo>
                  <a:lnTo>
                    <a:pt x="80" y="3"/>
                  </a:lnTo>
                  <a:lnTo>
                    <a:pt x="76" y="3"/>
                  </a:lnTo>
                  <a:lnTo>
                    <a:pt x="8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5" name="Google Shape;185;p3"/>
            <p:cNvSpPr/>
            <p:nvPr/>
          </p:nvSpPr>
          <p:spPr>
            <a:xfrm>
              <a:off x="4137" y="2991"/>
              <a:ext cx="10" cy="24"/>
            </a:xfrm>
            <a:custGeom>
              <a:rect b="b" l="l" r="r" t="t"/>
              <a:pathLst>
                <a:path extrusionOk="0" h="24" w="10">
                  <a:moveTo>
                    <a:pt x="7" y="14"/>
                  </a:moveTo>
                  <a:lnTo>
                    <a:pt x="10" y="17"/>
                  </a:lnTo>
                  <a:lnTo>
                    <a:pt x="10" y="3"/>
                  </a:lnTo>
                  <a:lnTo>
                    <a:pt x="7" y="0"/>
                  </a:lnTo>
                  <a:lnTo>
                    <a:pt x="0" y="3"/>
                  </a:lnTo>
                  <a:lnTo>
                    <a:pt x="3" y="7"/>
                  </a:lnTo>
                  <a:lnTo>
                    <a:pt x="3" y="17"/>
                  </a:lnTo>
                  <a:lnTo>
                    <a:pt x="7" y="24"/>
                  </a:lnTo>
                  <a:lnTo>
                    <a:pt x="3" y="17"/>
                  </a:lnTo>
                  <a:lnTo>
                    <a:pt x="3" y="24"/>
                  </a:lnTo>
                  <a:lnTo>
                    <a:pt x="7" y="24"/>
                  </a:lnTo>
                  <a:lnTo>
                    <a:pt x="7"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6" name="Google Shape;186;p3"/>
            <p:cNvSpPr/>
            <p:nvPr/>
          </p:nvSpPr>
          <p:spPr>
            <a:xfrm>
              <a:off x="4144" y="3005"/>
              <a:ext cx="563" cy="10"/>
            </a:xfrm>
            <a:custGeom>
              <a:rect b="b" l="l" r="r" t="t"/>
              <a:pathLst>
                <a:path extrusionOk="0" h="10" w="563">
                  <a:moveTo>
                    <a:pt x="556" y="3"/>
                  </a:moveTo>
                  <a:lnTo>
                    <a:pt x="560" y="0"/>
                  </a:lnTo>
                  <a:lnTo>
                    <a:pt x="0" y="0"/>
                  </a:lnTo>
                  <a:lnTo>
                    <a:pt x="0" y="10"/>
                  </a:lnTo>
                  <a:lnTo>
                    <a:pt x="560" y="10"/>
                  </a:lnTo>
                  <a:lnTo>
                    <a:pt x="563" y="7"/>
                  </a:lnTo>
                  <a:lnTo>
                    <a:pt x="560" y="10"/>
                  </a:lnTo>
                  <a:lnTo>
                    <a:pt x="563" y="10"/>
                  </a:lnTo>
                  <a:lnTo>
                    <a:pt x="563" y="7"/>
                  </a:lnTo>
                  <a:lnTo>
                    <a:pt x="556"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7" name="Google Shape;187;p3"/>
            <p:cNvSpPr/>
            <p:nvPr/>
          </p:nvSpPr>
          <p:spPr>
            <a:xfrm>
              <a:off x="4700" y="2908"/>
              <a:ext cx="37" cy="104"/>
            </a:xfrm>
            <a:custGeom>
              <a:rect b="b" l="l" r="r" t="t"/>
              <a:pathLst>
                <a:path extrusionOk="0" h="104" w="37">
                  <a:moveTo>
                    <a:pt x="30" y="0"/>
                  </a:moveTo>
                  <a:lnTo>
                    <a:pt x="30" y="27"/>
                  </a:lnTo>
                  <a:lnTo>
                    <a:pt x="24" y="38"/>
                  </a:lnTo>
                  <a:lnTo>
                    <a:pt x="20" y="52"/>
                  </a:lnTo>
                  <a:lnTo>
                    <a:pt x="14" y="62"/>
                  </a:lnTo>
                  <a:lnTo>
                    <a:pt x="10" y="76"/>
                  </a:lnTo>
                  <a:lnTo>
                    <a:pt x="4" y="90"/>
                  </a:lnTo>
                  <a:lnTo>
                    <a:pt x="0" y="100"/>
                  </a:lnTo>
                  <a:lnTo>
                    <a:pt x="7" y="104"/>
                  </a:lnTo>
                  <a:lnTo>
                    <a:pt x="10" y="90"/>
                  </a:lnTo>
                  <a:lnTo>
                    <a:pt x="17" y="79"/>
                  </a:lnTo>
                  <a:lnTo>
                    <a:pt x="20" y="65"/>
                  </a:lnTo>
                  <a:lnTo>
                    <a:pt x="27" y="55"/>
                  </a:lnTo>
                  <a:lnTo>
                    <a:pt x="30" y="41"/>
                  </a:lnTo>
                  <a:lnTo>
                    <a:pt x="37" y="31"/>
                  </a:lnTo>
                  <a:lnTo>
                    <a:pt x="37" y="0"/>
                  </a:lnTo>
                  <a:lnTo>
                    <a:pt x="3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8" name="Google Shape;188;p3"/>
            <p:cNvSpPr/>
            <p:nvPr/>
          </p:nvSpPr>
          <p:spPr>
            <a:xfrm>
              <a:off x="4730" y="2835"/>
              <a:ext cx="34" cy="73"/>
            </a:xfrm>
            <a:custGeom>
              <a:rect b="b" l="l" r="r" t="t"/>
              <a:pathLst>
                <a:path extrusionOk="0" h="73" w="34">
                  <a:moveTo>
                    <a:pt x="27" y="0"/>
                  </a:moveTo>
                  <a:lnTo>
                    <a:pt x="24" y="10"/>
                  </a:lnTo>
                  <a:lnTo>
                    <a:pt x="20" y="17"/>
                  </a:lnTo>
                  <a:lnTo>
                    <a:pt x="17" y="28"/>
                  </a:lnTo>
                  <a:lnTo>
                    <a:pt x="14" y="34"/>
                  </a:lnTo>
                  <a:lnTo>
                    <a:pt x="10" y="45"/>
                  </a:lnTo>
                  <a:lnTo>
                    <a:pt x="7" y="55"/>
                  </a:lnTo>
                  <a:lnTo>
                    <a:pt x="4" y="66"/>
                  </a:lnTo>
                  <a:lnTo>
                    <a:pt x="0" y="73"/>
                  </a:lnTo>
                  <a:lnTo>
                    <a:pt x="7" y="73"/>
                  </a:lnTo>
                  <a:lnTo>
                    <a:pt x="10" y="66"/>
                  </a:lnTo>
                  <a:lnTo>
                    <a:pt x="10" y="55"/>
                  </a:lnTo>
                  <a:lnTo>
                    <a:pt x="14" y="48"/>
                  </a:lnTo>
                  <a:lnTo>
                    <a:pt x="20" y="38"/>
                  </a:lnTo>
                  <a:lnTo>
                    <a:pt x="24" y="28"/>
                  </a:lnTo>
                  <a:lnTo>
                    <a:pt x="27" y="21"/>
                  </a:lnTo>
                  <a:lnTo>
                    <a:pt x="30" y="10"/>
                  </a:lnTo>
                  <a:lnTo>
                    <a:pt x="34" y="0"/>
                  </a:lnTo>
                  <a:lnTo>
                    <a:pt x="2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9" name="Google Shape;189;p3"/>
            <p:cNvSpPr/>
            <p:nvPr/>
          </p:nvSpPr>
          <p:spPr>
            <a:xfrm>
              <a:off x="4740" y="2772"/>
              <a:ext cx="24" cy="63"/>
            </a:xfrm>
            <a:custGeom>
              <a:rect b="b" l="l" r="r" t="t"/>
              <a:pathLst>
                <a:path extrusionOk="0" h="63" w="24">
                  <a:moveTo>
                    <a:pt x="4" y="0"/>
                  </a:moveTo>
                  <a:lnTo>
                    <a:pt x="0" y="4"/>
                  </a:lnTo>
                  <a:lnTo>
                    <a:pt x="4" y="21"/>
                  </a:lnTo>
                  <a:lnTo>
                    <a:pt x="10" y="35"/>
                  </a:lnTo>
                  <a:lnTo>
                    <a:pt x="14" y="49"/>
                  </a:lnTo>
                  <a:lnTo>
                    <a:pt x="17" y="63"/>
                  </a:lnTo>
                  <a:lnTo>
                    <a:pt x="24" y="63"/>
                  </a:lnTo>
                  <a:lnTo>
                    <a:pt x="20" y="49"/>
                  </a:lnTo>
                  <a:lnTo>
                    <a:pt x="17" y="35"/>
                  </a:lnTo>
                  <a:lnTo>
                    <a:pt x="10" y="18"/>
                  </a:lnTo>
                  <a:lnTo>
                    <a:pt x="7" y="4"/>
                  </a:lnTo>
                  <a:lnTo>
                    <a:pt x="7" y="7"/>
                  </a:lnTo>
                  <a:lnTo>
                    <a:pt x="4" y="0"/>
                  </a:lnTo>
                  <a:lnTo>
                    <a:pt x="0" y="4"/>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0" name="Google Shape;190;p3"/>
            <p:cNvSpPr/>
            <p:nvPr/>
          </p:nvSpPr>
          <p:spPr>
            <a:xfrm>
              <a:off x="4744" y="2714"/>
              <a:ext cx="100" cy="65"/>
            </a:xfrm>
            <a:custGeom>
              <a:rect b="b" l="l" r="r" t="t"/>
              <a:pathLst>
                <a:path extrusionOk="0" h="65" w="100">
                  <a:moveTo>
                    <a:pt x="90" y="7"/>
                  </a:moveTo>
                  <a:lnTo>
                    <a:pt x="93" y="0"/>
                  </a:lnTo>
                  <a:lnTo>
                    <a:pt x="86" y="3"/>
                  </a:lnTo>
                  <a:lnTo>
                    <a:pt x="80" y="7"/>
                  </a:lnTo>
                  <a:lnTo>
                    <a:pt x="76" y="10"/>
                  </a:lnTo>
                  <a:lnTo>
                    <a:pt x="70" y="13"/>
                  </a:lnTo>
                  <a:lnTo>
                    <a:pt x="63" y="17"/>
                  </a:lnTo>
                  <a:lnTo>
                    <a:pt x="56" y="20"/>
                  </a:lnTo>
                  <a:lnTo>
                    <a:pt x="50" y="24"/>
                  </a:lnTo>
                  <a:lnTo>
                    <a:pt x="46" y="27"/>
                  </a:lnTo>
                  <a:lnTo>
                    <a:pt x="36" y="31"/>
                  </a:lnTo>
                  <a:lnTo>
                    <a:pt x="33" y="34"/>
                  </a:lnTo>
                  <a:lnTo>
                    <a:pt x="26" y="38"/>
                  </a:lnTo>
                  <a:lnTo>
                    <a:pt x="20" y="41"/>
                  </a:lnTo>
                  <a:lnTo>
                    <a:pt x="13" y="45"/>
                  </a:lnTo>
                  <a:lnTo>
                    <a:pt x="10" y="52"/>
                  </a:lnTo>
                  <a:lnTo>
                    <a:pt x="3" y="55"/>
                  </a:lnTo>
                  <a:lnTo>
                    <a:pt x="0" y="58"/>
                  </a:lnTo>
                  <a:lnTo>
                    <a:pt x="3" y="65"/>
                  </a:lnTo>
                  <a:lnTo>
                    <a:pt x="13" y="55"/>
                  </a:lnTo>
                  <a:lnTo>
                    <a:pt x="20" y="52"/>
                  </a:lnTo>
                  <a:lnTo>
                    <a:pt x="23" y="48"/>
                  </a:lnTo>
                  <a:lnTo>
                    <a:pt x="30" y="45"/>
                  </a:lnTo>
                  <a:lnTo>
                    <a:pt x="36" y="41"/>
                  </a:lnTo>
                  <a:lnTo>
                    <a:pt x="43" y="38"/>
                  </a:lnTo>
                  <a:lnTo>
                    <a:pt x="50" y="34"/>
                  </a:lnTo>
                  <a:lnTo>
                    <a:pt x="53" y="31"/>
                  </a:lnTo>
                  <a:lnTo>
                    <a:pt x="60" y="27"/>
                  </a:lnTo>
                  <a:lnTo>
                    <a:pt x="66" y="24"/>
                  </a:lnTo>
                  <a:lnTo>
                    <a:pt x="70" y="20"/>
                  </a:lnTo>
                  <a:lnTo>
                    <a:pt x="80" y="17"/>
                  </a:lnTo>
                  <a:lnTo>
                    <a:pt x="83" y="13"/>
                  </a:lnTo>
                  <a:lnTo>
                    <a:pt x="90" y="10"/>
                  </a:lnTo>
                  <a:lnTo>
                    <a:pt x="96" y="7"/>
                  </a:lnTo>
                  <a:lnTo>
                    <a:pt x="96" y="3"/>
                  </a:lnTo>
                  <a:lnTo>
                    <a:pt x="96" y="7"/>
                  </a:lnTo>
                  <a:lnTo>
                    <a:pt x="100" y="7"/>
                  </a:lnTo>
                  <a:lnTo>
                    <a:pt x="96" y="3"/>
                  </a:lnTo>
                  <a:lnTo>
                    <a:pt x="9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1" name="Google Shape;191;p3"/>
            <p:cNvSpPr/>
            <p:nvPr/>
          </p:nvSpPr>
          <p:spPr>
            <a:xfrm>
              <a:off x="4817" y="2689"/>
              <a:ext cx="23" cy="32"/>
            </a:xfrm>
            <a:custGeom>
              <a:rect b="b" l="l" r="r" t="t"/>
              <a:pathLst>
                <a:path extrusionOk="0" h="32" w="23">
                  <a:moveTo>
                    <a:pt x="3" y="7"/>
                  </a:moveTo>
                  <a:lnTo>
                    <a:pt x="10" y="7"/>
                  </a:lnTo>
                  <a:lnTo>
                    <a:pt x="13" y="11"/>
                  </a:lnTo>
                  <a:lnTo>
                    <a:pt x="13" y="18"/>
                  </a:lnTo>
                  <a:lnTo>
                    <a:pt x="17" y="21"/>
                  </a:lnTo>
                  <a:lnTo>
                    <a:pt x="17" y="32"/>
                  </a:lnTo>
                  <a:lnTo>
                    <a:pt x="23" y="28"/>
                  </a:lnTo>
                  <a:lnTo>
                    <a:pt x="23" y="21"/>
                  </a:lnTo>
                  <a:lnTo>
                    <a:pt x="20" y="14"/>
                  </a:lnTo>
                  <a:lnTo>
                    <a:pt x="20" y="11"/>
                  </a:lnTo>
                  <a:lnTo>
                    <a:pt x="13" y="4"/>
                  </a:lnTo>
                  <a:lnTo>
                    <a:pt x="7" y="0"/>
                  </a:lnTo>
                  <a:lnTo>
                    <a:pt x="0" y="0"/>
                  </a:lnTo>
                  <a:lnTo>
                    <a:pt x="3" y="0"/>
                  </a:lnTo>
                  <a:lnTo>
                    <a:pt x="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2" name="Google Shape;192;p3"/>
            <p:cNvSpPr/>
            <p:nvPr/>
          </p:nvSpPr>
          <p:spPr>
            <a:xfrm>
              <a:off x="4657" y="2561"/>
              <a:ext cx="163" cy="135"/>
            </a:xfrm>
            <a:custGeom>
              <a:rect b="b" l="l" r="r" t="t"/>
              <a:pathLst>
                <a:path extrusionOk="0" h="135" w="163">
                  <a:moveTo>
                    <a:pt x="0" y="0"/>
                  </a:moveTo>
                  <a:lnTo>
                    <a:pt x="3" y="14"/>
                  </a:lnTo>
                  <a:lnTo>
                    <a:pt x="10" y="28"/>
                  </a:lnTo>
                  <a:lnTo>
                    <a:pt x="17" y="38"/>
                  </a:lnTo>
                  <a:lnTo>
                    <a:pt x="23" y="52"/>
                  </a:lnTo>
                  <a:lnTo>
                    <a:pt x="43" y="73"/>
                  </a:lnTo>
                  <a:lnTo>
                    <a:pt x="50" y="83"/>
                  </a:lnTo>
                  <a:lnTo>
                    <a:pt x="63" y="94"/>
                  </a:lnTo>
                  <a:lnTo>
                    <a:pt x="73" y="101"/>
                  </a:lnTo>
                  <a:lnTo>
                    <a:pt x="83" y="108"/>
                  </a:lnTo>
                  <a:lnTo>
                    <a:pt x="97" y="114"/>
                  </a:lnTo>
                  <a:lnTo>
                    <a:pt x="110" y="121"/>
                  </a:lnTo>
                  <a:lnTo>
                    <a:pt x="120" y="128"/>
                  </a:lnTo>
                  <a:lnTo>
                    <a:pt x="137" y="132"/>
                  </a:lnTo>
                  <a:lnTo>
                    <a:pt x="147" y="135"/>
                  </a:lnTo>
                  <a:lnTo>
                    <a:pt x="163" y="135"/>
                  </a:lnTo>
                  <a:lnTo>
                    <a:pt x="163" y="128"/>
                  </a:lnTo>
                  <a:lnTo>
                    <a:pt x="150" y="128"/>
                  </a:lnTo>
                  <a:lnTo>
                    <a:pt x="137" y="125"/>
                  </a:lnTo>
                  <a:lnTo>
                    <a:pt x="123" y="121"/>
                  </a:lnTo>
                  <a:lnTo>
                    <a:pt x="110" y="114"/>
                  </a:lnTo>
                  <a:lnTo>
                    <a:pt x="100" y="111"/>
                  </a:lnTo>
                  <a:lnTo>
                    <a:pt x="87" y="104"/>
                  </a:lnTo>
                  <a:lnTo>
                    <a:pt x="77" y="94"/>
                  </a:lnTo>
                  <a:lnTo>
                    <a:pt x="67" y="87"/>
                  </a:lnTo>
                  <a:lnTo>
                    <a:pt x="57" y="76"/>
                  </a:lnTo>
                  <a:lnTo>
                    <a:pt x="47" y="69"/>
                  </a:lnTo>
                  <a:lnTo>
                    <a:pt x="40" y="59"/>
                  </a:lnTo>
                  <a:lnTo>
                    <a:pt x="30" y="49"/>
                  </a:lnTo>
                  <a:lnTo>
                    <a:pt x="23" y="35"/>
                  </a:lnTo>
                  <a:lnTo>
                    <a:pt x="17" y="24"/>
                  </a:lnTo>
                  <a:lnTo>
                    <a:pt x="10" y="14"/>
                  </a:lnTo>
                  <a:lnTo>
                    <a:pt x="7"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3" name="Google Shape;193;p3"/>
            <p:cNvSpPr/>
            <p:nvPr/>
          </p:nvSpPr>
          <p:spPr>
            <a:xfrm>
              <a:off x="4560" y="2516"/>
              <a:ext cx="104" cy="45"/>
            </a:xfrm>
            <a:custGeom>
              <a:rect b="b" l="l" r="r" t="t"/>
              <a:pathLst>
                <a:path extrusionOk="0" h="45" w="104">
                  <a:moveTo>
                    <a:pt x="4" y="7"/>
                  </a:moveTo>
                  <a:lnTo>
                    <a:pt x="0" y="7"/>
                  </a:lnTo>
                  <a:lnTo>
                    <a:pt x="10" y="10"/>
                  </a:lnTo>
                  <a:lnTo>
                    <a:pt x="14" y="10"/>
                  </a:lnTo>
                  <a:lnTo>
                    <a:pt x="24" y="14"/>
                  </a:lnTo>
                  <a:lnTo>
                    <a:pt x="44" y="14"/>
                  </a:lnTo>
                  <a:lnTo>
                    <a:pt x="50" y="17"/>
                  </a:lnTo>
                  <a:lnTo>
                    <a:pt x="67" y="17"/>
                  </a:lnTo>
                  <a:lnTo>
                    <a:pt x="74" y="21"/>
                  </a:lnTo>
                  <a:lnTo>
                    <a:pt x="77" y="21"/>
                  </a:lnTo>
                  <a:lnTo>
                    <a:pt x="84" y="24"/>
                  </a:lnTo>
                  <a:lnTo>
                    <a:pt x="90" y="31"/>
                  </a:lnTo>
                  <a:lnTo>
                    <a:pt x="94" y="38"/>
                  </a:lnTo>
                  <a:lnTo>
                    <a:pt x="97" y="45"/>
                  </a:lnTo>
                  <a:lnTo>
                    <a:pt x="104" y="45"/>
                  </a:lnTo>
                  <a:lnTo>
                    <a:pt x="100" y="35"/>
                  </a:lnTo>
                  <a:lnTo>
                    <a:pt x="97" y="28"/>
                  </a:lnTo>
                  <a:lnTo>
                    <a:pt x="90" y="24"/>
                  </a:lnTo>
                  <a:lnTo>
                    <a:pt x="80" y="14"/>
                  </a:lnTo>
                  <a:lnTo>
                    <a:pt x="74" y="14"/>
                  </a:lnTo>
                  <a:lnTo>
                    <a:pt x="67" y="10"/>
                  </a:lnTo>
                  <a:lnTo>
                    <a:pt x="50" y="10"/>
                  </a:lnTo>
                  <a:lnTo>
                    <a:pt x="44" y="7"/>
                  </a:lnTo>
                  <a:lnTo>
                    <a:pt x="24" y="7"/>
                  </a:lnTo>
                  <a:lnTo>
                    <a:pt x="17" y="4"/>
                  </a:lnTo>
                  <a:lnTo>
                    <a:pt x="10" y="4"/>
                  </a:lnTo>
                  <a:lnTo>
                    <a:pt x="4" y="0"/>
                  </a:lnTo>
                  <a:lnTo>
                    <a:pt x="4"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4" name="Google Shape;194;p3"/>
            <p:cNvSpPr/>
            <p:nvPr/>
          </p:nvSpPr>
          <p:spPr>
            <a:xfrm>
              <a:off x="4544" y="2506"/>
              <a:ext cx="20" cy="17"/>
            </a:xfrm>
            <a:custGeom>
              <a:rect b="b" l="l" r="r" t="t"/>
              <a:pathLst>
                <a:path extrusionOk="0" h="17" w="20">
                  <a:moveTo>
                    <a:pt x="0" y="0"/>
                  </a:moveTo>
                  <a:lnTo>
                    <a:pt x="0" y="3"/>
                  </a:lnTo>
                  <a:lnTo>
                    <a:pt x="10" y="14"/>
                  </a:lnTo>
                  <a:lnTo>
                    <a:pt x="13" y="14"/>
                  </a:lnTo>
                  <a:lnTo>
                    <a:pt x="16" y="17"/>
                  </a:lnTo>
                  <a:lnTo>
                    <a:pt x="20" y="17"/>
                  </a:lnTo>
                  <a:lnTo>
                    <a:pt x="20" y="10"/>
                  </a:lnTo>
                  <a:lnTo>
                    <a:pt x="16" y="10"/>
                  </a:lnTo>
                  <a:lnTo>
                    <a:pt x="13" y="7"/>
                  </a:lnTo>
                  <a:lnTo>
                    <a:pt x="10" y="7"/>
                  </a:lnTo>
                  <a:lnTo>
                    <a:pt x="1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5" name="Google Shape;195;p3"/>
            <p:cNvSpPr/>
            <p:nvPr/>
          </p:nvSpPr>
          <p:spPr>
            <a:xfrm>
              <a:off x="4544" y="2350"/>
              <a:ext cx="86" cy="156"/>
            </a:xfrm>
            <a:custGeom>
              <a:rect b="b" l="l" r="r" t="t"/>
              <a:pathLst>
                <a:path extrusionOk="0" h="156" w="86">
                  <a:moveTo>
                    <a:pt x="80" y="3"/>
                  </a:moveTo>
                  <a:lnTo>
                    <a:pt x="80" y="0"/>
                  </a:lnTo>
                  <a:lnTo>
                    <a:pt x="66" y="17"/>
                  </a:lnTo>
                  <a:lnTo>
                    <a:pt x="53" y="34"/>
                  </a:lnTo>
                  <a:lnTo>
                    <a:pt x="40" y="52"/>
                  </a:lnTo>
                  <a:lnTo>
                    <a:pt x="26" y="73"/>
                  </a:lnTo>
                  <a:lnTo>
                    <a:pt x="16" y="90"/>
                  </a:lnTo>
                  <a:lnTo>
                    <a:pt x="10" y="111"/>
                  </a:lnTo>
                  <a:lnTo>
                    <a:pt x="3" y="131"/>
                  </a:lnTo>
                  <a:lnTo>
                    <a:pt x="0" y="156"/>
                  </a:lnTo>
                  <a:lnTo>
                    <a:pt x="6" y="156"/>
                  </a:lnTo>
                  <a:lnTo>
                    <a:pt x="10" y="135"/>
                  </a:lnTo>
                  <a:lnTo>
                    <a:pt x="16" y="114"/>
                  </a:lnTo>
                  <a:lnTo>
                    <a:pt x="23" y="93"/>
                  </a:lnTo>
                  <a:lnTo>
                    <a:pt x="33" y="76"/>
                  </a:lnTo>
                  <a:lnTo>
                    <a:pt x="46" y="55"/>
                  </a:lnTo>
                  <a:lnTo>
                    <a:pt x="56" y="38"/>
                  </a:lnTo>
                  <a:lnTo>
                    <a:pt x="70" y="21"/>
                  </a:lnTo>
                  <a:lnTo>
                    <a:pt x="86" y="3"/>
                  </a:lnTo>
                  <a:lnTo>
                    <a:pt x="86" y="0"/>
                  </a:lnTo>
                  <a:lnTo>
                    <a:pt x="86" y="3"/>
                  </a:lnTo>
                  <a:lnTo>
                    <a:pt x="86" y="0"/>
                  </a:lnTo>
                  <a:lnTo>
                    <a:pt x="8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6" name="Google Shape;196;p3"/>
            <p:cNvSpPr/>
            <p:nvPr/>
          </p:nvSpPr>
          <p:spPr>
            <a:xfrm>
              <a:off x="4604" y="2270"/>
              <a:ext cx="30" cy="83"/>
            </a:xfrm>
            <a:custGeom>
              <a:rect b="b" l="l" r="r" t="t"/>
              <a:pathLst>
                <a:path extrusionOk="0" h="83" w="30">
                  <a:moveTo>
                    <a:pt x="0" y="4"/>
                  </a:moveTo>
                  <a:lnTo>
                    <a:pt x="3" y="7"/>
                  </a:lnTo>
                  <a:lnTo>
                    <a:pt x="13" y="10"/>
                  </a:lnTo>
                  <a:lnTo>
                    <a:pt x="20" y="17"/>
                  </a:lnTo>
                  <a:lnTo>
                    <a:pt x="23" y="24"/>
                  </a:lnTo>
                  <a:lnTo>
                    <a:pt x="23" y="35"/>
                  </a:lnTo>
                  <a:lnTo>
                    <a:pt x="20" y="45"/>
                  </a:lnTo>
                  <a:lnTo>
                    <a:pt x="16" y="59"/>
                  </a:lnTo>
                  <a:lnTo>
                    <a:pt x="16" y="69"/>
                  </a:lnTo>
                  <a:lnTo>
                    <a:pt x="20" y="83"/>
                  </a:lnTo>
                  <a:lnTo>
                    <a:pt x="26" y="80"/>
                  </a:lnTo>
                  <a:lnTo>
                    <a:pt x="23" y="69"/>
                  </a:lnTo>
                  <a:lnTo>
                    <a:pt x="23" y="59"/>
                  </a:lnTo>
                  <a:lnTo>
                    <a:pt x="26" y="49"/>
                  </a:lnTo>
                  <a:lnTo>
                    <a:pt x="26" y="35"/>
                  </a:lnTo>
                  <a:lnTo>
                    <a:pt x="30" y="24"/>
                  </a:lnTo>
                  <a:lnTo>
                    <a:pt x="26" y="14"/>
                  </a:lnTo>
                  <a:lnTo>
                    <a:pt x="16" y="4"/>
                  </a:lnTo>
                  <a:lnTo>
                    <a:pt x="3" y="0"/>
                  </a:lnTo>
                  <a:lnTo>
                    <a:pt x="0" y="4"/>
                  </a:lnTo>
                  <a:lnTo>
                    <a:pt x="0" y="7"/>
                  </a:lnTo>
                  <a:lnTo>
                    <a:pt x="3" y="7"/>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7" name="Google Shape;197;p3"/>
            <p:cNvSpPr/>
            <p:nvPr/>
          </p:nvSpPr>
          <p:spPr>
            <a:xfrm>
              <a:off x="4537" y="2052"/>
              <a:ext cx="70" cy="222"/>
            </a:xfrm>
            <a:custGeom>
              <a:rect b="b" l="l" r="r" t="t"/>
              <a:pathLst>
                <a:path extrusionOk="0" h="222" w="70">
                  <a:moveTo>
                    <a:pt x="3" y="0"/>
                  </a:moveTo>
                  <a:lnTo>
                    <a:pt x="3" y="3"/>
                  </a:lnTo>
                  <a:lnTo>
                    <a:pt x="0" y="31"/>
                  </a:lnTo>
                  <a:lnTo>
                    <a:pt x="0" y="90"/>
                  </a:lnTo>
                  <a:lnTo>
                    <a:pt x="7" y="121"/>
                  </a:lnTo>
                  <a:lnTo>
                    <a:pt x="17" y="149"/>
                  </a:lnTo>
                  <a:lnTo>
                    <a:pt x="30" y="177"/>
                  </a:lnTo>
                  <a:lnTo>
                    <a:pt x="47" y="201"/>
                  </a:lnTo>
                  <a:lnTo>
                    <a:pt x="67" y="222"/>
                  </a:lnTo>
                  <a:lnTo>
                    <a:pt x="70" y="218"/>
                  </a:lnTo>
                  <a:lnTo>
                    <a:pt x="53" y="197"/>
                  </a:lnTo>
                  <a:lnTo>
                    <a:pt x="37" y="173"/>
                  </a:lnTo>
                  <a:lnTo>
                    <a:pt x="23" y="145"/>
                  </a:lnTo>
                  <a:lnTo>
                    <a:pt x="13" y="121"/>
                  </a:lnTo>
                  <a:lnTo>
                    <a:pt x="7" y="90"/>
                  </a:lnTo>
                  <a:lnTo>
                    <a:pt x="3" y="62"/>
                  </a:lnTo>
                  <a:lnTo>
                    <a:pt x="7" y="31"/>
                  </a:lnTo>
                  <a:lnTo>
                    <a:pt x="10" y="3"/>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8" name="Google Shape;198;p3"/>
            <p:cNvSpPr/>
            <p:nvPr/>
          </p:nvSpPr>
          <p:spPr>
            <a:xfrm>
              <a:off x="4540" y="1948"/>
              <a:ext cx="124" cy="107"/>
            </a:xfrm>
            <a:custGeom>
              <a:rect b="b" l="l" r="r" t="t"/>
              <a:pathLst>
                <a:path extrusionOk="0" h="107" w="124">
                  <a:moveTo>
                    <a:pt x="120" y="0"/>
                  </a:moveTo>
                  <a:lnTo>
                    <a:pt x="110" y="0"/>
                  </a:lnTo>
                  <a:lnTo>
                    <a:pt x="100" y="3"/>
                  </a:lnTo>
                  <a:lnTo>
                    <a:pt x="94" y="7"/>
                  </a:lnTo>
                  <a:lnTo>
                    <a:pt x="84" y="10"/>
                  </a:lnTo>
                  <a:lnTo>
                    <a:pt x="74" y="14"/>
                  </a:lnTo>
                  <a:lnTo>
                    <a:pt x="67" y="21"/>
                  </a:lnTo>
                  <a:lnTo>
                    <a:pt x="57" y="28"/>
                  </a:lnTo>
                  <a:lnTo>
                    <a:pt x="50" y="35"/>
                  </a:lnTo>
                  <a:lnTo>
                    <a:pt x="40" y="41"/>
                  </a:lnTo>
                  <a:lnTo>
                    <a:pt x="34" y="48"/>
                  </a:lnTo>
                  <a:lnTo>
                    <a:pt x="27" y="59"/>
                  </a:lnTo>
                  <a:lnTo>
                    <a:pt x="20" y="69"/>
                  </a:lnTo>
                  <a:lnTo>
                    <a:pt x="14" y="76"/>
                  </a:lnTo>
                  <a:lnTo>
                    <a:pt x="7" y="86"/>
                  </a:lnTo>
                  <a:lnTo>
                    <a:pt x="4" y="97"/>
                  </a:lnTo>
                  <a:lnTo>
                    <a:pt x="0" y="104"/>
                  </a:lnTo>
                  <a:lnTo>
                    <a:pt x="7" y="107"/>
                  </a:lnTo>
                  <a:lnTo>
                    <a:pt x="10" y="97"/>
                  </a:lnTo>
                  <a:lnTo>
                    <a:pt x="17" y="90"/>
                  </a:lnTo>
                  <a:lnTo>
                    <a:pt x="20" y="80"/>
                  </a:lnTo>
                  <a:lnTo>
                    <a:pt x="24" y="73"/>
                  </a:lnTo>
                  <a:lnTo>
                    <a:pt x="30" y="62"/>
                  </a:lnTo>
                  <a:lnTo>
                    <a:pt x="37" y="55"/>
                  </a:lnTo>
                  <a:lnTo>
                    <a:pt x="47" y="48"/>
                  </a:lnTo>
                  <a:lnTo>
                    <a:pt x="54" y="38"/>
                  </a:lnTo>
                  <a:lnTo>
                    <a:pt x="60" y="35"/>
                  </a:lnTo>
                  <a:lnTo>
                    <a:pt x="70" y="28"/>
                  </a:lnTo>
                  <a:lnTo>
                    <a:pt x="77" y="21"/>
                  </a:lnTo>
                  <a:lnTo>
                    <a:pt x="87" y="17"/>
                  </a:lnTo>
                  <a:lnTo>
                    <a:pt x="94" y="14"/>
                  </a:lnTo>
                  <a:lnTo>
                    <a:pt x="104" y="10"/>
                  </a:lnTo>
                  <a:lnTo>
                    <a:pt x="114" y="7"/>
                  </a:lnTo>
                  <a:lnTo>
                    <a:pt x="120" y="3"/>
                  </a:lnTo>
                  <a:lnTo>
                    <a:pt x="124" y="3"/>
                  </a:lnTo>
                  <a:lnTo>
                    <a:pt x="12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9" name="Google Shape;199;p3"/>
            <p:cNvSpPr/>
            <p:nvPr/>
          </p:nvSpPr>
          <p:spPr>
            <a:xfrm>
              <a:off x="4660" y="1937"/>
              <a:ext cx="180" cy="59"/>
            </a:xfrm>
            <a:custGeom>
              <a:rect b="b" l="l" r="r" t="t"/>
              <a:pathLst>
                <a:path extrusionOk="0" h="59" w="180">
                  <a:moveTo>
                    <a:pt x="180" y="52"/>
                  </a:moveTo>
                  <a:lnTo>
                    <a:pt x="170" y="42"/>
                  </a:lnTo>
                  <a:lnTo>
                    <a:pt x="164" y="32"/>
                  </a:lnTo>
                  <a:lnTo>
                    <a:pt x="154" y="25"/>
                  </a:lnTo>
                  <a:lnTo>
                    <a:pt x="144" y="18"/>
                  </a:lnTo>
                  <a:lnTo>
                    <a:pt x="134" y="11"/>
                  </a:lnTo>
                  <a:lnTo>
                    <a:pt x="120" y="7"/>
                  </a:lnTo>
                  <a:lnTo>
                    <a:pt x="110" y="7"/>
                  </a:lnTo>
                  <a:lnTo>
                    <a:pt x="97" y="4"/>
                  </a:lnTo>
                  <a:lnTo>
                    <a:pt x="84" y="0"/>
                  </a:lnTo>
                  <a:lnTo>
                    <a:pt x="60" y="0"/>
                  </a:lnTo>
                  <a:lnTo>
                    <a:pt x="47" y="4"/>
                  </a:lnTo>
                  <a:lnTo>
                    <a:pt x="24" y="4"/>
                  </a:lnTo>
                  <a:lnTo>
                    <a:pt x="10" y="7"/>
                  </a:lnTo>
                  <a:lnTo>
                    <a:pt x="0" y="11"/>
                  </a:lnTo>
                  <a:lnTo>
                    <a:pt x="4" y="14"/>
                  </a:lnTo>
                  <a:lnTo>
                    <a:pt x="14" y="14"/>
                  </a:lnTo>
                  <a:lnTo>
                    <a:pt x="24" y="11"/>
                  </a:lnTo>
                  <a:lnTo>
                    <a:pt x="47" y="11"/>
                  </a:lnTo>
                  <a:lnTo>
                    <a:pt x="60" y="7"/>
                  </a:lnTo>
                  <a:lnTo>
                    <a:pt x="84" y="7"/>
                  </a:lnTo>
                  <a:lnTo>
                    <a:pt x="97" y="11"/>
                  </a:lnTo>
                  <a:lnTo>
                    <a:pt x="107" y="11"/>
                  </a:lnTo>
                  <a:lnTo>
                    <a:pt x="117" y="14"/>
                  </a:lnTo>
                  <a:lnTo>
                    <a:pt x="130" y="18"/>
                  </a:lnTo>
                  <a:lnTo>
                    <a:pt x="140" y="25"/>
                  </a:lnTo>
                  <a:lnTo>
                    <a:pt x="150" y="32"/>
                  </a:lnTo>
                  <a:lnTo>
                    <a:pt x="174" y="56"/>
                  </a:lnTo>
                  <a:lnTo>
                    <a:pt x="174" y="59"/>
                  </a:lnTo>
                  <a:lnTo>
                    <a:pt x="180" y="5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0" name="Google Shape;200;p3"/>
            <p:cNvSpPr/>
            <p:nvPr/>
          </p:nvSpPr>
          <p:spPr>
            <a:xfrm>
              <a:off x="4834" y="1989"/>
              <a:ext cx="26" cy="39"/>
            </a:xfrm>
            <a:custGeom>
              <a:rect b="b" l="l" r="r" t="t"/>
              <a:pathLst>
                <a:path extrusionOk="0" h="39" w="26">
                  <a:moveTo>
                    <a:pt x="23" y="32"/>
                  </a:moveTo>
                  <a:lnTo>
                    <a:pt x="26" y="32"/>
                  </a:lnTo>
                  <a:lnTo>
                    <a:pt x="26" y="28"/>
                  </a:lnTo>
                  <a:lnTo>
                    <a:pt x="13" y="14"/>
                  </a:lnTo>
                  <a:lnTo>
                    <a:pt x="10" y="7"/>
                  </a:lnTo>
                  <a:lnTo>
                    <a:pt x="6" y="4"/>
                  </a:lnTo>
                  <a:lnTo>
                    <a:pt x="6" y="0"/>
                  </a:lnTo>
                  <a:lnTo>
                    <a:pt x="0" y="7"/>
                  </a:lnTo>
                  <a:lnTo>
                    <a:pt x="13" y="21"/>
                  </a:lnTo>
                  <a:lnTo>
                    <a:pt x="13" y="25"/>
                  </a:lnTo>
                  <a:lnTo>
                    <a:pt x="20" y="32"/>
                  </a:lnTo>
                  <a:lnTo>
                    <a:pt x="20" y="35"/>
                  </a:lnTo>
                  <a:lnTo>
                    <a:pt x="23" y="39"/>
                  </a:lnTo>
                  <a:lnTo>
                    <a:pt x="20" y="35"/>
                  </a:lnTo>
                  <a:lnTo>
                    <a:pt x="23" y="35"/>
                  </a:lnTo>
                  <a:lnTo>
                    <a:pt x="23" y="39"/>
                  </a:lnTo>
                  <a:lnTo>
                    <a:pt x="23"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1" name="Google Shape;201;p3"/>
            <p:cNvSpPr/>
            <p:nvPr/>
          </p:nvSpPr>
          <p:spPr>
            <a:xfrm>
              <a:off x="4550" y="1955"/>
              <a:ext cx="587" cy="651"/>
            </a:xfrm>
            <a:custGeom>
              <a:rect b="b" l="l" r="r" t="t"/>
              <a:pathLst>
                <a:path extrusionOk="0" h="651" w="587">
                  <a:moveTo>
                    <a:pt x="287" y="66"/>
                  </a:moveTo>
                  <a:lnTo>
                    <a:pt x="254" y="66"/>
                  </a:lnTo>
                  <a:lnTo>
                    <a:pt x="247" y="69"/>
                  </a:lnTo>
                  <a:lnTo>
                    <a:pt x="230" y="69"/>
                  </a:lnTo>
                  <a:lnTo>
                    <a:pt x="227" y="73"/>
                  </a:lnTo>
                  <a:lnTo>
                    <a:pt x="220" y="73"/>
                  </a:lnTo>
                  <a:lnTo>
                    <a:pt x="217" y="76"/>
                  </a:lnTo>
                  <a:lnTo>
                    <a:pt x="210" y="79"/>
                  </a:lnTo>
                  <a:lnTo>
                    <a:pt x="207" y="83"/>
                  </a:lnTo>
                  <a:lnTo>
                    <a:pt x="200" y="86"/>
                  </a:lnTo>
                  <a:lnTo>
                    <a:pt x="204" y="90"/>
                  </a:lnTo>
                  <a:lnTo>
                    <a:pt x="204" y="93"/>
                  </a:lnTo>
                  <a:lnTo>
                    <a:pt x="207" y="97"/>
                  </a:lnTo>
                  <a:lnTo>
                    <a:pt x="210" y="93"/>
                  </a:lnTo>
                  <a:lnTo>
                    <a:pt x="217" y="90"/>
                  </a:lnTo>
                  <a:lnTo>
                    <a:pt x="227" y="90"/>
                  </a:lnTo>
                  <a:lnTo>
                    <a:pt x="230" y="86"/>
                  </a:lnTo>
                  <a:lnTo>
                    <a:pt x="247" y="86"/>
                  </a:lnTo>
                  <a:lnTo>
                    <a:pt x="254" y="83"/>
                  </a:lnTo>
                  <a:lnTo>
                    <a:pt x="260" y="79"/>
                  </a:lnTo>
                  <a:lnTo>
                    <a:pt x="264" y="86"/>
                  </a:lnTo>
                  <a:lnTo>
                    <a:pt x="270" y="83"/>
                  </a:lnTo>
                  <a:lnTo>
                    <a:pt x="274" y="79"/>
                  </a:lnTo>
                  <a:lnTo>
                    <a:pt x="287" y="79"/>
                  </a:lnTo>
                  <a:lnTo>
                    <a:pt x="294" y="83"/>
                  </a:lnTo>
                  <a:lnTo>
                    <a:pt x="324" y="83"/>
                  </a:lnTo>
                  <a:lnTo>
                    <a:pt x="337" y="86"/>
                  </a:lnTo>
                  <a:lnTo>
                    <a:pt x="350" y="86"/>
                  </a:lnTo>
                  <a:lnTo>
                    <a:pt x="360" y="90"/>
                  </a:lnTo>
                  <a:lnTo>
                    <a:pt x="374" y="93"/>
                  </a:lnTo>
                  <a:lnTo>
                    <a:pt x="387" y="97"/>
                  </a:lnTo>
                  <a:lnTo>
                    <a:pt x="397" y="100"/>
                  </a:lnTo>
                  <a:lnTo>
                    <a:pt x="410" y="107"/>
                  </a:lnTo>
                  <a:lnTo>
                    <a:pt x="420" y="111"/>
                  </a:lnTo>
                  <a:lnTo>
                    <a:pt x="430" y="114"/>
                  </a:lnTo>
                  <a:lnTo>
                    <a:pt x="444" y="121"/>
                  </a:lnTo>
                  <a:lnTo>
                    <a:pt x="454" y="128"/>
                  </a:lnTo>
                  <a:lnTo>
                    <a:pt x="467" y="131"/>
                  </a:lnTo>
                  <a:lnTo>
                    <a:pt x="477" y="138"/>
                  </a:lnTo>
                  <a:lnTo>
                    <a:pt x="487" y="145"/>
                  </a:lnTo>
                  <a:lnTo>
                    <a:pt x="500" y="149"/>
                  </a:lnTo>
                  <a:lnTo>
                    <a:pt x="510" y="163"/>
                  </a:lnTo>
                  <a:lnTo>
                    <a:pt x="520" y="176"/>
                  </a:lnTo>
                  <a:lnTo>
                    <a:pt x="534" y="187"/>
                  </a:lnTo>
                  <a:lnTo>
                    <a:pt x="540" y="201"/>
                  </a:lnTo>
                  <a:lnTo>
                    <a:pt x="550" y="215"/>
                  </a:lnTo>
                  <a:lnTo>
                    <a:pt x="557" y="228"/>
                  </a:lnTo>
                  <a:lnTo>
                    <a:pt x="564" y="242"/>
                  </a:lnTo>
                  <a:lnTo>
                    <a:pt x="570" y="256"/>
                  </a:lnTo>
                  <a:lnTo>
                    <a:pt x="577" y="274"/>
                  </a:lnTo>
                  <a:lnTo>
                    <a:pt x="580" y="287"/>
                  </a:lnTo>
                  <a:lnTo>
                    <a:pt x="584" y="305"/>
                  </a:lnTo>
                  <a:lnTo>
                    <a:pt x="584" y="319"/>
                  </a:lnTo>
                  <a:lnTo>
                    <a:pt x="587" y="336"/>
                  </a:lnTo>
                  <a:lnTo>
                    <a:pt x="587" y="353"/>
                  </a:lnTo>
                  <a:lnTo>
                    <a:pt x="584" y="371"/>
                  </a:lnTo>
                  <a:lnTo>
                    <a:pt x="584" y="388"/>
                  </a:lnTo>
                  <a:lnTo>
                    <a:pt x="577" y="412"/>
                  </a:lnTo>
                  <a:lnTo>
                    <a:pt x="574" y="433"/>
                  </a:lnTo>
                  <a:lnTo>
                    <a:pt x="564" y="454"/>
                  </a:lnTo>
                  <a:lnTo>
                    <a:pt x="557" y="474"/>
                  </a:lnTo>
                  <a:lnTo>
                    <a:pt x="550" y="495"/>
                  </a:lnTo>
                  <a:lnTo>
                    <a:pt x="540" y="516"/>
                  </a:lnTo>
                  <a:lnTo>
                    <a:pt x="530" y="533"/>
                  </a:lnTo>
                  <a:lnTo>
                    <a:pt x="520" y="554"/>
                  </a:lnTo>
                  <a:lnTo>
                    <a:pt x="430" y="651"/>
                  </a:lnTo>
                  <a:lnTo>
                    <a:pt x="427" y="641"/>
                  </a:lnTo>
                  <a:lnTo>
                    <a:pt x="424" y="634"/>
                  </a:lnTo>
                  <a:lnTo>
                    <a:pt x="420" y="623"/>
                  </a:lnTo>
                  <a:lnTo>
                    <a:pt x="417" y="613"/>
                  </a:lnTo>
                  <a:lnTo>
                    <a:pt x="414" y="603"/>
                  </a:lnTo>
                  <a:lnTo>
                    <a:pt x="414" y="596"/>
                  </a:lnTo>
                  <a:lnTo>
                    <a:pt x="410" y="585"/>
                  </a:lnTo>
                  <a:lnTo>
                    <a:pt x="410" y="575"/>
                  </a:lnTo>
                  <a:lnTo>
                    <a:pt x="417" y="571"/>
                  </a:lnTo>
                  <a:lnTo>
                    <a:pt x="424" y="568"/>
                  </a:lnTo>
                  <a:lnTo>
                    <a:pt x="430" y="565"/>
                  </a:lnTo>
                  <a:lnTo>
                    <a:pt x="437" y="558"/>
                  </a:lnTo>
                  <a:lnTo>
                    <a:pt x="444" y="554"/>
                  </a:lnTo>
                  <a:lnTo>
                    <a:pt x="450" y="547"/>
                  </a:lnTo>
                  <a:lnTo>
                    <a:pt x="457" y="544"/>
                  </a:lnTo>
                  <a:lnTo>
                    <a:pt x="470" y="530"/>
                  </a:lnTo>
                  <a:lnTo>
                    <a:pt x="474" y="523"/>
                  </a:lnTo>
                  <a:lnTo>
                    <a:pt x="480" y="516"/>
                  </a:lnTo>
                  <a:lnTo>
                    <a:pt x="484" y="509"/>
                  </a:lnTo>
                  <a:lnTo>
                    <a:pt x="487" y="502"/>
                  </a:lnTo>
                  <a:lnTo>
                    <a:pt x="490" y="492"/>
                  </a:lnTo>
                  <a:lnTo>
                    <a:pt x="494" y="485"/>
                  </a:lnTo>
                  <a:lnTo>
                    <a:pt x="497" y="478"/>
                  </a:lnTo>
                  <a:lnTo>
                    <a:pt x="494" y="464"/>
                  </a:lnTo>
                  <a:lnTo>
                    <a:pt x="494" y="450"/>
                  </a:lnTo>
                  <a:lnTo>
                    <a:pt x="490" y="436"/>
                  </a:lnTo>
                  <a:lnTo>
                    <a:pt x="484" y="426"/>
                  </a:lnTo>
                  <a:lnTo>
                    <a:pt x="477" y="412"/>
                  </a:lnTo>
                  <a:lnTo>
                    <a:pt x="470" y="402"/>
                  </a:lnTo>
                  <a:lnTo>
                    <a:pt x="460" y="391"/>
                  </a:lnTo>
                  <a:lnTo>
                    <a:pt x="450" y="384"/>
                  </a:lnTo>
                  <a:lnTo>
                    <a:pt x="444" y="381"/>
                  </a:lnTo>
                  <a:lnTo>
                    <a:pt x="427" y="381"/>
                  </a:lnTo>
                  <a:lnTo>
                    <a:pt x="417" y="384"/>
                  </a:lnTo>
                  <a:lnTo>
                    <a:pt x="410" y="388"/>
                  </a:lnTo>
                  <a:lnTo>
                    <a:pt x="400" y="391"/>
                  </a:lnTo>
                  <a:lnTo>
                    <a:pt x="394" y="395"/>
                  </a:lnTo>
                  <a:lnTo>
                    <a:pt x="387" y="405"/>
                  </a:lnTo>
                  <a:lnTo>
                    <a:pt x="380" y="412"/>
                  </a:lnTo>
                  <a:lnTo>
                    <a:pt x="377" y="419"/>
                  </a:lnTo>
                  <a:lnTo>
                    <a:pt x="374" y="426"/>
                  </a:lnTo>
                  <a:lnTo>
                    <a:pt x="370" y="433"/>
                  </a:lnTo>
                  <a:lnTo>
                    <a:pt x="367" y="436"/>
                  </a:lnTo>
                  <a:lnTo>
                    <a:pt x="367" y="443"/>
                  </a:lnTo>
                  <a:lnTo>
                    <a:pt x="364" y="450"/>
                  </a:lnTo>
                  <a:lnTo>
                    <a:pt x="357" y="436"/>
                  </a:lnTo>
                  <a:lnTo>
                    <a:pt x="354" y="422"/>
                  </a:lnTo>
                  <a:lnTo>
                    <a:pt x="354" y="391"/>
                  </a:lnTo>
                  <a:lnTo>
                    <a:pt x="357" y="395"/>
                  </a:lnTo>
                  <a:lnTo>
                    <a:pt x="377" y="395"/>
                  </a:lnTo>
                  <a:lnTo>
                    <a:pt x="380" y="388"/>
                  </a:lnTo>
                  <a:lnTo>
                    <a:pt x="380" y="384"/>
                  </a:lnTo>
                  <a:lnTo>
                    <a:pt x="377" y="381"/>
                  </a:lnTo>
                  <a:lnTo>
                    <a:pt x="374" y="381"/>
                  </a:lnTo>
                  <a:lnTo>
                    <a:pt x="374" y="377"/>
                  </a:lnTo>
                  <a:lnTo>
                    <a:pt x="357" y="374"/>
                  </a:lnTo>
                  <a:lnTo>
                    <a:pt x="344" y="367"/>
                  </a:lnTo>
                  <a:lnTo>
                    <a:pt x="327" y="360"/>
                  </a:lnTo>
                  <a:lnTo>
                    <a:pt x="314" y="353"/>
                  </a:lnTo>
                  <a:lnTo>
                    <a:pt x="300" y="343"/>
                  </a:lnTo>
                  <a:lnTo>
                    <a:pt x="287" y="332"/>
                  </a:lnTo>
                  <a:lnTo>
                    <a:pt x="277" y="319"/>
                  </a:lnTo>
                  <a:lnTo>
                    <a:pt x="264" y="308"/>
                  </a:lnTo>
                  <a:lnTo>
                    <a:pt x="240" y="284"/>
                  </a:lnTo>
                  <a:lnTo>
                    <a:pt x="230" y="270"/>
                  </a:lnTo>
                  <a:lnTo>
                    <a:pt x="220" y="256"/>
                  </a:lnTo>
                  <a:lnTo>
                    <a:pt x="207" y="242"/>
                  </a:lnTo>
                  <a:lnTo>
                    <a:pt x="200" y="228"/>
                  </a:lnTo>
                  <a:lnTo>
                    <a:pt x="190" y="215"/>
                  </a:lnTo>
                  <a:lnTo>
                    <a:pt x="180" y="201"/>
                  </a:lnTo>
                  <a:lnTo>
                    <a:pt x="177" y="194"/>
                  </a:lnTo>
                  <a:lnTo>
                    <a:pt x="170" y="183"/>
                  </a:lnTo>
                  <a:lnTo>
                    <a:pt x="170" y="176"/>
                  </a:lnTo>
                  <a:lnTo>
                    <a:pt x="164" y="166"/>
                  </a:lnTo>
                  <a:lnTo>
                    <a:pt x="160" y="159"/>
                  </a:lnTo>
                  <a:lnTo>
                    <a:pt x="157" y="149"/>
                  </a:lnTo>
                  <a:lnTo>
                    <a:pt x="154" y="138"/>
                  </a:lnTo>
                  <a:lnTo>
                    <a:pt x="154" y="128"/>
                  </a:lnTo>
                  <a:lnTo>
                    <a:pt x="150" y="128"/>
                  </a:lnTo>
                  <a:lnTo>
                    <a:pt x="150" y="125"/>
                  </a:lnTo>
                  <a:lnTo>
                    <a:pt x="147" y="125"/>
                  </a:lnTo>
                  <a:lnTo>
                    <a:pt x="144" y="128"/>
                  </a:lnTo>
                  <a:lnTo>
                    <a:pt x="144" y="156"/>
                  </a:lnTo>
                  <a:lnTo>
                    <a:pt x="147" y="170"/>
                  </a:lnTo>
                  <a:lnTo>
                    <a:pt x="154" y="183"/>
                  </a:lnTo>
                  <a:lnTo>
                    <a:pt x="147" y="187"/>
                  </a:lnTo>
                  <a:lnTo>
                    <a:pt x="140" y="194"/>
                  </a:lnTo>
                  <a:lnTo>
                    <a:pt x="137" y="201"/>
                  </a:lnTo>
                  <a:lnTo>
                    <a:pt x="127" y="211"/>
                  </a:lnTo>
                  <a:lnTo>
                    <a:pt x="114" y="211"/>
                  </a:lnTo>
                  <a:lnTo>
                    <a:pt x="104" y="204"/>
                  </a:lnTo>
                  <a:lnTo>
                    <a:pt x="100" y="208"/>
                  </a:lnTo>
                  <a:lnTo>
                    <a:pt x="97" y="208"/>
                  </a:lnTo>
                  <a:lnTo>
                    <a:pt x="90" y="211"/>
                  </a:lnTo>
                  <a:lnTo>
                    <a:pt x="87" y="211"/>
                  </a:lnTo>
                  <a:lnTo>
                    <a:pt x="80" y="218"/>
                  </a:lnTo>
                  <a:lnTo>
                    <a:pt x="80" y="222"/>
                  </a:lnTo>
                  <a:lnTo>
                    <a:pt x="77" y="225"/>
                  </a:lnTo>
                  <a:lnTo>
                    <a:pt x="77" y="239"/>
                  </a:lnTo>
                  <a:lnTo>
                    <a:pt x="80" y="242"/>
                  </a:lnTo>
                  <a:lnTo>
                    <a:pt x="80" y="246"/>
                  </a:lnTo>
                  <a:lnTo>
                    <a:pt x="90" y="246"/>
                  </a:lnTo>
                  <a:lnTo>
                    <a:pt x="90" y="235"/>
                  </a:lnTo>
                  <a:lnTo>
                    <a:pt x="87" y="232"/>
                  </a:lnTo>
                  <a:lnTo>
                    <a:pt x="90" y="232"/>
                  </a:lnTo>
                  <a:lnTo>
                    <a:pt x="90" y="228"/>
                  </a:lnTo>
                  <a:lnTo>
                    <a:pt x="97" y="222"/>
                  </a:lnTo>
                  <a:lnTo>
                    <a:pt x="110" y="222"/>
                  </a:lnTo>
                  <a:lnTo>
                    <a:pt x="117" y="228"/>
                  </a:lnTo>
                  <a:lnTo>
                    <a:pt x="114" y="235"/>
                  </a:lnTo>
                  <a:lnTo>
                    <a:pt x="107" y="239"/>
                  </a:lnTo>
                  <a:lnTo>
                    <a:pt x="107" y="246"/>
                  </a:lnTo>
                  <a:lnTo>
                    <a:pt x="104" y="253"/>
                  </a:lnTo>
                  <a:lnTo>
                    <a:pt x="97" y="263"/>
                  </a:lnTo>
                  <a:lnTo>
                    <a:pt x="97" y="274"/>
                  </a:lnTo>
                  <a:lnTo>
                    <a:pt x="94" y="280"/>
                  </a:lnTo>
                  <a:lnTo>
                    <a:pt x="90" y="291"/>
                  </a:lnTo>
                  <a:lnTo>
                    <a:pt x="87" y="301"/>
                  </a:lnTo>
                  <a:lnTo>
                    <a:pt x="84" y="312"/>
                  </a:lnTo>
                  <a:lnTo>
                    <a:pt x="84" y="319"/>
                  </a:lnTo>
                  <a:lnTo>
                    <a:pt x="70" y="312"/>
                  </a:lnTo>
                  <a:lnTo>
                    <a:pt x="60" y="298"/>
                  </a:lnTo>
                  <a:lnTo>
                    <a:pt x="40" y="277"/>
                  </a:lnTo>
                  <a:lnTo>
                    <a:pt x="30" y="263"/>
                  </a:lnTo>
                  <a:lnTo>
                    <a:pt x="24" y="249"/>
                  </a:lnTo>
                  <a:lnTo>
                    <a:pt x="17" y="235"/>
                  </a:lnTo>
                  <a:lnTo>
                    <a:pt x="14" y="222"/>
                  </a:lnTo>
                  <a:lnTo>
                    <a:pt x="7" y="204"/>
                  </a:lnTo>
                  <a:lnTo>
                    <a:pt x="4" y="190"/>
                  </a:lnTo>
                  <a:lnTo>
                    <a:pt x="4" y="176"/>
                  </a:lnTo>
                  <a:lnTo>
                    <a:pt x="0" y="159"/>
                  </a:lnTo>
                  <a:lnTo>
                    <a:pt x="0" y="145"/>
                  </a:lnTo>
                  <a:lnTo>
                    <a:pt x="4" y="128"/>
                  </a:lnTo>
                  <a:lnTo>
                    <a:pt x="7" y="111"/>
                  </a:lnTo>
                  <a:lnTo>
                    <a:pt x="10" y="97"/>
                  </a:lnTo>
                  <a:lnTo>
                    <a:pt x="17" y="83"/>
                  </a:lnTo>
                  <a:lnTo>
                    <a:pt x="24" y="73"/>
                  </a:lnTo>
                  <a:lnTo>
                    <a:pt x="30" y="62"/>
                  </a:lnTo>
                  <a:lnTo>
                    <a:pt x="37" y="52"/>
                  </a:lnTo>
                  <a:lnTo>
                    <a:pt x="54" y="34"/>
                  </a:lnTo>
                  <a:lnTo>
                    <a:pt x="64" y="28"/>
                  </a:lnTo>
                  <a:lnTo>
                    <a:pt x="77" y="21"/>
                  </a:lnTo>
                  <a:lnTo>
                    <a:pt x="87" y="17"/>
                  </a:lnTo>
                  <a:lnTo>
                    <a:pt x="97" y="10"/>
                  </a:lnTo>
                  <a:lnTo>
                    <a:pt x="110" y="7"/>
                  </a:lnTo>
                  <a:lnTo>
                    <a:pt x="120" y="3"/>
                  </a:lnTo>
                  <a:lnTo>
                    <a:pt x="134" y="3"/>
                  </a:lnTo>
                  <a:lnTo>
                    <a:pt x="147" y="0"/>
                  </a:lnTo>
                  <a:lnTo>
                    <a:pt x="197" y="0"/>
                  </a:lnTo>
                  <a:lnTo>
                    <a:pt x="207" y="3"/>
                  </a:lnTo>
                  <a:lnTo>
                    <a:pt x="214" y="3"/>
                  </a:lnTo>
                  <a:lnTo>
                    <a:pt x="224" y="7"/>
                  </a:lnTo>
                  <a:lnTo>
                    <a:pt x="230" y="10"/>
                  </a:lnTo>
                  <a:lnTo>
                    <a:pt x="237" y="14"/>
                  </a:lnTo>
                  <a:lnTo>
                    <a:pt x="244" y="21"/>
                  </a:lnTo>
                  <a:lnTo>
                    <a:pt x="250" y="24"/>
                  </a:lnTo>
                  <a:lnTo>
                    <a:pt x="277" y="52"/>
                  </a:lnTo>
                  <a:lnTo>
                    <a:pt x="280" y="59"/>
                  </a:lnTo>
                  <a:lnTo>
                    <a:pt x="287" y="6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2" name="Google Shape;202;p3"/>
            <p:cNvSpPr/>
            <p:nvPr/>
          </p:nvSpPr>
          <p:spPr>
            <a:xfrm>
              <a:off x="4747" y="2017"/>
              <a:ext cx="90" cy="24"/>
            </a:xfrm>
            <a:custGeom>
              <a:rect b="b" l="l" r="r" t="t"/>
              <a:pathLst>
                <a:path extrusionOk="0" h="24" w="90">
                  <a:moveTo>
                    <a:pt x="10" y="24"/>
                  </a:moveTo>
                  <a:lnTo>
                    <a:pt x="7" y="24"/>
                  </a:lnTo>
                  <a:lnTo>
                    <a:pt x="10" y="24"/>
                  </a:lnTo>
                  <a:lnTo>
                    <a:pt x="17" y="21"/>
                  </a:lnTo>
                  <a:lnTo>
                    <a:pt x="23" y="14"/>
                  </a:lnTo>
                  <a:lnTo>
                    <a:pt x="30" y="14"/>
                  </a:lnTo>
                  <a:lnTo>
                    <a:pt x="33" y="11"/>
                  </a:lnTo>
                  <a:lnTo>
                    <a:pt x="47" y="11"/>
                  </a:lnTo>
                  <a:lnTo>
                    <a:pt x="50" y="7"/>
                  </a:lnTo>
                  <a:lnTo>
                    <a:pt x="90" y="7"/>
                  </a:lnTo>
                  <a:lnTo>
                    <a:pt x="90" y="0"/>
                  </a:lnTo>
                  <a:lnTo>
                    <a:pt x="57" y="0"/>
                  </a:lnTo>
                  <a:lnTo>
                    <a:pt x="50" y="4"/>
                  </a:lnTo>
                  <a:lnTo>
                    <a:pt x="40" y="4"/>
                  </a:lnTo>
                  <a:lnTo>
                    <a:pt x="33" y="7"/>
                  </a:lnTo>
                  <a:lnTo>
                    <a:pt x="23" y="7"/>
                  </a:lnTo>
                  <a:lnTo>
                    <a:pt x="17" y="11"/>
                  </a:lnTo>
                  <a:lnTo>
                    <a:pt x="13" y="14"/>
                  </a:lnTo>
                  <a:lnTo>
                    <a:pt x="7" y="17"/>
                  </a:lnTo>
                  <a:lnTo>
                    <a:pt x="0" y="24"/>
                  </a:lnTo>
                  <a:lnTo>
                    <a:pt x="3" y="21"/>
                  </a:lnTo>
                  <a:lnTo>
                    <a:pt x="0" y="21"/>
                  </a:lnTo>
                  <a:lnTo>
                    <a:pt x="0" y="24"/>
                  </a:lnTo>
                  <a:lnTo>
                    <a:pt x="10"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3" name="Google Shape;203;p3"/>
            <p:cNvSpPr/>
            <p:nvPr/>
          </p:nvSpPr>
          <p:spPr>
            <a:xfrm>
              <a:off x="4747" y="2041"/>
              <a:ext cx="10" cy="14"/>
            </a:xfrm>
            <a:custGeom>
              <a:rect b="b" l="l" r="r" t="t"/>
              <a:pathLst>
                <a:path extrusionOk="0" h="14" w="10">
                  <a:moveTo>
                    <a:pt x="7" y="7"/>
                  </a:moveTo>
                  <a:lnTo>
                    <a:pt x="10" y="7"/>
                  </a:lnTo>
                  <a:lnTo>
                    <a:pt x="10" y="4"/>
                  </a:lnTo>
                  <a:lnTo>
                    <a:pt x="7" y="0"/>
                  </a:lnTo>
                  <a:lnTo>
                    <a:pt x="10" y="0"/>
                  </a:lnTo>
                  <a:lnTo>
                    <a:pt x="0" y="0"/>
                  </a:lnTo>
                  <a:lnTo>
                    <a:pt x="0" y="4"/>
                  </a:lnTo>
                  <a:lnTo>
                    <a:pt x="3" y="7"/>
                  </a:lnTo>
                  <a:lnTo>
                    <a:pt x="7" y="14"/>
                  </a:lnTo>
                  <a:lnTo>
                    <a:pt x="10" y="14"/>
                  </a:lnTo>
                  <a:lnTo>
                    <a:pt x="7" y="14"/>
                  </a:lnTo>
                  <a:lnTo>
                    <a:pt x="10" y="14"/>
                  </a:lnTo>
                  <a:lnTo>
                    <a:pt x="7"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4" name="Google Shape;204;p3"/>
            <p:cNvSpPr/>
            <p:nvPr/>
          </p:nvSpPr>
          <p:spPr>
            <a:xfrm>
              <a:off x="4754" y="2031"/>
              <a:ext cx="60" cy="24"/>
            </a:xfrm>
            <a:custGeom>
              <a:rect b="b" l="l" r="r" t="t"/>
              <a:pathLst>
                <a:path extrusionOk="0" h="24" w="60">
                  <a:moveTo>
                    <a:pt x="60" y="3"/>
                  </a:moveTo>
                  <a:lnTo>
                    <a:pt x="56" y="0"/>
                  </a:lnTo>
                  <a:lnTo>
                    <a:pt x="50" y="3"/>
                  </a:lnTo>
                  <a:lnTo>
                    <a:pt x="40" y="3"/>
                  </a:lnTo>
                  <a:lnTo>
                    <a:pt x="36" y="7"/>
                  </a:lnTo>
                  <a:lnTo>
                    <a:pt x="26" y="10"/>
                  </a:lnTo>
                  <a:lnTo>
                    <a:pt x="13" y="10"/>
                  </a:lnTo>
                  <a:lnTo>
                    <a:pt x="6" y="14"/>
                  </a:lnTo>
                  <a:lnTo>
                    <a:pt x="0" y="17"/>
                  </a:lnTo>
                  <a:lnTo>
                    <a:pt x="3" y="24"/>
                  </a:lnTo>
                  <a:lnTo>
                    <a:pt x="10" y="21"/>
                  </a:lnTo>
                  <a:lnTo>
                    <a:pt x="16" y="17"/>
                  </a:lnTo>
                  <a:lnTo>
                    <a:pt x="23" y="17"/>
                  </a:lnTo>
                  <a:lnTo>
                    <a:pt x="30" y="14"/>
                  </a:lnTo>
                  <a:lnTo>
                    <a:pt x="36" y="14"/>
                  </a:lnTo>
                  <a:lnTo>
                    <a:pt x="43" y="10"/>
                  </a:lnTo>
                  <a:lnTo>
                    <a:pt x="56" y="10"/>
                  </a:lnTo>
                  <a:lnTo>
                    <a:pt x="53" y="7"/>
                  </a:lnTo>
                  <a:lnTo>
                    <a:pt x="60" y="3"/>
                  </a:lnTo>
                  <a:lnTo>
                    <a:pt x="56" y="0"/>
                  </a:lnTo>
                  <a:lnTo>
                    <a:pt x="6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5" name="Google Shape;205;p3"/>
            <p:cNvSpPr/>
            <p:nvPr/>
          </p:nvSpPr>
          <p:spPr>
            <a:xfrm>
              <a:off x="4807" y="2034"/>
              <a:ext cx="7" cy="11"/>
            </a:xfrm>
            <a:custGeom>
              <a:rect b="b" l="l" r="r" t="t"/>
              <a:pathLst>
                <a:path extrusionOk="0" h="11" w="7">
                  <a:moveTo>
                    <a:pt x="7" y="4"/>
                  </a:moveTo>
                  <a:lnTo>
                    <a:pt x="7" y="0"/>
                  </a:lnTo>
                  <a:lnTo>
                    <a:pt x="0" y="4"/>
                  </a:lnTo>
                  <a:lnTo>
                    <a:pt x="3" y="7"/>
                  </a:lnTo>
                  <a:lnTo>
                    <a:pt x="7" y="7"/>
                  </a:lnTo>
                  <a:lnTo>
                    <a:pt x="3" y="7"/>
                  </a:lnTo>
                  <a:lnTo>
                    <a:pt x="7" y="11"/>
                  </a:lnTo>
                  <a:lnTo>
                    <a:pt x="7" y="7"/>
                  </a:lnTo>
                  <a:lnTo>
                    <a:pt x="7"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6" name="Google Shape;206;p3"/>
            <p:cNvSpPr/>
            <p:nvPr/>
          </p:nvSpPr>
          <p:spPr>
            <a:xfrm>
              <a:off x="4814" y="2031"/>
              <a:ext cx="50" cy="10"/>
            </a:xfrm>
            <a:custGeom>
              <a:rect b="b" l="l" r="r" t="t"/>
              <a:pathLst>
                <a:path extrusionOk="0" h="10" w="50">
                  <a:moveTo>
                    <a:pt x="46" y="3"/>
                  </a:moveTo>
                  <a:lnTo>
                    <a:pt x="30" y="3"/>
                  </a:lnTo>
                  <a:lnTo>
                    <a:pt x="23" y="0"/>
                  </a:lnTo>
                  <a:lnTo>
                    <a:pt x="10" y="0"/>
                  </a:lnTo>
                  <a:lnTo>
                    <a:pt x="3" y="3"/>
                  </a:lnTo>
                  <a:lnTo>
                    <a:pt x="0" y="7"/>
                  </a:lnTo>
                  <a:lnTo>
                    <a:pt x="0" y="10"/>
                  </a:lnTo>
                  <a:lnTo>
                    <a:pt x="6" y="10"/>
                  </a:lnTo>
                  <a:lnTo>
                    <a:pt x="10" y="7"/>
                  </a:lnTo>
                  <a:lnTo>
                    <a:pt x="16" y="10"/>
                  </a:lnTo>
                  <a:lnTo>
                    <a:pt x="50" y="10"/>
                  </a:lnTo>
                  <a:lnTo>
                    <a:pt x="46" y="10"/>
                  </a:lnTo>
                  <a:lnTo>
                    <a:pt x="46"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7" name="Google Shape;207;p3"/>
            <p:cNvSpPr/>
            <p:nvPr/>
          </p:nvSpPr>
          <p:spPr>
            <a:xfrm>
              <a:off x="4860" y="2034"/>
              <a:ext cx="190" cy="77"/>
            </a:xfrm>
            <a:custGeom>
              <a:rect b="b" l="l" r="r" t="t"/>
              <a:pathLst>
                <a:path extrusionOk="0" h="77" w="190">
                  <a:moveTo>
                    <a:pt x="190" y="70"/>
                  </a:moveTo>
                  <a:lnTo>
                    <a:pt x="190" y="66"/>
                  </a:lnTo>
                  <a:lnTo>
                    <a:pt x="180" y="63"/>
                  </a:lnTo>
                  <a:lnTo>
                    <a:pt x="170" y="56"/>
                  </a:lnTo>
                  <a:lnTo>
                    <a:pt x="157" y="49"/>
                  </a:lnTo>
                  <a:lnTo>
                    <a:pt x="147" y="46"/>
                  </a:lnTo>
                  <a:lnTo>
                    <a:pt x="137" y="39"/>
                  </a:lnTo>
                  <a:lnTo>
                    <a:pt x="124" y="32"/>
                  </a:lnTo>
                  <a:lnTo>
                    <a:pt x="110" y="28"/>
                  </a:lnTo>
                  <a:lnTo>
                    <a:pt x="100" y="25"/>
                  </a:lnTo>
                  <a:lnTo>
                    <a:pt x="87" y="18"/>
                  </a:lnTo>
                  <a:lnTo>
                    <a:pt x="77" y="14"/>
                  </a:lnTo>
                  <a:lnTo>
                    <a:pt x="64" y="11"/>
                  </a:lnTo>
                  <a:lnTo>
                    <a:pt x="50" y="7"/>
                  </a:lnTo>
                  <a:lnTo>
                    <a:pt x="40" y="4"/>
                  </a:lnTo>
                  <a:lnTo>
                    <a:pt x="27" y="4"/>
                  </a:lnTo>
                  <a:lnTo>
                    <a:pt x="14" y="0"/>
                  </a:lnTo>
                  <a:lnTo>
                    <a:pt x="0" y="0"/>
                  </a:lnTo>
                  <a:lnTo>
                    <a:pt x="0" y="7"/>
                  </a:lnTo>
                  <a:lnTo>
                    <a:pt x="27" y="7"/>
                  </a:lnTo>
                  <a:lnTo>
                    <a:pt x="40" y="11"/>
                  </a:lnTo>
                  <a:lnTo>
                    <a:pt x="50" y="14"/>
                  </a:lnTo>
                  <a:lnTo>
                    <a:pt x="64" y="18"/>
                  </a:lnTo>
                  <a:lnTo>
                    <a:pt x="74" y="21"/>
                  </a:lnTo>
                  <a:lnTo>
                    <a:pt x="87" y="25"/>
                  </a:lnTo>
                  <a:lnTo>
                    <a:pt x="100" y="28"/>
                  </a:lnTo>
                  <a:lnTo>
                    <a:pt x="110" y="35"/>
                  </a:lnTo>
                  <a:lnTo>
                    <a:pt x="120" y="42"/>
                  </a:lnTo>
                  <a:lnTo>
                    <a:pt x="134" y="46"/>
                  </a:lnTo>
                  <a:lnTo>
                    <a:pt x="144" y="52"/>
                  </a:lnTo>
                  <a:lnTo>
                    <a:pt x="154" y="56"/>
                  </a:lnTo>
                  <a:lnTo>
                    <a:pt x="167" y="63"/>
                  </a:lnTo>
                  <a:lnTo>
                    <a:pt x="177" y="70"/>
                  </a:lnTo>
                  <a:lnTo>
                    <a:pt x="187" y="77"/>
                  </a:lnTo>
                  <a:lnTo>
                    <a:pt x="187" y="73"/>
                  </a:lnTo>
                  <a:lnTo>
                    <a:pt x="190" y="70"/>
                  </a:lnTo>
                  <a:lnTo>
                    <a:pt x="190" y="66"/>
                  </a:lnTo>
                  <a:lnTo>
                    <a:pt x="190" y="7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8" name="Google Shape;208;p3"/>
            <p:cNvSpPr/>
            <p:nvPr/>
          </p:nvSpPr>
          <p:spPr>
            <a:xfrm>
              <a:off x="5047" y="2104"/>
              <a:ext cx="93" cy="239"/>
            </a:xfrm>
            <a:custGeom>
              <a:rect b="b" l="l" r="r" t="t"/>
              <a:pathLst>
                <a:path extrusionOk="0" h="239" w="93">
                  <a:moveTo>
                    <a:pt x="90" y="239"/>
                  </a:moveTo>
                  <a:lnTo>
                    <a:pt x="90" y="222"/>
                  </a:lnTo>
                  <a:lnTo>
                    <a:pt x="93" y="204"/>
                  </a:lnTo>
                  <a:lnTo>
                    <a:pt x="93" y="187"/>
                  </a:lnTo>
                  <a:lnTo>
                    <a:pt x="90" y="170"/>
                  </a:lnTo>
                  <a:lnTo>
                    <a:pt x="90" y="152"/>
                  </a:lnTo>
                  <a:lnTo>
                    <a:pt x="87" y="138"/>
                  </a:lnTo>
                  <a:lnTo>
                    <a:pt x="83" y="121"/>
                  </a:lnTo>
                  <a:lnTo>
                    <a:pt x="77" y="107"/>
                  </a:lnTo>
                  <a:lnTo>
                    <a:pt x="70" y="93"/>
                  </a:lnTo>
                  <a:lnTo>
                    <a:pt x="63" y="76"/>
                  </a:lnTo>
                  <a:lnTo>
                    <a:pt x="57" y="62"/>
                  </a:lnTo>
                  <a:lnTo>
                    <a:pt x="47" y="48"/>
                  </a:lnTo>
                  <a:lnTo>
                    <a:pt x="37" y="34"/>
                  </a:lnTo>
                  <a:lnTo>
                    <a:pt x="27" y="24"/>
                  </a:lnTo>
                  <a:lnTo>
                    <a:pt x="17" y="10"/>
                  </a:lnTo>
                  <a:lnTo>
                    <a:pt x="3" y="0"/>
                  </a:lnTo>
                  <a:lnTo>
                    <a:pt x="0" y="3"/>
                  </a:lnTo>
                  <a:lnTo>
                    <a:pt x="13" y="14"/>
                  </a:lnTo>
                  <a:lnTo>
                    <a:pt x="23" y="27"/>
                  </a:lnTo>
                  <a:lnTo>
                    <a:pt x="33" y="41"/>
                  </a:lnTo>
                  <a:lnTo>
                    <a:pt x="43" y="52"/>
                  </a:lnTo>
                  <a:lnTo>
                    <a:pt x="50" y="66"/>
                  </a:lnTo>
                  <a:lnTo>
                    <a:pt x="60" y="79"/>
                  </a:lnTo>
                  <a:lnTo>
                    <a:pt x="63" y="93"/>
                  </a:lnTo>
                  <a:lnTo>
                    <a:pt x="70" y="111"/>
                  </a:lnTo>
                  <a:lnTo>
                    <a:pt x="77" y="125"/>
                  </a:lnTo>
                  <a:lnTo>
                    <a:pt x="80" y="138"/>
                  </a:lnTo>
                  <a:lnTo>
                    <a:pt x="83" y="156"/>
                  </a:lnTo>
                  <a:lnTo>
                    <a:pt x="83" y="170"/>
                  </a:lnTo>
                  <a:lnTo>
                    <a:pt x="87" y="187"/>
                  </a:lnTo>
                  <a:lnTo>
                    <a:pt x="87" y="204"/>
                  </a:lnTo>
                  <a:lnTo>
                    <a:pt x="83" y="222"/>
                  </a:lnTo>
                  <a:lnTo>
                    <a:pt x="83" y="239"/>
                  </a:lnTo>
                  <a:lnTo>
                    <a:pt x="90" y="23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9" name="Google Shape;209;p3"/>
            <p:cNvSpPr/>
            <p:nvPr/>
          </p:nvSpPr>
          <p:spPr>
            <a:xfrm>
              <a:off x="5067" y="2343"/>
              <a:ext cx="70" cy="170"/>
            </a:xfrm>
            <a:custGeom>
              <a:rect b="b" l="l" r="r" t="t"/>
              <a:pathLst>
                <a:path extrusionOk="0" h="170" w="70">
                  <a:moveTo>
                    <a:pt x="7" y="170"/>
                  </a:moveTo>
                  <a:lnTo>
                    <a:pt x="17" y="149"/>
                  </a:lnTo>
                  <a:lnTo>
                    <a:pt x="27" y="128"/>
                  </a:lnTo>
                  <a:lnTo>
                    <a:pt x="37" y="107"/>
                  </a:lnTo>
                  <a:lnTo>
                    <a:pt x="43" y="86"/>
                  </a:lnTo>
                  <a:lnTo>
                    <a:pt x="50" y="66"/>
                  </a:lnTo>
                  <a:lnTo>
                    <a:pt x="60" y="45"/>
                  </a:lnTo>
                  <a:lnTo>
                    <a:pt x="63" y="24"/>
                  </a:lnTo>
                  <a:lnTo>
                    <a:pt x="70" y="0"/>
                  </a:lnTo>
                  <a:lnTo>
                    <a:pt x="63" y="0"/>
                  </a:lnTo>
                  <a:lnTo>
                    <a:pt x="57" y="24"/>
                  </a:lnTo>
                  <a:lnTo>
                    <a:pt x="50" y="45"/>
                  </a:lnTo>
                  <a:lnTo>
                    <a:pt x="43" y="62"/>
                  </a:lnTo>
                  <a:lnTo>
                    <a:pt x="37" y="83"/>
                  </a:lnTo>
                  <a:lnTo>
                    <a:pt x="30" y="104"/>
                  </a:lnTo>
                  <a:lnTo>
                    <a:pt x="20" y="125"/>
                  </a:lnTo>
                  <a:lnTo>
                    <a:pt x="10" y="145"/>
                  </a:lnTo>
                  <a:lnTo>
                    <a:pt x="0" y="166"/>
                  </a:lnTo>
                  <a:lnTo>
                    <a:pt x="0" y="163"/>
                  </a:lnTo>
                  <a:lnTo>
                    <a:pt x="7" y="17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0" name="Google Shape;210;p3"/>
            <p:cNvSpPr/>
            <p:nvPr/>
          </p:nvSpPr>
          <p:spPr>
            <a:xfrm>
              <a:off x="4977" y="2506"/>
              <a:ext cx="97" cy="111"/>
            </a:xfrm>
            <a:custGeom>
              <a:rect b="b" l="l" r="r" t="t"/>
              <a:pathLst>
                <a:path extrusionOk="0" h="111" w="97">
                  <a:moveTo>
                    <a:pt x="0" y="104"/>
                  </a:moveTo>
                  <a:lnTo>
                    <a:pt x="7" y="104"/>
                  </a:lnTo>
                  <a:lnTo>
                    <a:pt x="97" y="7"/>
                  </a:lnTo>
                  <a:lnTo>
                    <a:pt x="90" y="0"/>
                  </a:lnTo>
                  <a:lnTo>
                    <a:pt x="0" y="100"/>
                  </a:lnTo>
                  <a:lnTo>
                    <a:pt x="7" y="100"/>
                  </a:lnTo>
                  <a:lnTo>
                    <a:pt x="0" y="104"/>
                  </a:lnTo>
                  <a:lnTo>
                    <a:pt x="3" y="111"/>
                  </a:lnTo>
                  <a:lnTo>
                    <a:pt x="7" y="104"/>
                  </a:lnTo>
                  <a:lnTo>
                    <a:pt x="0" y="10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1" name="Google Shape;211;p3"/>
            <p:cNvSpPr/>
            <p:nvPr/>
          </p:nvSpPr>
          <p:spPr>
            <a:xfrm>
              <a:off x="4957" y="2526"/>
              <a:ext cx="27" cy="84"/>
            </a:xfrm>
            <a:custGeom>
              <a:rect b="b" l="l" r="r" t="t"/>
              <a:pathLst>
                <a:path extrusionOk="0" h="84" w="27">
                  <a:moveTo>
                    <a:pt x="3" y="0"/>
                  </a:moveTo>
                  <a:lnTo>
                    <a:pt x="0" y="4"/>
                  </a:lnTo>
                  <a:lnTo>
                    <a:pt x="0" y="14"/>
                  </a:lnTo>
                  <a:lnTo>
                    <a:pt x="3" y="25"/>
                  </a:lnTo>
                  <a:lnTo>
                    <a:pt x="3" y="35"/>
                  </a:lnTo>
                  <a:lnTo>
                    <a:pt x="7" y="46"/>
                  </a:lnTo>
                  <a:lnTo>
                    <a:pt x="10" y="52"/>
                  </a:lnTo>
                  <a:lnTo>
                    <a:pt x="13" y="63"/>
                  </a:lnTo>
                  <a:lnTo>
                    <a:pt x="17" y="73"/>
                  </a:lnTo>
                  <a:lnTo>
                    <a:pt x="20" y="84"/>
                  </a:lnTo>
                  <a:lnTo>
                    <a:pt x="27" y="80"/>
                  </a:lnTo>
                  <a:lnTo>
                    <a:pt x="23" y="70"/>
                  </a:lnTo>
                  <a:lnTo>
                    <a:pt x="20" y="63"/>
                  </a:lnTo>
                  <a:lnTo>
                    <a:pt x="17" y="52"/>
                  </a:lnTo>
                  <a:lnTo>
                    <a:pt x="13" y="42"/>
                  </a:lnTo>
                  <a:lnTo>
                    <a:pt x="10" y="32"/>
                  </a:lnTo>
                  <a:lnTo>
                    <a:pt x="10" y="25"/>
                  </a:lnTo>
                  <a:lnTo>
                    <a:pt x="7" y="14"/>
                  </a:lnTo>
                  <a:lnTo>
                    <a:pt x="7" y="4"/>
                  </a:lnTo>
                  <a:lnTo>
                    <a:pt x="3" y="7"/>
                  </a:lnTo>
                  <a:lnTo>
                    <a:pt x="3" y="0"/>
                  </a:lnTo>
                  <a:lnTo>
                    <a:pt x="0" y="0"/>
                  </a:lnTo>
                  <a:lnTo>
                    <a:pt x="0" y="4"/>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2" name="Google Shape;212;p3"/>
            <p:cNvSpPr/>
            <p:nvPr/>
          </p:nvSpPr>
          <p:spPr>
            <a:xfrm>
              <a:off x="4960" y="2433"/>
              <a:ext cx="90" cy="100"/>
            </a:xfrm>
            <a:custGeom>
              <a:rect b="b" l="l" r="r" t="t"/>
              <a:pathLst>
                <a:path extrusionOk="0" h="100" w="90">
                  <a:moveTo>
                    <a:pt x="80" y="0"/>
                  </a:moveTo>
                  <a:lnTo>
                    <a:pt x="84" y="0"/>
                  </a:lnTo>
                  <a:lnTo>
                    <a:pt x="80" y="7"/>
                  </a:lnTo>
                  <a:lnTo>
                    <a:pt x="77" y="14"/>
                  </a:lnTo>
                  <a:lnTo>
                    <a:pt x="74" y="21"/>
                  </a:lnTo>
                  <a:lnTo>
                    <a:pt x="70" y="28"/>
                  </a:lnTo>
                  <a:lnTo>
                    <a:pt x="67" y="35"/>
                  </a:lnTo>
                  <a:lnTo>
                    <a:pt x="64" y="42"/>
                  </a:lnTo>
                  <a:lnTo>
                    <a:pt x="50" y="55"/>
                  </a:lnTo>
                  <a:lnTo>
                    <a:pt x="47" y="62"/>
                  </a:lnTo>
                  <a:lnTo>
                    <a:pt x="40" y="69"/>
                  </a:lnTo>
                  <a:lnTo>
                    <a:pt x="34" y="73"/>
                  </a:lnTo>
                  <a:lnTo>
                    <a:pt x="27" y="80"/>
                  </a:lnTo>
                  <a:lnTo>
                    <a:pt x="20" y="83"/>
                  </a:lnTo>
                  <a:lnTo>
                    <a:pt x="14" y="87"/>
                  </a:lnTo>
                  <a:lnTo>
                    <a:pt x="7" y="90"/>
                  </a:lnTo>
                  <a:lnTo>
                    <a:pt x="0" y="93"/>
                  </a:lnTo>
                  <a:lnTo>
                    <a:pt x="0" y="100"/>
                  </a:lnTo>
                  <a:lnTo>
                    <a:pt x="7" y="97"/>
                  </a:lnTo>
                  <a:lnTo>
                    <a:pt x="17" y="93"/>
                  </a:lnTo>
                  <a:lnTo>
                    <a:pt x="24" y="87"/>
                  </a:lnTo>
                  <a:lnTo>
                    <a:pt x="30" y="83"/>
                  </a:lnTo>
                  <a:lnTo>
                    <a:pt x="37" y="80"/>
                  </a:lnTo>
                  <a:lnTo>
                    <a:pt x="44" y="73"/>
                  </a:lnTo>
                  <a:lnTo>
                    <a:pt x="50" y="69"/>
                  </a:lnTo>
                  <a:lnTo>
                    <a:pt x="57" y="59"/>
                  </a:lnTo>
                  <a:lnTo>
                    <a:pt x="67" y="48"/>
                  </a:lnTo>
                  <a:lnTo>
                    <a:pt x="74" y="38"/>
                  </a:lnTo>
                  <a:lnTo>
                    <a:pt x="77" y="31"/>
                  </a:lnTo>
                  <a:lnTo>
                    <a:pt x="80" y="24"/>
                  </a:lnTo>
                  <a:lnTo>
                    <a:pt x="84" y="17"/>
                  </a:lnTo>
                  <a:lnTo>
                    <a:pt x="87" y="10"/>
                  </a:lnTo>
                  <a:lnTo>
                    <a:pt x="90" y="0"/>
                  </a:lnTo>
                  <a:lnTo>
                    <a:pt x="8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3" name="Google Shape;213;p3"/>
            <p:cNvSpPr/>
            <p:nvPr/>
          </p:nvSpPr>
          <p:spPr>
            <a:xfrm>
              <a:off x="5000" y="2336"/>
              <a:ext cx="50" cy="97"/>
            </a:xfrm>
            <a:custGeom>
              <a:rect b="b" l="l" r="r" t="t"/>
              <a:pathLst>
                <a:path extrusionOk="0" h="97" w="50">
                  <a:moveTo>
                    <a:pt x="0" y="7"/>
                  </a:moveTo>
                  <a:lnTo>
                    <a:pt x="0" y="3"/>
                  </a:lnTo>
                  <a:lnTo>
                    <a:pt x="10" y="14"/>
                  </a:lnTo>
                  <a:lnTo>
                    <a:pt x="17" y="24"/>
                  </a:lnTo>
                  <a:lnTo>
                    <a:pt x="24" y="35"/>
                  </a:lnTo>
                  <a:lnTo>
                    <a:pt x="30" y="45"/>
                  </a:lnTo>
                  <a:lnTo>
                    <a:pt x="37" y="55"/>
                  </a:lnTo>
                  <a:lnTo>
                    <a:pt x="40" y="69"/>
                  </a:lnTo>
                  <a:lnTo>
                    <a:pt x="40" y="97"/>
                  </a:lnTo>
                  <a:lnTo>
                    <a:pt x="50" y="97"/>
                  </a:lnTo>
                  <a:lnTo>
                    <a:pt x="47" y="83"/>
                  </a:lnTo>
                  <a:lnTo>
                    <a:pt x="47" y="69"/>
                  </a:lnTo>
                  <a:lnTo>
                    <a:pt x="44" y="55"/>
                  </a:lnTo>
                  <a:lnTo>
                    <a:pt x="37" y="41"/>
                  </a:lnTo>
                  <a:lnTo>
                    <a:pt x="30" y="31"/>
                  </a:lnTo>
                  <a:lnTo>
                    <a:pt x="24" y="17"/>
                  </a:lnTo>
                  <a:lnTo>
                    <a:pt x="14" y="10"/>
                  </a:lnTo>
                  <a:lnTo>
                    <a:pt x="4"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4" name="Google Shape;214;p3"/>
            <p:cNvSpPr/>
            <p:nvPr/>
          </p:nvSpPr>
          <p:spPr>
            <a:xfrm>
              <a:off x="4934" y="2332"/>
              <a:ext cx="70" cy="28"/>
            </a:xfrm>
            <a:custGeom>
              <a:rect b="b" l="l" r="r" t="t"/>
              <a:pathLst>
                <a:path extrusionOk="0" h="28" w="70">
                  <a:moveTo>
                    <a:pt x="6" y="28"/>
                  </a:moveTo>
                  <a:lnTo>
                    <a:pt x="13" y="21"/>
                  </a:lnTo>
                  <a:lnTo>
                    <a:pt x="20" y="18"/>
                  </a:lnTo>
                  <a:lnTo>
                    <a:pt x="26" y="14"/>
                  </a:lnTo>
                  <a:lnTo>
                    <a:pt x="33" y="11"/>
                  </a:lnTo>
                  <a:lnTo>
                    <a:pt x="43" y="7"/>
                  </a:lnTo>
                  <a:lnTo>
                    <a:pt x="60" y="7"/>
                  </a:lnTo>
                  <a:lnTo>
                    <a:pt x="66" y="11"/>
                  </a:lnTo>
                  <a:lnTo>
                    <a:pt x="70" y="4"/>
                  </a:lnTo>
                  <a:lnTo>
                    <a:pt x="60" y="0"/>
                  </a:lnTo>
                  <a:lnTo>
                    <a:pt x="40" y="0"/>
                  </a:lnTo>
                  <a:lnTo>
                    <a:pt x="33" y="4"/>
                  </a:lnTo>
                  <a:lnTo>
                    <a:pt x="23" y="7"/>
                  </a:lnTo>
                  <a:lnTo>
                    <a:pt x="16" y="11"/>
                  </a:lnTo>
                  <a:lnTo>
                    <a:pt x="6" y="18"/>
                  </a:lnTo>
                  <a:lnTo>
                    <a:pt x="0" y="25"/>
                  </a:lnTo>
                  <a:lnTo>
                    <a:pt x="6"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5" name="Google Shape;215;p3"/>
            <p:cNvSpPr/>
            <p:nvPr/>
          </p:nvSpPr>
          <p:spPr>
            <a:xfrm>
              <a:off x="4910" y="2357"/>
              <a:ext cx="30" cy="55"/>
            </a:xfrm>
            <a:custGeom>
              <a:rect b="b" l="l" r="r" t="t"/>
              <a:pathLst>
                <a:path extrusionOk="0" h="55" w="30">
                  <a:moveTo>
                    <a:pt x="0" y="48"/>
                  </a:moveTo>
                  <a:lnTo>
                    <a:pt x="7" y="48"/>
                  </a:lnTo>
                  <a:lnTo>
                    <a:pt x="10" y="45"/>
                  </a:lnTo>
                  <a:lnTo>
                    <a:pt x="14" y="38"/>
                  </a:lnTo>
                  <a:lnTo>
                    <a:pt x="14" y="31"/>
                  </a:lnTo>
                  <a:lnTo>
                    <a:pt x="17" y="24"/>
                  </a:lnTo>
                  <a:lnTo>
                    <a:pt x="20" y="20"/>
                  </a:lnTo>
                  <a:lnTo>
                    <a:pt x="24" y="14"/>
                  </a:lnTo>
                  <a:lnTo>
                    <a:pt x="27" y="10"/>
                  </a:lnTo>
                  <a:lnTo>
                    <a:pt x="30" y="3"/>
                  </a:lnTo>
                  <a:lnTo>
                    <a:pt x="24" y="0"/>
                  </a:lnTo>
                  <a:lnTo>
                    <a:pt x="20" y="3"/>
                  </a:lnTo>
                  <a:lnTo>
                    <a:pt x="17" y="10"/>
                  </a:lnTo>
                  <a:lnTo>
                    <a:pt x="14" y="17"/>
                  </a:lnTo>
                  <a:lnTo>
                    <a:pt x="10" y="24"/>
                  </a:lnTo>
                  <a:lnTo>
                    <a:pt x="7" y="27"/>
                  </a:lnTo>
                  <a:lnTo>
                    <a:pt x="4" y="34"/>
                  </a:lnTo>
                  <a:lnTo>
                    <a:pt x="4" y="41"/>
                  </a:lnTo>
                  <a:lnTo>
                    <a:pt x="0" y="48"/>
                  </a:lnTo>
                  <a:lnTo>
                    <a:pt x="7" y="48"/>
                  </a:lnTo>
                  <a:lnTo>
                    <a:pt x="0" y="48"/>
                  </a:lnTo>
                  <a:lnTo>
                    <a:pt x="4" y="55"/>
                  </a:lnTo>
                  <a:lnTo>
                    <a:pt x="7" y="48"/>
                  </a:lnTo>
                  <a:lnTo>
                    <a:pt x="0" y="4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6" name="Google Shape;216;p3"/>
            <p:cNvSpPr/>
            <p:nvPr/>
          </p:nvSpPr>
          <p:spPr>
            <a:xfrm>
              <a:off x="4900" y="2343"/>
              <a:ext cx="17" cy="62"/>
            </a:xfrm>
            <a:custGeom>
              <a:rect b="b" l="l" r="r" t="t"/>
              <a:pathLst>
                <a:path extrusionOk="0" h="62" w="17">
                  <a:moveTo>
                    <a:pt x="4" y="0"/>
                  </a:moveTo>
                  <a:lnTo>
                    <a:pt x="0" y="3"/>
                  </a:lnTo>
                  <a:lnTo>
                    <a:pt x="0" y="34"/>
                  </a:lnTo>
                  <a:lnTo>
                    <a:pt x="4" y="48"/>
                  </a:lnTo>
                  <a:lnTo>
                    <a:pt x="10" y="62"/>
                  </a:lnTo>
                  <a:lnTo>
                    <a:pt x="17" y="62"/>
                  </a:lnTo>
                  <a:lnTo>
                    <a:pt x="10" y="45"/>
                  </a:lnTo>
                  <a:lnTo>
                    <a:pt x="7" y="34"/>
                  </a:lnTo>
                  <a:lnTo>
                    <a:pt x="7" y="21"/>
                  </a:lnTo>
                  <a:lnTo>
                    <a:pt x="4" y="3"/>
                  </a:lnTo>
                  <a:lnTo>
                    <a:pt x="4" y="7"/>
                  </a:lnTo>
                  <a:lnTo>
                    <a:pt x="4" y="0"/>
                  </a:lnTo>
                  <a:lnTo>
                    <a:pt x="0" y="3"/>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7" name="Google Shape;217;p3"/>
            <p:cNvSpPr/>
            <p:nvPr/>
          </p:nvSpPr>
          <p:spPr>
            <a:xfrm>
              <a:off x="4904" y="2343"/>
              <a:ext cx="30" cy="10"/>
            </a:xfrm>
            <a:custGeom>
              <a:rect b="b" l="l" r="r" t="t"/>
              <a:pathLst>
                <a:path extrusionOk="0" h="10" w="30">
                  <a:moveTo>
                    <a:pt x="23" y="0"/>
                  </a:moveTo>
                  <a:lnTo>
                    <a:pt x="20" y="3"/>
                  </a:lnTo>
                  <a:lnTo>
                    <a:pt x="6" y="3"/>
                  </a:lnTo>
                  <a:lnTo>
                    <a:pt x="0" y="0"/>
                  </a:lnTo>
                  <a:lnTo>
                    <a:pt x="0" y="7"/>
                  </a:lnTo>
                  <a:lnTo>
                    <a:pt x="3" y="7"/>
                  </a:lnTo>
                  <a:lnTo>
                    <a:pt x="10" y="10"/>
                  </a:lnTo>
                  <a:lnTo>
                    <a:pt x="23" y="10"/>
                  </a:lnTo>
                  <a:lnTo>
                    <a:pt x="26" y="7"/>
                  </a:lnTo>
                  <a:lnTo>
                    <a:pt x="30" y="0"/>
                  </a:lnTo>
                  <a:lnTo>
                    <a:pt x="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8" name="Google Shape;218;p3"/>
            <p:cNvSpPr/>
            <p:nvPr/>
          </p:nvSpPr>
          <p:spPr>
            <a:xfrm>
              <a:off x="4920" y="2329"/>
              <a:ext cx="14" cy="14"/>
            </a:xfrm>
            <a:custGeom>
              <a:rect b="b" l="l" r="r" t="t"/>
              <a:pathLst>
                <a:path extrusionOk="0" h="14" w="14">
                  <a:moveTo>
                    <a:pt x="4" y="7"/>
                  </a:moveTo>
                  <a:lnTo>
                    <a:pt x="0" y="7"/>
                  </a:lnTo>
                  <a:lnTo>
                    <a:pt x="4" y="10"/>
                  </a:lnTo>
                  <a:lnTo>
                    <a:pt x="7" y="10"/>
                  </a:lnTo>
                  <a:lnTo>
                    <a:pt x="7" y="14"/>
                  </a:lnTo>
                  <a:lnTo>
                    <a:pt x="14" y="14"/>
                  </a:lnTo>
                  <a:lnTo>
                    <a:pt x="14" y="10"/>
                  </a:lnTo>
                  <a:lnTo>
                    <a:pt x="4" y="0"/>
                  </a:lnTo>
                  <a:lnTo>
                    <a:pt x="4"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9" name="Google Shape;219;p3"/>
            <p:cNvSpPr/>
            <p:nvPr/>
          </p:nvSpPr>
          <p:spPr>
            <a:xfrm>
              <a:off x="4727" y="2156"/>
              <a:ext cx="197" cy="180"/>
            </a:xfrm>
            <a:custGeom>
              <a:rect b="b" l="l" r="r" t="t"/>
              <a:pathLst>
                <a:path extrusionOk="0" h="180" w="197">
                  <a:moveTo>
                    <a:pt x="0" y="3"/>
                  </a:moveTo>
                  <a:lnTo>
                    <a:pt x="10" y="17"/>
                  </a:lnTo>
                  <a:lnTo>
                    <a:pt x="20" y="31"/>
                  </a:lnTo>
                  <a:lnTo>
                    <a:pt x="30" y="45"/>
                  </a:lnTo>
                  <a:lnTo>
                    <a:pt x="40" y="59"/>
                  </a:lnTo>
                  <a:lnTo>
                    <a:pt x="50" y="73"/>
                  </a:lnTo>
                  <a:lnTo>
                    <a:pt x="110" y="135"/>
                  </a:lnTo>
                  <a:lnTo>
                    <a:pt x="123" y="145"/>
                  </a:lnTo>
                  <a:lnTo>
                    <a:pt x="137" y="152"/>
                  </a:lnTo>
                  <a:lnTo>
                    <a:pt x="150" y="163"/>
                  </a:lnTo>
                  <a:lnTo>
                    <a:pt x="163" y="170"/>
                  </a:lnTo>
                  <a:lnTo>
                    <a:pt x="180" y="176"/>
                  </a:lnTo>
                  <a:lnTo>
                    <a:pt x="197" y="180"/>
                  </a:lnTo>
                  <a:lnTo>
                    <a:pt x="197" y="173"/>
                  </a:lnTo>
                  <a:lnTo>
                    <a:pt x="180" y="170"/>
                  </a:lnTo>
                  <a:lnTo>
                    <a:pt x="167" y="163"/>
                  </a:lnTo>
                  <a:lnTo>
                    <a:pt x="153" y="156"/>
                  </a:lnTo>
                  <a:lnTo>
                    <a:pt x="140" y="149"/>
                  </a:lnTo>
                  <a:lnTo>
                    <a:pt x="127" y="138"/>
                  </a:lnTo>
                  <a:lnTo>
                    <a:pt x="113" y="128"/>
                  </a:lnTo>
                  <a:lnTo>
                    <a:pt x="90" y="104"/>
                  </a:lnTo>
                  <a:lnTo>
                    <a:pt x="77" y="93"/>
                  </a:lnTo>
                  <a:lnTo>
                    <a:pt x="67" y="79"/>
                  </a:lnTo>
                  <a:lnTo>
                    <a:pt x="57" y="66"/>
                  </a:lnTo>
                  <a:lnTo>
                    <a:pt x="47" y="52"/>
                  </a:lnTo>
                  <a:lnTo>
                    <a:pt x="33" y="38"/>
                  </a:lnTo>
                  <a:lnTo>
                    <a:pt x="27" y="27"/>
                  </a:lnTo>
                  <a:lnTo>
                    <a:pt x="13" y="14"/>
                  </a:lnTo>
                  <a:lnTo>
                    <a:pt x="7" y="0"/>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0" name="Google Shape;220;p3"/>
            <p:cNvSpPr/>
            <p:nvPr/>
          </p:nvSpPr>
          <p:spPr>
            <a:xfrm>
              <a:off x="4700" y="2080"/>
              <a:ext cx="34" cy="79"/>
            </a:xfrm>
            <a:custGeom>
              <a:rect b="b" l="l" r="r" t="t"/>
              <a:pathLst>
                <a:path extrusionOk="0" h="79" w="34">
                  <a:moveTo>
                    <a:pt x="4" y="6"/>
                  </a:moveTo>
                  <a:lnTo>
                    <a:pt x="0" y="3"/>
                  </a:lnTo>
                  <a:lnTo>
                    <a:pt x="0" y="13"/>
                  </a:lnTo>
                  <a:lnTo>
                    <a:pt x="4" y="24"/>
                  </a:lnTo>
                  <a:lnTo>
                    <a:pt x="7" y="34"/>
                  </a:lnTo>
                  <a:lnTo>
                    <a:pt x="10" y="41"/>
                  </a:lnTo>
                  <a:lnTo>
                    <a:pt x="14" y="51"/>
                  </a:lnTo>
                  <a:lnTo>
                    <a:pt x="20" y="58"/>
                  </a:lnTo>
                  <a:lnTo>
                    <a:pt x="24" y="69"/>
                  </a:lnTo>
                  <a:lnTo>
                    <a:pt x="27" y="79"/>
                  </a:lnTo>
                  <a:lnTo>
                    <a:pt x="34" y="76"/>
                  </a:lnTo>
                  <a:lnTo>
                    <a:pt x="30" y="69"/>
                  </a:lnTo>
                  <a:lnTo>
                    <a:pt x="24" y="58"/>
                  </a:lnTo>
                  <a:lnTo>
                    <a:pt x="20" y="48"/>
                  </a:lnTo>
                  <a:lnTo>
                    <a:pt x="17" y="41"/>
                  </a:lnTo>
                  <a:lnTo>
                    <a:pt x="14" y="31"/>
                  </a:lnTo>
                  <a:lnTo>
                    <a:pt x="10" y="20"/>
                  </a:lnTo>
                  <a:lnTo>
                    <a:pt x="7" y="13"/>
                  </a:lnTo>
                  <a:lnTo>
                    <a:pt x="7" y="3"/>
                  </a:lnTo>
                  <a:lnTo>
                    <a:pt x="4" y="0"/>
                  </a:lnTo>
                  <a:lnTo>
                    <a:pt x="7" y="3"/>
                  </a:lnTo>
                  <a:lnTo>
                    <a:pt x="7" y="0"/>
                  </a:lnTo>
                  <a:lnTo>
                    <a:pt x="4" y="0"/>
                  </a:lnTo>
                  <a:lnTo>
                    <a:pt x="4"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1" name="Google Shape;221;p3"/>
            <p:cNvSpPr/>
            <p:nvPr/>
          </p:nvSpPr>
          <p:spPr>
            <a:xfrm>
              <a:off x="4690" y="2076"/>
              <a:ext cx="14" cy="10"/>
            </a:xfrm>
            <a:custGeom>
              <a:rect b="b" l="l" r="r" t="t"/>
              <a:pathLst>
                <a:path extrusionOk="0" h="10" w="14">
                  <a:moveTo>
                    <a:pt x="7" y="7"/>
                  </a:moveTo>
                  <a:lnTo>
                    <a:pt x="10" y="10"/>
                  </a:lnTo>
                  <a:lnTo>
                    <a:pt x="14" y="10"/>
                  </a:lnTo>
                  <a:lnTo>
                    <a:pt x="14" y="4"/>
                  </a:lnTo>
                  <a:lnTo>
                    <a:pt x="10" y="4"/>
                  </a:lnTo>
                  <a:lnTo>
                    <a:pt x="7" y="0"/>
                  </a:lnTo>
                  <a:lnTo>
                    <a:pt x="0" y="4"/>
                  </a:lnTo>
                  <a:lnTo>
                    <a:pt x="7"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2" name="Google Shape;222;p3"/>
            <p:cNvSpPr/>
            <p:nvPr/>
          </p:nvSpPr>
          <p:spPr>
            <a:xfrm>
              <a:off x="4690" y="2080"/>
              <a:ext cx="17" cy="58"/>
            </a:xfrm>
            <a:custGeom>
              <a:rect b="b" l="l" r="r" t="t"/>
              <a:pathLst>
                <a:path extrusionOk="0" h="58" w="17">
                  <a:moveTo>
                    <a:pt x="14" y="58"/>
                  </a:moveTo>
                  <a:lnTo>
                    <a:pt x="14" y="55"/>
                  </a:lnTo>
                  <a:lnTo>
                    <a:pt x="10" y="45"/>
                  </a:lnTo>
                  <a:lnTo>
                    <a:pt x="7" y="31"/>
                  </a:lnTo>
                  <a:lnTo>
                    <a:pt x="7" y="3"/>
                  </a:lnTo>
                  <a:lnTo>
                    <a:pt x="0" y="0"/>
                  </a:lnTo>
                  <a:lnTo>
                    <a:pt x="0" y="31"/>
                  </a:lnTo>
                  <a:lnTo>
                    <a:pt x="4" y="45"/>
                  </a:lnTo>
                  <a:lnTo>
                    <a:pt x="10" y="58"/>
                  </a:lnTo>
                  <a:lnTo>
                    <a:pt x="10" y="55"/>
                  </a:lnTo>
                  <a:lnTo>
                    <a:pt x="14" y="58"/>
                  </a:lnTo>
                  <a:lnTo>
                    <a:pt x="17" y="58"/>
                  </a:lnTo>
                  <a:lnTo>
                    <a:pt x="14" y="55"/>
                  </a:lnTo>
                  <a:lnTo>
                    <a:pt x="14" y="5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3" name="Google Shape;223;p3"/>
            <p:cNvSpPr/>
            <p:nvPr/>
          </p:nvSpPr>
          <p:spPr>
            <a:xfrm>
              <a:off x="4650" y="2135"/>
              <a:ext cx="54" cy="38"/>
            </a:xfrm>
            <a:custGeom>
              <a:rect b="b" l="l" r="r" t="t"/>
              <a:pathLst>
                <a:path extrusionOk="0" h="38" w="54">
                  <a:moveTo>
                    <a:pt x="4" y="28"/>
                  </a:moveTo>
                  <a:lnTo>
                    <a:pt x="0" y="28"/>
                  </a:lnTo>
                  <a:lnTo>
                    <a:pt x="10" y="35"/>
                  </a:lnTo>
                  <a:lnTo>
                    <a:pt x="20" y="38"/>
                  </a:lnTo>
                  <a:lnTo>
                    <a:pt x="27" y="35"/>
                  </a:lnTo>
                  <a:lnTo>
                    <a:pt x="50" y="10"/>
                  </a:lnTo>
                  <a:lnTo>
                    <a:pt x="54" y="3"/>
                  </a:lnTo>
                  <a:lnTo>
                    <a:pt x="50" y="0"/>
                  </a:lnTo>
                  <a:lnTo>
                    <a:pt x="44" y="3"/>
                  </a:lnTo>
                  <a:lnTo>
                    <a:pt x="37" y="14"/>
                  </a:lnTo>
                  <a:lnTo>
                    <a:pt x="34" y="21"/>
                  </a:lnTo>
                  <a:lnTo>
                    <a:pt x="30" y="24"/>
                  </a:lnTo>
                  <a:lnTo>
                    <a:pt x="24" y="28"/>
                  </a:lnTo>
                  <a:lnTo>
                    <a:pt x="14" y="28"/>
                  </a:lnTo>
                  <a:lnTo>
                    <a:pt x="7" y="24"/>
                  </a:lnTo>
                  <a:lnTo>
                    <a:pt x="4" y="21"/>
                  </a:lnTo>
                  <a:lnTo>
                    <a:pt x="7" y="24"/>
                  </a:lnTo>
                  <a:lnTo>
                    <a:pt x="4" y="21"/>
                  </a:lnTo>
                  <a:lnTo>
                    <a:pt x="4"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4" name="Google Shape;224;p3"/>
            <p:cNvSpPr/>
            <p:nvPr/>
          </p:nvSpPr>
          <p:spPr>
            <a:xfrm>
              <a:off x="4624" y="2156"/>
              <a:ext cx="30" cy="27"/>
            </a:xfrm>
            <a:custGeom>
              <a:rect b="b" l="l" r="r" t="t"/>
              <a:pathLst>
                <a:path extrusionOk="0" h="27" w="30">
                  <a:moveTo>
                    <a:pt x="6" y="27"/>
                  </a:moveTo>
                  <a:lnTo>
                    <a:pt x="6" y="24"/>
                  </a:lnTo>
                  <a:lnTo>
                    <a:pt x="16" y="14"/>
                  </a:lnTo>
                  <a:lnTo>
                    <a:pt x="20" y="14"/>
                  </a:lnTo>
                  <a:lnTo>
                    <a:pt x="23" y="10"/>
                  </a:lnTo>
                  <a:lnTo>
                    <a:pt x="26" y="10"/>
                  </a:lnTo>
                  <a:lnTo>
                    <a:pt x="30" y="7"/>
                  </a:lnTo>
                  <a:lnTo>
                    <a:pt x="30" y="0"/>
                  </a:lnTo>
                  <a:lnTo>
                    <a:pt x="23" y="3"/>
                  </a:lnTo>
                  <a:lnTo>
                    <a:pt x="20" y="3"/>
                  </a:lnTo>
                  <a:lnTo>
                    <a:pt x="13" y="10"/>
                  </a:lnTo>
                  <a:lnTo>
                    <a:pt x="10" y="10"/>
                  </a:lnTo>
                  <a:lnTo>
                    <a:pt x="6" y="17"/>
                  </a:lnTo>
                  <a:lnTo>
                    <a:pt x="0" y="24"/>
                  </a:lnTo>
                  <a:lnTo>
                    <a:pt x="6"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5" name="Google Shape;225;p3"/>
            <p:cNvSpPr/>
            <p:nvPr/>
          </p:nvSpPr>
          <p:spPr>
            <a:xfrm>
              <a:off x="4624" y="2180"/>
              <a:ext cx="10" cy="24"/>
            </a:xfrm>
            <a:custGeom>
              <a:rect b="b" l="l" r="r" t="t"/>
              <a:pathLst>
                <a:path extrusionOk="0" h="24" w="10">
                  <a:moveTo>
                    <a:pt x="6" y="17"/>
                  </a:moveTo>
                  <a:lnTo>
                    <a:pt x="10" y="21"/>
                  </a:lnTo>
                  <a:lnTo>
                    <a:pt x="6" y="14"/>
                  </a:lnTo>
                  <a:lnTo>
                    <a:pt x="6" y="3"/>
                  </a:lnTo>
                  <a:lnTo>
                    <a:pt x="0" y="0"/>
                  </a:lnTo>
                  <a:lnTo>
                    <a:pt x="0" y="14"/>
                  </a:lnTo>
                  <a:lnTo>
                    <a:pt x="3" y="17"/>
                  </a:lnTo>
                  <a:lnTo>
                    <a:pt x="6" y="24"/>
                  </a:lnTo>
                  <a:lnTo>
                    <a:pt x="6"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6" name="Google Shape;226;p3"/>
            <p:cNvSpPr/>
            <p:nvPr/>
          </p:nvSpPr>
          <p:spPr>
            <a:xfrm>
              <a:off x="4630" y="2197"/>
              <a:ext cx="14" cy="7"/>
            </a:xfrm>
            <a:custGeom>
              <a:rect b="b" l="l" r="r" t="t"/>
              <a:pathLst>
                <a:path extrusionOk="0" h="7" w="14">
                  <a:moveTo>
                    <a:pt x="7" y="0"/>
                  </a:moveTo>
                  <a:lnTo>
                    <a:pt x="0" y="0"/>
                  </a:lnTo>
                  <a:lnTo>
                    <a:pt x="0" y="7"/>
                  </a:lnTo>
                  <a:lnTo>
                    <a:pt x="10" y="7"/>
                  </a:lnTo>
                  <a:lnTo>
                    <a:pt x="14" y="4"/>
                  </a:lnTo>
                  <a:lnTo>
                    <a:pt x="14" y="0"/>
                  </a:lnTo>
                  <a:lnTo>
                    <a:pt x="14" y="4"/>
                  </a:lnTo>
                  <a:lnTo>
                    <a:pt x="14" y="0"/>
                  </a:lnTo>
                  <a:lnTo>
                    <a:pt x="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7" name="Google Shape;227;p3"/>
            <p:cNvSpPr/>
            <p:nvPr/>
          </p:nvSpPr>
          <p:spPr>
            <a:xfrm>
              <a:off x="4634" y="2183"/>
              <a:ext cx="10" cy="14"/>
            </a:xfrm>
            <a:custGeom>
              <a:rect b="b" l="l" r="r" t="t"/>
              <a:pathLst>
                <a:path extrusionOk="0" h="14" w="10">
                  <a:moveTo>
                    <a:pt x="3" y="0"/>
                  </a:moveTo>
                  <a:lnTo>
                    <a:pt x="0" y="4"/>
                  </a:lnTo>
                  <a:lnTo>
                    <a:pt x="3" y="11"/>
                  </a:lnTo>
                  <a:lnTo>
                    <a:pt x="3" y="14"/>
                  </a:lnTo>
                  <a:lnTo>
                    <a:pt x="10" y="14"/>
                  </a:lnTo>
                  <a:lnTo>
                    <a:pt x="10" y="7"/>
                  </a:lnTo>
                  <a:lnTo>
                    <a:pt x="6" y="4"/>
                  </a:lnTo>
                  <a:lnTo>
                    <a:pt x="10" y="4"/>
                  </a:lnTo>
                  <a:lnTo>
                    <a:pt x="6" y="4"/>
                  </a:lnTo>
                  <a:lnTo>
                    <a:pt x="10" y="4"/>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8" name="Google Shape;228;p3"/>
            <p:cNvSpPr/>
            <p:nvPr/>
          </p:nvSpPr>
          <p:spPr>
            <a:xfrm>
              <a:off x="4637" y="2173"/>
              <a:ext cx="27" cy="14"/>
            </a:xfrm>
            <a:custGeom>
              <a:rect b="b" l="l" r="r" t="t"/>
              <a:pathLst>
                <a:path extrusionOk="0" h="14" w="27">
                  <a:moveTo>
                    <a:pt x="27" y="4"/>
                  </a:moveTo>
                  <a:lnTo>
                    <a:pt x="20" y="4"/>
                  </a:lnTo>
                  <a:lnTo>
                    <a:pt x="17" y="0"/>
                  </a:lnTo>
                  <a:lnTo>
                    <a:pt x="10" y="4"/>
                  </a:lnTo>
                  <a:lnTo>
                    <a:pt x="3" y="4"/>
                  </a:lnTo>
                  <a:lnTo>
                    <a:pt x="0" y="7"/>
                  </a:lnTo>
                  <a:lnTo>
                    <a:pt x="0" y="10"/>
                  </a:lnTo>
                  <a:lnTo>
                    <a:pt x="7" y="14"/>
                  </a:lnTo>
                  <a:lnTo>
                    <a:pt x="7" y="10"/>
                  </a:lnTo>
                  <a:lnTo>
                    <a:pt x="10" y="10"/>
                  </a:lnTo>
                  <a:lnTo>
                    <a:pt x="13" y="7"/>
                  </a:lnTo>
                  <a:lnTo>
                    <a:pt x="20" y="7"/>
                  </a:lnTo>
                  <a:lnTo>
                    <a:pt x="23" y="10"/>
                  </a:lnTo>
                  <a:lnTo>
                    <a:pt x="27" y="10"/>
                  </a:lnTo>
                  <a:lnTo>
                    <a:pt x="23" y="10"/>
                  </a:lnTo>
                  <a:lnTo>
                    <a:pt x="27"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9" name="Google Shape;229;p3"/>
            <p:cNvSpPr/>
            <p:nvPr/>
          </p:nvSpPr>
          <p:spPr>
            <a:xfrm>
              <a:off x="4654" y="2177"/>
              <a:ext cx="13" cy="24"/>
            </a:xfrm>
            <a:custGeom>
              <a:rect b="b" l="l" r="r" t="t"/>
              <a:pathLst>
                <a:path extrusionOk="0" h="24" w="13">
                  <a:moveTo>
                    <a:pt x="6" y="24"/>
                  </a:moveTo>
                  <a:lnTo>
                    <a:pt x="6" y="17"/>
                  </a:lnTo>
                  <a:lnTo>
                    <a:pt x="13" y="13"/>
                  </a:lnTo>
                  <a:lnTo>
                    <a:pt x="13" y="6"/>
                  </a:lnTo>
                  <a:lnTo>
                    <a:pt x="10" y="0"/>
                  </a:lnTo>
                  <a:lnTo>
                    <a:pt x="6" y="6"/>
                  </a:lnTo>
                  <a:lnTo>
                    <a:pt x="10" y="6"/>
                  </a:lnTo>
                  <a:lnTo>
                    <a:pt x="6" y="10"/>
                  </a:lnTo>
                  <a:lnTo>
                    <a:pt x="3" y="17"/>
                  </a:lnTo>
                  <a:lnTo>
                    <a:pt x="0" y="24"/>
                  </a:lnTo>
                  <a:lnTo>
                    <a:pt x="0" y="20"/>
                  </a:lnTo>
                  <a:lnTo>
                    <a:pt x="6"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0" name="Google Shape;230;p3"/>
            <p:cNvSpPr/>
            <p:nvPr/>
          </p:nvSpPr>
          <p:spPr>
            <a:xfrm>
              <a:off x="4630" y="2197"/>
              <a:ext cx="30" cy="83"/>
            </a:xfrm>
            <a:custGeom>
              <a:rect b="b" l="l" r="r" t="t"/>
              <a:pathLst>
                <a:path extrusionOk="0" h="83" w="30">
                  <a:moveTo>
                    <a:pt x="0" y="80"/>
                  </a:moveTo>
                  <a:lnTo>
                    <a:pt x="7" y="80"/>
                  </a:lnTo>
                  <a:lnTo>
                    <a:pt x="7" y="70"/>
                  </a:lnTo>
                  <a:lnTo>
                    <a:pt x="10" y="59"/>
                  </a:lnTo>
                  <a:lnTo>
                    <a:pt x="14" y="49"/>
                  </a:lnTo>
                  <a:lnTo>
                    <a:pt x="17" y="42"/>
                  </a:lnTo>
                  <a:lnTo>
                    <a:pt x="17" y="32"/>
                  </a:lnTo>
                  <a:lnTo>
                    <a:pt x="24" y="21"/>
                  </a:lnTo>
                  <a:lnTo>
                    <a:pt x="27" y="14"/>
                  </a:lnTo>
                  <a:lnTo>
                    <a:pt x="30" y="4"/>
                  </a:lnTo>
                  <a:lnTo>
                    <a:pt x="24" y="0"/>
                  </a:lnTo>
                  <a:lnTo>
                    <a:pt x="17" y="11"/>
                  </a:lnTo>
                  <a:lnTo>
                    <a:pt x="17" y="21"/>
                  </a:lnTo>
                  <a:lnTo>
                    <a:pt x="14" y="32"/>
                  </a:lnTo>
                  <a:lnTo>
                    <a:pt x="10" y="38"/>
                  </a:lnTo>
                  <a:lnTo>
                    <a:pt x="7" y="49"/>
                  </a:lnTo>
                  <a:lnTo>
                    <a:pt x="4" y="59"/>
                  </a:lnTo>
                  <a:lnTo>
                    <a:pt x="0" y="70"/>
                  </a:lnTo>
                  <a:lnTo>
                    <a:pt x="0" y="77"/>
                  </a:lnTo>
                  <a:lnTo>
                    <a:pt x="4" y="77"/>
                  </a:lnTo>
                  <a:lnTo>
                    <a:pt x="0" y="80"/>
                  </a:lnTo>
                  <a:lnTo>
                    <a:pt x="4" y="83"/>
                  </a:lnTo>
                  <a:lnTo>
                    <a:pt x="7" y="80"/>
                  </a:lnTo>
                  <a:lnTo>
                    <a:pt x="0" y="8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1" name="Google Shape;231;p3"/>
            <p:cNvSpPr/>
            <p:nvPr/>
          </p:nvSpPr>
          <p:spPr>
            <a:xfrm>
              <a:off x="4547" y="2048"/>
              <a:ext cx="87" cy="229"/>
            </a:xfrm>
            <a:custGeom>
              <a:rect b="b" l="l" r="r" t="t"/>
              <a:pathLst>
                <a:path extrusionOk="0" h="229" w="87">
                  <a:moveTo>
                    <a:pt x="10" y="0"/>
                  </a:moveTo>
                  <a:lnTo>
                    <a:pt x="7" y="18"/>
                  </a:lnTo>
                  <a:lnTo>
                    <a:pt x="3" y="35"/>
                  </a:lnTo>
                  <a:lnTo>
                    <a:pt x="0" y="52"/>
                  </a:lnTo>
                  <a:lnTo>
                    <a:pt x="0" y="66"/>
                  </a:lnTo>
                  <a:lnTo>
                    <a:pt x="3" y="83"/>
                  </a:lnTo>
                  <a:lnTo>
                    <a:pt x="3" y="97"/>
                  </a:lnTo>
                  <a:lnTo>
                    <a:pt x="10" y="111"/>
                  </a:lnTo>
                  <a:lnTo>
                    <a:pt x="13" y="129"/>
                  </a:lnTo>
                  <a:lnTo>
                    <a:pt x="17" y="142"/>
                  </a:lnTo>
                  <a:lnTo>
                    <a:pt x="23" y="156"/>
                  </a:lnTo>
                  <a:lnTo>
                    <a:pt x="33" y="170"/>
                  </a:lnTo>
                  <a:lnTo>
                    <a:pt x="40" y="184"/>
                  </a:lnTo>
                  <a:lnTo>
                    <a:pt x="50" y="198"/>
                  </a:lnTo>
                  <a:lnTo>
                    <a:pt x="60" y="208"/>
                  </a:lnTo>
                  <a:lnTo>
                    <a:pt x="73" y="219"/>
                  </a:lnTo>
                  <a:lnTo>
                    <a:pt x="83" y="229"/>
                  </a:lnTo>
                  <a:lnTo>
                    <a:pt x="87" y="226"/>
                  </a:lnTo>
                  <a:lnTo>
                    <a:pt x="77" y="215"/>
                  </a:lnTo>
                  <a:lnTo>
                    <a:pt x="63" y="205"/>
                  </a:lnTo>
                  <a:lnTo>
                    <a:pt x="57" y="191"/>
                  </a:lnTo>
                  <a:lnTo>
                    <a:pt x="47" y="181"/>
                  </a:lnTo>
                  <a:lnTo>
                    <a:pt x="37" y="167"/>
                  </a:lnTo>
                  <a:lnTo>
                    <a:pt x="30" y="153"/>
                  </a:lnTo>
                  <a:lnTo>
                    <a:pt x="23" y="142"/>
                  </a:lnTo>
                  <a:lnTo>
                    <a:pt x="20" y="125"/>
                  </a:lnTo>
                  <a:lnTo>
                    <a:pt x="13" y="111"/>
                  </a:lnTo>
                  <a:lnTo>
                    <a:pt x="10" y="97"/>
                  </a:lnTo>
                  <a:lnTo>
                    <a:pt x="10" y="83"/>
                  </a:lnTo>
                  <a:lnTo>
                    <a:pt x="7" y="66"/>
                  </a:lnTo>
                  <a:lnTo>
                    <a:pt x="7" y="52"/>
                  </a:lnTo>
                  <a:lnTo>
                    <a:pt x="10" y="35"/>
                  </a:lnTo>
                  <a:lnTo>
                    <a:pt x="10" y="18"/>
                  </a:lnTo>
                  <a:lnTo>
                    <a:pt x="17" y="4"/>
                  </a:lnTo>
                  <a:lnTo>
                    <a:pt x="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2" name="Google Shape;232;p3"/>
            <p:cNvSpPr/>
            <p:nvPr/>
          </p:nvSpPr>
          <p:spPr>
            <a:xfrm>
              <a:off x="4557" y="1951"/>
              <a:ext cx="163" cy="101"/>
            </a:xfrm>
            <a:custGeom>
              <a:rect b="b" l="l" r="r" t="t"/>
              <a:pathLst>
                <a:path extrusionOk="0" h="101" w="163">
                  <a:moveTo>
                    <a:pt x="163" y="0"/>
                  </a:moveTo>
                  <a:lnTo>
                    <a:pt x="140" y="0"/>
                  </a:lnTo>
                  <a:lnTo>
                    <a:pt x="127" y="4"/>
                  </a:lnTo>
                  <a:lnTo>
                    <a:pt x="113" y="4"/>
                  </a:lnTo>
                  <a:lnTo>
                    <a:pt x="100" y="7"/>
                  </a:lnTo>
                  <a:lnTo>
                    <a:pt x="90" y="11"/>
                  </a:lnTo>
                  <a:lnTo>
                    <a:pt x="77" y="18"/>
                  </a:lnTo>
                  <a:lnTo>
                    <a:pt x="67" y="21"/>
                  </a:lnTo>
                  <a:lnTo>
                    <a:pt x="57" y="28"/>
                  </a:lnTo>
                  <a:lnTo>
                    <a:pt x="47" y="35"/>
                  </a:lnTo>
                  <a:lnTo>
                    <a:pt x="37" y="45"/>
                  </a:lnTo>
                  <a:lnTo>
                    <a:pt x="27" y="52"/>
                  </a:lnTo>
                  <a:lnTo>
                    <a:pt x="20" y="63"/>
                  </a:lnTo>
                  <a:lnTo>
                    <a:pt x="13" y="73"/>
                  </a:lnTo>
                  <a:lnTo>
                    <a:pt x="7" y="87"/>
                  </a:lnTo>
                  <a:lnTo>
                    <a:pt x="0" y="97"/>
                  </a:lnTo>
                  <a:lnTo>
                    <a:pt x="7" y="101"/>
                  </a:lnTo>
                  <a:lnTo>
                    <a:pt x="13" y="90"/>
                  </a:lnTo>
                  <a:lnTo>
                    <a:pt x="17" y="77"/>
                  </a:lnTo>
                  <a:lnTo>
                    <a:pt x="23" y="66"/>
                  </a:lnTo>
                  <a:lnTo>
                    <a:pt x="33" y="59"/>
                  </a:lnTo>
                  <a:lnTo>
                    <a:pt x="40" y="49"/>
                  </a:lnTo>
                  <a:lnTo>
                    <a:pt x="50" y="42"/>
                  </a:lnTo>
                  <a:lnTo>
                    <a:pt x="60" y="35"/>
                  </a:lnTo>
                  <a:lnTo>
                    <a:pt x="70" y="28"/>
                  </a:lnTo>
                  <a:lnTo>
                    <a:pt x="80" y="25"/>
                  </a:lnTo>
                  <a:lnTo>
                    <a:pt x="90" y="18"/>
                  </a:lnTo>
                  <a:lnTo>
                    <a:pt x="103" y="14"/>
                  </a:lnTo>
                  <a:lnTo>
                    <a:pt x="113" y="11"/>
                  </a:lnTo>
                  <a:lnTo>
                    <a:pt x="127" y="11"/>
                  </a:lnTo>
                  <a:lnTo>
                    <a:pt x="140" y="7"/>
                  </a:lnTo>
                  <a:lnTo>
                    <a:pt x="163" y="7"/>
                  </a:lnTo>
                  <a:lnTo>
                    <a:pt x="163" y="11"/>
                  </a:lnTo>
                  <a:lnTo>
                    <a:pt x="163" y="7"/>
                  </a:lnTo>
                  <a:lnTo>
                    <a:pt x="16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3" name="Google Shape;233;p3"/>
            <p:cNvSpPr/>
            <p:nvPr/>
          </p:nvSpPr>
          <p:spPr>
            <a:xfrm>
              <a:off x="4720" y="1951"/>
              <a:ext cx="124" cy="73"/>
            </a:xfrm>
            <a:custGeom>
              <a:rect b="b" l="l" r="r" t="t"/>
              <a:pathLst>
                <a:path extrusionOk="0" h="73" w="124">
                  <a:moveTo>
                    <a:pt x="117" y="73"/>
                  </a:moveTo>
                  <a:lnTo>
                    <a:pt x="120" y="66"/>
                  </a:lnTo>
                  <a:lnTo>
                    <a:pt x="114" y="59"/>
                  </a:lnTo>
                  <a:lnTo>
                    <a:pt x="110" y="52"/>
                  </a:lnTo>
                  <a:lnTo>
                    <a:pt x="90" y="32"/>
                  </a:lnTo>
                  <a:lnTo>
                    <a:pt x="84" y="28"/>
                  </a:lnTo>
                  <a:lnTo>
                    <a:pt x="70" y="14"/>
                  </a:lnTo>
                  <a:lnTo>
                    <a:pt x="60" y="11"/>
                  </a:lnTo>
                  <a:lnTo>
                    <a:pt x="54" y="7"/>
                  </a:lnTo>
                  <a:lnTo>
                    <a:pt x="47" y="4"/>
                  </a:lnTo>
                  <a:lnTo>
                    <a:pt x="37" y="4"/>
                  </a:lnTo>
                  <a:lnTo>
                    <a:pt x="27" y="0"/>
                  </a:lnTo>
                  <a:lnTo>
                    <a:pt x="0" y="0"/>
                  </a:lnTo>
                  <a:lnTo>
                    <a:pt x="0" y="7"/>
                  </a:lnTo>
                  <a:lnTo>
                    <a:pt x="27" y="7"/>
                  </a:lnTo>
                  <a:lnTo>
                    <a:pt x="37" y="11"/>
                  </a:lnTo>
                  <a:lnTo>
                    <a:pt x="44" y="11"/>
                  </a:lnTo>
                  <a:lnTo>
                    <a:pt x="54" y="14"/>
                  </a:lnTo>
                  <a:lnTo>
                    <a:pt x="57" y="18"/>
                  </a:lnTo>
                  <a:lnTo>
                    <a:pt x="67" y="21"/>
                  </a:lnTo>
                  <a:lnTo>
                    <a:pt x="74" y="28"/>
                  </a:lnTo>
                  <a:lnTo>
                    <a:pt x="80" y="32"/>
                  </a:lnTo>
                  <a:lnTo>
                    <a:pt x="110" y="63"/>
                  </a:lnTo>
                  <a:lnTo>
                    <a:pt x="114" y="70"/>
                  </a:lnTo>
                  <a:lnTo>
                    <a:pt x="117" y="66"/>
                  </a:lnTo>
                  <a:lnTo>
                    <a:pt x="117" y="73"/>
                  </a:lnTo>
                  <a:lnTo>
                    <a:pt x="124" y="73"/>
                  </a:lnTo>
                  <a:lnTo>
                    <a:pt x="120" y="66"/>
                  </a:lnTo>
                  <a:lnTo>
                    <a:pt x="117" y="7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4" name="Google Shape;234;p3"/>
            <p:cNvSpPr/>
            <p:nvPr/>
          </p:nvSpPr>
          <p:spPr>
            <a:xfrm>
              <a:off x="4560" y="2149"/>
              <a:ext cx="474" cy="589"/>
            </a:xfrm>
            <a:custGeom>
              <a:rect b="b" l="l" r="r" t="t"/>
              <a:pathLst>
                <a:path extrusionOk="0" h="589" w="474">
                  <a:moveTo>
                    <a:pt x="327" y="190"/>
                  </a:moveTo>
                  <a:lnTo>
                    <a:pt x="327" y="215"/>
                  </a:lnTo>
                  <a:lnTo>
                    <a:pt x="330" y="228"/>
                  </a:lnTo>
                  <a:lnTo>
                    <a:pt x="334" y="239"/>
                  </a:lnTo>
                  <a:lnTo>
                    <a:pt x="337" y="253"/>
                  </a:lnTo>
                  <a:lnTo>
                    <a:pt x="340" y="263"/>
                  </a:lnTo>
                  <a:lnTo>
                    <a:pt x="344" y="274"/>
                  </a:lnTo>
                  <a:lnTo>
                    <a:pt x="347" y="284"/>
                  </a:lnTo>
                  <a:lnTo>
                    <a:pt x="354" y="287"/>
                  </a:lnTo>
                  <a:lnTo>
                    <a:pt x="357" y="280"/>
                  </a:lnTo>
                  <a:lnTo>
                    <a:pt x="364" y="274"/>
                  </a:lnTo>
                  <a:lnTo>
                    <a:pt x="367" y="263"/>
                  </a:lnTo>
                  <a:lnTo>
                    <a:pt x="370" y="256"/>
                  </a:lnTo>
                  <a:lnTo>
                    <a:pt x="374" y="249"/>
                  </a:lnTo>
                  <a:lnTo>
                    <a:pt x="377" y="239"/>
                  </a:lnTo>
                  <a:lnTo>
                    <a:pt x="380" y="232"/>
                  </a:lnTo>
                  <a:lnTo>
                    <a:pt x="384" y="222"/>
                  </a:lnTo>
                  <a:lnTo>
                    <a:pt x="390" y="218"/>
                  </a:lnTo>
                  <a:lnTo>
                    <a:pt x="397" y="211"/>
                  </a:lnTo>
                  <a:lnTo>
                    <a:pt x="404" y="208"/>
                  </a:lnTo>
                  <a:lnTo>
                    <a:pt x="410" y="204"/>
                  </a:lnTo>
                  <a:lnTo>
                    <a:pt x="437" y="204"/>
                  </a:lnTo>
                  <a:lnTo>
                    <a:pt x="444" y="215"/>
                  </a:lnTo>
                  <a:lnTo>
                    <a:pt x="457" y="228"/>
                  </a:lnTo>
                  <a:lnTo>
                    <a:pt x="460" y="239"/>
                  </a:lnTo>
                  <a:lnTo>
                    <a:pt x="467" y="249"/>
                  </a:lnTo>
                  <a:lnTo>
                    <a:pt x="470" y="256"/>
                  </a:lnTo>
                  <a:lnTo>
                    <a:pt x="470" y="270"/>
                  </a:lnTo>
                  <a:lnTo>
                    <a:pt x="474" y="280"/>
                  </a:lnTo>
                  <a:lnTo>
                    <a:pt x="470" y="287"/>
                  </a:lnTo>
                  <a:lnTo>
                    <a:pt x="467" y="294"/>
                  </a:lnTo>
                  <a:lnTo>
                    <a:pt x="464" y="305"/>
                  </a:lnTo>
                  <a:lnTo>
                    <a:pt x="460" y="312"/>
                  </a:lnTo>
                  <a:lnTo>
                    <a:pt x="457" y="319"/>
                  </a:lnTo>
                  <a:lnTo>
                    <a:pt x="444" y="332"/>
                  </a:lnTo>
                  <a:lnTo>
                    <a:pt x="437" y="336"/>
                  </a:lnTo>
                  <a:lnTo>
                    <a:pt x="430" y="343"/>
                  </a:lnTo>
                  <a:lnTo>
                    <a:pt x="424" y="346"/>
                  </a:lnTo>
                  <a:lnTo>
                    <a:pt x="417" y="353"/>
                  </a:lnTo>
                  <a:lnTo>
                    <a:pt x="410" y="357"/>
                  </a:lnTo>
                  <a:lnTo>
                    <a:pt x="404" y="360"/>
                  </a:lnTo>
                  <a:lnTo>
                    <a:pt x="397" y="367"/>
                  </a:lnTo>
                  <a:lnTo>
                    <a:pt x="387" y="371"/>
                  </a:lnTo>
                  <a:lnTo>
                    <a:pt x="380" y="374"/>
                  </a:lnTo>
                  <a:lnTo>
                    <a:pt x="384" y="395"/>
                  </a:lnTo>
                  <a:lnTo>
                    <a:pt x="390" y="412"/>
                  </a:lnTo>
                  <a:lnTo>
                    <a:pt x="397" y="433"/>
                  </a:lnTo>
                  <a:lnTo>
                    <a:pt x="404" y="454"/>
                  </a:lnTo>
                  <a:lnTo>
                    <a:pt x="407" y="474"/>
                  </a:lnTo>
                  <a:lnTo>
                    <a:pt x="414" y="492"/>
                  </a:lnTo>
                  <a:lnTo>
                    <a:pt x="420" y="513"/>
                  </a:lnTo>
                  <a:lnTo>
                    <a:pt x="424" y="533"/>
                  </a:lnTo>
                  <a:lnTo>
                    <a:pt x="417" y="537"/>
                  </a:lnTo>
                  <a:lnTo>
                    <a:pt x="410" y="540"/>
                  </a:lnTo>
                  <a:lnTo>
                    <a:pt x="404" y="544"/>
                  </a:lnTo>
                  <a:lnTo>
                    <a:pt x="397" y="547"/>
                  </a:lnTo>
                  <a:lnTo>
                    <a:pt x="387" y="551"/>
                  </a:lnTo>
                  <a:lnTo>
                    <a:pt x="380" y="554"/>
                  </a:lnTo>
                  <a:lnTo>
                    <a:pt x="370" y="558"/>
                  </a:lnTo>
                  <a:lnTo>
                    <a:pt x="364" y="561"/>
                  </a:lnTo>
                  <a:lnTo>
                    <a:pt x="357" y="565"/>
                  </a:lnTo>
                  <a:lnTo>
                    <a:pt x="347" y="568"/>
                  </a:lnTo>
                  <a:lnTo>
                    <a:pt x="340" y="572"/>
                  </a:lnTo>
                  <a:lnTo>
                    <a:pt x="334" y="575"/>
                  </a:lnTo>
                  <a:lnTo>
                    <a:pt x="324" y="578"/>
                  </a:lnTo>
                  <a:lnTo>
                    <a:pt x="317" y="582"/>
                  </a:lnTo>
                  <a:lnTo>
                    <a:pt x="307" y="585"/>
                  </a:lnTo>
                  <a:lnTo>
                    <a:pt x="300" y="589"/>
                  </a:lnTo>
                  <a:lnTo>
                    <a:pt x="297" y="585"/>
                  </a:lnTo>
                  <a:lnTo>
                    <a:pt x="294" y="578"/>
                  </a:lnTo>
                  <a:lnTo>
                    <a:pt x="290" y="572"/>
                  </a:lnTo>
                  <a:lnTo>
                    <a:pt x="290" y="565"/>
                  </a:lnTo>
                  <a:lnTo>
                    <a:pt x="287" y="558"/>
                  </a:lnTo>
                  <a:lnTo>
                    <a:pt x="287" y="533"/>
                  </a:lnTo>
                  <a:lnTo>
                    <a:pt x="284" y="530"/>
                  </a:lnTo>
                  <a:lnTo>
                    <a:pt x="244" y="530"/>
                  </a:lnTo>
                  <a:lnTo>
                    <a:pt x="234" y="526"/>
                  </a:lnTo>
                  <a:lnTo>
                    <a:pt x="227" y="523"/>
                  </a:lnTo>
                  <a:lnTo>
                    <a:pt x="220" y="523"/>
                  </a:lnTo>
                  <a:lnTo>
                    <a:pt x="214" y="520"/>
                  </a:lnTo>
                  <a:lnTo>
                    <a:pt x="207" y="516"/>
                  </a:lnTo>
                  <a:lnTo>
                    <a:pt x="200" y="509"/>
                  </a:lnTo>
                  <a:lnTo>
                    <a:pt x="194" y="506"/>
                  </a:lnTo>
                  <a:lnTo>
                    <a:pt x="184" y="502"/>
                  </a:lnTo>
                  <a:lnTo>
                    <a:pt x="167" y="485"/>
                  </a:lnTo>
                  <a:lnTo>
                    <a:pt x="160" y="481"/>
                  </a:lnTo>
                  <a:lnTo>
                    <a:pt x="154" y="474"/>
                  </a:lnTo>
                  <a:lnTo>
                    <a:pt x="150" y="468"/>
                  </a:lnTo>
                  <a:lnTo>
                    <a:pt x="144" y="464"/>
                  </a:lnTo>
                  <a:lnTo>
                    <a:pt x="140" y="457"/>
                  </a:lnTo>
                  <a:lnTo>
                    <a:pt x="147" y="454"/>
                  </a:lnTo>
                  <a:lnTo>
                    <a:pt x="157" y="450"/>
                  </a:lnTo>
                  <a:lnTo>
                    <a:pt x="164" y="447"/>
                  </a:lnTo>
                  <a:lnTo>
                    <a:pt x="174" y="443"/>
                  </a:lnTo>
                  <a:lnTo>
                    <a:pt x="180" y="436"/>
                  </a:lnTo>
                  <a:lnTo>
                    <a:pt x="187" y="433"/>
                  </a:lnTo>
                  <a:lnTo>
                    <a:pt x="194" y="426"/>
                  </a:lnTo>
                  <a:lnTo>
                    <a:pt x="197" y="419"/>
                  </a:lnTo>
                  <a:lnTo>
                    <a:pt x="197" y="416"/>
                  </a:lnTo>
                  <a:lnTo>
                    <a:pt x="200" y="412"/>
                  </a:lnTo>
                  <a:lnTo>
                    <a:pt x="200" y="409"/>
                  </a:lnTo>
                  <a:lnTo>
                    <a:pt x="197" y="405"/>
                  </a:lnTo>
                  <a:lnTo>
                    <a:pt x="194" y="405"/>
                  </a:lnTo>
                  <a:lnTo>
                    <a:pt x="184" y="416"/>
                  </a:lnTo>
                  <a:lnTo>
                    <a:pt x="180" y="423"/>
                  </a:lnTo>
                  <a:lnTo>
                    <a:pt x="174" y="426"/>
                  </a:lnTo>
                  <a:lnTo>
                    <a:pt x="167" y="429"/>
                  </a:lnTo>
                  <a:lnTo>
                    <a:pt x="160" y="433"/>
                  </a:lnTo>
                  <a:lnTo>
                    <a:pt x="150" y="436"/>
                  </a:lnTo>
                  <a:lnTo>
                    <a:pt x="144" y="440"/>
                  </a:lnTo>
                  <a:lnTo>
                    <a:pt x="137" y="440"/>
                  </a:lnTo>
                  <a:lnTo>
                    <a:pt x="130" y="443"/>
                  </a:lnTo>
                  <a:lnTo>
                    <a:pt x="124" y="433"/>
                  </a:lnTo>
                  <a:lnTo>
                    <a:pt x="117" y="419"/>
                  </a:lnTo>
                  <a:lnTo>
                    <a:pt x="110" y="405"/>
                  </a:lnTo>
                  <a:lnTo>
                    <a:pt x="107" y="391"/>
                  </a:lnTo>
                  <a:lnTo>
                    <a:pt x="100" y="381"/>
                  </a:lnTo>
                  <a:lnTo>
                    <a:pt x="87" y="371"/>
                  </a:lnTo>
                  <a:lnTo>
                    <a:pt x="77" y="367"/>
                  </a:lnTo>
                  <a:lnTo>
                    <a:pt x="60" y="371"/>
                  </a:lnTo>
                  <a:lnTo>
                    <a:pt x="54" y="367"/>
                  </a:lnTo>
                  <a:lnTo>
                    <a:pt x="44" y="364"/>
                  </a:lnTo>
                  <a:lnTo>
                    <a:pt x="30" y="364"/>
                  </a:lnTo>
                  <a:lnTo>
                    <a:pt x="20" y="360"/>
                  </a:lnTo>
                  <a:lnTo>
                    <a:pt x="14" y="360"/>
                  </a:lnTo>
                  <a:lnTo>
                    <a:pt x="7" y="353"/>
                  </a:lnTo>
                  <a:lnTo>
                    <a:pt x="0" y="350"/>
                  </a:lnTo>
                  <a:lnTo>
                    <a:pt x="4" y="329"/>
                  </a:lnTo>
                  <a:lnTo>
                    <a:pt x="14" y="308"/>
                  </a:lnTo>
                  <a:lnTo>
                    <a:pt x="20" y="291"/>
                  </a:lnTo>
                  <a:lnTo>
                    <a:pt x="34" y="270"/>
                  </a:lnTo>
                  <a:lnTo>
                    <a:pt x="44" y="253"/>
                  </a:lnTo>
                  <a:lnTo>
                    <a:pt x="54" y="235"/>
                  </a:lnTo>
                  <a:lnTo>
                    <a:pt x="70" y="218"/>
                  </a:lnTo>
                  <a:lnTo>
                    <a:pt x="80" y="201"/>
                  </a:lnTo>
                  <a:lnTo>
                    <a:pt x="80" y="159"/>
                  </a:lnTo>
                  <a:lnTo>
                    <a:pt x="84" y="142"/>
                  </a:lnTo>
                  <a:lnTo>
                    <a:pt x="87" y="121"/>
                  </a:lnTo>
                  <a:lnTo>
                    <a:pt x="94" y="100"/>
                  </a:lnTo>
                  <a:lnTo>
                    <a:pt x="104" y="80"/>
                  </a:lnTo>
                  <a:lnTo>
                    <a:pt x="110" y="59"/>
                  </a:lnTo>
                  <a:lnTo>
                    <a:pt x="120" y="41"/>
                  </a:lnTo>
                  <a:lnTo>
                    <a:pt x="127" y="41"/>
                  </a:lnTo>
                  <a:lnTo>
                    <a:pt x="150" y="66"/>
                  </a:lnTo>
                  <a:lnTo>
                    <a:pt x="154" y="73"/>
                  </a:lnTo>
                  <a:lnTo>
                    <a:pt x="164" y="83"/>
                  </a:lnTo>
                  <a:lnTo>
                    <a:pt x="167" y="90"/>
                  </a:lnTo>
                  <a:lnTo>
                    <a:pt x="174" y="97"/>
                  </a:lnTo>
                  <a:lnTo>
                    <a:pt x="177" y="104"/>
                  </a:lnTo>
                  <a:lnTo>
                    <a:pt x="180" y="107"/>
                  </a:lnTo>
                  <a:lnTo>
                    <a:pt x="184" y="100"/>
                  </a:lnTo>
                  <a:lnTo>
                    <a:pt x="184" y="86"/>
                  </a:lnTo>
                  <a:lnTo>
                    <a:pt x="174" y="76"/>
                  </a:lnTo>
                  <a:lnTo>
                    <a:pt x="170" y="66"/>
                  </a:lnTo>
                  <a:lnTo>
                    <a:pt x="137" y="31"/>
                  </a:lnTo>
                  <a:lnTo>
                    <a:pt x="130" y="28"/>
                  </a:lnTo>
                  <a:lnTo>
                    <a:pt x="130" y="24"/>
                  </a:lnTo>
                  <a:lnTo>
                    <a:pt x="137" y="17"/>
                  </a:lnTo>
                  <a:lnTo>
                    <a:pt x="137" y="14"/>
                  </a:lnTo>
                  <a:lnTo>
                    <a:pt x="150" y="0"/>
                  </a:lnTo>
                  <a:lnTo>
                    <a:pt x="157" y="14"/>
                  </a:lnTo>
                  <a:lnTo>
                    <a:pt x="167" y="28"/>
                  </a:lnTo>
                  <a:lnTo>
                    <a:pt x="177" y="41"/>
                  </a:lnTo>
                  <a:lnTo>
                    <a:pt x="184" y="55"/>
                  </a:lnTo>
                  <a:lnTo>
                    <a:pt x="197" y="69"/>
                  </a:lnTo>
                  <a:lnTo>
                    <a:pt x="204" y="83"/>
                  </a:lnTo>
                  <a:lnTo>
                    <a:pt x="227" y="107"/>
                  </a:lnTo>
                  <a:lnTo>
                    <a:pt x="237" y="121"/>
                  </a:lnTo>
                  <a:lnTo>
                    <a:pt x="250" y="131"/>
                  </a:lnTo>
                  <a:lnTo>
                    <a:pt x="264" y="142"/>
                  </a:lnTo>
                  <a:lnTo>
                    <a:pt x="274" y="156"/>
                  </a:lnTo>
                  <a:lnTo>
                    <a:pt x="287" y="163"/>
                  </a:lnTo>
                  <a:lnTo>
                    <a:pt x="300" y="173"/>
                  </a:lnTo>
                  <a:lnTo>
                    <a:pt x="314" y="183"/>
                  </a:lnTo>
                  <a:lnTo>
                    <a:pt x="327" y="190"/>
                  </a:lnTo>
                  <a:close/>
                </a:path>
              </a:pathLst>
            </a:custGeom>
            <a:solidFill>
              <a:srgbClr val="F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5" name="Google Shape;235;p3"/>
            <p:cNvSpPr/>
            <p:nvPr/>
          </p:nvSpPr>
          <p:spPr>
            <a:xfrm>
              <a:off x="4884" y="2339"/>
              <a:ext cx="26" cy="97"/>
            </a:xfrm>
            <a:custGeom>
              <a:rect b="b" l="l" r="r" t="t"/>
              <a:pathLst>
                <a:path extrusionOk="0" h="97" w="26">
                  <a:moveTo>
                    <a:pt x="23" y="90"/>
                  </a:moveTo>
                  <a:lnTo>
                    <a:pt x="26" y="94"/>
                  </a:lnTo>
                  <a:lnTo>
                    <a:pt x="23" y="84"/>
                  </a:lnTo>
                  <a:lnTo>
                    <a:pt x="20" y="70"/>
                  </a:lnTo>
                  <a:lnTo>
                    <a:pt x="16" y="59"/>
                  </a:lnTo>
                  <a:lnTo>
                    <a:pt x="13" y="49"/>
                  </a:lnTo>
                  <a:lnTo>
                    <a:pt x="10" y="35"/>
                  </a:lnTo>
                  <a:lnTo>
                    <a:pt x="6" y="25"/>
                  </a:lnTo>
                  <a:lnTo>
                    <a:pt x="6" y="0"/>
                  </a:lnTo>
                  <a:lnTo>
                    <a:pt x="0" y="0"/>
                  </a:lnTo>
                  <a:lnTo>
                    <a:pt x="0" y="14"/>
                  </a:lnTo>
                  <a:lnTo>
                    <a:pt x="3" y="25"/>
                  </a:lnTo>
                  <a:lnTo>
                    <a:pt x="3" y="38"/>
                  </a:lnTo>
                  <a:lnTo>
                    <a:pt x="6" y="49"/>
                  </a:lnTo>
                  <a:lnTo>
                    <a:pt x="10" y="63"/>
                  </a:lnTo>
                  <a:lnTo>
                    <a:pt x="13" y="73"/>
                  </a:lnTo>
                  <a:lnTo>
                    <a:pt x="16" y="87"/>
                  </a:lnTo>
                  <a:lnTo>
                    <a:pt x="20" y="97"/>
                  </a:lnTo>
                  <a:lnTo>
                    <a:pt x="23" y="9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6" name="Google Shape;236;p3"/>
            <p:cNvSpPr/>
            <p:nvPr/>
          </p:nvSpPr>
          <p:spPr>
            <a:xfrm>
              <a:off x="4904" y="2429"/>
              <a:ext cx="13" cy="14"/>
            </a:xfrm>
            <a:custGeom>
              <a:rect b="b" l="l" r="r" t="t"/>
              <a:pathLst>
                <a:path extrusionOk="0" h="14" w="13">
                  <a:moveTo>
                    <a:pt x="6" y="7"/>
                  </a:moveTo>
                  <a:lnTo>
                    <a:pt x="10" y="4"/>
                  </a:lnTo>
                  <a:lnTo>
                    <a:pt x="3" y="0"/>
                  </a:lnTo>
                  <a:lnTo>
                    <a:pt x="0" y="7"/>
                  </a:lnTo>
                  <a:lnTo>
                    <a:pt x="6" y="11"/>
                  </a:lnTo>
                  <a:lnTo>
                    <a:pt x="13" y="11"/>
                  </a:lnTo>
                  <a:lnTo>
                    <a:pt x="6" y="11"/>
                  </a:lnTo>
                  <a:lnTo>
                    <a:pt x="10" y="14"/>
                  </a:lnTo>
                  <a:lnTo>
                    <a:pt x="13" y="11"/>
                  </a:lnTo>
                  <a:lnTo>
                    <a:pt x="6"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7" name="Google Shape;237;p3"/>
            <p:cNvSpPr/>
            <p:nvPr/>
          </p:nvSpPr>
          <p:spPr>
            <a:xfrm>
              <a:off x="4910" y="2367"/>
              <a:ext cx="37" cy="73"/>
            </a:xfrm>
            <a:custGeom>
              <a:rect b="b" l="l" r="r" t="t"/>
              <a:pathLst>
                <a:path extrusionOk="0" h="73" w="37">
                  <a:moveTo>
                    <a:pt x="30" y="0"/>
                  </a:moveTo>
                  <a:lnTo>
                    <a:pt x="30" y="4"/>
                  </a:lnTo>
                  <a:lnTo>
                    <a:pt x="27" y="10"/>
                  </a:lnTo>
                  <a:lnTo>
                    <a:pt x="24" y="21"/>
                  </a:lnTo>
                  <a:lnTo>
                    <a:pt x="20" y="28"/>
                  </a:lnTo>
                  <a:lnTo>
                    <a:pt x="17" y="38"/>
                  </a:lnTo>
                  <a:lnTo>
                    <a:pt x="14" y="45"/>
                  </a:lnTo>
                  <a:lnTo>
                    <a:pt x="10" y="52"/>
                  </a:lnTo>
                  <a:lnTo>
                    <a:pt x="4" y="62"/>
                  </a:lnTo>
                  <a:lnTo>
                    <a:pt x="0" y="69"/>
                  </a:lnTo>
                  <a:lnTo>
                    <a:pt x="7" y="73"/>
                  </a:lnTo>
                  <a:lnTo>
                    <a:pt x="10" y="66"/>
                  </a:lnTo>
                  <a:lnTo>
                    <a:pt x="14" y="56"/>
                  </a:lnTo>
                  <a:lnTo>
                    <a:pt x="20" y="49"/>
                  </a:lnTo>
                  <a:lnTo>
                    <a:pt x="24" y="38"/>
                  </a:lnTo>
                  <a:lnTo>
                    <a:pt x="27" y="31"/>
                  </a:lnTo>
                  <a:lnTo>
                    <a:pt x="30" y="21"/>
                  </a:lnTo>
                  <a:lnTo>
                    <a:pt x="34" y="14"/>
                  </a:lnTo>
                  <a:lnTo>
                    <a:pt x="37" y="7"/>
                  </a:lnTo>
                  <a:lnTo>
                    <a:pt x="3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8" name="Google Shape;238;p3"/>
            <p:cNvSpPr/>
            <p:nvPr/>
          </p:nvSpPr>
          <p:spPr>
            <a:xfrm>
              <a:off x="4940" y="2350"/>
              <a:ext cx="60" cy="24"/>
            </a:xfrm>
            <a:custGeom>
              <a:rect b="b" l="l" r="r" t="t"/>
              <a:pathLst>
                <a:path extrusionOk="0" h="24" w="60">
                  <a:moveTo>
                    <a:pt x="60" y="3"/>
                  </a:moveTo>
                  <a:lnTo>
                    <a:pt x="57" y="0"/>
                  </a:lnTo>
                  <a:lnTo>
                    <a:pt x="30" y="0"/>
                  </a:lnTo>
                  <a:lnTo>
                    <a:pt x="20" y="3"/>
                  </a:lnTo>
                  <a:lnTo>
                    <a:pt x="14" y="7"/>
                  </a:lnTo>
                  <a:lnTo>
                    <a:pt x="7" y="14"/>
                  </a:lnTo>
                  <a:lnTo>
                    <a:pt x="0" y="17"/>
                  </a:lnTo>
                  <a:lnTo>
                    <a:pt x="7" y="24"/>
                  </a:lnTo>
                  <a:lnTo>
                    <a:pt x="17" y="14"/>
                  </a:lnTo>
                  <a:lnTo>
                    <a:pt x="24" y="10"/>
                  </a:lnTo>
                  <a:lnTo>
                    <a:pt x="30" y="7"/>
                  </a:lnTo>
                  <a:lnTo>
                    <a:pt x="57" y="7"/>
                  </a:lnTo>
                  <a:lnTo>
                    <a:pt x="60" y="3"/>
                  </a:lnTo>
                  <a:lnTo>
                    <a:pt x="60" y="0"/>
                  </a:lnTo>
                  <a:lnTo>
                    <a:pt x="57" y="0"/>
                  </a:lnTo>
                  <a:lnTo>
                    <a:pt x="6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9" name="Google Shape;239;p3"/>
            <p:cNvSpPr/>
            <p:nvPr/>
          </p:nvSpPr>
          <p:spPr>
            <a:xfrm>
              <a:off x="4997" y="2353"/>
              <a:ext cx="37" cy="76"/>
            </a:xfrm>
            <a:custGeom>
              <a:rect b="b" l="l" r="r" t="t"/>
              <a:pathLst>
                <a:path extrusionOk="0" h="76" w="37">
                  <a:moveTo>
                    <a:pt x="37" y="76"/>
                  </a:moveTo>
                  <a:lnTo>
                    <a:pt x="37" y="52"/>
                  </a:lnTo>
                  <a:lnTo>
                    <a:pt x="33" y="42"/>
                  </a:lnTo>
                  <a:lnTo>
                    <a:pt x="27" y="35"/>
                  </a:lnTo>
                  <a:lnTo>
                    <a:pt x="20" y="24"/>
                  </a:lnTo>
                  <a:lnTo>
                    <a:pt x="17" y="14"/>
                  </a:lnTo>
                  <a:lnTo>
                    <a:pt x="3" y="0"/>
                  </a:lnTo>
                  <a:lnTo>
                    <a:pt x="0" y="4"/>
                  </a:lnTo>
                  <a:lnTo>
                    <a:pt x="3" y="11"/>
                  </a:lnTo>
                  <a:lnTo>
                    <a:pt x="10" y="18"/>
                  </a:lnTo>
                  <a:lnTo>
                    <a:pt x="17" y="28"/>
                  </a:lnTo>
                  <a:lnTo>
                    <a:pt x="20" y="35"/>
                  </a:lnTo>
                  <a:lnTo>
                    <a:pt x="27" y="45"/>
                  </a:lnTo>
                  <a:lnTo>
                    <a:pt x="30" y="56"/>
                  </a:lnTo>
                  <a:lnTo>
                    <a:pt x="30" y="66"/>
                  </a:lnTo>
                  <a:lnTo>
                    <a:pt x="33" y="76"/>
                  </a:lnTo>
                  <a:lnTo>
                    <a:pt x="33" y="73"/>
                  </a:lnTo>
                  <a:lnTo>
                    <a:pt x="37" y="7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0" name="Google Shape;240;p3"/>
            <p:cNvSpPr/>
            <p:nvPr/>
          </p:nvSpPr>
          <p:spPr>
            <a:xfrm>
              <a:off x="4937" y="2426"/>
              <a:ext cx="97" cy="100"/>
            </a:xfrm>
            <a:custGeom>
              <a:rect b="b" l="l" r="r" t="t"/>
              <a:pathLst>
                <a:path extrusionOk="0" h="100" w="97">
                  <a:moveTo>
                    <a:pt x="7" y="94"/>
                  </a:moveTo>
                  <a:lnTo>
                    <a:pt x="3" y="100"/>
                  </a:lnTo>
                  <a:lnTo>
                    <a:pt x="13" y="97"/>
                  </a:lnTo>
                  <a:lnTo>
                    <a:pt x="20" y="94"/>
                  </a:lnTo>
                  <a:lnTo>
                    <a:pt x="27" y="87"/>
                  </a:lnTo>
                  <a:lnTo>
                    <a:pt x="33" y="83"/>
                  </a:lnTo>
                  <a:lnTo>
                    <a:pt x="43" y="80"/>
                  </a:lnTo>
                  <a:lnTo>
                    <a:pt x="50" y="73"/>
                  </a:lnTo>
                  <a:lnTo>
                    <a:pt x="57" y="69"/>
                  </a:lnTo>
                  <a:lnTo>
                    <a:pt x="70" y="55"/>
                  </a:lnTo>
                  <a:lnTo>
                    <a:pt x="77" y="52"/>
                  </a:lnTo>
                  <a:lnTo>
                    <a:pt x="80" y="45"/>
                  </a:lnTo>
                  <a:lnTo>
                    <a:pt x="87" y="38"/>
                  </a:lnTo>
                  <a:lnTo>
                    <a:pt x="90" y="28"/>
                  </a:lnTo>
                  <a:lnTo>
                    <a:pt x="93" y="21"/>
                  </a:lnTo>
                  <a:lnTo>
                    <a:pt x="97" y="14"/>
                  </a:lnTo>
                  <a:lnTo>
                    <a:pt x="97" y="3"/>
                  </a:lnTo>
                  <a:lnTo>
                    <a:pt x="93" y="0"/>
                  </a:lnTo>
                  <a:lnTo>
                    <a:pt x="90" y="10"/>
                  </a:lnTo>
                  <a:lnTo>
                    <a:pt x="87" y="17"/>
                  </a:lnTo>
                  <a:lnTo>
                    <a:pt x="83" y="24"/>
                  </a:lnTo>
                  <a:lnTo>
                    <a:pt x="80" y="35"/>
                  </a:lnTo>
                  <a:lnTo>
                    <a:pt x="47" y="69"/>
                  </a:lnTo>
                  <a:lnTo>
                    <a:pt x="40" y="73"/>
                  </a:lnTo>
                  <a:lnTo>
                    <a:pt x="30" y="76"/>
                  </a:lnTo>
                  <a:lnTo>
                    <a:pt x="23" y="80"/>
                  </a:lnTo>
                  <a:lnTo>
                    <a:pt x="17" y="87"/>
                  </a:lnTo>
                  <a:lnTo>
                    <a:pt x="10" y="90"/>
                  </a:lnTo>
                  <a:lnTo>
                    <a:pt x="3" y="94"/>
                  </a:lnTo>
                  <a:lnTo>
                    <a:pt x="0" y="97"/>
                  </a:lnTo>
                  <a:lnTo>
                    <a:pt x="3" y="94"/>
                  </a:lnTo>
                  <a:lnTo>
                    <a:pt x="0" y="94"/>
                  </a:lnTo>
                  <a:lnTo>
                    <a:pt x="0" y="97"/>
                  </a:lnTo>
                  <a:lnTo>
                    <a:pt x="7" y="9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1" name="Google Shape;241;p3"/>
            <p:cNvSpPr/>
            <p:nvPr/>
          </p:nvSpPr>
          <p:spPr>
            <a:xfrm>
              <a:off x="4937" y="2520"/>
              <a:ext cx="53" cy="166"/>
            </a:xfrm>
            <a:custGeom>
              <a:rect b="b" l="l" r="r" t="t"/>
              <a:pathLst>
                <a:path extrusionOk="0" h="166" w="53">
                  <a:moveTo>
                    <a:pt x="50" y="166"/>
                  </a:moveTo>
                  <a:lnTo>
                    <a:pt x="53" y="162"/>
                  </a:lnTo>
                  <a:lnTo>
                    <a:pt x="47" y="142"/>
                  </a:lnTo>
                  <a:lnTo>
                    <a:pt x="40" y="121"/>
                  </a:lnTo>
                  <a:lnTo>
                    <a:pt x="33" y="100"/>
                  </a:lnTo>
                  <a:lnTo>
                    <a:pt x="30" y="79"/>
                  </a:lnTo>
                  <a:lnTo>
                    <a:pt x="23" y="62"/>
                  </a:lnTo>
                  <a:lnTo>
                    <a:pt x="17" y="41"/>
                  </a:lnTo>
                  <a:lnTo>
                    <a:pt x="10" y="20"/>
                  </a:lnTo>
                  <a:lnTo>
                    <a:pt x="7" y="0"/>
                  </a:lnTo>
                  <a:lnTo>
                    <a:pt x="0" y="3"/>
                  </a:lnTo>
                  <a:lnTo>
                    <a:pt x="3" y="24"/>
                  </a:lnTo>
                  <a:lnTo>
                    <a:pt x="10" y="45"/>
                  </a:lnTo>
                  <a:lnTo>
                    <a:pt x="17" y="62"/>
                  </a:lnTo>
                  <a:lnTo>
                    <a:pt x="23" y="83"/>
                  </a:lnTo>
                  <a:lnTo>
                    <a:pt x="27" y="103"/>
                  </a:lnTo>
                  <a:lnTo>
                    <a:pt x="33" y="124"/>
                  </a:lnTo>
                  <a:lnTo>
                    <a:pt x="40" y="142"/>
                  </a:lnTo>
                  <a:lnTo>
                    <a:pt x="43" y="162"/>
                  </a:lnTo>
                  <a:lnTo>
                    <a:pt x="47" y="159"/>
                  </a:lnTo>
                  <a:lnTo>
                    <a:pt x="50" y="166"/>
                  </a:lnTo>
                  <a:lnTo>
                    <a:pt x="53" y="162"/>
                  </a:lnTo>
                  <a:lnTo>
                    <a:pt x="50" y="16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2" name="Google Shape;242;p3"/>
            <p:cNvSpPr/>
            <p:nvPr/>
          </p:nvSpPr>
          <p:spPr>
            <a:xfrm>
              <a:off x="4860" y="2679"/>
              <a:ext cx="127" cy="66"/>
            </a:xfrm>
            <a:custGeom>
              <a:rect b="b" l="l" r="r" t="t"/>
              <a:pathLst>
                <a:path extrusionOk="0" h="66" w="127">
                  <a:moveTo>
                    <a:pt x="0" y="62"/>
                  </a:moveTo>
                  <a:lnTo>
                    <a:pt x="4" y="62"/>
                  </a:lnTo>
                  <a:lnTo>
                    <a:pt x="10" y="59"/>
                  </a:lnTo>
                  <a:lnTo>
                    <a:pt x="17" y="55"/>
                  </a:lnTo>
                  <a:lnTo>
                    <a:pt x="27" y="52"/>
                  </a:lnTo>
                  <a:lnTo>
                    <a:pt x="34" y="48"/>
                  </a:lnTo>
                  <a:lnTo>
                    <a:pt x="40" y="45"/>
                  </a:lnTo>
                  <a:lnTo>
                    <a:pt x="50" y="42"/>
                  </a:lnTo>
                  <a:lnTo>
                    <a:pt x="57" y="38"/>
                  </a:lnTo>
                  <a:lnTo>
                    <a:pt x="64" y="35"/>
                  </a:lnTo>
                  <a:lnTo>
                    <a:pt x="74" y="31"/>
                  </a:lnTo>
                  <a:lnTo>
                    <a:pt x="80" y="28"/>
                  </a:lnTo>
                  <a:lnTo>
                    <a:pt x="87" y="24"/>
                  </a:lnTo>
                  <a:lnTo>
                    <a:pt x="97" y="21"/>
                  </a:lnTo>
                  <a:lnTo>
                    <a:pt x="104" y="17"/>
                  </a:lnTo>
                  <a:lnTo>
                    <a:pt x="114" y="14"/>
                  </a:lnTo>
                  <a:lnTo>
                    <a:pt x="120" y="10"/>
                  </a:lnTo>
                  <a:lnTo>
                    <a:pt x="127" y="7"/>
                  </a:lnTo>
                  <a:lnTo>
                    <a:pt x="124" y="0"/>
                  </a:lnTo>
                  <a:lnTo>
                    <a:pt x="117" y="3"/>
                  </a:lnTo>
                  <a:lnTo>
                    <a:pt x="110" y="7"/>
                  </a:lnTo>
                  <a:lnTo>
                    <a:pt x="100" y="10"/>
                  </a:lnTo>
                  <a:lnTo>
                    <a:pt x="94" y="14"/>
                  </a:lnTo>
                  <a:lnTo>
                    <a:pt x="87" y="17"/>
                  </a:lnTo>
                  <a:lnTo>
                    <a:pt x="80" y="21"/>
                  </a:lnTo>
                  <a:lnTo>
                    <a:pt x="70" y="24"/>
                  </a:lnTo>
                  <a:lnTo>
                    <a:pt x="64" y="28"/>
                  </a:lnTo>
                  <a:lnTo>
                    <a:pt x="54" y="31"/>
                  </a:lnTo>
                  <a:lnTo>
                    <a:pt x="47" y="35"/>
                  </a:lnTo>
                  <a:lnTo>
                    <a:pt x="40" y="38"/>
                  </a:lnTo>
                  <a:lnTo>
                    <a:pt x="30" y="42"/>
                  </a:lnTo>
                  <a:lnTo>
                    <a:pt x="24" y="45"/>
                  </a:lnTo>
                  <a:lnTo>
                    <a:pt x="17" y="48"/>
                  </a:lnTo>
                  <a:lnTo>
                    <a:pt x="7" y="52"/>
                  </a:lnTo>
                  <a:lnTo>
                    <a:pt x="0" y="55"/>
                  </a:lnTo>
                  <a:lnTo>
                    <a:pt x="4" y="59"/>
                  </a:lnTo>
                  <a:lnTo>
                    <a:pt x="0" y="62"/>
                  </a:lnTo>
                  <a:lnTo>
                    <a:pt x="0" y="66"/>
                  </a:lnTo>
                  <a:lnTo>
                    <a:pt x="4" y="62"/>
                  </a:lnTo>
                  <a:lnTo>
                    <a:pt x="0" y="6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3" name="Google Shape;243;p3"/>
            <p:cNvSpPr/>
            <p:nvPr/>
          </p:nvSpPr>
          <p:spPr>
            <a:xfrm>
              <a:off x="4844" y="2679"/>
              <a:ext cx="20" cy="62"/>
            </a:xfrm>
            <a:custGeom>
              <a:rect b="b" l="l" r="r" t="t"/>
              <a:pathLst>
                <a:path extrusionOk="0" h="62" w="20">
                  <a:moveTo>
                    <a:pt x="3" y="7"/>
                  </a:moveTo>
                  <a:lnTo>
                    <a:pt x="0" y="3"/>
                  </a:lnTo>
                  <a:lnTo>
                    <a:pt x="0" y="28"/>
                  </a:lnTo>
                  <a:lnTo>
                    <a:pt x="3" y="35"/>
                  </a:lnTo>
                  <a:lnTo>
                    <a:pt x="6" y="42"/>
                  </a:lnTo>
                  <a:lnTo>
                    <a:pt x="6" y="48"/>
                  </a:lnTo>
                  <a:lnTo>
                    <a:pt x="10" y="55"/>
                  </a:lnTo>
                  <a:lnTo>
                    <a:pt x="16" y="62"/>
                  </a:lnTo>
                  <a:lnTo>
                    <a:pt x="20" y="59"/>
                  </a:lnTo>
                  <a:lnTo>
                    <a:pt x="16" y="52"/>
                  </a:lnTo>
                  <a:lnTo>
                    <a:pt x="13" y="48"/>
                  </a:lnTo>
                  <a:lnTo>
                    <a:pt x="10" y="38"/>
                  </a:lnTo>
                  <a:lnTo>
                    <a:pt x="10" y="31"/>
                  </a:lnTo>
                  <a:lnTo>
                    <a:pt x="6" y="24"/>
                  </a:lnTo>
                  <a:lnTo>
                    <a:pt x="6" y="0"/>
                  </a:lnTo>
                  <a:lnTo>
                    <a:pt x="6" y="3"/>
                  </a:lnTo>
                  <a:lnTo>
                    <a:pt x="6" y="0"/>
                  </a:lnTo>
                  <a:lnTo>
                    <a:pt x="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4" name="Google Shape;244;p3"/>
            <p:cNvSpPr/>
            <p:nvPr/>
          </p:nvSpPr>
          <p:spPr>
            <a:xfrm>
              <a:off x="4800" y="2675"/>
              <a:ext cx="50" cy="11"/>
            </a:xfrm>
            <a:custGeom>
              <a:rect b="b" l="l" r="r" t="t"/>
              <a:pathLst>
                <a:path extrusionOk="0" h="11" w="50">
                  <a:moveTo>
                    <a:pt x="0" y="7"/>
                  </a:moveTo>
                  <a:lnTo>
                    <a:pt x="10" y="7"/>
                  </a:lnTo>
                  <a:lnTo>
                    <a:pt x="14" y="11"/>
                  </a:lnTo>
                  <a:lnTo>
                    <a:pt x="20" y="7"/>
                  </a:lnTo>
                  <a:lnTo>
                    <a:pt x="40" y="7"/>
                  </a:lnTo>
                  <a:lnTo>
                    <a:pt x="47" y="11"/>
                  </a:lnTo>
                  <a:lnTo>
                    <a:pt x="50" y="4"/>
                  </a:lnTo>
                  <a:lnTo>
                    <a:pt x="44" y="0"/>
                  </a:lnTo>
                  <a:lnTo>
                    <a:pt x="4"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5" name="Google Shape;245;p3"/>
            <p:cNvSpPr/>
            <p:nvPr/>
          </p:nvSpPr>
          <p:spPr>
            <a:xfrm>
              <a:off x="4694" y="2603"/>
              <a:ext cx="110" cy="79"/>
            </a:xfrm>
            <a:custGeom>
              <a:rect b="b" l="l" r="r" t="t"/>
              <a:pathLst>
                <a:path extrusionOk="0" h="79" w="110">
                  <a:moveTo>
                    <a:pt x="6" y="0"/>
                  </a:moveTo>
                  <a:lnTo>
                    <a:pt x="3" y="3"/>
                  </a:lnTo>
                  <a:lnTo>
                    <a:pt x="10" y="10"/>
                  </a:lnTo>
                  <a:lnTo>
                    <a:pt x="13" y="17"/>
                  </a:lnTo>
                  <a:lnTo>
                    <a:pt x="16" y="24"/>
                  </a:lnTo>
                  <a:lnTo>
                    <a:pt x="26" y="31"/>
                  </a:lnTo>
                  <a:lnTo>
                    <a:pt x="43" y="48"/>
                  </a:lnTo>
                  <a:lnTo>
                    <a:pt x="50" y="52"/>
                  </a:lnTo>
                  <a:lnTo>
                    <a:pt x="56" y="55"/>
                  </a:lnTo>
                  <a:lnTo>
                    <a:pt x="63" y="59"/>
                  </a:lnTo>
                  <a:lnTo>
                    <a:pt x="70" y="66"/>
                  </a:lnTo>
                  <a:lnTo>
                    <a:pt x="80" y="69"/>
                  </a:lnTo>
                  <a:lnTo>
                    <a:pt x="86" y="69"/>
                  </a:lnTo>
                  <a:lnTo>
                    <a:pt x="93" y="72"/>
                  </a:lnTo>
                  <a:lnTo>
                    <a:pt x="100" y="76"/>
                  </a:lnTo>
                  <a:lnTo>
                    <a:pt x="106" y="79"/>
                  </a:lnTo>
                  <a:lnTo>
                    <a:pt x="110" y="72"/>
                  </a:lnTo>
                  <a:lnTo>
                    <a:pt x="103" y="69"/>
                  </a:lnTo>
                  <a:lnTo>
                    <a:pt x="96" y="69"/>
                  </a:lnTo>
                  <a:lnTo>
                    <a:pt x="86" y="66"/>
                  </a:lnTo>
                  <a:lnTo>
                    <a:pt x="80" y="62"/>
                  </a:lnTo>
                  <a:lnTo>
                    <a:pt x="73" y="59"/>
                  </a:lnTo>
                  <a:lnTo>
                    <a:pt x="66" y="52"/>
                  </a:lnTo>
                  <a:lnTo>
                    <a:pt x="60" y="52"/>
                  </a:lnTo>
                  <a:lnTo>
                    <a:pt x="53" y="45"/>
                  </a:lnTo>
                  <a:lnTo>
                    <a:pt x="46" y="41"/>
                  </a:lnTo>
                  <a:lnTo>
                    <a:pt x="40" y="34"/>
                  </a:lnTo>
                  <a:lnTo>
                    <a:pt x="33" y="31"/>
                  </a:lnTo>
                  <a:lnTo>
                    <a:pt x="30" y="24"/>
                  </a:lnTo>
                  <a:lnTo>
                    <a:pt x="23" y="20"/>
                  </a:lnTo>
                  <a:lnTo>
                    <a:pt x="16" y="14"/>
                  </a:lnTo>
                  <a:lnTo>
                    <a:pt x="13" y="7"/>
                  </a:lnTo>
                  <a:lnTo>
                    <a:pt x="10" y="0"/>
                  </a:lnTo>
                  <a:lnTo>
                    <a:pt x="6" y="7"/>
                  </a:lnTo>
                  <a:lnTo>
                    <a:pt x="6" y="0"/>
                  </a:lnTo>
                  <a:lnTo>
                    <a:pt x="0" y="0"/>
                  </a:lnTo>
                  <a:lnTo>
                    <a:pt x="3" y="3"/>
                  </a:lnTo>
                  <a:lnTo>
                    <a:pt x="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6" name="Google Shape;246;p3"/>
            <p:cNvSpPr/>
            <p:nvPr/>
          </p:nvSpPr>
          <p:spPr>
            <a:xfrm>
              <a:off x="4700" y="2565"/>
              <a:ext cx="64" cy="45"/>
            </a:xfrm>
            <a:custGeom>
              <a:rect b="b" l="l" r="r" t="t"/>
              <a:pathLst>
                <a:path extrusionOk="0" h="45" w="64">
                  <a:moveTo>
                    <a:pt x="57" y="3"/>
                  </a:moveTo>
                  <a:lnTo>
                    <a:pt x="57" y="0"/>
                  </a:lnTo>
                  <a:lnTo>
                    <a:pt x="37" y="20"/>
                  </a:lnTo>
                  <a:lnTo>
                    <a:pt x="30" y="24"/>
                  </a:lnTo>
                  <a:lnTo>
                    <a:pt x="24" y="27"/>
                  </a:lnTo>
                  <a:lnTo>
                    <a:pt x="17" y="31"/>
                  </a:lnTo>
                  <a:lnTo>
                    <a:pt x="7" y="34"/>
                  </a:lnTo>
                  <a:lnTo>
                    <a:pt x="0" y="38"/>
                  </a:lnTo>
                  <a:lnTo>
                    <a:pt x="0" y="45"/>
                  </a:lnTo>
                  <a:lnTo>
                    <a:pt x="10" y="41"/>
                  </a:lnTo>
                  <a:lnTo>
                    <a:pt x="17" y="38"/>
                  </a:lnTo>
                  <a:lnTo>
                    <a:pt x="27" y="34"/>
                  </a:lnTo>
                  <a:lnTo>
                    <a:pt x="34" y="31"/>
                  </a:lnTo>
                  <a:lnTo>
                    <a:pt x="47" y="17"/>
                  </a:lnTo>
                  <a:lnTo>
                    <a:pt x="54" y="13"/>
                  </a:lnTo>
                  <a:lnTo>
                    <a:pt x="60" y="7"/>
                  </a:lnTo>
                  <a:lnTo>
                    <a:pt x="60" y="3"/>
                  </a:lnTo>
                  <a:lnTo>
                    <a:pt x="60" y="7"/>
                  </a:lnTo>
                  <a:lnTo>
                    <a:pt x="64" y="3"/>
                  </a:lnTo>
                  <a:lnTo>
                    <a:pt x="60" y="3"/>
                  </a:lnTo>
                  <a:lnTo>
                    <a:pt x="5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7" name="Google Shape;247;p3"/>
            <p:cNvSpPr/>
            <p:nvPr/>
          </p:nvSpPr>
          <p:spPr>
            <a:xfrm>
              <a:off x="4754" y="2551"/>
              <a:ext cx="10" cy="17"/>
            </a:xfrm>
            <a:custGeom>
              <a:rect b="b" l="l" r="r" t="t"/>
              <a:pathLst>
                <a:path extrusionOk="0" h="17" w="10">
                  <a:moveTo>
                    <a:pt x="3" y="7"/>
                  </a:moveTo>
                  <a:lnTo>
                    <a:pt x="0" y="7"/>
                  </a:lnTo>
                  <a:lnTo>
                    <a:pt x="3" y="7"/>
                  </a:lnTo>
                  <a:lnTo>
                    <a:pt x="3" y="17"/>
                  </a:lnTo>
                  <a:lnTo>
                    <a:pt x="6" y="17"/>
                  </a:lnTo>
                  <a:lnTo>
                    <a:pt x="6" y="14"/>
                  </a:lnTo>
                  <a:lnTo>
                    <a:pt x="10" y="10"/>
                  </a:lnTo>
                  <a:lnTo>
                    <a:pt x="10" y="7"/>
                  </a:lnTo>
                  <a:lnTo>
                    <a:pt x="3" y="0"/>
                  </a:lnTo>
                  <a:lnTo>
                    <a:pt x="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8" name="Google Shape;248;p3"/>
            <p:cNvSpPr/>
            <p:nvPr/>
          </p:nvSpPr>
          <p:spPr>
            <a:xfrm>
              <a:off x="4740" y="2551"/>
              <a:ext cx="17" cy="17"/>
            </a:xfrm>
            <a:custGeom>
              <a:rect b="b" l="l" r="r" t="t"/>
              <a:pathLst>
                <a:path extrusionOk="0" h="17" w="17">
                  <a:moveTo>
                    <a:pt x="7" y="17"/>
                  </a:moveTo>
                  <a:lnTo>
                    <a:pt x="10" y="10"/>
                  </a:lnTo>
                  <a:lnTo>
                    <a:pt x="14" y="7"/>
                  </a:lnTo>
                  <a:lnTo>
                    <a:pt x="17" y="7"/>
                  </a:lnTo>
                  <a:lnTo>
                    <a:pt x="17" y="0"/>
                  </a:lnTo>
                  <a:lnTo>
                    <a:pt x="10" y="0"/>
                  </a:lnTo>
                  <a:lnTo>
                    <a:pt x="4" y="7"/>
                  </a:lnTo>
                  <a:lnTo>
                    <a:pt x="4" y="10"/>
                  </a:lnTo>
                  <a:lnTo>
                    <a:pt x="0" y="10"/>
                  </a:lnTo>
                  <a:lnTo>
                    <a:pt x="4" y="10"/>
                  </a:lnTo>
                  <a:lnTo>
                    <a:pt x="0" y="10"/>
                  </a:lnTo>
                  <a:lnTo>
                    <a:pt x="7"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9" name="Google Shape;249;p3"/>
            <p:cNvSpPr/>
            <p:nvPr/>
          </p:nvSpPr>
          <p:spPr>
            <a:xfrm>
              <a:off x="4687" y="2561"/>
              <a:ext cx="60" cy="35"/>
            </a:xfrm>
            <a:custGeom>
              <a:rect b="b" l="l" r="r" t="t"/>
              <a:pathLst>
                <a:path extrusionOk="0" h="35" w="60">
                  <a:moveTo>
                    <a:pt x="0" y="35"/>
                  </a:moveTo>
                  <a:lnTo>
                    <a:pt x="3" y="35"/>
                  </a:lnTo>
                  <a:lnTo>
                    <a:pt x="10" y="31"/>
                  </a:lnTo>
                  <a:lnTo>
                    <a:pt x="17" y="31"/>
                  </a:lnTo>
                  <a:lnTo>
                    <a:pt x="27" y="28"/>
                  </a:lnTo>
                  <a:lnTo>
                    <a:pt x="33" y="24"/>
                  </a:lnTo>
                  <a:lnTo>
                    <a:pt x="40" y="21"/>
                  </a:lnTo>
                  <a:lnTo>
                    <a:pt x="47" y="17"/>
                  </a:lnTo>
                  <a:lnTo>
                    <a:pt x="53" y="14"/>
                  </a:lnTo>
                  <a:lnTo>
                    <a:pt x="60" y="7"/>
                  </a:lnTo>
                  <a:lnTo>
                    <a:pt x="53" y="0"/>
                  </a:lnTo>
                  <a:lnTo>
                    <a:pt x="50" y="7"/>
                  </a:lnTo>
                  <a:lnTo>
                    <a:pt x="43" y="11"/>
                  </a:lnTo>
                  <a:lnTo>
                    <a:pt x="37" y="17"/>
                  </a:lnTo>
                  <a:lnTo>
                    <a:pt x="30" y="17"/>
                  </a:lnTo>
                  <a:lnTo>
                    <a:pt x="23" y="21"/>
                  </a:lnTo>
                  <a:lnTo>
                    <a:pt x="17" y="24"/>
                  </a:lnTo>
                  <a:lnTo>
                    <a:pt x="10" y="24"/>
                  </a:lnTo>
                  <a:lnTo>
                    <a:pt x="3" y="28"/>
                  </a:lnTo>
                  <a:lnTo>
                    <a:pt x="7" y="28"/>
                  </a:lnTo>
                  <a:lnTo>
                    <a:pt x="0" y="35"/>
                  </a:lnTo>
                  <a:lnTo>
                    <a:pt x="3" y="35"/>
                  </a:lnTo>
                  <a:lnTo>
                    <a:pt x="0"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0" name="Google Shape;250;p3"/>
            <p:cNvSpPr/>
            <p:nvPr/>
          </p:nvSpPr>
          <p:spPr>
            <a:xfrm>
              <a:off x="4620" y="2513"/>
              <a:ext cx="74" cy="83"/>
            </a:xfrm>
            <a:custGeom>
              <a:rect b="b" l="l" r="r" t="t"/>
              <a:pathLst>
                <a:path extrusionOk="0" h="83" w="74">
                  <a:moveTo>
                    <a:pt x="0" y="7"/>
                  </a:moveTo>
                  <a:lnTo>
                    <a:pt x="17" y="7"/>
                  </a:lnTo>
                  <a:lnTo>
                    <a:pt x="27" y="10"/>
                  </a:lnTo>
                  <a:lnTo>
                    <a:pt x="37" y="20"/>
                  </a:lnTo>
                  <a:lnTo>
                    <a:pt x="44" y="31"/>
                  </a:lnTo>
                  <a:lnTo>
                    <a:pt x="47" y="45"/>
                  </a:lnTo>
                  <a:lnTo>
                    <a:pt x="54" y="55"/>
                  </a:lnTo>
                  <a:lnTo>
                    <a:pt x="60" y="69"/>
                  </a:lnTo>
                  <a:lnTo>
                    <a:pt x="67" y="83"/>
                  </a:lnTo>
                  <a:lnTo>
                    <a:pt x="74" y="76"/>
                  </a:lnTo>
                  <a:lnTo>
                    <a:pt x="67" y="65"/>
                  </a:lnTo>
                  <a:lnTo>
                    <a:pt x="60" y="55"/>
                  </a:lnTo>
                  <a:lnTo>
                    <a:pt x="54" y="41"/>
                  </a:lnTo>
                  <a:lnTo>
                    <a:pt x="47" y="27"/>
                  </a:lnTo>
                  <a:lnTo>
                    <a:pt x="40" y="13"/>
                  </a:lnTo>
                  <a:lnTo>
                    <a:pt x="30" y="7"/>
                  </a:lnTo>
                  <a:lnTo>
                    <a:pt x="17" y="0"/>
                  </a:lnTo>
                  <a:lnTo>
                    <a:pt x="0" y="3"/>
                  </a:lnTo>
                  <a:lnTo>
                    <a:pt x="0" y="1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1" name="Google Shape;251;p3"/>
            <p:cNvSpPr/>
            <p:nvPr/>
          </p:nvSpPr>
          <p:spPr>
            <a:xfrm>
              <a:off x="4557" y="2495"/>
              <a:ext cx="63" cy="25"/>
            </a:xfrm>
            <a:custGeom>
              <a:rect b="b" l="l" r="r" t="t"/>
              <a:pathLst>
                <a:path extrusionOk="0" h="25" w="63">
                  <a:moveTo>
                    <a:pt x="0" y="4"/>
                  </a:moveTo>
                  <a:lnTo>
                    <a:pt x="0" y="7"/>
                  </a:lnTo>
                  <a:lnTo>
                    <a:pt x="7" y="11"/>
                  </a:lnTo>
                  <a:lnTo>
                    <a:pt x="17" y="18"/>
                  </a:lnTo>
                  <a:lnTo>
                    <a:pt x="23" y="18"/>
                  </a:lnTo>
                  <a:lnTo>
                    <a:pt x="33" y="21"/>
                  </a:lnTo>
                  <a:lnTo>
                    <a:pt x="47" y="21"/>
                  </a:lnTo>
                  <a:lnTo>
                    <a:pt x="53" y="25"/>
                  </a:lnTo>
                  <a:lnTo>
                    <a:pt x="63" y="25"/>
                  </a:lnTo>
                  <a:lnTo>
                    <a:pt x="63" y="21"/>
                  </a:lnTo>
                  <a:lnTo>
                    <a:pt x="57" y="18"/>
                  </a:lnTo>
                  <a:lnTo>
                    <a:pt x="50" y="14"/>
                  </a:lnTo>
                  <a:lnTo>
                    <a:pt x="33" y="14"/>
                  </a:lnTo>
                  <a:lnTo>
                    <a:pt x="23" y="11"/>
                  </a:lnTo>
                  <a:lnTo>
                    <a:pt x="17" y="11"/>
                  </a:lnTo>
                  <a:lnTo>
                    <a:pt x="10" y="7"/>
                  </a:lnTo>
                  <a:lnTo>
                    <a:pt x="7" y="0"/>
                  </a:lnTo>
                  <a:lnTo>
                    <a:pt x="7" y="4"/>
                  </a:lnTo>
                  <a:lnTo>
                    <a:pt x="0" y="4"/>
                  </a:lnTo>
                  <a:lnTo>
                    <a:pt x="0" y="7"/>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2" name="Google Shape;252;p3"/>
            <p:cNvSpPr/>
            <p:nvPr/>
          </p:nvSpPr>
          <p:spPr>
            <a:xfrm>
              <a:off x="4557" y="2346"/>
              <a:ext cx="87" cy="153"/>
            </a:xfrm>
            <a:custGeom>
              <a:rect b="b" l="l" r="r" t="t"/>
              <a:pathLst>
                <a:path extrusionOk="0" h="153" w="87">
                  <a:moveTo>
                    <a:pt x="80" y="4"/>
                  </a:moveTo>
                  <a:lnTo>
                    <a:pt x="80" y="0"/>
                  </a:lnTo>
                  <a:lnTo>
                    <a:pt x="70" y="18"/>
                  </a:lnTo>
                  <a:lnTo>
                    <a:pt x="57" y="35"/>
                  </a:lnTo>
                  <a:lnTo>
                    <a:pt x="43" y="52"/>
                  </a:lnTo>
                  <a:lnTo>
                    <a:pt x="33" y="73"/>
                  </a:lnTo>
                  <a:lnTo>
                    <a:pt x="20" y="90"/>
                  </a:lnTo>
                  <a:lnTo>
                    <a:pt x="13" y="111"/>
                  </a:lnTo>
                  <a:lnTo>
                    <a:pt x="3" y="132"/>
                  </a:lnTo>
                  <a:lnTo>
                    <a:pt x="0" y="153"/>
                  </a:lnTo>
                  <a:lnTo>
                    <a:pt x="7" y="153"/>
                  </a:lnTo>
                  <a:lnTo>
                    <a:pt x="10" y="132"/>
                  </a:lnTo>
                  <a:lnTo>
                    <a:pt x="17" y="111"/>
                  </a:lnTo>
                  <a:lnTo>
                    <a:pt x="27" y="94"/>
                  </a:lnTo>
                  <a:lnTo>
                    <a:pt x="37" y="77"/>
                  </a:lnTo>
                  <a:lnTo>
                    <a:pt x="50" y="59"/>
                  </a:lnTo>
                  <a:lnTo>
                    <a:pt x="60" y="42"/>
                  </a:lnTo>
                  <a:lnTo>
                    <a:pt x="73" y="21"/>
                  </a:lnTo>
                  <a:lnTo>
                    <a:pt x="87" y="4"/>
                  </a:lnTo>
                  <a:lnTo>
                    <a:pt x="8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3" name="Google Shape;253;p3"/>
            <p:cNvSpPr/>
            <p:nvPr/>
          </p:nvSpPr>
          <p:spPr>
            <a:xfrm>
              <a:off x="4637" y="2187"/>
              <a:ext cx="47" cy="163"/>
            </a:xfrm>
            <a:custGeom>
              <a:rect b="b" l="l" r="r" t="t"/>
              <a:pathLst>
                <a:path extrusionOk="0" h="163" w="47">
                  <a:moveTo>
                    <a:pt x="40" y="0"/>
                  </a:moveTo>
                  <a:lnTo>
                    <a:pt x="40" y="3"/>
                  </a:lnTo>
                  <a:lnTo>
                    <a:pt x="30" y="21"/>
                  </a:lnTo>
                  <a:lnTo>
                    <a:pt x="23" y="42"/>
                  </a:lnTo>
                  <a:lnTo>
                    <a:pt x="13" y="59"/>
                  </a:lnTo>
                  <a:lnTo>
                    <a:pt x="7" y="80"/>
                  </a:lnTo>
                  <a:lnTo>
                    <a:pt x="3" y="100"/>
                  </a:lnTo>
                  <a:lnTo>
                    <a:pt x="0" y="121"/>
                  </a:lnTo>
                  <a:lnTo>
                    <a:pt x="0" y="163"/>
                  </a:lnTo>
                  <a:lnTo>
                    <a:pt x="7" y="163"/>
                  </a:lnTo>
                  <a:lnTo>
                    <a:pt x="7" y="121"/>
                  </a:lnTo>
                  <a:lnTo>
                    <a:pt x="10" y="104"/>
                  </a:lnTo>
                  <a:lnTo>
                    <a:pt x="13" y="83"/>
                  </a:lnTo>
                  <a:lnTo>
                    <a:pt x="20" y="62"/>
                  </a:lnTo>
                  <a:lnTo>
                    <a:pt x="30" y="42"/>
                  </a:lnTo>
                  <a:lnTo>
                    <a:pt x="37" y="24"/>
                  </a:lnTo>
                  <a:lnTo>
                    <a:pt x="47" y="7"/>
                  </a:lnTo>
                  <a:lnTo>
                    <a:pt x="43" y="7"/>
                  </a:lnTo>
                  <a:lnTo>
                    <a:pt x="40" y="0"/>
                  </a:lnTo>
                  <a:lnTo>
                    <a:pt x="40" y="3"/>
                  </a:lnTo>
                  <a:lnTo>
                    <a:pt x="4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4" name="Google Shape;254;p3"/>
            <p:cNvSpPr/>
            <p:nvPr/>
          </p:nvSpPr>
          <p:spPr>
            <a:xfrm>
              <a:off x="4677" y="2187"/>
              <a:ext cx="30" cy="24"/>
            </a:xfrm>
            <a:custGeom>
              <a:rect b="b" l="l" r="r" t="t"/>
              <a:pathLst>
                <a:path extrusionOk="0" h="24" w="30">
                  <a:moveTo>
                    <a:pt x="30" y="21"/>
                  </a:moveTo>
                  <a:lnTo>
                    <a:pt x="30" y="17"/>
                  </a:lnTo>
                  <a:lnTo>
                    <a:pt x="27" y="17"/>
                  </a:lnTo>
                  <a:lnTo>
                    <a:pt x="23" y="14"/>
                  </a:lnTo>
                  <a:lnTo>
                    <a:pt x="23" y="10"/>
                  </a:lnTo>
                  <a:lnTo>
                    <a:pt x="17" y="7"/>
                  </a:lnTo>
                  <a:lnTo>
                    <a:pt x="10" y="0"/>
                  </a:lnTo>
                  <a:lnTo>
                    <a:pt x="0" y="0"/>
                  </a:lnTo>
                  <a:lnTo>
                    <a:pt x="3" y="7"/>
                  </a:lnTo>
                  <a:lnTo>
                    <a:pt x="7" y="7"/>
                  </a:lnTo>
                  <a:lnTo>
                    <a:pt x="10" y="10"/>
                  </a:lnTo>
                  <a:lnTo>
                    <a:pt x="13" y="10"/>
                  </a:lnTo>
                  <a:lnTo>
                    <a:pt x="17" y="17"/>
                  </a:lnTo>
                  <a:lnTo>
                    <a:pt x="23" y="24"/>
                  </a:lnTo>
                  <a:lnTo>
                    <a:pt x="27" y="24"/>
                  </a:lnTo>
                  <a:lnTo>
                    <a:pt x="30" y="21"/>
                  </a:lnTo>
                  <a:lnTo>
                    <a:pt x="30" y="17"/>
                  </a:lnTo>
                  <a:lnTo>
                    <a:pt x="30"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5" name="Google Shape;255;p3"/>
            <p:cNvSpPr/>
            <p:nvPr/>
          </p:nvSpPr>
          <p:spPr>
            <a:xfrm>
              <a:off x="4704" y="2208"/>
              <a:ext cx="40" cy="55"/>
            </a:xfrm>
            <a:custGeom>
              <a:rect b="b" l="l" r="r" t="t"/>
              <a:pathLst>
                <a:path extrusionOk="0" h="55" w="40">
                  <a:moveTo>
                    <a:pt x="36" y="45"/>
                  </a:moveTo>
                  <a:lnTo>
                    <a:pt x="40" y="45"/>
                  </a:lnTo>
                  <a:lnTo>
                    <a:pt x="36" y="41"/>
                  </a:lnTo>
                  <a:lnTo>
                    <a:pt x="30" y="38"/>
                  </a:lnTo>
                  <a:lnTo>
                    <a:pt x="26" y="31"/>
                  </a:lnTo>
                  <a:lnTo>
                    <a:pt x="23" y="24"/>
                  </a:lnTo>
                  <a:lnTo>
                    <a:pt x="16" y="17"/>
                  </a:lnTo>
                  <a:lnTo>
                    <a:pt x="13" y="10"/>
                  </a:lnTo>
                  <a:lnTo>
                    <a:pt x="3" y="0"/>
                  </a:lnTo>
                  <a:lnTo>
                    <a:pt x="0" y="3"/>
                  </a:lnTo>
                  <a:lnTo>
                    <a:pt x="3" y="10"/>
                  </a:lnTo>
                  <a:lnTo>
                    <a:pt x="13" y="21"/>
                  </a:lnTo>
                  <a:lnTo>
                    <a:pt x="16" y="27"/>
                  </a:lnTo>
                  <a:lnTo>
                    <a:pt x="20" y="34"/>
                  </a:lnTo>
                  <a:lnTo>
                    <a:pt x="36" y="52"/>
                  </a:lnTo>
                  <a:lnTo>
                    <a:pt x="40" y="52"/>
                  </a:lnTo>
                  <a:lnTo>
                    <a:pt x="36" y="52"/>
                  </a:lnTo>
                  <a:lnTo>
                    <a:pt x="36" y="55"/>
                  </a:lnTo>
                  <a:lnTo>
                    <a:pt x="40" y="52"/>
                  </a:lnTo>
                  <a:lnTo>
                    <a:pt x="36" y="4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6" name="Google Shape;256;p3"/>
            <p:cNvSpPr/>
            <p:nvPr/>
          </p:nvSpPr>
          <p:spPr>
            <a:xfrm>
              <a:off x="4737" y="2229"/>
              <a:ext cx="10" cy="31"/>
            </a:xfrm>
            <a:custGeom>
              <a:rect b="b" l="l" r="r" t="t"/>
              <a:pathLst>
                <a:path extrusionOk="0" h="31" w="10">
                  <a:moveTo>
                    <a:pt x="0" y="3"/>
                  </a:moveTo>
                  <a:lnTo>
                    <a:pt x="3" y="10"/>
                  </a:lnTo>
                  <a:lnTo>
                    <a:pt x="3" y="24"/>
                  </a:lnTo>
                  <a:lnTo>
                    <a:pt x="7" y="31"/>
                  </a:lnTo>
                  <a:lnTo>
                    <a:pt x="10" y="24"/>
                  </a:lnTo>
                  <a:lnTo>
                    <a:pt x="10" y="6"/>
                  </a:lnTo>
                  <a:lnTo>
                    <a:pt x="3" y="0"/>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7" name="Google Shape;257;p3"/>
            <p:cNvSpPr/>
            <p:nvPr/>
          </p:nvSpPr>
          <p:spPr>
            <a:xfrm>
              <a:off x="4684" y="2173"/>
              <a:ext cx="56" cy="59"/>
            </a:xfrm>
            <a:custGeom>
              <a:rect b="b" l="l" r="r" t="t"/>
              <a:pathLst>
                <a:path extrusionOk="0" h="59" w="56">
                  <a:moveTo>
                    <a:pt x="3" y="4"/>
                  </a:moveTo>
                  <a:lnTo>
                    <a:pt x="10" y="10"/>
                  </a:lnTo>
                  <a:lnTo>
                    <a:pt x="20" y="17"/>
                  </a:lnTo>
                  <a:lnTo>
                    <a:pt x="23" y="24"/>
                  </a:lnTo>
                  <a:lnTo>
                    <a:pt x="43" y="45"/>
                  </a:lnTo>
                  <a:lnTo>
                    <a:pt x="46" y="52"/>
                  </a:lnTo>
                  <a:lnTo>
                    <a:pt x="53" y="59"/>
                  </a:lnTo>
                  <a:lnTo>
                    <a:pt x="56" y="56"/>
                  </a:lnTo>
                  <a:lnTo>
                    <a:pt x="53" y="49"/>
                  </a:lnTo>
                  <a:lnTo>
                    <a:pt x="46" y="42"/>
                  </a:lnTo>
                  <a:lnTo>
                    <a:pt x="43" y="35"/>
                  </a:lnTo>
                  <a:lnTo>
                    <a:pt x="36" y="24"/>
                  </a:lnTo>
                  <a:lnTo>
                    <a:pt x="30" y="21"/>
                  </a:lnTo>
                  <a:lnTo>
                    <a:pt x="23" y="10"/>
                  </a:lnTo>
                  <a:lnTo>
                    <a:pt x="16" y="4"/>
                  </a:lnTo>
                  <a:lnTo>
                    <a:pt x="6" y="0"/>
                  </a:lnTo>
                  <a:lnTo>
                    <a:pt x="10" y="4"/>
                  </a:lnTo>
                  <a:lnTo>
                    <a:pt x="0" y="4"/>
                  </a:lnTo>
                  <a:lnTo>
                    <a:pt x="3"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8" name="Google Shape;258;p3"/>
            <p:cNvSpPr/>
            <p:nvPr/>
          </p:nvSpPr>
          <p:spPr>
            <a:xfrm>
              <a:off x="4687" y="2145"/>
              <a:ext cx="23" cy="32"/>
            </a:xfrm>
            <a:custGeom>
              <a:rect b="b" l="l" r="r" t="t"/>
              <a:pathLst>
                <a:path extrusionOk="0" h="32" w="23">
                  <a:moveTo>
                    <a:pt x="23" y="4"/>
                  </a:moveTo>
                  <a:lnTo>
                    <a:pt x="20" y="4"/>
                  </a:lnTo>
                  <a:lnTo>
                    <a:pt x="13" y="11"/>
                  </a:lnTo>
                  <a:lnTo>
                    <a:pt x="10" y="11"/>
                  </a:lnTo>
                  <a:lnTo>
                    <a:pt x="7" y="14"/>
                  </a:lnTo>
                  <a:lnTo>
                    <a:pt x="7" y="18"/>
                  </a:lnTo>
                  <a:lnTo>
                    <a:pt x="0" y="25"/>
                  </a:lnTo>
                  <a:lnTo>
                    <a:pt x="0" y="32"/>
                  </a:lnTo>
                  <a:lnTo>
                    <a:pt x="7" y="32"/>
                  </a:lnTo>
                  <a:lnTo>
                    <a:pt x="7" y="28"/>
                  </a:lnTo>
                  <a:lnTo>
                    <a:pt x="10" y="25"/>
                  </a:lnTo>
                  <a:lnTo>
                    <a:pt x="10" y="21"/>
                  </a:lnTo>
                  <a:lnTo>
                    <a:pt x="13" y="21"/>
                  </a:lnTo>
                  <a:lnTo>
                    <a:pt x="17" y="18"/>
                  </a:lnTo>
                  <a:lnTo>
                    <a:pt x="17" y="14"/>
                  </a:lnTo>
                  <a:lnTo>
                    <a:pt x="23" y="7"/>
                  </a:lnTo>
                  <a:lnTo>
                    <a:pt x="20" y="7"/>
                  </a:lnTo>
                  <a:lnTo>
                    <a:pt x="23" y="4"/>
                  </a:lnTo>
                  <a:lnTo>
                    <a:pt x="23" y="0"/>
                  </a:lnTo>
                  <a:lnTo>
                    <a:pt x="20" y="4"/>
                  </a:lnTo>
                  <a:lnTo>
                    <a:pt x="23"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9" name="Google Shape;259;p3"/>
            <p:cNvSpPr/>
            <p:nvPr/>
          </p:nvSpPr>
          <p:spPr>
            <a:xfrm>
              <a:off x="4707" y="2149"/>
              <a:ext cx="183" cy="194"/>
            </a:xfrm>
            <a:custGeom>
              <a:rect b="b" l="l" r="r" t="t"/>
              <a:pathLst>
                <a:path extrusionOk="0" h="194" w="183">
                  <a:moveTo>
                    <a:pt x="183" y="190"/>
                  </a:moveTo>
                  <a:lnTo>
                    <a:pt x="183" y="187"/>
                  </a:lnTo>
                  <a:lnTo>
                    <a:pt x="170" y="180"/>
                  </a:lnTo>
                  <a:lnTo>
                    <a:pt x="157" y="170"/>
                  </a:lnTo>
                  <a:lnTo>
                    <a:pt x="143" y="163"/>
                  </a:lnTo>
                  <a:lnTo>
                    <a:pt x="130" y="152"/>
                  </a:lnTo>
                  <a:lnTo>
                    <a:pt x="117" y="142"/>
                  </a:lnTo>
                  <a:lnTo>
                    <a:pt x="107" y="128"/>
                  </a:lnTo>
                  <a:lnTo>
                    <a:pt x="93" y="118"/>
                  </a:lnTo>
                  <a:lnTo>
                    <a:pt x="70" y="93"/>
                  </a:lnTo>
                  <a:lnTo>
                    <a:pt x="60" y="80"/>
                  </a:lnTo>
                  <a:lnTo>
                    <a:pt x="50" y="66"/>
                  </a:lnTo>
                  <a:lnTo>
                    <a:pt x="40" y="52"/>
                  </a:lnTo>
                  <a:lnTo>
                    <a:pt x="30" y="41"/>
                  </a:lnTo>
                  <a:lnTo>
                    <a:pt x="23" y="28"/>
                  </a:lnTo>
                  <a:lnTo>
                    <a:pt x="13" y="14"/>
                  </a:lnTo>
                  <a:lnTo>
                    <a:pt x="3" y="0"/>
                  </a:lnTo>
                  <a:lnTo>
                    <a:pt x="0" y="3"/>
                  </a:lnTo>
                  <a:lnTo>
                    <a:pt x="7" y="17"/>
                  </a:lnTo>
                  <a:lnTo>
                    <a:pt x="17" y="31"/>
                  </a:lnTo>
                  <a:lnTo>
                    <a:pt x="27" y="45"/>
                  </a:lnTo>
                  <a:lnTo>
                    <a:pt x="33" y="59"/>
                  </a:lnTo>
                  <a:lnTo>
                    <a:pt x="57" y="83"/>
                  </a:lnTo>
                  <a:lnTo>
                    <a:pt x="67" y="97"/>
                  </a:lnTo>
                  <a:lnTo>
                    <a:pt x="77" y="111"/>
                  </a:lnTo>
                  <a:lnTo>
                    <a:pt x="90" y="121"/>
                  </a:lnTo>
                  <a:lnTo>
                    <a:pt x="100" y="135"/>
                  </a:lnTo>
                  <a:lnTo>
                    <a:pt x="113" y="145"/>
                  </a:lnTo>
                  <a:lnTo>
                    <a:pt x="127" y="159"/>
                  </a:lnTo>
                  <a:lnTo>
                    <a:pt x="140" y="166"/>
                  </a:lnTo>
                  <a:lnTo>
                    <a:pt x="153" y="177"/>
                  </a:lnTo>
                  <a:lnTo>
                    <a:pt x="167" y="187"/>
                  </a:lnTo>
                  <a:lnTo>
                    <a:pt x="180" y="194"/>
                  </a:lnTo>
                  <a:lnTo>
                    <a:pt x="177" y="190"/>
                  </a:lnTo>
                  <a:lnTo>
                    <a:pt x="183" y="190"/>
                  </a:lnTo>
                  <a:lnTo>
                    <a:pt x="183" y="187"/>
                  </a:lnTo>
                  <a:lnTo>
                    <a:pt x="183" y="19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0" name="Google Shape;260;p3"/>
            <p:cNvSpPr/>
            <p:nvPr/>
          </p:nvSpPr>
          <p:spPr>
            <a:xfrm>
              <a:off x="3060" y="2235"/>
              <a:ext cx="1074" cy="1054"/>
            </a:xfrm>
            <a:custGeom>
              <a:rect b="b" l="l" r="r" t="t"/>
              <a:pathLst>
                <a:path extrusionOk="0" h="1054" w="1074">
                  <a:moveTo>
                    <a:pt x="1037" y="115"/>
                  </a:moveTo>
                  <a:lnTo>
                    <a:pt x="1047" y="181"/>
                  </a:lnTo>
                  <a:lnTo>
                    <a:pt x="1054" y="246"/>
                  </a:lnTo>
                  <a:lnTo>
                    <a:pt x="1064" y="312"/>
                  </a:lnTo>
                  <a:lnTo>
                    <a:pt x="1067" y="375"/>
                  </a:lnTo>
                  <a:lnTo>
                    <a:pt x="1074" y="437"/>
                  </a:lnTo>
                  <a:lnTo>
                    <a:pt x="1074" y="569"/>
                  </a:lnTo>
                  <a:lnTo>
                    <a:pt x="1067" y="631"/>
                  </a:lnTo>
                  <a:lnTo>
                    <a:pt x="1064" y="645"/>
                  </a:lnTo>
                  <a:lnTo>
                    <a:pt x="1060" y="655"/>
                  </a:lnTo>
                  <a:lnTo>
                    <a:pt x="1057" y="666"/>
                  </a:lnTo>
                  <a:lnTo>
                    <a:pt x="1054" y="676"/>
                  </a:lnTo>
                  <a:lnTo>
                    <a:pt x="1047" y="686"/>
                  </a:lnTo>
                  <a:lnTo>
                    <a:pt x="1040" y="693"/>
                  </a:lnTo>
                  <a:lnTo>
                    <a:pt x="1034" y="704"/>
                  </a:lnTo>
                  <a:lnTo>
                    <a:pt x="1024" y="711"/>
                  </a:lnTo>
                  <a:lnTo>
                    <a:pt x="1000" y="735"/>
                  </a:lnTo>
                  <a:lnTo>
                    <a:pt x="990" y="742"/>
                  </a:lnTo>
                  <a:lnTo>
                    <a:pt x="964" y="770"/>
                  </a:lnTo>
                  <a:lnTo>
                    <a:pt x="957" y="780"/>
                  </a:lnTo>
                  <a:lnTo>
                    <a:pt x="944" y="790"/>
                  </a:lnTo>
                  <a:lnTo>
                    <a:pt x="930" y="801"/>
                  </a:lnTo>
                  <a:lnTo>
                    <a:pt x="917" y="815"/>
                  </a:lnTo>
                  <a:lnTo>
                    <a:pt x="907" y="829"/>
                  </a:lnTo>
                  <a:lnTo>
                    <a:pt x="880" y="856"/>
                  </a:lnTo>
                  <a:lnTo>
                    <a:pt x="870" y="870"/>
                  </a:lnTo>
                  <a:lnTo>
                    <a:pt x="857" y="880"/>
                  </a:lnTo>
                  <a:lnTo>
                    <a:pt x="844" y="894"/>
                  </a:lnTo>
                  <a:lnTo>
                    <a:pt x="834" y="912"/>
                  </a:lnTo>
                  <a:lnTo>
                    <a:pt x="820" y="922"/>
                  </a:lnTo>
                  <a:lnTo>
                    <a:pt x="807" y="936"/>
                  </a:lnTo>
                  <a:lnTo>
                    <a:pt x="797" y="950"/>
                  </a:lnTo>
                  <a:lnTo>
                    <a:pt x="780" y="964"/>
                  </a:lnTo>
                  <a:lnTo>
                    <a:pt x="767" y="974"/>
                  </a:lnTo>
                  <a:lnTo>
                    <a:pt x="754" y="988"/>
                  </a:lnTo>
                  <a:lnTo>
                    <a:pt x="747" y="991"/>
                  </a:lnTo>
                  <a:lnTo>
                    <a:pt x="740" y="1002"/>
                  </a:lnTo>
                  <a:lnTo>
                    <a:pt x="734" y="1009"/>
                  </a:lnTo>
                  <a:lnTo>
                    <a:pt x="727" y="1019"/>
                  </a:lnTo>
                  <a:lnTo>
                    <a:pt x="707" y="1040"/>
                  </a:lnTo>
                  <a:lnTo>
                    <a:pt x="697" y="1047"/>
                  </a:lnTo>
                  <a:lnTo>
                    <a:pt x="684" y="1050"/>
                  </a:lnTo>
                  <a:lnTo>
                    <a:pt x="647" y="1050"/>
                  </a:lnTo>
                  <a:lnTo>
                    <a:pt x="634" y="1054"/>
                  </a:lnTo>
                  <a:lnTo>
                    <a:pt x="560" y="1054"/>
                  </a:lnTo>
                  <a:lnTo>
                    <a:pt x="547" y="1050"/>
                  </a:lnTo>
                  <a:lnTo>
                    <a:pt x="500" y="1050"/>
                  </a:lnTo>
                  <a:lnTo>
                    <a:pt x="487" y="1047"/>
                  </a:lnTo>
                  <a:lnTo>
                    <a:pt x="474" y="1047"/>
                  </a:lnTo>
                  <a:lnTo>
                    <a:pt x="464" y="1043"/>
                  </a:lnTo>
                  <a:lnTo>
                    <a:pt x="437" y="1043"/>
                  </a:lnTo>
                  <a:lnTo>
                    <a:pt x="427" y="1040"/>
                  </a:lnTo>
                  <a:lnTo>
                    <a:pt x="414" y="1040"/>
                  </a:lnTo>
                  <a:lnTo>
                    <a:pt x="400" y="1036"/>
                  </a:lnTo>
                  <a:lnTo>
                    <a:pt x="364" y="1036"/>
                  </a:lnTo>
                  <a:lnTo>
                    <a:pt x="350" y="1033"/>
                  </a:lnTo>
                  <a:lnTo>
                    <a:pt x="300" y="1033"/>
                  </a:lnTo>
                  <a:lnTo>
                    <a:pt x="287" y="1029"/>
                  </a:lnTo>
                  <a:lnTo>
                    <a:pt x="260" y="1029"/>
                  </a:lnTo>
                  <a:lnTo>
                    <a:pt x="247" y="1026"/>
                  </a:lnTo>
                  <a:lnTo>
                    <a:pt x="234" y="1026"/>
                  </a:lnTo>
                  <a:lnTo>
                    <a:pt x="220" y="1023"/>
                  </a:lnTo>
                  <a:lnTo>
                    <a:pt x="207" y="1023"/>
                  </a:lnTo>
                  <a:lnTo>
                    <a:pt x="194" y="1019"/>
                  </a:lnTo>
                  <a:lnTo>
                    <a:pt x="167" y="1019"/>
                  </a:lnTo>
                  <a:lnTo>
                    <a:pt x="154" y="1016"/>
                  </a:lnTo>
                  <a:lnTo>
                    <a:pt x="114" y="1016"/>
                  </a:lnTo>
                  <a:lnTo>
                    <a:pt x="100" y="1012"/>
                  </a:lnTo>
                  <a:lnTo>
                    <a:pt x="87" y="1012"/>
                  </a:lnTo>
                  <a:lnTo>
                    <a:pt x="80" y="981"/>
                  </a:lnTo>
                  <a:lnTo>
                    <a:pt x="74" y="950"/>
                  </a:lnTo>
                  <a:lnTo>
                    <a:pt x="67" y="915"/>
                  </a:lnTo>
                  <a:lnTo>
                    <a:pt x="60" y="884"/>
                  </a:lnTo>
                  <a:lnTo>
                    <a:pt x="54" y="853"/>
                  </a:lnTo>
                  <a:lnTo>
                    <a:pt x="47" y="818"/>
                  </a:lnTo>
                  <a:lnTo>
                    <a:pt x="40" y="787"/>
                  </a:lnTo>
                  <a:lnTo>
                    <a:pt x="30" y="756"/>
                  </a:lnTo>
                  <a:lnTo>
                    <a:pt x="27" y="735"/>
                  </a:lnTo>
                  <a:lnTo>
                    <a:pt x="24" y="711"/>
                  </a:lnTo>
                  <a:lnTo>
                    <a:pt x="20" y="690"/>
                  </a:lnTo>
                  <a:lnTo>
                    <a:pt x="14" y="666"/>
                  </a:lnTo>
                  <a:lnTo>
                    <a:pt x="10" y="645"/>
                  </a:lnTo>
                  <a:lnTo>
                    <a:pt x="7" y="624"/>
                  </a:lnTo>
                  <a:lnTo>
                    <a:pt x="4" y="600"/>
                  </a:lnTo>
                  <a:lnTo>
                    <a:pt x="0" y="579"/>
                  </a:lnTo>
                  <a:lnTo>
                    <a:pt x="14" y="569"/>
                  </a:lnTo>
                  <a:lnTo>
                    <a:pt x="30" y="558"/>
                  </a:lnTo>
                  <a:lnTo>
                    <a:pt x="47" y="551"/>
                  </a:lnTo>
                  <a:lnTo>
                    <a:pt x="64" y="541"/>
                  </a:lnTo>
                  <a:lnTo>
                    <a:pt x="80" y="534"/>
                  </a:lnTo>
                  <a:lnTo>
                    <a:pt x="97" y="527"/>
                  </a:lnTo>
                  <a:lnTo>
                    <a:pt x="114" y="520"/>
                  </a:lnTo>
                  <a:lnTo>
                    <a:pt x="130" y="513"/>
                  </a:lnTo>
                  <a:lnTo>
                    <a:pt x="147" y="506"/>
                  </a:lnTo>
                  <a:lnTo>
                    <a:pt x="164" y="503"/>
                  </a:lnTo>
                  <a:lnTo>
                    <a:pt x="180" y="496"/>
                  </a:lnTo>
                  <a:lnTo>
                    <a:pt x="197" y="489"/>
                  </a:lnTo>
                  <a:lnTo>
                    <a:pt x="214" y="482"/>
                  </a:lnTo>
                  <a:lnTo>
                    <a:pt x="230" y="475"/>
                  </a:lnTo>
                  <a:lnTo>
                    <a:pt x="247" y="468"/>
                  </a:lnTo>
                  <a:lnTo>
                    <a:pt x="264" y="461"/>
                  </a:lnTo>
                  <a:lnTo>
                    <a:pt x="270" y="440"/>
                  </a:lnTo>
                  <a:lnTo>
                    <a:pt x="277" y="420"/>
                  </a:lnTo>
                  <a:lnTo>
                    <a:pt x="280" y="395"/>
                  </a:lnTo>
                  <a:lnTo>
                    <a:pt x="287" y="375"/>
                  </a:lnTo>
                  <a:lnTo>
                    <a:pt x="294" y="354"/>
                  </a:lnTo>
                  <a:lnTo>
                    <a:pt x="300" y="330"/>
                  </a:lnTo>
                  <a:lnTo>
                    <a:pt x="307" y="309"/>
                  </a:lnTo>
                  <a:lnTo>
                    <a:pt x="317" y="288"/>
                  </a:lnTo>
                  <a:lnTo>
                    <a:pt x="320" y="285"/>
                  </a:lnTo>
                  <a:lnTo>
                    <a:pt x="324" y="288"/>
                  </a:lnTo>
                  <a:lnTo>
                    <a:pt x="330" y="291"/>
                  </a:lnTo>
                  <a:lnTo>
                    <a:pt x="337" y="291"/>
                  </a:lnTo>
                  <a:lnTo>
                    <a:pt x="344" y="288"/>
                  </a:lnTo>
                  <a:lnTo>
                    <a:pt x="350" y="285"/>
                  </a:lnTo>
                  <a:lnTo>
                    <a:pt x="357" y="281"/>
                  </a:lnTo>
                  <a:lnTo>
                    <a:pt x="364" y="278"/>
                  </a:lnTo>
                  <a:lnTo>
                    <a:pt x="370" y="278"/>
                  </a:lnTo>
                  <a:lnTo>
                    <a:pt x="380" y="271"/>
                  </a:lnTo>
                  <a:lnTo>
                    <a:pt x="394" y="267"/>
                  </a:lnTo>
                  <a:lnTo>
                    <a:pt x="407" y="264"/>
                  </a:lnTo>
                  <a:lnTo>
                    <a:pt x="417" y="257"/>
                  </a:lnTo>
                  <a:lnTo>
                    <a:pt x="430" y="253"/>
                  </a:lnTo>
                  <a:lnTo>
                    <a:pt x="444" y="250"/>
                  </a:lnTo>
                  <a:lnTo>
                    <a:pt x="457" y="246"/>
                  </a:lnTo>
                  <a:lnTo>
                    <a:pt x="470" y="243"/>
                  </a:lnTo>
                  <a:lnTo>
                    <a:pt x="480" y="240"/>
                  </a:lnTo>
                  <a:lnTo>
                    <a:pt x="494" y="236"/>
                  </a:lnTo>
                  <a:lnTo>
                    <a:pt x="507" y="233"/>
                  </a:lnTo>
                  <a:lnTo>
                    <a:pt x="520" y="229"/>
                  </a:lnTo>
                  <a:lnTo>
                    <a:pt x="534" y="229"/>
                  </a:lnTo>
                  <a:lnTo>
                    <a:pt x="544" y="226"/>
                  </a:lnTo>
                  <a:lnTo>
                    <a:pt x="557" y="222"/>
                  </a:lnTo>
                  <a:lnTo>
                    <a:pt x="570" y="219"/>
                  </a:lnTo>
                  <a:lnTo>
                    <a:pt x="574" y="215"/>
                  </a:lnTo>
                  <a:lnTo>
                    <a:pt x="574" y="208"/>
                  </a:lnTo>
                  <a:lnTo>
                    <a:pt x="567" y="208"/>
                  </a:lnTo>
                  <a:lnTo>
                    <a:pt x="564" y="205"/>
                  </a:lnTo>
                  <a:lnTo>
                    <a:pt x="560" y="208"/>
                  </a:lnTo>
                  <a:lnTo>
                    <a:pt x="547" y="208"/>
                  </a:lnTo>
                  <a:lnTo>
                    <a:pt x="544" y="212"/>
                  </a:lnTo>
                  <a:lnTo>
                    <a:pt x="537" y="212"/>
                  </a:lnTo>
                  <a:lnTo>
                    <a:pt x="534" y="215"/>
                  </a:lnTo>
                  <a:lnTo>
                    <a:pt x="514" y="215"/>
                  </a:lnTo>
                  <a:lnTo>
                    <a:pt x="510" y="219"/>
                  </a:lnTo>
                  <a:lnTo>
                    <a:pt x="497" y="219"/>
                  </a:lnTo>
                  <a:lnTo>
                    <a:pt x="494" y="222"/>
                  </a:lnTo>
                  <a:lnTo>
                    <a:pt x="487" y="222"/>
                  </a:lnTo>
                  <a:lnTo>
                    <a:pt x="484" y="226"/>
                  </a:lnTo>
                  <a:lnTo>
                    <a:pt x="477" y="226"/>
                  </a:lnTo>
                  <a:lnTo>
                    <a:pt x="470" y="229"/>
                  </a:lnTo>
                  <a:lnTo>
                    <a:pt x="467" y="229"/>
                  </a:lnTo>
                  <a:lnTo>
                    <a:pt x="457" y="233"/>
                  </a:lnTo>
                  <a:lnTo>
                    <a:pt x="450" y="236"/>
                  </a:lnTo>
                  <a:lnTo>
                    <a:pt x="440" y="240"/>
                  </a:lnTo>
                  <a:lnTo>
                    <a:pt x="430" y="240"/>
                  </a:lnTo>
                  <a:lnTo>
                    <a:pt x="424" y="243"/>
                  </a:lnTo>
                  <a:lnTo>
                    <a:pt x="414" y="246"/>
                  </a:lnTo>
                  <a:lnTo>
                    <a:pt x="404" y="250"/>
                  </a:lnTo>
                  <a:lnTo>
                    <a:pt x="397" y="253"/>
                  </a:lnTo>
                  <a:lnTo>
                    <a:pt x="387" y="257"/>
                  </a:lnTo>
                  <a:lnTo>
                    <a:pt x="377" y="260"/>
                  </a:lnTo>
                  <a:lnTo>
                    <a:pt x="370" y="264"/>
                  </a:lnTo>
                  <a:lnTo>
                    <a:pt x="360" y="267"/>
                  </a:lnTo>
                  <a:lnTo>
                    <a:pt x="354" y="267"/>
                  </a:lnTo>
                  <a:lnTo>
                    <a:pt x="344" y="271"/>
                  </a:lnTo>
                  <a:lnTo>
                    <a:pt x="337" y="274"/>
                  </a:lnTo>
                  <a:lnTo>
                    <a:pt x="327" y="278"/>
                  </a:lnTo>
                  <a:lnTo>
                    <a:pt x="344" y="260"/>
                  </a:lnTo>
                  <a:lnTo>
                    <a:pt x="360" y="246"/>
                  </a:lnTo>
                  <a:lnTo>
                    <a:pt x="377" y="233"/>
                  </a:lnTo>
                  <a:lnTo>
                    <a:pt x="394" y="215"/>
                  </a:lnTo>
                  <a:lnTo>
                    <a:pt x="410" y="205"/>
                  </a:lnTo>
                  <a:lnTo>
                    <a:pt x="430" y="191"/>
                  </a:lnTo>
                  <a:lnTo>
                    <a:pt x="447" y="177"/>
                  </a:lnTo>
                  <a:lnTo>
                    <a:pt x="467" y="163"/>
                  </a:lnTo>
                  <a:lnTo>
                    <a:pt x="484" y="153"/>
                  </a:lnTo>
                  <a:lnTo>
                    <a:pt x="500" y="139"/>
                  </a:lnTo>
                  <a:lnTo>
                    <a:pt x="520" y="129"/>
                  </a:lnTo>
                  <a:lnTo>
                    <a:pt x="537" y="115"/>
                  </a:lnTo>
                  <a:lnTo>
                    <a:pt x="557" y="104"/>
                  </a:lnTo>
                  <a:lnTo>
                    <a:pt x="574" y="94"/>
                  </a:lnTo>
                  <a:lnTo>
                    <a:pt x="594" y="80"/>
                  </a:lnTo>
                  <a:lnTo>
                    <a:pt x="610" y="70"/>
                  </a:lnTo>
                  <a:lnTo>
                    <a:pt x="630" y="63"/>
                  </a:lnTo>
                  <a:lnTo>
                    <a:pt x="650" y="59"/>
                  </a:lnTo>
                  <a:lnTo>
                    <a:pt x="670" y="52"/>
                  </a:lnTo>
                  <a:lnTo>
                    <a:pt x="690" y="49"/>
                  </a:lnTo>
                  <a:lnTo>
                    <a:pt x="707" y="42"/>
                  </a:lnTo>
                  <a:lnTo>
                    <a:pt x="727" y="39"/>
                  </a:lnTo>
                  <a:lnTo>
                    <a:pt x="747" y="35"/>
                  </a:lnTo>
                  <a:lnTo>
                    <a:pt x="767" y="32"/>
                  </a:lnTo>
                  <a:lnTo>
                    <a:pt x="787" y="28"/>
                  </a:lnTo>
                  <a:lnTo>
                    <a:pt x="807" y="25"/>
                  </a:lnTo>
                  <a:lnTo>
                    <a:pt x="827" y="21"/>
                  </a:lnTo>
                  <a:lnTo>
                    <a:pt x="847" y="18"/>
                  </a:lnTo>
                  <a:lnTo>
                    <a:pt x="867" y="14"/>
                  </a:lnTo>
                  <a:lnTo>
                    <a:pt x="890" y="11"/>
                  </a:lnTo>
                  <a:lnTo>
                    <a:pt x="907" y="7"/>
                  </a:lnTo>
                  <a:lnTo>
                    <a:pt x="927" y="4"/>
                  </a:lnTo>
                  <a:lnTo>
                    <a:pt x="910" y="14"/>
                  </a:lnTo>
                  <a:lnTo>
                    <a:pt x="894" y="21"/>
                  </a:lnTo>
                  <a:lnTo>
                    <a:pt x="877" y="28"/>
                  </a:lnTo>
                  <a:lnTo>
                    <a:pt x="860" y="39"/>
                  </a:lnTo>
                  <a:lnTo>
                    <a:pt x="844" y="45"/>
                  </a:lnTo>
                  <a:lnTo>
                    <a:pt x="827" y="56"/>
                  </a:lnTo>
                  <a:lnTo>
                    <a:pt x="810" y="63"/>
                  </a:lnTo>
                  <a:lnTo>
                    <a:pt x="794" y="73"/>
                  </a:lnTo>
                  <a:lnTo>
                    <a:pt x="777" y="80"/>
                  </a:lnTo>
                  <a:lnTo>
                    <a:pt x="760" y="91"/>
                  </a:lnTo>
                  <a:lnTo>
                    <a:pt x="744" y="101"/>
                  </a:lnTo>
                  <a:lnTo>
                    <a:pt x="730" y="111"/>
                  </a:lnTo>
                  <a:lnTo>
                    <a:pt x="714" y="122"/>
                  </a:lnTo>
                  <a:lnTo>
                    <a:pt x="697" y="132"/>
                  </a:lnTo>
                  <a:lnTo>
                    <a:pt x="680" y="146"/>
                  </a:lnTo>
                  <a:lnTo>
                    <a:pt x="667" y="156"/>
                  </a:lnTo>
                  <a:lnTo>
                    <a:pt x="660" y="163"/>
                  </a:lnTo>
                  <a:lnTo>
                    <a:pt x="650" y="167"/>
                  </a:lnTo>
                  <a:lnTo>
                    <a:pt x="644" y="170"/>
                  </a:lnTo>
                  <a:lnTo>
                    <a:pt x="637" y="174"/>
                  </a:lnTo>
                  <a:lnTo>
                    <a:pt x="630" y="181"/>
                  </a:lnTo>
                  <a:lnTo>
                    <a:pt x="624" y="184"/>
                  </a:lnTo>
                  <a:lnTo>
                    <a:pt x="617" y="191"/>
                  </a:lnTo>
                  <a:lnTo>
                    <a:pt x="610" y="194"/>
                  </a:lnTo>
                  <a:lnTo>
                    <a:pt x="610" y="198"/>
                  </a:lnTo>
                  <a:lnTo>
                    <a:pt x="614" y="201"/>
                  </a:lnTo>
                  <a:lnTo>
                    <a:pt x="614" y="205"/>
                  </a:lnTo>
                  <a:lnTo>
                    <a:pt x="617" y="208"/>
                  </a:lnTo>
                  <a:lnTo>
                    <a:pt x="630" y="198"/>
                  </a:lnTo>
                  <a:lnTo>
                    <a:pt x="644" y="191"/>
                  </a:lnTo>
                  <a:lnTo>
                    <a:pt x="654" y="181"/>
                  </a:lnTo>
                  <a:lnTo>
                    <a:pt x="667" y="170"/>
                  </a:lnTo>
                  <a:lnTo>
                    <a:pt x="680" y="163"/>
                  </a:lnTo>
                  <a:lnTo>
                    <a:pt x="694" y="153"/>
                  </a:lnTo>
                  <a:lnTo>
                    <a:pt x="707" y="142"/>
                  </a:lnTo>
                  <a:lnTo>
                    <a:pt x="720" y="136"/>
                  </a:lnTo>
                  <a:lnTo>
                    <a:pt x="734" y="125"/>
                  </a:lnTo>
                  <a:lnTo>
                    <a:pt x="744" y="118"/>
                  </a:lnTo>
                  <a:lnTo>
                    <a:pt x="760" y="111"/>
                  </a:lnTo>
                  <a:lnTo>
                    <a:pt x="770" y="101"/>
                  </a:lnTo>
                  <a:lnTo>
                    <a:pt x="784" y="94"/>
                  </a:lnTo>
                  <a:lnTo>
                    <a:pt x="797" y="87"/>
                  </a:lnTo>
                  <a:lnTo>
                    <a:pt x="814" y="77"/>
                  </a:lnTo>
                  <a:lnTo>
                    <a:pt x="827" y="73"/>
                  </a:lnTo>
                  <a:lnTo>
                    <a:pt x="834" y="66"/>
                  </a:lnTo>
                  <a:lnTo>
                    <a:pt x="840" y="63"/>
                  </a:lnTo>
                  <a:lnTo>
                    <a:pt x="847" y="59"/>
                  </a:lnTo>
                  <a:lnTo>
                    <a:pt x="854" y="56"/>
                  </a:lnTo>
                  <a:lnTo>
                    <a:pt x="864" y="52"/>
                  </a:lnTo>
                  <a:lnTo>
                    <a:pt x="870" y="49"/>
                  </a:lnTo>
                  <a:lnTo>
                    <a:pt x="877" y="45"/>
                  </a:lnTo>
                  <a:lnTo>
                    <a:pt x="884" y="42"/>
                  </a:lnTo>
                  <a:lnTo>
                    <a:pt x="890" y="39"/>
                  </a:lnTo>
                  <a:lnTo>
                    <a:pt x="900" y="35"/>
                  </a:lnTo>
                  <a:lnTo>
                    <a:pt x="907" y="32"/>
                  </a:lnTo>
                  <a:lnTo>
                    <a:pt x="914" y="28"/>
                  </a:lnTo>
                  <a:lnTo>
                    <a:pt x="924" y="25"/>
                  </a:lnTo>
                  <a:lnTo>
                    <a:pt x="930" y="21"/>
                  </a:lnTo>
                  <a:lnTo>
                    <a:pt x="937" y="18"/>
                  </a:lnTo>
                  <a:lnTo>
                    <a:pt x="944" y="14"/>
                  </a:lnTo>
                  <a:lnTo>
                    <a:pt x="940" y="4"/>
                  </a:lnTo>
                  <a:lnTo>
                    <a:pt x="964" y="4"/>
                  </a:lnTo>
                  <a:lnTo>
                    <a:pt x="970" y="0"/>
                  </a:lnTo>
                  <a:lnTo>
                    <a:pt x="990" y="0"/>
                  </a:lnTo>
                  <a:lnTo>
                    <a:pt x="1000" y="4"/>
                  </a:lnTo>
                  <a:lnTo>
                    <a:pt x="1007" y="11"/>
                  </a:lnTo>
                  <a:lnTo>
                    <a:pt x="1014" y="21"/>
                  </a:lnTo>
                  <a:lnTo>
                    <a:pt x="1017" y="35"/>
                  </a:lnTo>
                  <a:lnTo>
                    <a:pt x="1024" y="45"/>
                  </a:lnTo>
                  <a:lnTo>
                    <a:pt x="1027" y="56"/>
                  </a:lnTo>
                  <a:lnTo>
                    <a:pt x="1030" y="70"/>
                  </a:lnTo>
                  <a:lnTo>
                    <a:pt x="1030" y="80"/>
                  </a:lnTo>
                  <a:lnTo>
                    <a:pt x="1034" y="94"/>
                  </a:lnTo>
                  <a:lnTo>
                    <a:pt x="1037" y="104"/>
                  </a:lnTo>
                  <a:lnTo>
                    <a:pt x="1037" y="115"/>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1" name="Google Shape;261;p3"/>
            <p:cNvSpPr/>
            <p:nvPr/>
          </p:nvSpPr>
          <p:spPr>
            <a:xfrm>
              <a:off x="4097" y="2350"/>
              <a:ext cx="40" cy="516"/>
            </a:xfrm>
            <a:custGeom>
              <a:rect b="b" l="l" r="r" t="t"/>
              <a:pathLst>
                <a:path extrusionOk="0" h="516" w="40">
                  <a:moveTo>
                    <a:pt x="33" y="516"/>
                  </a:moveTo>
                  <a:lnTo>
                    <a:pt x="37" y="454"/>
                  </a:lnTo>
                  <a:lnTo>
                    <a:pt x="40" y="388"/>
                  </a:lnTo>
                  <a:lnTo>
                    <a:pt x="37" y="322"/>
                  </a:lnTo>
                  <a:lnTo>
                    <a:pt x="33" y="260"/>
                  </a:lnTo>
                  <a:lnTo>
                    <a:pt x="30" y="197"/>
                  </a:lnTo>
                  <a:lnTo>
                    <a:pt x="20" y="131"/>
                  </a:lnTo>
                  <a:lnTo>
                    <a:pt x="13" y="66"/>
                  </a:lnTo>
                  <a:lnTo>
                    <a:pt x="3" y="0"/>
                  </a:lnTo>
                  <a:lnTo>
                    <a:pt x="0" y="0"/>
                  </a:lnTo>
                  <a:lnTo>
                    <a:pt x="7" y="66"/>
                  </a:lnTo>
                  <a:lnTo>
                    <a:pt x="17" y="131"/>
                  </a:lnTo>
                  <a:lnTo>
                    <a:pt x="23" y="197"/>
                  </a:lnTo>
                  <a:lnTo>
                    <a:pt x="27" y="260"/>
                  </a:lnTo>
                  <a:lnTo>
                    <a:pt x="33" y="322"/>
                  </a:lnTo>
                  <a:lnTo>
                    <a:pt x="33" y="454"/>
                  </a:lnTo>
                  <a:lnTo>
                    <a:pt x="27" y="516"/>
                  </a:lnTo>
                  <a:lnTo>
                    <a:pt x="33" y="5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2" name="Google Shape;262;p3"/>
            <p:cNvSpPr/>
            <p:nvPr/>
          </p:nvSpPr>
          <p:spPr>
            <a:xfrm>
              <a:off x="4014" y="2866"/>
              <a:ext cx="116" cy="149"/>
            </a:xfrm>
            <a:custGeom>
              <a:rect b="b" l="l" r="r" t="t"/>
              <a:pathLst>
                <a:path extrusionOk="0" h="149" w="116">
                  <a:moveTo>
                    <a:pt x="6" y="149"/>
                  </a:moveTo>
                  <a:lnTo>
                    <a:pt x="13" y="139"/>
                  </a:lnTo>
                  <a:lnTo>
                    <a:pt x="20" y="132"/>
                  </a:lnTo>
                  <a:lnTo>
                    <a:pt x="30" y="125"/>
                  </a:lnTo>
                  <a:lnTo>
                    <a:pt x="63" y="90"/>
                  </a:lnTo>
                  <a:lnTo>
                    <a:pt x="73" y="83"/>
                  </a:lnTo>
                  <a:lnTo>
                    <a:pt x="80" y="73"/>
                  </a:lnTo>
                  <a:lnTo>
                    <a:pt x="96" y="55"/>
                  </a:lnTo>
                  <a:lnTo>
                    <a:pt x="100" y="45"/>
                  </a:lnTo>
                  <a:lnTo>
                    <a:pt x="106" y="35"/>
                  </a:lnTo>
                  <a:lnTo>
                    <a:pt x="110" y="24"/>
                  </a:lnTo>
                  <a:lnTo>
                    <a:pt x="113" y="14"/>
                  </a:lnTo>
                  <a:lnTo>
                    <a:pt x="116" y="0"/>
                  </a:lnTo>
                  <a:lnTo>
                    <a:pt x="110" y="0"/>
                  </a:lnTo>
                  <a:lnTo>
                    <a:pt x="106" y="14"/>
                  </a:lnTo>
                  <a:lnTo>
                    <a:pt x="103" y="24"/>
                  </a:lnTo>
                  <a:lnTo>
                    <a:pt x="100" y="35"/>
                  </a:lnTo>
                  <a:lnTo>
                    <a:pt x="96" y="42"/>
                  </a:lnTo>
                  <a:lnTo>
                    <a:pt x="90" y="52"/>
                  </a:lnTo>
                  <a:lnTo>
                    <a:pt x="83" y="62"/>
                  </a:lnTo>
                  <a:lnTo>
                    <a:pt x="76" y="69"/>
                  </a:lnTo>
                  <a:lnTo>
                    <a:pt x="66" y="76"/>
                  </a:lnTo>
                  <a:lnTo>
                    <a:pt x="60" y="87"/>
                  </a:lnTo>
                  <a:lnTo>
                    <a:pt x="50" y="94"/>
                  </a:lnTo>
                  <a:lnTo>
                    <a:pt x="0" y="146"/>
                  </a:lnTo>
                  <a:lnTo>
                    <a:pt x="3" y="146"/>
                  </a:lnTo>
                  <a:lnTo>
                    <a:pt x="6" y="14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3" name="Google Shape;263;p3"/>
            <p:cNvSpPr/>
            <p:nvPr/>
          </p:nvSpPr>
          <p:spPr>
            <a:xfrm>
              <a:off x="3814" y="3012"/>
              <a:ext cx="206" cy="211"/>
            </a:xfrm>
            <a:custGeom>
              <a:rect b="b" l="l" r="r" t="t"/>
              <a:pathLst>
                <a:path extrusionOk="0" h="211" w="206">
                  <a:moveTo>
                    <a:pt x="3" y="211"/>
                  </a:moveTo>
                  <a:lnTo>
                    <a:pt x="16" y="201"/>
                  </a:lnTo>
                  <a:lnTo>
                    <a:pt x="30" y="187"/>
                  </a:lnTo>
                  <a:lnTo>
                    <a:pt x="43" y="176"/>
                  </a:lnTo>
                  <a:lnTo>
                    <a:pt x="70" y="149"/>
                  </a:lnTo>
                  <a:lnTo>
                    <a:pt x="80" y="135"/>
                  </a:lnTo>
                  <a:lnTo>
                    <a:pt x="106" y="107"/>
                  </a:lnTo>
                  <a:lnTo>
                    <a:pt x="116" y="93"/>
                  </a:lnTo>
                  <a:lnTo>
                    <a:pt x="143" y="65"/>
                  </a:lnTo>
                  <a:lnTo>
                    <a:pt x="153" y="52"/>
                  </a:lnTo>
                  <a:lnTo>
                    <a:pt x="166" y="41"/>
                  </a:lnTo>
                  <a:lnTo>
                    <a:pt x="180" y="27"/>
                  </a:lnTo>
                  <a:lnTo>
                    <a:pt x="193" y="17"/>
                  </a:lnTo>
                  <a:lnTo>
                    <a:pt x="206" y="3"/>
                  </a:lnTo>
                  <a:lnTo>
                    <a:pt x="203" y="0"/>
                  </a:lnTo>
                  <a:lnTo>
                    <a:pt x="190" y="10"/>
                  </a:lnTo>
                  <a:lnTo>
                    <a:pt x="173" y="24"/>
                  </a:lnTo>
                  <a:lnTo>
                    <a:pt x="163" y="38"/>
                  </a:lnTo>
                  <a:lnTo>
                    <a:pt x="150" y="48"/>
                  </a:lnTo>
                  <a:lnTo>
                    <a:pt x="123" y="76"/>
                  </a:lnTo>
                  <a:lnTo>
                    <a:pt x="113" y="90"/>
                  </a:lnTo>
                  <a:lnTo>
                    <a:pt x="100" y="103"/>
                  </a:lnTo>
                  <a:lnTo>
                    <a:pt x="90" y="117"/>
                  </a:lnTo>
                  <a:lnTo>
                    <a:pt x="63" y="145"/>
                  </a:lnTo>
                  <a:lnTo>
                    <a:pt x="53" y="159"/>
                  </a:lnTo>
                  <a:lnTo>
                    <a:pt x="40" y="169"/>
                  </a:lnTo>
                  <a:lnTo>
                    <a:pt x="26" y="183"/>
                  </a:lnTo>
                  <a:lnTo>
                    <a:pt x="13" y="194"/>
                  </a:lnTo>
                  <a:lnTo>
                    <a:pt x="0" y="207"/>
                  </a:lnTo>
                  <a:lnTo>
                    <a:pt x="3" y="2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4" name="Google Shape;264;p3"/>
            <p:cNvSpPr/>
            <p:nvPr/>
          </p:nvSpPr>
          <p:spPr>
            <a:xfrm>
              <a:off x="3754" y="3219"/>
              <a:ext cx="63" cy="66"/>
            </a:xfrm>
            <a:custGeom>
              <a:rect b="b" l="l" r="r" t="t"/>
              <a:pathLst>
                <a:path extrusionOk="0" h="66" w="63">
                  <a:moveTo>
                    <a:pt x="3" y="66"/>
                  </a:moveTo>
                  <a:lnTo>
                    <a:pt x="13" y="59"/>
                  </a:lnTo>
                  <a:lnTo>
                    <a:pt x="20" y="52"/>
                  </a:lnTo>
                  <a:lnTo>
                    <a:pt x="30" y="45"/>
                  </a:lnTo>
                  <a:lnTo>
                    <a:pt x="36" y="35"/>
                  </a:lnTo>
                  <a:lnTo>
                    <a:pt x="43" y="28"/>
                  </a:lnTo>
                  <a:lnTo>
                    <a:pt x="50" y="18"/>
                  </a:lnTo>
                  <a:lnTo>
                    <a:pt x="53" y="11"/>
                  </a:lnTo>
                  <a:lnTo>
                    <a:pt x="63" y="4"/>
                  </a:lnTo>
                  <a:lnTo>
                    <a:pt x="60" y="0"/>
                  </a:lnTo>
                  <a:lnTo>
                    <a:pt x="50" y="7"/>
                  </a:lnTo>
                  <a:lnTo>
                    <a:pt x="43" y="14"/>
                  </a:lnTo>
                  <a:lnTo>
                    <a:pt x="36" y="25"/>
                  </a:lnTo>
                  <a:lnTo>
                    <a:pt x="30" y="32"/>
                  </a:lnTo>
                  <a:lnTo>
                    <a:pt x="23" y="42"/>
                  </a:lnTo>
                  <a:lnTo>
                    <a:pt x="16" y="45"/>
                  </a:lnTo>
                  <a:lnTo>
                    <a:pt x="10" y="52"/>
                  </a:lnTo>
                  <a:lnTo>
                    <a:pt x="0" y="59"/>
                  </a:lnTo>
                  <a:lnTo>
                    <a:pt x="3" y="59"/>
                  </a:lnTo>
                  <a:lnTo>
                    <a:pt x="3" y="6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5" name="Google Shape;265;p3"/>
            <p:cNvSpPr/>
            <p:nvPr/>
          </p:nvSpPr>
          <p:spPr>
            <a:xfrm>
              <a:off x="3360" y="3264"/>
              <a:ext cx="397" cy="28"/>
            </a:xfrm>
            <a:custGeom>
              <a:rect b="b" l="l" r="r" t="t"/>
              <a:pathLst>
                <a:path extrusionOk="0" h="28" w="397">
                  <a:moveTo>
                    <a:pt x="0" y="7"/>
                  </a:moveTo>
                  <a:lnTo>
                    <a:pt x="50" y="7"/>
                  </a:lnTo>
                  <a:lnTo>
                    <a:pt x="64" y="11"/>
                  </a:lnTo>
                  <a:lnTo>
                    <a:pt x="100" y="11"/>
                  </a:lnTo>
                  <a:lnTo>
                    <a:pt x="114" y="14"/>
                  </a:lnTo>
                  <a:lnTo>
                    <a:pt x="127" y="14"/>
                  </a:lnTo>
                  <a:lnTo>
                    <a:pt x="137" y="18"/>
                  </a:lnTo>
                  <a:lnTo>
                    <a:pt x="164" y="18"/>
                  </a:lnTo>
                  <a:lnTo>
                    <a:pt x="174" y="21"/>
                  </a:lnTo>
                  <a:lnTo>
                    <a:pt x="200" y="21"/>
                  </a:lnTo>
                  <a:lnTo>
                    <a:pt x="210" y="25"/>
                  </a:lnTo>
                  <a:lnTo>
                    <a:pt x="247" y="25"/>
                  </a:lnTo>
                  <a:lnTo>
                    <a:pt x="260" y="28"/>
                  </a:lnTo>
                  <a:lnTo>
                    <a:pt x="334" y="28"/>
                  </a:lnTo>
                  <a:lnTo>
                    <a:pt x="347" y="25"/>
                  </a:lnTo>
                  <a:lnTo>
                    <a:pt x="370" y="25"/>
                  </a:lnTo>
                  <a:lnTo>
                    <a:pt x="384" y="21"/>
                  </a:lnTo>
                  <a:lnTo>
                    <a:pt x="397" y="21"/>
                  </a:lnTo>
                  <a:lnTo>
                    <a:pt x="397" y="14"/>
                  </a:lnTo>
                  <a:lnTo>
                    <a:pt x="384" y="18"/>
                  </a:lnTo>
                  <a:lnTo>
                    <a:pt x="370" y="18"/>
                  </a:lnTo>
                  <a:lnTo>
                    <a:pt x="360" y="21"/>
                  </a:lnTo>
                  <a:lnTo>
                    <a:pt x="247" y="21"/>
                  </a:lnTo>
                  <a:lnTo>
                    <a:pt x="237" y="18"/>
                  </a:lnTo>
                  <a:lnTo>
                    <a:pt x="210" y="18"/>
                  </a:lnTo>
                  <a:lnTo>
                    <a:pt x="200" y="14"/>
                  </a:lnTo>
                  <a:lnTo>
                    <a:pt x="174" y="14"/>
                  </a:lnTo>
                  <a:lnTo>
                    <a:pt x="164" y="11"/>
                  </a:lnTo>
                  <a:lnTo>
                    <a:pt x="137" y="11"/>
                  </a:lnTo>
                  <a:lnTo>
                    <a:pt x="127" y="7"/>
                  </a:lnTo>
                  <a:lnTo>
                    <a:pt x="114" y="7"/>
                  </a:lnTo>
                  <a:lnTo>
                    <a:pt x="100" y="4"/>
                  </a:lnTo>
                  <a:lnTo>
                    <a:pt x="64" y="4"/>
                  </a:lnTo>
                  <a:lnTo>
                    <a:pt x="50" y="0"/>
                  </a:lnTo>
                  <a:lnTo>
                    <a:pt x="0"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6" name="Google Shape;266;p3"/>
            <p:cNvSpPr/>
            <p:nvPr/>
          </p:nvSpPr>
          <p:spPr>
            <a:xfrm>
              <a:off x="3144" y="3244"/>
              <a:ext cx="216" cy="27"/>
            </a:xfrm>
            <a:custGeom>
              <a:rect b="b" l="l" r="r" t="t"/>
              <a:pathLst>
                <a:path extrusionOk="0" h="27" w="216">
                  <a:moveTo>
                    <a:pt x="0" y="7"/>
                  </a:moveTo>
                  <a:lnTo>
                    <a:pt x="3" y="10"/>
                  </a:lnTo>
                  <a:lnTo>
                    <a:pt x="70" y="10"/>
                  </a:lnTo>
                  <a:lnTo>
                    <a:pt x="83" y="14"/>
                  </a:lnTo>
                  <a:lnTo>
                    <a:pt x="110" y="14"/>
                  </a:lnTo>
                  <a:lnTo>
                    <a:pt x="123" y="17"/>
                  </a:lnTo>
                  <a:lnTo>
                    <a:pt x="136" y="17"/>
                  </a:lnTo>
                  <a:lnTo>
                    <a:pt x="150" y="20"/>
                  </a:lnTo>
                  <a:lnTo>
                    <a:pt x="176" y="20"/>
                  </a:lnTo>
                  <a:lnTo>
                    <a:pt x="190" y="24"/>
                  </a:lnTo>
                  <a:lnTo>
                    <a:pt x="203" y="24"/>
                  </a:lnTo>
                  <a:lnTo>
                    <a:pt x="216" y="27"/>
                  </a:lnTo>
                  <a:lnTo>
                    <a:pt x="216" y="20"/>
                  </a:lnTo>
                  <a:lnTo>
                    <a:pt x="203" y="20"/>
                  </a:lnTo>
                  <a:lnTo>
                    <a:pt x="190" y="17"/>
                  </a:lnTo>
                  <a:lnTo>
                    <a:pt x="176" y="17"/>
                  </a:lnTo>
                  <a:lnTo>
                    <a:pt x="163" y="14"/>
                  </a:lnTo>
                  <a:lnTo>
                    <a:pt x="150" y="14"/>
                  </a:lnTo>
                  <a:lnTo>
                    <a:pt x="136" y="10"/>
                  </a:lnTo>
                  <a:lnTo>
                    <a:pt x="123" y="10"/>
                  </a:lnTo>
                  <a:lnTo>
                    <a:pt x="110" y="7"/>
                  </a:lnTo>
                  <a:lnTo>
                    <a:pt x="83" y="7"/>
                  </a:lnTo>
                  <a:lnTo>
                    <a:pt x="70" y="3"/>
                  </a:lnTo>
                  <a:lnTo>
                    <a:pt x="30" y="3"/>
                  </a:lnTo>
                  <a:lnTo>
                    <a:pt x="16" y="0"/>
                  </a:lnTo>
                  <a:lnTo>
                    <a:pt x="3" y="0"/>
                  </a:lnTo>
                  <a:lnTo>
                    <a:pt x="6" y="3"/>
                  </a:lnTo>
                  <a:lnTo>
                    <a:pt x="0" y="7"/>
                  </a:lnTo>
                  <a:lnTo>
                    <a:pt x="3" y="1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7" name="Google Shape;267;p3"/>
            <p:cNvSpPr/>
            <p:nvPr/>
          </p:nvSpPr>
          <p:spPr>
            <a:xfrm>
              <a:off x="3087" y="2991"/>
              <a:ext cx="63" cy="260"/>
            </a:xfrm>
            <a:custGeom>
              <a:rect b="b" l="l" r="r" t="t"/>
              <a:pathLst>
                <a:path extrusionOk="0" h="260" w="63">
                  <a:moveTo>
                    <a:pt x="0" y="0"/>
                  </a:moveTo>
                  <a:lnTo>
                    <a:pt x="10" y="31"/>
                  </a:lnTo>
                  <a:lnTo>
                    <a:pt x="17" y="62"/>
                  </a:lnTo>
                  <a:lnTo>
                    <a:pt x="23" y="97"/>
                  </a:lnTo>
                  <a:lnTo>
                    <a:pt x="30" y="128"/>
                  </a:lnTo>
                  <a:lnTo>
                    <a:pt x="37" y="163"/>
                  </a:lnTo>
                  <a:lnTo>
                    <a:pt x="43" y="194"/>
                  </a:lnTo>
                  <a:lnTo>
                    <a:pt x="50" y="225"/>
                  </a:lnTo>
                  <a:lnTo>
                    <a:pt x="57" y="260"/>
                  </a:lnTo>
                  <a:lnTo>
                    <a:pt x="63" y="256"/>
                  </a:lnTo>
                  <a:lnTo>
                    <a:pt x="57" y="225"/>
                  </a:lnTo>
                  <a:lnTo>
                    <a:pt x="50" y="194"/>
                  </a:lnTo>
                  <a:lnTo>
                    <a:pt x="43" y="159"/>
                  </a:lnTo>
                  <a:lnTo>
                    <a:pt x="37" y="128"/>
                  </a:lnTo>
                  <a:lnTo>
                    <a:pt x="30" y="97"/>
                  </a:lnTo>
                  <a:lnTo>
                    <a:pt x="23" y="62"/>
                  </a:lnTo>
                  <a:lnTo>
                    <a:pt x="17" y="31"/>
                  </a:lnTo>
                  <a:lnTo>
                    <a:pt x="7"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8" name="Google Shape;268;p3"/>
            <p:cNvSpPr/>
            <p:nvPr/>
          </p:nvSpPr>
          <p:spPr>
            <a:xfrm>
              <a:off x="3057" y="2811"/>
              <a:ext cx="37" cy="180"/>
            </a:xfrm>
            <a:custGeom>
              <a:rect b="b" l="l" r="r" t="t"/>
              <a:pathLst>
                <a:path extrusionOk="0" h="180" w="37">
                  <a:moveTo>
                    <a:pt x="0" y="0"/>
                  </a:moveTo>
                  <a:lnTo>
                    <a:pt x="0" y="3"/>
                  </a:lnTo>
                  <a:lnTo>
                    <a:pt x="3" y="24"/>
                  </a:lnTo>
                  <a:lnTo>
                    <a:pt x="7" y="48"/>
                  </a:lnTo>
                  <a:lnTo>
                    <a:pt x="10" y="72"/>
                  </a:lnTo>
                  <a:lnTo>
                    <a:pt x="13" y="93"/>
                  </a:lnTo>
                  <a:lnTo>
                    <a:pt x="20" y="114"/>
                  </a:lnTo>
                  <a:lnTo>
                    <a:pt x="23" y="135"/>
                  </a:lnTo>
                  <a:lnTo>
                    <a:pt x="30" y="159"/>
                  </a:lnTo>
                  <a:lnTo>
                    <a:pt x="30" y="180"/>
                  </a:lnTo>
                  <a:lnTo>
                    <a:pt x="37" y="180"/>
                  </a:lnTo>
                  <a:lnTo>
                    <a:pt x="33" y="156"/>
                  </a:lnTo>
                  <a:lnTo>
                    <a:pt x="30" y="135"/>
                  </a:lnTo>
                  <a:lnTo>
                    <a:pt x="27" y="114"/>
                  </a:lnTo>
                  <a:lnTo>
                    <a:pt x="20" y="90"/>
                  </a:lnTo>
                  <a:lnTo>
                    <a:pt x="17" y="69"/>
                  </a:lnTo>
                  <a:lnTo>
                    <a:pt x="10" y="48"/>
                  </a:lnTo>
                  <a:lnTo>
                    <a:pt x="10" y="24"/>
                  </a:lnTo>
                  <a:lnTo>
                    <a:pt x="7" y="3"/>
                  </a:lnTo>
                  <a:lnTo>
                    <a:pt x="3" y="7"/>
                  </a:lnTo>
                  <a:lnTo>
                    <a:pt x="0" y="0"/>
                  </a:lnTo>
                  <a:lnTo>
                    <a:pt x="0" y="3"/>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9" name="Google Shape;269;p3"/>
            <p:cNvSpPr/>
            <p:nvPr/>
          </p:nvSpPr>
          <p:spPr>
            <a:xfrm>
              <a:off x="3057" y="2693"/>
              <a:ext cx="270" cy="125"/>
            </a:xfrm>
            <a:custGeom>
              <a:rect b="b" l="l" r="r" t="t"/>
              <a:pathLst>
                <a:path extrusionOk="0" h="125" w="270">
                  <a:moveTo>
                    <a:pt x="267" y="3"/>
                  </a:moveTo>
                  <a:lnTo>
                    <a:pt x="267" y="0"/>
                  </a:lnTo>
                  <a:lnTo>
                    <a:pt x="250" y="7"/>
                  </a:lnTo>
                  <a:lnTo>
                    <a:pt x="233" y="14"/>
                  </a:lnTo>
                  <a:lnTo>
                    <a:pt x="217" y="21"/>
                  </a:lnTo>
                  <a:lnTo>
                    <a:pt x="200" y="28"/>
                  </a:lnTo>
                  <a:lnTo>
                    <a:pt x="183" y="34"/>
                  </a:lnTo>
                  <a:lnTo>
                    <a:pt x="167" y="41"/>
                  </a:lnTo>
                  <a:lnTo>
                    <a:pt x="150" y="45"/>
                  </a:lnTo>
                  <a:lnTo>
                    <a:pt x="133" y="52"/>
                  </a:lnTo>
                  <a:lnTo>
                    <a:pt x="113" y="59"/>
                  </a:lnTo>
                  <a:lnTo>
                    <a:pt x="97" y="66"/>
                  </a:lnTo>
                  <a:lnTo>
                    <a:pt x="80" y="73"/>
                  </a:lnTo>
                  <a:lnTo>
                    <a:pt x="67" y="79"/>
                  </a:lnTo>
                  <a:lnTo>
                    <a:pt x="47" y="90"/>
                  </a:lnTo>
                  <a:lnTo>
                    <a:pt x="30" y="97"/>
                  </a:lnTo>
                  <a:lnTo>
                    <a:pt x="17" y="107"/>
                  </a:lnTo>
                  <a:lnTo>
                    <a:pt x="0" y="118"/>
                  </a:lnTo>
                  <a:lnTo>
                    <a:pt x="3" y="125"/>
                  </a:lnTo>
                  <a:lnTo>
                    <a:pt x="20" y="114"/>
                  </a:lnTo>
                  <a:lnTo>
                    <a:pt x="33" y="104"/>
                  </a:lnTo>
                  <a:lnTo>
                    <a:pt x="50" y="97"/>
                  </a:lnTo>
                  <a:lnTo>
                    <a:pt x="67" y="86"/>
                  </a:lnTo>
                  <a:lnTo>
                    <a:pt x="83" y="79"/>
                  </a:lnTo>
                  <a:lnTo>
                    <a:pt x="100" y="73"/>
                  </a:lnTo>
                  <a:lnTo>
                    <a:pt x="117" y="66"/>
                  </a:lnTo>
                  <a:lnTo>
                    <a:pt x="133" y="59"/>
                  </a:lnTo>
                  <a:lnTo>
                    <a:pt x="150" y="52"/>
                  </a:lnTo>
                  <a:lnTo>
                    <a:pt x="167" y="48"/>
                  </a:lnTo>
                  <a:lnTo>
                    <a:pt x="183" y="41"/>
                  </a:lnTo>
                  <a:lnTo>
                    <a:pt x="203" y="34"/>
                  </a:lnTo>
                  <a:lnTo>
                    <a:pt x="220" y="28"/>
                  </a:lnTo>
                  <a:lnTo>
                    <a:pt x="237" y="21"/>
                  </a:lnTo>
                  <a:lnTo>
                    <a:pt x="253" y="14"/>
                  </a:lnTo>
                  <a:lnTo>
                    <a:pt x="270" y="7"/>
                  </a:lnTo>
                  <a:lnTo>
                    <a:pt x="270" y="3"/>
                  </a:lnTo>
                  <a:lnTo>
                    <a:pt x="270" y="7"/>
                  </a:lnTo>
                  <a:lnTo>
                    <a:pt x="270" y="3"/>
                  </a:lnTo>
                  <a:lnTo>
                    <a:pt x="26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0" name="Google Shape;270;p3"/>
            <p:cNvSpPr/>
            <p:nvPr/>
          </p:nvSpPr>
          <p:spPr>
            <a:xfrm>
              <a:off x="3324" y="2523"/>
              <a:ext cx="56" cy="173"/>
            </a:xfrm>
            <a:custGeom>
              <a:rect b="b" l="l" r="r" t="t"/>
              <a:pathLst>
                <a:path extrusionOk="0" h="173" w="56">
                  <a:moveTo>
                    <a:pt x="50" y="0"/>
                  </a:moveTo>
                  <a:lnTo>
                    <a:pt x="40" y="21"/>
                  </a:lnTo>
                  <a:lnTo>
                    <a:pt x="33" y="42"/>
                  </a:lnTo>
                  <a:lnTo>
                    <a:pt x="26" y="62"/>
                  </a:lnTo>
                  <a:lnTo>
                    <a:pt x="20" y="87"/>
                  </a:lnTo>
                  <a:lnTo>
                    <a:pt x="13" y="107"/>
                  </a:lnTo>
                  <a:lnTo>
                    <a:pt x="10" y="128"/>
                  </a:lnTo>
                  <a:lnTo>
                    <a:pt x="3" y="149"/>
                  </a:lnTo>
                  <a:lnTo>
                    <a:pt x="0" y="173"/>
                  </a:lnTo>
                  <a:lnTo>
                    <a:pt x="3" y="173"/>
                  </a:lnTo>
                  <a:lnTo>
                    <a:pt x="10" y="152"/>
                  </a:lnTo>
                  <a:lnTo>
                    <a:pt x="16" y="132"/>
                  </a:lnTo>
                  <a:lnTo>
                    <a:pt x="20" y="107"/>
                  </a:lnTo>
                  <a:lnTo>
                    <a:pt x="26" y="87"/>
                  </a:lnTo>
                  <a:lnTo>
                    <a:pt x="33" y="66"/>
                  </a:lnTo>
                  <a:lnTo>
                    <a:pt x="40" y="45"/>
                  </a:lnTo>
                  <a:lnTo>
                    <a:pt x="46" y="24"/>
                  </a:lnTo>
                  <a:lnTo>
                    <a:pt x="56" y="3"/>
                  </a:lnTo>
                  <a:lnTo>
                    <a:pt x="5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1" name="Google Shape;271;p3"/>
            <p:cNvSpPr/>
            <p:nvPr/>
          </p:nvSpPr>
          <p:spPr>
            <a:xfrm>
              <a:off x="3374" y="2516"/>
              <a:ext cx="10" cy="10"/>
            </a:xfrm>
            <a:custGeom>
              <a:rect b="b" l="l" r="r" t="t"/>
              <a:pathLst>
                <a:path extrusionOk="0" h="10" w="10">
                  <a:moveTo>
                    <a:pt x="10" y="4"/>
                  </a:moveTo>
                  <a:lnTo>
                    <a:pt x="3" y="4"/>
                  </a:lnTo>
                  <a:lnTo>
                    <a:pt x="0" y="7"/>
                  </a:lnTo>
                  <a:lnTo>
                    <a:pt x="6" y="10"/>
                  </a:lnTo>
                  <a:lnTo>
                    <a:pt x="10" y="7"/>
                  </a:lnTo>
                  <a:lnTo>
                    <a:pt x="3" y="7"/>
                  </a:lnTo>
                  <a:lnTo>
                    <a:pt x="10" y="4"/>
                  </a:lnTo>
                  <a:lnTo>
                    <a:pt x="6" y="0"/>
                  </a:lnTo>
                  <a:lnTo>
                    <a:pt x="3" y="4"/>
                  </a:lnTo>
                  <a:lnTo>
                    <a:pt x="1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2" name="Google Shape;272;p3"/>
            <p:cNvSpPr/>
            <p:nvPr/>
          </p:nvSpPr>
          <p:spPr>
            <a:xfrm>
              <a:off x="3377" y="2509"/>
              <a:ext cx="53" cy="21"/>
            </a:xfrm>
            <a:custGeom>
              <a:rect b="b" l="l" r="r" t="t"/>
              <a:pathLst>
                <a:path extrusionOk="0" h="21" w="53">
                  <a:moveTo>
                    <a:pt x="53" y="0"/>
                  </a:moveTo>
                  <a:lnTo>
                    <a:pt x="47" y="0"/>
                  </a:lnTo>
                  <a:lnTo>
                    <a:pt x="40" y="4"/>
                  </a:lnTo>
                  <a:lnTo>
                    <a:pt x="30" y="7"/>
                  </a:lnTo>
                  <a:lnTo>
                    <a:pt x="27" y="11"/>
                  </a:lnTo>
                  <a:lnTo>
                    <a:pt x="20" y="14"/>
                  </a:lnTo>
                  <a:lnTo>
                    <a:pt x="13" y="14"/>
                  </a:lnTo>
                  <a:lnTo>
                    <a:pt x="10" y="11"/>
                  </a:lnTo>
                  <a:lnTo>
                    <a:pt x="7" y="11"/>
                  </a:lnTo>
                  <a:lnTo>
                    <a:pt x="0" y="14"/>
                  </a:lnTo>
                  <a:lnTo>
                    <a:pt x="7" y="17"/>
                  </a:lnTo>
                  <a:lnTo>
                    <a:pt x="13" y="21"/>
                  </a:lnTo>
                  <a:lnTo>
                    <a:pt x="20" y="21"/>
                  </a:lnTo>
                  <a:lnTo>
                    <a:pt x="27" y="17"/>
                  </a:lnTo>
                  <a:lnTo>
                    <a:pt x="33" y="14"/>
                  </a:lnTo>
                  <a:lnTo>
                    <a:pt x="40" y="11"/>
                  </a:lnTo>
                  <a:lnTo>
                    <a:pt x="47" y="7"/>
                  </a:lnTo>
                  <a:lnTo>
                    <a:pt x="53" y="7"/>
                  </a:lnTo>
                  <a:lnTo>
                    <a:pt x="5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3" name="Google Shape;273;p3"/>
            <p:cNvSpPr/>
            <p:nvPr/>
          </p:nvSpPr>
          <p:spPr>
            <a:xfrm>
              <a:off x="3430" y="2450"/>
              <a:ext cx="204" cy="66"/>
            </a:xfrm>
            <a:custGeom>
              <a:rect b="b" l="l" r="r" t="t"/>
              <a:pathLst>
                <a:path extrusionOk="0" h="66" w="204">
                  <a:moveTo>
                    <a:pt x="197" y="0"/>
                  </a:moveTo>
                  <a:lnTo>
                    <a:pt x="200" y="0"/>
                  </a:lnTo>
                  <a:lnTo>
                    <a:pt x="187" y="4"/>
                  </a:lnTo>
                  <a:lnTo>
                    <a:pt x="174" y="7"/>
                  </a:lnTo>
                  <a:lnTo>
                    <a:pt x="160" y="11"/>
                  </a:lnTo>
                  <a:lnTo>
                    <a:pt x="150" y="11"/>
                  </a:lnTo>
                  <a:lnTo>
                    <a:pt x="137" y="14"/>
                  </a:lnTo>
                  <a:lnTo>
                    <a:pt x="124" y="18"/>
                  </a:lnTo>
                  <a:lnTo>
                    <a:pt x="110" y="21"/>
                  </a:lnTo>
                  <a:lnTo>
                    <a:pt x="97" y="25"/>
                  </a:lnTo>
                  <a:lnTo>
                    <a:pt x="87" y="28"/>
                  </a:lnTo>
                  <a:lnTo>
                    <a:pt x="74" y="31"/>
                  </a:lnTo>
                  <a:lnTo>
                    <a:pt x="60" y="35"/>
                  </a:lnTo>
                  <a:lnTo>
                    <a:pt x="47" y="38"/>
                  </a:lnTo>
                  <a:lnTo>
                    <a:pt x="37" y="45"/>
                  </a:lnTo>
                  <a:lnTo>
                    <a:pt x="24" y="49"/>
                  </a:lnTo>
                  <a:lnTo>
                    <a:pt x="10" y="52"/>
                  </a:lnTo>
                  <a:lnTo>
                    <a:pt x="0" y="59"/>
                  </a:lnTo>
                  <a:lnTo>
                    <a:pt x="0" y="66"/>
                  </a:lnTo>
                  <a:lnTo>
                    <a:pt x="14" y="59"/>
                  </a:lnTo>
                  <a:lnTo>
                    <a:pt x="24" y="56"/>
                  </a:lnTo>
                  <a:lnTo>
                    <a:pt x="37" y="52"/>
                  </a:lnTo>
                  <a:lnTo>
                    <a:pt x="50" y="45"/>
                  </a:lnTo>
                  <a:lnTo>
                    <a:pt x="64" y="42"/>
                  </a:lnTo>
                  <a:lnTo>
                    <a:pt x="74" y="38"/>
                  </a:lnTo>
                  <a:lnTo>
                    <a:pt x="87" y="35"/>
                  </a:lnTo>
                  <a:lnTo>
                    <a:pt x="100" y="31"/>
                  </a:lnTo>
                  <a:lnTo>
                    <a:pt x="114" y="28"/>
                  </a:lnTo>
                  <a:lnTo>
                    <a:pt x="124" y="25"/>
                  </a:lnTo>
                  <a:lnTo>
                    <a:pt x="137" y="21"/>
                  </a:lnTo>
                  <a:lnTo>
                    <a:pt x="150" y="18"/>
                  </a:lnTo>
                  <a:lnTo>
                    <a:pt x="164" y="14"/>
                  </a:lnTo>
                  <a:lnTo>
                    <a:pt x="174" y="14"/>
                  </a:lnTo>
                  <a:lnTo>
                    <a:pt x="190" y="11"/>
                  </a:lnTo>
                  <a:lnTo>
                    <a:pt x="200" y="7"/>
                  </a:lnTo>
                  <a:lnTo>
                    <a:pt x="204" y="7"/>
                  </a:lnTo>
                  <a:lnTo>
                    <a:pt x="200" y="7"/>
                  </a:lnTo>
                  <a:lnTo>
                    <a:pt x="204" y="7"/>
                  </a:lnTo>
                  <a:lnTo>
                    <a:pt x="19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4" name="Google Shape;274;p3"/>
            <p:cNvSpPr/>
            <p:nvPr/>
          </p:nvSpPr>
          <p:spPr>
            <a:xfrm>
              <a:off x="3627" y="2443"/>
              <a:ext cx="10" cy="14"/>
            </a:xfrm>
            <a:custGeom>
              <a:rect b="b" l="l" r="r" t="t"/>
              <a:pathLst>
                <a:path extrusionOk="0" h="14" w="10">
                  <a:moveTo>
                    <a:pt x="3" y="4"/>
                  </a:moveTo>
                  <a:lnTo>
                    <a:pt x="3" y="0"/>
                  </a:lnTo>
                  <a:lnTo>
                    <a:pt x="3" y="7"/>
                  </a:lnTo>
                  <a:lnTo>
                    <a:pt x="0" y="7"/>
                  </a:lnTo>
                  <a:lnTo>
                    <a:pt x="7" y="14"/>
                  </a:lnTo>
                  <a:lnTo>
                    <a:pt x="7" y="11"/>
                  </a:lnTo>
                  <a:lnTo>
                    <a:pt x="10" y="7"/>
                  </a:lnTo>
                  <a:lnTo>
                    <a:pt x="10" y="0"/>
                  </a:lnTo>
                  <a:lnTo>
                    <a:pt x="3"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5" name="Google Shape;275;p3"/>
            <p:cNvSpPr/>
            <p:nvPr/>
          </p:nvSpPr>
          <p:spPr>
            <a:xfrm>
              <a:off x="3610" y="2436"/>
              <a:ext cx="27" cy="11"/>
            </a:xfrm>
            <a:custGeom>
              <a:rect b="b" l="l" r="r" t="t"/>
              <a:pathLst>
                <a:path extrusionOk="0" h="11" w="27">
                  <a:moveTo>
                    <a:pt x="4" y="11"/>
                  </a:moveTo>
                  <a:lnTo>
                    <a:pt x="7" y="11"/>
                  </a:lnTo>
                  <a:lnTo>
                    <a:pt x="10" y="7"/>
                  </a:lnTo>
                  <a:lnTo>
                    <a:pt x="17" y="7"/>
                  </a:lnTo>
                  <a:lnTo>
                    <a:pt x="20" y="11"/>
                  </a:lnTo>
                  <a:lnTo>
                    <a:pt x="27" y="7"/>
                  </a:lnTo>
                  <a:lnTo>
                    <a:pt x="24" y="4"/>
                  </a:lnTo>
                  <a:lnTo>
                    <a:pt x="17" y="4"/>
                  </a:lnTo>
                  <a:lnTo>
                    <a:pt x="14" y="0"/>
                  </a:lnTo>
                  <a:lnTo>
                    <a:pt x="10" y="4"/>
                  </a:lnTo>
                  <a:lnTo>
                    <a:pt x="0" y="4"/>
                  </a:lnTo>
                  <a:lnTo>
                    <a:pt x="4"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6" name="Google Shape;276;p3"/>
            <p:cNvSpPr/>
            <p:nvPr/>
          </p:nvSpPr>
          <p:spPr>
            <a:xfrm>
              <a:off x="3527" y="2440"/>
              <a:ext cx="87" cy="28"/>
            </a:xfrm>
            <a:custGeom>
              <a:rect b="b" l="l" r="r" t="t"/>
              <a:pathLst>
                <a:path extrusionOk="0" h="28" w="87">
                  <a:moveTo>
                    <a:pt x="0" y="28"/>
                  </a:moveTo>
                  <a:lnTo>
                    <a:pt x="7" y="28"/>
                  </a:lnTo>
                  <a:lnTo>
                    <a:pt x="10" y="24"/>
                  </a:lnTo>
                  <a:lnTo>
                    <a:pt x="17" y="24"/>
                  </a:lnTo>
                  <a:lnTo>
                    <a:pt x="20" y="21"/>
                  </a:lnTo>
                  <a:lnTo>
                    <a:pt x="27" y="21"/>
                  </a:lnTo>
                  <a:lnTo>
                    <a:pt x="33" y="17"/>
                  </a:lnTo>
                  <a:lnTo>
                    <a:pt x="43" y="17"/>
                  </a:lnTo>
                  <a:lnTo>
                    <a:pt x="47" y="14"/>
                  </a:lnTo>
                  <a:lnTo>
                    <a:pt x="67" y="14"/>
                  </a:lnTo>
                  <a:lnTo>
                    <a:pt x="70" y="10"/>
                  </a:lnTo>
                  <a:lnTo>
                    <a:pt x="77" y="10"/>
                  </a:lnTo>
                  <a:lnTo>
                    <a:pt x="80" y="7"/>
                  </a:lnTo>
                  <a:lnTo>
                    <a:pt x="87" y="7"/>
                  </a:lnTo>
                  <a:lnTo>
                    <a:pt x="83" y="0"/>
                  </a:lnTo>
                  <a:lnTo>
                    <a:pt x="80" y="3"/>
                  </a:lnTo>
                  <a:lnTo>
                    <a:pt x="70" y="3"/>
                  </a:lnTo>
                  <a:lnTo>
                    <a:pt x="63" y="7"/>
                  </a:lnTo>
                  <a:lnTo>
                    <a:pt x="47" y="7"/>
                  </a:lnTo>
                  <a:lnTo>
                    <a:pt x="43" y="10"/>
                  </a:lnTo>
                  <a:lnTo>
                    <a:pt x="30" y="10"/>
                  </a:lnTo>
                  <a:lnTo>
                    <a:pt x="27" y="14"/>
                  </a:lnTo>
                  <a:lnTo>
                    <a:pt x="20" y="14"/>
                  </a:lnTo>
                  <a:lnTo>
                    <a:pt x="13" y="17"/>
                  </a:lnTo>
                  <a:lnTo>
                    <a:pt x="10" y="17"/>
                  </a:lnTo>
                  <a:lnTo>
                    <a:pt x="3" y="21"/>
                  </a:lnTo>
                  <a:lnTo>
                    <a:pt x="0" y="21"/>
                  </a:lnTo>
                  <a:lnTo>
                    <a:pt x="0"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7" name="Google Shape;277;p3"/>
            <p:cNvSpPr/>
            <p:nvPr/>
          </p:nvSpPr>
          <p:spPr>
            <a:xfrm>
              <a:off x="3374" y="2461"/>
              <a:ext cx="153" cy="62"/>
            </a:xfrm>
            <a:custGeom>
              <a:rect b="b" l="l" r="r" t="t"/>
              <a:pathLst>
                <a:path extrusionOk="0" h="62" w="153">
                  <a:moveTo>
                    <a:pt x="13" y="52"/>
                  </a:moveTo>
                  <a:lnTo>
                    <a:pt x="16" y="55"/>
                  </a:lnTo>
                  <a:lnTo>
                    <a:pt x="23" y="52"/>
                  </a:lnTo>
                  <a:lnTo>
                    <a:pt x="30" y="48"/>
                  </a:lnTo>
                  <a:lnTo>
                    <a:pt x="40" y="45"/>
                  </a:lnTo>
                  <a:lnTo>
                    <a:pt x="50" y="41"/>
                  </a:lnTo>
                  <a:lnTo>
                    <a:pt x="56" y="41"/>
                  </a:lnTo>
                  <a:lnTo>
                    <a:pt x="66" y="38"/>
                  </a:lnTo>
                  <a:lnTo>
                    <a:pt x="76" y="34"/>
                  </a:lnTo>
                  <a:lnTo>
                    <a:pt x="83" y="31"/>
                  </a:lnTo>
                  <a:lnTo>
                    <a:pt x="93" y="27"/>
                  </a:lnTo>
                  <a:lnTo>
                    <a:pt x="100" y="24"/>
                  </a:lnTo>
                  <a:lnTo>
                    <a:pt x="110" y="20"/>
                  </a:lnTo>
                  <a:lnTo>
                    <a:pt x="120" y="17"/>
                  </a:lnTo>
                  <a:lnTo>
                    <a:pt x="126" y="17"/>
                  </a:lnTo>
                  <a:lnTo>
                    <a:pt x="136" y="14"/>
                  </a:lnTo>
                  <a:lnTo>
                    <a:pt x="146" y="10"/>
                  </a:lnTo>
                  <a:lnTo>
                    <a:pt x="153" y="7"/>
                  </a:lnTo>
                  <a:lnTo>
                    <a:pt x="153" y="0"/>
                  </a:lnTo>
                  <a:lnTo>
                    <a:pt x="143" y="3"/>
                  </a:lnTo>
                  <a:lnTo>
                    <a:pt x="136" y="7"/>
                  </a:lnTo>
                  <a:lnTo>
                    <a:pt x="126" y="10"/>
                  </a:lnTo>
                  <a:lnTo>
                    <a:pt x="116" y="10"/>
                  </a:lnTo>
                  <a:lnTo>
                    <a:pt x="106" y="14"/>
                  </a:lnTo>
                  <a:lnTo>
                    <a:pt x="100" y="17"/>
                  </a:lnTo>
                  <a:lnTo>
                    <a:pt x="90" y="20"/>
                  </a:lnTo>
                  <a:lnTo>
                    <a:pt x="80" y="24"/>
                  </a:lnTo>
                  <a:lnTo>
                    <a:pt x="73" y="27"/>
                  </a:lnTo>
                  <a:lnTo>
                    <a:pt x="63" y="31"/>
                  </a:lnTo>
                  <a:lnTo>
                    <a:pt x="56" y="34"/>
                  </a:lnTo>
                  <a:lnTo>
                    <a:pt x="46" y="38"/>
                  </a:lnTo>
                  <a:lnTo>
                    <a:pt x="36" y="41"/>
                  </a:lnTo>
                  <a:lnTo>
                    <a:pt x="30" y="41"/>
                  </a:lnTo>
                  <a:lnTo>
                    <a:pt x="23" y="45"/>
                  </a:lnTo>
                  <a:lnTo>
                    <a:pt x="13" y="48"/>
                  </a:lnTo>
                  <a:lnTo>
                    <a:pt x="16" y="55"/>
                  </a:lnTo>
                  <a:lnTo>
                    <a:pt x="13" y="52"/>
                  </a:lnTo>
                  <a:lnTo>
                    <a:pt x="0" y="62"/>
                  </a:lnTo>
                  <a:lnTo>
                    <a:pt x="16" y="55"/>
                  </a:lnTo>
                  <a:lnTo>
                    <a:pt x="13" y="5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8" name="Google Shape;278;p3"/>
            <p:cNvSpPr/>
            <p:nvPr/>
          </p:nvSpPr>
          <p:spPr>
            <a:xfrm>
              <a:off x="3387" y="2301"/>
              <a:ext cx="287" cy="215"/>
            </a:xfrm>
            <a:custGeom>
              <a:rect b="b" l="l" r="r" t="t"/>
              <a:pathLst>
                <a:path extrusionOk="0" h="215" w="287">
                  <a:moveTo>
                    <a:pt x="283" y="0"/>
                  </a:moveTo>
                  <a:lnTo>
                    <a:pt x="267" y="11"/>
                  </a:lnTo>
                  <a:lnTo>
                    <a:pt x="247" y="25"/>
                  </a:lnTo>
                  <a:lnTo>
                    <a:pt x="230" y="35"/>
                  </a:lnTo>
                  <a:lnTo>
                    <a:pt x="210" y="49"/>
                  </a:lnTo>
                  <a:lnTo>
                    <a:pt x="190" y="59"/>
                  </a:lnTo>
                  <a:lnTo>
                    <a:pt x="173" y="70"/>
                  </a:lnTo>
                  <a:lnTo>
                    <a:pt x="153" y="83"/>
                  </a:lnTo>
                  <a:lnTo>
                    <a:pt x="137" y="97"/>
                  </a:lnTo>
                  <a:lnTo>
                    <a:pt x="120" y="108"/>
                  </a:lnTo>
                  <a:lnTo>
                    <a:pt x="100" y="122"/>
                  </a:lnTo>
                  <a:lnTo>
                    <a:pt x="83" y="135"/>
                  </a:lnTo>
                  <a:lnTo>
                    <a:pt x="67" y="149"/>
                  </a:lnTo>
                  <a:lnTo>
                    <a:pt x="50" y="163"/>
                  </a:lnTo>
                  <a:lnTo>
                    <a:pt x="30" y="177"/>
                  </a:lnTo>
                  <a:lnTo>
                    <a:pt x="13" y="194"/>
                  </a:lnTo>
                  <a:lnTo>
                    <a:pt x="0" y="212"/>
                  </a:lnTo>
                  <a:lnTo>
                    <a:pt x="3" y="215"/>
                  </a:lnTo>
                  <a:lnTo>
                    <a:pt x="20" y="198"/>
                  </a:lnTo>
                  <a:lnTo>
                    <a:pt x="37" y="184"/>
                  </a:lnTo>
                  <a:lnTo>
                    <a:pt x="53" y="167"/>
                  </a:lnTo>
                  <a:lnTo>
                    <a:pt x="70" y="153"/>
                  </a:lnTo>
                  <a:lnTo>
                    <a:pt x="87" y="139"/>
                  </a:lnTo>
                  <a:lnTo>
                    <a:pt x="103" y="125"/>
                  </a:lnTo>
                  <a:lnTo>
                    <a:pt x="123" y="115"/>
                  </a:lnTo>
                  <a:lnTo>
                    <a:pt x="140" y="101"/>
                  </a:lnTo>
                  <a:lnTo>
                    <a:pt x="157" y="87"/>
                  </a:lnTo>
                  <a:lnTo>
                    <a:pt x="177" y="76"/>
                  </a:lnTo>
                  <a:lnTo>
                    <a:pt x="197" y="66"/>
                  </a:lnTo>
                  <a:lnTo>
                    <a:pt x="213" y="52"/>
                  </a:lnTo>
                  <a:lnTo>
                    <a:pt x="233" y="42"/>
                  </a:lnTo>
                  <a:lnTo>
                    <a:pt x="250" y="31"/>
                  </a:lnTo>
                  <a:lnTo>
                    <a:pt x="270" y="18"/>
                  </a:lnTo>
                  <a:lnTo>
                    <a:pt x="287" y="7"/>
                  </a:lnTo>
                  <a:lnTo>
                    <a:pt x="28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9" name="Google Shape;279;p3"/>
            <p:cNvSpPr/>
            <p:nvPr/>
          </p:nvSpPr>
          <p:spPr>
            <a:xfrm>
              <a:off x="3670" y="2232"/>
              <a:ext cx="344" cy="76"/>
            </a:xfrm>
            <a:custGeom>
              <a:rect b="b" l="l" r="r" t="t"/>
              <a:pathLst>
                <a:path extrusionOk="0" h="76" w="344">
                  <a:moveTo>
                    <a:pt x="320" y="10"/>
                  </a:moveTo>
                  <a:lnTo>
                    <a:pt x="317" y="3"/>
                  </a:lnTo>
                  <a:lnTo>
                    <a:pt x="297" y="7"/>
                  </a:lnTo>
                  <a:lnTo>
                    <a:pt x="277" y="10"/>
                  </a:lnTo>
                  <a:lnTo>
                    <a:pt x="257" y="14"/>
                  </a:lnTo>
                  <a:lnTo>
                    <a:pt x="237" y="17"/>
                  </a:lnTo>
                  <a:lnTo>
                    <a:pt x="217" y="21"/>
                  </a:lnTo>
                  <a:lnTo>
                    <a:pt x="197" y="24"/>
                  </a:lnTo>
                  <a:lnTo>
                    <a:pt x="177" y="28"/>
                  </a:lnTo>
                  <a:lnTo>
                    <a:pt x="157" y="31"/>
                  </a:lnTo>
                  <a:lnTo>
                    <a:pt x="137" y="35"/>
                  </a:lnTo>
                  <a:lnTo>
                    <a:pt x="117" y="38"/>
                  </a:lnTo>
                  <a:lnTo>
                    <a:pt x="97" y="42"/>
                  </a:lnTo>
                  <a:lnTo>
                    <a:pt x="77" y="48"/>
                  </a:lnTo>
                  <a:lnTo>
                    <a:pt x="60" y="52"/>
                  </a:lnTo>
                  <a:lnTo>
                    <a:pt x="40" y="59"/>
                  </a:lnTo>
                  <a:lnTo>
                    <a:pt x="20" y="62"/>
                  </a:lnTo>
                  <a:lnTo>
                    <a:pt x="0" y="69"/>
                  </a:lnTo>
                  <a:lnTo>
                    <a:pt x="4" y="76"/>
                  </a:lnTo>
                  <a:lnTo>
                    <a:pt x="20" y="69"/>
                  </a:lnTo>
                  <a:lnTo>
                    <a:pt x="40" y="66"/>
                  </a:lnTo>
                  <a:lnTo>
                    <a:pt x="60" y="59"/>
                  </a:lnTo>
                  <a:lnTo>
                    <a:pt x="80" y="55"/>
                  </a:lnTo>
                  <a:lnTo>
                    <a:pt x="100" y="48"/>
                  </a:lnTo>
                  <a:lnTo>
                    <a:pt x="120" y="45"/>
                  </a:lnTo>
                  <a:lnTo>
                    <a:pt x="137" y="42"/>
                  </a:lnTo>
                  <a:lnTo>
                    <a:pt x="157" y="38"/>
                  </a:lnTo>
                  <a:lnTo>
                    <a:pt x="177" y="35"/>
                  </a:lnTo>
                  <a:lnTo>
                    <a:pt x="197" y="31"/>
                  </a:lnTo>
                  <a:lnTo>
                    <a:pt x="217" y="28"/>
                  </a:lnTo>
                  <a:lnTo>
                    <a:pt x="237" y="24"/>
                  </a:lnTo>
                  <a:lnTo>
                    <a:pt x="260" y="21"/>
                  </a:lnTo>
                  <a:lnTo>
                    <a:pt x="280" y="17"/>
                  </a:lnTo>
                  <a:lnTo>
                    <a:pt x="297" y="14"/>
                  </a:lnTo>
                  <a:lnTo>
                    <a:pt x="320" y="10"/>
                  </a:lnTo>
                  <a:lnTo>
                    <a:pt x="317" y="3"/>
                  </a:lnTo>
                  <a:lnTo>
                    <a:pt x="320" y="10"/>
                  </a:lnTo>
                  <a:lnTo>
                    <a:pt x="344" y="0"/>
                  </a:lnTo>
                  <a:lnTo>
                    <a:pt x="317" y="3"/>
                  </a:lnTo>
                  <a:lnTo>
                    <a:pt x="320"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0" name="Google Shape;280;p3"/>
            <p:cNvSpPr/>
            <p:nvPr/>
          </p:nvSpPr>
          <p:spPr>
            <a:xfrm>
              <a:off x="3724" y="2235"/>
              <a:ext cx="266" cy="160"/>
            </a:xfrm>
            <a:custGeom>
              <a:rect b="b" l="l" r="r" t="t"/>
              <a:pathLst>
                <a:path extrusionOk="0" h="160" w="266">
                  <a:moveTo>
                    <a:pt x="3" y="160"/>
                  </a:moveTo>
                  <a:lnTo>
                    <a:pt x="6" y="160"/>
                  </a:lnTo>
                  <a:lnTo>
                    <a:pt x="20" y="146"/>
                  </a:lnTo>
                  <a:lnTo>
                    <a:pt x="36" y="136"/>
                  </a:lnTo>
                  <a:lnTo>
                    <a:pt x="50" y="125"/>
                  </a:lnTo>
                  <a:lnTo>
                    <a:pt x="66" y="115"/>
                  </a:lnTo>
                  <a:lnTo>
                    <a:pt x="83" y="104"/>
                  </a:lnTo>
                  <a:lnTo>
                    <a:pt x="100" y="94"/>
                  </a:lnTo>
                  <a:lnTo>
                    <a:pt x="116" y="84"/>
                  </a:lnTo>
                  <a:lnTo>
                    <a:pt x="133" y="77"/>
                  </a:lnTo>
                  <a:lnTo>
                    <a:pt x="150" y="66"/>
                  </a:lnTo>
                  <a:lnTo>
                    <a:pt x="166" y="59"/>
                  </a:lnTo>
                  <a:lnTo>
                    <a:pt x="183" y="49"/>
                  </a:lnTo>
                  <a:lnTo>
                    <a:pt x="200" y="42"/>
                  </a:lnTo>
                  <a:lnTo>
                    <a:pt x="216" y="32"/>
                  </a:lnTo>
                  <a:lnTo>
                    <a:pt x="233" y="25"/>
                  </a:lnTo>
                  <a:lnTo>
                    <a:pt x="250" y="18"/>
                  </a:lnTo>
                  <a:lnTo>
                    <a:pt x="266" y="7"/>
                  </a:lnTo>
                  <a:lnTo>
                    <a:pt x="263" y="0"/>
                  </a:lnTo>
                  <a:lnTo>
                    <a:pt x="246" y="11"/>
                  </a:lnTo>
                  <a:lnTo>
                    <a:pt x="230" y="18"/>
                  </a:lnTo>
                  <a:lnTo>
                    <a:pt x="213" y="25"/>
                  </a:lnTo>
                  <a:lnTo>
                    <a:pt x="196" y="35"/>
                  </a:lnTo>
                  <a:lnTo>
                    <a:pt x="180" y="42"/>
                  </a:lnTo>
                  <a:lnTo>
                    <a:pt x="163" y="52"/>
                  </a:lnTo>
                  <a:lnTo>
                    <a:pt x="146" y="59"/>
                  </a:lnTo>
                  <a:lnTo>
                    <a:pt x="130" y="70"/>
                  </a:lnTo>
                  <a:lnTo>
                    <a:pt x="113" y="77"/>
                  </a:lnTo>
                  <a:lnTo>
                    <a:pt x="96" y="87"/>
                  </a:lnTo>
                  <a:lnTo>
                    <a:pt x="80" y="97"/>
                  </a:lnTo>
                  <a:lnTo>
                    <a:pt x="63" y="108"/>
                  </a:lnTo>
                  <a:lnTo>
                    <a:pt x="46" y="118"/>
                  </a:lnTo>
                  <a:lnTo>
                    <a:pt x="33" y="132"/>
                  </a:lnTo>
                  <a:lnTo>
                    <a:pt x="16" y="142"/>
                  </a:lnTo>
                  <a:lnTo>
                    <a:pt x="0" y="153"/>
                  </a:lnTo>
                  <a:lnTo>
                    <a:pt x="3" y="16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1" name="Google Shape;281;p3"/>
            <p:cNvSpPr/>
            <p:nvPr/>
          </p:nvSpPr>
          <p:spPr>
            <a:xfrm>
              <a:off x="3667" y="2388"/>
              <a:ext cx="60" cy="45"/>
            </a:xfrm>
            <a:custGeom>
              <a:rect b="b" l="l" r="r" t="t"/>
              <a:pathLst>
                <a:path extrusionOk="0" h="45" w="60">
                  <a:moveTo>
                    <a:pt x="7" y="45"/>
                  </a:moveTo>
                  <a:lnTo>
                    <a:pt x="13" y="38"/>
                  </a:lnTo>
                  <a:lnTo>
                    <a:pt x="20" y="35"/>
                  </a:lnTo>
                  <a:lnTo>
                    <a:pt x="27" y="28"/>
                  </a:lnTo>
                  <a:lnTo>
                    <a:pt x="33" y="24"/>
                  </a:lnTo>
                  <a:lnTo>
                    <a:pt x="40" y="21"/>
                  </a:lnTo>
                  <a:lnTo>
                    <a:pt x="47" y="17"/>
                  </a:lnTo>
                  <a:lnTo>
                    <a:pt x="53" y="10"/>
                  </a:lnTo>
                  <a:lnTo>
                    <a:pt x="60" y="7"/>
                  </a:lnTo>
                  <a:lnTo>
                    <a:pt x="57" y="0"/>
                  </a:lnTo>
                  <a:lnTo>
                    <a:pt x="50" y="7"/>
                  </a:lnTo>
                  <a:lnTo>
                    <a:pt x="43" y="10"/>
                  </a:lnTo>
                  <a:lnTo>
                    <a:pt x="37" y="14"/>
                  </a:lnTo>
                  <a:lnTo>
                    <a:pt x="30" y="17"/>
                  </a:lnTo>
                  <a:lnTo>
                    <a:pt x="23" y="24"/>
                  </a:lnTo>
                  <a:lnTo>
                    <a:pt x="17" y="28"/>
                  </a:lnTo>
                  <a:lnTo>
                    <a:pt x="7" y="35"/>
                  </a:lnTo>
                  <a:lnTo>
                    <a:pt x="0" y="41"/>
                  </a:lnTo>
                  <a:lnTo>
                    <a:pt x="3" y="38"/>
                  </a:lnTo>
                  <a:lnTo>
                    <a:pt x="0" y="41"/>
                  </a:lnTo>
                  <a:lnTo>
                    <a:pt x="7" y="4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2" name="Google Shape;282;p3"/>
            <p:cNvSpPr/>
            <p:nvPr/>
          </p:nvSpPr>
          <p:spPr>
            <a:xfrm>
              <a:off x="3667" y="2429"/>
              <a:ext cx="10" cy="18"/>
            </a:xfrm>
            <a:custGeom>
              <a:rect b="b" l="l" r="r" t="t"/>
              <a:pathLst>
                <a:path extrusionOk="0" h="18" w="10">
                  <a:moveTo>
                    <a:pt x="7" y="11"/>
                  </a:moveTo>
                  <a:lnTo>
                    <a:pt x="10" y="11"/>
                  </a:lnTo>
                  <a:lnTo>
                    <a:pt x="7" y="7"/>
                  </a:lnTo>
                  <a:lnTo>
                    <a:pt x="7" y="4"/>
                  </a:lnTo>
                  <a:lnTo>
                    <a:pt x="0" y="0"/>
                  </a:lnTo>
                  <a:lnTo>
                    <a:pt x="0" y="4"/>
                  </a:lnTo>
                  <a:lnTo>
                    <a:pt x="3" y="11"/>
                  </a:lnTo>
                  <a:lnTo>
                    <a:pt x="3" y="14"/>
                  </a:lnTo>
                  <a:lnTo>
                    <a:pt x="7" y="18"/>
                  </a:lnTo>
                  <a:lnTo>
                    <a:pt x="10" y="18"/>
                  </a:lnTo>
                  <a:lnTo>
                    <a:pt x="7" y="18"/>
                  </a:lnTo>
                  <a:lnTo>
                    <a:pt x="10" y="18"/>
                  </a:lnTo>
                  <a:lnTo>
                    <a:pt x="7"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3" name="Google Shape;283;p3"/>
            <p:cNvSpPr/>
            <p:nvPr/>
          </p:nvSpPr>
          <p:spPr>
            <a:xfrm>
              <a:off x="3674" y="2305"/>
              <a:ext cx="213" cy="142"/>
            </a:xfrm>
            <a:custGeom>
              <a:rect b="b" l="l" r="r" t="t"/>
              <a:pathLst>
                <a:path extrusionOk="0" h="142" w="213">
                  <a:moveTo>
                    <a:pt x="210" y="0"/>
                  </a:moveTo>
                  <a:lnTo>
                    <a:pt x="196" y="3"/>
                  </a:lnTo>
                  <a:lnTo>
                    <a:pt x="183" y="14"/>
                  </a:lnTo>
                  <a:lnTo>
                    <a:pt x="170" y="21"/>
                  </a:lnTo>
                  <a:lnTo>
                    <a:pt x="156" y="27"/>
                  </a:lnTo>
                  <a:lnTo>
                    <a:pt x="143" y="38"/>
                  </a:lnTo>
                  <a:lnTo>
                    <a:pt x="130" y="45"/>
                  </a:lnTo>
                  <a:lnTo>
                    <a:pt x="116" y="55"/>
                  </a:lnTo>
                  <a:lnTo>
                    <a:pt x="103" y="62"/>
                  </a:lnTo>
                  <a:lnTo>
                    <a:pt x="93" y="72"/>
                  </a:lnTo>
                  <a:lnTo>
                    <a:pt x="76" y="79"/>
                  </a:lnTo>
                  <a:lnTo>
                    <a:pt x="66" y="90"/>
                  </a:lnTo>
                  <a:lnTo>
                    <a:pt x="53" y="100"/>
                  </a:lnTo>
                  <a:lnTo>
                    <a:pt x="40" y="107"/>
                  </a:lnTo>
                  <a:lnTo>
                    <a:pt x="26" y="118"/>
                  </a:lnTo>
                  <a:lnTo>
                    <a:pt x="13" y="128"/>
                  </a:lnTo>
                  <a:lnTo>
                    <a:pt x="0" y="135"/>
                  </a:lnTo>
                  <a:lnTo>
                    <a:pt x="3" y="142"/>
                  </a:lnTo>
                  <a:lnTo>
                    <a:pt x="16" y="131"/>
                  </a:lnTo>
                  <a:lnTo>
                    <a:pt x="30" y="121"/>
                  </a:lnTo>
                  <a:lnTo>
                    <a:pt x="43" y="114"/>
                  </a:lnTo>
                  <a:lnTo>
                    <a:pt x="56" y="104"/>
                  </a:lnTo>
                  <a:lnTo>
                    <a:pt x="70" y="97"/>
                  </a:lnTo>
                  <a:lnTo>
                    <a:pt x="80" y="86"/>
                  </a:lnTo>
                  <a:lnTo>
                    <a:pt x="93" y="76"/>
                  </a:lnTo>
                  <a:lnTo>
                    <a:pt x="106" y="69"/>
                  </a:lnTo>
                  <a:lnTo>
                    <a:pt x="120" y="59"/>
                  </a:lnTo>
                  <a:lnTo>
                    <a:pt x="133" y="52"/>
                  </a:lnTo>
                  <a:lnTo>
                    <a:pt x="146" y="41"/>
                  </a:lnTo>
                  <a:lnTo>
                    <a:pt x="160" y="34"/>
                  </a:lnTo>
                  <a:lnTo>
                    <a:pt x="173" y="27"/>
                  </a:lnTo>
                  <a:lnTo>
                    <a:pt x="186" y="21"/>
                  </a:lnTo>
                  <a:lnTo>
                    <a:pt x="200" y="10"/>
                  </a:lnTo>
                  <a:lnTo>
                    <a:pt x="213" y="3"/>
                  </a:lnTo>
                  <a:lnTo>
                    <a:pt x="2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4" name="Google Shape;284;p3"/>
            <p:cNvSpPr/>
            <p:nvPr/>
          </p:nvSpPr>
          <p:spPr>
            <a:xfrm>
              <a:off x="3884" y="2246"/>
              <a:ext cx="123" cy="62"/>
            </a:xfrm>
            <a:custGeom>
              <a:rect b="b" l="l" r="r" t="t"/>
              <a:pathLst>
                <a:path extrusionOk="0" h="62" w="123">
                  <a:moveTo>
                    <a:pt x="116" y="3"/>
                  </a:moveTo>
                  <a:lnTo>
                    <a:pt x="120" y="0"/>
                  </a:lnTo>
                  <a:lnTo>
                    <a:pt x="113" y="3"/>
                  </a:lnTo>
                  <a:lnTo>
                    <a:pt x="103" y="7"/>
                  </a:lnTo>
                  <a:lnTo>
                    <a:pt x="96" y="10"/>
                  </a:lnTo>
                  <a:lnTo>
                    <a:pt x="90" y="14"/>
                  </a:lnTo>
                  <a:lnTo>
                    <a:pt x="83" y="17"/>
                  </a:lnTo>
                  <a:lnTo>
                    <a:pt x="73" y="21"/>
                  </a:lnTo>
                  <a:lnTo>
                    <a:pt x="66" y="24"/>
                  </a:lnTo>
                  <a:lnTo>
                    <a:pt x="60" y="28"/>
                  </a:lnTo>
                  <a:lnTo>
                    <a:pt x="53" y="31"/>
                  </a:lnTo>
                  <a:lnTo>
                    <a:pt x="43" y="34"/>
                  </a:lnTo>
                  <a:lnTo>
                    <a:pt x="36" y="38"/>
                  </a:lnTo>
                  <a:lnTo>
                    <a:pt x="30" y="41"/>
                  </a:lnTo>
                  <a:lnTo>
                    <a:pt x="23" y="45"/>
                  </a:lnTo>
                  <a:lnTo>
                    <a:pt x="13" y="48"/>
                  </a:lnTo>
                  <a:lnTo>
                    <a:pt x="10" y="52"/>
                  </a:lnTo>
                  <a:lnTo>
                    <a:pt x="0" y="59"/>
                  </a:lnTo>
                  <a:lnTo>
                    <a:pt x="3" y="62"/>
                  </a:lnTo>
                  <a:lnTo>
                    <a:pt x="10" y="59"/>
                  </a:lnTo>
                  <a:lnTo>
                    <a:pt x="16" y="55"/>
                  </a:lnTo>
                  <a:lnTo>
                    <a:pt x="26" y="52"/>
                  </a:lnTo>
                  <a:lnTo>
                    <a:pt x="33" y="48"/>
                  </a:lnTo>
                  <a:lnTo>
                    <a:pt x="40" y="45"/>
                  </a:lnTo>
                  <a:lnTo>
                    <a:pt x="46" y="41"/>
                  </a:lnTo>
                  <a:lnTo>
                    <a:pt x="53" y="38"/>
                  </a:lnTo>
                  <a:lnTo>
                    <a:pt x="63" y="34"/>
                  </a:lnTo>
                  <a:lnTo>
                    <a:pt x="70" y="31"/>
                  </a:lnTo>
                  <a:lnTo>
                    <a:pt x="76" y="28"/>
                  </a:lnTo>
                  <a:lnTo>
                    <a:pt x="83" y="24"/>
                  </a:lnTo>
                  <a:lnTo>
                    <a:pt x="93" y="21"/>
                  </a:lnTo>
                  <a:lnTo>
                    <a:pt x="100" y="17"/>
                  </a:lnTo>
                  <a:lnTo>
                    <a:pt x="106" y="14"/>
                  </a:lnTo>
                  <a:lnTo>
                    <a:pt x="113" y="10"/>
                  </a:lnTo>
                  <a:lnTo>
                    <a:pt x="120" y="7"/>
                  </a:lnTo>
                  <a:lnTo>
                    <a:pt x="123" y="3"/>
                  </a:lnTo>
                  <a:lnTo>
                    <a:pt x="120" y="7"/>
                  </a:lnTo>
                  <a:lnTo>
                    <a:pt x="123" y="7"/>
                  </a:lnTo>
                  <a:lnTo>
                    <a:pt x="123" y="3"/>
                  </a:lnTo>
                  <a:lnTo>
                    <a:pt x="116"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5" name="Google Shape;285;p3"/>
            <p:cNvSpPr/>
            <p:nvPr/>
          </p:nvSpPr>
          <p:spPr>
            <a:xfrm>
              <a:off x="3997" y="2235"/>
              <a:ext cx="10" cy="14"/>
            </a:xfrm>
            <a:custGeom>
              <a:rect b="b" l="l" r="r" t="t"/>
              <a:pathLst>
                <a:path extrusionOk="0" h="14" w="10">
                  <a:moveTo>
                    <a:pt x="3" y="0"/>
                  </a:moveTo>
                  <a:lnTo>
                    <a:pt x="0" y="4"/>
                  </a:lnTo>
                  <a:lnTo>
                    <a:pt x="3" y="14"/>
                  </a:lnTo>
                  <a:lnTo>
                    <a:pt x="10" y="14"/>
                  </a:lnTo>
                  <a:lnTo>
                    <a:pt x="7" y="4"/>
                  </a:lnTo>
                  <a:lnTo>
                    <a:pt x="3" y="7"/>
                  </a:lnTo>
                  <a:lnTo>
                    <a:pt x="3" y="0"/>
                  </a:lnTo>
                  <a:lnTo>
                    <a:pt x="0" y="0"/>
                  </a:lnTo>
                  <a:lnTo>
                    <a:pt x="0" y="4"/>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6" name="Google Shape;286;p3"/>
            <p:cNvSpPr/>
            <p:nvPr/>
          </p:nvSpPr>
          <p:spPr>
            <a:xfrm>
              <a:off x="4000" y="2232"/>
              <a:ext cx="77" cy="28"/>
            </a:xfrm>
            <a:custGeom>
              <a:rect b="b" l="l" r="r" t="t"/>
              <a:pathLst>
                <a:path extrusionOk="0" h="28" w="77">
                  <a:moveTo>
                    <a:pt x="77" y="24"/>
                  </a:moveTo>
                  <a:lnTo>
                    <a:pt x="70" y="10"/>
                  </a:lnTo>
                  <a:lnTo>
                    <a:pt x="60" y="3"/>
                  </a:lnTo>
                  <a:lnTo>
                    <a:pt x="54" y="0"/>
                  </a:lnTo>
                  <a:lnTo>
                    <a:pt x="30" y="0"/>
                  </a:lnTo>
                  <a:lnTo>
                    <a:pt x="24" y="3"/>
                  </a:lnTo>
                  <a:lnTo>
                    <a:pt x="0" y="3"/>
                  </a:lnTo>
                  <a:lnTo>
                    <a:pt x="0" y="10"/>
                  </a:lnTo>
                  <a:lnTo>
                    <a:pt x="24" y="10"/>
                  </a:lnTo>
                  <a:lnTo>
                    <a:pt x="30" y="7"/>
                  </a:lnTo>
                  <a:lnTo>
                    <a:pt x="50" y="7"/>
                  </a:lnTo>
                  <a:lnTo>
                    <a:pt x="60" y="10"/>
                  </a:lnTo>
                  <a:lnTo>
                    <a:pt x="64" y="17"/>
                  </a:lnTo>
                  <a:lnTo>
                    <a:pt x="70" y="28"/>
                  </a:lnTo>
                  <a:lnTo>
                    <a:pt x="77"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7" name="Google Shape;287;p3"/>
            <p:cNvSpPr/>
            <p:nvPr/>
          </p:nvSpPr>
          <p:spPr>
            <a:xfrm>
              <a:off x="4070" y="2256"/>
              <a:ext cx="30" cy="94"/>
            </a:xfrm>
            <a:custGeom>
              <a:rect b="b" l="l" r="r" t="t"/>
              <a:pathLst>
                <a:path extrusionOk="0" h="94" w="30">
                  <a:moveTo>
                    <a:pt x="30" y="94"/>
                  </a:moveTo>
                  <a:lnTo>
                    <a:pt x="30" y="83"/>
                  </a:lnTo>
                  <a:lnTo>
                    <a:pt x="27" y="73"/>
                  </a:lnTo>
                  <a:lnTo>
                    <a:pt x="24" y="59"/>
                  </a:lnTo>
                  <a:lnTo>
                    <a:pt x="24" y="45"/>
                  </a:lnTo>
                  <a:lnTo>
                    <a:pt x="20" y="35"/>
                  </a:lnTo>
                  <a:lnTo>
                    <a:pt x="17" y="21"/>
                  </a:lnTo>
                  <a:lnTo>
                    <a:pt x="10" y="11"/>
                  </a:lnTo>
                  <a:lnTo>
                    <a:pt x="7" y="0"/>
                  </a:lnTo>
                  <a:lnTo>
                    <a:pt x="0" y="4"/>
                  </a:lnTo>
                  <a:lnTo>
                    <a:pt x="7" y="14"/>
                  </a:lnTo>
                  <a:lnTo>
                    <a:pt x="7" y="24"/>
                  </a:lnTo>
                  <a:lnTo>
                    <a:pt x="14" y="35"/>
                  </a:lnTo>
                  <a:lnTo>
                    <a:pt x="17" y="49"/>
                  </a:lnTo>
                  <a:lnTo>
                    <a:pt x="17" y="59"/>
                  </a:lnTo>
                  <a:lnTo>
                    <a:pt x="20" y="73"/>
                  </a:lnTo>
                  <a:lnTo>
                    <a:pt x="24" y="83"/>
                  </a:lnTo>
                  <a:lnTo>
                    <a:pt x="27" y="94"/>
                  </a:lnTo>
                  <a:lnTo>
                    <a:pt x="30" y="9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8" name="Google Shape;288;p3"/>
            <p:cNvSpPr/>
            <p:nvPr/>
          </p:nvSpPr>
          <p:spPr>
            <a:xfrm>
              <a:off x="3730" y="2319"/>
              <a:ext cx="370" cy="842"/>
            </a:xfrm>
            <a:custGeom>
              <a:rect b="b" l="l" r="r" t="t"/>
              <a:pathLst>
                <a:path extrusionOk="0" h="842" w="370">
                  <a:moveTo>
                    <a:pt x="330" y="3"/>
                  </a:moveTo>
                  <a:lnTo>
                    <a:pt x="340" y="48"/>
                  </a:lnTo>
                  <a:lnTo>
                    <a:pt x="347" y="93"/>
                  </a:lnTo>
                  <a:lnTo>
                    <a:pt x="354" y="138"/>
                  </a:lnTo>
                  <a:lnTo>
                    <a:pt x="357" y="183"/>
                  </a:lnTo>
                  <a:lnTo>
                    <a:pt x="364" y="232"/>
                  </a:lnTo>
                  <a:lnTo>
                    <a:pt x="367" y="277"/>
                  </a:lnTo>
                  <a:lnTo>
                    <a:pt x="367" y="325"/>
                  </a:lnTo>
                  <a:lnTo>
                    <a:pt x="370" y="370"/>
                  </a:lnTo>
                  <a:lnTo>
                    <a:pt x="370" y="464"/>
                  </a:lnTo>
                  <a:lnTo>
                    <a:pt x="367" y="512"/>
                  </a:lnTo>
                  <a:lnTo>
                    <a:pt x="367" y="557"/>
                  </a:lnTo>
                  <a:lnTo>
                    <a:pt x="360" y="564"/>
                  </a:lnTo>
                  <a:lnTo>
                    <a:pt x="357" y="571"/>
                  </a:lnTo>
                  <a:lnTo>
                    <a:pt x="350" y="578"/>
                  </a:lnTo>
                  <a:lnTo>
                    <a:pt x="347" y="585"/>
                  </a:lnTo>
                  <a:lnTo>
                    <a:pt x="334" y="599"/>
                  </a:lnTo>
                  <a:lnTo>
                    <a:pt x="330" y="606"/>
                  </a:lnTo>
                  <a:lnTo>
                    <a:pt x="310" y="627"/>
                  </a:lnTo>
                  <a:lnTo>
                    <a:pt x="304" y="630"/>
                  </a:lnTo>
                  <a:lnTo>
                    <a:pt x="277" y="658"/>
                  </a:lnTo>
                  <a:lnTo>
                    <a:pt x="274" y="665"/>
                  </a:lnTo>
                  <a:lnTo>
                    <a:pt x="260" y="675"/>
                  </a:lnTo>
                  <a:lnTo>
                    <a:pt x="250" y="686"/>
                  </a:lnTo>
                  <a:lnTo>
                    <a:pt x="237" y="696"/>
                  </a:lnTo>
                  <a:lnTo>
                    <a:pt x="227" y="710"/>
                  </a:lnTo>
                  <a:lnTo>
                    <a:pt x="214" y="720"/>
                  </a:lnTo>
                  <a:lnTo>
                    <a:pt x="200" y="731"/>
                  </a:lnTo>
                  <a:lnTo>
                    <a:pt x="190" y="741"/>
                  </a:lnTo>
                  <a:lnTo>
                    <a:pt x="180" y="755"/>
                  </a:lnTo>
                  <a:lnTo>
                    <a:pt x="167" y="765"/>
                  </a:lnTo>
                  <a:lnTo>
                    <a:pt x="157" y="776"/>
                  </a:lnTo>
                  <a:lnTo>
                    <a:pt x="144" y="786"/>
                  </a:lnTo>
                  <a:lnTo>
                    <a:pt x="130" y="796"/>
                  </a:lnTo>
                  <a:lnTo>
                    <a:pt x="120" y="810"/>
                  </a:lnTo>
                  <a:lnTo>
                    <a:pt x="110" y="821"/>
                  </a:lnTo>
                  <a:lnTo>
                    <a:pt x="97" y="831"/>
                  </a:lnTo>
                  <a:lnTo>
                    <a:pt x="84" y="842"/>
                  </a:lnTo>
                  <a:lnTo>
                    <a:pt x="74" y="842"/>
                  </a:lnTo>
                  <a:lnTo>
                    <a:pt x="74" y="838"/>
                  </a:lnTo>
                  <a:lnTo>
                    <a:pt x="70" y="838"/>
                  </a:lnTo>
                  <a:lnTo>
                    <a:pt x="70" y="835"/>
                  </a:lnTo>
                  <a:lnTo>
                    <a:pt x="67" y="831"/>
                  </a:lnTo>
                  <a:lnTo>
                    <a:pt x="67" y="779"/>
                  </a:lnTo>
                  <a:lnTo>
                    <a:pt x="64" y="724"/>
                  </a:lnTo>
                  <a:lnTo>
                    <a:pt x="57" y="668"/>
                  </a:lnTo>
                  <a:lnTo>
                    <a:pt x="54" y="616"/>
                  </a:lnTo>
                  <a:lnTo>
                    <a:pt x="47" y="561"/>
                  </a:lnTo>
                  <a:lnTo>
                    <a:pt x="40" y="505"/>
                  </a:lnTo>
                  <a:lnTo>
                    <a:pt x="34" y="450"/>
                  </a:lnTo>
                  <a:lnTo>
                    <a:pt x="27" y="395"/>
                  </a:lnTo>
                  <a:lnTo>
                    <a:pt x="27" y="370"/>
                  </a:lnTo>
                  <a:lnTo>
                    <a:pt x="24" y="346"/>
                  </a:lnTo>
                  <a:lnTo>
                    <a:pt x="20" y="325"/>
                  </a:lnTo>
                  <a:lnTo>
                    <a:pt x="17" y="301"/>
                  </a:lnTo>
                  <a:lnTo>
                    <a:pt x="10" y="277"/>
                  </a:lnTo>
                  <a:lnTo>
                    <a:pt x="7" y="256"/>
                  </a:lnTo>
                  <a:lnTo>
                    <a:pt x="4" y="232"/>
                  </a:lnTo>
                  <a:lnTo>
                    <a:pt x="0" y="207"/>
                  </a:lnTo>
                  <a:lnTo>
                    <a:pt x="7" y="204"/>
                  </a:lnTo>
                  <a:lnTo>
                    <a:pt x="17" y="194"/>
                  </a:lnTo>
                  <a:lnTo>
                    <a:pt x="24" y="190"/>
                  </a:lnTo>
                  <a:lnTo>
                    <a:pt x="27" y="187"/>
                  </a:lnTo>
                  <a:lnTo>
                    <a:pt x="34" y="183"/>
                  </a:lnTo>
                  <a:lnTo>
                    <a:pt x="40" y="180"/>
                  </a:lnTo>
                  <a:lnTo>
                    <a:pt x="44" y="173"/>
                  </a:lnTo>
                  <a:lnTo>
                    <a:pt x="50" y="169"/>
                  </a:lnTo>
                  <a:lnTo>
                    <a:pt x="57" y="166"/>
                  </a:lnTo>
                  <a:lnTo>
                    <a:pt x="60" y="162"/>
                  </a:lnTo>
                  <a:lnTo>
                    <a:pt x="67" y="159"/>
                  </a:lnTo>
                  <a:lnTo>
                    <a:pt x="77" y="149"/>
                  </a:lnTo>
                  <a:lnTo>
                    <a:pt x="84" y="145"/>
                  </a:lnTo>
                  <a:lnTo>
                    <a:pt x="90" y="138"/>
                  </a:lnTo>
                  <a:lnTo>
                    <a:pt x="97" y="135"/>
                  </a:lnTo>
                  <a:lnTo>
                    <a:pt x="104" y="128"/>
                  </a:lnTo>
                  <a:lnTo>
                    <a:pt x="114" y="124"/>
                  </a:lnTo>
                  <a:lnTo>
                    <a:pt x="120" y="117"/>
                  </a:lnTo>
                  <a:lnTo>
                    <a:pt x="130" y="114"/>
                  </a:lnTo>
                  <a:lnTo>
                    <a:pt x="137" y="107"/>
                  </a:lnTo>
                  <a:lnTo>
                    <a:pt x="147" y="104"/>
                  </a:lnTo>
                  <a:lnTo>
                    <a:pt x="154" y="97"/>
                  </a:lnTo>
                  <a:lnTo>
                    <a:pt x="164" y="93"/>
                  </a:lnTo>
                  <a:lnTo>
                    <a:pt x="170" y="86"/>
                  </a:lnTo>
                  <a:lnTo>
                    <a:pt x="180" y="83"/>
                  </a:lnTo>
                  <a:lnTo>
                    <a:pt x="187" y="76"/>
                  </a:lnTo>
                  <a:lnTo>
                    <a:pt x="197" y="72"/>
                  </a:lnTo>
                  <a:lnTo>
                    <a:pt x="204" y="69"/>
                  </a:lnTo>
                  <a:lnTo>
                    <a:pt x="214" y="62"/>
                  </a:lnTo>
                  <a:lnTo>
                    <a:pt x="224" y="58"/>
                  </a:lnTo>
                  <a:lnTo>
                    <a:pt x="230" y="55"/>
                  </a:lnTo>
                  <a:lnTo>
                    <a:pt x="237" y="52"/>
                  </a:lnTo>
                  <a:lnTo>
                    <a:pt x="247" y="41"/>
                  </a:lnTo>
                  <a:lnTo>
                    <a:pt x="254" y="38"/>
                  </a:lnTo>
                  <a:lnTo>
                    <a:pt x="260" y="34"/>
                  </a:lnTo>
                  <a:lnTo>
                    <a:pt x="267" y="31"/>
                  </a:lnTo>
                  <a:lnTo>
                    <a:pt x="274" y="27"/>
                  </a:lnTo>
                  <a:lnTo>
                    <a:pt x="280" y="24"/>
                  </a:lnTo>
                  <a:lnTo>
                    <a:pt x="287" y="20"/>
                  </a:lnTo>
                  <a:lnTo>
                    <a:pt x="294" y="17"/>
                  </a:lnTo>
                  <a:lnTo>
                    <a:pt x="300" y="13"/>
                  </a:lnTo>
                  <a:lnTo>
                    <a:pt x="307" y="10"/>
                  </a:lnTo>
                  <a:lnTo>
                    <a:pt x="310" y="7"/>
                  </a:lnTo>
                  <a:lnTo>
                    <a:pt x="317" y="3"/>
                  </a:lnTo>
                  <a:lnTo>
                    <a:pt x="324" y="0"/>
                  </a:lnTo>
                  <a:lnTo>
                    <a:pt x="33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9" name="Google Shape;289;p3"/>
            <p:cNvSpPr/>
            <p:nvPr/>
          </p:nvSpPr>
          <p:spPr>
            <a:xfrm>
              <a:off x="4057" y="2322"/>
              <a:ext cx="47" cy="367"/>
            </a:xfrm>
            <a:custGeom>
              <a:rect b="b" l="l" r="r" t="t"/>
              <a:pathLst>
                <a:path extrusionOk="0" h="367" w="47">
                  <a:moveTo>
                    <a:pt x="47" y="367"/>
                  </a:moveTo>
                  <a:lnTo>
                    <a:pt x="43" y="322"/>
                  </a:lnTo>
                  <a:lnTo>
                    <a:pt x="40" y="274"/>
                  </a:lnTo>
                  <a:lnTo>
                    <a:pt x="40" y="229"/>
                  </a:lnTo>
                  <a:lnTo>
                    <a:pt x="33" y="180"/>
                  </a:lnTo>
                  <a:lnTo>
                    <a:pt x="30" y="135"/>
                  </a:lnTo>
                  <a:lnTo>
                    <a:pt x="23" y="90"/>
                  </a:lnTo>
                  <a:lnTo>
                    <a:pt x="17" y="45"/>
                  </a:lnTo>
                  <a:lnTo>
                    <a:pt x="7" y="0"/>
                  </a:lnTo>
                  <a:lnTo>
                    <a:pt x="0" y="4"/>
                  </a:lnTo>
                  <a:lnTo>
                    <a:pt x="10" y="45"/>
                  </a:lnTo>
                  <a:lnTo>
                    <a:pt x="17" y="90"/>
                  </a:lnTo>
                  <a:lnTo>
                    <a:pt x="23" y="135"/>
                  </a:lnTo>
                  <a:lnTo>
                    <a:pt x="27" y="180"/>
                  </a:lnTo>
                  <a:lnTo>
                    <a:pt x="33" y="229"/>
                  </a:lnTo>
                  <a:lnTo>
                    <a:pt x="37" y="274"/>
                  </a:lnTo>
                  <a:lnTo>
                    <a:pt x="40" y="322"/>
                  </a:lnTo>
                  <a:lnTo>
                    <a:pt x="40" y="367"/>
                  </a:lnTo>
                  <a:lnTo>
                    <a:pt x="47" y="36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0" name="Google Shape;290;p3"/>
            <p:cNvSpPr/>
            <p:nvPr/>
          </p:nvSpPr>
          <p:spPr>
            <a:xfrm>
              <a:off x="4094" y="2689"/>
              <a:ext cx="10" cy="187"/>
            </a:xfrm>
            <a:custGeom>
              <a:rect b="b" l="l" r="r" t="t"/>
              <a:pathLst>
                <a:path extrusionOk="0" h="187" w="10">
                  <a:moveTo>
                    <a:pt x="3" y="187"/>
                  </a:moveTo>
                  <a:lnTo>
                    <a:pt x="6" y="142"/>
                  </a:lnTo>
                  <a:lnTo>
                    <a:pt x="10" y="94"/>
                  </a:lnTo>
                  <a:lnTo>
                    <a:pt x="10" y="0"/>
                  </a:lnTo>
                  <a:lnTo>
                    <a:pt x="3" y="0"/>
                  </a:lnTo>
                  <a:lnTo>
                    <a:pt x="3" y="142"/>
                  </a:lnTo>
                  <a:lnTo>
                    <a:pt x="0" y="187"/>
                  </a:lnTo>
                  <a:lnTo>
                    <a:pt x="0" y="184"/>
                  </a:lnTo>
                  <a:lnTo>
                    <a:pt x="3" y="18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1" name="Google Shape;291;p3"/>
            <p:cNvSpPr/>
            <p:nvPr/>
          </p:nvSpPr>
          <p:spPr>
            <a:xfrm>
              <a:off x="4000" y="2873"/>
              <a:ext cx="97" cy="114"/>
            </a:xfrm>
            <a:custGeom>
              <a:rect b="b" l="l" r="r" t="t"/>
              <a:pathLst>
                <a:path extrusionOk="0" h="114" w="97">
                  <a:moveTo>
                    <a:pt x="4" y="114"/>
                  </a:moveTo>
                  <a:lnTo>
                    <a:pt x="4" y="111"/>
                  </a:lnTo>
                  <a:lnTo>
                    <a:pt x="10" y="104"/>
                  </a:lnTo>
                  <a:lnTo>
                    <a:pt x="17" y="100"/>
                  </a:lnTo>
                  <a:lnTo>
                    <a:pt x="37" y="80"/>
                  </a:lnTo>
                  <a:lnTo>
                    <a:pt x="40" y="73"/>
                  </a:lnTo>
                  <a:lnTo>
                    <a:pt x="47" y="66"/>
                  </a:lnTo>
                  <a:lnTo>
                    <a:pt x="57" y="62"/>
                  </a:lnTo>
                  <a:lnTo>
                    <a:pt x="60" y="55"/>
                  </a:lnTo>
                  <a:lnTo>
                    <a:pt x="74" y="42"/>
                  </a:lnTo>
                  <a:lnTo>
                    <a:pt x="77" y="35"/>
                  </a:lnTo>
                  <a:lnTo>
                    <a:pt x="90" y="21"/>
                  </a:lnTo>
                  <a:lnTo>
                    <a:pt x="94" y="10"/>
                  </a:lnTo>
                  <a:lnTo>
                    <a:pt x="97" y="3"/>
                  </a:lnTo>
                  <a:lnTo>
                    <a:pt x="94" y="0"/>
                  </a:lnTo>
                  <a:lnTo>
                    <a:pt x="87" y="10"/>
                  </a:lnTo>
                  <a:lnTo>
                    <a:pt x="77" y="21"/>
                  </a:lnTo>
                  <a:lnTo>
                    <a:pt x="74" y="28"/>
                  </a:lnTo>
                  <a:lnTo>
                    <a:pt x="60" y="42"/>
                  </a:lnTo>
                  <a:lnTo>
                    <a:pt x="57" y="48"/>
                  </a:lnTo>
                  <a:lnTo>
                    <a:pt x="24" y="83"/>
                  </a:lnTo>
                  <a:lnTo>
                    <a:pt x="20" y="90"/>
                  </a:lnTo>
                  <a:lnTo>
                    <a:pt x="14" y="94"/>
                  </a:lnTo>
                  <a:lnTo>
                    <a:pt x="0" y="107"/>
                  </a:lnTo>
                  <a:lnTo>
                    <a:pt x="4" y="1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2" name="Google Shape;292;p3"/>
            <p:cNvSpPr/>
            <p:nvPr/>
          </p:nvSpPr>
          <p:spPr>
            <a:xfrm>
              <a:off x="3814" y="2980"/>
              <a:ext cx="190" cy="184"/>
            </a:xfrm>
            <a:custGeom>
              <a:rect b="b" l="l" r="r" t="t"/>
              <a:pathLst>
                <a:path extrusionOk="0" h="184" w="190">
                  <a:moveTo>
                    <a:pt x="3" y="184"/>
                  </a:moveTo>
                  <a:lnTo>
                    <a:pt x="13" y="170"/>
                  </a:lnTo>
                  <a:lnTo>
                    <a:pt x="26" y="163"/>
                  </a:lnTo>
                  <a:lnTo>
                    <a:pt x="50" y="139"/>
                  </a:lnTo>
                  <a:lnTo>
                    <a:pt x="63" y="129"/>
                  </a:lnTo>
                  <a:lnTo>
                    <a:pt x="73" y="118"/>
                  </a:lnTo>
                  <a:lnTo>
                    <a:pt x="86" y="108"/>
                  </a:lnTo>
                  <a:lnTo>
                    <a:pt x="96" y="94"/>
                  </a:lnTo>
                  <a:lnTo>
                    <a:pt x="110" y="84"/>
                  </a:lnTo>
                  <a:lnTo>
                    <a:pt x="120" y="73"/>
                  </a:lnTo>
                  <a:lnTo>
                    <a:pt x="133" y="63"/>
                  </a:lnTo>
                  <a:lnTo>
                    <a:pt x="166" y="28"/>
                  </a:lnTo>
                  <a:lnTo>
                    <a:pt x="180" y="18"/>
                  </a:lnTo>
                  <a:lnTo>
                    <a:pt x="190" y="7"/>
                  </a:lnTo>
                  <a:lnTo>
                    <a:pt x="186" y="0"/>
                  </a:lnTo>
                  <a:lnTo>
                    <a:pt x="173" y="11"/>
                  </a:lnTo>
                  <a:lnTo>
                    <a:pt x="163" y="21"/>
                  </a:lnTo>
                  <a:lnTo>
                    <a:pt x="153" y="35"/>
                  </a:lnTo>
                  <a:lnTo>
                    <a:pt x="140" y="45"/>
                  </a:lnTo>
                  <a:lnTo>
                    <a:pt x="126" y="56"/>
                  </a:lnTo>
                  <a:lnTo>
                    <a:pt x="116" y="66"/>
                  </a:lnTo>
                  <a:lnTo>
                    <a:pt x="103" y="77"/>
                  </a:lnTo>
                  <a:lnTo>
                    <a:pt x="93" y="90"/>
                  </a:lnTo>
                  <a:lnTo>
                    <a:pt x="80" y="101"/>
                  </a:lnTo>
                  <a:lnTo>
                    <a:pt x="70" y="111"/>
                  </a:lnTo>
                  <a:lnTo>
                    <a:pt x="56" y="122"/>
                  </a:lnTo>
                  <a:lnTo>
                    <a:pt x="23" y="156"/>
                  </a:lnTo>
                  <a:lnTo>
                    <a:pt x="10" y="167"/>
                  </a:lnTo>
                  <a:lnTo>
                    <a:pt x="0" y="177"/>
                  </a:lnTo>
                  <a:lnTo>
                    <a:pt x="3" y="18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3" name="Google Shape;293;p3"/>
            <p:cNvSpPr/>
            <p:nvPr/>
          </p:nvSpPr>
          <p:spPr>
            <a:xfrm>
              <a:off x="3794" y="3150"/>
              <a:ext cx="23" cy="14"/>
            </a:xfrm>
            <a:custGeom>
              <a:rect b="b" l="l" r="r" t="t"/>
              <a:pathLst>
                <a:path extrusionOk="0" h="14" w="23">
                  <a:moveTo>
                    <a:pt x="0" y="0"/>
                  </a:moveTo>
                  <a:lnTo>
                    <a:pt x="0" y="4"/>
                  </a:lnTo>
                  <a:lnTo>
                    <a:pt x="10" y="14"/>
                  </a:lnTo>
                  <a:lnTo>
                    <a:pt x="23" y="14"/>
                  </a:lnTo>
                  <a:lnTo>
                    <a:pt x="20" y="7"/>
                  </a:lnTo>
                  <a:lnTo>
                    <a:pt x="10" y="7"/>
                  </a:lnTo>
                  <a:lnTo>
                    <a:pt x="10" y="4"/>
                  </a:lnTo>
                  <a:lnTo>
                    <a:pt x="6" y="0"/>
                  </a:lnTo>
                  <a:lnTo>
                    <a:pt x="0" y="0"/>
                  </a:lnTo>
                  <a:lnTo>
                    <a:pt x="0" y="4"/>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4" name="Google Shape;294;p3"/>
            <p:cNvSpPr/>
            <p:nvPr/>
          </p:nvSpPr>
          <p:spPr>
            <a:xfrm>
              <a:off x="3754" y="2714"/>
              <a:ext cx="46" cy="436"/>
            </a:xfrm>
            <a:custGeom>
              <a:rect b="b" l="l" r="r" t="t"/>
              <a:pathLst>
                <a:path extrusionOk="0" h="436" w="46">
                  <a:moveTo>
                    <a:pt x="0" y="0"/>
                  </a:moveTo>
                  <a:lnTo>
                    <a:pt x="6" y="55"/>
                  </a:lnTo>
                  <a:lnTo>
                    <a:pt x="13" y="110"/>
                  </a:lnTo>
                  <a:lnTo>
                    <a:pt x="20" y="166"/>
                  </a:lnTo>
                  <a:lnTo>
                    <a:pt x="26" y="221"/>
                  </a:lnTo>
                  <a:lnTo>
                    <a:pt x="30" y="273"/>
                  </a:lnTo>
                  <a:lnTo>
                    <a:pt x="36" y="329"/>
                  </a:lnTo>
                  <a:lnTo>
                    <a:pt x="40" y="384"/>
                  </a:lnTo>
                  <a:lnTo>
                    <a:pt x="40" y="436"/>
                  </a:lnTo>
                  <a:lnTo>
                    <a:pt x="46" y="436"/>
                  </a:lnTo>
                  <a:lnTo>
                    <a:pt x="46" y="384"/>
                  </a:lnTo>
                  <a:lnTo>
                    <a:pt x="43" y="329"/>
                  </a:lnTo>
                  <a:lnTo>
                    <a:pt x="36" y="273"/>
                  </a:lnTo>
                  <a:lnTo>
                    <a:pt x="33" y="221"/>
                  </a:lnTo>
                  <a:lnTo>
                    <a:pt x="26" y="166"/>
                  </a:lnTo>
                  <a:lnTo>
                    <a:pt x="20" y="110"/>
                  </a:lnTo>
                  <a:lnTo>
                    <a:pt x="13" y="55"/>
                  </a:lnTo>
                  <a:lnTo>
                    <a:pt x="6"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5" name="Google Shape;295;p3"/>
            <p:cNvSpPr/>
            <p:nvPr/>
          </p:nvSpPr>
          <p:spPr>
            <a:xfrm>
              <a:off x="3727" y="2523"/>
              <a:ext cx="33" cy="191"/>
            </a:xfrm>
            <a:custGeom>
              <a:rect b="b" l="l" r="r" t="t"/>
              <a:pathLst>
                <a:path extrusionOk="0" h="191" w="33">
                  <a:moveTo>
                    <a:pt x="3" y="0"/>
                  </a:moveTo>
                  <a:lnTo>
                    <a:pt x="3" y="28"/>
                  </a:lnTo>
                  <a:lnTo>
                    <a:pt x="7" y="52"/>
                  </a:lnTo>
                  <a:lnTo>
                    <a:pt x="10" y="73"/>
                  </a:lnTo>
                  <a:lnTo>
                    <a:pt x="17" y="97"/>
                  </a:lnTo>
                  <a:lnTo>
                    <a:pt x="20" y="121"/>
                  </a:lnTo>
                  <a:lnTo>
                    <a:pt x="23" y="142"/>
                  </a:lnTo>
                  <a:lnTo>
                    <a:pt x="27" y="166"/>
                  </a:lnTo>
                  <a:lnTo>
                    <a:pt x="27" y="191"/>
                  </a:lnTo>
                  <a:lnTo>
                    <a:pt x="33" y="191"/>
                  </a:lnTo>
                  <a:lnTo>
                    <a:pt x="33" y="166"/>
                  </a:lnTo>
                  <a:lnTo>
                    <a:pt x="30" y="142"/>
                  </a:lnTo>
                  <a:lnTo>
                    <a:pt x="27" y="118"/>
                  </a:lnTo>
                  <a:lnTo>
                    <a:pt x="23" y="97"/>
                  </a:lnTo>
                  <a:lnTo>
                    <a:pt x="17" y="73"/>
                  </a:lnTo>
                  <a:lnTo>
                    <a:pt x="13" y="49"/>
                  </a:lnTo>
                  <a:lnTo>
                    <a:pt x="10" y="28"/>
                  </a:lnTo>
                  <a:lnTo>
                    <a:pt x="7" y="3"/>
                  </a:lnTo>
                  <a:lnTo>
                    <a:pt x="7" y="7"/>
                  </a:lnTo>
                  <a:lnTo>
                    <a:pt x="3" y="0"/>
                  </a:lnTo>
                  <a:lnTo>
                    <a:pt x="0" y="0"/>
                  </a:lnTo>
                  <a:lnTo>
                    <a:pt x="3" y="3"/>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6" name="Google Shape;296;p3"/>
            <p:cNvSpPr/>
            <p:nvPr/>
          </p:nvSpPr>
          <p:spPr>
            <a:xfrm>
              <a:off x="3730" y="2454"/>
              <a:ext cx="90" cy="76"/>
            </a:xfrm>
            <a:custGeom>
              <a:rect b="b" l="l" r="r" t="t"/>
              <a:pathLst>
                <a:path extrusionOk="0" h="76" w="90">
                  <a:moveTo>
                    <a:pt x="87" y="0"/>
                  </a:moveTo>
                  <a:lnTo>
                    <a:pt x="80" y="7"/>
                  </a:lnTo>
                  <a:lnTo>
                    <a:pt x="74" y="10"/>
                  </a:lnTo>
                  <a:lnTo>
                    <a:pt x="70" y="17"/>
                  </a:lnTo>
                  <a:lnTo>
                    <a:pt x="64" y="21"/>
                  </a:lnTo>
                  <a:lnTo>
                    <a:pt x="60" y="24"/>
                  </a:lnTo>
                  <a:lnTo>
                    <a:pt x="54" y="27"/>
                  </a:lnTo>
                  <a:lnTo>
                    <a:pt x="47" y="31"/>
                  </a:lnTo>
                  <a:lnTo>
                    <a:pt x="44" y="38"/>
                  </a:lnTo>
                  <a:lnTo>
                    <a:pt x="37" y="41"/>
                  </a:lnTo>
                  <a:lnTo>
                    <a:pt x="34" y="45"/>
                  </a:lnTo>
                  <a:lnTo>
                    <a:pt x="27" y="48"/>
                  </a:lnTo>
                  <a:lnTo>
                    <a:pt x="20" y="52"/>
                  </a:lnTo>
                  <a:lnTo>
                    <a:pt x="17" y="59"/>
                  </a:lnTo>
                  <a:lnTo>
                    <a:pt x="10" y="62"/>
                  </a:lnTo>
                  <a:lnTo>
                    <a:pt x="4" y="66"/>
                  </a:lnTo>
                  <a:lnTo>
                    <a:pt x="0" y="69"/>
                  </a:lnTo>
                  <a:lnTo>
                    <a:pt x="4" y="76"/>
                  </a:lnTo>
                  <a:lnTo>
                    <a:pt x="17" y="62"/>
                  </a:lnTo>
                  <a:lnTo>
                    <a:pt x="24" y="59"/>
                  </a:lnTo>
                  <a:lnTo>
                    <a:pt x="30" y="55"/>
                  </a:lnTo>
                  <a:lnTo>
                    <a:pt x="37" y="52"/>
                  </a:lnTo>
                  <a:lnTo>
                    <a:pt x="47" y="41"/>
                  </a:lnTo>
                  <a:lnTo>
                    <a:pt x="54" y="38"/>
                  </a:lnTo>
                  <a:lnTo>
                    <a:pt x="57" y="34"/>
                  </a:lnTo>
                  <a:lnTo>
                    <a:pt x="64" y="31"/>
                  </a:lnTo>
                  <a:lnTo>
                    <a:pt x="70" y="27"/>
                  </a:lnTo>
                  <a:lnTo>
                    <a:pt x="74" y="21"/>
                  </a:lnTo>
                  <a:lnTo>
                    <a:pt x="80" y="17"/>
                  </a:lnTo>
                  <a:lnTo>
                    <a:pt x="90" y="7"/>
                  </a:lnTo>
                  <a:lnTo>
                    <a:pt x="8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7" name="Google Shape;297;p3"/>
            <p:cNvSpPr/>
            <p:nvPr/>
          </p:nvSpPr>
          <p:spPr>
            <a:xfrm>
              <a:off x="3817" y="2374"/>
              <a:ext cx="137" cy="87"/>
            </a:xfrm>
            <a:custGeom>
              <a:rect b="b" l="l" r="r" t="t"/>
              <a:pathLst>
                <a:path extrusionOk="0" h="87" w="137">
                  <a:moveTo>
                    <a:pt x="133" y="0"/>
                  </a:moveTo>
                  <a:lnTo>
                    <a:pt x="127" y="3"/>
                  </a:lnTo>
                  <a:lnTo>
                    <a:pt x="117" y="10"/>
                  </a:lnTo>
                  <a:lnTo>
                    <a:pt x="110" y="14"/>
                  </a:lnTo>
                  <a:lnTo>
                    <a:pt x="100" y="17"/>
                  </a:lnTo>
                  <a:lnTo>
                    <a:pt x="90" y="24"/>
                  </a:lnTo>
                  <a:lnTo>
                    <a:pt x="83" y="28"/>
                  </a:lnTo>
                  <a:lnTo>
                    <a:pt x="73" y="35"/>
                  </a:lnTo>
                  <a:lnTo>
                    <a:pt x="67" y="38"/>
                  </a:lnTo>
                  <a:lnTo>
                    <a:pt x="57" y="45"/>
                  </a:lnTo>
                  <a:lnTo>
                    <a:pt x="50" y="49"/>
                  </a:lnTo>
                  <a:lnTo>
                    <a:pt x="40" y="55"/>
                  </a:lnTo>
                  <a:lnTo>
                    <a:pt x="33" y="62"/>
                  </a:lnTo>
                  <a:lnTo>
                    <a:pt x="23" y="66"/>
                  </a:lnTo>
                  <a:lnTo>
                    <a:pt x="17" y="69"/>
                  </a:lnTo>
                  <a:lnTo>
                    <a:pt x="7" y="76"/>
                  </a:lnTo>
                  <a:lnTo>
                    <a:pt x="0" y="80"/>
                  </a:lnTo>
                  <a:lnTo>
                    <a:pt x="3" y="87"/>
                  </a:lnTo>
                  <a:lnTo>
                    <a:pt x="10" y="83"/>
                  </a:lnTo>
                  <a:lnTo>
                    <a:pt x="20" y="76"/>
                  </a:lnTo>
                  <a:lnTo>
                    <a:pt x="27" y="69"/>
                  </a:lnTo>
                  <a:lnTo>
                    <a:pt x="37" y="66"/>
                  </a:lnTo>
                  <a:lnTo>
                    <a:pt x="43" y="62"/>
                  </a:lnTo>
                  <a:lnTo>
                    <a:pt x="53" y="55"/>
                  </a:lnTo>
                  <a:lnTo>
                    <a:pt x="60" y="52"/>
                  </a:lnTo>
                  <a:lnTo>
                    <a:pt x="70" y="45"/>
                  </a:lnTo>
                  <a:lnTo>
                    <a:pt x="77" y="42"/>
                  </a:lnTo>
                  <a:lnTo>
                    <a:pt x="87" y="35"/>
                  </a:lnTo>
                  <a:lnTo>
                    <a:pt x="93" y="31"/>
                  </a:lnTo>
                  <a:lnTo>
                    <a:pt x="103" y="24"/>
                  </a:lnTo>
                  <a:lnTo>
                    <a:pt x="113" y="21"/>
                  </a:lnTo>
                  <a:lnTo>
                    <a:pt x="120" y="14"/>
                  </a:lnTo>
                  <a:lnTo>
                    <a:pt x="127" y="10"/>
                  </a:lnTo>
                  <a:lnTo>
                    <a:pt x="137" y="7"/>
                  </a:lnTo>
                  <a:lnTo>
                    <a:pt x="13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8" name="Google Shape;298;p3"/>
            <p:cNvSpPr/>
            <p:nvPr/>
          </p:nvSpPr>
          <p:spPr>
            <a:xfrm>
              <a:off x="3950" y="2312"/>
              <a:ext cx="107" cy="69"/>
            </a:xfrm>
            <a:custGeom>
              <a:rect b="b" l="l" r="r" t="t"/>
              <a:pathLst>
                <a:path extrusionOk="0" h="69" w="107">
                  <a:moveTo>
                    <a:pt x="107" y="3"/>
                  </a:moveTo>
                  <a:lnTo>
                    <a:pt x="104" y="3"/>
                  </a:lnTo>
                  <a:lnTo>
                    <a:pt x="97" y="7"/>
                  </a:lnTo>
                  <a:lnTo>
                    <a:pt x="90" y="10"/>
                  </a:lnTo>
                  <a:lnTo>
                    <a:pt x="84" y="14"/>
                  </a:lnTo>
                  <a:lnTo>
                    <a:pt x="77" y="17"/>
                  </a:lnTo>
                  <a:lnTo>
                    <a:pt x="70" y="20"/>
                  </a:lnTo>
                  <a:lnTo>
                    <a:pt x="64" y="24"/>
                  </a:lnTo>
                  <a:lnTo>
                    <a:pt x="57" y="27"/>
                  </a:lnTo>
                  <a:lnTo>
                    <a:pt x="50" y="31"/>
                  </a:lnTo>
                  <a:lnTo>
                    <a:pt x="44" y="34"/>
                  </a:lnTo>
                  <a:lnTo>
                    <a:pt x="37" y="38"/>
                  </a:lnTo>
                  <a:lnTo>
                    <a:pt x="27" y="48"/>
                  </a:lnTo>
                  <a:lnTo>
                    <a:pt x="20" y="52"/>
                  </a:lnTo>
                  <a:lnTo>
                    <a:pt x="14" y="55"/>
                  </a:lnTo>
                  <a:lnTo>
                    <a:pt x="7" y="59"/>
                  </a:lnTo>
                  <a:lnTo>
                    <a:pt x="0" y="62"/>
                  </a:lnTo>
                  <a:lnTo>
                    <a:pt x="4" y="69"/>
                  </a:lnTo>
                  <a:lnTo>
                    <a:pt x="10" y="65"/>
                  </a:lnTo>
                  <a:lnTo>
                    <a:pt x="17" y="59"/>
                  </a:lnTo>
                  <a:lnTo>
                    <a:pt x="24" y="55"/>
                  </a:lnTo>
                  <a:lnTo>
                    <a:pt x="30" y="52"/>
                  </a:lnTo>
                  <a:lnTo>
                    <a:pt x="37" y="48"/>
                  </a:lnTo>
                  <a:lnTo>
                    <a:pt x="40" y="45"/>
                  </a:lnTo>
                  <a:lnTo>
                    <a:pt x="47" y="41"/>
                  </a:lnTo>
                  <a:lnTo>
                    <a:pt x="54" y="38"/>
                  </a:lnTo>
                  <a:lnTo>
                    <a:pt x="60" y="34"/>
                  </a:lnTo>
                  <a:lnTo>
                    <a:pt x="67" y="31"/>
                  </a:lnTo>
                  <a:lnTo>
                    <a:pt x="74" y="27"/>
                  </a:lnTo>
                  <a:lnTo>
                    <a:pt x="80" y="24"/>
                  </a:lnTo>
                  <a:lnTo>
                    <a:pt x="87" y="20"/>
                  </a:lnTo>
                  <a:lnTo>
                    <a:pt x="94" y="17"/>
                  </a:lnTo>
                  <a:lnTo>
                    <a:pt x="100" y="14"/>
                  </a:lnTo>
                  <a:lnTo>
                    <a:pt x="107" y="10"/>
                  </a:lnTo>
                  <a:lnTo>
                    <a:pt x="104" y="7"/>
                  </a:lnTo>
                  <a:lnTo>
                    <a:pt x="107" y="3"/>
                  </a:lnTo>
                  <a:lnTo>
                    <a:pt x="107" y="0"/>
                  </a:lnTo>
                  <a:lnTo>
                    <a:pt x="104" y="3"/>
                  </a:lnTo>
                  <a:lnTo>
                    <a:pt x="10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9" name="Google Shape;299;p3"/>
            <p:cNvSpPr/>
            <p:nvPr/>
          </p:nvSpPr>
          <p:spPr>
            <a:xfrm>
              <a:off x="4054" y="2315"/>
              <a:ext cx="10" cy="11"/>
            </a:xfrm>
            <a:custGeom>
              <a:rect b="b" l="l" r="r" t="t"/>
              <a:pathLst>
                <a:path extrusionOk="0" h="11" w="10">
                  <a:moveTo>
                    <a:pt x="10" y="7"/>
                  </a:moveTo>
                  <a:lnTo>
                    <a:pt x="6" y="7"/>
                  </a:lnTo>
                  <a:lnTo>
                    <a:pt x="3" y="0"/>
                  </a:lnTo>
                  <a:lnTo>
                    <a:pt x="0" y="4"/>
                  </a:lnTo>
                  <a:lnTo>
                    <a:pt x="3" y="11"/>
                  </a:lnTo>
                  <a:lnTo>
                    <a:pt x="10" y="7"/>
                  </a:lnTo>
                  <a:lnTo>
                    <a:pt x="6" y="7"/>
                  </a:lnTo>
                  <a:lnTo>
                    <a:pt x="1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0" name="Google Shape;300;p3"/>
            <p:cNvSpPr/>
            <p:nvPr/>
          </p:nvSpPr>
          <p:spPr>
            <a:xfrm>
              <a:off x="4690" y="2326"/>
              <a:ext cx="17" cy="138"/>
            </a:xfrm>
            <a:custGeom>
              <a:rect b="b" l="l" r="r" t="t"/>
              <a:pathLst>
                <a:path extrusionOk="0" h="138" w="17">
                  <a:moveTo>
                    <a:pt x="17" y="3"/>
                  </a:moveTo>
                  <a:lnTo>
                    <a:pt x="14" y="31"/>
                  </a:lnTo>
                  <a:lnTo>
                    <a:pt x="10" y="65"/>
                  </a:lnTo>
                  <a:lnTo>
                    <a:pt x="10" y="97"/>
                  </a:lnTo>
                  <a:lnTo>
                    <a:pt x="14" y="128"/>
                  </a:lnTo>
                  <a:lnTo>
                    <a:pt x="14" y="138"/>
                  </a:lnTo>
                  <a:lnTo>
                    <a:pt x="4" y="138"/>
                  </a:lnTo>
                  <a:lnTo>
                    <a:pt x="0" y="100"/>
                  </a:lnTo>
                  <a:lnTo>
                    <a:pt x="0" y="69"/>
                  </a:lnTo>
                  <a:lnTo>
                    <a:pt x="4" y="34"/>
                  </a:lnTo>
                  <a:lnTo>
                    <a:pt x="7" y="0"/>
                  </a:lnTo>
                  <a:lnTo>
                    <a:pt x="1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1" name="Google Shape;301;p3"/>
            <p:cNvSpPr/>
            <p:nvPr/>
          </p:nvSpPr>
          <p:spPr>
            <a:xfrm>
              <a:off x="4697" y="2326"/>
              <a:ext cx="13" cy="128"/>
            </a:xfrm>
            <a:custGeom>
              <a:rect b="b" l="l" r="r" t="t"/>
              <a:pathLst>
                <a:path extrusionOk="0" h="128" w="13">
                  <a:moveTo>
                    <a:pt x="10" y="128"/>
                  </a:moveTo>
                  <a:lnTo>
                    <a:pt x="7" y="97"/>
                  </a:lnTo>
                  <a:lnTo>
                    <a:pt x="7" y="65"/>
                  </a:lnTo>
                  <a:lnTo>
                    <a:pt x="10" y="31"/>
                  </a:lnTo>
                  <a:lnTo>
                    <a:pt x="13" y="3"/>
                  </a:lnTo>
                  <a:lnTo>
                    <a:pt x="7" y="0"/>
                  </a:lnTo>
                  <a:lnTo>
                    <a:pt x="3" y="31"/>
                  </a:lnTo>
                  <a:lnTo>
                    <a:pt x="0" y="65"/>
                  </a:lnTo>
                  <a:lnTo>
                    <a:pt x="0" y="97"/>
                  </a:lnTo>
                  <a:lnTo>
                    <a:pt x="7" y="128"/>
                  </a:lnTo>
                  <a:lnTo>
                    <a:pt x="10"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2" name="Google Shape;302;p3"/>
            <p:cNvSpPr/>
            <p:nvPr/>
          </p:nvSpPr>
          <p:spPr>
            <a:xfrm>
              <a:off x="4690" y="2454"/>
              <a:ext cx="17" cy="14"/>
            </a:xfrm>
            <a:custGeom>
              <a:rect b="b" l="l" r="r" t="t"/>
              <a:pathLst>
                <a:path extrusionOk="0" h="14" w="17">
                  <a:moveTo>
                    <a:pt x="0" y="10"/>
                  </a:moveTo>
                  <a:lnTo>
                    <a:pt x="4" y="10"/>
                  </a:lnTo>
                  <a:lnTo>
                    <a:pt x="10" y="14"/>
                  </a:lnTo>
                  <a:lnTo>
                    <a:pt x="17" y="7"/>
                  </a:lnTo>
                  <a:lnTo>
                    <a:pt x="17" y="0"/>
                  </a:lnTo>
                  <a:lnTo>
                    <a:pt x="14" y="0"/>
                  </a:lnTo>
                  <a:lnTo>
                    <a:pt x="14" y="3"/>
                  </a:lnTo>
                  <a:lnTo>
                    <a:pt x="10" y="7"/>
                  </a:lnTo>
                  <a:lnTo>
                    <a:pt x="7" y="7"/>
                  </a:lnTo>
                  <a:lnTo>
                    <a:pt x="7" y="10"/>
                  </a:lnTo>
                  <a:lnTo>
                    <a:pt x="0" y="10"/>
                  </a:lnTo>
                  <a:lnTo>
                    <a:pt x="4" y="10"/>
                  </a:lnTo>
                  <a:lnTo>
                    <a:pt x="0"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3" name="Google Shape;303;p3"/>
            <p:cNvSpPr/>
            <p:nvPr/>
          </p:nvSpPr>
          <p:spPr>
            <a:xfrm>
              <a:off x="4687" y="2319"/>
              <a:ext cx="13" cy="145"/>
            </a:xfrm>
            <a:custGeom>
              <a:rect b="b" l="l" r="r" t="t"/>
              <a:pathLst>
                <a:path extrusionOk="0" h="145" w="13">
                  <a:moveTo>
                    <a:pt x="13" y="3"/>
                  </a:moveTo>
                  <a:lnTo>
                    <a:pt x="7" y="7"/>
                  </a:lnTo>
                  <a:lnTo>
                    <a:pt x="3" y="41"/>
                  </a:lnTo>
                  <a:lnTo>
                    <a:pt x="0" y="76"/>
                  </a:lnTo>
                  <a:lnTo>
                    <a:pt x="0" y="107"/>
                  </a:lnTo>
                  <a:lnTo>
                    <a:pt x="3" y="145"/>
                  </a:lnTo>
                  <a:lnTo>
                    <a:pt x="10" y="145"/>
                  </a:lnTo>
                  <a:lnTo>
                    <a:pt x="7" y="107"/>
                  </a:lnTo>
                  <a:lnTo>
                    <a:pt x="7" y="76"/>
                  </a:lnTo>
                  <a:lnTo>
                    <a:pt x="10" y="41"/>
                  </a:lnTo>
                  <a:lnTo>
                    <a:pt x="13" y="7"/>
                  </a:lnTo>
                  <a:lnTo>
                    <a:pt x="10" y="10"/>
                  </a:lnTo>
                  <a:lnTo>
                    <a:pt x="13" y="3"/>
                  </a:lnTo>
                  <a:lnTo>
                    <a:pt x="10" y="0"/>
                  </a:lnTo>
                  <a:lnTo>
                    <a:pt x="7" y="7"/>
                  </a:lnTo>
                  <a:lnTo>
                    <a:pt x="1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4" name="Google Shape;304;p3"/>
            <p:cNvSpPr/>
            <p:nvPr/>
          </p:nvSpPr>
          <p:spPr>
            <a:xfrm>
              <a:off x="4697" y="2322"/>
              <a:ext cx="13" cy="7"/>
            </a:xfrm>
            <a:custGeom>
              <a:rect b="b" l="l" r="r" t="t"/>
              <a:pathLst>
                <a:path extrusionOk="0" h="7" w="13">
                  <a:moveTo>
                    <a:pt x="13" y="7"/>
                  </a:moveTo>
                  <a:lnTo>
                    <a:pt x="10" y="4"/>
                  </a:lnTo>
                  <a:lnTo>
                    <a:pt x="3" y="0"/>
                  </a:lnTo>
                  <a:lnTo>
                    <a:pt x="0" y="7"/>
                  </a:lnTo>
                  <a:lnTo>
                    <a:pt x="10" y="7"/>
                  </a:lnTo>
                  <a:lnTo>
                    <a:pt x="7" y="4"/>
                  </a:lnTo>
                  <a:lnTo>
                    <a:pt x="13" y="7"/>
                  </a:lnTo>
                  <a:lnTo>
                    <a:pt x="13" y="4"/>
                  </a:lnTo>
                  <a:lnTo>
                    <a:pt x="10" y="4"/>
                  </a:lnTo>
                  <a:lnTo>
                    <a:pt x="1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5" name="Google Shape;305;p3"/>
            <p:cNvSpPr/>
            <p:nvPr/>
          </p:nvSpPr>
          <p:spPr>
            <a:xfrm>
              <a:off x="3754" y="2336"/>
              <a:ext cx="336" cy="807"/>
            </a:xfrm>
            <a:custGeom>
              <a:rect b="b" l="l" r="r" t="t"/>
              <a:pathLst>
                <a:path extrusionOk="0" h="807" w="336">
                  <a:moveTo>
                    <a:pt x="296" y="3"/>
                  </a:moveTo>
                  <a:lnTo>
                    <a:pt x="306" y="62"/>
                  </a:lnTo>
                  <a:lnTo>
                    <a:pt x="320" y="128"/>
                  </a:lnTo>
                  <a:lnTo>
                    <a:pt x="326" y="190"/>
                  </a:lnTo>
                  <a:lnTo>
                    <a:pt x="333" y="256"/>
                  </a:lnTo>
                  <a:lnTo>
                    <a:pt x="336" y="322"/>
                  </a:lnTo>
                  <a:lnTo>
                    <a:pt x="336" y="457"/>
                  </a:lnTo>
                  <a:lnTo>
                    <a:pt x="333" y="523"/>
                  </a:lnTo>
                  <a:lnTo>
                    <a:pt x="323" y="551"/>
                  </a:lnTo>
                  <a:lnTo>
                    <a:pt x="240" y="637"/>
                  </a:lnTo>
                  <a:lnTo>
                    <a:pt x="226" y="655"/>
                  </a:lnTo>
                  <a:lnTo>
                    <a:pt x="210" y="669"/>
                  </a:lnTo>
                  <a:lnTo>
                    <a:pt x="193" y="686"/>
                  </a:lnTo>
                  <a:lnTo>
                    <a:pt x="176" y="700"/>
                  </a:lnTo>
                  <a:lnTo>
                    <a:pt x="160" y="717"/>
                  </a:lnTo>
                  <a:lnTo>
                    <a:pt x="143" y="731"/>
                  </a:lnTo>
                  <a:lnTo>
                    <a:pt x="126" y="745"/>
                  </a:lnTo>
                  <a:lnTo>
                    <a:pt x="110" y="762"/>
                  </a:lnTo>
                  <a:lnTo>
                    <a:pt x="93" y="776"/>
                  </a:lnTo>
                  <a:lnTo>
                    <a:pt x="76" y="790"/>
                  </a:lnTo>
                  <a:lnTo>
                    <a:pt x="56" y="807"/>
                  </a:lnTo>
                  <a:lnTo>
                    <a:pt x="56" y="755"/>
                  </a:lnTo>
                  <a:lnTo>
                    <a:pt x="83" y="738"/>
                  </a:lnTo>
                  <a:lnTo>
                    <a:pt x="100" y="724"/>
                  </a:lnTo>
                  <a:lnTo>
                    <a:pt x="113" y="714"/>
                  </a:lnTo>
                  <a:lnTo>
                    <a:pt x="126" y="700"/>
                  </a:lnTo>
                  <a:lnTo>
                    <a:pt x="143" y="686"/>
                  </a:lnTo>
                  <a:lnTo>
                    <a:pt x="156" y="672"/>
                  </a:lnTo>
                  <a:lnTo>
                    <a:pt x="173" y="662"/>
                  </a:lnTo>
                  <a:lnTo>
                    <a:pt x="200" y="634"/>
                  </a:lnTo>
                  <a:lnTo>
                    <a:pt x="216" y="620"/>
                  </a:lnTo>
                  <a:lnTo>
                    <a:pt x="270" y="565"/>
                  </a:lnTo>
                  <a:lnTo>
                    <a:pt x="286" y="551"/>
                  </a:lnTo>
                  <a:lnTo>
                    <a:pt x="300" y="537"/>
                  </a:lnTo>
                  <a:lnTo>
                    <a:pt x="310" y="523"/>
                  </a:lnTo>
                  <a:lnTo>
                    <a:pt x="313" y="464"/>
                  </a:lnTo>
                  <a:lnTo>
                    <a:pt x="316" y="405"/>
                  </a:lnTo>
                  <a:lnTo>
                    <a:pt x="313" y="350"/>
                  </a:lnTo>
                  <a:lnTo>
                    <a:pt x="310" y="291"/>
                  </a:lnTo>
                  <a:lnTo>
                    <a:pt x="306" y="236"/>
                  </a:lnTo>
                  <a:lnTo>
                    <a:pt x="300" y="180"/>
                  </a:lnTo>
                  <a:lnTo>
                    <a:pt x="293" y="125"/>
                  </a:lnTo>
                  <a:lnTo>
                    <a:pt x="286" y="69"/>
                  </a:lnTo>
                  <a:lnTo>
                    <a:pt x="286" y="52"/>
                  </a:lnTo>
                  <a:lnTo>
                    <a:pt x="283" y="45"/>
                  </a:lnTo>
                  <a:lnTo>
                    <a:pt x="280" y="38"/>
                  </a:lnTo>
                  <a:lnTo>
                    <a:pt x="263" y="48"/>
                  </a:lnTo>
                  <a:lnTo>
                    <a:pt x="246" y="55"/>
                  </a:lnTo>
                  <a:lnTo>
                    <a:pt x="226" y="66"/>
                  </a:lnTo>
                  <a:lnTo>
                    <a:pt x="210" y="76"/>
                  </a:lnTo>
                  <a:lnTo>
                    <a:pt x="193" y="87"/>
                  </a:lnTo>
                  <a:lnTo>
                    <a:pt x="173" y="97"/>
                  </a:lnTo>
                  <a:lnTo>
                    <a:pt x="156" y="107"/>
                  </a:lnTo>
                  <a:lnTo>
                    <a:pt x="140" y="118"/>
                  </a:lnTo>
                  <a:lnTo>
                    <a:pt x="123" y="128"/>
                  </a:lnTo>
                  <a:lnTo>
                    <a:pt x="103" y="142"/>
                  </a:lnTo>
                  <a:lnTo>
                    <a:pt x="86" y="152"/>
                  </a:lnTo>
                  <a:lnTo>
                    <a:pt x="70" y="163"/>
                  </a:lnTo>
                  <a:lnTo>
                    <a:pt x="53" y="173"/>
                  </a:lnTo>
                  <a:lnTo>
                    <a:pt x="36" y="184"/>
                  </a:lnTo>
                  <a:lnTo>
                    <a:pt x="16" y="197"/>
                  </a:lnTo>
                  <a:lnTo>
                    <a:pt x="0" y="208"/>
                  </a:lnTo>
                  <a:lnTo>
                    <a:pt x="3" y="194"/>
                  </a:lnTo>
                  <a:lnTo>
                    <a:pt x="10" y="184"/>
                  </a:lnTo>
                  <a:lnTo>
                    <a:pt x="16" y="173"/>
                  </a:lnTo>
                  <a:lnTo>
                    <a:pt x="30" y="166"/>
                  </a:lnTo>
                  <a:lnTo>
                    <a:pt x="40" y="156"/>
                  </a:lnTo>
                  <a:lnTo>
                    <a:pt x="53" y="149"/>
                  </a:lnTo>
                  <a:lnTo>
                    <a:pt x="66" y="142"/>
                  </a:lnTo>
                  <a:lnTo>
                    <a:pt x="76" y="132"/>
                  </a:lnTo>
                  <a:lnTo>
                    <a:pt x="86" y="125"/>
                  </a:lnTo>
                  <a:lnTo>
                    <a:pt x="96" y="118"/>
                  </a:lnTo>
                  <a:lnTo>
                    <a:pt x="106" y="111"/>
                  </a:lnTo>
                  <a:lnTo>
                    <a:pt x="116" y="104"/>
                  </a:lnTo>
                  <a:lnTo>
                    <a:pt x="126" y="97"/>
                  </a:lnTo>
                  <a:lnTo>
                    <a:pt x="140" y="90"/>
                  </a:lnTo>
                  <a:lnTo>
                    <a:pt x="150" y="87"/>
                  </a:lnTo>
                  <a:lnTo>
                    <a:pt x="160" y="80"/>
                  </a:lnTo>
                  <a:lnTo>
                    <a:pt x="170" y="73"/>
                  </a:lnTo>
                  <a:lnTo>
                    <a:pt x="180" y="66"/>
                  </a:lnTo>
                  <a:lnTo>
                    <a:pt x="193" y="59"/>
                  </a:lnTo>
                  <a:lnTo>
                    <a:pt x="203" y="52"/>
                  </a:lnTo>
                  <a:lnTo>
                    <a:pt x="213" y="48"/>
                  </a:lnTo>
                  <a:lnTo>
                    <a:pt x="223" y="41"/>
                  </a:lnTo>
                  <a:lnTo>
                    <a:pt x="236" y="35"/>
                  </a:lnTo>
                  <a:lnTo>
                    <a:pt x="246" y="28"/>
                  </a:lnTo>
                  <a:lnTo>
                    <a:pt x="250" y="24"/>
                  </a:lnTo>
                  <a:lnTo>
                    <a:pt x="256" y="21"/>
                  </a:lnTo>
                  <a:lnTo>
                    <a:pt x="263" y="17"/>
                  </a:lnTo>
                  <a:lnTo>
                    <a:pt x="270" y="14"/>
                  </a:lnTo>
                  <a:lnTo>
                    <a:pt x="273" y="10"/>
                  </a:lnTo>
                  <a:lnTo>
                    <a:pt x="280" y="7"/>
                  </a:lnTo>
                  <a:lnTo>
                    <a:pt x="283" y="3"/>
                  </a:lnTo>
                  <a:lnTo>
                    <a:pt x="290" y="0"/>
                  </a:lnTo>
                  <a:lnTo>
                    <a:pt x="296" y="3"/>
                  </a:lnTo>
                  <a:close/>
                </a:path>
              </a:pathLst>
            </a:custGeom>
            <a:solidFill>
              <a:srgbClr val="A8A86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6" name="Google Shape;306;p3"/>
            <p:cNvSpPr/>
            <p:nvPr/>
          </p:nvSpPr>
          <p:spPr>
            <a:xfrm>
              <a:off x="4047" y="2336"/>
              <a:ext cx="47" cy="527"/>
            </a:xfrm>
            <a:custGeom>
              <a:rect b="b" l="l" r="r" t="t"/>
              <a:pathLst>
                <a:path extrusionOk="0" h="527" w="47">
                  <a:moveTo>
                    <a:pt x="43" y="527"/>
                  </a:moveTo>
                  <a:lnTo>
                    <a:pt x="43" y="523"/>
                  </a:lnTo>
                  <a:lnTo>
                    <a:pt x="47" y="457"/>
                  </a:lnTo>
                  <a:lnTo>
                    <a:pt x="47" y="322"/>
                  </a:lnTo>
                  <a:lnTo>
                    <a:pt x="43" y="256"/>
                  </a:lnTo>
                  <a:lnTo>
                    <a:pt x="37" y="190"/>
                  </a:lnTo>
                  <a:lnTo>
                    <a:pt x="30" y="125"/>
                  </a:lnTo>
                  <a:lnTo>
                    <a:pt x="17" y="62"/>
                  </a:lnTo>
                  <a:lnTo>
                    <a:pt x="7" y="0"/>
                  </a:lnTo>
                  <a:lnTo>
                    <a:pt x="0" y="3"/>
                  </a:lnTo>
                  <a:lnTo>
                    <a:pt x="13" y="66"/>
                  </a:lnTo>
                  <a:lnTo>
                    <a:pt x="23" y="128"/>
                  </a:lnTo>
                  <a:lnTo>
                    <a:pt x="30" y="190"/>
                  </a:lnTo>
                  <a:lnTo>
                    <a:pt x="37" y="256"/>
                  </a:lnTo>
                  <a:lnTo>
                    <a:pt x="40" y="322"/>
                  </a:lnTo>
                  <a:lnTo>
                    <a:pt x="40" y="457"/>
                  </a:lnTo>
                  <a:lnTo>
                    <a:pt x="37" y="523"/>
                  </a:lnTo>
                  <a:lnTo>
                    <a:pt x="43" y="527"/>
                  </a:lnTo>
                  <a:lnTo>
                    <a:pt x="43" y="523"/>
                  </a:lnTo>
                  <a:lnTo>
                    <a:pt x="43" y="5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7" name="Google Shape;307;p3"/>
            <p:cNvSpPr/>
            <p:nvPr/>
          </p:nvSpPr>
          <p:spPr>
            <a:xfrm>
              <a:off x="4074" y="2859"/>
              <a:ext cx="16" cy="31"/>
            </a:xfrm>
            <a:custGeom>
              <a:rect b="b" l="l" r="r" t="t"/>
              <a:pathLst>
                <a:path extrusionOk="0" h="31" w="16">
                  <a:moveTo>
                    <a:pt x="3" y="31"/>
                  </a:moveTo>
                  <a:lnTo>
                    <a:pt x="3" y="28"/>
                  </a:lnTo>
                  <a:lnTo>
                    <a:pt x="16" y="4"/>
                  </a:lnTo>
                  <a:lnTo>
                    <a:pt x="10" y="0"/>
                  </a:lnTo>
                  <a:lnTo>
                    <a:pt x="0" y="28"/>
                  </a:lnTo>
                  <a:lnTo>
                    <a:pt x="0" y="24"/>
                  </a:lnTo>
                  <a:lnTo>
                    <a:pt x="3" y="31"/>
                  </a:lnTo>
                  <a:lnTo>
                    <a:pt x="3" y="28"/>
                  </a:lnTo>
                  <a:lnTo>
                    <a:pt x="3"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8" name="Google Shape;308;p3"/>
            <p:cNvSpPr/>
            <p:nvPr/>
          </p:nvSpPr>
          <p:spPr>
            <a:xfrm>
              <a:off x="3807" y="2883"/>
              <a:ext cx="270" cy="267"/>
            </a:xfrm>
            <a:custGeom>
              <a:rect b="b" l="l" r="r" t="t"/>
              <a:pathLst>
                <a:path extrusionOk="0" h="267" w="270">
                  <a:moveTo>
                    <a:pt x="0" y="260"/>
                  </a:moveTo>
                  <a:lnTo>
                    <a:pt x="7" y="264"/>
                  </a:lnTo>
                  <a:lnTo>
                    <a:pt x="23" y="246"/>
                  </a:lnTo>
                  <a:lnTo>
                    <a:pt x="40" y="232"/>
                  </a:lnTo>
                  <a:lnTo>
                    <a:pt x="57" y="215"/>
                  </a:lnTo>
                  <a:lnTo>
                    <a:pt x="77" y="201"/>
                  </a:lnTo>
                  <a:lnTo>
                    <a:pt x="90" y="187"/>
                  </a:lnTo>
                  <a:lnTo>
                    <a:pt x="110" y="170"/>
                  </a:lnTo>
                  <a:lnTo>
                    <a:pt x="123" y="156"/>
                  </a:lnTo>
                  <a:lnTo>
                    <a:pt x="143" y="139"/>
                  </a:lnTo>
                  <a:lnTo>
                    <a:pt x="173" y="108"/>
                  </a:lnTo>
                  <a:lnTo>
                    <a:pt x="190" y="94"/>
                  </a:lnTo>
                  <a:lnTo>
                    <a:pt x="240" y="42"/>
                  </a:lnTo>
                  <a:lnTo>
                    <a:pt x="253" y="25"/>
                  </a:lnTo>
                  <a:lnTo>
                    <a:pt x="270" y="7"/>
                  </a:lnTo>
                  <a:lnTo>
                    <a:pt x="267" y="0"/>
                  </a:lnTo>
                  <a:lnTo>
                    <a:pt x="250" y="18"/>
                  </a:lnTo>
                  <a:lnTo>
                    <a:pt x="233" y="38"/>
                  </a:lnTo>
                  <a:lnTo>
                    <a:pt x="170" y="104"/>
                  </a:lnTo>
                  <a:lnTo>
                    <a:pt x="153" y="118"/>
                  </a:lnTo>
                  <a:lnTo>
                    <a:pt x="120" y="153"/>
                  </a:lnTo>
                  <a:lnTo>
                    <a:pt x="103" y="167"/>
                  </a:lnTo>
                  <a:lnTo>
                    <a:pt x="87" y="181"/>
                  </a:lnTo>
                  <a:lnTo>
                    <a:pt x="70" y="198"/>
                  </a:lnTo>
                  <a:lnTo>
                    <a:pt x="53" y="212"/>
                  </a:lnTo>
                  <a:lnTo>
                    <a:pt x="37" y="226"/>
                  </a:lnTo>
                  <a:lnTo>
                    <a:pt x="20" y="243"/>
                  </a:lnTo>
                  <a:lnTo>
                    <a:pt x="3" y="257"/>
                  </a:lnTo>
                  <a:lnTo>
                    <a:pt x="10" y="260"/>
                  </a:lnTo>
                  <a:lnTo>
                    <a:pt x="0" y="260"/>
                  </a:lnTo>
                  <a:lnTo>
                    <a:pt x="0" y="267"/>
                  </a:lnTo>
                  <a:lnTo>
                    <a:pt x="7" y="264"/>
                  </a:lnTo>
                  <a:lnTo>
                    <a:pt x="0" y="26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9" name="Google Shape;309;p3"/>
            <p:cNvSpPr/>
            <p:nvPr/>
          </p:nvSpPr>
          <p:spPr>
            <a:xfrm>
              <a:off x="3807" y="3088"/>
              <a:ext cx="10" cy="55"/>
            </a:xfrm>
            <a:custGeom>
              <a:rect b="b" l="l" r="r" t="t"/>
              <a:pathLst>
                <a:path extrusionOk="0" h="55" w="10">
                  <a:moveTo>
                    <a:pt x="0" y="0"/>
                  </a:moveTo>
                  <a:lnTo>
                    <a:pt x="0" y="55"/>
                  </a:lnTo>
                  <a:lnTo>
                    <a:pt x="10" y="55"/>
                  </a:lnTo>
                  <a:lnTo>
                    <a:pt x="7" y="41"/>
                  </a:lnTo>
                  <a:lnTo>
                    <a:pt x="7" y="3"/>
                  </a:lnTo>
                  <a:lnTo>
                    <a:pt x="3" y="7"/>
                  </a:lnTo>
                  <a:lnTo>
                    <a:pt x="0" y="0"/>
                  </a:lnTo>
                  <a:lnTo>
                    <a:pt x="0" y="3"/>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0" name="Google Shape;310;p3"/>
            <p:cNvSpPr/>
            <p:nvPr/>
          </p:nvSpPr>
          <p:spPr>
            <a:xfrm>
              <a:off x="3807" y="3074"/>
              <a:ext cx="33" cy="21"/>
            </a:xfrm>
            <a:custGeom>
              <a:rect b="b" l="l" r="r" t="t"/>
              <a:pathLst>
                <a:path extrusionOk="0" h="21" w="33">
                  <a:moveTo>
                    <a:pt x="30" y="0"/>
                  </a:moveTo>
                  <a:lnTo>
                    <a:pt x="0" y="14"/>
                  </a:lnTo>
                  <a:lnTo>
                    <a:pt x="3" y="21"/>
                  </a:lnTo>
                  <a:lnTo>
                    <a:pt x="33" y="3"/>
                  </a:lnTo>
                  <a:lnTo>
                    <a:pt x="3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1" name="Google Shape;311;p3"/>
            <p:cNvSpPr/>
            <p:nvPr/>
          </p:nvSpPr>
          <p:spPr>
            <a:xfrm>
              <a:off x="3837" y="2856"/>
              <a:ext cx="230" cy="221"/>
            </a:xfrm>
            <a:custGeom>
              <a:rect b="b" l="l" r="r" t="t"/>
              <a:pathLst>
                <a:path extrusionOk="0" h="221" w="230">
                  <a:moveTo>
                    <a:pt x="223" y="3"/>
                  </a:moveTo>
                  <a:lnTo>
                    <a:pt x="223" y="0"/>
                  </a:lnTo>
                  <a:lnTo>
                    <a:pt x="213" y="13"/>
                  </a:lnTo>
                  <a:lnTo>
                    <a:pt x="200" y="27"/>
                  </a:lnTo>
                  <a:lnTo>
                    <a:pt x="187" y="45"/>
                  </a:lnTo>
                  <a:lnTo>
                    <a:pt x="160" y="72"/>
                  </a:lnTo>
                  <a:lnTo>
                    <a:pt x="147" y="83"/>
                  </a:lnTo>
                  <a:lnTo>
                    <a:pt x="130" y="97"/>
                  </a:lnTo>
                  <a:lnTo>
                    <a:pt x="117" y="111"/>
                  </a:lnTo>
                  <a:lnTo>
                    <a:pt x="100" y="124"/>
                  </a:lnTo>
                  <a:lnTo>
                    <a:pt x="73" y="152"/>
                  </a:lnTo>
                  <a:lnTo>
                    <a:pt x="57" y="162"/>
                  </a:lnTo>
                  <a:lnTo>
                    <a:pt x="43" y="176"/>
                  </a:lnTo>
                  <a:lnTo>
                    <a:pt x="27" y="190"/>
                  </a:lnTo>
                  <a:lnTo>
                    <a:pt x="0" y="218"/>
                  </a:lnTo>
                  <a:lnTo>
                    <a:pt x="3" y="221"/>
                  </a:lnTo>
                  <a:lnTo>
                    <a:pt x="17" y="208"/>
                  </a:lnTo>
                  <a:lnTo>
                    <a:pt x="33" y="197"/>
                  </a:lnTo>
                  <a:lnTo>
                    <a:pt x="60" y="169"/>
                  </a:lnTo>
                  <a:lnTo>
                    <a:pt x="77" y="156"/>
                  </a:lnTo>
                  <a:lnTo>
                    <a:pt x="90" y="142"/>
                  </a:lnTo>
                  <a:lnTo>
                    <a:pt x="107" y="131"/>
                  </a:lnTo>
                  <a:lnTo>
                    <a:pt x="133" y="104"/>
                  </a:lnTo>
                  <a:lnTo>
                    <a:pt x="150" y="90"/>
                  </a:lnTo>
                  <a:lnTo>
                    <a:pt x="217" y="20"/>
                  </a:lnTo>
                  <a:lnTo>
                    <a:pt x="230" y="3"/>
                  </a:lnTo>
                  <a:lnTo>
                    <a:pt x="22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2" name="Google Shape;312;p3"/>
            <p:cNvSpPr/>
            <p:nvPr/>
          </p:nvSpPr>
          <p:spPr>
            <a:xfrm>
              <a:off x="4040" y="2405"/>
              <a:ext cx="34" cy="454"/>
            </a:xfrm>
            <a:custGeom>
              <a:rect b="b" l="l" r="r" t="t"/>
              <a:pathLst>
                <a:path extrusionOk="0" h="454" w="34">
                  <a:moveTo>
                    <a:pt x="0" y="0"/>
                  </a:moveTo>
                  <a:lnTo>
                    <a:pt x="4" y="56"/>
                  </a:lnTo>
                  <a:lnTo>
                    <a:pt x="10" y="111"/>
                  </a:lnTo>
                  <a:lnTo>
                    <a:pt x="17" y="167"/>
                  </a:lnTo>
                  <a:lnTo>
                    <a:pt x="20" y="222"/>
                  </a:lnTo>
                  <a:lnTo>
                    <a:pt x="24" y="281"/>
                  </a:lnTo>
                  <a:lnTo>
                    <a:pt x="24" y="395"/>
                  </a:lnTo>
                  <a:lnTo>
                    <a:pt x="20" y="454"/>
                  </a:lnTo>
                  <a:lnTo>
                    <a:pt x="27" y="454"/>
                  </a:lnTo>
                  <a:lnTo>
                    <a:pt x="30" y="395"/>
                  </a:lnTo>
                  <a:lnTo>
                    <a:pt x="34" y="336"/>
                  </a:lnTo>
                  <a:lnTo>
                    <a:pt x="30" y="281"/>
                  </a:lnTo>
                  <a:lnTo>
                    <a:pt x="27" y="222"/>
                  </a:lnTo>
                  <a:lnTo>
                    <a:pt x="24" y="167"/>
                  </a:lnTo>
                  <a:lnTo>
                    <a:pt x="17" y="111"/>
                  </a:lnTo>
                  <a:lnTo>
                    <a:pt x="10" y="56"/>
                  </a:lnTo>
                  <a:lnTo>
                    <a:pt x="4"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3" name="Google Shape;313;p3"/>
            <p:cNvSpPr/>
            <p:nvPr/>
          </p:nvSpPr>
          <p:spPr>
            <a:xfrm>
              <a:off x="4030" y="2367"/>
              <a:ext cx="14" cy="38"/>
            </a:xfrm>
            <a:custGeom>
              <a:rect b="b" l="l" r="r" t="t"/>
              <a:pathLst>
                <a:path extrusionOk="0" h="38" w="14">
                  <a:moveTo>
                    <a:pt x="7" y="10"/>
                  </a:moveTo>
                  <a:lnTo>
                    <a:pt x="0" y="7"/>
                  </a:lnTo>
                  <a:lnTo>
                    <a:pt x="4" y="14"/>
                  </a:lnTo>
                  <a:lnTo>
                    <a:pt x="7" y="21"/>
                  </a:lnTo>
                  <a:lnTo>
                    <a:pt x="7" y="31"/>
                  </a:lnTo>
                  <a:lnTo>
                    <a:pt x="10" y="38"/>
                  </a:lnTo>
                  <a:lnTo>
                    <a:pt x="14" y="38"/>
                  </a:lnTo>
                  <a:lnTo>
                    <a:pt x="14" y="21"/>
                  </a:lnTo>
                  <a:lnTo>
                    <a:pt x="10" y="14"/>
                  </a:lnTo>
                  <a:lnTo>
                    <a:pt x="7" y="4"/>
                  </a:lnTo>
                  <a:lnTo>
                    <a:pt x="4" y="4"/>
                  </a:lnTo>
                  <a:lnTo>
                    <a:pt x="7" y="4"/>
                  </a:lnTo>
                  <a:lnTo>
                    <a:pt x="7" y="0"/>
                  </a:lnTo>
                  <a:lnTo>
                    <a:pt x="4" y="4"/>
                  </a:lnTo>
                  <a:lnTo>
                    <a:pt x="7"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4" name="Google Shape;314;p3"/>
            <p:cNvSpPr/>
            <p:nvPr/>
          </p:nvSpPr>
          <p:spPr>
            <a:xfrm>
              <a:off x="3750" y="2371"/>
              <a:ext cx="287" cy="180"/>
            </a:xfrm>
            <a:custGeom>
              <a:rect b="b" l="l" r="r" t="t"/>
              <a:pathLst>
                <a:path extrusionOk="0" h="180" w="287">
                  <a:moveTo>
                    <a:pt x="0" y="173"/>
                  </a:moveTo>
                  <a:lnTo>
                    <a:pt x="7" y="176"/>
                  </a:lnTo>
                  <a:lnTo>
                    <a:pt x="24" y="166"/>
                  </a:lnTo>
                  <a:lnTo>
                    <a:pt x="40" y="152"/>
                  </a:lnTo>
                  <a:lnTo>
                    <a:pt x="57" y="142"/>
                  </a:lnTo>
                  <a:lnTo>
                    <a:pt x="77" y="131"/>
                  </a:lnTo>
                  <a:lnTo>
                    <a:pt x="94" y="117"/>
                  </a:lnTo>
                  <a:lnTo>
                    <a:pt x="110" y="107"/>
                  </a:lnTo>
                  <a:lnTo>
                    <a:pt x="127" y="97"/>
                  </a:lnTo>
                  <a:lnTo>
                    <a:pt x="144" y="86"/>
                  </a:lnTo>
                  <a:lnTo>
                    <a:pt x="164" y="76"/>
                  </a:lnTo>
                  <a:lnTo>
                    <a:pt x="180" y="65"/>
                  </a:lnTo>
                  <a:lnTo>
                    <a:pt x="197" y="55"/>
                  </a:lnTo>
                  <a:lnTo>
                    <a:pt x="214" y="45"/>
                  </a:lnTo>
                  <a:lnTo>
                    <a:pt x="234" y="34"/>
                  </a:lnTo>
                  <a:lnTo>
                    <a:pt x="250" y="24"/>
                  </a:lnTo>
                  <a:lnTo>
                    <a:pt x="270" y="17"/>
                  </a:lnTo>
                  <a:lnTo>
                    <a:pt x="287" y="6"/>
                  </a:lnTo>
                  <a:lnTo>
                    <a:pt x="284" y="0"/>
                  </a:lnTo>
                  <a:lnTo>
                    <a:pt x="267" y="10"/>
                  </a:lnTo>
                  <a:lnTo>
                    <a:pt x="247" y="17"/>
                  </a:lnTo>
                  <a:lnTo>
                    <a:pt x="230" y="27"/>
                  </a:lnTo>
                  <a:lnTo>
                    <a:pt x="210" y="38"/>
                  </a:lnTo>
                  <a:lnTo>
                    <a:pt x="194" y="48"/>
                  </a:lnTo>
                  <a:lnTo>
                    <a:pt x="177" y="58"/>
                  </a:lnTo>
                  <a:lnTo>
                    <a:pt x="160" y="69"/>
                  </a:lnTo>
                  <a:lnTo>
                    <a:pt x="144" y="79"/>
                  </a:lnTo>
                  <a:lnTo>
                    <a:pt x="124" y="93"/>
                  </a:lnTo>
                  <a:lnTo>
                    <a:pt x="107" y="104"/>
                  </a:lnTo>
                  <a:lnTo>
                    <a:pt x="90" y="114"/>
                  </a:lnTo>
                  <a:lnTo>
                    <a:pt x="74" y="124"/>
                  </a:lnTo>
                  <a:lnTo>
                    <a:pt x="54" y="135"/>
                  </a:lnTo>
                  <a:lnTo>
                    <a:pt x="37" y="149"/>
                  </a:lnTo>
                  <a:lnTo>
                    <a:pt x="20" y="159"/>
                  </a:lnTo>
                  <a:lnTo>
                    <a:pt x="4" y="169"/>
                  </a:lnTo>
                  <a:lnTo>
                    <a:pt x="7" y="173"/>
                  </a:lnTo>
                  <a:lnTo>
                    <a:pt x="0" y="173"/>
                  </a:lnTo>
                  <a:lnTo>
                    <a:pt x="0" y="180"/>
                  </a:lnTo>
                  <a:lnTo>
                    <a:pt x="7" y="176"/>
                  </a:lnTo>
                  <a:lnTo>
                    <a:pt x="0" y="17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5" name="Google Shape;315;p3"/>
            <p:cNvSpPr/>
            <p:nvPr/>
          </p:nvSpPr>
          <p:spPr>
            <a:xfrm>
              <a:off x="3750" y="2464"/>
              <a:ext cx="80" cy="80"/>
            </a:xfrm>
            <a:custGeom>
              <a:rect b="b" l="l" r="r" t="t"/>
              <a:pathLst>
                <a:path extrusionOk="0" h="80" w="80">
                  <a:moveTo>
                    <a:pt x="77" y="0"/>
                  </a:moveTo>
                  <a:lnTo>
                    <a:pt x="67" y="11"/>
                  </a:lnTo>
                  <a:lnTo>
                    <a:pt x="54" y="17"/>
                  </a:lnTo>
                  <a:lnTo>
                    <a:pt x="44" y="28"/>
                  </a:lnTo>
                  <a:lnTo>
                    <a:pt x="30" y="35"/>
                  </a:lnTo>
                  <a:lnTo>
                    <a:pt x="10" y="56"/>
                  </a:lnTo>
                  <a:lnTo>
                    <a:pt x="4" y="66"/>
                  </a:lnTo>
                  <a:lnTo>
                    <a:pt x="0" y="80"/>
                  </a:lnTo>
                  <a:lnTo>
                    <a:pt x="7" y="80"/>
                  </a:lnTo>
                  <a:lnTo>
                    <a:pt x="10" y="66"/>
                  </a:lnTo>
                  <a:lnTo>
                    <a:pt x="17" y="59"/>
                  </a:lnTo>
                  <a:lnTo>
                    <a:pt x="24" y="49"/>
                  </a:lnTo>
                  <a:lnTo>
                    <a:pt x="34" y="42"/>
                  </a:lnTo>
                  <a:lnTo>
                    <a:pt x="47" y="31"/>
                  </a:lnTo>
                  <a:lnTo>
                    <a:pt x="57" y="24"/>
                  </a:lnTo>
                  <a:lnTo>
                    <a:pt x="70" y="17"/>
                  </a:lnTo>
                  <a:lnTo>
                    <a:pt x="80" y="4"/>
                  </a:lnTo>
                  <a:lnTo>
                    <a:pt x="80" y="7"/>
                  </a:lnTo>
                  <a:lnTo>
                    <a:pt x="7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6" name="Google Shape;316;p3"/>
            <p:cNvSpPr/>
            <p:nvPr/>
          </p:nvSpPr>
          <p:spPr>
            <a:xfrm>
              <a:off x="3827" y="2360"/>
              <a:ext cx="177" cy="111"/>
            </a:xfrm>
            <a:custGeom>
              <a:rect b="b" l="l" r="r" t="t"/>
              <a:pathLst>
                <a:path extrusionOk="0" h="111" w="177">
                  <a:moveTo>
                    <a:pt x="170" y="0"/>
                  </a:moveTo>
                  <a:lnTo>
                    <a:pt x="160" y="7"/>
                  </a:lnTo>
                  <a:lnTo>
                    <a:pt x="150" y="14"/>
                  </a:lnTo>
                  <a:lnTo>
                    <a:pt x="140" y="21"/>
                  </a:lnTo>
                  <a:lnTo>
                    <a:pt x="127" y="28"/>
                  </a:lnTo>
                  <a:lnTo>
                    <a:pt x="117" y="31"/>
                  </a:lnTo>
                  <a:lnTo>
                    <a:pt x="107" y="38"/>
                  </a:lnTo>
                  <a:lnTo>
                    <a:pt x="97" y="45"/>
                  </a:lnTo>
                  <a:lnTo>
                    <a:pt x="83" y="52"/>
                  </a:lnTo>
                  <a:lnTo>
                    <a:pt x="73" y="59"/>
                  </a:lnTo>
                  <a:lnTo>
                    <a:pt x="63" y="66"/>
                  </a:lnTo>
                  <a:lnTo>
                    <a:pt x="53" y="69"/>
                  </a:lnTo>
                  <a:lnTo>
                    <a:pt x="43" y="76"/>
                  </a:lnTo>
                  <a:lnTo>
                    <a:pt x="30" y="83"/>
                  </a:lnTo>
                  <a:lnTo>
                    <a:pt x="20" y="90"/>
                  </a:lnTo>
                  <a:lnTo>
                    <a:pt x="10" y="97"/>
                  </a:lnTo>
                  <a:lnTo>
                    <a:pt x="0" y="104"/>
                  </a:lnTo>
                  <a:lnTo>
                    <a:pt x="3" y="111"/>
                  </a:lnTo>
                  <a:lnTo>
                    <a:pt x="13" y="104"/>
                  </a:lnTo>
                  <a:lnTo>
                    <a:pt x="23" y="97"/>
                  </a:lnTo>
                  <a:lnTo>
                    <a:pt x="33" y="90"/>
                  </a:lnTo>
                  <a:lnTo>
                    <a:pt x="47" y="83"/>
                  </a:lnTo>
                  <a:lnTo>
                    <a:pt x="57" y="76"/>
                  </a:lnTo>
                  <a:lnTo>
                    <a:pt x="67" y="69"/>
                  </a:lnTo>
                  <a:lnTo>
                    <a:pt x="77" y="66"/>
                  </a:lnTo>
                  <a:lnTo>
                    <a:pt x="87" y="59"/>
                  </a:lnTo>
                  <a:lnTo>
                    <a:pt x="100" y="52"/>
                  </a:lnTo>
                  <a:lnTo>
                    <a:pt x="110" y="45"/>
                  </a:lnTo>
                  <a:lnTo>
                    <a:pt x="120" y="38"/>
                  </a:lnTo>
                  <a:lnTo>
                    <a:pt x="130" y="31"/>
                  </a:lnTo>
                  <a:lnTo>
                    <a:pt x="140" y="28"/>
                  </a:lnTo>
                  <a:lnTo>
                    <a:pt x="153" y="21"/>
                  </a:lnTo>
                  <a:lnTo>
                    <a:pt x="163" y="14"/>
                  </a:lnTo>
                  <a:lnTo>
                    <a:pt x="173" y="7"/>
                  </a:lnTo>
                  <a:lnTo>
                    <a:pt x="177" y="7"/>
                  </a:lnTo>
                  <a:lnTo>
                    <a:pt x="17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7" name="Google Shape;317;p3"/>
            <p:cNvSpPr/>
            <p:nvPr/>
          </p:nvSpPr>
          <p:spPr>
            <a:xfrm>
              <a:off x="3997" y="2332"/>
              <a:ext cx="50" cy="35"/>
            </a:xfrm>
            <a:custGeom>
              <a:rect b="b" l="l" r="r" t="t"/>
              <a:pathLst>
                <a:path extrusionOk="0" h="35" w="50">
                  <a:moveTo>
                    <a:pt x="47" y="0"/>
                  </a:moveTo>
                  <a:lnTo>
                    <a:pt x="43" y="0"/>
                  </a:lnTo>
                  <a:lnTo>
                    <a:pt x="40" y="4"/>
                  </a:lnTo>
                  <a:lnTo>
                    <a:pt x="33" y="7"/>
                  </a:lnTo>
                  <a:lnTo>
                    <a:pt x="27" y="11"/>
                  </a:lnTo>
                  <a:lnTo>
                    <a:pt x="23" y="14"/>
                  </a:lnTo>
                  <a:lnTo>
                    <a:pt x="17" y="18"/>
                  </a:lnTo>
                  <a:lnTo>
                    <a:pt x="10" y="21"/>
                  </a:lnTo>
                  <a:lnTo>
                    <a:pt x="7" y="25"/>
                  </a:lnTo>
                  <a:lnTo>
                    <a:pt x="0" y="28"/>
                  </a:lnTo>
                  <a:lnTo>
                    <a:pt x="7" y="35"/>
                  </a:lnTo>
                  <a:lnTo>
                    <a:pt x="13" y="28"/>
                  </a:lnTo>
                  <a:lnTo>
                    <a:pt x="20" y="25"/>
                  </a:lnTo>
                  <a:lnTo>
                    <a:pt x="27" y="21"/>
                  </a:lnTo>
                  <a:lnTo>
                    <a:pt x="30" y="18"/>
                  </a:lnTo>
                  <a:lnTo>
                    <a:pt x="37" y="14"/>
                  </a:lnTo>
                  <a:lnTo>
                    <a:pt x="43" y="11"/>
                  </a:lnTo>
                  <a:lnTo>
                    <a:pt x="50" y="7"/>
                  </a:lnTo>
                  <a:lnTo>
                    <a:pt x="47" y="7"/>
                  </a:lnTo>
                  <a:lnTo>
                    <a:pt x="47" y="0"/>
                  </a:lnTo>
                  <a:lnTo>
                    <a:pt x="43" y="0"/>
                  </a:lnTo>
                  <a:lnTo>
                    <a:pt x="4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8" name="Google Shape;318;p3"/>
            <p:cNvSpPr/>
            <p:nvPr/>
          </p:nvSpPr>
          <p:spPr>
            <a:xfrm>
              <a:off x="4044" y="2332"/>
              <a:ext cx="10" cy="11"/>
            </a:xfrm>
            <a:custGeom>
              <a:rect b="b" l="l" r="r" t="t"/>
              <a:pathLst>
                <a:path extrusionOk="0" h="11" w="10">
                  <a:moveTo>
                    <a:pt x="10" y="4"/>
                  </a:moveTo>
                  <a:lnTo>
                    <a:pt x="6" y="4"/>
                  </a:lnTo>
                  <a:lnTo>
                    <a:pt x="0" y="0"/>
                  </a:lnTo>
                  <a:lnTo>
                    <a:pt x="0" y="7"/>
                  </a:lnTo>
                  <a:lnTo>
                    <a:pt x="6" y="11"/>
                  </a:lnTo>
                  <a:lnTo>
                    <a:pt x="3" y="7"/>
                  </a:lnTo>
                  <a:lnTo>
                    <a:pt x="10" y="4"/>
                  </a:lnTo>
                  <a:lnTo>
                    <a:pt x="6" y="4"/>
                  </a:lnTo>
                  <a:lnTo>
                    <a:pt x="1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9" name="Google Shape;319;p3"/>
            <p:cNvSpPr/>
            <p:nvPr/>
          </p:nvSpPr>
          <p:spPr>
            <a:xfrm>
              <a:off x="4037" y="2343"/>
              <a:ext cx="10" cy="21"/>
            </a:xfrm>
            <a:custGeom>
              <a:rect b="b" l="l" r="r" t="t"/>
              <a:pathLst>
                <a:path extrusionOk="0" h="21" w="10">
                  <a:moveTo>
                    <a:pt x="3" y="21"/>
                  </a:moveTo>
                  <a:lnTo>
                    <a:pt x="0" y="21"/>
                  </a:lnTo>
                  <a:lnTo>
                    <a:pt x="0" y="7"/>
                  </a:lnTo>
                  <a:lnTo>
                    <a:pt x="3" y="7"/>
                  </a:lnTo>
                  <a:lnTo>
                    <a:pt x="7" y="0"/>
                  </a:lnTo>
                  <a:lnTo>
                    <a:pt x="10" y="7"/>
                  </a:lnTo>
                  <a:lnTo>
                    <a:pt x="10" y="10"/>
                  </a:lnTo>
                  <a:lnTo>
                    <a:pt x="7" y="14"/>
                  </a:lnTo>
                  <a:lnTo>
                    <a:pt x="3"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0" name="Google Shape;320;p3"/>
            <p:cNvSpPr/>
            <p:nvPr/>
          </p:nvSpPr>
          <p:spPr>
            <a:xfrm>
              <a:off x="4034" y="2357"/>
              <a:ext cx="6" cy="10"/>
            </a:xfrm>
            <a:custGeom>
              <a:rect b="b" l="l" r="r" t="t"/>
              <a:pathLst>
                <a:path extrusionOk="0" h="10" w="6">
                  <a:moveTo>
                    <a:pt x="0" y="7"/>
                  </a:moveTo>
                  <a:lnTo>
                    <a:pt x="3" y="10"/>
                  </a:lnTo>
                  <a:lnTo>
                    <a:pt x="6" y="10"/>
                  </a:lnTo>
                  <a:lnTo>
                    <a:pt x="6" y="0"/>
                  </a:lnTo>
                  <a:lnTo>
                    <a:pt x="3" y="0"/>
                  </a:lnTo>
                  <a:lnTo>
                    <a:pt x="6" y="3"/>
                  </a:lnTo>
                  <a:lnTo>
                    <a:pt x="0" y="7"/>
                  </a:lnTo>
                  <a:lnTo>
                    <a:pt x="0" y="10"/>
                  </a:lnTo>
                  <a:lnTo>
                    <a:pt x="3" y="1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1" name="Google Shape;321;p3"/>
            <p:cNvSpPr/>
            <p:nvPr/>
          </p:nvSpPr>
          <p:spPr>
            <a:xfrm>
              <a:off x="4034" y="2339"/>
              <a:ext cx="13" cy="25"/>
            </a:xfrm>
            <a:custGeom>
              <a:rect b="b" l="l" r="r" t="t"/>
              <a:pathLst>
                <a:path extrusionOk="0" h="25" w="13">
                  <a:moveTo>
                    <a:pt x="10" y="0"/>
                  </a:moveTo>
                  <a:lnTo>
                    <a:pt x="6" y="4"/>
                  </a:lnTo>
                  <a:lnTo>
                    <a:pt x="6" y="7"/>
                  </a:lnTo>
                  <a:lnTo>
                    <a:pt x="3" y="11"/>
                  </a:lnTo>
                  <a:lnTo>
                    <a:pt x="0" y="18"/>
                  </a:lnTo>
                  <a:lnTo>
                    <a:pt x="0" y="25"/>
                  </a:lnTo>
                  <a:lnTo>
                    <a:pt x="6" y="21"/>
                  </a:lnTo>
                  <a:lnTo>
                    <a:pt x="6" y="14"/>
                  </a:lnTo>
                  <a:lnTo>
                    <a:pt x="13" y="7"/>
                  </a:lnTo>
                  <a:lnTo>
                    <a:pt x="6" y="7"/>
                  </a:lnTo>
                  <a:lnTo>
                    <a:pt x="10" y="0"/>
                  </a:lnTo>
                  <a:lnTo>
                    <a:pt x="6" y="4"/>
                  </a:lnTo>
                  <a:lnTo>
                    <a:pt x="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2" name="Google Shape;322;p3"/>
            <p:cNvSpPr/>
            <p:nvPr/>
          </p:nvSpPr>
          <p:spPr>
            <a:xfrm>
              <a:off x="4040" y="2339"/>
              <a:ext cx="10" cy="28"/>
            </a:xfrm>
            <a:custGeom>
              <a:rect b="b" l="l" r="r" t="t"/>
              <a:pathLst>
                <a:path extrusionOk="0" h="28" w="10">
                  <a:moveTo>
                    <a:pt x="0" y="28"/>
                  </a:moveTo>
                  <a:lnTo>
                    <a:pt x="7" y="21"/>
                  </a:lnTo>
                  <a:lnTo>
                    <a:pt x="10" y="14"/>
                  </a:lnTo>
                  <a:lnTo>
                    <a:pt x="10" y="7"/>
                  </a:lnTo>
                  <a:lnTo>
                    <a:pt x="4" y="0"/>
                  </a:lnTo>
                  <a:lnTo>
                    <a:pt x="0" y="7"/>
                  </a:lnTo>
                  <a:lnTo>
                    <a:pt x="4" y="11"/>
                  </a:lnTo>
                  <a:lnTo>
                    <a:pt x="0" y="18"/>
                  </a:lnTo>
                  <a:lnTo>
                    <a:pt x="0" y="25"/>
                  </a:lnTo>
                  <a:lnTo>
                    <a:pt x="0" y="18"/>
                  </a:lnTo>
                  <a:lnTo>
                    <a:pt x="0" y="28"/>
                  </a:lnTo>
                  <a:lnTo>
                    <a:pt x="4" y="28"/>
                  </a:lnTo>
                  <a:lnTo>
                    <a:pt x="4" y="25"/>
                  </a:lnTo>
                  <a:lnTo>
                    <a:pt x="0"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3" name="Google Shape;323;p3"/>
            <p:cNvSpPr/>
            <p:nvPr/>
          </p:nvSpPr>
          <p:spPr>
            <a:xfrm>
              <a:off x="3754" y="2426"/>
              <a:ext cx="276" cy="620"/>
            </a:xfrm>
            <a:custGeom>
              <a:rect b="b" l="l" r="r" t="t"/>
              <a:pathLst>
                <a:path extrusionOk="0" h="620" w="276">
                  <a:moveTo>
                    <a:pt x="246" y="0"/>
                  </a:moveTo>
                  <a:lnTo>
                    <a:pt x="256" y="52"/>
                  </a:lnTo>
                  <a:lnTo>
                    <a:pt x="263" y="104"/>
                  </a:lnTo>
                  <a:lnTo>
                    <a:pt x="270" y="156"/>
                  </a:lnTo>
                  <a:lnTo>
                    <a:pt x="273" y="208"/>
                  </a:lnTo>
                  <a:lnTo>
                    <a:pt x="276" y="263"/>
                  </a:lnTo>
                  <a:lnTo>
                    <a:pt x="276" y="315"/>
                  </a:lnTo>
                  <a:lnTo>
                    <a:pt x="273" y="371"/>
                  </a:lnTo>
                  <a:lnTo>
                    <a:pt x="270" y="426"/>
                  </a:lnTo>
                  <a:lnTo>
                    <a:pt x="260" y="437"/>
                  </a:lnTo>
                  <a:lnTo>
                    <a:pt x="250" y="450"/>
                  </a:lnTo>
                  <a:lnTo>
                    <a:pt x="240" y="457"/>
                  </a:lnTo>
                  <a:lnTo>
                    <a:pt x="230" y="471"/>
                  </a:lnTo>
                  <a:lnTo>
                    <a:pt x="220" y="482"/>
                  </a:lnTo>
                  <a:lnTo>
                    <a:pt x="206" y="492"/>
                  </a:lnTo>
                  <a:lnTo>
                    <a:pt x="196" y="499"/>
                  </a:lnTo>
                  <a:lnTo>
                    <a:pt x="183" y="509"/>
                  </a:lnTo>
                  <a:lnTo>
                    <a:pt x="163" y="530"/>
                  </a:lnTo>
                  <a:lnTo>
                    <a:pt x="150" y="537"/>
                  </a:lnTo>
                  <a:lnTo>
                    <a:pt x="130" y="558"/>
                  </a:lnTo>
                  <a:lnTo>
                    <a:pt x="116" y="568"/>
                  </a:lnTo>
                  <a:lnTo>
                    <a:pt x="96" y="589"/>
                  </a:lnTo>
                  <a:lnTo>
                    <a:pt x="53" y="620"/>
                  </a:lnTo>
                  <a:lnTo>
                    <a:pt x="46" y="561"/>
                  </a:lnTo>
                  <a:lnTo>
                    <a:pt x="40" y="506"/>
                  </a:lnTo>
                  <a:lnTo>
                    <a:pt x="33" y="450"/>
                  </a:lnTo>
                  <a:lnTo>
                    <a:pt x="30" y="395"/>
                  </a:lnTo>
                  <a:lnTo>
                    <a:pt x="20" y="336"/>
                  </a:lnTo>
                  <a:lnTo>
                    <a:pt x="13" y="281"/>
                  </a:lnTo>
                  <a:lnTo>
                    <a:pt x="10" y="225"/>
                  </a:lnTo>
                  <a:lnTo>
                    <a:pt x="0" y="166"/>
                  </a:lnTo>
                  <a:lnTo>
                    <a:pt x="16" y="156"/>
                  </a:lnTo>
                  <a:lnTo>
                    <a:pt x="30" y="142"/>
                  </a:lnTo>
                  <a:lnTo>
                    <a:pt x="46" y="132"/>
                  </a:lnTo>
                  <a:lnTo>
                    <a:pt x="60" y="121"/>
                  </a:lnTo>
                  <a:lnTo>
                    <a:pt x="76" y="111"/>
                  </a:lnTo>
                  <a:lnTo>
                    <a:pt x="90" y="100"/>
                  </a:lnTo>
                  <a:lnTo>
                    <a:pt x="106" y="90"/>
                  </a:lnTo>
                  <a:lnTo>
                    <a:pt x="123" y="80"/>
                  </a:lnTo>
                  <a:lnTo>
                    <a:pt x="140" y="69"/>
                  </a:lnTo>
                  <a:lnTo>
                    <a:pt x="153" y="59"/>
                  </a:lnTo>
                  <a:lnTo>
                    <a:pt x="170" y="49"/>
                  </a:lnTo>
                  <a:lnTo>
                    <a:pt x="183" y="38"/>
                  </a:lnTo>
                  <a:lnTo>
                    <a:pt x="200" y="28"/>
                  </a:lnTo>
                  <a:lnTo>
                    <a:pt x="216" y="17"/>
                  </a:lnTo>
                  <a:lnTo>
                    <a:pt x="233" y="10"/>
                  </a:lnTo>
                  <a:lnTo>
                    <a:pt x="246" y="0"/>
                  </a:lnTo>
                  <a:close/>
                </a:path>
              </a:pathLst>
            </a:custGeom>
            <a:gradFill>
              <a:gsLst>
                <a:gs pos="0">
                  <a:srgbClr val="587658"/>
                </a:gs>
                <a:gs pos="50000">
                  <a:srgbClr val="BFFFBF"/>
                </a:gs>
                <a:gs pos="100000">
                  <a:srgbClr val="587658"/>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4" name="Google Shape;324;p3"/>
            <p:cNvSpPr/>
            <p:nvPr/>
          </p:nvSpPr>
          <p:spPr>
            <a:xfrm>
              <a:off x="3997" y="2426"/>
              <a:ext cx="37" cy="430"/>
            </a:xfrm>
            <a:custGeom>
              <a:rect b="b" l="l" r="r" t="t"/>
              <a:pathLst>
                <a:path extrusionOk="0" h="430" w="37">
                  <a:moveTo>
                    <a:pt x="30" y="430"/>
                  </a:moveTo>
                  <a:lnTo>
                    <a:pt x="30" y="426"/>
                  </a:lnTo>
                  <a:lnTo>
                    <a:pt x="33" y="371"/>
                  </a:lnTo>
                  <a:lnTo>
                    <a:pt x="37" y="315"/>
                  </a:lnTo>
                  <a:lnTo>
                    <a:pt x="37" y="263"/>
                  </a:lnTo>
                  <a:lnTo>
                    <a:pt x="33" y="208"/>
                  </a:lnTo>
                  <a:lnTo>
                    <a:pt x="30" y="156"/>
                  </a:lnTo>
                  <a:lnTo>
                    <a:pt x="23" y="104"/>
                  </a:lnTo>
                  <a:lnTo>
                    <a:pt x="17" y="49"/>
                  </a:lnTo>
                  <a:lnTo>
                    <a:pt x="7" y="0"/>
                  </a:lnTo>
                  <a:lnTo>
                    <a:pt x="0" y="0"/>
                  </a:lnTo>
                  <a:lnTo>
                    <a:pt x="10" y="52"/>
                  </a:lnTo>
                  <a:lnTo>
                    <a:pt x="17" y="104"/>
                  </a:lnTo>
                  <a:lnTo>
                    <a:pt x="23" y="156"/>
                  </a:lnTo>
                  <a:lnTo>
                    <a:pt x="27" y="208"/>
                  </a:lnTo>
                  <a:lnTo>
                    <a:pt x="30" y="263"/>
                  </a:lnTo>
                  <a:lnTo>
                    <a:pt x="30" y="315"/>
                  </a:lnTo>
                  <a:lnTo>
                    <a:pt x="27" y="371"/>
                  </a:lnTo>
                  <a:lnTo>
                    <a:pt x="23" y="426"/>
                  </a:lnTo>
                  <a:lnTo>
                    <a:pt x="27" y="423"/>
                  </a:lnTo>
                  <a:lnTo>
                    <a:pt x="30" y="430"/>
                  </a:lnTo>
                  <a:lnTo>
                    <a:pt x="30" y="426"/>
                  </a:lnTo>
                  <a:lnTo>
                    <a:pt x="30" y="4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5" name="Google Shape;325;p3"/>
            <p:cNvSpPr/>
            <p:nvPr/>
          </p:nvSpPr>
          <p:spPr>
            <a:xfrm>
              <a:off x="3847" y="2849"/>
              <a:ext cx="180" cy="166"/>
            </a:xfrm>
            <a:custGeom>
              <a:rect b="b" l="l" r="r" t="t"/>
              <a:pathLst>
                <a:path extrusionOk="0" h="166" w="180">
                  <a:moveTo>
                    <a:pt x="7" y="166"/>
                  </a:moveTo>
                  <a:lnTo>
                    <a:pt x="17" y="159"/>
                  </a:lnTo>
                  <a:lnTo>
                    <a:pt x="47" y="128"/>
                  </a:lnTo>
                  <a:lnTo>
                    <a:pt x="60" y="118"/>
                  </a:lnTo>
                  <a:lnTo>
                    <a:pt x="70" y="111"/>
                  </a:lnTo>
                  <a:lnTo>
                    <a:pt x="83" y="100"/>
                  </a:lnTo>
                  <a:lnTo>
                    <a:pt x="103" y="79"/>
                  </a:lnTo>
                  <a:lnTo>
                    <a:pt x="117" y="69"/>
                  </a:lnTo>
                  <a:lnTo>
                    <a:pt x="127" y="59"/>
                  </a:lnTo>
                  <a:lnTo>
                    <a:pt x="140" y="52"/>
                  </a:lnTo>
                  <a:lnTo>
                    <a:pt x="150" y="38"/>
                  </a:lnTo>
                  <a:lnTo>
                    <a:pt x="180" y="7"/>
                  </a:lnTo>
                  <a:lnTo>
                    <a:pt x="177" y="0"/>
                  </a:lnTo>
                  <a:lnTo>
                    <a:pt x="163" y="14"/>
                  </a:lnTo>
                  <a:lnTo>
                    <a:pt x="157" y="24"/>
                  </a:lnTo>
                  <a:lnTo>
                    <a:pt x="143" y="34"/>
                  </a:lnTo>
                  <a:lnTo>
                    <a:pt x="113" y="66"/>
                  </a:lnTo>
                  <a:lnTo>
                    <a:pt x="100" y="72"/>
                  </a:lnTo>
                  <a:lnTo>
                    <a:pt x="80" y="93"/>
                  </a:lnTo>
                  <a:lnTo>
                    <a:pt x="67" y="104"/>
                  </a:lnTo>
                  <a:lnTo>
                    <a:pt x="57" y="114"/>
                  </a:lnTo>
                  <a:lnTo>
                    <a:pt x="43" y="121"/>
                  </a:lnTo>
                  <a:lnTo>
                    <a:pt x="23" y="142"/>
                  </a:lnTo>
                  <a:lnTo>
                    <a:pt x="10" y="152"/>
                  </a:lnTo>
                  <a:lnTo>
                    <a:pt x="0" y="163"/>
                  </a:lnTo>
                  <a:lnTo>
                    <a:pt x="7" y="16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6" name="Google Shape;326;p3"/>
            <p:cNvSpPr/>
            <p:nvPr/>
          </p:nvSpPr>
          <p:spPr>
            <a:xfrm>
              <a:off x="3804" y="3012"/>
              <a:ext cx="50" cy="41"/>
            </a:xfrm>
            <a:custGeom>
              <a:rect b="b" l="l" r="r" t="t"/>
              <a:pathLst>
                <a:path extrusionOk="0" h="41" w="50">
                  <a:moveTo>
                    <a:pt x="0" y="34"/>
                  </a:moveTo>
                  <a:lnTo>
                    <a:pt x="6" y="38"/>
                  </a:lnTo>
                  <a:lnTo>
                    <a:pt x="50" y="3"/>
                  </a:lnTo>
                  <a:lnTo>
                    <a:pt x="43" y="0"/>
                  </a:lnTo>
                  <a:lnTo>
                    <a:pt x="0" y="31"/>
                  </a:lnTo>
                  <a:lnTo>
                    <a:pt x="6" y="34"/>
                  </a:lnTo>
                  <a:lnTo>
                    <a:pt x="0" y="34"/>
                  </a:lnTo>
                  <a:lnTo>
                    <a:pt x="0" y="41"/>
                  </a:lnTo>
                  <a:lnTo>
                    <a:pt x="6" y="38"/>
                  </a:lnTo>
                  <a:lnTo>
                    <a:pt x="0"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7" name="Google Shape;327;p3"/>
            <p:cNvSpPr/>
            <p:nvPr/>
          </p:nvSpPr>
          <p:spPr>
            <a:xfrm>
              <a:off x="3750" y="2589"/>
              <a:ext cx="60" cy="457"/>
            </a:xfrm>
            <a:custGeom>
              <a:rect b="b" l="l" r="r" t="t"/>
              <a:pathLst>
                <a:path extrusionOk="0" h="457" w="60">
                  <a:moveTo>
                    <a:pt x="4" y="0"/>
                  </a:moveTo>
                  <a:lnTo>
                    <a:pt x="0" y="3"/>
                  </a:lnTo>
                  <a:lnTo>
                    <a:pt x="10" y="62"/>
                  </a:lnTo>
                  <a:lnTo>
                    <a:pt x="17" y="118"/>
                  </a:lnTo>
                  <a:lnTo>
                    <a:pt x="20" y="173"/>
                  </a:lnTo>
                  <a:lnTo>
                    <a:pt x="27" y="232"/>
                  </a:lnTo>
                  <a:lnTo>
                    <a:pt x="34" y="287"/>
                  </a:lnTo>
                  <a:lnTo>
                    <a:pt x="40" y="343"/>
                  </a:lnTo>
                  <a:lnTo>
                    <a:pt x="47" y="398"/>
                  </a:lnTo>
                  <a:lnTo>
                    <a:pt x="54" y="457"/>
                  </a:lnTo>
                  <a:lnTo>
                    <a:pt x="60" y="457"/>
                  </a:lnTo>
                  <a:lnTo>
                    <a:pt x="54" y="398"/>
                  </a:lnTo>
                  <a:lnTo>
                    <a:pt x="47" y="343"/>
                  </a:lnTo>
                  <a:lnTo>
                    <a:pt x="40" y="287"/>
                  </a:lnTo>
                  <a:lnTo>
                    <a:pt x="34" y="232"/>
                  </a:lnTo>
                  <a:lnTo>
                    <a:pt x="27" y="173"/>
                  </a:lnTo>
                  <a:lnTo>
                    <a:pt x="20" y="118"/>
                  </a:lnTo>
                  <a:lnTo>
                    <a:pt x="17" y="62"/>
                  </a:lnTo>
                  <a:lnTo>
                    <a:pt x="7" y="3"/>
                  </a:lnTo>
                  <a:lnTo>
                    <a:pt x="7" y="7"/>
                  </a:lnTo>
                  <a:lnTo>
                    <a:pt x="4" y="0"/>
                  </a:lnTo>
                  <a:lnTo>
                    <a:pt x="0" y="3"/>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8" name="Google Shape;328;p3"/>
            <p:cNvSpPr/>
            <p:nvPr/>
          </p:nvSpPr>
          <p:spPr>
            <a:xfrm>
              <a:off x="3754" y="2419"/>
              <a:ext cx="250" cy="177"/>
            </a:xfrm>
            <a:custGeom>
              <a:rect b="b" l="l" r="r" t="t"/>
              <a:pathLst>
                <a:path extrusionOk="0" h="177" w="250">
                  <a:moveTo>
                    <a:pt x="250" y="7"/>
                  </a:moveTo>
                  <a:lnTo>
                    <a:pt x="246" y="4"/>
                  </a:lnTo>
                  <a:lnTo>
                    <a:pt x="230" y="14"/>
                  </a:lnTo>
                  <a:lnTo>
                    <a:pt x="213" y="24"/>
                  </a:lnTo>
                  <a:lnTo>
                    <a:pt x="200" y="31"/>
                  </a:lnTo>
                  <a:lnTo>
                    <a:pt x="183" y="42"/>
                  </a:lnTo>
                  <a:lnTo>
                    <a:pt x="166" y="52"/>
                  </a:lnTo>
                  <a:lnTo>
                    <a:pt x="153" y="62"/>
                  </a:lnTo>
                  <a:lnTo>
                    <a:pt x="136" y="73"/>
                  </a:lnTo>
                  <a:lnTo>
                    <a:pt x="120" y="83"/>
                  </a:lnTo>
                  <a:lnTo>
                    <a:pt x="103" y="94"/>
                  </a:lnTo>
                  <a:lnTo>
                    <a:pt x="90" y="104"/>
                  </a:lnTo>
                  <a:lnTo>
                    <a:pt x="73" y="114"/>
                  </a:lnTo>
                  <a:lnTo>
                    <a:pt x="60" y="125"/>
                  </a:lnTo>
                  <a:lnTo>
                    <a:pt x="43" y="135"/>
                  </a:lnTo>
                  <a:lnTo>
                    <a:pt x="30" y="149"/>
                  </a:lnTo>
                  <a:lnTo>
                    <a:pt x="13" y="159"/>
                  </a:lnTo>
                  <a:lnTo>
                    <a:pt x="0" y="170"/>
                  </a:lnTo>
                  <a:lnTo>
                    <a:pt x="3" y="177"/>
                  </a:lnTo>
                  <a:lnTo>
                    <a:pt x="16" y="163"/>
                  </a:lnTo>
                  <a:lnTo>
                    <a:pt x="33" y="153"/>
                  </a:lnTo>
                  <a:lnTo>
                    <a:pt x="46" y="142"/>
                  </a:lnTo>
                  <a:lnTo>
                    <a:pt x="63" y="132"/>
                  </a:lnTo>
                  <a:lnTo>
                    <a:pt x="76" y="121"/>
                  </a:lnTo>
                  <a:lnTo>
                    <a:pt x="93" y="111"/>
                  </a:lnTo>
                  <a:lnTo>
                    <a:pt x="106" y="101"/>
                  </a:lnTo>
                  <a:lnTo>
                    <a:pt x="123" y="90"/>
                  </a:lnTo>
                  <a:lnTo>
                    <a:pt x="140" y="80"/>
                  </a:lnTo>
                  <a:lnTo>
                    <a:pt x="156" y="69"/>
                  </a:lnTo>
                  <a:lnTo>
                    <a:pt x="170" y="59"/>
                  </a:lnTo>
                  <a:lnTo>
                    <a:pt x="186" y="49"/>
                  </a:lnTo>
                  <a:lnTo>
                    <a:pt x="203" y="38"/>
                  </a:lnTo>
                  <a:lnTo>
                    <a:pt x="216" y="28"/>
                  </a:lnTo>
                  <a:lnTo>
                    <a:pt x="233" y="17"/>
                  </a:lnTo>
                  <a:lnTo>
                    <a:pt x="250" y="7"/>
                  </a:lnTo>
                  <a:lnTo>
                    <a:pt x="243" y="7"/>
                  </a:lnTo>
                  <a:lnTo>
                    <a:pt x="250" y="7"/>
                  </a:lnTo>
                  <a:lnTo>
                    <a:pt x="250" y="0"/>
                  </a:lnTo>
                  <a:lnTo>
                    <a:pt x="246" y="4"/>
                  </a:lnTo>
                  <a:lnTo>
                    <a:pt x="25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9" name="Google Shape;329;p3"/>
            <p:cNvSpPr/>
            <p:nvPr/>
          </p:nvSpPr>
          <p:spPr>
            <a:xfrm>
              <a:off x="3644" y="2454"/>
              <a:ext cx="96" cy="807"/>
            </a:xfrm>
            <a:custGeom>
              <a:rect b="b" l="l" r="r" t="t"/>
              <a:pathLst>
                <a:path extrusionOk="0" h="807" w="96">
                  <a:moveTo>
                    <a:pt x="13" y="10"/>
                  </a:moveTo>
                  <a:lnTo>
                    <a:pt x="16" y="52"/>
                  </a:lnTo>
                  <a:lnTo>
                    <a:pt x="20" y="90"/>
                  </a:lnTo>
                  <a:lnTo>
                    <a:pt x="23" y="131"/>
                  </a:lnTo>
                  <a:lnTo>
                    <a:pt x="30" y="169"/>
                  </a:lnTo>
                  <a:lnTo>
                    <a:pt x="36" y="211"/>
                  </a:lnTo>
                  <a:lnTo>
                    <a:pt x="43" y="249"/>
                  </a:lnTo>
                  <a:lnTo>
                    <a:pt x="50" y="291"/>
                  </a:lnTo>
                  <a:lnTo>
                    <a:pt x="53" y="332"/>
                  </a:lnTo>
                  <a:lnTo>
                    <a:pt x="56" y="367"/>
                  </a:lnTo>
                  <a:lnTo>
                    <a:pt x="63" y="405"/>
                  </a:lnTo>
                  <a:lnTo>
                    <a:pt x="66" y="443"/>
                  </a:lnTo>
                  <a:lnTo>
                    <a:pt x="70" y="481"/>
                  </a:lnTo>
                  <a:lnTo>
                    <a:pt x="73" y="519"/>
                  </a:lnTo>
                  <a:lnTo>
                    <a:pt x="76" y="558"/>
                  </a:lnTo>
                  <a:lnTo>
                    <a:pt x="83" y="596"/>
                  </a:lnTo>
                  <a:lnTo>
                    <a:pt x="86" y="634"/>
                  </a:lnTo>
                  <a:lnTo>
                    <a:pt x="90" y="675"/>
                  </a:lnTo>
                  <a:lnTo>
                    <a:pt x="93" y="720"/>
                  </a:lnTo>
                  <a:lnTo>
                    <a:pt x="96" y="762"/>
                  </a:lnTo>
                  <a:lnTo>
                    <a:pt x="96" y="804"/>
                  </a:lnTo>
                  <a:lnTo>
                    <a:pt x="93" y="807"/>
                  </a:lnTo>
                  <a:lnTo>
                    <a:pt x="90" y="807"/>
                  </a:lnTo>
                  <a:lnTo>
                    <a:pt x="83" y="800"/>
                  </a:lnTo>
                  <a:lnTo>
                    <a:pt x="83" y="724"/>
                  </a:lnTo>
                  <a:lnTo>
                    <a:pt x="80" y="693"/>
                  </a:lnTo>
                  <a:lnTo>
                    <a:pt x="76" y="658"/>
                  </a:lnTo>
                  <a:lnTo>
                    <a:pt x="73" y="623"/>
                  </a:lnTo>
                  <a:lnTo>
                    <a:pt x="70" y="589"/>
                  </a:lnTo>
                  <a:lnTo>
                    <a:pt x="66" y="554"/>
                  </a:lnTo>
                  <a:lnTo>
                    <a:pt x="63" y="519"/>
                  </a:lnTo>
                  <a:lnTo>
                    <a:pt x="60" y="474"/>
                  </a:lnTo>
                  <a:lnTo>
                    <a:pt x="53" y="429"/>
                  </a:lnTo>
                  <a:lnTo>
                    <a:pt x="50" y="381"/>
                  </a:lnTo>
                  <a:lnTo>
                    <a:pt x="43" y="336"/>
                  </a:lnTo>
                  <a:lnTo>
                    <a:pt x="40" y="291"/>
                  </a:lnTo>
                  <a:lnTo>
                    <a:pt x="30" y="246"/>
                  </a:lnTo>
                  <a:lnTo>
                    <a:pt x="26" y="201"/>
                  </a:lnTo>
                  <a:lnTo>
                    <a:pt x="16" y="156"/>
                  </a:lnTo>
                  <a:lnTo>
                    <a:pt x="13" y="121"/>
                  </a:lnTo>
                  <a:lnTo>
                    <a:pt x="10" y="83"/>
                  </a:lnTo>
                  <a:lnTo>
                    <a:pt x="6" y="48"/>
                  </a:lnTo>
                  <a:lnTo>
                    <a:pt x="0" y="10"/>
                  </a:lnTo>
                  <a:lnTo>
                    <a:pt x="3" y="7"/>
                  </a:lnTo>
                  <a:lnTo>
                    <a:pt x="3" y="3"/>
                  </a:lnTo>
                  <a:lnTo>
                    <a:pt x="6" y="0"/>
                  </a:lnTo>
                  <a:lnTo>
                    <a:pt x="13" y="0"/>
                  </a:lnTo>
                  <a:lnTo>
                    <a:pt x="16" y="3"/>
                  </a:lnTo>
                  <a:lnTo>
                    <a:pt x="16" y="7"/>
                  </a:lnTo>
                  <a:lnTo>
                    <a:pt x="13"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0" name="Google Shape;330;p3"/>
            <p:cNvSpPr/>
            <p:nvPr/>
          </p:nvSpPr>
          <p:spPr>
            <a:xfrm>
              <a:off x="3657" y="2464"/>
              <a:ext cx="43" cy="322"/>
            </a:xfrm>
            <a:custGeom>
              <a:rect b="b" l="l" r="r" t="t"/>
              <a:pathLst>
                <a:path extrusionOk="0" h="322" w="43">
                  <a:moveTo>
                    <a:pt x="43" y="322"/>
                  </a:moveTo>
                  <a:lnTo>
                    <a:pt x="40" y="281"/>
                  </a:lnTo>
                  <a:lnTo>
                    <a:pt x="33" y="239"/>
                  </a:lnTo>
                  <a:lnTo>
                    <a:pt x="27" y="198"/>
                  </a:lnTo>
                  <a:lnTo>
                    <a:pt x="20" y="159"/>
                  </a:lnTo>
                  <a:lnTo>
                    <a:pt x="13" y="121"/>
                  </a:lnTo>
                  <a:lnTo>
                    <a:pt x="10" y="80"/>
                  </a:lnTo>
                  <a:lnTo>
                    <a:pt x="7" y="42"/>
                  </a:lnTo>
                  <a:lnTo>
                    <a:pt x="3" y="0"/>
                  </a:lnTo>
                  <a:lnTo>
                    <a:pt x="0" y="0"/>
                  </a:lnTo>
                  <a:lnTo>
                    <a:pt x="0" y="42"/>
                  </a:lnTo>
                  <a:lnTo>
                    <a:pt x="3" y="80"/>
                  </a:lnTo>
                  <a:lnTo>
                    <a:pt x="7" y="121"/>
                  </a:lnTo>
                  <a:lnTo>
                    <a:pt x="13" y="159"/>
                  </a:lnTo>
                  <a:lnTo>
                    <a:pt x="20" y="201"/>
                  </a:lnTo>
                  <a:lnTo>
                    <a:pt x="27" y="239"/>
                  </a:lnTo>
                  <a:lnTo>
                    <a:pt x="33" y="281"/>
                  </a:lnTo>
                  <a:lnTo>
                    <a:pt x="37" y="322"/>
                  </a:lnTo>
                  <a:lnTo>
                    <a:pt x="43" y="32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1" name="Google Shape;331;p3"/>
            <p:cNvSpPr/>
            <p:nvPr/>
          </p:nvSpPr>
          <p:spPr>
            <a:xfrm>
              <a:off x="3694" y="2786"/>
              <a:ext cx="40" cy="302"/>
            </a:xfrm>
            <a:custGeom>
              <a:rect b="b" l="l" r="r" t="t"/>
              <a:pathLst>
                <a:path extrusionOk="0" h="302" w="40">
                  <a:moveTo>
                    <a:pt x="40" y="302"/>
                  </a:moveTo>
                  <a:lnTo>
                    <a:pt x="36" y="264"/>
                  </a:lnTo>
                  <a:lnTo>
                    <a:pt x="30" y="226"/>
                  </a:lnTo>
                  <a:lnTo>
                    <a:pt x="26" y="187"/>
                  </a:lnTo>
                  <a:lnTo>
                    <a:pt x="23" y="149"/>
                  </a:lnTo>
                  <a:lnTo>
                    <a:pt x="20" y="111"/>
                  </a:lnTo>
                  <a:lnTo>
                    <a:pt x="16" y="73"/>
                  </a:lnTo>
                  <a:lnTo>
                    <a:pt x="10" y="35"/>
                  </a:lnTo>
                  <a:lnTo>
                    <a:pt x="6" y="0"/>
                  </a:lnTo>
                  <a:lnTo>
                    <a:pt x="0" y="0"/>
                  </a:lnTo>
                  <a:lnTo>
                    <a:pt x="3" y="35"/>
                  </a:lnTo>
                  <a:lnTo>
                    <a:pt x="10" y="73"/>
                  </a:lnTo>
                  <a:lnTo>
                    <a:pt x="13" y="111"/>
                  </a:lnTo>
                  <a:lnTo>
                    <a:pt x="16" y="149"/>
                  </a:lnTo>
                  <a:lnTo>
                    <a:pt x="20" y="187"/>
                  </a:lnTo>
                  <a:lnTo>
                    <a:pt x="23" y="226"/>
                  </a:lnTo>
                  <a:lnTo>
                    <a:pt x="30" y="264"/>
                  </a:lnTo>
                  <a:lnTo>
                    <a:pt x="33" y="302"/>
                  </a:lnTo>
                  <a:lnTo>
                    <a:pt x="40" y="30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2" name="Google Shape;332;p3"/>
            <p:cNvSpPr/>
            <p:nvPr/>
          </p:nvSpPr>
          <p:spPr>
            <a:xfrm>
              <a:off x="3727" y="3088"/>
              <a:ext cx="17" cy="173"/>
            </a:xfrm>
            <a:custGeom>
              <a:rect b="b" l="l" r="r" t="t"/>
              <a:pathLst>
                <a:path extrusionOk="0" h="173" w="17">
                  <a:moveTo>
                    <a:pt x="17" y="173"/>
                  </a:moveTo>
                  <a:lnTo>
                    <a:pt x="17" y="128"/>
                  </a:lnTo>
                  <a:lnTo>
                    <a:pt x="13" y="86"/>
                  </a:lnTo>
                  <a:lnTo>
                    <a:pt x="10" y="41"/>
                  </a:lnTo>
                  <a:lnTo>
                    <a:pt x="7" y="0"/>
                  </a:lnTo>
                  <a:lnTo>
                    <a:pt x="0" y="0"/>
                  </a:lnTo>
                  <a:lnTo>
                    <a:pt x="3" y="41"/>
                  </a:lnTo>
                  <a:lnTo>
                    <a:pt x="7" y="86"/>
                  </a:lnTo>
                  <a:lnTo>
                    <a:pt x="10" y="128"/>
                  </a:lnTo>
                  <a:lnTo>
                    <a:pt x="10" y="170"/>
                  </a:lnTo>
                  <a:lnTo>
                    <a:pt x="10" y="166"/>
                  </a:lnTo>
                  <a:lnTo>
                    <a:pt x="17" y="173"/>
                  </a:lnTo>
                  <a:lnTo>
                    <a:pt x="17" y="170"/>
                  </a:lnTo>
                  <a:lnTo>
                    <a:pt x="17" y="17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3" name="Google Shape;333;p3"/>
            <p:cNvSpPr/>
            <p:nvPr/>
          </p:nvSpPr>
          <p:spPr>
            <a:xfrm>
              <a:off x="3724" y="3251"/>
              <a:ext cx="20" cy="13"/>
            </a:xfrm>
            <a:custGeom>
              <a:rect b="b" l="l" r="r" t="t"/>
              <a:pathLst>
                <a:path extrusionOk="0" h="13" w="20">
                  <a:moveTo>
                    <a:pt x="0" y="3"/>
                  </a:moveTo>
                  <a:lnTo>
                    <a:pt x="0" y="7"/>
                  </a:lnTo>
                  <a:lnTo>
                    <a:pt x="6" y="13"/>
                  </a:lnTo>
                  <a:lnTo>
                    <a:pt x="13" y="13"/>
                  </a:lnTo>
                  <a:lnTo>
                    <a:pt x="20" y="10"/>
                  </a:lnTo>
                  <a:lnTo>
                    <a:pt x="13" y="3"/>
                  </a:lnTo>
                  <a:lnTo>
                    <a:pt x="13" y="7"/>
                  </a:lnTo>
                  <a:lnTo>
                    <a:pt x="10" y="7"/>
                  </a:lnTo>
                  <a:lnTo>
                    <a:pt x="6" y="3"/>
                  </a:lnTo>
                  <a:lnTo>
                    <a:pt x="6" y="0"/>
                  </a:lnTo>
                  <a:lnTo>
                    <a:pt x="6" y="3"/>
                  </a:lnTo>
                  <a:lnTo>
                    <a:pt x="0" y="3"/>
                  </a:lnTo>
                  <a:lnTo>
                    <a:pt x="0" y="7"/>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4" name="Google Shape;334;p3"/>
            <p:cNvSpPr/>
            <p:nvPr/>
          </p:nvSpPr>
          <p:spPr>
            <a:xfrm>
              <a:off x="3724" y="3244"/>
              <a:ext cx="6" cy="10"/>
            </a:xfrm>
            <a:custGeom>
              <a:rect b="b" l="l" r="r" t="t"/>
              <a:pathLst>
                <a:path extrusionOk="0" h="10" w="6">
                  <a:moveTo>
                    <a:pt x="3" y="0"/>
                  </a:moveTo>
                  <a:lnTo>
                    <a:pt x="0" y="3"/>
                  </a:lnTo>
                  <a:lnTo>
                    <a:pt x="0" y="10"/>
                  </a:lnTo>
                  <a:lnTo>
                    <a:pt x="6" y="10"/>
                  </a:lnTo>
                  <a:lnTo>
                    <a:pt x="6" y="3"/>
                  </a:lnTo>
                  <a:lnTo>
                    <a:pt x="3" y="7"/>
                  </a:lnTo>
                  <a:lnTo>
                    <a:pt x="3" y="0"/>
                  </a:lnTo>
                  <a:lnTo>
                    <a:pt x="0" y="0"/>
                  </a:lnTo>
                  <a:lnTo>
                    <a:pt x="0" y="3"/>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5" name="Google Shape;335;p3"/>
            <p:cNvSpPr/>
            <p:nvPr/>
          </p:nvSpPr>
          <p:spPr>
            <a:xfrm>
              <a:off x="3724" y="3244"/>
              <a:ext cx="6" cy="7"/>
            </a:xfrm>
            <a:custGeom>
              <a:rect b="b" l="l" r="r" t="t"/>
              <a:pathLst>
                <a:path extrusionOk="0" h="7" w="6">
                  <a:moveTo>
                    <a:pt x="0" y="3"/>
                  </a:moveTo>
                  <a:lnTo>
                    <a:pt x="3" y="0"/>
                  </a:lnTo>
                  <a:lnTo>
                    <a:pt x="3" y="7"/>
                  </a:lnTo>
                  <a:lnTo>
                    <a:pt x="6" y="3"/>
                  </a:lnTo>
                  <a:lnTo>
                    <a:pt x="3" y="7"/>
                  </a:lnTo>
                  <a:lnTo>
                    <a:pt x="6" y="7"/>
                  </a:lnTo>
                  <a:lnTo>
                    <a:pt x="6" y="3"/>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6" name="Google Shape;336;p3"/>
            <p:cNvSpPr/>
            <p:nvPr/>
          </p:nvSpPr>
          <p:spPr>
            <a:xfrm>
              <a:off x="3704" y="2973"/>
              <a:ext cx="26" cy="274"/>
            </a:xfrm>
            <a:custGeom>
              <a:rect b="b" l="l" r="r" t="t"/>
              <a:pathLst>
                <a:path extrusionOk="0" h="274" w="26">
                  <a:moveTo>
                    <a:pt x="0" y="0"/>
                  </a:moveTo>
                  <a:lnTo>
                    <a:pt x="3" y="35"/>
                  </a:lnTo>
                  <a:lnTo>
                    <a:pt x="6" y="70"/>
                  </a:lnTo>
                  <a:lnTo>
                    <a:pt x="10" y="104"/>
                  </a:lnTo>
                  <a:lnTo>
                    <a:pt x="13" y="139"/>
                  </a:lnTo>
                  <a:lnTo>
                    <a:pt x="16" y="174"/>
                  </a:lnTo>
                  <a:lnTo>
                    <a:pt x="20" y="205"/>
                  </a:lnTo>
                  <a:lnTo>
                    <a:pt x="20" y="274"/>
                  </a:lnTo>
                  <a:lnTo>
                    <a:pt x="26" y="274"/>
                  </a:lnTo>
                  <a:lnTo>
                    <a:pt x="26" y="205"/>
                  </a:lnTo>
                  <a:lnTo>
                    <a:pt x="23" y="174"/>
                  </a:lnTo>
                  <a:lnTo>
                    <a:pt x="20" y="139"/>
                  </a:lnTo>
                  <a:lnTo>
                    <a:pt x="16" y="104"/>
                  </a:lnTo>
                  <a:lnTo>
                    <a:pt x="13" y="70"/>
                  </a:lnTo>
                  <a:lnTo>
                    <a:pt x="10" y="35"/>
                  </a:lnTo>
                  <a:lnTo>
                    <a:pt x="6"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7" name="Google Shape;337;p3"/>
            <p:cNvSpPr/>
            <p:nvPr/>
          </p:nvSpPr>
          <p:spPr>
            <a:xfrm>
              <a:off x="3657" y="2610"/>
              <a:ext cx="53" cy="363"/>
            </a:xfrm>
            <a:custGeom>
              <a:rect b="b" l="l" r="r" t="t"/>
              <a:pathLst>
                <a:path extrusionOk="0" h="363" w="53">
                  <a:moveTo>
                    <a:pt x="0" y="0"/>
                  </a:moveTo>
                  <a:lnTo>
                    <a:pt x="0" y="3"/>
                  </a:lnTo>
                  <a:lnTo>
                    <a:pt x="10" y="45"/>
                  </a:lnTo>
                  <a:lnTo>
                    <a:pt x="17" y="90"/>
                  </a:lnTo>
                  <a:lnTo>
                    <a:pt x="20" y="135"/>
                  </a:lnTo>
                  <a:lnTo>
                    <a:pt x="27" y="180"/>
                  </a:lnTo>
                  <a:lnTo>
                    <a:pt x="33" y="225"/>
                  </a:lnTo>
                  <a:lnTo>
                    <a:pt x="37" y="273"/>
                  </a:lnTo>
                  <a:lnTo>
                    <a:pt x="43" y="318"/>
                  </a:lnTo>
                  <a:lnTo>
                    <a:pt x="47" y="363"/>
                  </a:lnTo>
                  <a:lnTo>
                    <a:pt x="53" y="363"/>
                  </a:lnTo>
                  <a:lnTo>
                    <a:pt x="50" y="318"/>
                  </a:lnTo>
                  <a:lnTo>
                    <a:pt x="43" y="273"/>
                  </a:lnTo>
                  <a:lnTo>
                    <a:pt x="40" y="225"/>
                  </a:lnTo>
                  <a:lnTo>
                    <a:pt x="33" y="180"/>
                  </a:lnTo>
                  <a:lnTo>
                    <a:pt x="30" y="135"/>
                  </a:lnTo>
                  <a:lnTo>
                    <a:pt x="20" y="90"/>
                  </a:lnTo>
                  <a:lnTo>
                    <a:pt x="17" y="45"/>
                  </a:lnTo>
                  <a:lnTo>
                    <a:pt x="7"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8" name="Google Shape;338;p3"/>
            <p:cNvSpPr/>
            <p:nvPr/>
          </p:nvSpPr>
          <p:spPr>
            <a:xfrm>
              <a:off x="3640" y="2464"/>
              <a:ext cx="24" cy="146"/>
            </a:xfrm>
            <a:custGeom>
              <a:rect b="b" l="l" r="r" t="t"/>
              <a:pathLst>
                <a:path extrusionOk="0" h="146" w="24">
                  <a:moveTo>
                    <a:pt x="0" y="0"/>
                  </a:moveTo>
                  <a:lnTo>
                    <a:pt x="4" y="38"/>
                  </a:lnTo>
                  <a:lnTo>
                    <a:pt x="10" y="73"/>
                  </a:lnTo>
                  <a:lnTo>
                    <a:pt x="14" y="111"/>
                  </a:lnTo>
                  <a:lnTo>
                    <a:pt x="17" y="146"/>
                  </a:lnTo>
                  <a:lnTo>
                    <a:pt x="24" y="146"/>
                  </a:lnTo>
                  <a:lnTo>
                    <a:pt x="20" y="111"/>
                  </a:lnTo>
                  <a:lnTo>
                    <a:pt x="17" y="73"/>
                  </a:lnTo>
                  <a:lnTo>
                    <a:pt x="14" y="38"/>
                  </a:lnTo>
                  <a:lnTo>
                    <a:pt x="7" y="0"/>
                  </a:lnTo>
                  <a:lnTo>
                    <a:pt x="7" y="4"/>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9" name="Google Shape;339;p3"/>
            <p:cNvSpPr/>
            <p:nvPr/>
          </p:nvSpPr>
          <p:spPr>
            <a:xfrm>
              <a:off x="3640" y="2450"/>
              <a:ext cx="14" cy="18"/>
            </a:xfrm>
            <a:custGeom>
              <a:rect b="b" l="l" r="r" t="t"/>
              <a:pathLst>
                <a:path extrusionOk="0" h="18" w="14">
                  <a:moveTo>
                    <a:pt x="10" y="0"/>
                  </a:moveTo>
                  <a:lnTo>
                    <a:pt x="4" y="7"/>
                  </a:lnTo>
                  <a:lnTo>
                    <a:pt x="4" y="11"/>
                  </a:lnTo>
                  <a:lnTo>
                    <a:pt x="0" y="14"/>
                  </a:lnTo>
                  <a:lnTo>
                    <a:pt x="7" y="18"/>
                  </a:lnTo>
                  <a:lnTo>
                    <a:pt x="10" y="14"/>
                  </a:lnTo>
                  <a:lnTo>
                    <a:pt x="10" y="11"/>
                  </a:lnTo>
                  <a:lnTo>
                    <a:pt x="14" y="7"/>
                  </a:lnTo>
                  <a:lnTo>
                    <a:pt x="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0" name="Google Shape;340;p3"/>
            <p:cNvSpPr/>
            <p:nvPr/>
          </p:nvSpPr>
          <p:spPr>
            <a:xfrm>
              <a:off x="3650" y="2450"/>
              <a:ext cx="14" cy="18"/>
            </a:xfrm>
            <a:custGeom>
              <a:rect b="b" l="l" r="r" t="t"/>
              <a:pathLst>
                <a:path extrusionOk="0" h="18" w="14">
                  <a:moveTo>
                    <a:pt x="10" y="14"/>
                  </a:moveTo>
                  <a:lnTo>
                    <a:pt x="10" y="18"/>
                  </a:lnTo>
                  <a:lnTo>
                    <a:pt x="14" y="11"/>
                  </a:lnTo>
                  <a:lnTo>
                    <a:pt x="10" y="4"/>
                  </a:lnTo>
                  <a:lnTo>
                    <a:pt x="7" y="0"/>
                  </a:lnTo>
                  <a:lnTo>
                    <a:pt x="0" y="0"/>
                  </a:lnTo>
                  <a:lnTo>
                    <a:pt x="4" y="7"/>
                  </a:lnTo>
                  <a:lnTo>
                    <a:pt x="7" y="7"/>
                  </a:lnTo>
                  <a:lnTo>
                    <a:pt x="7" y="14"/>
                  </a:lnTo>
                  <a:lnTo>
                    <a:pt x="1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1" name="Google Shape;341;p3"/>
            <p:cNvSpPr/>
            <p:nvPr/>
          </p:nvSpPr>
          <p:spPr>
            <a:xfrm>
              <a:off x="3077" y="2464"/>
              <a:ext cx="340" cy="319"/>
            </a:xfrm>
            <a:custGeom>
              <a:rect b="b" l="l" r="r" t="t"/>
              <a:pathLst>
                <a:path extrusionOk="0" h="319" w="340">
                  <a:moveTo>
                    <a:pt x="230" y="225"/>
                  </a:moveTo>
                  <a:lnTo>
                    <a:pt x="213" y="229"/>
                  </a:lnTo>
                  <a:lnTo>
                    <a:pt x="200" y="236"/>
                  </a:lnTo>
                  <a:lnTo>
                    <a:pt x="187" y="243"/>
                  </a:lnTo>
                  <a:lnTo>
                    <a:pt x="173" y="246"/>
                  </a:lnTo>
                  <a:lnTo>
                    <a:pt x="157" y="253"/>
                  </a:lnTo>
                  <a:lnTo>
                    <a:pt x="143" y="260"/>
                  </a:lnTo>
                  <a:lnTo>
                    <a:pt x="127" y="267"/>
                  </a:lnTo>
                  <a:lnTo>
                    <a:pt x="113" y="270"/>
                  </a:lnTo>
                  <a:lnTo>
                    <a:pt x="100" y="277"/>
                  </a:lnTo>
                  <a:lnTo>
                    <a:pt x="83" y="281"/>
                  </a:lnTo>
                  <a:lnTo>
                    <a:pt x="70" y="288"/>
                  </a:lnTo>
                  <a:lnTo>
                    <a:pt x="57" y="295"/>
                  </a:lnTo>
                  <a:lnTo>
                    <a:pt x="43" y="298"/>
                  </a:lnTo>
                  <a:lnTo>
                    <a:pt x="27" y="305"/>
                  </a:lnTo>
                  <a:lnTo>
                    <a:pt x="13" y="312"/>
                  </a:lnTo>
                  <a:lnTo>
                    <a:pt x="0" y="319"/>
                  </a:lnTo>
                  <a:lnTo>
                    <a:pt x="17" y="295"/>
                  </a:lnTo>
                  <a:lnTo>
                    <a:pt x="37" y="270"/>
                  </a:lnTo>
                  <a:lnTo>
                    <a:pt x="53" y="250"/>
                  </a:lnTo>
                  <a:lnTo>
                    <a:pt x="73" y="225"/>
                  </a:lnTo>
                  <a:lnTo>
                    <a:pt x="113" y="184"/>
                  </a:lnTo>
                  <a:lnTo>
                    <a:pt x="133" y="159"/>
                  </a:lnTo>
                  <a:lnTo>
                    <a:pt x="157" y="139"/>
                  </a:lnTo>
                  <a:lnTo>
                    <a:pt x="177" y="118"/>
                  </a:lnTo>
                  <a:lnTo>
                    <a:pt x="200" y="97"/>
                  </a:lnTo>
                  <a:lnTo>
                    <a:pt x="223" y="80"/>
                  </a:lnTo>
                  <a:lnTo>
                    <a:pt x="247" y="62"/>
                  </a:lnTo>
                  <a:lnTo>
                    <a:pt x="267" y="45"/>
                  </a:lnTo>
                  <a:lnTo>
                    <a:pt x="290" y="28"/>
                  </a:lnTo>
                  <a:lnTo>
                    <a:pt x="317" y="14"/>
                  </a:lnTo>
                  <a:lnTo>
                    <a:pt x="340" y="0"/>
                  </a:lnTo>
                  <a:lnTo>
                    <a:pt x="323" y="7"/>
                  </a:lnTo>
                  <a:lnTo>
                    <a:pt x="310" y="17"/>
                  </a:lnTo>
                  <a:lnTo>
                    <a:pt x="300" y="31"/>
                  </a:lnTo>
                  <a:lnTo>
                    <a:pt x="290" y="45"/>
                  </a:lnTo>
                  <a:lnTo>
                    <a:pt x="283" y="56"/>
                  </a:lnTo>
                  <a:lnTo>
                    <a:pt x="277" y="73"/>
                  </a:lnTo>
                  <a:lnTo>
                    <a:pt x="270" y="87"/>
                  </a:lnTo>
                  <a:lnTo>
                    <a:pt x="267" y="101"/>
                  </a:lnTo>
                  <a:lnTo>
                    <a:pt x="263" y="118"/>
                  </a:lnTo>
                  <a:lnTo>
                    <a:pt x="257" y="132"/>
                  </a:lnTo>
                  <a:lnTo>
                    <a:pt x="253" y="149"/>
                  </a:lnTo>
                  <a:lnTo>
                    <a:pt x="250" y="163"/>
                  </a:lnTo>
                  <a:lnTo>
                    <a:pt x="247" y="180"/>
                  </a:lnTo>
                  <a:lnTo>
                    <a:pt x="243" y="194"/>
                  </a:lnTo>
                  <a:lnTo>
                    <a:pt x="237" y="208"/>
                  </a:lnTo>
                  <a:lnTo>
                    <a:pt x="230" y="225"/>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2" name="Google Shape;342;p3"/>
            <p:cNvSpPr/>
            <p:nvPr/>
          </p:nvSpPr>
          <p:spPr>
            <a:xfrm>
              <a:off x="3067" y="2686"/>
              <a:ext cx="240" cy="107"/>
            </a:xfrm>
            <a:custGeom>
              <a:rect b="b" l="l" r="r" t="t"/>
              <a:pathLst>
                <a:path extrusionOk="0" h="107" w="240">
                  <a:moveTo>
                    <a:pt x="7" y="93"/>
                  </a:moveTo>
                  <a:lnTo>
                    <a:pt x="13" y="100"/>
                  </a:lnTo>
                  <a:lnTo>
                    <a:pt x="23" y="93"/>
                  </a:lnTo>
                  <a:lnTo>
                    <a:pt x="40" y="86"/>
                  </a:lnTo>
                  <a:lnTo>
                    <a:pt x="53" y="80"/>
                  </a:lnTo>
                  <a:lnTo>
                    <a:pt x="67" y="76"/>
                  </a:lnTo>
                  <a:lnTo>
                    <a:pt x="83" y="69"/>
                  </a:lnTo>
                  <a:lnTo>
                    <a:pt x="97" y="62"/>
                  </a:lnTo>
                  <a:lnTo>
                    <a:pt x="110" y="59"/>
                  </a:lnTo>
                  <a:lnTo>
                    <a:pt x="127" y="52"/>
                  </a:lnTo>
                  <a:lnTo>
                    <a:pt x="140" y="45"/>
                  </a:lnTo>
                  <a:lnTo>
                    <a:pt x="153" y="41"/>
                  </a:lnTo>
                  <a:lnTo>
                    <a:pt x="167" y="35"/>
                  </a:lnTo>
                  <a:lnTo>
                    <a:pt x="183" y="31"/>
                  </a:lnTo>
                  <a:lnTo>
                    <a:pt x="197" y="24"/>
                  </a:lnTo>
                  <a:lnTo>
                    <a:pt x="210" y="17"/>
                  </a:lnTo>
                  <a:lnTo>
                    <a:pt x="227" y="10"/>
                  </a:lnTo>
                  <a:lnTo>
                    <a:pt x="240" y="7"/>
                  </a:lnTo>
                  <a:lnTo>
                    <a:pt x="237" y="0"/>
                  </a:lnTo>
                  <a:lnTo>
                    <a:pt x="223" y="7"/>
                  </a:lnTo>
                  <a:lnTo>
                    <a:pt x="210" y="10"/>
                  </a:lnTo>
                  <a:lnTo>
                    <a:pt x="193" y="17"/>
                  </a:lnTo>
                  <a:lnTo>
                    <a:pt x="180" y="24"/>
                  </a:lnTo>
                  <a:lnTo>
                    <a:pt x="167" y="28"/>
                  </a:lnTo>
                  <a:lnTo>
                    <a:pt x="150" y="35"/>
                  </a:lnTo>
                  <a:lnTo>
                    <a:pt x="137" y="41"/>
                  </a:lnTo>
                  <a:lnTo>
                    <a:pt x="123" y="45"/>
                  </a:lnTo>
                  <a:lnTo>
                    <a:pt x="110" y="52"/>
                  </a:lnTo>
                  <a:lnTo>
                    <a:pt x="93" y="55"/>
                  </a:lnTo>
                  <a:lnTo>
                    <a:pt x="80" y="62"/>
                  </a:lnTo>
                  <a:lnTo>
                    <a:pt x="67" y="69"/>
                  </a:lnTo>
                  <a:lnTo>
                    <a:pt x="50" y="73"/>
                  </a:lnTo>
                  <a:lnTo>
                    <a:pt x="37" y="80"/>
                  </a:lnTo>
                  <a:lnTo>
                    <a:pt x="23" y="86"/>
                  </a:lnTo>
                  <a:lnTo>
                    <a:pt x="7" y="93"/>
                  </a:lnTo>
                  <a:lnTo>
                    <a:pt x="13" y="100"/>
                  </a:lnTo>
                  <a:lnTo>
                    <a:pt x="7" y="93"/>
                  </a:lnTo>
                  <a:lnTo>
                    <a:pt x="0" y="107"/>
                  </a:lnTo>
                  <a:lnTo>
                    <a:pt x="13" y="100"/>
                  </a:lnTo>
                  <a:lnTo>
                    <a:pt x="7" y="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3" name="Google Shape;343;p3"/>
            <p:cNvSpPr/>
            <p:nvPr/>
          </p:nvSpPr>
          <p:spPr>
            <a:xfrm>
              <a:off x="3074" y="2461"/>
              <a:ext cx="343" cy="325"/>
            </a:xfrm>
            <a:custGeom>
              <a:rect b="b" l="l" r="r" t="t"/>
              <a:pathLst>
                <a:path extrusionOk="0" h="325" w="343">
                  <a:moveTo>
                    <a:pt x="343" y="7"/>
                  </a:moveTo>
                  <a:lnTo>
                    <a:pt x="343" y="0"/>
                  </a:lnTo>
                  <a:lnTo>
                    <a:pt x="316" y="14"/>
                  </a:lnTo>
                  <a:lnTo>
                    <a:pt x="293" y="27"/>
                  </a:lnTo>
                  <a:lnTo>
                    <a:pt x="270" y="45"/>
                  </a:lnTo>
                  <a:lnTo>
                    <a:pt x="246" y="62"/>
                  </a:lnTo>
                  <a:lnTo>
                    <a:pt x="223" y="79"/>
                  </a:lnTo>
                  <a:lnTo>
                    <a:pt x="200" y="100"/>
                  </a:lnTo>
                  <a:lnTo>
                    <a:pt x="176" y="117"/>
                  </a:lnTo>
                  <a:lnTo>
                    <a:pt x="93" y="204"/>
                  </a:lnTo>
                  <a:lnTo>
                    <a:pt x="73" y="228"/>
                  </a:lnTo>
                  <a:lnTo>
                    <a:pt x="53" y="249"/>
                  </a:lnTo>
                  <a:lnTo>
                    <a:pt x="36" y="273"/>
                  </a:lnTo>
                  <a:lnTo>
                    <a:pt x="16" y="298"/>
                  </a:lnTo>
                  <a:lnTo>
                    <a:pt x="0" y="318"/>
                  </a:lnTo>
                  <a:lnTo>
                    <a:pt x="6" y="325"/>
                  </a:lnTo>
                  <a:lnTo>
                    <a:pt x="23" y="301"/>
                  </a:lnTo>
                  <a:lnTo>
                    <a:pt x="40" y="277"/>
                  </a:lnTo>
                  <a:lnTo>
                    <a:pt x="60" y="256"/>
                  </a:lnTo>
                  <a:lnTo>
                    <a:pt x="80" y="232"/>
                  </a:lnTo>
                  <a:lnTo>
                    <a:pt x="100" y="211"/>
                  </a:lnTo>
                  <a:lnTo>
                    <a:pt x="120" y="187"/>
                  </a:lnTo>
                  <a:lnTo>
                    <a:pt x="160" y="145"/>
                  </a:lnTo>
                  <a:lnTo>
                    <a:pt x="183" y="124"/>
                  </a:lnTo>
                  <a:lnTo>
                    <a:pt x="203" y="104"/>
                  </a:lnTo>
                  <a:lnTo>
                    <a:pt x="226" y="86"/>
                  </a:lnTo>
                  <a:lnTo>
                    <a:pt x="250" y="65"/>
                  </a:lnTo>
                  <a:lnTo>
                    <a:pt x="273" y="52"/>
                  </a:lnTo>
                  <a:lnTo>
                    <a:pt x="296" y="34"/>
                  </a:lnTo>
                  <a:lnTo>
                    <a:pt x="320" y="20"/>
                  </a:lnTo>
                  <a:lnTo>
                    <a:pt x="343" y="7"/>
                  </a:lnTo>
                  <a:lnTo>
                    <a:pt x="343" y="0"/>
                  </a:lnTo>
                  <a:lnTo>
                    <a:pt x="34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4" name="Google Shape;344;p3"/>
            <p:cNvSpPr/>
            <p:nvPr/>
          </p:nvSpPr>
          <p:spPr>
            <a:xfrm>
              <a:off x="3304" y="2461"/>
              <a:ext cx="113" cy="232"/>
            </a:xfrm>
            <a:custGeom>
              <a:rect b="b" l="l" r="r" t="t"/>
              <a:pathLst>
                <a:path extrusionOk="0" h="232" w="113">
                  <a:moveTo>
                    <a:pt x="3" y="232"/>
                  </a:moveTo>
                  <a:lnTo>
                    <a:pt x="3" y="228"/>
                  </a:lnTo>
                  <a:lnTo>
                    <a:pt x="13" y="214"/>
                  </a:lnTo>
                  <a:lnTo>
                    <a:pt x="20" y="201"/>
                  </a:lnTo>
                  <a:lnTo>
                    <a:pt x="23" y="183"/>
                  </a:lnTo>
                  <a:lnTo>
                    <a:pt x="26" y="169"/>
                  </a:lnTo>
                  <a:lnTo>
                    <a:pt x="30" y="152"/>
                  </a:lnTo>
                  <a:lnTo>
                    <a:pt x="33" y="135"/>
                  </a:lnTo>
                  <a:lnTo>
                    <a:pt x="40" y="121"/>
                  </a:lnTo>
                  <a:lnTo>
                    <a:pt x="43" y="104"/>
                  </a:lnTo>
                  <a:lnTo>
                    <a:pt x="46" y="90"/>
                  </a:lnTo>
                  <a:lnTo>
                    <a:pt x="53" y="76"/>
                  </a:lnTo>
                  <a:lnTo>
                    <a:pt x="60" y="62"/>
                  </a:lnTo>
                  <a:lnTo>
                    <a:pt x="66" y="48"/>
                  </a:lnTo>
                  <a:lnTo>
                    <a:pt x="76" y="38"/>
                  </a:lnTo>
                  <a:lnTo>
                    <a:pt x="86" y="24"/>
                  </a:lnTo>
                  <a:lnTo>
                    <a:pt x="100" y="14"/>
                  </a:lnTo>
                  <a:lnTo>
                    <a:pt x="113" y="7"/>
                  </a:lnTo>
                  <a:lnTo>
                    <a:pt x="113" y="0"/>
                  </a:lnTo>
                  <a:lnTo>
                    <a:pt x="96" y="10"/>
                  </a:lnTo>
                  <a:lnTo>
                    <a:pt x="83" y="20"/>
                  </a:lnTo>
                  <a:lnTo>
                    <a:pt x="70" y="31"/>
                  </a:lnTo>
                  <a:lnTo>
                    <a:pt x="60" y="45"/>
                  </a:lnTo>
                  <a:lnTo>
                    <a:pt x="53" y="59"/>
                  </a:lnTo>
                  <a:lnTo>
                    <a:pt x="46" y="76"/>
                  </a:lnTo>
                  <a:lnTo>
                    <a:pt x="40" y="90"/>
                  </a:lnTo>
                  <a:lnTo>
                    <a:pt x="36" y="104"/>
                  </a:lnTo>
                  <a:lnTo>
                    <a:pt x="33" y="121"/>
                  </a:lnTo>
                  <a:lnTo>
                    <a:pt x="26" y="135"/>
                  </a:lnTo>
                  <a:lnTo>
                    <a:pt x="23" y="152"/>
                  </a:lnTo>
                  <a:lnTo>
                    <a:pt x="20" y="166"/>
                  </a:lnTo>
                  <a:lnTo>
                    <a:pt x="16" y="183"/>
                  </a:lnTo>
                  <a:lnTo>
                    <a:pt x="13" y="197"/>
                  </a:lnTo>
                  <a:lnTo>
                    <a:pt x="6" y="211"/>
                  </a:lnTo>
                  <a:lnTo>
                    <a:pt x="0" y="225"/>
                  </a:lnTo>
                  <a:lnTo>
                    <a:pt x="3" y="232"/>
                  </a:lnTo>
                  <a:lnTo>
                    <a:pt x="3" y="228"/>
                  </a:lnTo>
                  <a:lnTo>
                    <a:pt x="3" y="2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345" name="Google Shape;345;p3"/>
            <p:cNvGrpSpPr/>
            <p:nvPr/>
          </p:nvGrpSpPr>
          <p:grpSpPr>
            <a:xfrm>
              <a:off x="3210" y="2686"/>
              <a:ext cx="2204" cy="1188"/>
              <a:chOff x="749" y="2288"/>
              <a:chExt cx="2204" cy="1188"/>
            </a:xfrm>
          </p:grpSpPr>
          <p:sp>
            <p:nvSpPr>
              <p:cNvPr id="346" name="Google Shape;346;p3"/>
              <p:cNvSpPr/>
              <p:nvPr/>
            </p:nvSpPr>
            <p:spPr>
              <a:xfrm>
                <a:off x="2213" y="2291"/>
                <a:ext cx="360" cy="621"/>
              </a:xfrm>
              <a:custGeom>
                <a:rect b="b" l="l" r="r" t="t"/>
                <a:pathLst>
                  <a:path extrusionOk="0" h="621" w="360">
                    <a:moveTo>
                      <a:pt x="360" y="21"/>
                    </a:moveTo>
                    <a:lnTo>
                      <a:pt x="360" y="56"/>
                    </a:lnTo>
                    <a:lnTo>
                      <a:pt x="356" y="90"/>
                    </a:lnTo>
                    <a:lnTo>
                      <a:pt x="350" y="125"/>
                    </a:lnTo>
                    <a:lnTo>
                      <a:pt x="346" y="156"/>
                    </a:lnTo>
                    <a:lnTo>
                      <a:pt x="340" y="191"/>
                    </a:lnTo>
                    <a:lnTo>
                      <a:pt x="330" y="222"/>
                    </a:lnTo>
                    <a:lnTo>
                      <a:pt x="323" y="253"/>
                    </a:lnTo>
                    <a:lnTo>
                      <a:pt x="313" y="288"/>
                    </a:lnTo>
                    <a:lnTo>
                      <a:pt x="306" y="288"/>
                    </a:lnTo>
                    <a:lnTo>
                      <a:pt x="303" y="291"/>
                    </a:lnTo>
                    <a:lnTo>
                      <a:pt x="296" y="291"/>
                    </a:lnTo>
                    <a:lnTo>
                      <a:pt x="290" y="295"/>
                    </a:lnTo>
                    <a:lnTo>
                      <a:pt x="283" y="295"/>
                    </a:lnTo>
                    <a:lnTo>
                      <a:pt x="276" y="298"/>
                    </a:lnTo>
                    <a:lnTo>
                      <a:pt x="263" y="298"/>
                    </a:lnTo>
                    <a:lnTo>
                      <a:pt x="256" y="302"/>
                    </a:lnTo>
                    <a:lnTo>
                      <a:pt x="250" y="302"/>
                    </a:lnTo>
                    <a:lnTo>
                      <a:pt x="246" y="305"/>
                    </a:lnTo>
                    <a:lnTo>
                      <a:pt x="240" y="305"/>
                    </a:lnTo>
                    <a:lnTo>
                      <a:pt x="233" y="309"/>
                    </a:lnTo>
                    <a:lnTo>
                      <a:pt x="220" y="309"/>
                    </a:lnTo>
                    <a:lnTo>
                      <a:pt x="213" y="312"/>
                    </a:lnTo>
                    <a:lnTo>
                      <a:pt x="210" y="316"/>
                    </a:lnTo>
                    <a:lnTo>
                      <a:pt x="206" y="323"/>
                    </a:lnTo>
                    <a:lnTo>
                      <a:pt x="206" y="326"/>
                    </a:lnTo>
                    <a:lnTo>
                      <a:pt x="210" y="333"/>
                    </a:lnTo>
                    <a:lnTo>
                      <a:pt x="236" y="361"/>
                    </a:lnTo>
                    <a:lnTo>
                      <a:pt x="243" y="364"/>
                    </a:lnTo>
                    <a:lnTo>
                      <a:pt x="250" y="375"/>
                    </a:lnTo>
                    <a:lnTo>
                      <a:pt x="256" y="381"/>
                    </a:lnTo>
                    <a:lnTo>
                      <a:pt x="260" y="388"/>
                    </a:lnTo>
                    <a:lnTo>
                      <a:pt x="163" y="489"/>
                    </a:lnTo>
                    <a:lnTo>
                      <a:pt x="153" y="503"/>
                    </a:lnTo>
                    <a:lnTo>
                      <a:pt x="140" y="517"/>
                    </a:lnTo>
                    <a:lnTo>
                      <a:pt x="123" y="530"/>
                    </a:lnTo>
                    <a:lnTo>
                      <a:pt x="113" y="548"/>
                    </a:lnTo>
                    <a:lnTo>
                      <a:pt x="73" y="589"/>
                    </a:lnTo>
                    <a:lnTo>
                      <a:pt x="60" y="607"/>
                    </a:lnTo>
                    <a:lnTo>
                      <a:pt x="46" y="621"/>
                    </a:lnTo>
                    <a:lnTo>
                      <a:pt x="36" y="621"/>
                    </a:lnTo>
                    <a:lnTo>
                      <a:pt x="30" y="617"/>
                    </a:lnTo>
                    <a:lnTo>
                      <a:pt x="23" y="617"/>
                    </a:lnTo>
                    <a:lnTo>
                      <a:pt x="16" y="614"/>
                    </a:lnTo>
                    <a:lnTo>
                      <a:pt x="13" y="614"/>
                    </a:lnTo>
                    <a:lnTo>
                      <a:pt x="6" y="610"/>
                    </a:lnTo>
                    <a:lnTo>
                      <a:pt x="0" y="607"/>
                    </a:lnTo>
                    <a:lnTo>
                      <a:pt x="6" y="593"/>
                    </a:lnTo>
                    <a:lnTo>
                      <a:pt x="13" y="579"/>
                    </a:lnTo>
                    <a:lnTo>
                      <a:pt x="20" y="565"/>
                    </a:lnTo>
                    <a:lnTo>
                      <a:pt x="26" y="551"/>
                    </a:lnTo>
                    <a:lnTo>
                      <a:pt x="30" y="537"/>
                    </a:lnTo>
                    <a:lnTo>
                      <a:pt x="40" y="524"/>
                    </a:lnTo>
                    <a:lnTo>
                      <a:pt x="46" y="510"/>
                    </a:lnTo>
                    <a:lnTo>
                      <a:pt x="53" y="496"/>
                    </a:lnTo>
                    <a:lnTo>
                      <a:pt x="60" y="482"/>
                    </a:lnTo>
                    <a:lnTo>
                      <a:pt x="70" y="472"/>
                    </a:lnTo>
                    <a:lnTo>
                      <a:pt x="76" y="458"/>
                    </a:lnTo>
                    <a:lnTo>
                      <a:pt x="86" y="444"/>
                    </a:lnTo>
                    <a:lnTo>
                      <a:pt x="93" y="430"/>
                    </a:lnTo>
                    <a:lnTo>
                      <a:pt x="103" y="420"/>
                    </a:lnTo>
                    <a:lnTo>
                      <a:pt x="113" y="402"/>
                    </a:lnTo>
                    <a:lnTo>
                      <a:pt x="120" y="392"/>
                    </a:lnTo>
                    <a:lnTo>
                      <a:pt x="133" y="368"/>
                    </a:lnTo>
                    <a:lnTo>
                      <a:pt x="146" y="343"/>
                    </a:lnTo>
                    <a:lnTo>
                      <a:pt x="160" y="316"/>
                    </a:lnTo>
                    <a:lnTo>
                      <a:pt x="170" y="291"/>
                    </a:lnTo>
                    <a:lnTo>
                      <a:pt x="183" y="267"/>
                    </a:lnTo>
                    <a:lnTo>
                      <a:pt x="196" y="243"/>
                    </a:lnTo>
                    <a:lnTo>
                      <a:pt x="210" y="219"/>
                    </a:lnTo>
                    <a:lnTo>
                      <a:pt x="223" y="194"/>
                    </a:lnTo>
                    <a:lnTo>
                      <a:pt x="233" y="170"/>
                    </a:lnTo>
                    <a:lnTo>
                      <a:pt x="250" y="142"/>
                    </a:lnTo>
                    <a:lnTo>
                      <a:pt x="263" y="118"/>
                    </a:lnTo>
                    <a:lnTo>
                      <a:pt x="276" y="97"/>
                    </a:lnTo>
                    <a:lnTo>
                      <a:pt x="290" y="73"/>
                    </a:lnTo>
                    <a:lnTo>
                      <a:pt x="306" y="49"/>
                    </a:lnTo>
                    <a:lnTo>
                      <a:pt x="323" y="25"/>
                    </a:lnTo>
                    <a:lnTo>
                      <a:pt x="340" y="0"/>
                    </a:lnTo>
                    <a:lnTo>
                      <a:pt x="343" y="4"/>
                    </a:lnTo>
                    <a:lnTo>
                      <a:pt x="346" y="4"/>
                    </a:lnTo>
                    <a:lnTo>
                      <a:pt x="353" y="11"/>
                    </a:lnTo>
                    <a:lnTo>
                      <a:pt x="356" y="11"/>
                    </a:lnTo>
                    <a:lnTo>
                      <a:pt x="356" y="14"/>
                    </a:lnTo>
                    <a:lnTo>
                      <a:pt x="360" y="18"/>
                    </a:lnTo>
                    <a:lnTo>
                      <a:pt x="360" y="21"/>
                    </a:lnTo>
                    <a:close/>
                  </a:path>
                </a:pathLst>
              </a:custGeom>
              <a:solidFill>
                <a:srgbClr val="A828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7" name="Google Shape;347;p3"/>
              <p:cNvSpPr/>
              <p:nvPr/>
            </p:nvSpPr>
            <p:spPr>
              <a:xfrm>
                <a:off x="2523" y="2312"/>
                <a:ext cx="53" cy="270"/>
              </a:xfrm>
              <a:custGeom>
                <a:rect b="b" l="l" r="r" t="t"/>
                <a:pathLst>
                  <a:path extrusionOk="0" h="270" w="53">
                    <a:moveTo>
                      <a:pt x="3" y="270"/>
                    </a:moveTo>
                    <a:lnTo>
                      <a:pt x="6" y="267"/>
                    </a:lnTo>
                    <a:lnTo>
                      <a:pt x="16" y="236"/>
                    </a:lnTo>
                    <a:lnTo>
                      <a:pt x="23" y="201"/>
                    </a:lnTo>
                    <a:lnTo>
                      <a:pt x="33" y="170"/>
                    </a:lnTo>
                    <a:lnTo>
                      <a:pt x="40" y="135"/>
                    </a:lnTo>
                    <a:lnTo>
                      <a:pt x="43" y="104"/>
                    </a:lnTo>
                    <a:lnTo>
                      <a:pt x="50" y="69"/>
                    </a:lnTo>
                    <a:lnTo>
                      <a:pt x="53" y="35"/>
                    </a:lnTo>
                    <a:lnTo>
                      <a:pt x="53" y="0"/>
                    </a:lnTo>
                    <a:lnTo>
                      <a:pt x="50" y="0"/>
                    </a:lnTo>
                    <a:lnTo>
                      <a:pt x="46" y="35"/>
                    </a:lnTo>
                    <a:lnTo>
                      <a:pt x="43" y="69"/>
                    </a:lnTo>
                    <a:lnTo>
                      <a:pt x="36" y="101"/>
                    </a:lnTo>
                    <a:lnTo>
                      <a:pt x="33" y="135"/>
                    </a:lnTo>
                    <a:lnTo>
                      <a:pt x="26" y="170"/>
                    </a:lnTo>
                    <a:lnTo>
                      <a:pt x="16" y="201"/>
                    </a:lnTo>
                    <a:lnTo>
                      <a:pt x="10" y="232"/>
                    </a:lnTo>
                    <a:lnTo>
                      <a:pt x="0" y="267"/>
                    </a:lnTo>
                    <a:lnTo>
                      <a:pt x="3" y="263"/>
                    </a:lnTo>
                    <a:lnTo>
                      <a:pt x="3" y="270"/>
                    </a:lnTo>
                    <a:lnTo>
                      <a:pt x="6" y="267"/>
                    </a:lnTo>
                    <a:lnTo>
                      <a:pt x="3" y="27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8" name="Google Shape;348;p3"/>
              <p:cNvSpPr/>
              <p:nvPr/>
            </p:nvSpPr>
            <p:spPr>
              <a:xfrm>
                <a:off x="2426" y="2575"/>
                <a:ext cx="100" cy="32"/>
              </a:xfrm>
              <a:custGeom>
                <a:rect b="b" l="l" r="r" t="t"/>
                <a:pathLst>
                  <a:path extrusionOk="0" h="32" w="100">
                    <a:moveTo>
                      <a:pt x="3" y="32"/>
                    </a:moveTo>
                    <a:lnTo>
                      <a:pt x="7" y="28"/>
                    </a:lnTo>
                    <a:lnTo>
                      <a:pt x="13" y="28"/>
                    </a:lnTo>
                    <a:lnTo>
                      <a:pt x="20" y="25"/>
                    </a:lnTo>
                    <a:lnTo>
                      <a:pt x="33" y="25"/>
                    </a:lnTo>
                    <a:lnTo>
                      <a:pt x="40" y="21"/>
                    </a:lnTo>
                    <a:lnTo>
                      <a:pt x="47" y="21"/>
                    </a:lnTo>
                    <a:lnTo>
                      <a:pt x="50" y="18"/>
                    </a:lnTo>
                    <a:lnTo>
                      <a:pt x="63" y="18"/>
                    </a:lnTo>
                    <a:lnTo>
                      <a:pt x="70" y="14"/>
                    </a:lnTo>
                    <a:lnTo>
                      <a:pt x="77" y="14"/>
                    </a:lnTo>
                    <a:lnTo>
                      <a:pt x="83" y="11"/>
                    </a:lnTo>
                    <a:lnTo>
                      <a:pt x="90" y="11"/>
                    </a:lnTo>
                    <a:lnTo>
                      <a:pt x="93" y="7"/>
                    </a:lnTo>
                    <a:lnTo>
                      <a:pt x="100" y="7"/>
                    </a:lnTo>
                    <a:lnTo>
                      <a:pt x="100" y="0"/>
                    </a:lnTo>
                    <a:lnTo>
                      <a:pt x="93" y="4"/>
                    </a:lnTo>
                    <a:lnTo>
                      <a:pt x="80" y="4"/>
                    </a:lnTo>
                    <a:lnTo>
                      <a:pt x="73" y="7"/>
                    </a:lnTo>
                    <a:lnTo>
                      <a:pt x="70" y="7"/>
                    </a:lnTo>
                    <a:lnTo>
                      <a:pt x="63" y="11"/>
                    </a:lnTo>
                    <a:lnTo>
                      <a:pt x="50" y="11"/>
                    </a:lnTo>
                    <a:lnTo>
                      <a:pt x="43" y="14"/>
                    </a:lnTo>
                    <a:lnTo>
                      <a:pt x="37" y="14"/>
                    </a:lnTo>
                    <a:lnTo>
                      <a:pt x="30" y="18"/>
                    </a:lnTo>
                    <a:lnTo>
                      <a:pt x="23" y="18"/>
                    </a:lnTo>
                    <a:lnTo>
                      <a:pt x="17" y="21"/>
                    </a:lnTo>
                    <a:lnTo>
                      <a:pt x="13" y="21"/>
                    </a:lnTo>
                    <a:lnTo>
                      <a:pt x="7" y="25"/>
                    </a:lnTo>
                    <a:lnTo>
                      <a:pt x="0" y="25"/>
                    </a:lnTo>
                    <a:lnTo>
                      <a:pt x="3"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9" name="Google Shape;349;p3"/>
              <p:cNvSpPr/>
              <p:nvPr/>
            </p:nvSpPr>
            <p:spPr>
              <a:xfrm>
                <a:off x="2416" y="2600"/>
                <a:ext cx="13" cy="27"/>
              </a:xfrm>
              <a:custGeom>
                <a:rect b="b" l="l" r="r" t="t"/>
                <a:pathLst>
                  <a:path extrusionOk="0" h="27" w="13">
                    <a:moveTo>
                      <a:pt x="10" y="20"/>
                    </a:moveTo>
                    <a:lnTo>
                      <a:pt x="7" y="17"/>
                    </a:lnTo>
                    <a:lnTo>
                      <a:pt x="7" y="14"/>
                    </a:lnTo>
                    <a:lnTo>
                      <a:pt x="13" y="7"/>
                    </a:lnTo>
                    <a:lnTo>
                      <a:pt x="10" y="0"/>
                    </a:lnTo>
                    <a:lnTo>
                      <a:pt x="3" y="7"/>
                    </a:lnTo>
                    <a:lnTo>
                      <a:pt x="0" y="14"/>
                    </a:lnTo>
                    <a:lnTo>
                      <a:pt x="0" y="20"/>
                    </a:lnTo>
                    <a:lnTo>
                      <a:pt x="7" y="27"/>
                    </a:lnTo>
                    <a:lnTo>
                      <a:pt x="10" y="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0" name="Google Shape;350;p3"/>
              <p:cNvSpPr/>
              <p:nvPr/>
            </p:nvSpPr>
            <p:spPr>
              <a:xfrm>
                <a:off x="2423" y="2620"/>
                <a:ext cx="53" cy="63"/>
              </a:xfrm>
              <a:custGeom>
                <a:rect b="b" l="l" r="r" t="t"/>
                <a:pathLst>
                  <a:path extrusionOk="0" h="63" w="53">
                    <a:moveTo>
                      <a:pt x="53" y="63"/>
                    </a:moveTo>
                    <a:lnTo>
                      <a:pt x="53" y="59"/>
                    </a:lnTo>
                    <a:lnTo>
                      <a:pt x="46" y="52"/>
                    </a:lnTo>
                    <a:lnTo>
                      <a:pt x="43" y="42"/>
                    </a:lnTo>
                    <a:lnTo>
                      <a:pt x="3" y="0"/>
                    </a:lnTo>
                    <a:lnTo>
                      <a:pt x="0" y="7"/>
                    </a:lnTo>
                    <a:lnTo>
                      <a:pt x="26" y="35"/>
                    </a:lnTo>
                    <a:lnTo>
                      <a:pt x="33" y="39"/>
                    </a:lnTo>
                    <a:lnTo>
                      <a:pt x="40" y="46"/>
                    </a:lnTo>
                    <a:lnTo>
                      <a:pt x="43" y="56"/>
                    </a:lnTo>
                    <a:lnTo>
                      <a:pt x="46" y="63"/>
                    </a:lnTo>
                    <a:lnTo>
                      <a:pt x="46" y="59"/>
                    </a:lnTo>
                    <a:lnTo>
                      <a:pt x="53" y="63"/>
                    </a:lnTo>
                    <a:lnTo>
                      <a:pt x="53" y="59"/>
                    </a:lnTo>
                    <a:lnTo>
                      <a:pt x="53" y="6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1" name="Google Shape;351;p3"/>
              <p:cNvSpPr/>
              <p:nvPr/>
            </p:nvSpPr>
            <p:spPr>
              <a:xfrm>
                <a:off x="2259" y="2679"/>
                <a:ext cx="217" cy="236"/>
              </a:xfrm>
              <a:custGeom>
                <a:rect b="b" l="l" r="r" t="t"/>
                <a:pathLst>
                  <a:path extrusionOk="0" h="236" w="217">
                    <a:moveTo>
                      <a:pt x="0" y="236"/>
                    </a:moveTo>
                    <a:lnTo>
                      <a:pt x="4" y="236"/>
                    </a:lnTo>
                    <a:lnTo>
                      <a:pt x="17" y="219"/>
                    </a:lnTo>
                    <a:lnTo>
                      <a:pt x="44" y="191"/>
                    </a:lnTo>
                    <a:lnTo>
                      <a:pt x="57" y="174"/>
                    </a:lnTo>
                    <a:lnTo>
                      <a:pt x="70" y="160"/>
                    </a:lnTo>
                    <a:lnTo>
                      <a:pt x="80" y="146"/>
                    </a:lnTo>
                    <a:lnTo>
                      <a:pt x="134" y="90"/>
                    </a:lnTo>
                    <a:lnTo>
                      <a:pt x="147" y="73"/>
                    </a:lnTo>
                    <a:lnTo>
                      <a:pt x="187" y="32"/>
                    </a:lnTo>
                    <a:lnTo>
                      <a:pt x="204" y="18"/>
                    </a:lnTo>
                    <a:lnTo>
                      <a:pt x="217" y="4"/>
                    </a:lnTo>
                    <a:lnTo>
                      <a:pt x="210" y="0"/>
                    </a:lnTo>
                    <a:lnTo>
                      <a:pt x="130" y="84"/>
                    </a:lnTo>
                    <a:lnTo>
                      <a:pt x="114" y="97"/>
                    </a:lnTo>
                    <a:lnTo>
                      <a:pt x="104" y="111"/>
                    </a:lnTo>
                    <a:lnTo>
                      <a:pt x="90" y="129"/>
                    </a:lnTo>
                    <a:lnTo>
                      <a:pt x="50" y="170"/>
                    </a:lnTo>
                    <a:lnTo>
                      <a:pt x="37" y="187"/>
                    </a:lnTo>
                    <a:lnTo>
                      <a:pt x="10" y="215"/>
                    </a:lnTo>
                    <a:lnTo>
                      <a:pt x="0" y="229"/>
                    </a:lnTo>
                    <a:lnTo>
                      <a:pt x="0" y="236"/>
                    </a:lnTo>
                    <a:lnTo>
                      <a:pt x="4" y="236"/>
                    </a:lnTo>
                    <a:lnTo>
                      <a:pt x="0" y="2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2" name="Google Shape;352;p3"/>
              <p:cNvSpPr/>
              <p:nvPr/>
            </p:nvSpPr>
            <p:spPr>
              <a:xfrm>
                <a:off x="2206" y="2894"/>
                <a:ext cx="53" cy="21"/>
              </a:xfrm>
              <a:custGeom>
                <a:rect b="b" l="l" r="r" t="t"/>
                <a:pathLst>
                  <a:path extrusionOk="0" h="21" w="53">
                    <a:moveTo>
                      <a:pt x="3" y="4"/>
                    </a:moveTo>
                    <a:lnTo>
                      <a:pt x="10" y="11"/>
                    </a:lnTo>
                    <a:lnTo>
                      <a:pt x="17" y="11"/>
                    </a:lnTo>
                    <a:lnTo>
                      <a:pt x="23" y="14"/>
                    </a:lnTo>
                    <a:lnTo>
                      <a:pt x="30" y="18"/>
                    </a:lnTo>
                    <a:lnTo>
                      <a:pt x="37" y="18"/>
                    </a:lnTo>
                    <a:lnTo>
                      <a:pt x="43" y="21"/>
                    </a:lnTo>
                    <a:lnTo>
                      <a:pt x="53" y="21"/>
                    </a:lnTo>
                    <a:lnTo>
                      <a:pt x="53" y="14"/>
                    </a:lnTo>
                    <a:lnTo>
                      <a:pt x="43" y="14"/>
                    </a:lnTo>
                    <a:lnTo>
                      <a:pt x="37" y="11"/>
                    </a:lnTo>
                    <a:lnTo>
                      <a:pt x="33" y="11"/>
                    </a:lnTo>
                    <a:lnTo>
                      <a:pt x="27" y="7"/>
                    </a:lnTo>
                    <a:lnTo>
                      <a:pt x="20" y="7"/>
                    </a:lnTo>
                    <a:lnTo>
                      <a:pt x="13" y="4"/>
                    </a:lnTo>
                    <a:lnTo>
                      <a:pt x="7" y="0"/>
                    </a:lnTo>
                    <a:lnTo>
                      <a:pt x="10" y="7"/>
                    </a:lnTo>
                    <a:lnTo>
                      <a:pt x="3" y="4"/>
                    </a:lnTo>
                    <a:lnTo>
                      <a:pt x="0" y="7"/>
                    </a:lnTo>
                    <a:lnTo>
                      <a:pt x="7" y="7"/>
                    </a:lnTo>
                    <a:lnTo>
                      <a:pt x="3"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3" name="Google Shape;353;p3"/>
              <p:cNvSpPr/>
              <p:nvPr/>
            </p:nvSpPr>
            <p:spPr>
              <a:xfrm>
                <a:off x="2209" y="2679"/>
                <a:ext cx="127" cy="222"/>
              </a:xfrm>
              <a:custGeom>
                <a:rect b="b" l="l" r="r" t="t"/>
                <a:pathLst>
                  <a:path extrusionOk="0" h="222" w="127">
                    <a:moveTo>
                      <a:pt x="120" y="0"/>
                    </a:moveTo>
                    <a:lnTo>
                      <a:pt x="124" y="0"/>
                    </a:lnTo>
                    <a:lnTo>
                      <a:pt x="114" y="14"/>
                    </a:lnTo>
                    <a:lnTo>
                      <a:pt x="104" y="28"/>
                    </a:lnTo>
                    <a:lnTo>
                      <a:pt x="94" y="42"/>
                    </a:lnTo>
                    <a:lnTo>
                      <a:pt x="87" y="52"/>
                    </a:lnTo>
                    <a:lnTo>
                      <a:pt x="77" y="66"/>
                    </a:lnTo>
                    <a:lnTo>
                      <a:pt x="70" y="80"/>
                    </a:lnTo>
                    <a:lnTo>
                      <a:pt x="64" y="94"/>
                    </a:lnTo>
                    <a:lnTo>
                      <a:pt x="54" y="108"/>
                    </a:lnTo>
                    <a:lnTo>
                      <a:pt x="47" y="122"/>
                    </a:lnTo>
                    <a:lnTo>
                      <a:pt x="40" y="136"/>
                    </a:lnTo>
                    <a:lnTo>
                      <a:pt x="34" y="149"/>
                    </a:lnTo>
                    <a:lnTo>
                      <a:pt x="27" y="163"/>
                    </a:lnTo>
                    <a:lnTo>
                      <a:pt x="20" y="177"/>
                    </a:lnTo>
                    <a:lnTo>
                      <a:pt x="14" y="191"/>
                    </a:lnTo>
                    <a:lnTo>
                      <a:pt x="7" y="205"/>
                    </a:lnTo>
                    <a:lnTo>
                      <a:pt x="0" y="219"/>
                    </a:lnTo>
                    <a:lnTo>
                      <a:pt x="7" y="222"/>
                    </a:lnTo>
                    <a:lnTo>
                      <a:pt x="14" y="208"/>
                    </a:lnTo>
                    <a:lnTo>
                      <a:pt x="20" y="191"/>
                    </a:lnTo>
                    <a:lnTo>
                      <a:pt x="27" y="181"/>
                    </a:lnTo>
                    <a:lnTo>
                      <a:pt x="34" y="167"/>
                    </a:lnTo>
                    <a:lnTo>
                      <a:pt x="37" y="149"/>
                    </a:lnTo>
                    <a:lnTo>
                      <a:pt x="47" y="139"/>
                    </a:lnTo>
                    <a:lnTo>
                      <a:pt x="54" y="125"/>
                    </a:lnTo>
                    <a:lnTo>
                      <a:pt x="60" y="111"/>
                    </a:lnTo>
                    <a:lnTo>
                      <a:pt x="67" y="97"/>
                    </a:lnTo>
                    <a:lnTo>
                      <a:pt x="74" y="84"/>
                    </a:lnTo>
                    <a:lnTo>
                      <a:pt x="84" y="70"/>
                    </a:lnTo>
                    <a:lnTo>
                      <a:pt x="90" y="56"/>
                    </a:lnTo>
                    <a:lnTo>
                      <a:pt x="100" y="45"/>
                    </a:lnTo>
                    <a:lnTo>
                      <a:pt x="107" y="32"/>
                    </a:lnTo>
                    <a:lnTo>
                      <a:pt x="117" y="18"/>
                    </a:lnTo>
                    <a:lnTo>
                      <a:pt x="127" y="7"/>
                    </a:lnTo>
                    <a:lnTo>
                      <a:pt x="127" y="4"/>
                    </a:lnTo>
                    <a:lnTo>
                      <a:pt x="12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4" name="Google Shape;354;p3"/>
              <p:cNvSpPr/>
              <p:nvPr/>
            </p:nvSpPr>
            <p:spPr>
              <a:xfrm>
                <a:off x="2329" y="2288"/>
                <a:ext cx="227" cy="395"/>
              </a:xfrm>
              <a:custGeom>
                <a:rect b="b" l="l" r="r" t="t"/>
                <a:pathLst>
                  <a:path extrusionOk="0" h="395" w="227">
                    <a:moveTo>
                      <a:pt x="224" y="0"/>
                    </a:moveTo>
                    <a:lnTo>
                      <a:pt x="220" y="3"/>
                    </a:lnTo>
                    <a:lnTo>
                      <a:pt x="204" y="24"/>
                    </a:lnTo>
                    <a:lnTo>
                      <a:pt x="187" y="48"/>
                    </a:lnTo>
                    <a:lnTo>
                      <a:pt x="174" y="73"/>
                    </a:lnTo>
                    <a:lnTo>
                      <a:pt x="157" y="97"/>
                    </a:lnTo>
                    <a:lnTo>
                      <a:pt x="144" y="121"/>
                    </a:lnTo>
                    <a:lnTo>
                      <a:pt x="130" y="145"/>
                    </a:lnTo>
                    <a:lnTo>
                      <a:pt x="114" y="170"/>
                    </a:lnTo>
                    <a:lnTo>
                      <a:pt x="104" y="194"/>
                    </a:lnTo>
                    <a:lnTo>
                      <a:pt x="90" y="218"/>
                    </a:lnTo>
                    <a:lnTo>
                      <a:pt x="77" y="242"/>
                    </a:lnTo>
                    <a:lnTo>
                      <a:pt x="64" y="270"/>
                    </a:lnTo>
                    <a:lnTo>
                      <a:pt x="50" y="294"/>
                    </a:lnTo>
                    <a:lnTo>
                      <a:pt x="40" y="319"/>
                    </a:lnTo>
                    <a:lnTo>
                      <a:pt x="27" y="343"/>
                    </a:lnTo>
                    <a:lnTo>
                      <a:pt x="14" y="367"/>
                    </a:lnTo>
                    <a:lnTo>
                      <a:pt x="0" y="391"/>
                    </a:lnTo>
                    <a:lnTo>
                      <a:pt x="7" y="395"/>
                    </a:lnTo>
                    <a:lnTo>
                      <a:pt x="20" y="371"/>
                    </a:lnTo>
                    <a:lnTo>
                      <a:pt x="34" y="346"/>
                    </a:lnTo>
                    <a:lnTo>
                      <a:pt x="47" y="322"/>
                    </a:lnTo>
                    <a:lnTo>
                      <a:pt x="57" y="298"/>
                    </a:lnTo>
                    <a:lnTo>
                      <a:pt x="70" y="274"/>
                    </a:lnTo>
                    <a:lnTo>
                      <a:pt x="84" y="246"/>
                    </a:lnTo>
                    <a:lnTo>
                      <a:pt x="97" y="222"/>
                    </a:lnTo>
                    <a:lnTo>
                      <a:pt x="110" y="197"/>
                    </a:lnTo>
                    <a:lnTo>
                      <a:pt x="120" y="173"/>
                    </a:lnTo>
                    <a:lnTo>
                      <a:pt x="134" y="149"/>
                    </a:lnTo>
                    <a:lnTo>
                      <a:pt x="150" y="125"/>
                    </a:lnTo>
                    <a:lnTo>
                      <a:pt x="164" y="100"/>
                    </a:lnTo>
                    <a:lnTo>
                      <a:pt x="177" y="76"/>
                    </a:lnTo>
                    <a:lnTo>
                      <a:pt x="194" y="52"/>
                    </a:lnTo>
                    <a:lnTo>
                      <a:pt x="210" y="31"/>
                    </a:lnTo>
                    <a:lnTo>
                      <a:pt x="227" y="7"/>
                    </a:lnTo>
                    <a:lnTo>
                      <a:pt x="224" y="7"/>
                    </a:lnTo>
                    <a:lnTo>
                      <a:pt x="224" y="0"/>
                    </a:lnTo>
                    <a:lnTo>
                      <a:pt x="220" y="3"/>
                    </a:lnTo>
                    <a:lnTo>
                      <a:pt x="22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5" name="Google Shape;355;p3"/>
              <p:cNvSpPr/>
              <p:nvPr/>
            </p:nvSpPr>
            <p:spPr>
              <a:xfrm>
                <a:off x="2553" y="2288"/>
                <a:ext cx="26" cy="28"/>
              </a:xfrm>
              <a:custGeom>
                <a:rect b="b" l="l" r="r" t="t"/>
                <a:pathLst>
                  <a:path extrusionOk="0" h="28" w="26">
                    <a:moveTo>
                      <a:pt x="23" y="24"/>
                    </a:moveTo>
                    <a:lnTo>
                      <a:pt x="23" y="21"/>
                    </a:lnTo>
                    <a:lnTo>
                      <a:pt x="13" y="10"/>
                    </a:lnTo>
                    <a:lnTo>
                      <a:pt x="13" y="7"/>
                    </a:lnTo>
                    <a:lnTo>
                      <a:pt x="6" y="7"/>
                    </a:lnTo>
                    <a:lnTo>
                      <a:pt x="0" y="0"/>
                    </a:lnTo>
                    <a:lnTo>
                      <a:pt x="0" y="7"/>
                    </a:lnTo>
                    <a:lnTo>
                      <a:pt x="3" y="7"/>
                    </a:lnTo>
                    <a:lnTo>
                      <a:pt x="3" y="10"/>
                    </a:lnTo>
                    <a:lnTo>
                      <a:pt x="6" y="14"/>
                    </a:lnTo>
                    <a:lnTo>
                      <a:pt x="10" y="14"/>
                    </a:lnTo>
                    <a:lnTo>
                      <a:pt x="16" y="21"/>
                    </a:lnTo>
                    <a:lnTo>
                      <a:pt x="16" y="24"/>
                    </a:lnTo>
                    <a:lnTo>
                      <a:pt x="20" y="28"/>
                    </a:lnTo>
                    <a:lnTo>
                      <a:pt x="20" y="24"/>
                    </a:lnTo>
                    <a:lnTo>
                      <a:pt x="26" y="24"/>
                    </a:lnTo>
                    <a:lnTo>
                      <a:pt x="23"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6" name="Google Shape;356;p3"/>
              <p:cNvSpPr/>
              <p:nvPr/>
            </p:nvSpPr>
            <p:spPr>
              <a:xfrm>
                <a:off x="2296" y="2298"/>
                <a:ext cx="233" cy="225"/>
              </a:xfrm>
              <a:custGeom>
                <a:rect b="b" l="l" r="r" t="t"/>
                <a:pathLst>
                  <a:path extrusionOk="0" h="225" w="233">
                    <a:moveTo>
                      <a:pt x="233" y="0"/>
                    </a:moveTo>
                    <a:lnTo>
                      <a:pt x="223" y="14"/>
                    </a:lnTo>
                    <a:lnTo>
                      <a:pt x="217" y="25"/>
                    </a:lnTo>
                    <a:lnTo>
                      <a:pt x="210" y="35"/>
                    </a:lnTo>
                    <a:lnTo>
                      <a:pt x="203" y="49"/>
                    </a:lnTo>
                    <a:lnTo>
                      <a:pt x="197" y="59"/>
                    </a:lnTo>
                    <a:lnTo>
                      <a:pt x="187" y="73"/>
                    </a:lnTo>
                    <a:lnTo>
                      <a:pt x="180" y="83"/>
                    </a:lnTo>
                    <a:lnTo>
                      <a:pt x="173" y="94"/>
                    </a:lnTo>
                    <a:lnTo>
                      <a:pt x="167" y="104"/>
                    </a:lnTo>
                    <a:lnTo>
                      <a:pt x="160" y="118"/>
                    </a:lnTo>
                    <a:lnTo>
                      <a:pt x="150" y="128"/>
                    </a:lnTo>
                    <a:lnTo>
                      <a:pt x="147" y="139"/>
                    </a:lnTo>
                    <a:lnTo>
                      <a:pt x="140" y="153"/>
                    </a:lnTo>
                    <a:lnTo>
                      <a:pt x="133" y="167"/>
                    </a:lnTo>
                    <a:lnTo>
                      <a:pt x="127" y="177"/>
                    </a:lnTo>
                    <a:lnTo>
                      <a:pt x="123" y="187"/>
                    </a:lnTo>
                    <a:lnTo>
                      <a:pt x="113" y="198"/>
                    </a:lnTo>
                    <a:lnTo>
                      <a:pt x="113" y="201"/>
                    </a:lnTo>
                    <a:lnTo>
                      <a:pt x="110" y="208"/>
                    </a:lnTo>
                    <a:lnTo>
                      <a:pt x="110" y="212"/>
                    </a:lnTo>
                    <a:lnTo>
                      <a:pt x="107" y="215"/>
                    </a:lnTo>
                    <a:lnTo>
                      <a:pt x="103" y="222"/>
                    </a:lnTo>
                    <a:lnTo>
                      <a:pt x="100" y="225"/>
                    </a:lnTo>
                    <a:lnTo>
                      <a:pt x="93" y="219"/>
                    </a:lnTo>
                    <a:lnTo>
                      <a:pt x="93" y="205"/>
                    </a:lnTo>
                    <a:lnTo>
                      <a:pt x="90" y="198"/>
                    </a:lnTo>
                    <a:lnTo>
                      <a:pt x="83" y="187"/>
                    </a:lnTo>
                    <a:lnTo>
                      <a:pt x="77" y="177"/>
                    </a:lnTo>
                    <a:lnTo>
                      <a:pt x="73" y="167"/>
                    </a:lnTo>
                    <a:lnTo>
                      <a:pt x="70" y="156"/>
                    </a:lnTo>
                    <a:lnTo>
                      <a:pt x="63" y="146"/>
                    </a:lnTo>
                    <a:lnTo>
                      <a:pt x="57" y="135"/>
                    </a:lnTo>
                    <a:lnTo>
                      <a:pt x="53" y="125"/>
                    </a:lnTo>
                    <a:lnTo>
                      <a:pt x="47" y="115"/>
                    </a:lnTo>
                    <a:lnTo>
                      <a:pt x="30" y="115"/>
                    </a:lnTo>
                    <a:lnTo>
                      <a:pt x="23" y="118"/>
                    </a:lnTo>
                    <a:lnTo>
                      <a:pt x="23" y="122"/>
                    </a:lnTo>
                    <a:lnTo>
                      <a:pt x="20" y="125"/>
                    </a:lnTo>
                    <a:lnTo>
                      <a:pt x="17" y="125"/>
                    </a:lnTo>
                    <a:lnTo>
                      <a:pt x="17" y="128"/>
                    </a:lnTo>
                    <a:lnTo>
                      <a:pt x="13" y="128"/>
                    </a:lnTo>
                    <a:lnTo>
                      <a:pt x="13" y="118"/>
                    </a:lnTo>
                    <a:lnTo>
                      <a:pt x="10" y="111"/>
                    </a:lnTo>
                    <a:lnTo>
                      <a:pt x="7" y="104"/>
                    </a:lnTo>
                    <a:lnTo>
                      <a:pt x="3" y="97"/>
                    </a:lnTo>
                    <a:lnTo>
                      <a:pt x="0" y="90"/>
                    </a:lnTo>
                    <a:lnTo>
                      <a:pt x="3" y="83"/>
                    </a:lnTo>
                    <a:lnTo>
                      <a:pt x="7" y="76"/>
                    </a:lnTo>
                    <a:lnTo>
                      <a:pt x="17" y="73"/>
                    </a:lnTo>
                    <a:lnTo>
                      <a:pt x="23" y="70"/>
                    </a:lnTo>
                    <a:lnTo>
                      <a:pt x="33" y="66"/>
                    </a:lnTo>
                    <a:lnTo>
                      <a:pt x="40" y="59"/>
                    </a:lnTo>
                    <a:lnTo>
                      <a:pt x="50" y="56"/>
                    </a:lnTo>
                    <a:lnTo>
                      <a:pt x="57" y="52"/>
                    </a:lnTo>
                    <a:lnTo>
                      <a:pt x="67" y="45"/>
                    </a:lnTo>
                    <a:lnTo>
                      <a:pt x="77" y="42"/>
                    </a:lnTo>
                    <a:lnTo>
                      <a:pt x="87" y="42"/>
                    </a:lnTo>
                    <a:lnTo>
                      <a:pt x="90" y="52"/>
                    </a:lnTo>
                    <a:lnTo>
                      <a:pt x="83" y="56"/>
                    </a:lnTo>
                    <a:lnTo>
                      <a:pt x="70" y="70"/>
                    </a:lnTo>
                    <a:lnTo>
                      <a:pt x="63" y="73"/>
                    </a:lnTo>
                    <a:lnTo>
                      <a:pt x="57" y="76"/>
                    </a:lnTo>
                    <a:lnTo>
                      <a:pt x="53" y="80"/>
                    </a:lnTo>
                    <a:lnTo>
                      <a:pt x="47" y="83"/>
                    </a:lnTo>
                    <a:lnTo>
                      <a:pt x="47" y="94"/>
                    </a:lnTo>
                    <a:lnTo>
                      <a:pt x="50" y="97"/>
                    </a:lnTo>
                    <a:lnTo>
                      <a:pt x="57" y="90"/>
                    </a:lnTo>
                    <a:lnTo>
                      <a:pt x="63" y="87"/>
                    </a:lnTo>
                    <a:lnTo>
                      <a:pt x="73" y="83"/>
                    </a:lnTo>
                    <a:lnTo>
                      <a:pt x="80" y="80"/>
                    </a:lnTo>
                    <a:lnTo>
                      <a:pt x="87" y="73"/>
                    </a:lnTo>
                    <a:lnTo>
                      <a:pt x="93" y="70"/>
                    </a:lnTo>
                    <a:lnTo>
                      <a:pt x="103" y="66"/>
                    </a:lnTo>
                    <a:lnTo>
                      <a:pt x="110" y="59"/>
                    </a:lnTo>
                    <a:lnTo>
                      <a:pt x="117" y="56"/>
                    </a:lnTo>
                    <a:lnTo>
                      <a:pt x="123" y="52"/>
                    </a:lnTo>
                    <a:lnTo>
                      <a:pt x="130" y="45"/>
                    </a:lnTo>
                    <a:lnTo>
                      <a:pt x="140" y="42"/>
                    </a:lnTo>
                    <a:lnTo>
                      <a:pt x="147" y="38"/>
                    </a:lnTo>
                    <a:lnTo>
                      <a:pt x="153" y="35"/>
                    </a:lnTo>
                    <a:lnTo>
                      <a:pt x="163" y="31"/>
                    </a:lnTo>
                    <a:lnTo>
                      <a:pt x="170" y="28"/>
                    </a:lnTo>
                    <a:lnTo>
                      <a:pt x="180" y="25"/>
                    </a:lnTo>
                    <a:lnTo>
                      <a:pt x="187" y="21"/>
                    </a:lnTo>
                    <a:lnTo>
                      <a:pt x="193" y="18"/>
                    </a:lnTo>
                    <a:lnTo>
                      <a:pt x="203" y="14"/>
                    </a:lnTo>
                    <a:lnTo>
                      <a:pt x="210" y="14"/>
                    </a:lnTo>
                    <a:lnTo>
                      <a:pt x="217" y="11"/>
                    </a:lnTo>
                    <a:lnTo>
                      <a:pt x="223" y="4"/>
                    </a:lnTo>
                    <a:lnTo>
                      <a:pt x="233"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7" name="Google Shape;357;p3"/>
              <p:cNvSpPr/>
              <p:nvPr/>
            </p:nvSpPr>
            <p:spPr>
              <a:xfrm>
                <a:off x="2416" y="2298"/>
                <a:ext cx="117" cy="191"/>
              </a:xfrm>
              <a:custGeom>
                <a:rect b="b" l="l" r="r" t="t"/>
                <a:pathLst>
                  <a:path extrusionOk="0" h="191" w="117">
                    <a:moveTo>
                      <a:pt x="3" y="191"/>
                    </a:moveTo>
                    <a:lnTo>
                      <a:pt x="7" y="191"/>
                    </a:lnTo>
                    <a:lnTo>
                      <a:pt x="10" y="177"/>
                    </a:lnTo>
                    <a:lnTo>
                      <a:pt x="17" y="167"/>
                    </a:lnTo>
                    <a:lnTo>
                      <a:pt x="23" y="153"/>
                    </a:lnTo>
                    <a:lnTo>
                      <a:pt x="27" y="142"/>
                    </a:lnTo>
                    <a:lnTo>
                      <a:pt x="33" y="128"/>
                    </a:lnTo>
                    <a:lnTo>
                      <a:pt x="40" y="118"/>
                    </a:lnTo>
                    <a:lnTo>
                      <a:pt x="50" y="108"/>
                    </a:lnTo>
                    <a:lnTo>
                      <a:pt x="57" y="94"/>
                    </a:lnTo>
                    <a:lnTo>
                      <a:pt x="63" y="83"/>
                    </a:lnTo>
                    <a:lnTo>
                      <a:pt x="70" y="73"/>
                    </a:lnTo>
                    <a:lnTo>
                      <a:pt x="80" y="63"/>
                    </a:lnTo>
                    <a:lnTo>
                      <a:pt x="87" y="49"/>
                    </a:lnTo>
                    <a:lnTo>
                      <a:pt x="93" y="38"/>
                    </a:lnTo>
                    <a:lnTo>
                      <a:pt x="100" y="28"/>
                    </a:lnTo>
                    <a:lnTo>
                      <a:pt x="107" y="14"/>
                    </a:lnTo>
                    <a:lnTo>
                      <a:pt x="117" y="4"/>
                    </a:lnTo>
                    <a:lnTo>
                      <a:pt x="110" y="0"/>
                    </a:lnTo>
                    <a:lnTo>
                      <a:pt x="103" y="11"/>
                    </a:lnTo>
                    <a:lnTo>
                      <a:pt x="97" y="25"/>
                    </a:lnTo>
                    <a:lnTo>
                      <a:pt x="87" y="35"/>
                    </a:lnTo>
                    <a:lnTo>
                      <a:pt x="80" y="45"/>
                    </a:lnTo>
                    <a:lnTo>
                      <a:pt x="73" y="59"/>
                    </a:lnTo>
                    <a:lnTo>
                      <a:pt x="63" y="70"/>
                    </a:lnTo>
                    <a:lnTo>
                      <a:pt x="57" y="80"/>
                    </a:lnTo>
                    <a:lnTo>
                      <a:pt x="50" y="90"/>
                    </a:lnTo>
                    <a:lnTo>
                      <a:pt x="43" y="104"/>
                    </a:lnTo>
                    <a:lnTo>
                      <a:pt x="37" y="115"/>
                    </a:lnTo>
                    <a:lnTo>
                      <a:pt x="30" y="128"/>
                    </a:lnTo>
                    <a:lnTo>
                      <a:pt x="23" y="139"/>
                    </a:lnTo>
                    <a:lnTo>
                      <a:pt x="17" y="149"/>
                    </a:lnTo>
                    <a:lnTo>
                      <a:pt x="10" y="163"/>
                    </a:lnTo>
                    <a:lnTo>
                      <a:pt x="3" y="177"/>
                    </a:lnTo>
                    <a:lnTo>
                      <a:pt x="0" y="187"/>
                    </a:lnTo>
                    <a:lnTo>
                      <a:pt x="3" y="191"/>
                    </a:lnTo>
                    <a:lnTo>
                      <a:pt x="7" y="191"/>
                    </a:lnTo>
                    <a:lnTo>
                      <a:pt x="3" y="19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8" name="Google Shape;358;p3"/>
              <p:cNvSpPr/>
              <p:nvPr/>
            </p:nvSpPr>
            <p:spPr>
              <a:xfrm>
                <a:off x="2393" y="2485"/>
                <a:ext cx="26" cy="42"/>
              </a:xfrm>
              <a:custGeom>
                <a:rect b="b" l="l" r="r" t="t"/>
                <a:pathLst>
                  <a:path extrusionOk="0" h="42" w="26">
                    <a:moveTo>
                      <a:pt x="3" y="42"/>
                    </a:moveTo>
                    <a:lnTo>
                      <a:pt x="13" y="32"/>
                    </a:lnTo>
                    <a:lnTo>
                      <a:pt x="13" y="25"/>
                    </a:lnTo>
                    <a:lnTo>
                      <a:pt x="20" y="18"/>
                    </a:lnTo>
                    <a:lnTo>
                      <a:pt x="20" y="14"/>
                    </a:lnTo>
                    <a:lnTo>
                      <a:pt x="23" y="7"/>
                    </a:lnTo>
                    <a:lnTo>
                      <a:pt x="26" y="4"/>
                    </a:lnTo>
                    <a:lnTo>
                      <a:pt x="23" y="0"/>
                    </a:lnTo>
                    <a:lnTo>
                      <a:pt x="20" y="4"/>
                    </a:lnTo>
                    <a:lnTo>
                      <a:pt x="16" y="11"/>
                    </a:lnTo>
                    <a:lnTo>
                      <a:pt x="10" y="18"/>
                    </a:lnTo>
                    <a:lnTo>
                      <a:pt x="10" y="25"/>
                    </a:lnTo>
                    <a:lnTo>
                      <a:pt x="0" y="35"/>
                    </a:lnTo>
                    <a:lnTo>
                      <a:pt x="6" y="35"/>
                    </a:lnTo>
                    <a:lnTo>
                      <a:pt x="3" y="42"/>
                    </a:lnTo>
                    <a:lnTo>
                      <a:pt x="6" y="38"/>
                    </a:lnTo>
                    <a:lnTo>
                      <a:pt x="3"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9" name="Google Shape;359;p3"/>
              <p:cNvSpPr/>
              <p:nvPr/>
            </p:nvSpPr>
            <p:spPr>
              <a:xfrm>
                <a:off x="2383" y="2496"/>
                <a:ext cx="16" cy="31"/>
              </a:xfrm>
              <a:custGeom>
                <a:rect b="b" l="l" r="r" t="t"/>
                <a:pathLst>
                  <a:path extrusionOk="0" h="31" w="16">
                    <a:moveTo>
                      <a:pt x="0" y="3"/>
                    </a:moveTo>
                    <a:lnTo>
                      <a:pt x="3" y="7"/>
                    </a:lnTo>
                    <a:lnTo>
                      <a:pt x="3" y="14"/>
                    </a:lnTo>
                    <a:lnTo>
                      <a:pt x="6" y="24"/>
                    </a:lnTo>
                    <a:lnTo>
                      <a:pt x="13" y="31"/>
                    </a:lnTo>
                    <a:lnTo>
                      <a:pt x="16" y="24"/>
                    </a:lnTo>
                    <a:lnTo>
                      <a:pt x="10" y="21"/>
                    </a:lnTo>
                    <a:lnTo>
                      <a:pt x="10" y="14"/>
                    </a:lnTo>
                    <a:lnTo>
                      <a:pt x="6" y="7"/>
                    </a:lnTo>
                    <a:lnTo>
                      <a:pt x="3" y="0"/>
                    </a:lnTo>
                    <a:lnTo>
                      <a:pt x="6" y="0"/>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0" name="Google Shape;360;p3"/>
              <p:cNvSpPr/>
              <p:nvPr/>
            </p:nvSpPr>
            <p:spPr>
              <a:xfrm>
                <a:off x="2339" y="2409"/>
                <a:ext cx="50" cy="90"/>
              </a:xfrm>
              <a:custGeom>
                <a:rect b="b" l="l" r="r" t="t"/>
                <a:pathLst>
                  <a:path extrusionOk="0" h="90" w="50">
                    <a:moveTo>
                      <a:pt x="4" y="7"/>
                    </a:moveTo>
                    <a:lnTo>
                      <a:pt x="0" y="4"/>
                    </a:lnTo>
                    <a:lnTo>
                      <a:pt x="7" y="14"/>
                    </a:lnTo>
                    <a:lnTo>
                      <a:pt x="14" y="24"/>
                    </a:lnTo>
                    <a:lnTo>
                      <a:pt x="17" y="35"/>
                    </a:lnTo>
                    <a:lnTo>
                      <a:pt x="24" y="45"/>
                    </a:lnTo>
                    <a:lnTo>
                      <a:pt x="27" y="56"/>
                    </a:lnTo>
                    <a:lnTo>
                      <a:pt x="30" y="66"/>
                    </a:lnTo>
                    <a:lnTo>
                      <a:pt x="37" y="76"/>
                    </a:lnTo>
                    <a:lnTo>
                      <a:pt x="44" y="90"/>
                    </a:lnTo>
                    <a:lnTo>
                      <a:pt x="50" y="87"/>
                    </a:lnTo>
                    <a:lnTo>
                      <a:pt x="44" y="76"/>
                    </a:lnTo>
                    <a:lnTo>
                      <a:pt x="37" y="66"/>
                    </a:lnTo>
                    <a:lnTo>
                      <a:pt x="34" y="56"/>
                    </a:lnTo>
                    <a:lnTo>
                      <a:pt x="30" y="42"/>
                    </a:lnTo>
                    <a:lnTo>
                      <a:pt x="24" y="31"/>
                    </a:lnTo>
                    <a:lnTo>
                      <a:pt x="17" y="21"/>
                    </a:lnTo>
                    <a:lnTo>
                      <a:pt x="14" y="11"/>
                    </a:lnTo>
                    <a:lnTo>
                      <a:pt x="7" y="0"/>
                    </a:lnTo>
                    <a:lnTo>
                      <a:pt x="4" y="0"/>
                    </a:lnTo>
                    <a:lnTo>
                      <a:pt x="7" y="0"/>
                    </a:lnTo>
                    <a:lnTo>
                      <a:pt x="4" y="0"/>
                    </a:lnTo>
                    <a:lnTo>
                      <a:pt x="4"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1" name="Google Shape;361;p3"/>
              <p:cNvSpPr/>
              <p:nvPr/>
            </p:nvSpPr>
            <p:spPr>
              <a:xfrm>
                <a:off x="2313" y="2409"/>
                <a:ext cx="30" cy="17"/>
              </a:xfrm>
              <a:custGeom>
                <a:rect b="b" l="l" r="r" t="t"/>
                <a:pathLst>
                  <a:path extrusionOk="0" h="17" w="30">
                    <a:moveTo>
                      <a:pt x="3" y="17"/>
                    </a:moveTo>
                    <a:lnTo>
                      <a:pt x="3" y="14"/>
                    </a:lnTo>
                    <a:lnTo>
                      <a:pt x="6" y="14"/>
                    </a:lnTo>
                    <a:lnTo>
                      <a:pt x="13" y="7"/>
                    </a:lnTo>
                    <a:lnTo>
                      <a:pt x="30" y="7"/>
                    </a:lnTo>
                    <a:lnTo>
                      <a:pt x="30" y="0"/>
                    </a:lnTo>
                    <a:lnTo>
                      <a:pt x="10" y="0"/>
                    </a:lnTo>
                    <a:lnTo>
                      <a:pt x="0" y="11"/>
                    </a:lnTo>
                    <a:lnTo>
                      <a:pt x="3"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2" name="Google Shape;362;p3"/>
              <p:cNvSpPr/>
              <p:nvPr/>
            </p:nvSpPr>
            <p:spPr>
              <a:xfrm>
                <a:off x="2306" y="2420"/>
                <a:ext cx="10" cy="10"/>
              </a:xfrm>
              <a:custGeom>
                <a:rect b="b" l="l" r="r" t="t"/>
                <a:pathLst>
                  <a:path extrusionOk="0" h="10" w="10">
                    <a:moveTo>
                      <a:pt x="0" y="6"/>
                    </a:moveTo>
                    <a:lnTo>
                      <a:pt x="3" y="10"/>
                    </a:lnTo>
                    <a:lnTo>
                      <a:pt x="7" y="6"/>
                    </a:lnTo>
                    <a:lnTo>
                      <a:pt x="10" y="6"/>
                    </a:lnTo>
                    <a:lnTo>
                      <a:pt x="7" y="0"/>
                    </a:lnTo>
                    <a:lnTo>
                      <a:pt x="3" y="3"/>
                    </a:lnTo>
                    <a:lnTo>
                      <a:pt x="7" y="6"/>
                    </a:lnTo>
                    <a:lnTo>
                      <a:pt x="0"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3" name="Google Shape;363;p3"/>
              <p:cNvSpPr/>
              <p:nvPr/>
            </p:nvSpPr>
            <p:spPr>
              <a:xfrm>
                <a:off x="2296" y="2368"/>
                <a:ext cx="17" cy="58"/>
              </a:xfrm>
              <a:custGeom>
                <a:rect b="b" l="l" r="r" t="t"/>
                <a:pathLst>
                  <a:path extrusionOk="0" h="58" w="17">
                    <a:moveTo>
                      <a:pt x="13" y="0"/>
                    </a:moveTo>
                    <a:lnTo>
                      <a:pt x="3" y="6"/>
                    </a:lnTo>
                    <a:lnTo>
                      <a:pt x="0" y="13"/>
                    </a:lnTo>
                    <a:lnTo>
                      <a:pt x="0" y="27"/>
                    </a:lnTo>
                    <a:lnTo>
                      <a:pt x="3" y="38"/>
                    </a:lnTo>
                    <a:lnTo>
                      <a:pt x="7" y="41"/>
                    </a:lnTo>
                    <a:lnTo>
                      <a:pt x="10" y="52"/>
                    </a:lnTo>
                    <a:lnTo>
                      <a:pt x="10" y="58"/>
                    </a:lnTo>
                    <a:lnTo>
                      <a:pt x="17" y="58"/>
                    </a:lnTo>
                    <a:lnTo>
                      <a:pt x="17" y="48"/>
                    </a:lnTo>
                    <a:lnTo>
                      <a:pt x="13" y="41"/>
                    </a:lnTo>
                    <a:lnTo>
                      <a:pt x="10" y="34"/>
                    </a:lnTo>
                    <a:lnTo>
                      <a:pt x="7" y="27"/>
                    </a:lnTo>
                    <a:lnTo>
                      <a:pt x="7" y="13"/>
                    </a:lnTo>
                    <a:lnTo>
                      <a:pt x="10" y="10"/>
                    </a:lnTo>
                    <a:lnTo>
                      <a:pt x="17" y="6"/>
                    </a:lnTo>
                    <a:lnTo>
                      <a:pt x="1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4" name="Google Shape;364;p3"/>
              <p:cNvSpPr/>
              <p:nvPr/>
            </p:nvSpPr>
            <p:spPr>
              <a:xfrm>
                <a:off x="2309" y="2333"/>
                <a:ext cx="77" cy="41"/>
              </a:xfrm>
              <a:custGeom>
                <a:rect b="b" l="l" r="r" t="t"/>
                <a:pathLst>
                  <a:path extrusionOk="0" h="41" w="77">
                    <a:moveTo>
                      <a:pt x="77" y="3"/>
                    </a:moveTo>
                    <a:lnTo>
                      <a:pt x="60" y="3"/>
                    </a:lnTo>
                    <a:lnTo>
                      <a:pt x="54" y="7"/>
                    </a:lnTo>
                    <a:lnTo>
                      <a:pt x="44" y="14"/>
                    </a:lnTo>
                    <a:lnTo>
                      <a:pt x="34" y="17"/>
                    </a:lnTo>
                    <a:lnTo>
                      <a:pt x="27" y="21"/>
                    </a:lnTo>
                    <a:lnTo>
                      <a:pt x="20" y="28"/>
                    </a:lnTo>
                    <a:lnTo>
                      <a:pt x="10" y="31"/>
                    </a:lnTo>
                    <a:lnTo>
                      <a:pt x="0" y="35"/>
                    </a:lnTo>
                    <a:lnTo>
                      <a:pt x="4" y="41"/>
                    </a:lnTo>
                    <a:lnTo>
                      <a:pt x="14" y="38"/>
                    </a:lnTo>
                    <a:lnTo>
                      <a:pt x="24" y="35"/>
                    </a:lnTo>
                    <a:lnTo>
                      <a:pt x="30" y="28"/>
                    </a:lnTo>
                    <a:lnTo>
                      <a:pt x="37" y="24"/>
                    </a:lnTo>
                    <a:lnTo>
                      <a:pt x="47" y="21"/>
                    </a:lnTo>
                    <a:lnTo>
                      <a:pt x="54" y="14"/>
                    </a:lnTo>
                    <a:lnTo>
                      <a:pt x="64" y="10"/>
                    </a:lnTo>
                    <a:lnTo>
                      <a:pt x="74" y="10"/>
                    </a:lnTo>
                    <a:lnTo>
                      <a:pt x="70" y="7"/>
                    </a:lnTo>
                    <a:lnTo>
                      <a:pt x="77" y="3"/>
                    </a:lnTo>
                    <a:lnTo>
                      <a:pt x="74" y="0"/>
                    </a:lnTo>
                    <a:lnTo>
                      <a:pt x="70" y="3"/>
                    </a:lnTo>
                    <a:lnTo>
                      <a:pt x="7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5" name="Google Shape;365;p3"/>
              <p:cNvSpPr/>
              <p:nvPr/>
            </p:nvSpPr>
            <p:spPr>
              <a:xfrm>
                <a:off x="2379" y="2336"/>
                <a:ext cx="14" cy="18"/>
              </a:xfrm>
              <a:custGeom>
                <a:rect b="b" l="l" r="r" t="t"/>
                <a:pathLst>
                  <a:path extrusionOk="0" h="18" w="14">
                    <a:moveTo>
                      <a:pt x="10" y="18"/>
                    </a:moveTo>
                    <a:lnTo>
                      <a:pt x="10" y="14"/>
                    </a:lnTo>
                    <a:lnTo>
                      <a:pt x="7" y="0"/>
                    </a:lnTo>
                    <a:lnTo>
                      <a:pt x="0" y="4"/>
                    </a:lnTo>
                    <a:lnTo>
                      <a:pt x="4" y="14"/>
                    </a:lnTo>
                    <a:lnTo>
                      <a:pt x="7" y="11"/>
                    </a:lnTo>
                    <a:lnTo>
                      <a:pt x="10" y="18"/>
                    </a:lnTo>
                    <a:lnTo>
                      <a:pt x="14" y="18"/>
                    </a:lnTo>
                    <a:lnTo>
                      <a:pt x="10" y="14"/>
                    </a:lnTo>
                    <a:lnTo>
                      <a:pt x="10" y="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6" name="Google Shape;366;p3"/>
              <p:cNvSpPr/>
              <p:nvPr/>
            </p:nvSpPr>
            <p:spPr>
              <a:xfrm>
                <a:off x="2339" y="2347"/>
                <a:ext cx="50" cy="38"/>
              </a:xfrm>
              <a:custGeom>
                <a:rect b="b" l="l" r="r" t="t"/>
                <a:pathLst>
                  <a:path extrusionOk="0" h="38" w="50">
                    <a:moveTo>
                      <a:pt x="7" y="34"/>
                    </a:moveTo>
                    <a:lnTo>
                      <a:pt x="4" y="38"/>
                    </a:lnTo>
                    <a:lnTo>
                      <a:pt x="10" y="34"/>
                    </a:lnTo>
                    <a:lnTo>
                      <a:pt x="17" y="31"/>
                    </a:lnTo>
                    <a:lnTo>
                      <a:pt x="24" y="27"/>
                    </a:lnTo>
                    <a:lnTo>
                      <a:pt x="37" y="14"/>
                    </a:lnTo>
                    <a:lnTo>
                      <a:pt x="44" y="10"/>
                    </a:lnTo>
                    <a:lnTo>
                      <a:pt x="50" y="7"/>
                    </a:lnTo>
                    <a:lnTo>
                      <a:pt x="47" y="0"/>
                    </a:lnTo>
                    <a:lnTo>
                      <a:pt x="40" y="3"/>
                    </a:lnTo>
                    <a:lnTo>
                      <a:pt x="34" y="7"/>
                    </a:lnTo>
                    <a:lnTo>
                      <a:pt x="30" y="14"/>
                    </a:lnTo>
                    <a:lnTo>
                      <a:pt x="24" y="17"/>
                    </a:lnTo>
                    <a:lnTo>
                      <a:pt x="17" y="21"/>
                    </a:lnTo>
                    <a:lnTo>
                      <a:pt x="14" y="24"/>
                    </a:lnTo>
                    <a:lnTo>
                      <a:pt x="7" y="27"/>
                    </a:lnTo>
                    <a:lnTo>
                      <a:pt x="0" y="31"/>
                    </a:lnTo>
                    <a:lnTo>
                      <a:pt x="0" y="34"/>
                    </a:lnTo>
                    <a:lnTo>
                      <a:pt x="0" y="31"/>
                    </a:lnTo>
                    <a:lnTo>
                      <a:pt x="0" y="34"/>
                    </a:lnTo>
                    <a:lnTo>
                      <a:pt x="7"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7" name="Google Shape;367;p3"/>
              <p:cNvSpPr/>
              <p:nvPr/>
            </p:nvSpPr>
            <p:spPr>
              <a:xfrm>
                <a:off x="2339" y="2381"/>
                <a:ext cx="7" cy="18"/>
              </a:xfrm>
              <a:custGeom>
                <a:rect b="b" l="l" r="r" t="t"/>
                <a:pathLst>
                  <a:path extrusionOk="0" h="18" w="7">
                    <a:moveTo>
                      <a:pt x="4" y="11"/>
                    </a:moveTo>
                    <a:lnTo>
                      <a:pt x="7" y="11"/>
                    </a:lnTo>
                    <a:lnTo>
                      <a:pt x="7" y="0"/>
                    </a:lnTo>
                    <a:lnTo>
                      <a:pt x="0" y="0"/>
                    </a:lnTo>
                    <a:lnTo>
                      <a:pt x="0" y="11"/>
                    </a:lnTo>
                    <a:lnTo>
                      <a:pt x="4" y="18"/>
                    </a:lnTo>
                    <a:lnTo>
                      <a:pt x="7" y="18"/>
                    </a:lnTo>
                    <a:lnTo>
                      <a:pt x="4" y="18"/>
                    </a:lnTo>
                    <a:lnTo>
                      <a:pt x="7" y="18"/>
                    </a:lnTo>
                    <a:lnTo>
                      <a:pt x="4"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8" name="Google Shape;368;p3"/>
              <p:cNvSpPr/>
              <p:nvPr/>
            </p:nvSpPr>
            <p:spPr>
              <a:xfrm>
                <a:off x="2343" y="2323"/>
                <a:ext cx="123" cy="76"/>
              </a:xfrm>
              <a:custGeom>
                <a:rect b="b" l="l" r="r" t="t"/>
                <a:pathLst>
                  <a:path extrusionOk="0" h="76" w="123">
                    <a:moveTo>
                      <a:pt x="123" y="0"/>
                    </a:moveTo>
                    <a:lnTo>
                      <a:pt x="113" y="3"/>
                    </a:lnTo>
                    <a:lnTo>
                      <a:pt x="106" y="6"/>
                    </a:lnTo>
                    <a:lnTo>
                      <a:pt x="100" y="10"/>
                    </a:lnTo>
                    <a:lnTo>
                      <a:pt x="90" y="13"/>
                    </a:lnTo>
                    <a:lnTo>
                      <a:pt x="83" y="17"/>
                    </a:lnTo>
                    <a:lnTo>
                      <a:pt x="76" y="24"/>
                    </a:lnTo>
                    <a:lnTo>
                      <a:pt x="66" y="27"/>
                    </a:lnTo>
                    <a:lnTo>
                      <a:pt x="60" y="31"/>
                    </a:lnTo>
                    <a:lnTo>
                      <a:pt x="53" y="38"/>
                    </a:lnTo>
                    <a:lnTo>
                      <a:pt x="46" y="41"/>
                    </a:lnTo>
                    <a:lnTo>
                      <a:pt x="40" y="48"/>
                    </a:lnTo>
                    <a:lnTo>
                      <a:pt x="30" y="51"/>
                    </a:lnTo>
                    <a:lnTo>
                      <a:pt x="23" y="55"/>
                    </a:lnTo>
                    <a:lnTo>
                      <a:pt x="16" y="58"/>
                    </a:lnTo>
                    <a:lnTo>
                      <a:pt x="10" y="65"/>
                    </a:lnTo>
                    <a:lnTo>
                      <a:pt x="0" y="69"/>
                    </a:lnTo>
                    <a:lnTo>
                      <a:pt x="3" y="76"/>
                    </a:lnTo>
                    <a:lnTo>
                      <a:pt x="10" y="69"/>
                    </a:lnTo>
                    <a:lnTo>
                      <a:pt x="20" y="65"/>
                    </a:lnTo>
                    <a:lnTo>
                      <a:pt x="26" y="62"/>
                    </a:lnTo>
                    <a:lnTo>
                      <a:pt x="33" y="55"/>
                    </a:lnTo>
                    <a:lnTo>
                      <a:pt x="43" y="51"/>
                    </a:lnTo>
                    <a:lnTo>
                      <a:pt x="50" y="48"/>
                    </a:lnTo>
                    <a:lnTo>
                      <a:pt x="56" y="41"/>
                    </a:lnTo>
                    <a:lnTo>
                      <a:pt x="63" y="38"/>
                    </a:lnTo>
                    <a:lnTo>
                      <a:pt x="70" y="34"/>
                    </a:lnTo>
                    <a:lnTo>
                      <a:pt x="80" y="31"/>
                    </a:lnTo>
                    <a:lnTo>
                      <a:pt x="86" y="24"/>
                    </a:lnTo>
                    <a:lnTo>
                      <a:pt x="93" y="20"/>
                    </a:lnTo>
                    <a:lnTo>
                      <a:pt x="100" y="17"/>
                    </a:lnTo>
                    <a:lnTo>
                      <a:pt x="110" y="13"/>
                    </a:lnTo>
                    <a:lnTo>
                      <a:pt x="116" y="10"/>
                    </a:lnTo>
                    <a:lnTo>
                      <a:pt x="123" y="6"/>
                    </a:lnTo>
                    <a:lnTo>
                      <a:pt x="1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9" name="Google Shape;369;p3"/>
              <p:cNvSpPr/>
              <p:nvPr/>
            </p:nvSpPr>
            <p:spPr>
              <a:xfrm>
                <a:off x="2466" y="2291"/>
                <a:ext cx="73" cy="38"/>
              </a:xfrm>
              <a:custGeom>
                <a:rect b="b" l="l" r="r" t="t"/>
                <a:pathLst>
                  <a:path extrusionOk="0" h="38" w="73">
                    <a:moveTo>
                      <a:pt x="67" y="11"/>
                    </a:moveTo>
                    <a:lnTo>
                      <a:pt x="60" y="4"/>
                    </a:lnTo>
                    <a:lnTo>
                      <a:pt x="53" y="7"/>
                    </a:lnTo>
                    <a:lnTo>
                      <a:pt x="47" y="14"/>
                    </a:lnTo>
                    <a:lnTo>
                      <a:pt x="37" y="18"/>
                    </a:lnTo>
                    <a:lnTo>
                      <a:pt x="30" y="21"/>
                    </a:lnTo>
                    <a:lnTo>
                      <a:pt x="23" y="21"/>
                    </a:lnTo>
                    <a:lnTo>
                      <a:pt x="13" y="25"/>
                    </a:lnTo>
                    <a:lnTo>
                      <a:pt x="7" y="28"/>
                    </a:lnTo>
                    <a:lnTo>
                      <a:pt x="0" y="32"/>
                    </a:lnTo>
                    <a:lnTo>
                      <a:pt x="0" y="38"/>
                    </a:lnTo>
                    <a:lnTo>
                      <a:pt x="10" y="35"/>
                    </a:lnTo>
                    <a:lnTo>
                      <a:pt x="17" y="32"/>
                    </a:lnTo>
                    <a:lnTo>
                      <a:pt x="23" y="28"/>
                    </a:lnTo>
                    <a:lnTo>
                      <a:pt x="33" y="25"/>
                    </a:lnTo>
                    <a:lnTo>
                      <a:pt x="40" y="21"/>
                    </a:lnTo>
                    <a:lnTo>
                      <a:pt x="50" y="21"/>
                    </a:lnTo>
                    <a:lnTo>
                      <a:pt x="57" y="14"/>
                    </a:lnTo>
                    <a:lnTo>
                      <a:pt x="63" y="11"/>
                    </a:lnTo>
                    <a:lnTo>
                      <a:pt x="60" y="7"/>
                    </a:lnTo>
                    <a:lnTo>
                      <a:pt x="67" y="11"/>
                    </a:lnTo>
                    <a:lnTo>
                      <a:pt x="73" y="0"/>
                    </a:lnTo>
                    <a:lnTo>
                      <a:pt x="60" y="4"/>
                    </a:lnTo>
                    <a:lnTo>
                      <a:pt x="67"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0" name="Google Shape;370;p3"/>
              <p:cNvSpPr/>
              <p:nvPr/>
            </p:nvSpPr>
            <p:spPr>
              <a:xfrm>
                <a:off x="2049" y="2340"/>
                <a:ext cx="717" cy="928"/>
              </a:xfrm>
              <a:custGeom>
                <a:rect b="b" l="l" r="r" t="t"/>
                <a:pathLst>
                  <a:path extrusionOk="0" h="928" w="717">
                    <a:moveTo>
                      <a:pt x="717" y="315"/>
                    </a:moveTo>
                    <a:lnTo>
                      <a:pt x="717" y="409"/>
                    </a:lnTo>
                    <a:lnTo>
                      <a:pt x="714" y="436"/>
                    </a:lnTo>
                    <a:lnTo>
                      <a:pt x="707" y="468"/>
                    </a:lnTo>
                    <a:lnTo>
                      <a:pt x="704" y="495"/>
                    </a:lnTo>
                    <a:lnTo>
                      <a:pt x="697" y="526"/>
                    </a:lnTo>
                    <a:lnTo>
                      <a:pt x="690" y="554"/>
                    </a:lnTo>
                    <a:lnTo>
                      <a:pt x="680" y="582"/>
                    </a:lnTo>
                    <a:lnTo>
                      <a:pt x="670" y="606"/>
                    </a:lnTo>
                    <a:lnTo>
                      <a:pt x="660" y="634"/>
                    </a:lnTo>
                    <a:lnTo>
                      <a:pt x="650" y="662"/>
                    </a:lnTo>
                    <a:lnTo>
                      <a:pt x="637" y="689"/>
                    </a:lnTo>
                    <a:lnTo>
                      <a:pt x="627" y="717"/>
                    </a:lnTo>
                    <a:lnTo>
                      <a:pt x="617" y="741"/>
                    </a:lnTo>
                    <a:lnTo>
                      <a:pt x="604" y="769"/>
                    </a:lnTo>
                    <a:lnTo>
                      <a:pt x="597" y="783"/>
                    </a:lnTo>
                    <a:lnTo>
                      <a:pt x="590" y="800"/>
                    </a:lnTo>
                    <a:lnTo>
                      <a:pt x="584" y="814"/>
                    </a:lnTo>
                    <a:lnTo>
                      <a:pt x="577" y="831"/>
                    </a:lnTo>
                    <a:lnTo>
                      <a:pt x="570" y="845"/>
                    </a:lnTo>
                    <a:lnTo>
                      <a:pt x="560" y="859"/>
                    </a:lnTo>
                    <a:lnTo>
                      <a:pt x="550" y="873"/>
                    </a:lnTo>
                    <a:lnTo>
                      <a:pt x="537" y="883"/>
                    </a:lnTo>
                    <a:lnTo>
                      <a:pt x="534" y="890"/>
                    </a:lnTo>
                    <a:lnTo>
                      <a:pt x="530" y="894"/>
                    </a:lnTo>
                    <a:lnTo>
                      <a:pt x="524" y="897"/>
                    </a:lnTo>
                    <a:lnTo>
                      <a:pt x="517" y="904"/>
                    </a:lnTo>
                    <a:lnTo>
                      <a:pt x="510" y="908"/>
                    </a:lnTo>
                    <a:lnTo>
                      <a:pt x="507" y="911"/>
                    </a:lnTo>
                    <a:lnTo>
                      <a:pt x="500" y="911"/>
                    </a:lnTo>
                    <a:lnTo>
                      <a:pt x="487" y="918"/>
                    </a:lnTo>
                    <a:lnTo>
                      <a:pt x="470" y="925"/>
                    </a:lnTo>
                    <a:lnTo>
                      <a:pt x="454" y="928"/>
                    </a:lnTo>
                    <a:lnTo>
                      <a:pt x="427" y="928"/>
                    </a:lnTo>
                    <a:lnTo>
                      <a:pt x="410" y="925"/>
                    </a:lnTo>
                    <a:lnTo>
                      <a:pt x="394" y="925"/>
                    </a:lnTo>
                    <a:lnTo>
                      <a:pt x="380" y="918"/>
                    </a:lnTo>
                    <a:lnTo>
                      <a:pt x="367" y="915"/>
                    </a:lnTo>
                    <a:lnTo>
                      <a:pt x="354" y="911"/>
                    </a:lnTo>
                    <a:lnTo>
                      <a:pt x="337" y="904"/>
                    </a:lnTo>
                    <a:lnTo>
                      <a:pt x="324" y="901"/>
                    </a:lnTo>
                    <a:lnTo>
                      <a:pt x="310" y="894"/>
                    </a:lnTo>
                    <a:lnTo>
                      <a:pt x="297" y="887"/>
                    </a:lnTo>
                    <a:lnTo>
                      <a:pt x="284" y="883"/>
                    </a:lnTo>
                    <a:lnTo>
                      <a:pt x="267" y="876"/>
                    </a:lnTo>
                    <a:lnTo>
                      <a:pt x="254" y="869"/>
                    </a:lnTo>
                    <a:lnTo>
                      <a:pt x="240" y="863"/>
                    </a:lnTo>
                    <a:lnTo>
                      <a:pt x="227" y="856"/>
                    </a:lnTo>
                    <a:lnTo>
                      <a:pt x="214" y="849"/>
                    </a:lnTo>
                    <a:lnTo>
                      <a:pt x="197" y="838"/>
                    </a:lnTo>
                    <a:lnTo>
                      <a:pt x="184" y="831"/>
                    </a:lnTo>
                    <a:lnTo>
                      <a:pt x="170" y="824"/>
                    </a:lnTo>
                    <a:lnTo>
                      <a:pt x="157" y="818"/>
                    </a:lnTo>
                    <a:lnTo>
                      <a:pt x="144" y="811"/>
                    </a:lnTo>
                    <a:lnTo>
                      <a:pt x="130" y="800"/>
                    </a:lnTo>
                    <a:lnTo>
                      <a:pt x="117" y="793"/>
                    </a:lnTo>
                    <a:lnTo>
                      <a:pt x="104" y="786"/>
                    </a:lnTo>
                    <a:lnTo>
                      <a:pt x="90" y="776"/>
                    </a:lnTo>
                    <a:lnTo>
                      <a:pt x="77" y="769"/>
                    </a:lnTo>
                    <a:lnTo>
                      <a:pt x="64" y="759"/>
                    </a:lnTo>
                    <a:lnTo>
                      <a:pt x="50" y="748"/>
                    </a:lnTo>
                    <a:lnTo>
                      <a:pt x="44" y="745"/>
                    </a:lnTo>
                    <a:lnTo>
                      <a:pt x="37" y="738"/>
                    </a:lnTo>
                    <a:lnTo>
                      <a:pt x="30" y="738"/>
                    </a:lnTo>
                    <a:lnTo>
                      <a:pt x="24" y="731"/>
                    </a:lnTo>
                    <a:lnTo>
                      <a:pt x="17" y="727"/>
                    </a:lnTo>
                    <a:lnTo>
                      <a:pt x="10" y="724"/>
                    </a:lnTo>
                    <a:lnTo>
                      <a:pt x="4" y="717"/>
                    </a:lnTo>
                    <a:lnTo>
                      <a:pt x="0" y="710"/>
                    </a:lnTo>
                    <a:lnTo>
                      <a:pt x="4" y="693"/>
                    </a:lnTo>
                    <a:lnTo>
                      <a:pt x="7" y="675"/>
                    </a:lnTo>
                    <a:lnTo>
                      <a:pt x="14" y="662"/>
                    </a:lnTo>
                    <a:lnTo>
                      <a:pt x="17" y="644"/>
                    </a:lnTo>
                    <a:lnTo>
                      <a:pt x="24" y="627"/>
                    </a:lnTo>
                    <a:lnTo>
                      <a:pt x="27" y="610"/>
                    </a:lnTo>
                    <a:lnTo>
                      <a:pt x="34" y="592"/>
                    </a:lnTo>
                    <a:lnTo>
                      <a:pt x="40" y="578"/>
                    </a:lnTo>
                    <a:lnTo>
                      <a:pt x="44" y="565"/>
                    </a:lnTo>
                    <a:lnTo>
                      <a:pt x="47" y="561"/>
                    </a:lnTo>
                    <a:lnTo>
                      <a:pt x="54" y="558"/>
                    </a:lnTo>
                    <a:lnTo>
                      <a:pt x="64" y="554"/>
                    </a:lnTo>
                    <a:lnTo>
                      <a:pt x="80" y="554"/>
                    </a:lnTo>
                    <a:lnTo>
                      <a:pt x="90" y="558"/>
                    </a:lnTo>
                    <a:lnTo>
                      <a:pt x="97" y="558"/>
                    </a:lnTo>
                    <a:lnTo>
                      <a:pt x="114" y="561"/>
                    </a:lnTo>
                    <a:lnTo>
                      <a:pt x="130" y="565"/>
                    </a:lnTo>
                    <a:lnTo>
                      <a:pt x="147" y="572"/>
                    </a:lnTo>
                    <a:lnTo>
                      <a:pt x="164" y="575"/>
                    </a:lnTo>
                    <a:lnTo>
                      <a:pt x="180" y="582"/>
                    </a:lnTo>
                    <a:lnTo>
                      <a:pt x="197" y="585"/>
                    </a:lnTo>
                    <a:lnTo>
                      <a:pt x="214" y="592"/>
                    </a:lnTo>
                    <a:lnTo>
                      <a:pt x="230" y="599"/>
                    </a:lnTo>
                    <a:lnTo>
                      <a:pt x="247" y="603"/>
                    </a:lnTo>
                    <a:lnTo>
                      <a:pt x="264" y="606"/>
                    </a:lnTo>
                    <a:lnTo>
                      <a:pt x="280" y="613"/>
                    </a:lnTo>
                    <a:lnTo>
                      <a:pt x="297" y="617"/>
                    </a:lnTo>
                    <a:lnTo>
                      <a:pt x="314" y="623"/>
                    </a:lnTo>
                    <a:lnTo>
                      <a:pt x="330" y="627"/>
                    </a:lnTo>
                    <a:lnTo>
                      <a:pt x="347" y="630"/>
                    </a:lnTo>
                    <a:lnTo>
                      <a:pt x="364" y="634"/>
                    </a:lnTo>
                    <a:lnTo>
                      <a:pt x="367" y="634"/>
                    </a:lnTo>
                    <a:lnTo>
                      <a:pt x="377" y="623"/>
                    </a:lnTo>
                    <a:lnTo>
                      <a:pt x="387" y="623"/>
                    </a:lnTo>
                    <a:lnTo>
                      <a:pt x="390" y="620"/>
                    </a:lnTo>
                    <a:lnTo>
                      <a:pt x="397" y="610"/>
                    </a:lnTo>
                    <a:lnTo>
                      <a:pt x="400" y="603"/>
                    </a:lnTo>
                    <a:lnTo>
                      <a:pt x="404" y="596"/>
                    </a:lnTo>
                    <a:lnTo>
                      <a:pt x="407" y="589"/>
                    </a:lnTo>
                    <a:lnTo>
                      <a:pt x="410" y="582"/>
                    </a:lnTo>
                    <a:lnTo>
                      <a:pt x="414" y="572"/>
                    </a:lnTo>
                    <a:lnTo>
                      <a:pt x="417" y="565"/>
                    </a:lnTo>
                    <a:lnTo>
                      <a:pt x="427" y="547"/>
                    </a:lnTo>
                    <a:lnTo>
                      <a:pt x="437" y="530"/>
                    </a:lnTo>
                    <a:lnTo>
                      <a:pt x="447" y="513"/>
                    </a:lnTo>
                    <a:lnTo>
                      <a:pt x="457" y="495"/>
                    </a:lnTo>
                    <a:lnTo>
                      <a:pt x="467" y="478"/>
                    </a:lnTo>
                    <a:lnTo>
                      <a:pt x="477" y="461"/>
                    </a:lnTo>
                    <a:lnTo>
                      <a:pt x="487" y="443"/>
                    </a:lnTo>
                    <a:lnTo>
                      <a:pt x="497" y="426"/>
                    </a:lnTo>
                    <a:lnTo>
                      <a:pt x="507" y="409"/>
                    </a:lnTo>
                    <a:lnTo>
                      <a:pt x="517" y="391"/>
                    </a:lnTo>
                    <a:lnTo>
                      <a:pt x="527" y="374"/>
                    </a:lnTo>
                    <a:lnTo>
                      <a:pt x="537" y="357"/>
                    </a:lnTo>
                    <a:lnTo>
                      <a:pt x="547" y="339"/>
                    </a:lnTo>
                    <a:lnTo>
                      <a:pt x="560" y="322"/>
                    </a:lnTo>
                    <a:lnTo>
                      <a:pt x="570" y="305"/>
                    </a:lnTo>
                    <a:lnTo>
                      <a:pt x="580" y="291"/>
                    </a:lnTo>
                    <a:lnTo>
                      <a:pt x="584" y="284"/>
                    </a:lnTo>
                    <a:lnTo>
                      <a:pt x="590" y="277"/>
                    </a:lnTo>
                    <a:lnTo>
                      <a:pt x="590" y="274"/>
                    </a:lnTo>
                    <a:lnTo>
                      <a:pt x="594" y="267"/>
                    </a:lnTo>
                    <a:lnTo>
                      <a:pt x="590" y="263"/>
                    </a:lnTo>
                    <a:lnTo>
                      <a:pt x="580" y="263"/>
                    </a:lnTo>
                    <a:lnTo>
                      <a:pt x="574" y="274"/>
                    </a:lnTo>
                    <a:lnTo>
                      <a:pt x="567" y="284"/>
                    </a:lnTo>
                    <a:lnTo>
                      <a:pt x="560" y="294"/>
                    </a:lnTo>
                    <a:lnTo>
                      <a:pt x="554" y="305"/>
                    </a:lnTo>
                    <a:lnTo>
                      <a:pt x="547" y="315"/>
                    </a:lnTo>
                    <a:lnTo>
                      <a:pt x="540" y="326"/>
                    </a:lnTo>
                    <a:lnTo>
                      <a:pt x="534" y="336"/>
                    </a:lnTo>
                    <a:lnTo>
                      <a:pt x="527" y="346"/>
                    </a:lnTo>
                    <a:lnTo>
                      <a:pt x="520" y="353"/>
                    </a:lnTo>
                    <a:lnTo>
                      <a:pt x="514" y="367"/>
                    </a:lnTo>
                    <a:lnTo>
                      <a:pt x="507" y="374"/>
                    </a:lnTo>
                    <a:lnTo>
                      <a:pt x="500" y="384"/>
                    </a:lnTo>
                    <a:lnTo>
                      <a:pt x="494" y="395"/>
                    </a:lnTo>
                    <a:lnTo>
                      <a:pt x="487" y="409"/>
                    </a:lnTo>
                    <a:lnTo>
                      <a:pt x="484" y="416"/>
                    </a:lnTo>
                    <a:lnTo>
                      <a:pt x="477" y="429"/>
                    </a:lnTo>
                    <a:lnTo>
                      <a:pt x="470" y="440"/>
                    </a:lnTo>
                    <a:lnTo>
                      <a:pt x="464" y="450"/>
                    </a:lnTo>
                    <a:lnTo>
                      <a:pt x="457" y="461"/>
                    </a:lnTo>
                    <a:lnTo>
                      <a:pt x="450" y="471"/>
                    </a:lnTo>
                    <a:lnTo>
                      <a:pt x="447" y="485"/>
                    </a:lnTo>
                    <a:lnTo>
                      <a:pt x="440" y="495"/>
                    </a:lnTo>
                    <a:lnTo>
                      <a:pt x="434" y="506"/>
                    </a:lnTo>
                    <a:lnTo>
                      <a:pt x="427" y="516"/>
                    </a:lnTo>
                    <a:lnTo>
                      <a:pt x="420" y="526"/>
                    </a:lnTo>
                    <a:lnTo>
                      <a:pt x="414" y="540"/>
                    </a:lnTo>
                    <a:lnTo>
                      <a:pt x="410" y="551"/>
                    </a:lnTo>
                    <a:lnTo>
                      <a:pt x="404" y="561"/>
                    </a:lnTo>
                    <a:lnTo>
                      <a:pt x="397" y="572"/>
                    </a:lnTo>
                    <a:lnTo>
                      <a:pt x="390" y="585"/>
                    </a:lnTo>
                    <a:lnTo>
                      <a:pt x="387" y="596"/>
                    </a:lnTo>
                    <a:lnTo>
                      <a:pt x="380" y="606"/>
                    </a:lnTo>
                    <a:lnTo>
                      <a:pt x="370" y="606"/>
                    </a:lnTo>
                    <a:lnTo>
                      <a:pt x="360" y="617"/>
                    </a:lnTo>
                    <a:lnTo>
                      <a:pt x="354" y="617"/>
                    </a:lnTo>
                    <a:lnTo>
                      <a:pt x="350" y="613"/>
                    </a:lnTo>
                    <a:lnTo>
                      <a:pt x="344" y="610"/>
                    </a:lnTo>
                    <a:lnTo>
                      <a:pt x="334" y="610"/>
                    </a:lnTo>
                    <a:lnTo>
                      <a:pt x="327" y="606"/>
                    </a:lnTo>
                    <a:lnTo>
                      <a:pt x="320" y="606"/>
                    </a:lnTo>
                    <a:lnTo>
                      <a:pt x="310" y="603"/>
                    </a:lnTo>
                    <a:lnTo>
                      <a:pt x="304" y="603"/>
                    </a:lnTo>
                    <a:lnTo>
                      <a:pt x="297" y="599"/>
                    </a:lnTo>
                    <a:lnTo>
                      <a:pt x="287" y="596"/>
                    </a:lnTo>
                    <a:lnTo>
                      <a:pt x="280" y="596"/>
                    </a:lnTo>
                    <a:lnTo>
                      <a:pt x="274" y="592"/>
                    </a:lnTo>
                    <a:lnTo>
                      <a:pt x="267" y="592"/>
                    </a:lnTo>
                    <a:lnTo>
                      <a:pt x="257" y="589"/>
                    </a:lnTo>
                    <a:lnTo>
                      <a:pt x="250" y="585"/>
                    </a:lnTo>
                    <a:lnTo>
                      <a:pt x="234" y="585"/>
                    </a:lnTo>
                    <a:lnTo>
                      <a:pt x="227" y="582"/>
                    </a:lnTo>
                    <a:lnTo>
                      <a:pt x="227" y="578"/>
                    </a:lnTo>
                    <a:lnTo>
                      <a:pt x="240" y="561"/>
                    </a:lnTo>
                    <a:lnTo>
                      <a:pt x="250" y="547"/>
                    </a:lnTo>
                    <a:lnTo>
                      <a:pt x="277" y="520"/>
                    </a:lnTo>
                    <a:lnTo>
                      <a:pt x="290" y="502"/>
                    </a:lnTo>
                    <a:lnTo>
                      <a:pt x="304" y="488"/>
                    </a:lnTo>
                    <a:lnTo>
                      <a:pt x="314" y="475"/>
                    </a:lnTo>
                    <a:lnTo>
                      <a:pt x="407" y="377"/>
                    </a:lnTo>
                    <a:lnTo>
                      <a:pt x="420" y="367"/>
                    </a:lnTo>
                    <a:lnTo>
                      <a:pt x="444" y="343"/>
                    </a:lnTo>
                    <a:lnTo>
                      <a:pt x="440" y="336"/>
                    </a:lnTo>
                    <a:lnTo>
                      <a:pt x="440" y="332"/>
                    </a:lnTo>
                    <a:lnTo>
                      <a:pt x="430" y="322"/>
                    </a:lnTo>
                    <a:lnTo>
                      <a:pt x="427" y="315"/>
                    </a:lnTo>
                    <a:lnTo>
                      <a:pt x="427" y="312"/>
                    </a:lnTo>
                    <a:lnTo>
                      <a:pt x="394" y="277"/>
                    </a:lnTo>
                    <a:lnTo>
                      <a:pt x="400" y="274"/>
                    </a:lnTo>
                    <a:lnTo>
                      <a:pt x="407" y="270"/>
                    </a:lnTo>
                    <a:lnTo>
                      <a:pt x="417" y="267"/>
                    </a:lnTo>
                    <a:lnTo>
                      <a:pt x="427" y="267"/>
                    </a:lnTo>
                    <a:lnTo>
                      <a:pt x="434" y="263"/>
                    </a:lnTo>
                    <a:lnTo>
                      <a:pt x="444" y="263"/>
                    </a:lnTo>
                    <a:lnTo>
                      <a:pt x="454" y="260"/>
                    </a:lnTo>
                    <a:lnTo>
                      <a:pt x="464" y="260"/>
                    </a:lnTo>
                    <a:lnTo>
                      <a:pt x="470" y="256"/>
                    </a:lnTo>
                    <a:lnTo>
                      <a:pt x="480" y="256"/>
                    </a:lnTo>
                    <a:lnTo>
                      <a:pt x="487" y="249"/>
                    </a:lnTo>
                    <a:lnTo>
                      <a:pt x="494" y="246"/>
                    </a:lnTo>
                    <a:lnTo>
                      <a:pt x="497" y="239"/>
                    </a:lnTo>
                    <a:lnTo>
                      <a:pt x="500" y="232"/>
                    </a:lnTo>
                    <a:lnTo>
                      <a:pt x="500" y="208"/>
                    </a:lnTo>
                    <a:lnTo>
                      <a:pt x="507" y="183"/>
                    </a:lnTo>
                    <a:lnTo>
                      <a:pt x="514" y="156"/>
                    </a:lnTo>
                    <a:lnTo>
                      <a:pt x="520" y="131"/>
                    </a:lnTo>
                    <a:lnTo>
                      <a:pt x="524" y="104"/>
                    </a:lnTo>
                    <a:lnTo>
                      <a:pt x="527" y="80"/>
                    </a:lnTo>
                    <a:lnTo>
                      <a:pt x="534" y="52"/>
                    </a:lnTo>
                    <a:lnTo>
                      <a:pt x="537" y="24"/>
                    </a:lnTo>
                    <a:lnTo>
                      <a:pt x="540" y="0"/>
                    </a:lnTo>
                    <a:lnTo>
                      <a:pt x="557" y="17"/>
                    </a:lnTo>
                    <a:lnTo>
                      <a:pt x="570" y="34"/>
                    </a:lnTo>
                    <a:lnTo>
                      <a:pt x="587" y="52"/>
                    </a:lnTo>
                    <a:lnTo>
                      <a:pt x="600" y="69"/>
                    </a:lnTo>
                    <a:lnTo>
                      <a:pt x="614" y="90"/>
                    </a:lnTo>
                    <a:lnTo>
                      <a:pt x="627" y="107"/>
                    </a:lnTo>
                    <a:lnTo>
                      <a:pt x="640" y="128"/>
                    </a:lnTo>
                    <a:lnTo>
                      <a:pt x="654" y="145"/>
                    </a:lnTo>
                    <a:lnTo>
                      <a:pt x="664" y="166"/>
                    </a:lnTo>
                    <a:lnTo>
                      <a:pt x="674" y="187"/>
                    </a:lnTo>
                    <a:lnTo>
                      <a:pt x="684" y="208"/>
                    </a:lnTo>
                    <a:lnTo>
                      <a:pt x="690" y="229"/>
                    </a:lnTo>
                    <a:lnTo>
                      <a:pt x="697" y="249"/>
                    </a:lnTo>
                    <a:lnTo>
                      <a:pt x="707" y="270"/>
                    </a:lnTo>
                    <a:lnTo>
                      <a:pt x="710" y="294"/>
                    </a:lnTo>
                    <a:lnTo>
                      <a:pt x="717" y="315"/>
                    </a:lnTo>
                    <a:close/>
                  </a:path>
                </a:pathLst>
              </a:custGeom>
              <a:solidFill>
                <a:srgbClr val="A828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1" name="Google Shape;371;p3"/>
              <p:cNvSpPr/>
              <p:nvPr/>
            </p:nvSpPr>
            <p:spPr>
              <a:xfrm>
                <a:off x="2649" y="2655"/>
                <a:ext cx="120" cy="457"/>
              </a:xfrm>
              <a:custGeom>
                <a:rect b="b" l="l" r="r" t="t"/>
                <a:pathLst>
                  <a:path extrusionOk="0" h="457" w="120">
                    <a:moveTo>
                      <a:pt x="7" y="457"/>
                    </a:moveTo>
                    <a:lnTo>
                      <a:pt x="7" y="454"/>
                    </a:lnTo>
                    <a:lnTo>
                      <a:pt x="20" y="430"/>
                    </a:lnTo>
                    <a:lnTo>
                      <a:pt x="30" y="402"/>
                    </a:lnTo>
                    <a:lnTo>
                      <a:pt x="40" y="374"/>
                    </a:lnTo>
                    <a:lnTo>
                      <a:pt x="54" y="347"/>
                    </a:lnTo>
                    <a:lnTo>
                      <a:pt x="64" y="322"/>
                    </a:lnTo>
                    <a:lnTo>
                      <a:pt x="74" y="295"/>
                    </a:lnTo>
                    <a:lnTo>
                      <a:pt x="84" y="267"/>
                    </a:lnTo>
                    <a:lnTo>
                      <a:pt x="90" y="239"/>
                    </a:lnTo>
                    <a:lnTo>
                      <a:pt x="100" y="211"/>
                    </a:lnTo>
                    <a:lnTo>
                      <a:pt x="107" y="180"/>
                    </a:lnTo>
                    <a:lnTo>
                      <a:pt x="114" y="153"/>
                    </a:lnTo>
                    <a:lnTo>
                      <a:pt x="117" y="121"/>
                    </a:lnTo>
                    <a:lnTo>
                      <a:pt x="120" y="94"/>
                    </a:lnTo>
                    <a:lnTo>
                      <a:pt x="120" y="0"/>
                    </a:lnTo>
                    <a:lnTo>
                      <a:pt x="114" y="0"/>
                    </a:lnTo>
                    <a:lnTo>
                      <a:pt x="114" y="94"/>
                    </a:lnTo>
                    <a:lnTo>
                      <a:pt x="110" y="121"/>
                    </a:lnTo>
                    <a:lnTo>
                      <a:pt x="107" y="153"/>
                    </a:lnTo>
                    <a:lnTo>
                      <a:pt x="100" y="180"/>
                    </a:lnTo>
                    <a:lnTo>
                      <a:pt x="94" y="208"/>
                    </a:lnTo>
                    <a:lnTo>
                      <a:pt x="87" y="236"/>
                    </a:lnTo>
                    <a:lnTo>
                      <a:pt x="77" y="263"/>
                    </a:lnTo>
                    <a:lnTo>
                      <a:pt x="67" y="291"/>
                    </a:lnTo>
                    <a:lnTo>
                      <a:pt x="57" y="319"/>
                    </a:lnTo>
                    <a:lnTo>
                      <a:pt x="47" y="347"/>
                    </a:lnTo>
                    <a:lnTo>
                      <a:pt x="34" y="374"/>
                    </a:lnTo>
                    <a:lnTo>
                      <a:pt x="24" y="399"/>
                    </a:lnTo>
                    <a:lnTo>
                      <a:pt x="14" y="426"/>
                    </a:lnTo>
                    <a:lnTo>
                      <a:pt x="0" y="454"/>
                    </a:lnTo>
                    <a:lnTo>
                      <a:pt x="7" y="45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2" name="Google Shape;372;p3"/>
              <p:cNvSpPr/>
              <p:nvPr/>
            </p:nvSpPr>
            <p:spPr>
              <a:xfrm>
                <a:off x="2583" y="3109"/>
                <a:ext cx="73" cy="118"/>
              </a:xfrm>
              <a:custGeom>
                <a:rect b="b" l="l" r="r" t="t"/>
                <a:pathLst>
                  <a:path extrusionOk="0" h="118" w="73">
                    <a:moveTo>
                      <a:pt x="6" y="114"/>
                    </a:moveTo>
                    <a:lnTo>
                      <a:pt x="3" y="118"/>
                    </a:lnTo>
                    <a:lnTo>
                      <a:pt x="30" y="90"/>
                    </a:lnTo>
                    <a:lnTo>
                      <a:pt x="36" y="76"/>
                    </a:lnTo>
                    <a:lnTo>
                      <a:pt x="46" y="62"/>
                    </a:lnTo>
                    <a:lnTo>
                      <a:pt x="53" y="45"/>
                    </a:lnTo>
                    <a:lnTo>
                      <a:pt x="60" y="31"/>
                    </a:lnTo>
                    <a:lnTo>
                      <a:pt x="66" y="17"/>
                    </a:lnTo>
                    <a:lnTo>
                      <a:pt x="73" y="3"/>
                    </a:lnTo>
                    <a:lnTo>
                      <a:pt x="66" y="0"/>
                    </a:lnTo>
                    <a:lnTo>
                      <a:pt x="60" y="14"/>
                    </a:lnTo>
                    <a:lnTo>
                      <a:pt x="53" y="28"/>
                    </a:lnTo>
                    <a:lnTo>
                      <a:pt x="46" y="45"/>
                    </a:lnTo>
                    <a:lnTo>
                      <a:pt x="40" y="59"/>
                    </a:lnTo>
                    <a:lnTo>
                      <a:pt x="33" y="73"/>
                    </a:lnTo>
                    <a:lnTo>
                      <a:pt x="23" y="87"/>
                    </a:lnTo>
                    <a:lnTo>
                      <a:pt x="13" y="100"/>
                    </a:lnTo>
                    <a:lnTo>
                      <a:pt x="0" y="111"/>
                    </a:lnTo>
                    <a:lnTo>
                      <a:pt x="0" y="114"/>
                    </a:lnTo>
                    <a:lnTo>
                      <a:pt x="0" y="111"/>
                    </a:lnTo>
                    <a:lnTo>
                      <a:pt x="0" y="114"/>
                    </a:lnTo>
                    <a:lnTo>
                      <a:pt x="6" y="1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3" name="Google Shape;373;p3"/>
              <p:cNvSpPr/>
              <p:nvPr/>
            </p:nvSpPr>
            <p:spPr>
              <a:xfrm>
                <a:off x="2549" y="3223"/>
                <a:ext cx="40" cy="32"/>
              </a:xfrm>
              <a:custGeom>
                <a:rect b="b" l="l" r="r" t="t"/>
                <a:pathLst>
                  <a:path extrusionOk="0" h="32" w="40">
                    <a:moveTo>
                      <a:pt x="4" y="32"/>
                    </a:moveTo>
                    <a:lnTo>
                      <a:pt x="7" y="32"/>
                    </a:lnTo>
                    <a:lnTo>
                      <a:pt x="14" y="28"/>
                    </a:lnTo>
                    <a:lnTo>
                      <a:pt x="17" y="25"/>
                    </a:lnTo>
                    <a:lnTo>
                      <a:pt x="24" y="21"/>
                    </a:lnTo>
                    <a:lnTo>
                      <a:pt x="37" y="7"/>
                    </a:lnTo>
                    <a:lnTo>
                      <a:pt x="40" y="0"/>
                    </a:lnTo>
                    <a:lnTo>
                      <a:pt x="34" y="0"/>
                    </a:lnTo>
                    <a:lnTo>
                      <a:pt x="20" y="14"/>
                    </a:lnTo>
                    <a:lnTo>
                      <a:pt x="14" y="18"/>
                    </a:lnTo>
                    <a:lnTo>
                      <a:pt x="7" y="21"/>
                    </a:lnTo>
                    <a:lnTo>
                      <a:pt x="0" y="28"/>
                    </a:lnTo>
                    <a:lnTo>
                      <a:pt x="0" y="25"/>
                    </a:lnTo>
                    <a:lnTo>
                      <a:pt x="4"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4" name="Google Shape;374;p3"/>
              <p:cNvSpPr/>
              <p:nvPr/>
            </p:nvSpPr>
            <p:spPr>
              <a:xfrm>
                <a:off x="2316" y="3213"/>
                <a:ext cx="237" cy="59"/>
              </a:xfrm>
              <a:custGeom>
                <a:rect b="b" l="l" r="r" t="t"/>
                <a:pathLst>
                  <a:path extrusionOk="0" h="59" w="237">
                    <a:moveTo>
                      <a:pt x="0" y="7"/>
                    </a:moveTo>
                    <a:lnTo>
                      <a:pt x="13" y="14"/>
                    </a:lnTo>
                    <a:lnTo>
                      <a:pt x="27" y="17"/>
                    </a:lnTo>
                    <a:lnTo>
                      <a:pt x="40" y="24"/>
                    </a:lnTo>
                    <a:lnTo>
                      <a:pt x="53" y="31"/>
                    </a:lnTo>
                    <a:lnTo>
                      <a:pt x="70" y="35"/>
                    </a:lnTo>
                    <a:lnTo>
                      <a:pt x="83" y="42"/>
                    </a:lnTo>
                    <a:lnTo>
                      <a:pt x="97" y="45"/>
                    </a:lnTo>
                    <a:lnTo>
                      <a:pt x="113" y="48"/>
                    </a:lnTo>
                    <a:lnTo>
                      <a:pt x="127" y="55"/>
                    </a:lnTo>
                    <a:lnTo>
                      <a:pt x="143" y="55"/>
                    </a:lnTo>
                    <a:lnTo>
                      <a:pt x="160" y="59"/>
                    </a:lnTo>
                    <a:lnTo>
                      <a:pt x="173" y="59"/>
                    </a:lnTo>
                    <a:lnTo>
                      <a:pt x="187" y="55"/>
                    </a:lnTo>
                    <a:lnTo>
                      <a:pt x="203" y="55"/>
                    </a:lnTo>
                    <a:lnTo>
                      <a:pt x="220" y="48"/>
                    </a:lnTo>
                    <a:lnTo>
                      <a:pt x="237" y="42"/>
                    </a:lnTo>
                    <a:lnTo>
                      <a:pt x="233" y="35"/>
                    </a:lnTo>
                    <a:lnTo>
                      <a:pt x="217" y="42"/>
                    </a:lnTo>
                    <a:lnTo>
                      <a:pt x="203" y="48"/>
                    </a:lnTo>
                    <a:lnTo>
                      <a:pt x="187" y="52"/>
                    </a:lnTo>
                    <a:lnTo>
                      <a:pt x="160" y="52"/>
                    </a:lnTo>
                    <a:lnTo>
                      <a:pt x="143" y="48"/>
                    </a:lnTo>
                    <a:lnTo>
                      <a:pt x="130" y="48"/>
                    </a:lnTo>
                    <a:lnTo>
                      <a:pt x="113" y="42"/>
                    </a:lnTo>
                    <a:lnTo>
                      <a:pt x="100" y="38"/>
                    </a:lnTo>
                    <a:lnTo>
                      <a:pt x="87" y="35"/>
                    </a:lnTo>
                    <a:lnTo>
                      <a:pt x="73" y="28"/>
                    </a:lnTo>
                    <a:lnTo>
                      <a:pt x="57" y="21"/>
                    </a:lnTo>
                    <a:lnTo>
                      <a:pt x="43" y="17"/>
                    </a:lnTo>
                    <a:lnTo>
                      <a:pt x="30" y="10"/>
                    </a:lnTo>
                    <a:lnTo>
                      <a:pt x="17" y="7"/>
                    </a:lnTo>
                    <a:lnTo>
                      <a:pt x="0" y="0"/>
                    </a:lnTo>
                    <a:lnTo>
                      <a:pt x="3"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5" name="Google Shape;375;p3"/>
              <p:cNvSpPr/>
              <p:nvPr/>
            </p:nvSpPr>
            <p:spPr>
              <a:xfrm>
                <a:off x="2096" y="3085"/>
                <a:ext cx="223" cy="135"/>
              </a:xfrm>
              <a:custGeom>
                <a:rect b="b" l="l" r="r" t="t"/>
                <a:pathLst>
                  <a:path extrusionOk="0" h="135" w="223">
                    <a:moveTo>
                      <a:pt x="0" y="7"/>
                    </a:moveTo>
                    <a:lnTo>
                      <a:pt x="13" y="17"/>
                    </a:lnTo>
                    <a:lnTo>
                      <a:pt x="27" y="24"/>
                    </a:lnTo>
                    <a:lnTo>
                      <a:pt x="40" y="34"/>
                    </a:lnTo>
                    <a:lnTo>
                      <a:pt x="53" y="41"/>
                    </a:lnTo>
                    <a:lnTo>
                      <a:pt x="67" y="52"/>
                    </a:lnTo>
                    <a:lnTo>
                      <a:pt x="80" y="59"/>
                    </a:lnTo>
                    <a:lnTo>
                      <a:pt x="93" y="69"/>
                    </a:lnTo>
                    <a:lnTo>
                      <a:pt x="110" y="76"/>
                    </a:lnTo>
                    <a:lnTo>
                      <a:pt x="123" y="83"/>
                    </a:lnTo>
                    <a:lnTo>
                      <a:pt x="137" y="90"/>
                    </a:lnTo>
                    <a:lnTo>
                      <a:pt x="150" y="97"/>
                    </a:lnTo>
                    <a:lnTo>
                      <a:pt x="163" y="107"/>
                    </a:lnTo>
                    <a:lnTo>
                      <a:pt x="177" y="114"/>
                    </a:lnTo>
                    <a:lnTo>
                      <a:pt x="190" y="121"/>
                    </a:lnTo>
                    <a:lnTo>
                      <a:pt x="207" y="128"/>
                    </a:lnTo>
                    <a:lnTo>
                      <a:pt x="220" y="135"/>
                    </a:lnTo>
                    <a:lnTo>
                      <a:pt x="223" y="128"/>
                    </a:lnTo>
                    <a:lnTo>
                      <a:pt x="210" y="121"/>
                    </a:lnTo>
                    <a:lnTo>
                      <a:pt x="197" y="114"/>
                    </a:lnTo>
                    <a:lnTo>
                      <a:pt x="180" y="107"/>
                    </a:lnTo>
                    <a:lnTo>
                      <a:pt x="167" y="100"/>
                    </a:lnTo>
                    <a:lnTo>
                      <a:pt x="153" y="90"/>
                    </a:lnTo>
                    <a:lnTo>
                      <a:pt x="140" y="83"/>
                    </a:lnTo>
                    <a:lnTo>
                      <a:pt x="127" y="76"/>
                    </a:lnTo>
                    <a:lnTo>
                      <a:pt x="110" y="69"/>
                    </a:lnTo>
                    <a:lnTo>
                      <a:pt x="97" y="62"/>
                    </a:lnTo>
                    <a:lnTo>
                      <a:pt x="83" y="52"/>
                    </a:lnTo>
                    <a:lnTo>
                      <a:pt x="70" y="45"/>
                    </a:lnTo>
                    <a:lnTo>
                      <a:pt x="57" y="38"/>
                    </a:lnTo>
                    <a:lnTo>
                      <a:pt x="43" y="27"/>
                    </a:lnTo>
                    <a:lnTo>
                      <a:pt x="30" y="21"/>
                    </a:lnTo>
                    <a:lnTo>
                      <a:pt x="17" y="10"/>
                    </a:lnTo>
                    <a:lnTo>
                      <a:pt x="3"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6" name="Google Shape;376;p3"/>
              <p:cNvSpPr/>
              <p:nvPr/>
            </p:nvSpPr>
            <p:spPr>
              <a:xfrm>
                <a:off x="2046" y="3050"/>
                <a:ext cx="53" cy="42"/>
              </a:xfrm>
              <a:custGeom>
                <a:rect b="b" l="l" r="r" t="t"/>
                <a:pathLst>
                  <a:path extrusionOk="0" h="42" w="53">
                    <a:moveTo>
                      <a:pt x="0" y="0"/>
                    </a:moveTo>
                    <a:lnTo>
                      <a:pt x="0" y="4"/>
                    </a:lnTo>
                    <a:lnTo>
                      <a:pt x="17" y="21"/>
                    </a:lnTo>
                    <a:lnTo>
                      <a:pt x="23" y="24"/>
                    </a:lnTo>
                    <a:lnTo>
                      <a:pt x="30" y="28"/>
                    </a:lnTo>
                    <a:lnTo>
                      <a:pt x="37" y="31"/>
                    </a:lnTo>
                    <a:lnTo>
                      <a:pt x="47" y="35"/>
                    </a:lnTo>
                    <a:lnTo>
                      <a:pt x="50" y="42"/>
                    </a:lnTo>
                    <a:lnTo>
                      <a:pt x="53" y="35"/>
                    </a:lnTo>
                    <a:lnTo>
                      <a:pt x="50" y="31"/>
                    </a:lnTo>
                    <a:lnTo>
                      <a:pt x="40" y="28"/>
                    </a:lnTo>
                    <a:lnTo>
                      <a:pt x="33" y="24"/>
                    </a:lnTo>
                    <a:lnTo>
                      <a:pt x="27" y="17"/>
                    </a:lnTo>
                    <a:lnTo>
                      <a:pt x="20" y="14"/>
                    </a:lnTo>
                    <a:lnTo>
                      <a:pt x="17" y="11"/>
                    </a:lnTo>
                    <a:lnTo>
                      <a:pt x="10" y="7"/>
                    </a:lnTo>
                    <a:lnTo>
                      <a:pt x="7" y="0"/>
                    </a:lnTo>
                    <a:lnTo>
                      <a:pt x="7" y="4"/>
                    </a:lnTo>
                    <a:lnTo>
                      <a:pt x="0" y="0"/>
                    </a:lnTo>
                    <a:lnTo>
                      <a:pt x="0" y="4"/>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7" name="Google Shape;377;p3"/>
              <p:cNvSpPr/>
              <p:nvPr/>
            </p:nvSpPr>
            <p:spPr>
              <a:xfrm>
                <a:off x="2046" y="2915"/>
                <a:ext cx="47" cy="139"/>
              </a:xfrm>
              <a:custGeom>
                <a:rect b="b" l="l" r="r" t="t"/>
                <a:pathLst>
                  <a:path extrusionOk="0" h="139" w="47">
                    <a:moveTo>
                      <a:pt x="40" y="3"/>
                    </a:moveTo>
                    <a:lnTo>
                      <a:pt x="40" y="0"/>
                    </a:lnTo>
                    <a:lnTo>
                      <a:pt x="33" y="17"/>
                    </a:lnTo>
                    <a:lnTo>
                      <a:pt x="30" y="35"/>
                    </a:lnTo>
                    <a:lnTo>
                      <a:pt x="23" y="52"/>
                    </a:lnTo>
                    <a:lnTo>
                      <a:pt x="17" y="66"/>
                    </a:lnTo>
                    <a:lnTo>
                      <a:pt x="13" y="83"/>
                    </a:lnTo>
                    <a:lnTo>
                      <a:pt x="7" y="100"/>
                    </a:lnTo>
                    <a:lnTo>
                      <a:pt x="3" y="118"/>
                    </a:lnTo>
                    <a:lnTo>
                      <a:pt x="0" y="135"/>
                    </a:lnTo>
                    <a:lnTo>
                      <a:pt x="7" y="139"/>
                    </a:lnTo>
                    <a:lnTo>
                      <a:pt x="10" y="121"/>
                    </a:lnTo>
                    <a:lnTo>
                      <a:pt x="13" y="104"/>
                    </a:lnTo>
                    <a:lnTo>
                      <a:pt x="20" y="87"/>
                    </a:lnTo>
                    <a:lnTo>
                      <a:pt x="23" y="69"/>
                    </a:lnTo>
                    <a:lnTo>
                      <a:pt x="30" y="52"/>
                    </a:lnTo>
                    <a:lnTo>
                      <a:pt x="33" y="35"/>
                    </a:lnTo>
                    <a:lnTo>
                      <a:pt x="40" y="21"/>
                    </a:lnTo>
                    <a:lnTo>
                      <a:pt x="47" y="3"/>
                    </a:lnTo>
                    <a:lnTo>
                      <a:pt x="4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8" name="Google Shape;378;p3"/>
              <p:cNvSpPr/>
              <p:nvPr/>
            </p:nvSpPr>
            <p:spPr>
              <a:xfrm>
                <a:off x="2086" y="2891"/>
                <a:ext cx="63" cy="27"/>
              </a:xfrm>
              <a:custGeom>
                <a:rect b="b" l="l" r="r" t="t"/>
                <a:pathLst>
                  <a:path extrusionOk="0" h="27" w="63">
                    <a:moveTo>
                      <a:pt x="63" y="3"/>
                    </a:moveTo>
                    <a:lnTo>
                      <a:pt x="53" y="3"/>
                    </a:lnTo>
                    <a:lnTo>
                      <a:pt x="43" y="0"/>
                    </a:lnTo>
                    <a:lnTo>
                      <a:pt x="27" y="0"/>
                    </a:lnTo>
                    <a:lnTo>
                      <a:pt x="17" y="3"/>
                    </a:lnTo>
                    <a:lnTo>
                      <a:pt x="10" y="7"/>
                    </a:lnTo>
                    <a:lnTo>
                      <a:pt x="0" y="14"/>
                    </a:lnTo>
                    <a:lnTo>
                      <a:pt x="0" y="27"/>
                    </a:lnTo>
                    <a:lnTo>
                      <a:pt x="7" y="27"/>
                    </a:lnTo>
                    <a:lnTo>
                      <a:pt x="10" y="17"/>
                    </a:lnTo>
                    <a:lnTo>
                      <a:pt x="17" y="10"/>
                    </a:lnTo>
                    <a:lnTo>
                      <a:pt x="27" y="7"/>
                    </a:lnTo>
                    <a:lnTo>
                      <a:pt x="43" y="7"/>
                    </a:lnTo>
                    <a:lnTo>
                      <a:pt x="53" y="10"/>
                    </a:lnTo>
                    <a:lnTo>
                      <a:pt x="60" y="10"/>
                    </a:lnTo>
                    <a:lnTo>
                      <a:pt x="63" y="3"/>
                    </a:lnTo>
                    <a:lnTo>
                      <a:pt x="60" y="3"/>
                    </a:lnTo>
                    <a:lnTo>
                      <a:pt x="6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9" name="Google Shape;379;p3"/>
              <p:cNvSpPr/>
              <p:nvPr/>
            </p:nvSpPr>
            <p:spPr>
              <a:xfrm>
                <a:off x="2146" y="2894"/>
                <a:ext cx="267" cy="83"/>
              </a:xfrm>
              <a:custGeom>
                <a:rect b="b" l="l" r="r" t="t"/>
                <a:pathLst>
                  <a:path extrusionOk="0" h="83" w="267">
                    <a:moveTo>
                      <a:pt x="267" y="76"/>
                    </a:moveTo>
                    <a:lnTo>
                      <a:pt x="250" y="73"/>
                    </a:lnTo>
                    <a:lnTo>
                      <a:pt x="233" y="69"/>
                    </a:lnTo>
                    <a:lnTo>
                      <a:pt x="217" y="66"/>
                    </a:lnTo>
                    <a:lnTo>
                      <a:pt x="200" y="59"/>
                    </a:lnTo>
                    <a:lnTo>
                      <a:pt x="183" y="56"/>
                    </a:lnTo>
                    <a:lnTo>
                      <a:pt x="167" y="49"/>
                    </a:lnTo>
                    <a:lnTo>
                      <a:pt x="150" y="45"/>
                    </a:lnTo>
                    <a:lnTo>
                      <a:pt x="133" y="42"/>
                    </a:lnTo>
                    <a:lnTo>
                      <a:pt x="117" y="35"/>
                    </a:lnTo>
                    <a:lnTo>
                      <a:pt x="100" y="31"/>
                    </a:lnTo>
                    <a:lnTo>
                      <a:pt x="83" y="24"/>
                    </a:lnTo>
                    <a:lnTo>
                      <a:pt x="67" y="18"/>
                    </a:lnTo>
                    <a:lnTo>
                      <a:pt x="50" y="14"/>
                    </a:lnTo>
                    <a:lnTo>
                      <a:pt x="33" y="11"/>
                    </a:lnTo>
                    <a:lnTo>
                      <a:pt x="20" y="4"/>
                    </a:lnTo>
                    <a:lnTo>
                      <a:pt x="3" y="0"/>
                    </a:lnTo>
                    <a:lnTo>
                      <a:pt x="0" y="7"/>
                    </a:lnTo>
                    <a:lnTo>
                      <a:pt x="17" y="11"/>
                    </a:lnTo>
                    <a:lnTo>
                      <a:pt x="33" y="14"/>
                    </a:lnTo>
                    <a:lnTo>
                      <a:pt x="50" y="21"/>
                    </a:lnTo>
                    <a:lnTo>
                      <a:pt x="67" y="28"/>
                    </a:lnTo>
                    <a:lnTo>
                      <a:pt x="83" y="31"/>
                    </a:lnTo>
                    <a:lnTo>
                      <a:pt x="100" y="35"/>
                    </a:lnTo>
                    <a:lnTo>
                      <a:pt x="117" y="42"/>
                    </a:lnTo>
                    <a:lnTo>
                      <a:pt x="133" y="49"/>
                    </a:lnTo>
                    <a:lnTo>
                      <a:pt x="150" y="52"/>
                    </a:lnTo>
                    <a:lnTo>
                      <a:pt x="167" y="56"/>
                    </a:lnTo>
                    <a:lnTo>
                      <a:pt x="183" y="63"/>
                    </a:lnTo>
                    <a:lnTo>
                      <a:pt x="200" y="66"/>
                    </a:lnTo>
                    <a:lnTo>
                      <a:pt x="217" y="73"/>
                    </a:lnTo>
                    <a:lnTo>
                      <a:pt x="233" y="76"/>
                    </a:lnTo>
                    <a:lnTo>
                      <a:pt x="250" y="80"/>
                    </a:lnTo>
                    <a:lnTo>
                      <a:pt x="267" y="83"/>
                    </a:lnTo>
                    <a:lnTo>
                      <a:pt x="267" y="7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0" name="Google Shape;380;p3"/>
              <p:cNvSpPr/>
              <p:nvPr/>
            </p:nvSpPr>
            <p:spPr>
              <a:xfrm>
                <a:off x="2413" y="2960"/>
                <a:ext cx="23" cy="17"/>
              </a:xfrm>
              <a:custGeom>
                <a:rect b="b" l="l" r="r" t="t"/>
                <a:pathLst>
                  <a:path extrusionOk="0" h="17" w="23">
                    <a:moveTo>
                      <a:pt x="20" y="3"/>
                    </a:moveTo>
                    <a:lnTo>
                      <a:pt x="23" y="3"/>
                    </a:lnTo>
                    <a:lnTo>
                      <a:pt x="16" y="0"/>
                    </a:lnTo>
                    <a:lnTo>
                      <a:pt x="13" y="0"/>
                    </a:lnTo>
                    <a:lnTo>
                      <a:pt x="10" y="3"/>
                    </a:lnTo>
                    <a:lnTo>
                      <a:pt x="6" y="3"/>
                    </a:lnTo>
                    <a:lnTo>
                      <a:pt x="6" y="7"/>
                    </a:lnTo>
                    <a:lnTo>
                      <a:pt x="3" y="10"/>
                    </a:lnTo>
                    <a:lnTo>
                      <a:pt x="0" y="10"/>
                    </a:lnTo>
                    <a:lnTo>
                      <a:pt x="0" y="17"/>
                    </a:lnTo>
                    <a:lnTo>
                      <a:pt x="6" y="17"/>
                    </a:lnTo>
                    <a:lnTo>
                      <a:pt x="6" y="14"/>
                    </a:lnTo>
                    <a:lnTo>
                      <a:pt x="10" y="10"/>
                    </a:lnTo>
                    <a:lnTo>
                      <a:pt x="13" y="10"/>
                    </a:lnTo>
                    <a:lnTo>
                      <a:pt x="13" y="7"/>
                    </a:lnTo>
                    <a:lnTo>
                      <a:pt x="23" y="7"/>
                    </a:lnTo>
                    <a:lnTo>
                      <a:pt x="20" y="7"/>
                    </a:lnTo>
                    <a:lnTo>
                      <a:pt x="23" y="10"/>
                    </a:lnTo>
                    <a:lnTo>
                      <a:pt x="23" y="7"/>
                    </a:lnTo>
                    <a:lnTo>
                      <a:pt x="2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1" name="Google Shape;381;p3"/>
              <p:cNvSpPr/>
              <p:nvPr/>
            </p:nvSpPr>
            <p:spPr>
              <a:xfrm>
                <a:off x="2433" y="2901"/>
                <a:ext cx="36" cy="66"/>
              </a:xfrm>
              <a:custGeom>
                <a:rect b="b" l="l" r="r" t="t"/>
                <a:pathLst>
                  <a:path extrusionOk="0" h="66" w="36">
                    <a:moveTo>
                      <a:pt x="30" y="0"/>
                    </a:moveTo>
                    <a:lnTo>
                      <a:pt x="30" y="4"/>
                    </a:lnTo>
                    <a:lnTo>
                      <a:pt x="26" y="11"/>
                    </a:lnTo>
                    <a:lnTo>
                      <a:pt x="23" y="17"/>
                    </a:lnTo>
                    <a:lnTo>
                      <a:pt x="20" y="24"/>
                    </a:lnTo>
                    <a:lnTo>
                      <a:pt x="16" y="35"/>
                    </a:lnTo>
                    <a:lnTo>
                      <a:pt x="13" y="42"/>
                    </a:lnTo>
                    <a:lnTo>
                      <a:pt x="10" y="49"/>
                    </a:lnTo>
                    <a:lnTo>
                      <a:pt x="6" y="56"/>
                    </a:lnTo>
                    <a:lnTo>
                      <a:pt x="0" y="62"/>
                    </a:lnTo>
                    <a:lnTo>
                      <a:pt x="3" y="66"/>
                    </a:lnTo>
                    <a:lnTo>
                      <a:pt x="16" y="52"/>
                    </a:lnTo>
                    <a:lnTo>
                      <a:pt x="20" y="45"/>
                    </a:lnTo>
                    <a:lnTo>
                      <a:pt x="23" y="35"/>
                    </a:lnTo>
                    <a:lnTo>
                      <a:pt x="26" y="28"/>
                    </a:lnTo>
                    <a:lnTo>
                      <a:pt x="30" y="21"/>
                    </a:lnTo>
                    <a:lnTo>
                      <a:pt x="33" y="11"/>
                    </a:lnTo>
                    <a:lnTo>
                      <a:pt x="36" y="4"/>
                    </a:lnTo>
                    <a:lnTo>
                      <a:pt x="3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2" name="Google Shape;382;p3"/>
              <p:cNvSpPr/>
              <p:nvPr/>
            </p:nvSpPr>
            <p:spPr>
              <a:xfrm>
                <a:off x="2463" y="2627"/>
                <a:ext cx="170" cy="278"/>
              </a:xfrm>
              <a:custGeom>
                <a:rect b="b" l="l" r="r" t="t"/>
                <a:pathLst>
                  <a:path extrusionOk="0" h="278" w="170">
                    <a:moveTo>
                      <a:pt x="166" y="0"/>
                    </a:moveTo>
                    <a:lnTo>
                      <a:pt x="163" y="0"/>
                    </a:lnTo>
                    <a:lnTo>
                      <a:pt x="153" y="18"/>
                    </a:lnTo>
                    <a:lnTo>
                      <a:pt x="143" y="35"/>
                    </a:lnTo>
                    <a:lnTo>
                      <a:pt x="130" y="52"/>
                    </a:lnTo>
                    <a:lnTo>
                      <a:pt x="120" y="66"/>
                    </a:lnTo>
                    <a:lnTo>
                      <a:pt x="110" y="87"/>
                    </a:lnTo>
                    <a:lnTo>
                      <a:pt x="100" y="104"/>
                    </a:lnTo>
                    <a:lnTo>
                      <a:pt x="90" y="122"/>
                    </a:lnTo>
                    <a:lnTo>
                      <a:pt x="80" y="136"/>
                    </a:lnTo>
                    <a:lnTo>
                      <a:pt x="70" y="156"/>
                    </a:lnTo>
                    <a:lnTo>
                      <a:pt x="60" y="170"/>
                    </a:lnTo>
                    <a:lnTo>
                      <a:pt x="50" y="188"/>
                    </a:lnTo>
                    <a:lnTo>
                      <a:pt x="40" y="205"/>
                    </a:lnTo>
                    <a:lnTo>
                      <a:pt x="33" y="222"/>
                    </a:lnTo>
                    <a:lnTo>
                      <a:pt x="20" y="239"/>
                    </a:lnTo>
                    <a:lnTo>
                      <a:pt x="10" y="260"/>
                    </a:lnTo>
                    <a:lnTo>
                      <a:pt x="0" y="274"/>
                    </a:lnTo>
                    <a:lnTo>
                      <a:pt x="6" y="278"/>
                    </a:lnTo>
                    <a:lnTo>
                      <a:pt x="16" y="260"/>
                    </a:lnTo>
                    <a:lnTo>
                      <a:pt x="26" y="243"/>
                    </a:lnTo>
                    <a:lnTo>
                      <a:pt x="36" y="226"/>
                    </a:lnTo>
                    <a:lnTo>
                      <a:pt x="46" y="208"/>
                    </a:lnTo>
                    <a:lnTo>
                      <a:pt x="56" y="191"/>
                    </a:lnTo>
                    <a:lnTo>
                      <a:pt x="66" y="174"/>
                    </a:lnTo>
                    <a:lnTo>
                      <a:pt x="76" y="160"/>
                    </a:lnTo>
                    <a:lnTo>
                      <a:pt x="86" y="139"/>
                    </a:lnTo>
                    <a:lnTo>
                      <a:pt x="96" y="125"/>
                    </a:lnTo>
                    <a:lnTo>
                      <a:pt x="106" y="104"/>
                    </a:lnTo>
                    <a:lnTo>
                      <a:pt x="116" y="87"/>
                    </a:lnTo>
                    <a:lnTo>
                      <a:pt x="126" y="70"/>
                    </a:lnTo>
                    <a:lnTo>
                      <a:pt x="136" y="56"/>
                    </a:lnTo>
                    <a:lnTo>
                      <a:pt x="146" y="39"/>
                    </a:lnTo>
                    <a:lnTo>
                      <a:pt x="156" y="21"/>
                    </a:lnTo>
                    <a:lnTo>
                      <a:pt x="170" y="4"/>
                    </a:lnTo>
                    <a:lnTo>
                      <a:pt x="166" y="0"/>
                    </a:lnTo>
                    <a:lnTo>
                      <a:pt x="163" y="0"/>
                    </a:lnTo>
                    <a:lnTo>
                      <a:pt x="16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3" name="Google Shape;383;p3"/>
              <p:cNvSpPr/>
              <p:nvPr/>
            </p:nvSpPr>
            <p:spPr>
              <a:xfrm>
                <a:off x="2629" y="2603"/>
                <a:ext cx="17" cy="28"/>
              </a:xfrm>
              <a:custGeom>
                <a:rect b="b" l="l" r="r" t="t"/>
                <a:pathLst>
                  <a:path extrusionOk="0" h="28" w="17">
                    <a:moveTo>
                      <a:pt x="10" y="7"/>
                    </a:moveTo>
                    <a:lnTo>
                      <a:pt x="7" y="4"/>
                    </a:lnTo>
                    <a:lnTo>
                      <a:pt x="7" y="14"/>
                    </a:lnTo>
                    <a:lnTo>
                      <a:pt x="4" y="17"/>
                    </a:lnTo>
                    <a:lnTo>
                      <a:pt x="0" y="24"/>
                    </a:lnTo>
                    <a:lnTo>
                      <a:pt x="4" y="28"/>
                    </a:lnTo>
                    <a:lnTo>
                      <a:pt x="14" y="17"/>
                    </a:lnTo>
                    <a:lnTo>
                      <a:pt x="14" y="11"/>
                    </a:lnTo>
                    <a:lnTo>
                      <a:pt x="17" y="4"/>
                    </a:lnTo>
                    <a:lnTo>
                      <a:pt x="14" y="0"/>
                    </a:lnTo>
                    <a:lnTo>
                      <a:pt x="17" y="4"/>
                    </a:lnTo>
                    <a:lnTo>
                      <a:pt x="17" y="0"/>
                    </a:lnTo>
                    <a:lnTo>
                      <a:pt x="14" y="0"/>
                    </a:lnTo>
                    <a:lnTo>
                      <a:pt x="1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4" name="Google Shape;384;p3"/>
              <p:cNvSpPr/>
              <p:nvPr/>
            </p:nvSpPr>
            <p:spPr>
              <a:xfrm>
                <a:off x="2626" y="2600"/>
                <a:ext cx="17" cy="10"/>
              </a:xfrm>
              <a:custGeom>
                <a:rect b="b" l="l" r="r" t="t"/>
                <a:pathLst>
                  <a:path extrusionOk="0" h="10" w="17">
                    <a:moveTo>
                      <a:pt x="7" y="7"/>
                    </a:moveTo>
                    <a:lnTo>
                      <a:pt x="10" y="7"/>
                    </a:lnTo>
                    <a:lnTo>
                      <a:pt x="13" y="10"/>
                    </a:lnTo>
                    <a:lnTo>
                      <a:pt x="17" y="3"/>
                    </a:lnTo>
                    <a:lnTo>
                      <a:pt x="13" y="0"/>
                    </a:lnTo>
                    <a:lnTo>
                      <a:pt x="3" y="0"/>
                    </a:lnTo>
                    <a:lnTo>
                      <a:pt x="0" y="3"/>
                    </a:lnTo>
                    <a:lnTo>
                      <a:pt x="3" y="0"/>
                    </a:lnTo>
                    <a:lnTo>
                      <a:pt x="0" y="0"/>
                    </a:lnTo>
                    <a:lnTo>
                      <a:pt x="0" y="3"/>
                    </a:lnTo>
                    <a:lnTo>
                      <a:pt x="7"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5" name="Google Shape;385;p3"/>
              <p:cNvSpPr/>
              <p:nvPr/>
            </p:nvSpPr>
            <p:spPr>
              <a:xfrm>
                <a:off x="2523" y="2603"/>
                <a:ext cx="110" cy="166"/>
              </a:xfrm>
              <a:custGeom>
                <a:rect b="b" l="l" r="r" t="t"/>
                <a:pathLst>
                  <a:path extrusionOk="0" h="166" w="110">
                    <a:moveTo>
                      <a:pt x="6" y="166"/>
                    </a:moveTo>
                    <a:lnTo>
                      <a:pt x="13" y="156"/>
                    </a:lnTo>
                    <a:lnTo>
                      <a:pt x="16" y="146"/>
                    </a:lnTo>
                    <a:lnTo>
                      <a:pt x="23" y="135"/>
                    </a:lnTo>
                    <a:lnTo>
                      <a:pt x="30" y="125"/>
                    </a:lnTo>
                    <a:lnTo>
                      <a:pt x="36" y="114"/>
                    </a:lnTo>
                    <a:lnTo>
                      <a:pt x="43" y="104"/>
                    </a:lnTo>
                    <a:lnTo>
                      <a:pt x="50" y="94"/>
                    </a:lnTo>
                    <a:lnTo>
                      <a:pt x="56" y="83"/>
                    </a:lnTo>
                    <a:lnTo>
                      <a:pt x="63" y="73"/>
                    </a:lnTo>
                    <a:lnTo>
                      <a:pt x="70" y="63"/>
                    </a:lnTo>
                    <a:lnTo>
                      <a:pt x="76" y="52"/>
                    </a:lnTo>
                    <a:lnTo>
                      <a:pt x="83" y="42"/>
                    </a:lnTo>
                    <a:lnTo>
                      <a:pt x="90" y="35"/>
                    </a:lnTo>
                    <a:lnTo>
                      <a:pt x="96" y="24"/>
                    </a:lnTo>
                    <a:lnTo>
                      <a:pt x="103" y="14"/>
                    </a:lnTo>
                    <a:lnTo>
                      <a:pt x="110" y="4"/>
                    </a:lnTo>
                    <a:lnTo>
                      <a:pt x="103" y="0"/>
                    </a:lnTo>
                    <a:lnTo>
                      <a:pt x="96" y="11"/>
                    </a:lnTo>
                    <a:lnTo>
                      <a:pt x="90" y="17"/>
                    </a:lnTo>
                    <a:lnTo>
                      <a:pt x="83" y="28"/>
                    </a:lnTo>
                    <a:lnTo>
                      <a:pt x="76" y="38"/>
                    </a:lnTo>
                    <a:lnTo>
                      <a:pt x="70" y="49"/>
                    </a:lnTo>
                    <a:lnTo>
                      <a:pt x="63" y="59"/>
                    </a:lnTo>
                    <a:lnTo>
                      <a:pt x="56" y="69"/>
                    </a:lnTo>
                    <a:lnTo>
                      <a:pt x="50" y="80"/>
                    </a:lnTo>
                    <a:lnTo>
                      <a:pt x="43" y="90"/>
                    </a:lnTo>
                    <a:lnTo>
                      <a:pt x="36" y="101"/>
                    </a:lnTo>
                    <a:lnTo>
                      <a:pt x="30" y="111"/>
                    </a:lnTo>
                    <a:lnTo>
                      <a:pt x="23" y="121"/>
                    </a:lnTo>
                    <a:lnTo>
                      <a:pt x="16" y="132"/>
                    </a:lnTo>
                    <a:lnTo>
                      <a:pt x="13" y="142"/>
                    </a:lnTo>
                    <a:lnTo>
                      <a:pt x="6" y="153"/>
                    </a:lnTo>
                    <a:lnTo>
                      <a:pt x="0" y="163"/>
                    </a:lnTo>
                    <a:lnTo>
                      <a:pt x="6" y="16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6" name="Google Shape;386;p3"/>
              <p:cNvSpPr/>
              <p:nvPr/>
            </p:nvSpPr>
            <p:spPr>
              <a:xfrm>
                <a:off x="2426" y="2766"/>
                <a:ext cx="103" cy="184"/>
              </a:xfrm>
              <a:custGeom>
                <a:rect b="b" l="l" r="r" t="t"/>
                <a:pathLst>
                  <a:path extrusionOk="0" h="184" w="103">
                    <a:moveTo>
                      <a:pt x="0" y="184"/>
                    </a:moveTo>
                    <a:lnTo>
                      <a:pt x="7" y="184"/>
                    </a:lnTo>
                    <a:lnTo>
                      <a:pt x="13" y="170"/>
                    </a:lnTo>
                    <a:lnTo>
                      <a:pt x="17" y="159"/>
                    </a:lnTo>
                    <a:lnTo>
                      <a:pt x="23" y="149"/>
                    </a:lnTo>
                    <a:lnTo>
                      <a:pt x="30" y="139"/>
                    </a:lnTo>
                    <a:lnTo>
                      <a:pt x="37" y="125"/>
                    </a:lnTo>
                    <a:lnTo>
                      <a:pt x="40" y="114"/>
                    </a:lnTo>
                    <a:lnTo>
                      <a:pt x="47" y="104"/>
                    </a:lnTo>
                    <a:lnTo>
                      <a:pt x="53" y="94"/>
                    </a:lnTo>
                    <a:lnTo>
                      <a:pt x="60" y="83"/>
                    </a:lnTo>
                    <a:lnTo>
                      <a:pt x="67" y="69"/>
                    </a:lnTo>
                    <a:lnTo>
                      <a:pt x="73" y="59"/>
                    </a:lnTo>
                    <a:lnTo>
                      <a:pt x="77" y="49"/>
                    </a:lnTo>
                    <a:lnTo>
                      <a:pt x="83" y="38"/>
                    </a:lnTo>
                    <a:lnTo>
                      <a:pt x="90" y="24"/>
                    </a:lnTo>
                    <a:lnTo>
                      <a:pt x="97" y="14"/>
                    </a:lnTo>
                    <a:lnTo>
                      <a:pt x="103" y="3"/>
                    </a:lnTo>
                    <a:lnTo>
                      <a:pt x="97" y="0"/>
                    </a:lnTo>
                    <a:lnTo>
                      <a:pt x="90" y="10"/>
                    </a:lnTo>
                    <a:lnTo>
                      <a:pt x="83" y="24"/>
                    </a:lnTo>
                    <a:lnTo>
                      <a:pt x="77" y="35"/>
                    </a:lnTo>
                    <a:lnTo>
                      <a:pt x="73" y="45"/>
                    </a:lnTo>
                    <a:lnTo>
                      <a:pt x="67" y="55"/>
                    </a:lnTo>
                    <a:lnTo>
                      <a:pt x="60" y="66"/>
                    </a:lnTo>
                    <a:lnTo>
                      <a:pt x="53" y="80"/>
                    </a:lnTo>
                    <a:lnTo>
                      <a:pt x="47" y="90"/>
                    </a:lnTo>
                    <a:lnTo>
                      <a:pt x="40" y="100"/>
                    </a:lnTo>
                    <a:lnTo>
                      <a:pt x="37" y="111"/>
                    </a:lnTo>
                    <a:lnTo>
                      <a:pt x="30" y="121"/>
                    </a:lnTo>
                    <a:lnTo>
                      <a:pt x="23" y="135"/>
                    </a:lnTo>
                    <a:lnTo>
                      <a:pt x="17" y="146"/>
                    </a:lnTo>
                    <a:lnTo>
                      <a:pt x="10" y="156"/>
                    </a:lnTo>
                    <a:lnTo>
                      <a:pt x="7" y="166"/>
                    </a:lnTo>
                    <a:lnTo>
                      <a:pt x="0" y="180"/>
                    </a:lnTo>
                    <a:lnTo>
                      <a:pt x="3" y="177"/>
                    </a:lnTo>
                    <a:lnTo>
                      <a:pt x="0" y="184"/>
                    </a:lnTo>
                    <a:lnTo>
                      <a:pt x="7" y="184"/>
                    </a:lnTo>
                    <a:lnTo>
                      <a:pt x="0" y="18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7" name="Google Shape;387;p3"/>
              <p:cNvSpPr/>
              <p:nvPr/>
            </p:nvSpPr>
            <p:spPr>
              <a:xfrm>
                <a:off x="2396" y="2943"/>
                <a:ext cx="33" cy="17"/>
              </a:xfrm>
              <a:custGeom>
                <a:rect b="b" l="l" r="r" t="t"/>
                <a:pathLst>
                  <a:path extrusionOk="0" h="17" w="33">
                    <a:moveTo>
                      <a:pt x="3" y="14"/>
                    </a:moveTo>
                    <a:lnTo>
                      <a:pt x="0" y="14"/>
                    </a:lnTo>
                    <a:lnTo>
                      <a:pt x="7" y="17"/>
                    </a:lnTo>
                    <a:lnTo>
                      <a:pt x="17" y="17"/>
                    </a:lnTo>
                    <a:lnTo>
                      <a:pt x="23" y="10"/>
                    </a:lnTo>
                    <a:lnTo>
                      <a:pt x="23" y="7"/>
                    </a:lnTo>
                    <a:lnTo>
                      <a:pt x="30" y="7"/>
                    </a:lnTo>
                    <a:lnTo>
                      <a:pt x="33" y="0"/>
                    </a:lnTo>
                    <a:lnTo>
                      <a:pt x="23" y="0"/>
                    </a:lnTo>
                    <a:lnTo>
                      <a:pt x="17" y="3"/>
                    </a:lnTo>
                    <a:lnTo>
                      <a:pt x="13" y="7"/>
                    </a:lnTo>
                    <a:lnTo>
                      <a:pt x="13" y="10"/>
                    </a:lnTo>
                    <a:lnTo>
                      <a:pt x="10" y="10"/>
                    </a:lnTo>
                    <a:lnTo>
                      <a:pt x="7" y="7"/>
                    </a:lnTo>
                    <a:lnTo>
                      <a:pt x="3" y="7"/>
                    </a:lnTo>
                    <a:lnTo>
                      <a:pt x="7" y="7"/>
                    </a:lnTo>
                    <a:lnTo>
                      <a:pt x="3" y="7"/>
                    </a:lnTo>
                    <a:lnTo>
                      <a:pt x="3"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8" name="Google Shape;388;p3"/>
              <p:cNvSpPr/>
              <p:nvPr/>
            </p:nvSpPr>
            <p:spPr>
              <a:xfrm>
                <a:off x="2273" y="2918"/>
                <a:ext cx="126" cy="39"/>
              </a:xfrm>
              <a:custGeom>
                <a:rect b="b" l="l" r="r" t="t"/>
                <a:pathLst>
                  <a:path extrusionOk="0" h="39" w="126">
                    <a:moveTo>
                      <a:pt x="0" y="4"/>
                    </a:moveTo>
                    <a:lnTo>
                      <a:pt x="3" y="7"/>
                    </a:lnTo>
                    <a:lnTo>
                      <a:pt x="10" y="7"/>
                    </a:lnTo>
                    <a:lnTo>
                      <a:pt x="20" y="11"/>
                    </a:lnTo>
                    <a:lnTo>
                      <a:pt x="26" y="11"/>
                    </a:lnTo>
                    <a:lnTo>
                      <a:pt x="33" y="14"/>
                    </a:lnTo>
                    <a:lnTo>
                      <a:pt x="43" y="18"/>
                    </a:lnTo>
                    <a:lnTo>
                      <a:pt x="50" y="18"/>
                    </a:lnTo>
                    <a:lnTo>
                      <a:pt x="56" y="21"/>
                    </a:lnTo>
                    <a:lnTo>
                      <a:pt x="63" y="21"/>
                    </a:lnTo>
                    <a:lnTo>
                      <a:pt x="73" y="25"/>
                    </a:lnTo>
                    <a:lnTo>
                      <a:pt x="80" y="25"/>
                    </a:lnTo>
                    <a:lnTo>
                      <a:pt x="86" y="28"/>
                    </a:lnTo>
                    <a:lnTo>
                      <a:pt x="96" y="32"/>
                    </a:lnTo>
                    <a:lnTo>
                      <a:pt x="103" y="32"/>
                    </a:lnTo>
                    <a:lnTo>
                      <a:pt x="110" y="35"/>
                    </a:lnTo>
                    <a:lnTo>
                      <a:pt x="116" y="39"/>
                    </a:lnTo>
                    <a:lnTo>
                      <a:pt x="126" y="39"/>
                    </a:lnTo>
                    <a:lnTo>
                      <a:pt x="126" y="32"/>
                    </a:lnTo>
                    <a:lnTo>
                      <a:pt x="120" y="28"/>
                    </a:lnTo>
                    <a:lnTo>
                      <a:pt x="110" y="28"/>
                    </a:lnTo>
                    <a:lnTo>
                      <a:pt x="103" y="25"/>
                    </a:lnTo>
                    <a:lnTo>
                      <a:pt x="96" y="25"/>
                    </a:lnTo>
                    <a:lnTo>
                      <a:pt x="90" y="21"/>
                    </a:lnTo>
                    <a:lnTo>
                      <a:pt x="80" y="21"/>
                    </a:lnTo>
                    <a:lnTo>
                      <a:pt x="73" y="18"/>
                    </a:lnTo>
                    <a:lnTo>
                      <a:pt x="66" y="14"/>
                    </a:lnTo>
                    <a:lnTo>
                      <a:pt x="56" y="14"/>
                    </a:lnTo>
                    <a:lnTo>
                      <a:pt x="50" y="11"/>
                    </a:lnTo>
                    <a:lnTo>
                      <a:pt x="43" y="11"/>
                    </a:lnTo>
                    <a:lnTo>
                      <a:pt x="33" y="7"/>
                    </a:lnTo>
                    <a:lnTo>
                      <a:pt x="26" y="7"/>
                    </a:lnTo>
                    <a:lnTo>
                      <a:pt x="20" y="4"/>
                    </a:lnTo>
                    <a:lnTo>
                      <a:pt x="10" y="4"/>
                    </a:lnTo>
                    <a:lnTo>
                      <a:pt x="3" y="0"/>
                    </a:lnTo>
                    <a:lnTo>
                      <a:pt x="6" y="4"/>
                    </a:lnTo>
                    <a:lnTo>
                      <a:pt x="0" y="4"/>
                    </a:lnTo>
                    <a:lnTo>
                      <a:pt x="0" y="7"/>
                    </a:lnTo>
                    <a:lnTo>
                      <a:pt x="3" y="7"/>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9" name="Google Shape;389;p3"/>
              <p:cNvSpPr/>
              <p:nvPr/>
            </p:nvSpPr>
            <p:spPr>
              <a:xfrm>
                <a:off x="2273" y="2915"/>
                <a:ext cx="6" cy="7"/>
              </a:xfrm>
              <a:custGeom>
                <a:rect b="b" l="l" r="r" t="t"/>
                <a:pathLst>
                  <a:path extrusionOk="0" h="7" w="6">
                    <a:moveTo>
                      <a:pt x="0" y="0"/>
                    </a:moveTo>
                    <a:lnTo>
                      <a:pt x="0" y="7"/>
                    </a:lnTo>
                    <a:lnTo>
                      <a:pt x="6" y="7"/>
                    </a:lnTo>
                    <a:lnTo>
                      <a:pt x="6" y="3"/>
                    </a:lnTo>
                    <a:lnTo>
                      <a:pt x="0" y="0"/>
                    </a:lnTo>
                    <a:lnTo>
                      <a:pt x="0" y="3"/>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0" name="Google Shape;390;p3"/>
              <p:cNvSpPr/>
              <p:nvPr/>
            </p:nvSpPr>
            <p:spPr>
              <a:xfrm>
                <a:off x="2273" y="2690"/>
                <a:ext cx="213" cy="228"/>
              </a:xfrm>
              <a:custGeom>
                <a:rect b="b" l="l" r="r" t="t"/>
                <a:pathLst>
                  <a:path extrusionOk="0" h="228" w="213">
                    <a:moveTo>
                      <a:pt x="210" y="0"/>
                    </a:moveTo>
                    <a:lnTo>
                      <a:pt x="196" y="14"/>
                    </a:lnTo>
                    <a:lnTo>
                      <a:pt x="180" y="24"/>
                    </a:lnTo>
                    <a:lnTo>
                      <a:pt x="100" y="107"/>
                    </a:lnTo>
                    <a:lnTo>
                      <a:pt x="90" y="121"/>
                    </a:lnTo>
                    <a:lnTo>
                      <a:pt x="76" y="138"/>
                    </a:lnTo>
                    <a:lnTo>
                      <a:pt x="36" y="180"/>
                    </a:lnTo>
                    <a:lnTo>
                      <a:pt x="26" y="197"/>
                    </a:lnTo>
                    <a:lnTo>
                      <a:pt x="0" y="225"/>
                    </a:lnTo>
                    <a:lnTo>
                      <a:pt x="6" y="228"/>
                    </a:lnTo>
                    <a:lnTo>
                      <a:pt x="20" y="215"/>
                    </a:lnTo>
                    <a:lnTo>
                      <a:pt x="30" y="201"/>
                    </a:lnTo>
                    <a:lnTo>
                      <a:pt x="43" y="183"/>
                    </a:lnTo>
                    <a:lnTo>
                      <a:pt x="56" y="170"/>
                    </a:lnTo>
                    <a:lnTo>
                      <a:pt x="66" y="156"/>
                    </a:lnTo>
                    <a:lnTo>
                      <a:pt x="120" y="100"/>
                    </a:lnTo>
                    <a:lnTo>
                      <a:pt x="133" y="83"/>
                    </a:lnTo>
                    <a:lnTo>
                      <a:pt x="170" y="45"/>
                    </a:lnTo>
                    <a:lnTo>
                      <a:pt x="186" y="31"/>
                    </a:lnTo>
                    <a:lnTo>
                      <a:pt x="213" y="3"/>
                    </a:lnTo>
                    <a:lnTo>
                      <a:pt x="2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1" name="Google Shape;391;p3"/>
              <p:cNvSpPr/>
              <p:nvPr/>
            </p:nvSpPr>
            <p:spPr>
              <a:xfrm>
                <a:off x="2473" y="2648"/>
                <a:ext cx="23" cy="45"/>
              </a:xfrm>
              <a:custGeom>
                <a:rect b="b" l="l" r="r" t="t"/>
                <a:pathLst>
                  <a:path extrusionOk="0" h="45" w="23">
                    <a:moveTo>
                      <a:pt x="0" y="7"/>
                    </a:moveTo>
                    <a:lnTo>
                      <a:pt x="0" y="4"/>
                    </a:lnTo>
                    <a:lnTo>
                      <a:pt x="0" y="11"/>
                    </a:lnTo>
                    <a:lnTo>
                      <a:pt x="6" y="14"/>
                    </a:lnTo>
                    <a:lnTo>
                      <a:pt x="10" y="21"/>
                    </a:lnTo>
                    <a:lnTo>
                      <a:pt x="13" y="24"/>
                    </a:lnTo>
                    <a:lnTo>
                      <a:pt x="13" y="31"/>
                    </a:lnTo>
                    <a:lnTo>
                      <a:pt x="16" y="35"/>
                    </a:lnTo>
                    <a:lnTo>
                      <a:pt x="10" y="42"/>
                    </a:lnTo>
                    <a:lnTo>
                      <a:pt x="13" y="45"/>
                    </a:lnTo>
                    <a:lnTo>
                      <a:pt x="20" y="42"/>
                    </a:lnTo>
                    <a:lnTo>
                      <a:pt x="23" y="35"/>
                    </a:lnTo>
                    <a:lnTo>
                      <a:pt x="23" y="28"/>
                    </a:lnTo>
                    <a:lnTo>
                      <a:pt x="13" y="18"/>
                    </a:lnTo>
                    <a:lnTo>
                      <a:pt x="10" y="11"/>
                    </a:lnTo>
                    <a:lnTo>
                      <a:pt x="6" y="7"/>
                    </a:lnTo>
                    <a:lnTo>
                      <a:pt x="6" y="4"/>
                    </a:lnTo>
                    <a:lnTo>
                      <a:pt x="3" y="0"/>
                    </a:lnTo>
                    <a:lnTo>
                      <a:pt x="6" y="4"/>
                    </a:lnTo>
                    <a:lnTo>
                      <a:pt x="3"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2" name="Google Shape;392;p3"/>
              <p:cNvSpPr/>
              <p:nvPr/>
            </p:nvSpPr>
            <p:spPr>
              <a:xfrm>
                <a:off x="2436" y="2614"/>
                <a:ext cx="40" cy="41"/>
              </a:xfrm>
              <a:custGeom>
                <a:rect b="b" l="l" r="r" t="t"/>
                <a:pathLst>
                  <a:path extrusionOk="0" h="41" w="40">
                    <a:moveTo>
                      <a:pt x="3" y="0"/>
                    </a:moveTo>
                    <a:lnTo>
                      <a:pt x="3" y="3"/>
                    </a:lnTo>
                    <a:lnTo>
                      <a:pt x="37" y="41"/>
                    </a:lnTo>
                    <a:lnTo>
                      <a:pt x="40" y="34"/>
                    </a:lnTo>
                    <a:lnTo>
                      <a:pt x="7" y="0"/>
                    </a:lnTo>
                    <a:lnTo>
                      <a:pt x="7" y="3"/>
                    </a:lnTo>
                    <a:lnTo>
                      <a:pt x="3" y="0"/>
                    </a:lnTo>
                    <a:lnTo>
                      <a:pt x="0" y="3"/>
                    </a:lnTo>
                    <a:lnTo>
                      <a:pt x="3" y="3"/>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3" name="Google Shape;393;p3"/>
              <p:cNvSpPr/>
              <p:nvPr/>
            </p:nvSpPr>
            <p:spPr>
              <a:xfrm>
                <a:off x="2439" y="2548"/>
                <a:ext cx="117" cy="69"/>
              </a:xfrm>
              <a:custGeom>
                <a:rect b="b" l="l" r="r" t="t"/>
                <a:pathLst>
                  <a:path extrusionOk="0" h="69" w="117">
                    <a:moveTo>
                      <a:pt x="107" y="0"/>
                    </a:moveTo>
                    <a:lnTo>
                      <a:pt x="107" y="24"/>
                    </a:lnTo>
                    <a:lnTo>
                      <a:pt x="104" y="31"/>
                    </a:lnTo>
                    <a:lnTo>
                      <a:pt x="100" y="34"/>
                    </a:lnTo>
                    <a:lnTo>
                      <a:pt x="97" y="41"/>
                    </a:lnTo>
                    <a:lnTo>
                      <a:pt x="90" y="45"/>
                    </a:lnTo>
                    <a:lnTo>
                      <a:pt x="80" y="45"/>
                    </a:lnTo>
                    <a:lnTo>
                      <a:pt x="74" y="48"/>
                    </a:lnTo>
                    <a:lnTo>
                      <a:pt x="64" y="52"/>
                    </a:lnTo>
                    <a:lnTo>
                      <a:pt x="44" y="52"/>
                    </a:lnTo>
                    <a:lnTo>
                      <a:pt x="37" y="55"/>
                    </a:lnTo>
                    <a:lnTo>
                      <a:pt x="27" y="55"/>
                    </a:lnTo>
                    <a:lnTo>
                      <a:pt x="17" y="59"/>
                    </a:lnTo>
                    <a:lnTo>
                      <a:pt x="7" y="62"/>
                    </a:lnTo>
                    <a:lnTo>
                      <a:pt x="0" y="66"/>
                    </a:lnTo>
                    <a:lnTo>
                      <a:pt x="4" y="69"/>
                    </a:lnTo>
                    <a:lnTo>
                      <a:pt x="10" y="69"/>
                    </a:lnTo>
                    <a:lnTo>
                      <a:pt x="17" y="66"/>
                    </a:lnTo>
                    <a:lnTo>
                      <a:pt x="27" y="62"/>
                    </a:lnTo>
                    <a:lnTo>
                      <a:pt x="37" y="62"/>
                    </a:lnTo>
                    <a:lnTo>
                      <a:pt x="44" y="59"/>
                    </a:lnTo>
                    <a:lnTo>
                      <a:pt x="54" y="59"/>
                    </a:lnTo>
                    <a:lnTo>
                      <a:pt x="64" y="55"/>
                    </a:lnTo>
                    <a:lnTo>
                      <a:pt x="74" y="55"/>
                    </a:lnTo>
                    <a:lnTo>
                      <a:pt x="80" y="52"/>
                    </a:lnTo>
                    <a:lnTo>
                      <a:pt x="90" y="52"/>
                    </a:lnTo>
                    <a:lnTo>
                      <a:pt x="97" y="45"/>
                    </a:lnTo>
                    <a:lnTo>
                      <a:pt x="104" y="41"/>
                    </a:lnTo>
                    <a:lnTo>
                      <a:pt x="110" y="31"/>
                    </a:lnTo>
                    <a:lnTo>
                      <a:pt x="114" y="24"/>
                    </a:lnTo>
                    <a:lnTo>
                      <a:pt x="117" y="14"/>
                    </a:lnTo>
                    <a:lnTo>
                      <a:pt x="114" y="0"/>
                    </a:lnTo>
                    <a:lnTo>
                      <a:pt x="10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4" name="Google Shape;394;p3"/>
              <p:cNvSpPr/>
              <p:nvPr/>
            </p:nvSpPr>
            <p:spPr>
              <a:xfrm>
                <a:off x="2546" y="2329"/>
                <a:ext cx="47" cy="219"/>
              </a:xfrm>
              <a:custGeom>
                <a:rect b="b" l="l" r="r" t="t"/>
                <a:pathLst>
                  <a:path extrusionOk="0" h="219" w="47">
                    <a:moveTo>
                      <a:pt x="47" y="7"/>
                    </a:moveTo>
                    <a:lnTo>
                      <a:pt x="40" y="11"/>
                    </a:lnTo>
                    <a:lnTo>
                      <a:pt x="37" y="35"/>
                    </a:lnTo>
                    <a:lnTo>
                      <a:pt x="33" y="63"/>
                    </a:lnTo>
                    <a:lnTo>
                      <a:pt x="27" y="87"/>
                    </a:lnTo>
                    <a:lnTo>
                      <a:pt x="23" y="115"/>
                    </a:lnTo>
                    <a:lnTo>
                      <a:pt x="20" y="142"/>
                    </a:lnTo>
                    <a:lnTo>
                      <a:pt x="13" y="167"/>
                    </a:lnTo>
                    <a:lnTo>
                      <a:pt x="7" y="194"/>
                    </a:lnTo>
                    <a:lnTo>
                      <a:pt x="0" y="219"/>
                    </a:lnTo>
                    <a:lnTo>
                      <a:pt x="7" y="219"/>
                    </a:lnTo>
                    <a:lnTo>
                      <a:pt x="13" y="194"/>
                    </a:lnTo>
                    <a:lnTo>
                      <a:pt x="20" y="170"/>
                    </a:lnTo>
                    <a:lnTo>
                      <a:pt x="27" y="142"/>
                    </a:lnTo>
                    <a:lnTo>
                      <a:pt x="30" y="115"/>
                    </a:lnTo>
                    <a:lnTo>
                      <a:pt x="33" y="91"/>
                    </a:lnTo>
                    <a:lnTo>
                      <a:pt x="40" y="63"/>
                    </a:lnTo>
                    <a:lnTo>
                      <a:pt x="43" y="39"/>
                    </a:lnTo>
                    <a:lnTo>
                      <a:pt x="47" y="11"/>
                    </a:lnTo>
                    <a:lnTo>
                      <a:pt x="40" y="11"/>
                    </a:lnTo>
                    <a:lnTo>
                      <a:pt x="47" y="7"/>
                    </a:lnTo>
                    <a:lnTo>
                      <a:pt x="43" y="0"/>
                    </a:lnTo>
                    <a:lnTo>
                      <a:pt x="40" y="11"/>
                    </a:lnTo>
                    <a:lnTo>
                      <a:pt x="47"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5" name="Google Shape;395;p3"/>
              <p:cNvSpPr/>
              <p:nvPr/>
            </p:nvSpPr>
            <p:spPr>
              <a:xfrm>
                <a:off x="2586" y="2336"/>
                <a:ext cx="183" cy="319"/>
              </a:xfrm>
              <a:custGeom>
                <a:rect b="b" l="l" r="r" t="t"/>
                <a:pathLst>
                  <a:path extrusionOk="0" h="319" w="183">
                    <a:moveTo>
                      <a:pt x="183" y="319"/>
                    </a:moveTo>
                    <a:lnTo>
                      <a:pt x="177" y="295"/>
                    </a:lnTo>
                    <a:lnTo>
                      <a:pt x="170" y="274"/>
                    </a:lnTo>
                    <a:lnTo>
                      <a:pt x="163" y="253"/>
                    </a:lnTo>
                    <a:lnTo>
                      <a:pt x="157" y="233"/>
                    </a:lnTo>
                    <a:lnTo>
                      <a:pt x="150" y="208"/>
                    </a:lnTo>
                    <a:lnTo>
                      <a:pt x="140" y="187"/>
                    </a:lnTo>
                    <a:lnTo>
                      <a:pt x="130" y="170"/>
                    </a:lnTo>
                    <a:lnTo>
                      <a:pt x="117" y="149"/>
                    </a:lnTo>
                    <a:lnTo>
                      <a:pt x="107" y="129"/>
                    </a:lnTo>
                    <a:lnTo>
                      <a:pt x="93" y="111"/>
                    </a:lnTo>
                    <a:lnTo>
                      <a:pt x="80" y="90"/>
                    </a:lnTo>
                    <a:lnTo>
                      <a:pt x="67" y="73"/>
                    </a:lnTo>
                    <a:lnTo>
                      <a:pt x="53" y="56"/>
                    </a:lnTo>
                    <a:lnTo>
                      <a:pt x="37" y="35"/>
                    </a:lnTo>
                    <a:lnTo>
                      <a:pt x="23" y="18"/>
                    </a:lnTo>
                    <a:lnTo>
                      <a:pt x="7" y="0"/>
                    </a:lnTo>
                    <a:lnTo>
                      <a:pt x="0" y="4"/>
                    </a:lnTo>
                    <a:lnTo>
                      <a:pt x="17" y="21"/>
                    </a:lnTo>
                    <a:lnTo>
                      <a:pt x="33" y="42"/>
                    </a:lnTo>
                    <a:lnTo>
                      <a:pt x="47" y="59"/>
                    </a:lnTo>
                    <a:lnTo>
                      <a:pt x="60" y="77"/>
                    </a:lnTo>
                    <a:lnTo>
                      <a:pt x="77" y="97"/>
                    </a:lnTo>
                    <a:lnTo>
                      <a:pt x="87" y="115"/>
                    </a:lnTo>
                    <a:lnTo>
                      <a:pt x="100" y="132"/>
                    </a:lnTo>
                    <a:lnTo>
                      <a:pt x="113" y="153"/>
                    </a:lnTo>
                    <a:lnTo>
                      <a:pt x="123" y="174"/>
                    </a:lnTo>
                    <a:lnTo>
                      <a:pt x="133" y="191"/>
                    </a:lnTo>
                    <a:lnTo>
                      <a:pt x="143" y="212"/>
                    </a:lnTo>
                    <a:lnTo>
                      <a:pt x="150" y="233"/>
                    </a:lnTo>
                    <a:lnTo>
                      <a:pt x="157" y="253"/>
                    </a:lnTo>
                    <a:lnTo>
                      <a:pt x="167" y="278"/>
                    </a:lnTo>
                    <a:lnTo>
                      <a:pt x="170" y="298"/>
                    </a:lnTo>
                    <a:lnTo>
                      <a:pt x="177" y="319"/>
                    </a:lnTo>
                    <a:lnTo>
                      <a:pt x="183" y="3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6" name="Google Shape;396;p3"/>
              <p:cNvSpPr/>
              <p:nvPr/>
            </p:nvSpPr>
            <p:spPr>
              <a:xfrm>
                <a:off x="2286" y="2426"/>
                <a:ext cx="73" cy="115"/>
              </a:xfrm>
              <a:custGeom>
                <a:rect b="b" l="l" r="r" t="t"/>
                <a:pathLst>
                  <a:path extrusionOk="0" h="115" w="73">
                    <a:moveTo>
                      <a:pt x="67" y="39"/>
                    </a:moveTo>
                    <a:lnTo>
                      <a:pt x="73" y="52"/>
                    </a:lnTo>
                    <a:lnTo>
                      <a:pt x="47" y="80"/>
                    </a:lnTo>
                    <a:lnTo>
                      <a:pt x="43" y="91"/>
                    </a:lnTo>
                    <a:lnTo>
                      <a:pt x="30" y="104"/>
                    </a:lnTo>
                    <a:lnTo>
                      <a:pt x="27" y="115"/>
                    </a:lnTo>
                    <a:lnTo>
                      <a:pt x="23" y="111"/>
                    </a:lnTo>
                    <a:lnTo>
                      <a:pt x="13" y="111"/>
                    </a:lnTo>
                    <a:lnTo>
                      <a:pt x="3" y="101"/>
                    </a:lnTo>
                    <a:lnTo>
                      <a:pt x="0" y="101"/>
                    </a:lnTo>
                    <a:lnTo>
                      <a:pt x="0" y="87"/>
                    </a:lnTo>
                    <a:lnTo>
                      <a:pt x="3" y="73"/>
                    </a:lnTo>
                    <a:lnTo>
                      <a:pt x="7" y="59"/>
                    </a:lnTo>
                    <a:lnTo>
                      <a:pt x="13" y="45"/>
                    </a:lnTo>
                    <a:lnTo>
                      <a:pt x="17" y="32"/>
                    </a:lnTo>
                    <a:lnTo>
                      <a:pt x="47" y="0"/>
                    </a:lnTo>
                    <a:lnTo>
                      <a:pt x="67" y="39"/>
                    </a:lnTo>
                    <a:close/>
                  </a:path>
                </a:pathLst>
              </a:custGeom>
              <a:solidFill>
                <a:srgbClr val="7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7" name="Google Shape;397;p3"/>
              <p:cNvSpPr/>
              <p:nvPr/>
            </p:nvSpPr>
            <p:spPr>
              <a:xfrm>
                <a:off x="2349" y="2465"/>
                <a:ext cx="14" cy="17"/>
              </a:xfrm>
              <a:custGeom>
                <a:rect b="b" l="l" r="r" t="t"/>
                <a:pathLst>
                  <a:path extrusionOk="0" h="17" w="14">
                    <a:moveTo>
                      <a:pt x="10" y="17"/>
                    </a:moveTo>
                    <a:lnTo>
                      <a:pt x="14" y="13"/>
                    </a:lnTo>
                    <a:lnTo>
                      <a:pt x="7" y="0"/>
                    </a:lnTo>
                    <a:lnTo>
                      <a:pt x="0" y="0"/>
                    </a:lnTo>
                    <a:lnTo>
                      <a:pt x="4" y="13"/>
                    </a:lnTo>
                    <a:lnTo>
                      <a:pt x="7" y="10"/>
                    </a:lnTo>
                    <a:lnTo>
                      <a:pt x="10" y="17"/>
                    </a:lnTo>
                    <a:lnTo>
                      <a:pt x="14" y="13"/>
                    </a:lnTo>
                    <a:lnTo>
                      <a:pt x="10"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8" name="Google Shape;398;p3"/>
              <p:cNvSpPr/>
              <p:nvPr/>
            </p:nvSpPr>
            <p:spPr>
              <a:xfrm>
                <a:off x="2309" y="2475"/>
                <a:ext cx="50" cy="66"/>
              </a:xfrm>
              <a:custGeom>
                <a:rect b="b" l="l" r="r" t="t"/>
                <a:pathLst>
                  <a:path extrusionOk="0" h="66" w="50">
                    <a:moveTo>
                      <a:pt x="4" y="66"/>
                    </a:moveTo>
                    <a:lnTo>
                      <a:pt x="7" y="66"/>
                    </a:lnTo>
                    <a:lnTo>
                      <a:pt x="10" y="59"/>
                    </a:lnTo>
                    <a:lnTo>
                      <a:pt x="17" y="48"/>
                    </a:lnTo>
                    <a:lnTo>
                      <a:pt x="20" y="42"/>
                    </a:lnTo>
                    <a:lnTo>
                      <a:pt x="40" y="21"/>
                    </a:lnTo>
                    <a:lnTo>
                      <a:pt x="44" y="10"/>
                    </a:lnTo>
                    <a:lnTo>
                      <a:pt x="50" y="7"/>
                    </a:lnTo>
                    <a:lnTo>
                      <a:pt x="47" y="0"/>
                    </a:lnTo>
                    <a:lnTo>
                      <a:pt x="34" y="14"/>
                    </a:lnTo>
                    <a:lnTo>
                      <a:pt x="27" y="24"/>
                    </a:lnTo>
                    <a:lnTo>
                      <a:pt x="24" y="31"/>
                    </a:lnTo>
                    <a:lnTo>
                      <a:pt x="10" y="45"/>
                    </a:lnTo>
                    <a:lnTo>
                      <a:pt x="4" y="55"/>
                    </a:lnTo>
                    <a:lnTo>
                      <a:pt x="0" y="62"/>
                    </a:lnTo>
                    <a:lnTo>
                      <a:pt x="4" y="59"/>
                    </a:lnTo>
                    <a:lnTo>
                      <a:pt x="4" y="66"/>
                    </a:lnTo>
                    <a:lnTo>
                      <a:pt x="7" y="66"/>
                    </a:lnTo>
                    <a:lnTo>
                      <a:pt x="4" y="6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9" name="Google Shape;399;p3"/>
              <p:cNvSpPr/>
              <p:nvPr/>
            </p:nvSpPr>
            <p:spPr>
              <a:xfrm>
                <a:off x="2279" y="2523"/>
                <a:ext cx="34" cy="18"/>
              </a:xfrm>
              <a:custGeom>
                <a:rect b="b" l="l" r="r" t="t"/>
                <a:pathLst>
                  <a:path extrusionOk="0" h="18" w="34">
                    <a:moveTo>
                      <a:pt x="4" y="0"/>
                    </a:moveTo>
                    <a:lnTo>
                      <a:pt x="4" y="7"/>
                    </a:lnTo>
                    <a:lnTo>
                      <a:pt x="7" y="7"/>
                    </a:lnTo>
                    <a:lnTo>
                      <a:pt x="14" y="14"/>
                    </a:lnTo>
                    <a:lnTo>
                      <a:pt x="17" y="14"/>
                    </a:lnTo>
                    <a:lnTo>
                      <a:pt x="20" y="18"/>
                    </a:lnTo>
                    <a:lnTo>
                      <a:pt x="34" y="18"/>
                    </a:lnTo>
                    <a:lnTo>
                      <a:pt x="34" y="11"/>
                    </a:lnTo>
                    <a:lnTo>
                      <a:pt x="24" y="11"/>
                    </a:lnTo>
                    <a:lnTo>
                      <a:pt x="20" y="7"/>
                    </a:lnTo>
                    <a:lnTo>
                      <a:pt x="17" y="7"/>
                    </a:lnTo>
                    <a:lnTo>
                      <a:pt x="10" y="0"/>
                    </a:lnTo>
                    <a:lnTo>
                      <a:pt x="7" y="0"/>
                    </a:lnTo>
                    <a:lnTo>
                      <a:pt x="10" y="4"/>
                    </a:lnTo>
                    <a:lnTo>
                      <a:pt x="4" y="0"/>
                    </a:lnTo>
                    <a:lnTo>
                      <a:pt x="0" y="4"/>
                    </a:lnTo>
                    <a:lnTo>
                      <a:pt x="4" y="7"/>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0" name="Google Shape;400;p3"/>
              <p:cNvSpPr/>
              <p:nvPr/>
            </p:nvSpPr>
            <p:spPr>
              <a:xfrm>
                <a:off x="2283" y="2423"/>
                <a:ext cx="53" cy="104"/>
              </a:xfrm>
              <a:custGeom>
                <a:rect b="b" l="l" r="r" t="t"/>
                <a:pathLst>
                  <a:path extrusionOk="0" h="104" w="53">
                    <a:moveTo>
                      <a:pt x="53" y="3"/>
                    </a:moveTo>
                    <a:lnTo>
                      <a:pt x="50" y="3"/>
                    </a:lnTo>
                    <a:lnTo>
                      <a:pt x="36" y="10"/>
                    </a:lnTo>
                    <a:lnTo>
                      <a:pt x="26" y="21"/>
                    </a:lnTo>
                    <a:lnTo>
                      <a:pt x="16" y="35"/>
                    </a:lnTo>
                    <a:lnTo>
                      <a:pt x="13" y="45"/>
                    </a:lnTo>
                    <a:lnTo>
                      <a:pt x="6" y="59"/>
                    </a:lnTo>
                    <a:lnTo>
                      <a:pt x="3" y="76"/>
                    </a:lnTo>
                    <a:lnTo>
                      <a:pt x="0" y="90"/>
                    </a:lnTo>
                    <a:lnTo>
                      <a:pt x="0" y="100"/>
                    </a:lnTo>
                    <a:lnTo>
                      <a:pt x="6" y="104"/>
                    </a:lnTo>
                    <a:lnTo>
                      <a:pt x="6" y="90"/>
                    </a:lnTo>
                    <a:lnTo>
                      <a:pt x="10" y="76"/>
                    </a:lnTo>
                    <a:lnTo>
                      <a:pt x="13" y="62"/>
                    </a:lnTo>
                    <a:lnTo>
                      <a:pt x="20" y="48"/>
                    </a:lnTo>
                    <a:lnTo>
                      <a:pt x="23" y="38"/>
                    </a:lnTo>
                    <a:lnTo>
                      <a:pt x="33" y="24"/>
                    </a:lnTo>
                    <a:lnTo>
                      <a:pt x="40" y="17"/>
                    </a:lnTo>
                    <a:lnTo>
                      <a:pt x="53" y="7"/>
                    </a:lnTo>
                    <a:lnTo>
                      <a:pt x="46" y="7"/>
                    </a:lnTo>
                    <a:lnTo>
                      <a:pt x="53" y="3"/>
                    </a:lnTo>
                    <a:lnTo>
                      <a:pt x="50" y="0"/>
                    </a:lnTo>
                    <a:lnTo>
                      <a:pt x="50" y="3"/>
                    </a:lnTo>
                    <a:lnTo>
                      <a:pt x="5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1" name="Google Shape;401;p3"/>
              <p:cNvSpPr/>
              <p:nvPr/>
            </p:nvSpPr>
            <p:spPr>
              <a:xfrm>
                <a:off x="2329" y="2426"/>
                <a:ext cx="27" cy="39"/>
              </a:xfrm>
              <a:custGeom>
                <a:rect b="b" l="l" r="r" t="t"/>
                <a:pathLst>
                  <a:path extrusionOk="0" h="39" w="27">
                    <a:moveTo>
                      <a:pt x="27" y="39"/>
                    </a:moveTo>
                    <a:lnTo>
                      <a:pt x="27" y="35"/>
                    </a:lnTo>
                    <a:lnTo>
                      <a:pt x="7" y="0"/>
                    </a:lnTo>
                    <a:lnTo>
                      <a:pt x="0" y="4"/>
                    </a:lnTo>
                    <a:lnTo>
                      <a:pt x="20" y="39"/>
                    </a:lnTo>
                    <a:lnTo>
                      <a:pt x="27" y="3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2" name="Google Shape;402;p3"/>
              <p:cNvSpPr/>
              <p:nvPr/>
            </p:nvSpPr>
            <p:spPr>
              <a:xfrm>
                <a:off x="1603" y="2461"/>
                <a:ext cx="16" cy="10"/>
              </a:xfrm>
              <a:custGeom>
                <a:rect b="b" l="l" r="r" t="t"/>
                <a:pathLst>
                  <a:path extrusionOk="0" h="10" w="16">
                    <a:moveTo>
                      <a:pt x="16" y="10"/>
                    </a:moveTo>
                    <a:lnTo>
                      <a:pt x="10" y="10"/>
                    </a:lnTo>
                    <a:lnTo>
                      <a:pt x="6" y="7"/>
                    </a:lnTo>
                    <a:lnTo>
                      <a:pt x="3" y="7"/>
                    </a:lnTo>
                    <a:lnTo>
                      <a:pt x="0" y="4"/>
                    </a:lnTo>
                    <a:lnTo>
                      <a:pt x="3" y="0"/>
                    </a:lnTo>
                    <a:lnTo>
                      <a:pt x="6" y="4"/>
                    </a:lnTo>
                    <a:lnTo>
                      <a:pt x="10" y="4"/>
                    </a:lnTo>
                    <a:lnTo>
                      <a:pt x="16"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3" name="Google Shape;403;p3"/>
              <p:cNvSpPr/>
              <p:nvPr/>
            </p:nvSpPr>
            <p:spPr>
              <a:xfrm>
                <a:off x="1609" y="2468"/>
                <a:ext cx="14" cy="10"/>
              </a:xfrm>
              <a:custGeom>
                <a:rect b="b" l="l" r="r" t="t"/>
                <a:pathLst>
                  <a:path extrusionOk="0" h="10" w="14">
                    <a:moveTo>
                      <a:pt x="0" y="7"/>
                    </a:moveTo>
                    <a:lnTo>
                      <a:pt x="4" y="7"/>
                    </a:lnTo>
                    <a:lnTo>
                      <a:pt x="4" y="10"/>
                    </a:lnTo>
                    <a:lnTo>
                      <a:pt x="7" y="7"/>
                    </a:lnTo>
                    <a:lnTo>
                      <a:pt x="10" y="7"/>
                    </a:lnTo>
                    <a:lnTo>
                      <a:pt x="14" y="3"/>
                    </a:lnTo>
                    <a:lnTo>
                      <a:pt x="7" y="0"/>
                    </a:lnTo>
                    <a:lnTo>
                      <a:pt x="0" y="0"/>
                    </a:lnTo>
                    <a:lnTo>
                      <a:pt x="4" y="3"/>
                    </a:lnTo>
                    <a:lnTo>
                      <a:pt x="0" y="7"/>
                    </a:lnTo>
                    <a:lnTo>
                      <a:pt x="0" y="10"/>
                    </a:lnTo>
                    <a:lnTo>
                      <a:pt x="4" y="7"/>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4" name="Google Shape;404;p3"/>
              <p:cNvSpPr/>
              <p:nvPr/>
            </p:nvSpPr>
            <p:spPr>
              <a:xfrm>
                <a:off x="1599" y="2458"/>
                <a:ext cx="14" cy="17"/>
              </a:xfrm>
              <a:custGeom>
                <a:rect b="b" l="l" r="r" t="t"/>
                <a:pathLst>
                  <a:path extrusionOk="0" h="17" w="14">
                    <a:moveTo>
                      <a:pt x="7" y="0"/>
                    </a:moveTo>
                    <a:lnTo>
                      <a:pt x="0" y="7"/>
                    </a:lnTo>
                    <a:lnTo>
                      <a:pt x="10" y="17"/>
                    </a:lnTo>
                    <a:lnTo>
                      <a:pt x="14" y="13"/>
                    </a:lnTo>
                    <a:lnTo>
                      <a:pt x="10" y="10"/>
                    </a:lnTo>
                    <a:lnTo>
                      <a:pt x="10" y="7"/>
                    </a:lnTo>
                    <a:lnTo>
                      <a:pt x="7" y="7"/>
                    </a:lnTo>
                    <a:lnTo>
                      <a:pt x="7" y="0"/>
                    </a:lnTo>
                    <a:lnTo>
                      <a:pt x="4" y="3"/>
                    </a:lnTo>
                    <a:lnTo>
                      <a:pt x="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5" name="Google Shape;405;p3"/>
              <p:cNvSpPr/>
              <p:nvPr/>
            </p:nvSpPr>
            <p:spPr>
              <a:xfrm>
                <a:off x="1606" y="2458"/>
                <a:ext cx="17" cy="13"/>
              </a:xfrm>
              <a:custGeom>
                <a:rect b="b" l="l" r="r" t="t"/>
                <a:pathLst>
                  <a:path extrusionOk="0" h="13" w="17">
                    <a:moveTo>
                      <a:pt x="17" y="13"/>
                    </a:moveTo>
                    <a:lnTo>
                      <a:pt x="13" y="7"/>
                    </a:lnTo>
                    <a:lnTo>
                      <a:pt x="10" y="3"/>
                    </a:lnTo>
                    <a:lnTo>
                      <a:pt x="3" y="3"/>
                    </a:lnTo>
                    <a:lnTo>
                      <a:pt x="0" y="0"/>
                    </a:lnTo>
                    <a:lnTo>
                      <a:pt x="0" y="7"/>
                    </a:lnTo>
                    <a:lnTo>
                      <a:pt x="3" y="7"/>
                    </a:lnTo>
                    <a:lnTo>
                      <a:pt x="10" y="13"/>
                    </a:lnTo>
                    <a:lnTo>
                      <a:pt x="10" y="10"/>
                    </a:lnTo>
                    <a:lnTo>
                      <a:pt x="17" y="1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6" name="Google Shape;406;p3"/>
              <p:cNvSpPr/>
              <p:nvPr/>
            </p:nvSpPr>
            <p:spPr>
              <a:xfrm>
                <a:off x="2319" y="2496"/>
                <a:ext cx="70" cy="152"/>
              </a:xfrm>
              <a:custGeom>
                <a:rect b="b" l="l" r="r" t="t"/>
                <a:pathLst>
                  <a:path extrusionOk="0" h="152" w="70">
                    <a:moveTo>
                      <a:pt x="70" y="38"/>
                    </a:moveTo>
                    <a:lnTo>
                      <a:pt x="70" y="45"/>
                    </a:lnTo>
                    <a:lnTo>
                      <a:pt x="14" y="152"/>
                    </a:lnTo>
                    <a:lnTo>
                      <a:pt x="4" y="131"/>
                    </a:lnTo>
                    <a:lnTo>
                      <a:pt x="0" y="107"/>
                    </a:lnTo>
                    <a:lnTo>
                      <a:pt x="0" y="83"/>
                    </a:lnTo>
                    <a:lnTo>
                      <a:pt x="4" y="55"/>
                    </a:lnTo>
                    <a:lnTo>
                      <a:pt x="7" y="48"/>
                    </a:lnTo>
                    <a:lnTo>
                      <a:pt x="10" y="41"/>
                    </a:lnTo>
                    <a:lnTo>
                      <a:pt x="17" y="34"/>
                    </a:lnTo>
                    <a:lnTo>
                      <a:pt x="20" y="27"/>
                    </a:lnTo>
                    <a:lnTo>
                      <a:pt x="27" y="17"/>
                    </a:lnTo>
                    <a:lnTo>
                      <a:pt x="34" y="10"/>
                    </a:lnTo>
                    <a:lnTo>
                      <a:pt x="40" y="7"/>
                    </a:lnTo>
                    <a:lnTo>
                      <a:pt x="47" y="0"/>
                    </a:lnTo>
                    <a:lnTo>
                      <a:pt x="50" y="3"/>
                    </a:lnTo>
                    <a:lnTo>
                      <a:pt x="50" y="10"/>
                    </a:lnTo>
                    <a:lnTo>
                      <a:pt x="54" y="14"/>
                    </a:lnTo>
                    <a:lnTo>
                      <a:pt x="57" y="21"/>
                    </a:lnTo>
                    <a:lnTo>
                      <a:pt x="57" y="27"/>
                    </a:lnTo>
                    <a:lnTo>
                      <a:pt x="64" y="34"/>
                    </a:lnTo>
                    <a:lnTo>
                      <a:pt x="70" y="3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7" name="Google Shape;407;p3"/>
              <p:cNvSpPr/>
              <p:nvPr/>
            </p:nvSpPr>
            <p:spPr>
              <a:xfrm>
                <a:off x="2386" y="2534"/>
                <a:ext cx="7" cy="10"/>
              </a:xfrm>
              <a:custGeom>
                <a:rect b="b" l="l" r="r" t="t"/>
                <a:pathLst>
                  <a:path extrusionOk="0" h="10" w="7">
                    <a:moveTo>
                      <a:pt x="7" y="10"/>
                    </a:moveTo>
                    <a:lnTo>
                      <a:pt x="7" y="0"/>
                    </a:lnTo>
                    <a:lnTo>
                      <a:pt x="0" y="0"/>
                    </a:lnTo>
                    <a:lnTo>
                      <a:pt x="0" y="7"/>
                    </a:lnTo>
                    <a:lnTo>
                      <a:pt x="7" y="10"/>
                    </a:lnTo>
                    <a:lnTo>
                      <a:pt x="7" y="7"/>
                    </a:lnTo>
                    <a:lnTo>
                      <a:pt x="7"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8" name="Google Shape;408;p3"/>
              <p:cNvSpPr/>
              <p:nvPr/>
            </p:nvSpPr>
            <p:spPr>
              <a:xfrm>
                <a:off x="2329" y="2541"/>
                <a:ext cx="64" cy="114"/>
              </a:xfrm>
              <a:custGeom>
                <a:rect b="b" l="l" r="r" t="t"/>
                <a:pathLst>
                  <a:path extrusionOk="0" h="114" w="64">
                    <a:moveTo>
                      <a:pt x="0" y="111"/>
                    </a:moveTo>
                    <a:lnTo>
                      <a:pt x="4" y="111"/>
                    </a:lnTo>
                    <a:lnTo>
                      <a:pt x="64" y="3"/>
                    </a:lnTo>
                    <a:lnTo>
                      <a:pt x="57" y="0"/>
                    </a:lnTo>
                    <a:lnTo>
                      <a:pt x="0" y="107"/>
                    </a:lnTo>
                    <a:lnTo>
                      <a:pt x="4" y="107"/>
                    </a:lnTo>
                    <a:lnTo>
                      <a:pt x="0" y="111"/>
                    </a:lnTo>
                    <a:lnTo>
                      <a:pt x="4" y="114"/>
                    </a:lnTo>
                    <a:lnTo>
                      <a:pt x="4" y="111"/>
                    </a:lnTo>
                    <a:lnTo>
                      <a:pt x="0" y="1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9" name="Google Shape;409;p3"/>
              <p:cNvSpPr/>
              <p:nvPr/>
            </p:nvSpPr>
            <p:spPr>
              <a:xfrm>
                <a:off x="2316" y="2551"/>
                <a:ext cx="17" cy="101"/>
              </a:xfrm>
              <a:custGeom>
                <a:rect b="b" l="l" r="r" t="t"/>
                <a:pathLst>
                  <a:path extrusionOk="0" h="101" w="17">
                    <a:moveTo>
                      <a:pt x="3" y="0"/>
                    </a:moveTo>
                    <a:lnTo>
                      <a:pt x="0" y="28"/>
                    </a:lnTo>
                    <a:lnTo>
                      <a:pt x="0" y="52"/>
                    </a:lnTo>
                    <a:lnTo>
                      <a:pt x="3" y="76"/>
                    </a:lnTo>
                    <a:lnTo>
                      <a:pt x="13" y="101"/>
                    </a:lnTo>
                    <a:lnTo>
                      <a:pt x="17" y="97"/>
                    </a:lnTo>
                    <a:lnTo>
                      <a:pt x="10" y="76"/>
                    </a:lnTo>
                    <a:lnTo>
                      <a:pt x="10" y="0"/>
                    </a:lnTo>
                    <a:lnTo>
                      <a:pt x="10" y="4"/>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0" name="Google Shape;410;p3"/>
              <p:cNvSpPr/>
              <p:nvPr/>
            </p:nvSpPr>
            <p:spPr>
              <a:xfrm>
                <a:off x="2319" y="2489"/>
                <a:ext cx="50" cy="66"/>
              </a:xfrm>
              <a:custGeom>
                <a:rect b="b" l="l" r="r" t="t"/>
                <a:pathLst>
                  <a:path extrusionOk="0" h="66" w="50">
                    <a:moveTo>
                      <a:pt x="50" y="3"/>
                    </a:moveTo>
                    <a:lnTo>
                      <a:pt x="44" y="3"/>
                    </a:lnTo>
                    <a:lnTo>
                      <a:pt x="24" y="24"/>
                    </a:lnTo>
                    <a:lnTo>
                      <a:pt x="20" y="31"/>
                    </a:lnTo>
                    <a:lnTo>
                      <a:pt x="14" y="38"/>
                    </a:lnTo>
                    <a:lnTo>
                      <a:pt x="10" y="45"/>
                    </a:lnTo>
                    <a:lnTo>
                      <a:pt x="4" y="52"/>
                    </a:lnTo>
                    <a:lnTo>
                      <a:pt x="0" y="62"/>
                    </a:lnTo>
                    <a:lnTo>
                      <a:pt x="7" y="66"/>
                    </a:lnTo>
                    <a:lnTo>
                      <a:pt x="10" y="55"/>
                    </a:lnTo>
                    <a:lnTo>
                      <a:pt x="14" y="48"/>
                    </a:lnTo>
                    <a:lnTo>
                      <a:pt x="20" y="41"/>
                    </a:lnTo>
                    <a:lnTo>
                      <a:pt x="24" y="34"/>
                    </a:lnTo>
                    <a:lnTo>
                      <a:pt x="44" y="14"/>
                    </a:lnTo>
                    <a:lnTo>
                      <a:pt x="50" y="10"/>
                    </a:lnTo>
                    <a:lnTo>
                      <a:pt x="44" y="10"/>
                    </a:lnTo>
                    <a:lnTo>
                      <a:pt x="50" y="3"/>
                    </a:lnTo>
                    <a:lnTo>
                      <a:pt x="47" y="0"/>
                    </a:lnTo>
                    <a:lnTo>
                      <a:pt x="44" y="3"/>
                    </a:lnTo>
                    <a:lnTo>
                      <a:pt x="5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1" name="Google Shape;411;p3"/>
              <p:cNvSpPr/>
              <p:nvPr/>
            </p:nvSpPr>
            <p:spPr>
              <a:xfrm>
                <a:off x="2363" y="2492"/>
                <a:ext cx="30" cy="45"/>
              </a:xfrm>
              <a:custGeom>
                <a:rect b="b" l="l" r="r" t="t"/>
                <a:pathLst>
                  <a:path extrusionOk="0" h="45" w="30">
                    <a:moveTo>
                      <a:pt x="30" y="42"/>
                    </a:moveTo>
                    <a:lnTo>
                      <a:pt x="26" y="42"/>
                    </a:lnTo>
                    <a:lnTo>
                      <a:pt x="23" y="38"/>
                    </a:lnTo>
                    <a:lnTo>
                      <a:pt x="20" y="31"/>
                    </a:lnTo>
                    <a:lnTo>
                      <a:pt x="16" y="28"/>
                    </a:lnTo>
                    <a:lnTo>
                      <a:pt x="16" y="25"/>
                    </a:lnTo>
                    <a:lnTo>
                      <a:pt x="13" y="18"/>
                    </a:lnTo>
                    <a:lnTo>
                      <a:pt x="10" y="11"/>
                    </a:lnTo>
                    <a:lnTo>
                      <a:pt x="6" y="7"/>
                    </a:lnTo>
                    <a:lnTo>
                      <a:pt x="6" y="0"/>
                    </a:lnTo>
                    <a:lnTo>
                      <a:pt x="0" y="7"/>
                    </a:lnTo>
                    <a:lnTo>
                      <a:pt x="6" y="14"/>
                    </a:lnTo>
                    <a:lnTo>
                      <a:pt x="6" y="21"/>
                    </a:lnTo>
                    <a:lnTo>
                      <a:pt x="10" y="25"/>
                    </a:lnTo>
                    <a:lnTo>
                      <a:pt x="10" y="31"/>
                    </a:lnTo>
                    <a:lnTo>
                      <a:pt x="13" y="38"/>
                    </a:lnTo>
                    <a:lnTo>
                      <a:pt x="20" y="42"/>
                    </a:lnTo>
                    <a:lnTo>
                      <a:pt x="23" y="45"/>
                    </a:lnTo>
                    <a:lnTo>
                      <a:pt x="23" y="42"/>
                    </a:lnTo>
                    <a:lnTo>
                      <a:pt x="30" y="42"/>
                    </a:lnTo>
                    <a:lnTo>
                      <a:pt x="26" y="42"/>
                    </a:lnTo>
                    <a:lnTo>
                      <a:pt x="30"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2" name="Google Shape;412;p3"/>
              <p:cNvSpPr/>
              <p:nvPr/>
            </p:nvSpPr>
            <p:spPr>
              <a:xfrm>
                <a:off x="2219" y="2548"/>
                <a:ext cx="100" cy="294"/>
              </a:xfrm>
              <a:custGeom>
                <a:rect b="b" l="l" r="r" t="t"/>
                <a:pathLst>
                  <a:path extrusionOk="0" h="294" w="100">
                    <a:moveTo>
                      <a:pt x="87" y="14"/>
                    </a:moveTo>
                    <a:lnTo>
                      <a:pt x="87" y="69"/>
                    </a:lnTo>
                    <a:lnTo>
                      <a:pt x="94" y="100"/>
                    </a:lnTo>
                    <a:lnTo>
                      <a:pt x="100" y="124"/>
                    </a:lnTo>
                    <a:lnTo>
                      <a:pt x="97" y="135"/>
                    </a:lnTo>
                    <a:lnTo>
                      <a:pt x="87" y="145"/>
                    </a:lnTo>
                    <a:lnTo>
                      <a:pt x="80" y="156"/>
                    </a:lnTo>
                    <a:lnTo>
                      <a:pt x="77" y="166"/>
                    </a:lnTo>
                    <a:lnTo>
                      <a:pt x="67" y="176"/>
                    </a:lnTo>
                    <a:lnTo>
                      <a:pt x="60" y="187"/>
                    </a:lnTo>
                    <a:lnTo>
                      <a:pt x="57" y="197"/>
                    </a:lnTo>
                    <a:lnTo>
                      <a:pt x="47" y="208"/>
                    </a:lnTo>
                    <a:lnTo>
                      <a:pt x="40" y="218"/>
                    </a:lnTo>
                    <a:lnTo>
                      <a:pt x="37" y="228"/>
                    </a:lnTo>
                    <a:lnTo>
                      <a:pt x="30" y="239"/>
                    </a:lnTo>
                    <a:lnTo>
                      <a:pt x="24" y="249"/>
                    </a:lnTo>
                    <a:lnTo>
                      <a:pt x="17" y="260"/>
                    </a:lnTo>
                    <a:lnTo>
                      <a:pt x="14" y="270"/>
                    </a:lnTo>
                    <a:lnTo>
                      <a:pt x="7" y="280"/>
                    </a:lnTo>
                    <a:lnTo>
                      <a:pt x="4" y="294"/>
                    </a:lnTo>
                    <a:lnTo>
                      <a:pt x="0" y="253"/>
                    </a:lnTo>
                    <a:lnTo>
                      <a:pt x="4" y="215"/>
                    </a:lnTo>
                    <a:lnTo>
                      <a:pt x="7" y="176"/>
                    </a:lnTo>
                    <a:lnTo>
                      <a:pt x="17" y="138"/>
                    </a:lnTo>
                    <a:lnTo>
                      <a:pt x="24" y="104"/>
                    </a:lnTo>
                    <a:lnTo>
                      <a:pt x="37" y="69"/>
                    </a:lnTo>
                    <a:lnTo>
                      <a:pt x="50" y="31"/>
                    </a:lnTo>
                    <a:lnTo>
                      <a:pt x="64" y="0"/>
                    </a:lnTo>
                    <a:lnTo>
                      <a:pt x="70" y="0"/>
                    </a:lnTo>
                    <a:lnTo>
                      <a:pt x="74" y="3"/>
                    </a:lnTo>
                    <a:lnTo>
                      <a:pt x="77" y="3"/>
                    </a:lnTo>
                    <a:lnTo>
                      <a:pt x="87" y="14"/>
                    </a:lnTo>
                    <a:close/>
                  </a:path>
                </a:pathLst>
              </a:custGeom>
              <a:solidFill>
                <a:srgbClr val="7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3" name="Google Shape;413;p3"/>
              <p:cNvSpPr/>
              <p:nvPr/>
            </p:nvSpPr>
            <p:spPr>
              <a:xfrm>
                <a:off x="2303" y="2562"/>
                <a:ext cx="23" cy="110"/>
              </a:xfrm>
              <a:custGeom>
                <a:rect b="b" l="l" r="r" t="t"/>
                <a:pathLst>
                  <a:path extrusionOk="0" h="110" w="23">
                    <a:moveTo>
                      <a:pt x="20" y="110"/>
                    </a:moveTo>
                    <a:lnTo>
                      <a:pt x="20" y="107"/>
                    </a:lnTo>
                    <a:lnTo>
                      <a:pt x="13" y="83"/>
                    </a:lnTo>
                    <a:lnTo>
                      <a:pt x="6" y="55"/>
                    </a:lnTo>
                    <a:lnTo>
                      <a:pt x="6" y="0"/>
                    </a:lnTo>
                    <a:lnTo>
                      <a:pt x="0" y="0"/>
                    </a:lnTo>
                    <a:lnTo>
                      <a:pt x="0" y="55"/>
                    </a:lnTo>
                    <a:lnTo>
                      <a:pt x="6" y="86"/>
                    </a:lnTo>
                    <a:lnTo>
                      <a:pt x="13" y="110"/>
                    </a:lnTo>
                    <a:lnTo>
                      <a:pt x="13" y="107"/>
                    </a:lnTo>
                    <a:lnTo>
                      <a:pt x="20" y="110"/>
                    </a:lnTo>
                    <a:lnTo>
                      <a:pt x="23" y="110"/>
                    </a:lnTo>
                    <a:lnTo>
                      <a:pt x="20" y="107"/>
                    </a:lnTo>
                    <a:lnTo>
                      <a:pt x="20" y="1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4" name="Google Shape;414;p3"/>
              <p:cNvSpPr/>
              <p:nvPr/>
            </p:nvSpPr>
            <p:spPr>
              <a:xfrm>
                <a:off x="2219" y="2669"/>
                <a:ext cx="104" cy="187"/>
              </a:xfrm>
              <a:custGeom>
                <a:rect b="b" l="l" r="r" t="t"/>
                <a:pathLst>
                  <a:path extrusionOk="0" h="187" w="104">
                    <a:moveTo>
                      <a:pt x="0" y="173"/>
                    </a:moveTo>
                    <a:lnTo>
                      <a:pt x="7" y="173"/>
                    </a:lnTo>
                    <a:lnTo>
                      <a:pt x="10" y="163"/>
                    </a:lnTo>
                    <a:lnTo>
                      <a:pt x="17" y="152"/>
                    </a:lnTo>
                    <a:lnTo>
                      <a:pt x="20" y="142"/>
                    </a:lnTo>
                    <a:lnTo>
                      <a:pt x="27" y="132"/>
                    </a:lnTo>
                    <a:lnTo>
                      <a:pt x="34" y="121"/>
                    </a:lnTo>
                    <a:lnTo>
                      <a:pt x="40" y="107"/>
                    </a:lnTo>
                    <a:lnTo>
                      <a:pt x="44" y="97"/>
                    </a:lnTo>
                    <a:lnTo>
                      <a:pt x="50" y="87"/>
                    </a:lnTo>
                    <a:lnTo>
                      <a:pt x="57" y="76"/>
                    </a:lnTo>
                    <a:lnTo>
                      <a:pt x="64" y="66"/>
                    </a:lnTo>
                    <a:lnTo>
                      <a:pt x="70" y="55"/>
                    </a:lnTo>
                    <a:lnTo>
                      <a:pt x="77" y="45"/>
                    </a:lnTo>
                    <a:lnTo>
                      <a:pt x="84" y="35"/>
                    </a:lnTo>
                    <a:lnTo>
                      <a:pt x="90" y="24"/>
                    </a:lnTo>
                    <a:lnTo>
                      <a:pt x="97" y="14"/>
                    </a:lnTo>
                    <a:lnTo>
                      <a:pt x="104" y="3"/>
                    </a:lnTo>
                    <a:lnTo>
                      <a:pt x="97" y="0"/>
                    </a:lnTo>
                    <a:lnTo>
                      <a:pt x="94" y="10"/>
                    </a:lnTo>
                    <a:lnTo>
                      <a:pt x="87" y="21"/>
                    </a:lnTo>
                    <a:lnTo>
                      <a:pt x="80" y="31"/>
                    </a:lnTo>
                    <a:lnTo>
                      <a:pt x="74" y="45"/>
                    </a:lnTo>
                    <a:lnTo>
                      <a:pt x="67" y="52"/>
                    </a:lnTo>
                    <a:lnTo>
                      <a:pt x="60" y="62"/>
                    </a:lnTo>
                    <a:lnTo>
                      <a:pt x="54" y="73"/>
                    </a:lnTo>
                    <a:lnTo>
                      <a:pt x="47" y="83"/>
                    </a:lnTo>
                    <a:lnTo>
                      <a:pt x="40" y="94"/>
                    </a:lnTo>
                    <a:lnTo>
                      <a:pt x="34" y="104"/>
                    </a:lnTo>
                    <a:lnTo>
                      <a:pt x="27" y="118"/>
                    </a:lnTo>
                    <a:lnTo>
                      <a:pt x="20" y="128"/>
                    </a:lnTo>
                    <a:lnTo>
                      <a:pt x="14" y="139"/>
                    </a:lnTo>
                    <a:lnTo>
                      <a:pt x="10" y="149"/>
                    </a:lnTo>
                    <a:lnTo>
                      <a:pt x="4" y="159"/>
                    </a:lnTo>
                    <a:lnTo>
                      <a:pt x="0" y="170"/>
                    </a:lnTo>
                    <a:lnTo>
                      <a:pt x="7" y="173"/>
                    </a:lnTo>
                    <a:lnTo>
                      <a:pt x="0" y="173"/>
                    </a:lnTo>
                    <a:lnTo>
                      <a:pt x="0" y="187"/>
                    </a:lnTo>
                    <a:lnTo>
                      <a:pt x="7" y="173"/>
                    </a:lnTo>
                    <a:lnTo>
                      <a:pt x="0" y="17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5" name="Google Shape;415;p3"/>
              <p:cNvSpPr/>
              <p:nvPr/>
            </p:nvSpPr>
            <p:spPr>
              <a:xfrm>
                <a:off x="2216" y="2541"/>
                <a:ext cx="70" cy="301"/>
              </a:xfrm>
              <a:custGeom>
                <a:rect b="b" l="l" r="r" t="t"/>
                <a:pathLst>
                  <a:path extrusionOk="0" h="301" w="70">
                    <a:moveTo>
                      <a:pt x="67" y="3"/>
                    </a:moveTo>
                    <a:lnTo>
                      <a:pt x="63" y="3"/>
                    </a:lnTo>
                    <a:lnTo>
                      <a:pt x="50" y="38"/>
                    </a:lnTo>
                    <a:lnTo>
                      <a:pt x="37" y="73"/>
                    </a:lnTo>
                    <a:lnTo>
                      <a:pt x="27" y="111"/>
                    </a:lnTo>
                    <a:lnTo>
                      <a:pt x="17" y="145"/>
                    </a:lnTo>
                    <a:lnTo>
                      <a:pt x="7" y="183"/>
                    </a:lnTo>
                    <a:lnTo>
                      <a:pt x="3" y="222"/>
                    </a:lnTo>
                    <a:lnTo>
                      <a:pt x="0" y="260"/>
                    </a:lnTo>
                    <a:lnTo>
                      <a:pt x="3" y="301"/>
                    </a:lnTo>
                    <a:lnTo>
                      <a:pt x="10" y="301"/>
                    </a:lnTo>
                    <a:lnTo>
                      <a:pt x="7" y="260"/>
                    </a:lnTo>
                    <a:lnTo>
                      <a:pt x="10" y="222"/>
                    </a:lnTo>
                    <a:lnTo>
                      <a:pt x="13" y="183"/>
                    </a:lnTo>
                    <a:lnTo>
                      <a:pt x="23" y="149"/>
                    </a:lnTo>
                    <a:lnTo>
                      <a:pt x="30" y="111"/>
                    </a:lnTo>
                    <a:lnTo>
                      <a:pt x="43" y="76"/>
                    </a:lnTo>
                    <a:lnTo>
                      <a:pt x="57" y="41"/>
                    </a:lnTo>
                    <a:lnTo>
                      <a:pt x="70" y="7"/>
                    </a:lnTo>
                    <a:lnTo>
                      <a:pt x="67" y="10"/>
                    </a:lnTo>
                    <a:lnTo>
                      <a:pt x="67" y="0"/>
                    </a:lnTo>
                    <a:lnTo>
                      <a:pt x="63" y="3"/>
                    </a:lnTo>
                    <a:lnTo>
                      <a:pt x="6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6" name="Google Shape;416;p3"/>
              <p:cNvSpPr/>
              <p:nvPr/>
            </p:nvSpPr>
            <p:spPr>
              <a:xfrm>
                <a:off x="2283" y="2544"/>
                <a:ext cx="26" cy="18"/>
              </a:xfrm>
              <a:custGeom>
                <a:rect b="b" l="l" r="r" t="t"/>
                <a:pathLst>
                  <a:path extrusionOk="0" h="18" w="26">
                    <a:moveTo>
                      <a:pt x="26" y="18"/>
                    </a:moveTo>
                    <a:lnTo>
                      <a:pt x="26" y="14"/>
                    </a:lnTo>
                    <a:lnTo>
                      <a:pt x="20" y="7"/>
                    </a:lnTo>
                    <a:lnTo>
                      <a:pt x="16" y="7"/>
                    </a:lnTo>
                    <a:lnTo>
                      <a:pt x="10" y="0"/>
                    </a:lnTo>
                    <a:lnTo>
                      <a:pt x="0" y="0"/>
                    </a:lnTo>
                    <a:lnTo>
                      <a:pt x="0" y="7"/>
                    </a:lnTo>
                    <a:lnTo>
                      <a:pt x="6" y="7"/>
                    </a:lnTo>
                    <a:lnTo>
                      <a:pt x="10" y="11"/>
                    </a:lnTo>
                    <a:lnTo>
                      <a:pt x="13" y="11"/>
                    </a:lnTo>
                    <a:lnTo>
                      <a:pt x="20" y="18"/>
                    </a:lnTo>
                    <a:lnTo>
                      <a:pt x="23" y="18"/>
                    </a:lnTo>
                    <a:lnTo>
                      <a:pt x="20" y="18"/>
                    </a:lnTo>
                    <a:lnTo>
                      <a:pt x="26" y="18"/>
                    </a:lnTo>
                    <a:lnTo>
                      <a:pt x="26" y="14"/>
                    </a:lnTo>
                    <a:lnTo>
                      <a:pt x="26" y="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7" name="Google Shape;417;p3"/>
              <p:cNvSpPr/>
              <p:nvPr/>
            </p:nvSpPr>
            <p:spPr>
              <a:xfrm>
                <a:off x="753" y="2603"/>
                <a:ext cx="926" cy="655"/>
              </a:xfrm>
              <a:custGeom>
                <a:rect b="b" l="l" r="r" t="t"/>
                <a:pathLst>
                  <a:path extrusionOk="0" h="655" w="926">
                    <a:moveTo>
                      <a:pt x="916" y="4"/>
                    </a:moveTo>
                    <a:lnTo>
                      <a:pt x="916" y="7"/>
                    </a:lnTo>
                    <a:lnTo>
                      <a:pt x="910" y="11"/>
                    </a:lnTo>
                    <a:lnTo>
                      <a:pt x="903" y="14"/>
                    </a:lnTo>
                    <a:lnTo>
                      <a:pt x="893" y="24"/>
                    </a:lnTo>
                    <a:lnTo>
                      <a:pt x="890" y="31"/>
                    </a:lnTo>
                    <a:lnTo>
                      <a:pt x="883" y="35"/>
                    </a:lnTo>
                    <a:lnTo>
                      <a:pt x="880" y="42"/>
                    </a:lnTo>
                    <a:lnTo>
                      <a:pt x="870" y="52"/>
                    </a:lnTo>
                    <a:lnTo>
                      <a:pt x="866" y="59"/>
                    </a:lnTo>
                    <a:lnTo>
                      <a:pt x="860" y="66"/>
                    </a:lnTo>
                    <a:lnTo>
                      <a:pt x="856" y="73"/>
                    </a:lnTo>
                    <a:lnTo>
                      <a:pt x="850" y="80"/>
                    </a:lnTo>
                    <a:lnTo>
                      <a:pt x="846" y="87"/>
                    </a:lnTo>
                    <a:lnTo>
                      <a:pt x="840" y="90"/>
                    </a:lnTo>
                    <a:lnTo>
                      <a:pt x="836" y="97"/>
                    </a:lnTo>
                    <a:lnTo>
                      <a:pt x="830" y="104"/>
                    </a:lnTo>
                    <a:lnTo>
                      <a:pt x="826" y="111"/>
                    </a:lnTo>
                    <a:lnTo>
                      <a:pt x="820" y="118"/>
                    </a:lnTo>
                    <a:lnTo>
                      <a:pt x="813" y="121"/>
                    </a:lnTo>
                    <a:lnTo>
                      <a:pt x="810" y="128"/>
                    </a:lnTo>
                    <a:lnTo>
                      <a:pt x="796" y="142"/>
                    </a:lnTo>
                    <a:lnTo>
                      <a:pt x="790" y="146"/>
                    </a:lnTo>
                    <a:lnTo>
                      <a:pt x="780" y="160"/>
                    </a:lnTo>
                    <a:lnTo>
                      <a:pt x="770" y="173"/>
                    </a:lnTo>
                    <a:lnTo>
                      <a:pt x="756" y="187"/>
                    </a:lnTo>
                    <a:lnTo>
                      <a:pt x="746" y="201"/>
                    </a:lnTo>
                    <a:lnTo>
                      <a:pt x="736" y="215"/>
                    </a:lnTo>
                    <a:lnTo>
                      <a:pt x="723" y="225"/>
                    </a:lnTo>
                    <a:lnTo>
                      <a:pt x="713" y="239"/>
                    </a:lnTo>
                    <a:lnTo>
                      <a:pt x="700" y="253"/>
                    </a:lnTo>
                    <a:lnTo>
                      <a:pt x="690" y="267"/>
                    </a:lnTo>
                    <a:lnTo>
                      <a:pt x="680" y="281"/>
                    </a:lnTo>
                    <a:lnTo>
                      <a:pt x="666" y="295"/>
                    </a:lnTo>
                    <a:lnTo>
                      <a:pt x="656" y="309"/>
                    </a:lnTo>
                    <a:lnTo>
                      <a:pt x="646" y="322"/>
                    </a:lnTo>
                    <a:lnTo>
                      <a:pt x="636" y="336"/>
                    </a:lnTo>
                    <a:lnTo>
                      <a:pt x="626" y="350"/>
                    </a:lnTo>
                    <a:lnTo>
                      <a:pt x="620" y="364"/>
                    </a:lnTo>
                    <a:lnTo>
                      <a:pt x="613" y="374"/>
                    </a:lnTo>
                    <a:lnTo>
                      <a:pt x="603" y="381"/>
                    </a:lnTo>
                    <a:lnTo>
                      <a:pt x="593" y="388"/>
                    </a:lnTo>
                    <a:lnTo>
                      <a:pt x="583" y="392"/>
                    </a:lnTo>
                    <a:lnTo>
                      <a:pt x="560" y="392"/>
                    </a:lnTo>
                    <a:lnTo>
                      <a:pt x="550" y="395"/>
                    </a:lnTo>
                    <a:lnTo>
                      <a:pt x="253" y="395"/>
                    </a:lnTo>
                    <a:lnTo>
                      <a:pt x="236" y="392"/>
                    </a:lnTo>
                    <a:lnTo>
                      <a:pt x="173" y="392"/>
                    </a:lnTo>
                    <a:lnTo>
                      <a:pt x="156" y="388"/>
                    </a:lnTo>
                    <a:lnTo>
                      <a:pt x="110" y="388"/>
                    </a:lnTo>
                    <a:lnTo>
                      <a:pt x="93" y="385"/>
                    </a:lnTo>
                    <a:lnTo>
                      <a:pt x="56" y="385"/>
                    </a:lnTo>
                    <a:lnTo>
                      <a:pt x="40" y="381"/>
                    </a:lnTo>
                    <a:lnTo>
                      <a:pt x="23" y="381"/>
                    </a:lnTo>
                    <a:lnTo>
                      <a:pt x="20" y="385"/>
                    </a:lnTo>
                    <a:lnTo>
                      <a:pt x="20" y="388"/>
                    </a:lnTo>
                    <a:lnTo>
                      <a:pt x="16" y="392"/>
                    </a:lnTo>
                    <a:lnTo>
                      <a:pt x="16" y="395"/>
                    </a:lnTo>
                    <a:lnTo>
                      <a:pt x="20" y="399"/>
                    </a:lnTo>
                    <a:lnTo>
                      <a:pt x="50" y="399"/>
                    </a:lnTo>
                    <a:lnTo>
                      <a:pt x="63" y="402"/>
                    </a:lnTo>
                    <a:lnTo>
                      <a:pt x="150" y="402"/>
                    </a:lnTo>
                    <a:lnTo>
                      <a:pt x="163" y="406"/>
                    </a:lnTo>
                    <a:lnTo>
                      <a:pt x="276" y="406"/>
                    </a:lnTo>
                    <a:lnTo>
                      <a:pt x="290" y="409"/>
                    </a:lnTo>
                    <a:lnTo>
                      <a:pt x="473" y="409"/>
                    </a:lnTo>
                    <a:lnTo>
                      <a:pt x="476" y="412"/>
                    </a:lnTo>
                    <a:lnTo>
                      <a:pt x="500" y="412"/>
                    </a:lnTo>
                    <a:lnTo>
                      <a:pt x="506" y="409"/>
                    </a:lnTo>
                    <a:lnTo>
                      <a:pt x="583" y="409"/>
                    </a:lnTo>
                    <a:lnTo>
                      <a:pt x="590" y="406"/>
                    </a:lnTo>
                    <a:lnTo>
                      <a:pt x="596" y="406"/>
                    </a:lnTo>
                    <a:lnTo>
                      <a:pt x="600" y="412"/>
                    </a:lnTo>
                    <a:lnTo>
                      <a:pt x="600" y="437"/>
                    </a:lnTo>
                    <a:lnTo>
                      <a:pt x="603" y="444"/>
                    </a:lnTo>
                    <a:lnTo>
                      <a:pt x="606" y="471"/>
                    </a:lnTo>
                    <a:lnTo>
                      <a:pt x="610" y="492"/>
                    </a:lnTo>
                    <a:lnTo>
                      <a:pt x="613" y="516"/>
                    </a:lnTo>
                    <a:lnTo>
                      <a:pt x="616" y="541"/>
                    </a:lnTo>
                    <a:lnTo>
                      <a:pt x="623" y="565"/>
                    </a:lnTo>
                    <a:lnTo>
                      <a:pt x="626" y="589"/>
                    </a:lnTo>
                    <a:lnTo>
                      <a:pt x="633" y="610"/>
                    </a:lnTo>
                    <a:lnTo>
                      <a:pt x="643" y="631"/>
                    </a:lnTo>
                    <a:lnTo>
                      <a:pt x="646" y="634"/>
                    </a:lnTo>
                    <a:lnTo>
                      <a:pt x="653" y="627"/>
                    </a:lnTo>
                    <a:lnTo>
                      <a:pt x="653" y="617"/>
                    </a:lnTo>
                    <a:lnTo>
                      <a:pt x="650" y="610"/>
                    </a:lnTo>
                    <a:lnTo>
                      <a:pt x="646" y="606"/>
                    </a:lnTo>
                    <a:lnTo>
                      <a:pt x="643" y="596"/>
                    </a:lnTo>
                    <a:lnTo>
                      <a:pt x="636" y="572"/>
                    </a:lnTo>
                    <a:lnTo>
                      <a:pt x="633" y="548"/>
                    </a:lnTo>
                    <a:lnTo>
                      <a:pt x="626" y="523"/>
                    </a:lnTo>
                    <a:lnTo>
                      <a:pt x="626" y="496"/>
                    </a:lnTo>
                    <a:lnTo>
                      <a:pt x="623" y="471"/>
                    </a:lnTo>
                    <a:lnTo>
                      <a:pt x="620" y="444"/>
                    </a:lnTo>
                    <a:lnTo>
                      <a:pt x="616" y="419"/>
                    </a:lnTo>
                    <a:lnTo>
                      <a:pt x="613" y="395"/>
                    </a:lnTo>
                    <a:lnTo>
                      <a:pt x="620" y="385"/>
                    </a:lnTo>
                    <a:lnTo>
                      <a:pt x="626" y="374"/>
                    </a:lnTo>
                    <a:lnTo>
                      <a:pt x="636" y="364"/>
                    </a:lnTo>
                    <a:lnTo>
                      <a:pt x="643" y="354"/>
                    </a:lnTo>
                    <a:lnTo>
                      <a:pt x="646" y="343"/>
                    </a:lnTo>
                    <a:lnTo>
                      <a:pt x="656" y="336"/>
                    </a:lnTo>
                    <a:lnTo>
                      <a:pt x="663" y="326"/>
                    </a:lnTo>
                    <a:lnTo>
                      <a:pt x="670" y="319"/>
                    </a:lnTo>
                    <a:lnTo>
                      <a:pt x="676" y="309"/>
                    </a:lnTo>
                    <a:lnTo>
                      <a:pt x="683" y="298"/>
                    </a:lnTo>
                    <a:lnTo>
                      <a:pt x="690" y="288"/>
                    </a:lnTo>
                    <a:lnTo>
                      <a:pt x="700" y="281"/>
                    </a:lnTo>
                    <a:lnTo>
                      <a:pt x="706" y="270"/>
                    </a:lnTo>
                    <a:lnTo>
                      <a:pt x="713" y="260"/>
                    </a:lnTo>
                    <a:lnTo>
                      <a:pt x="723" y="253"/>
                    </a:lnTo>
                    <a:lnTo>
                      <a:pt x="730" y="243"/>
                    </a:lnTo>
                    <a:lnTo>
                      <a:pt x="740" y="229"/>
                    </a:lnTo>
                    <a:lnTo>
                      <a:pt x="753" y="215"/>
                    </a:lnTo>
                    <a:lnTo>
                      <a:pt x="763" y="201"/>
                    </a:lnTo>
                    <a:lnTo>
                      <a:pt x="773" y="187"/>
                    </a:lnTo>
                    <a:lnTo>
                      <a:pt x="810" y="149"/>
                    </a:lnTo>
                    <a:lnTo>
                      <a:pt x="823" y="132"/>
                    </a:lnTo>
                    <a:lnTo>
                      <a:pt x="846" y="108"/>
                    </a:lnTo>
                    <a:lnTo>
                      <a:pt x="856" y="90"/>
                    </a:lnTo>
                    <a:lnTo>
                      <a:pt x="870" y="80"/>
                    </a:lnTo>
                    <a:lnTo>
                      <a:pt x="883" y="66"/>
                    </a:lnTo>
                    <a:lnTo>
                      <a:pt x="893" y="52"/>
                    </a:lnTo>
                    <a:lnTo>
                      <a:pt x="903" y="38"/>
                    </a:lnTo>
                    <a:lnTo>
                      <a:pt x="916" y="24"/>
                    </a:lnTo>
                    <a:lnTo>
                      <a:pt x="920" y="87"/>
                    </a:lnTo>
                    <a:lnTo>
                      <a:pt x="923" y="149"/>
                    </a:lnTo>
                    <a:lnTo>
                      <a:pt x="923" y="212"/>
                    </a:lnTo>
                    <a:lnTo>
                      <a:pt x="926" y="270"/>
                    </a:lnTo>
                    <a:lnTo>
                      <a:pt x="923" y="277"/>
                    </a:lnTo>
                    <a:lnTo>
                      <a:pt x="900" y="302"/>
                    </a:lnTo>
                    <a:lnTo>
                      <a:pt x="890" y="322"/>
                    </a:lnTo>
                    <a:lnTo>
                      <a:pt x="876" y="340"/>
                    </a:lnTo>
                    <a:lnTo>
                      <a:pt x="866" y="357"/>
                    </a:lnTo>
                    <a:lnTo>
                      <a:pt x="853" y="374"/>
                    </a:lnTo>
                    <a:lnTo>
                      <a:pt x="843" y="392"/>
                    </a:lnTo>
                    <a:lnTo>
                      <a:pt x="830" y="409"/>
                    </a:lnTo>
                    <a:lnTo>
                      <a:pt x="816" y="426"/>
                    </a:lnTo>
                    <a:lnTo>
                      <a:pt x="803" y="444"/>
                    </a:lnTo>
                    <a:lnTo>
                      <a:pt x="790" y="461"/>
                    </a:lnTo>
                    <a:lnTo>
                      <a:pt x="780" y="478"/>
                    </a:lnTo>
                    <a:lnTo>
                      <a:pt x="766" y="496"/>
                    </a:lnTo>
                    <a:lnTo>
                      <a:pt x="753" y="513"/>
                    </a:lnTo>
                    <a:lnTo>
                      <a:pt x="743" y="530"/>
                    </a:lnTo>
                    <a:lnTo>
                      <a:pt x="730" y="548"/>
                    </a:lnTo>
                    <a:lnTo>
                      <a:pt x="716" y="565"/>
                    </a:lnTo>
                    <a:lnTo>
                      <a:pt x="706" y="582"/>
                    </a:lnTo>
                    <a:lnTo>
                      <a:pt x="700" y="593"/>
                    </a:lnTo>
                    <a:lnTo>
                      <a:pt x="696" y="600"/>
                    </a:lnTo>
                    <a:lnTo>
                      <a:pt x="690" y="606"/>
                    </a:lnTo>
                    <a:lnTo>
                      <a:pt x="683" y="617"/>
                    </a:lnTo>
                    <a:lnTo>
                      <a:pt x="680" y="624"/>
                    </a:lnTo>
                    <a:lnTo>
                      <a:pt x="673" y="631"/>
                    </a:lnTo>
                    <a:lnTo>
                      <a:pt x="666" y="641"/>
                    </a:lnTo>
                    <a:lnTo>
                      <a:pt x="663" y="648"/>
                    </a:lnTo>
                    <a:lnTo>
                      <a:pt x="653" y="652"/>
                    </a:lnTo>
                    <a:lnTo>
                      <a:pt x="610" y="652"/>
                    </a:lnTo>
                    <a:lnTo>
                      <a:pt x="600" y="655"/>
                    </a:lnTo>
                    <a:lnTo>
                      <a:pt x="533" y="655"/>
                    </a:lnTo>
                    <a:lnTo>
                      <a:pt x="523" y="652"/>
                    </a:lnTo>
                    <a:lnTo>
                      <a:pt x="523" y="627"/>
                    </a:lnTo>
                    <a:lnTo>
                      <a:pt x="516" y="600"/>
                    </a:lnTo>
                    <a:lnTo>
                      <a:pt x="513" y="572"/>
                    </a:lnTo>
                    <a:lnTo>
                      <a:pt x="506" y="548"/>
                    </a:lnTo>
                    <a:lnTo>
                      <a:pt x="500" y="520"/>
                    </a:lnTo>
                    <a:lnTo>
                      <a:pt x="493" y="492"/>
                    </a:lnTo>
                    <a:lnTo>
                      <a:pt x="490" y="464"/>
                    </a:lnTo>
                    <a:lnTo>
                      <a:pt x="486" y="437"/>
                    </a:lnTo>
                    <a:lnTo>
                      <a:pt x="483" y="433"/>
                    </a:lnTo>
                    <a:lnTo>
                      <a:pt x="483" y="426"/>
                    </a:lnTo>
                    <a:lnTo>
                      <a:pt x="480" y="419"/>
                    </a:lnTo>
                    <a:lnTo>
                      <a:pt x="476" y="416"/>
                    </a:lnTo>
                    <a:lnTo>
                      <a:pt x="473" y="426"/>
                    </a:lnTo>
                    <a:lnTo>
                      <a:pt x="470" y="433"/>
                    </a:lnTo>
                    <a:lnTo>
                      <a:pt x="473" y="444"/>
                    </a:lnTo>
                    <a:lnTo>
                      <a:pt x="473" y="454"/>
                    </a:lnTo>
                    <a:lnTo>
                      <a:pt x="476" y="468"/>
                    </a:lnTo>
                    <a:lnTo>
                      <a:pt x="480" y="482"/>
                    </a:lnTo>
                    <a:lnTo>
                      <a:pt x="480" y="496"/>
                    </a:lnTo>
                    <a:lnTo>
                      <a:pt x="483" y="509"/>
                    </a:lnTo>
                    <a:lnTo>
                      <a:pt x="486" y="523"/>
                    </a:lnTo>
                    <a:lnTo>
                      <a:pt x="490" y="537"/>
                    </a:lnTo>
                    <a:lnTo>
                      <a:pt x="490" y="551"/>
                    </a:lnTo>
                    <a:lnTo>
                      <a:pt x="493" y="565"/>
                    </a:lnTo>
                    <a:lnTo>
                      <a:pt x="476" y="565"/>
                    </a:lnTo>
                    <a:lnTo>
                      <a:pt x="460" y="568"/>
                    </a:lnTo>
                    <a:lnTo>
                      <a:pt x="396" y="568"/>
                    </a:lnTo>
                    <a:lnTo>
                      <a:pt x="383" y="565"/>
                    </a:lnTo>
                    <a:lnTo>
                      <a:pt x="253" y="565"/>
                    </a:lnTo>
                    <a:lnTo>
                      <a:pt x="236" y="568"/>
                    </a:lnTo>
                    <a:lnTo>
                      <a:pt x="226" y="568"/>
                    </a:lnTo>
                    <a:lnTo>
                      <a:pt x="213" y="565"/>
                    </a:lnTo>
                    <a:lnTo>
                      <a:pt x="153" y="565"/>
                    </a:lnTo>
                    <a:lnTo>
                      <a:pt x="143" y="561"/>
                    </a:lnTo>
                    <a:lnTo>
                      <a:pt x="80" y="561"/>
                    </a:lnTo>
                    <a:lnTo>
                      <a:pt x="70" y="565"/>
                    </a:lnTo>
                    <a:lnTo>
                      <a:pt x="56" y="565"/>
                    </a:lnTo>
                    <a:lnTo>
                      <a:pt x="46" y="568"/>
                    </a:lnTo>
                    <a:lnTo>
                      <a:pt x="56" y="579"/>
                    </a:lnTo>
                    <a:lnTo>
                      <a:pt x="450" y="579"/>
                    </a:lnTo>
                    <a:lnTo>
                      <a:pt x="463" y="582"/>
                    </a:lnTo>
                    <a:lnTo>
                      <a:pt x="490" y="582"/>
                    </a:lnTo>
                    <a:lnTo>
                      <a:pt x="493" y="579"/>
                    </a:lnTo>
                    <a:lnTo>
                      <a:pt x="496" y="579"/>
                    </a:lnTo>
                    <a:lnTo>
                      <a:pt x="496" y="575"/>
                    </a:lnTo>
                    <a:lnTo>
                      <a:pt x="510" y="652"/>
                    </a:lnTo>
                    <a:lnTo>
                      <a:pt x="163" y="652"/>
                    </a:lnTo>
                    <a:lnTo>
                      <a:pt x="150" y="648"/>
                    </a:lnTo>
                    <a:lnTo>
                      <a:pt x="73" y="648"/>
                    </a:lnTo>
                    <a:lnTo>
                      <a:pt x="73" y="652"/>
                    </a:lnTo>
                    <a:lnTo>
                      <a:pt x="70" y="648"/>
                    </a:lnTo>
                    <a:lnTo>
                      <a:pt x="66" y="648"/>
                    </a:lnTo>
                    <a:lnTo>
                      <a:pt x="60" y="638"/>
                    </a:lnTo>
                    <a:lnTo>
                      <a:pt x="56" y="627"/>
                    </a:lnTo>
                    <a:lnTo>
                      <a:pt x="53" y="617"/>
                    </a:lnTo>
                    <a:lnTo>
                      <a:pt x="50" y="606"/>
                    </a:lnTo>
                    <a:lnTo>
                      <a:pt x="50" y="593"/>
                    </a:lnTo>
                    <a:lnTo>
                      <a:pt x="46" y="582"/>
                    </a:lnTo>
                    <a:lnTo>
                      <a:pt x="43" y="568"/>
                    </a:lnTo>
                    <a:lnTo>
                      <a:pt x="40" y="558"/>
                    </a:lnTo>
                    <a:lnTo>
                      <a:pt x="36" y="537"/>
                    </a:lnTo>
                    <a:lnTo>
                      <a:pt x="26" y="516"/>
                    </a:lnTo>
                    <a:lnTo>
                      <a:pt x="23" y="496"/>
                    </a:lnTo>
                    <a:lnTo>
                      <a:pt x="20" y="475"/>
                    </a:lnTo>
                    <a:lnTo>
                      <a:pt x="13" y="454"/>
                    </a:lnTo>
                    <a:lnTo>
                      <a:pt x="10" y="433"/>
                    </a:lnTo>
                    <a:lnTo>
                      <a:pt x="6" y="412"/>
                    </a:lnTo>
                    <a:lnTo>
                      <a:pt x="0" y="392"/>
                    </a:lnTo>
                    <a:lnTo>
                      <a:pt x="13" y="378"/>
                    </a:lnTo>
                    <a:lnTo>
                      <a:pt x="20" y="374"/>
                    </a:lnTo>
                    <a:lnTo>
                      <a:pt x="23" y="367"/>
                    </a:lnTo>
                    <a:lnTo>
                      <a:pt x="36" y="354"/>
                    </a:lnTo>
                    <a:lnTo>
                      <a:pt x="40" y="347"/>
                    </a:lnTo>
                    <a:lnTo>
                      <a:pt x="46" y="340"/>
                    </a:lnTo>
                    <a:lnTo>
                      <a:pt x="53" y="336"/>
                    </a:lnTo>
                    <a:lnTo>
                      <a:pt x="56" y="329"/>
                    </a:lnTo>
                    <a:lnTo>
                      <a:pt x="63" y="322"/>
                    </a:lnTo>
                    <a:lnTo>
                      <a:pt x="70" y="319"/>
                    </a:lnTo>
                    <a:lnTo>
                      <a:pt x="73" y="312"/>
                    </a:lnTo>
                    <a:lnTo>
                      <a:pt x="80" y="309"/>
                    </a:lnTo>
                    <a:lnTo>
                      <a:pt x="90" y="302"/>
                    </a:lnTo>
                    <a:lnTo>
                      <a:pt x="93" y="298"/>
                    </a:lnTo>
                    <a:lnTo>
                      <a:pt x="96" y="302"/>
                    </a:lnTo>
                    <a:lnTo>
                      <a:pt x="100" y="309"/>
                    </a:lnTo>
                    <a:lnTo>
                      <a:pt x="103" y="312"/>
                    </a:lnTo>
                    <a:lnTo>
                      <a:pt x="106" y="319"/>
                    </a:lnTo>
                    <a:lnTo>
                      <a:pt x="116" y="329"/>
                    </a:lnTo>
                    <a:lnTo>
                      <a:pt x="120" y="336"/>
                    </a:lnTo>
                    <a:lnTo>
                      <a:pt x="113" y="336"/>
                    </a:lnTo>
                    <a:lnTo>
                      <a:pt x="113" y="340"/>
                    </a:lnTo>
                    <a:lnTo>
                      <a:pt x="110" y="340"/>
                    </a:lnTo>
                    <a:lnTo>
                      <a:pt x="110" y="347"/>
                    </a:lnTo>
                    <a:lnTo>
                      <a:pt x="113" y="354"/>
                    </a:lnTo>
                    <a:lnTo>
                      <a:pt x="116" y="357"/>
                    </a:lnTo>
                    <a:lnTo>
                      <a:pt x="123" y="360"/>
                    </a:lnTo>
                    <a:lnTo>
                      <a:pt x="150" y="360"/>
                    </a:lnTo>
                    <a:lnTo>
                      <a:pt x="160" y="364"/>
                    </a:lnTo>
                    <a:lnTo>
                      <a:pt x="266" y="364"/>
                    </a:lnTo>
                    <a:lnTo>
                      <a:pt x="276" y="367"/>
                    </a:lnTo>
                    <a:lnTo>
                      <a:pt x="293" y="364"/>
                    </a:lnTo>
                    <a:lnTo>
                      <a:pt x="436" y="364"/>
                    </a:lnTo>
                    <a:lnTo>
                      <a:pt x="450" y="360"/>
                    </a:lnTo>
                    <a:lnTo>
                      <a:pt x="543" y="360"/>
                    </a:lnTo>
                    <a:lnTo>
                      <a:pt x="550" y="357"/>
                    </a:lnTo>
                    <a:lnTo>
                      <a:pt x="553" y="357"/>
                    </a:lnTo>
                    <a:lnTo>
                      <a:pt x="556" y="354"/>
                    </a:lnTo>
                    <a:lnTo>
                      <a:pt x="563" y="350"/>
                    </a:lnTo>
                    <a:lnTo>
                      <a:pt x="570" y="343"/>
                    </a:lnTo>
                    <a:lnTo>
                      <a:pt x="576" y="340"/>
                    </a:lnTo>
                    <a:lnTo>
                      <a:pt x="586" y="326"/>
                    </a:lnTo>
                    <a:lnTo>
                      <a:pt x="596" y="312"/>
                    </a:lnTo>
                    <a:lnTo>
                      <a:pt x="610" y="302"/>
                    </a:lnTo>
                    <a:lnTo>
                      <a:pt x="693" y="215"/>
                    </a:lnTo>
                    <a:lnTo>
                      <a:pt x="706" y="205"/>
                    </a:lnTo>
                    <a:lnTo>
                      <a:pt x="716" y="191"/>
                    </a:lnTo>
                    <a:lnTo>
                      <a:pt x="740" y="166"/>
                    </a:lnTo>
                    <a:lnTo>
                      <a:pt x="750" y="153"/>
                    </a:lnTo>
                    <a:lnTo>
                      <a:pt x="760" y="139"/>
                    </a:lnTo>
                    <a:lnTo>
                      <a:pt x="763" y="139"/>
                    </a:lnTo>
                    <a:lnTo>
                      <a:pt x="773" y="128"/>
                    </a:lnTo>
                    <a:lnTo>
                      <a:pt x="780" y="118"/>
                    </a:lnTo>
                    <a:lnTo>
                      <a:pt x="790" y="108"/>
                    </a:lnTo>
                    <a:lnTo>
                      <a:pt x="796" y="97"/>
                    </a:lnTo>
                    <a:lnTo>
                      <a:pt x="806" y="90"/>
                    </a:lnTo>
                    <a:lnTo>
                      <a:pt x="813" y="80"/>
                    </a:lnTo>
                    <a:lnTo>
                      <a:pt x="823" y="73"/>
                    </a:lnTo>
                    <a:lnTo>
                      <a:pt x="830" y="63"/>
                    </a:lnTo>
                    <a:lnTo>
                      <a:pt x="830" y="49"/>
                    </a:lnTo>
                    <a:lnTo>
                      <a:pt x="826" y="49"/>
                    </a:lnTo>
                    <a:lnTo>
                      <a:pt x="830" y="42"/>
                    </a:lnTo>
                    <a:lnTo>
                      <a:pt x="833" y="31"/>
                    </a:lnTo>
                    <a:lnTo>
                      <a:pt x="833" y="21"/>
                    </a:lnTo>
                    <a:lnTo>
                      <a:pt x="830" y="14"/>
                    </a:lnTo>
                    <a:lnTo>
                      <a:pt x="826" y="11"/>
                    </a:lnTo>
                    <a:lnTo>
                      <a:pt x="840" y="11"/>
                    </a:lnTo>
                    <a:lnTo>
                      <a:pt x="843" y="7"/>
                    </a:lnTo>
                    <a:lnTo>
                      <a:pt x="846" y="7"/>
                    </a:lnTo>
                    <a:lnTo>
                      <a:pt x="853" y="4"/>
                    </a:lnTo>
                    <a:lnTo>
                      <a:pt x="856" y="0"/>
                    </a:lnTo>
                    <a:lnTo>
                      <a:pt x="903" y="0"/>
                    </a:lnTo>
                    <a:lnTo>
                      <a:pt x="910" y="4"/>
                    </a:lnTo>
                    <a:lnTo>
                      <a:pt x="916" y="4"/>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8" name="Google Shape;418;p3"/>
              <p:cNvSpPr/>
              <p:nvPr/>
            </p:nvSpPr>
            <p:spPr>
              <a:xfrm>
                <a:off x="1666" y="2607"/>
                <a:ext cx="7" cy="7"/>
              </a:xfrm>
              <a:custGeom>
                <a:rect b="b" l="l" r="r" t="t"/>
                <a:pathLst>
                  <a:path extrusionOk="0" h="7" w="7">
                    <a:moveTo>
                      <a:pt x="3" y="7"/>
                    </a:moveTo>
                    <a:lnTo>
                      <a:pt x="7" y="3"/>
                    </a:lnTo>
                    <a:lnTo>
                      <a:pt x="7" y="0"/>
                    </a:lnTo>
                    <a:lnTo>
                      <a:pt x="0" y="0"/>
                    </a:lnTo>
                    <a:lnTo>
                      <a:pt x="0" y="3"/>
                    </a:lnTo>
                    <a:lnTo>
                      <a:pt x="0" y="0"/>
                    </a:lnTo>
                    <a:lnTo>
                      <a:pt x="3" y="7"/>
                    </a:lnTo>
                    <a:lnTo>
                      <a:pt x="7" y="7"/>
                    </a:lnTo>
                    <a:lnTo>
                      <a:pt x="7" y="3"/>
                    </a:lnTo>
                    <a:lnTo>
                      <a:pt x="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9" name="Google Shape;419;p3"/>
              <p:cNvSpPr/>
              <p:nvPr/>
            </p:nvSpPr>
            <p:spPr>
              <a:xfrm>
                <a:off x="1626" y="2607"/>
                <a:ext cx="43" cy="45"/>
              </a:xfrm>
              <a:custGeom>
                <a:rect b="b" l="l" r="r" t="t"/>
                <a:pathLst>
                  <a:path extrusionOk="0" h="45" w="43">
                    <a:moveTo>
                      <a:pt x="7" y="45"/>
                    </a:moveTo>
                    <a:lnTo>
                      <a:pt x="10" y="41"/>
                    </a:lnTo>
                    <a:lnTo>
                      <a:pt x="13" y="34"/>
                    </a:lnTo>
                    <a:lnTo>
                      <a:pt x="23" y="24"/>
                    </a:lnTo>
                    <a:lnTo>
                      <a:pt x="27" y="17"/>
                    </a:lnTo>
                    <a:lnTo>
                      <a:pt x="33" y="13"/>
                    </a:lnTo>
                    <a:lnTo>
                      <a:pt x="37" y="10"/>
                    </a:lnTo>
                    <a:lnTo>
                      <a:pt x="43" y="7"/>
                    </a:lnTo>
                    <a:lnTo>
                      <a:pt x="40" y="0"/>
                    </a:lnTo>
                    <a:lnTo>
                      <a:pt x="33" y="3"/>
                    </a:lnTo>
                    <a:lnTo>
                      <a:pt x="13" y="24"/>
                    </a:lnTo>
                    <a:lnTo>
                      <a:pt x="10" y="31"/>
                    </a:lnTo>
                    <a:lnTo>
                      <a:pt x="3" y="34"/>
                    </a:lnTo>
                    <a:lnTo>
                      <a:pt x="0" y="41"/>
                    </a:lnTo>
                    <a:lnTo>
                      <a:pt x="7" y="4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0" name="Google Shape;420;p3"/>
              <p:cNvSpPr/>
              <p:nvPr/>
            </p:nvSpPr>
            <p:spPr>
              <a:xfrm>
                <a:off x="1543" y="2648"/>
                <a:ext cx="90" cy="104"/>
              </a:xfrm>
              <a:custGeom>
                <a:rect b="b" l="l" r="r" t="t"/>
                <a:pathLst>
                  <a:path extrusionOk="0" h="104" w="90">
                    <a:moveTo>
                      <a:pt x="3" y="104"/>
                    </a:moveTo>
                    <a:lnTo>
                      <a:pt x="10" y="97"/>
                    </a:lnTo>
                    <a:lnTo>
                      <a:pt x="16" y="94"/>
                    </a:lnTo>
                    <a:lnTo>
                      <a:pt x="20" y="87"/>
                    </a:lnTo>
                    <a:lnTo>
                      <a:pt x="33" y="73"/>
                    </a:lnTo>
                    <a:lnTo>
                      <a:pt x="36" y="66"/>
                    </a:lnTo>
                    <a:lnTo>
                      <a:pt x="43" y="63"/>
                    </a:lnTo>
                    <a:lnTo>
                      <a:pt x="50" y="56"/>
                    </a:lnTo>
                    <a:lnTo>
                      <a:pt x="53" y="49"/>
                    </a:lnTo>
                    <a:lnTo>
                      <a:pt x="70" y="31"/>
                    </a:lnTo>
                    <a:lnTo>
                      <a:pt x="73" y="24"/>
                    </a:lnTo>
                    <a:lnTo>
                      <a:pt x="80" y="18"/>
                    </a:lnTo>
                    <a:lnTo>
                      <a:pt x="83" y="11"/>
                    </a:lnTo>
                    <a:lnTo>
                      <a:pt x="90" y="4"/>
                    </a:lnTo>
                    <a:lnTo>
                      <a:pt x="83" y="0"/>
                    </a:lnTo>
                    <a:lnTo>
                      <a:pt x="76" y="7"/>
                    </a:lnTo>
                    <a:lnTo>
                      <a:pt x="73" y="14"/>
                    </a:lnTo>
                    <a:lnTo>
                      <a:pt x="70" y="21"/>
                    </a:lnTo>
                    <a:lnTo>
                      <a:pt x="63" y="28"/>
                    </a:lnTo>
                    <a:lnTo>
                      <a:pt x="56" y="31"/>
                    </a:lnTo>
                    <a:lnTo>
                      <a:pt x="53" y="38"/>
                    </a:lnTo>
                    <a:lnTo>
                      <a:pt x="50" y="45"/>
                    </a:lnTo>
                    <a:lnTo>
                      <a:pt x="20" y="76"/>
                    </a:lnTo>
                    <a:lnTo>
                      <a:pt x="16" y="83"/>
                    </a:lnTo>
                    <a:lnTo>
                      <a:pt x="10" y="87"/>
                    </a:lnTo>
                    <a:lnTo>
                      <a:pt x="3" y="94"/>
                    </a:lnTo>
                    <a:lnTo>
                      <a:pt x="0" y="101"/>
                    </a:lnTo>
                    <a:lnTo>
                      <a:pt x="3" y="10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1" name="Google Shape;421;p3"/>
              <p:cNvSpPr/>
              <p:nvPr/>
            </p:nvSpPr>
            <p:spPr>
              <a:xfrm>
                <a:off x="1369" y="2749"/>
                <a:ext cx="177" cy="218"/>
              </a:xfrm>
              <a:custGeom>
                <a:rect b="b" l="l" r="r" t="t"/>
                <a:pathLst>
                  <a:path extrusionOk="0" h="218" w="177">
                    <a:moveTo>
                      <a:pt x="7" y="218"/>
                    </a:moveTo>
                    <a:lnTo>
                      <a:pt x="14" y="204"/>
                    </a:lnTo>
                    <a:lnTo>
                      <a:pt x="24" y="190"/>
                    </a:lnTo>
                    <a:lnTo>
                      <a:pt x="34" y="176"/>
                    </a:lnTo>
                    <a:lnTo>
                      <a:pt x="44" y="163"/>
                    </a:lnTo>
                    <a:lnTo>
                      <a:pt x="54" y="149"/>
                    </a:lnTo>
                    <a:lnTo>
                      <a:pt x="64" y="138"/>
                    </a:lnTo>
                    <a:lnTo>
                      <a:pt x="77" y="121"/>
                    </a:lnTo>
                    <a:lnTo>
                      <a:pt x="100" y="97"/>
                    </a:lnTo>
                    <a:lnTo>
                      <a:pt x="110" y="83"/>
                    </a:lnTo>
                    <a:lnTo>
                      <a:pt x="120" y="69"/>
                    </a:lnTo>
                    <a:lnTo>
                      <a:pt x="134" y="55"/>
                    </a:lnTo>
                    <a:lnTo>
                      <a:pt x="144" y="41"/>
                    </a:lnTo>
                    <a:lnTo>
                      <a:pt x="157" y="31"/>
                    </a:lnTo>
                    <a:lnTo>
                      <a:pt x="167" y="17"/>
                    </a:lnTo>
                    <a:lnTo>
                      <a:pt x="177" y="3"/>
                    </a:lnTo>
                    <a:lnTo>
                      <a:pt x="174" y="0"/>
                    </a:lnTo>
                    <a:lnTo>
                      <a:pt x="160" y="10"/>
                    </a:lnTo>
                    <a:lnTo>
                      <a:pt x="150" y="24"/>
                    </a:lnTo>
                    <a:lnTo>
                      <a:pt x="137" y="38"/>
                    </a:lnTo>
                    <a:lnTo>
                      <a:pt x="127" y="52"/>
                    </a:lnTo>
                    <a:lnTo>
                      <a:pt x="117" y="66"/>
                    </a:lnTo>
                    <a:lnTo>
                      <a:pt x="104" y="79"/>
                    </a:lnTo>
                    <a:lnTo>
                      <a:pt x="94" y="93"/>
                    </a:lnTo>
                    <a:lnTo>
                      <a:pt x="80" y="104"/>
                    </a:lnTo>
                    <a:lnTo>
                      <a:pt x="70" y="117"/>
                    </a:lnTo>
                    <a:lnTo>
                      <a:pt x="60" y="131"/>
                    </a:lnTo>
                    <a:lnTo>
                      <a:pt x="47" y="145"/>
                    </a:lnTo>
                    <a:lnTo>
                      <a:pt x="37" y="159"/>
                    </a:lnTo>
                    <a:lnTo>
                      <a:pt x="27" y="173"/>
                    </a:lnTo>
                    <a:lnTo>
                      <a:pt x="17" y="187"/>
                    </a:lnTo>
                    <a:lnTo>
                      <a:pt x="10" y="201"/>
                    </a:lnTo>
                    <a:lnTo>
                      <a:pt x="0" y="214"/>
                    </a:lnTo>
                    <a:lnTo>
                      <a:pt x="0" y="218"/>
                    </a:lnTo>
                    <a:lnTo>
                      <a:pt x="7" y="2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2" name="Google Shape;422;p3"/>
              <p:cNvSpPr/>
              <p:nvPr/>
            </p:nvSpPr>
            <p:spPr>
              <a:xfrm>
                <a:off x="1289" y="2967"/>
                <a:ext cx="87" cy="35"/>
              </a:xfrm>
              <a:custGeom>
                <a:rect b="b" l="l" r="r" t="t"/>
                <a:pathLst>
                  <a:path extrusionOk="0" h="35" w="87">
                    <a:moveTo>
                      <a:pt x="0" y="35"/>
                    </a:moveTo>
                    <a:lnTo>
                      <a:pt x="14" y="35"/>
                    </a:lnTo>
                    <a:lnTo>
                      <a:pt x="24" y="31"/>
                    </a:lnTo>
                    <a:lnTo>
                      <a:pt x="47" y="31"/>
                    </a:lnTo>
                    <a:lnTo>
                      <a:pt x="60" y="28"/>
                    </a:lnTo>
                    <a:lnTo>
                      <a:pt x="70" y="21"/>
                    </a:lnTo>
                    <a:lnTo>
                      <a:pt x="80" y="14"/>
                    </a:lnTo>
                    <a:lnTo>
                      <a:pt x="87" y="0"/>
                    </a:lnTo>
                    <a:lnTo>
                      <a:pt x="80" y="0"/>
                    </a:lnTo>
                    <a:lnTo>
                      <a:pt x="74" y="10"/>
                    </a:lnTo>
                    <a:lnTo>
                      <a:pt x="67" y="14"/>
                    </a:lnTo>
                    <a:lnTo>
                      <a:pt x="57" y="21"/>
                    </a:lnTo>
                    <a:lnTo>
                      <a:pt x="47" y="24"/>
                    </a:lnTo>
                    <a:lnTo>
                      <a:pt x="24" y="24"/>
                    </a:lnTo>
                    <a:lnTo>
                      <a:pt x="14" y="28"/>
                    </a:lnTo>
                    <a:lnTo>
                      <a:pt x="0" y="28"/>
                    </a:lnTo>
                    <a:lnTo>
                      <a:pt x="0"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3" name="Google Shape;423;p3"/>
              <p:cNvSpPr/>
              <p:nvPr/>
            </p:nvSpPr>
            <p:spPr>
              <a:xfrm>
                <a:off x="773" y="2981"/>
                <a:ext cx="516" cy="21"/>
              </a:xfrm>
              <a:custGeom>
                <a:rect b="b" l="l" r="r" t="t"/>
                <a:pathLst>
                  <a:path extrusionOk="0" h="21" w="516">
                    <a:moveTo>
                      <a:pt x="6" y="7"/>
                    </a:moveTo>
                    <a:lnTo>
                      <a:pt x="3" y="7"/>
                    </a:lnTo>
                    <a:lnTo>
                      <a:pt x="20" y="10"/>
                    </a:lnTo>
                    <a:lnTo>
                      <a:pt x="73" y="10"/>
                    </a:lnTo>
                    <a:lnTo>
                      <a:pt x="90" y="14"/>
                    </a:lnTo>
                    <a:lnTo>
                      <a:pt x="136" y="14"/>
                    </a:lnTo>
                    <a:lnTo>
                      <a:pt x="153" y="17"/>
                    </a:lnTo>
                    <a:lnTo>
                      <a:pt x="216" y="17"/>
                    </a:lnTo>
                    <a:lnTo>
                      <a:pt x="233" y="21"/>
                    </a:lnTo>
                    <a:lnTo>
                      <a:pt x="516" y="21"/>
                    </a:lnTo>
                    <a:lnTo>
                      <a:pt x="516" y="14"/>
                    </a:lnTo>
                    <a:lnTo>
                      <a:pt x="233" y="14"/>
                    </a:lnTo>
                    <a:lnTo>
                      <a:pt x="216" y="10"/>
                    </a:lnTo>
                    <a:lnTo>
                      <a:pt x="153" y="10"/>
                    </a:lnTo>
                    <a:lnTo>
                      <a:pt x="136" y="7"/>
                    </a:lnTo>
                    <a:lnTo>
                      <a:pt x="90" y="7"/>
                    </a:lnTo>
                    <a:lnTo>
                      <a:pt x="73" y="3"/>
                    </a:lnTo>
                    <a:lnTo>
                      <a:pt x="36" y="3"/>
                    </a:lnTo>
                    <a:lnTo>
                      <a:pt x="20" y="0"/>
                    </a:lnTo>
                    <a:lnTo>
                      <a:pt x="0" y="0"/>
                    </a:lnTo>
                    <a:lnTo>
                      <a:pt x="3" y="0"/>
                    </a:lnTo>
                    <a:lnTo>
                      <a:pt x="0" y="0"/>
                    </a:lnTo>
                    <a:lnTo>
                      <a:pt x="6"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4" name="Google Shape;424;p3"/>
              <p:cNvSpPr/>
              <p:nvPr/>
            </p:nvSpPr>
            <p:spPr>
              <a:xfrm>
                <a:off x="766" y="2981"/>
                <a:ext cx="13" cy="21"/>
              </a:xfrm>
              <a:custGeom>
                <a:rect b="b" l="l" r="r" t="t"/>
                <a:pathLst>
                  <a:path extrusionOk="0" h="21" w="13">
                    <a:moveTo>
                      <a:pt x="7" y="17"/>
                    </a:moveTo>
                    <a:lnTo>
                      <a:pt x="7" y="14"/>
                    </a:lnTo>
                    <a:lnTo>
                      <a:pt x="13" y="7"/>
                    </a:lnTo>
                    <a:lnTo>
                      <a:pt x="7" y="0"/>
                    </a:lnTo>
                    <a:lnTo>
                      <a:pt x="7" y="3"/>
                    </a:lnTo>
                    <a:lnTo>
                      <a:pt x="3" y="7"/>
                    </a:lnTo>
                    <a:lnTo>
                      <a:pt x="0" y="14"/>
                    </a:lnTo>
                    <a:lnTo>
                      <a:pt x="0" y="21"/>
                    </a:lnTo>
                    <a:lnTo>
                      <a:pt x="3" y="21"/>
                    </a:lnTo>
                    <a:lnTo>
                      <a:pt x="0" y="21"/>
                    </a:lnTo>
                    <a:lnTo>
                      <a:pt x="3" y="21"/>
                    </a:lnTo>
                    <a:lnTo>
                      <a:pt x="7"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5" name="Google Shape;425;p3"/>
              <p:cNvSpPr/>
              <p:nvPr/>
            </p:nvSpPr>
            <p:spPr>
              <a:xfrm>
                <a:off x="769" y="2998"/>
                <a:ext cx="7" cy="7"/>
              </a:xfrm>
              <a:custGeom>
                <a:rect b="b" l="l" r="r" t="t"/>
                <a:pathLst>
                  <a:path extrusionOk="0" h="7" w="7">
                    <a:moveTo>
                      <a:pt x="4" y="0"/>
                    </a:moveTo>
                    <a:lnTo>
                      <a:pt x="7" y="4"/>
                    </a:lnTo>
                    <a:lnTo>
                      <a:pt x="4" y="0"/>
                    </a:lnTo>
                    <a:lnTo>
                      <a:pt x="0" y="4"/>
                    </a:lnTo>
                    <a:lnTo>
                      <a:pt x="4" y="7"/>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6" name="Google Shape;426;p3"/>
              <p:cNvSpPr/>
              <p:nvPr/>
            </p:nvSpPr>
            <p:spPr>
              <a:xfrm>
                <a:off x="773" y="2998"/>
                <a:ext cx="453" cy="17"/>
              </a:xfrm>
              <a:custGeom>
                <a:rect b="b" l="l" r="r" t="t"/>
                <a:pathLst>
                  <a:path extrusionOk="0" h="17" w="453">
                    <a:moveTo>
                      <a:pt x="453" y="14"/>
                    </a:moveTo>
                    <a:lnTo>
                      <a:pt x="453" y="11"/>
                    </a:lnTo>
                    <a:lnTo>
                      <a:pt x="296" y="11"/>
                    </a:lnTo>
                    <a:lnTo>
                      <a:pt x="283" y="7"/>
                    </a:lnTo>
                    <a:lnTo>
                      <a:pt x="143" y="7"/>
                    </a:lnTo>
                    <a:lnTo>
                      <a:pt x="130" y="4"/>
                    </a:lnTo>
                    <a:lnTo>
                      <a:pt x="16" y="4"/>
                    </a:lnTo>
                    <a:lnTo>
                      <a:pt x="0" y="0"/>
                    </a:lnTo>
                    <a:lnTo>
                      <a:pt x="0" y="7"/>
                    </a:lnTo>
                    <a:lnTo>
                      <a:pt x="30" y="7"/>
                    </a:lnTo>
                    <a:lnTo>
                      <a:pt x="43" y="11"/>
                    </a:lnTo>
                    <a:lnTo>
                      <a:pt x="130" y="11"/>
                    </a:lnTo>
                    <a:lnTo>
                      <a:pt x="143" y="14"/>
                    </a:lnTo>
                    <a:lnTo>
                      <a:pt x="226" y="14"/>
                    </a:lnTo>
                    <a:lnTo>
                      <a:pt x="240" y="17"/>
                    </a:lnTo>
                    <a:lnTo>
                      <a:pt x="453" y="17"/>
                    </a:lnTo>
                    <a:lnTo>
                      <a:pt x="450" y="17"/>
                    </a:lnTo>
                    <a:lnTo>
                      <a:pt x="453" y="14"/>
                    </a:lnTo>
                    <a:lnTo>
                      <a:pt x="453" y="11"/>
                    </a:lnTo>
                    <a:lnTo>
                      <a:pt x="453"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7" name="Google Shape;427;p3"/>
              <p:cNvSpPr/>
              <p:nvPr/>
            </p:nvSpPr>
            <p:spPr>
              <a:xfrm>
                <a:off x="1223" y="3012"/>
                <a:ext cx="6" cy="7"/>
              </a:xfrm>
              <a:custGeom>
                <a:rect b="b" l="l" r="r" t="t"/>
                <a:pathLst>
                  <a:path extrusionOk="0" h="7" w="6">
                    <a:moveTo>
                      <a:pt x="6" y="0"/>
                    </a:moveTo>
                    <a:lnTo>
                      <a:pt x="6" y="3"/>
                    </a:lnTo>
                    <a:lnTo>
                      <a:pt x="3" y="0"/>
                    </a:lnTo>
                    <a:lnTo>
                      <a:pt x="0" y="3"/>
                    </a:lnTo>
                    <a:lnTo>
                      <a:pt x="3" y="7"/>
                    </a:lnTo>
                    <a:lnTo>
                      <a:pt x="6" y="7"/>
                    </a:lnTo>
                    <a:lnTo>
                      <a:pt x="3" y="7"/>
                    </a:lnTo>
                    <a:lnTo>
                      <a:pt x="6" y="7"/>
                    </a:lnTo>
                    <a:lnTo>
                      <a:pt x="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8" name="Google Shape;428;p3"/>
              <p:cNvSpPr/>
              <p:nvPr/>
            </p:nvSpPr>
            <p:spPr>
              <a:xfrm>
                <a:off x="1229" y="3002"/>
                <a:ext cx="124" cy="17"/>
              </a:xfrm>
              <a:custGeom>
                <a:rect b="b" l="l" r="r" t="t"/>
                <a:pathLst>
                  <a:path extrusionOk="0" h="17" w="124">
                    <a:moveTo>
                      <a:pt x="124" y="3"/>
                    </a:moveTo>
                    <a:lnTo>
                      <a:pt x="114" y="3"/>
                    </a:lnTo>
                    <a:lnTo>
                      <a:pt x="107" y="7"/>
                    </a:lnTo>
                    <a:lnTo>
                      <a:pt x="30" y="7"/>
                    </a:lnTo>
                    <a:lnTo>
                      <a:pt x="24" y="10"/>
                    </a:lnTo>
                    <a:lnTo>
                      <a:pt x="0" y="10"/>
                    </a:lnTo>
                    <a:lnTo>
                      <a:pt x="0" y="17"/>
                    </a:lnTo>
                    <a:lnTo>
                      <a:pt x="40" y="17"/>
                    </a:lnTo>
                    <a:lnTo>
                      <a:pt x="47" y="13"/>
                    </a:lnTo>
                    <a:lnTo>
                      <a:pt x="107" y="13"/>
                    </a:lnTo>
                    <a:lnTo>
                      <a:pt x="114" y="10"/>
                    </a:lnTo>
                    <a:lnTo>
                      <a:pt x="120" y="10"/>
                    </a:lnTo>
                    <a:lnTo>
                      <a:pt x="117" y="7"/>
                    </a:lnTo>
                    <a:lnTo>
                      <a:pt x="124" y="3"/>
                    </a:lnTo>
                    <a:lnTo>
                      <a:pt x="124" y="0"/>
                    </a:lnTo>
                    <a:lnTo>
                      <a:pt x="120" y="3"/>
                    </a:lnTo>
                    <a:lnTo>
                      <a:pt x="124"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9" name="Google Shape;429;p3"/>
              <p:cNvSpPr/>
              <p:nvPr/>
            </p:nvSpPr>
            <p:spPr>
              <a:xfrm>
                <a:off x="1346" y="3005"/>
                <a:ext cx="13" cy="45"/>
              </a:xfrm>
              <a:custGeom>
                <a:rect b="b" l="l" r="r" t="t"/>
                <a:pathLst>
                  <a:path extrusionOk="0" h="45" w="13">
                    <a:moveTo>
                      <a:pt x="13" y="42"/>
                    </a:moveTo>
                    <a:lnTo>
                      <a:pt x="10" y="35"/>
                    </a:lnTo>
                    <a:lnTo>
                      <a:pt x="13" y="21"/>
                    </a:lnTo>
                    <a:lnTo>
                      <a:pt x="10" y="10"/>
                    </a:lnTo>
                    <a:lnTo>
                      <a:pt x="7" y="0"/>
                    </a:lnTo>
                    <a:lnTo>
                      <a:pt x="0" y="4"/>
                    </a:lnTo>
                    <a:lnTo>
                      <a:pt x="3" y="10"/>
                    </a:lnTo>
                    <a:lnTo>
                      <a:pt x="3" y="35"/>
                    </a:lnTo>
                    <a:lnTo>
                      <a:pt x="7" y="45"/>
                    </a:lnTo>
                    <a:lnTo>
                      <a:pt x="7" y="42"/>
                    </a:lnTo>
                    <a:lnTo>
                      <a:pt x="13"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0" name="Google Shape;430;p3"/>
              <p:cNvSpPr/>
              <p:nvPr/>
            </p:nvSpPr>
            <p:spPr>
              <a:xfrm>
                <a:off x="1353" y="3047"/>
                <a:ext cx="43" cy="194"/>
              </a:xfrm>
              <a:custGeom>
                <a:rect b="b" l="l" r="r" t="t"/>
                <a:pathLst>
                  <a:path extrusionOk="0" h="194" w="43">
                    <a:moveTo>
                      <a:pt x="43" y="183"/>
                    </a:moveTo>
                    <a:lnTo>
                      <a:pt x="43" y="187"/>
                    </a:lnTo>
                    <a:lnTo>
                      <a:pt x="36" y="166"/>
                    </a:lnTo>
                    <a:lnTo>
                      <a:pt x="30" y="142"/>
                    </a:lnTo>
                    <a:lnTo>
                      <a:pt x="26" y="121"/>
                    </a:lnTo>
                    <a:lnTo>
                      <a:pt x="20" y="97"/>
                    </a:lnTo>
                    <a:lnTo>
                      <a:pt x="16" y="72"/>
                    </a:lnTo>
                    <a:lnTo>
                      <a:pt x="13" y="48"/>
                    </a:lnTo>
                    <a:lnTo>
                      <a:pt x="10" y="24"/>
                    </a:lnTo>
                    <a:lnTo>
                      <a:pt x="6" y="0"/>
                    </a:lnTo>
                    <a:lnTo>
                      <a:pt x="0" y="0"/>
                    </a:lnTo>
                    <a:lnTo>
                      <a:pt x="3" y="27"/>
                    </a:lnTo>
                    <a:lnTo>
                      <a:pt x="6" y="48"/>
                    </a:lnTo>
                    <a:lnTo>
                      <a:pt x="10" y="72"/>
                    </a:lnTo>
                    <a:lnTo>
                      <a:pt x="13" y="97"/>
                    </a:lnTo>
                    <a:lnTo>
                      <a:pt x="20" y="121"/>
                    </a:lnTo>
                    <a:lnTo>
                      <a:pt x="26" y="145"/>
                    </a:lnTo>
                    <a:lnTo>
                      <a:pt x="30" y="166"/>
                    </a:lnTo>
                    <a:lnTo>
                      <a:pt x="40" y="190"/>
                    </a:lnTo>
                    <a:lnTo>
                      <a:pt x="40" y="194"/>
                    </a:lnTo>
                    <a:lnTo>
                      <a:pt x="40" y="190"/>
                    </a:lnTo>
                    <a:lnTo>
                      <a:pt x="40" y="194"/>
                    </a:lnTo>
                    <a:lnTo>
                      <a:pt x="43" y="18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1" name="Google Shape;431;p3"/>
              <p:cNvSpPr/>
              <p:nvPr/>
            </p:nvSpPr>
            <p:spPr>
              <a:xfrm>
                <a:off x="1393" y="3227"/>
                <a:ext cx="20" cy="14"/>
              </a:xfrm>
              <a:custGeom>
                <a:rect b="b" l="l" r="r" t="t"/>
                <a:pathLst>
                  <a:path extrusionOk="0" h="14" w="20">
                    <a:moveTo>
                      <a:pt x="10" y="0"/>
                    </a:moveTo>
                    <a:lnTo>
                      <a:pt x="10" y="3"/>
                    </a:lnTo>
                    <a:lnTo>
                      <a:pt x="6" y="7"/>
                    </a:lnTo>
                    <a:lnTo>
                      <a:pt x="3" y="3"/>
                    </a:lnTo>
                    <a:lnTo>
                      <a:pt x="0" y="14"/>
                    </a:lnTo>
                    <a:lnTo>
                      <a:pt x="6" y="14"/>
                    </a:lnTo>
                    <a:lnTo>
                      <a:pt x="13" y="10"/>
                    </a:lnTo>
                    <a:lnTo>
                      <a:pt x="16" y="3"/>
                    </a:lnTo>
                    <a:lnTo>
                      <a:pt x="20" y="0"/>
                    </a:lnTo>
                    <a:lnTo>
                      <a:pt x="16" y="0"/>
                    </a:lnTo>
                    <a:lnTo>
                      <a:pt x="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2" name="Google Shape;432;p3"/>
              <p:cNvSpPr/>
              <p:nvPr/>
            </p:nvSpPr>
            <p:spPr>
              <a:xfrm>
                <a:off x="1393" y="3199"/>
                <a:ext cx="16" cy="28"/>
              </a:xfrm>
              <a:custGeom>
                <a:rect b="b" l="l" r="r" t="t"/>
                <a:pathLst>
                  <a:path extrusionOk="0" h="28" w="16">
                    <a:moveTo>
                      <a:pt x="0" y="4"/>
                    </a:moveTo>
                    <a:lnTo>
                      <a:pt x="0" y="0"/>
                    </a:lnTo>
                    <a:lnTo>
                      <a:pt x="3" y="10"/>
                    </a:lnTo>
                    <a:lnTo>
                      <a:pt x="6" y="17"/>
                    </a:lnTo>
                    <a:lnTo>
                      <a:pt x="10" y="21"/>
                    </a:lnTo>
                    <a:lnTo>
                      <a:pt x="10" y="28"/>
                    </a:lnTo>
                    <a:lnTo>
                      <a:pt x="16" y="28"/>
                    </a:lnTo>
                    <a:lnTo>
                      <a:pt x="16" y="21"/>
                    </a:lnTo>
                    <a:lnTo>
                      <a:pt x="13" y="14"/>
                    </a:lnTo>
                    <a:lnTo>
                      <a:pt x="10" y="7"/>
                    </a:lnTo>
                    <a:lnTo>
                      <a:pt x="6" y="0"/>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3" name="Google Shape;433;p3"/>
              <p:cNvSpPr/>
              <p:nvPr/>
            </p:nvSpPr>
            <p:spPr>
              <a:xfrm>
                <a:off x="1363" y="2995"/>
                <a:ext cx="36" cy="208"/>
              </a:xfrm>
              <a:custGeom>
                <a:rect b="b" l="l" r="r" t="t"/>
                <a:pathLst>
                  <a:path extrusionOk="0" h="208" w="36">
                    <a:moveTo>
                      <a:pt x="0" y="0"/>
                    </a:moveTo>
                    <a:lnTo>
                      <a:pt x="0" y="3"/>
                    </a:lnTo>
                    <a:lnTo>
                      <a:pt x="3" y="27"/>
                    </a:lnTo>
                    <a:lnTo>
                      <a:pt x="6" y="52"/>
                    </a:lnTo>
                    <a:lnTo>
                      <a:pt x="10" y="79"/>
                    </a:lnTo>
                    <a:lnTo>
                      <a:pt x="13" y="104"/>
                    </a:lnTo>
                    <a:lnTo>
                      <a:pt x="16" y="131"/>
                    </a:lnTo>
                    <a:lnTo>
                      <a:pt x="20" y="156"/>
                    </a:lnTo>
                    <a:lnTo>
                      <a:pt x="23" y="180"/>
                    </a:lnTo>
                    <a:lnTo>
                      <a:pt x="30" y="208"/>
                    </a:lnTo>
                    <a:lnTo>
                      <a:pt x="36" y="204"/>
                    </a:lnTo>
                    <a:lnTo>
                      <a:pt x="30" y="180"/>
                    </a:lnTo>
                    <a:lnTo>
                      <a:pt x="26" y="156"/>
                    </a:lnTo>
                    <a:lnTo>
                      <a:pt x="20" y="131"/>
                    </a:lnTo>
                    <a:lnTo>
                      <a:pt x="16" y="104"/>
                    </a:lnTo>
                    <a:lnTo>
                      <a:pt x="16" y="79"/>
                    </a:lnTo>
                    <a:lnTo>
                      <a:pt x="13" y="52"/>
                    </a:lnTo>
                    <a:lnTo>
                      <a:pt x="10" y="27"/>
                    </a:lnTo>
                    <a:lnTo>
                      <a:pt x="6" y="3"/>
                    </a:lnTo>
                    <a:lnTo>
                      <a:pt x="0" y="0"/>
                    </a:lnTo>
                    <a:lnTo>
                      <a:pt x="0" y="3"/>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4" name="Google Shape;434;p3"/>
              <p:cNvSpPr/>
              <p:nvPr/>
            </p:nvSpPr>
            <p:spPr>
              <a:xfrm>
                <a:off x="1363" y="2842"/>
                <a:ext cx="123" cy="156"/>
              </a:xfrm>
              <a:custGeom>
                <a:rect b="b" l="l" r="r" t="t"/>
                <a:pathLst>
                  <a:path extrusionOk="0" h="156" w="123">
                    <a:moveTo>
                      <a:pt x="116" y="0"/>
                    </a:moveTo>
                    <a:lnTo>
                      <a:pt x="120" y="0"/>
                    </a:lnTo>
                    <a:lnTo>
                      <a:pt x="110" y="11"/>
                    </a:lnTo>
                    <a:lnTo>
                      <a:pt x="103" y="21"/>
                    </a:lnTo>
                    <a:lnTo>
                      <a:pt x="93" y="28"/>
                    </a:lnTo>
                    <a:lnTo>
                      <a:pt x="86" y="38"/>
                    </a:lnTo>
                    <a:lnTo>
                      <a:pt x="70" y="56"/>
                    </a:lnTo>
                    <a:lnTo>
                      <a:pt x="63" y="66"/>
                    </a:lnTo>
                    <a:lnTo>
                      <a:pt x="56" y="76"/>
                    </a:lnTo>
                    <a:lnTo>
                      <a:pt x="50" y="83"/>
                    </a:lnTo>
                    <a:lnTo>
                      <a:pt x="43" y="94"/>
                    </a:lnTo>
                    <a:lnTo>
                      <a:pt x="36" y="104"/>
                    </a:lnTo>
                    <a:lnTo>
                      <a:pt x="30" y="115"/>
                    </a:lnTo>
                    <a:lnTo>
                      <a:pt x="23" y="121"/>
                    </a:lnTo>
                    <a:lnTo>
                      <a:pt x="16" y="132"/>
                    </a:lnTo>
                    <a:lnTo>
                      <a:pt x="6" y="142"/>
                    </a:lnTo>
                    <a:lnTo>
                      <a:pt x="0" y="153"/>
                    </a:lnTo>
                    <a:lnTo>
                      <a:pt x="6" y="156"/>
                    </a:lnTo>
                    <a:lnTo>
                      <a:pt x="13" y="146"/>
                    </a:lnTo>
                    <a:lnTo>
                      <a:pt x="20" y="139"/>
                    </a:lnTo>
                    <a:lnTo>
                      <a:pt x="26" y="128"/>
                    </a:lnTo>
                    <a:lnTo>
                      <a:pt x="33" y="118"/>
                    </a:lnTo>
                    <a:lnTo>
                      <a:pt x="40" y="108"/>
                    </a:lnTo>
                    <a:lnTo>
                      <a:pt x="46" y="101"/>
                    </a:lnTo>
                    <a:lnTo>
                      <a:pt x="53" y="90"/>
                    </a:lnTo>
                    <a:lnTo>
                      <a:pt x="63" y="80"/>
                    </a:lnTo>
                    <a:lnTo>
                      <a:pt x="70" y="70"/>
                    </a:lnTo>
                    <a:lnTo>
                      <a:pt x="76" y="63"/>
                    </a:lnTo>
                    <a:lnTo>
                      <a:pt x="83" y="52"/>
                    </a:lnTo>
                    <a:lnTo>
                      <a:pt x="90" y="42"/>
                    </a:lnTo>
                    <a:lnTo>
                      <a:pt x="106" y="24"/>
                    </a:lnTo>
                    <a:lnTo>
                      <a:pt x="113" y="14"/>
                    </a:lnTo>
                    <a:lnTo>
                      <a:pt x="123" y="7"/>
                    </a:lnTo>
                    <a:lnTo>
                      <a:pt x="11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5" name="Google Shape;435;p3"/>
              <p:cNvSpPr/>
              <p:nvPr/>
            </p:nvSpPr>
            <p:spPr>
              <a:xfrm>
                <a:off x="1479" y="2617"/>
                <a:ext cx="194" cy="232"/>
              </a:xfrm>
              <a:custGeom>
                <a:rect b="b" l="l" r="r" t="t"/>
                <a:pathLst>
                  <a:path extrusionOk="0" h="232" w="194">
                    <a:moveTo>
                      <a:pt x="194" y="10"/>
                    </a:moveTo>
                    <a:lnTo>
                      <a:pt x="187" y="7"/>
                    </a:lnTo>
                    <a:lnTo>
                      <a:pt x="174" y="21"/>
                    </a:lnTo>
                    <a:lnTo>
                      <a:pt x="164" y="35"/>
                    </a:lnTo>
                    <a:lnTo>
                      <a:pt x="154" y="49"/>
                    </a:lnTo>
                    <a:lnTo>
                      <a:pt x="140" y="62"/>
                    </a:lnTo>
                    <a:lnTo>
                      <a:pt x="130" y="76"/>
                    </a:lnTo>
                    <a:lnTo>
                      <a:pt x="104" y="104"/>
                    </a:lnTo>
                    <a:lnTo>
                      <a:pt x="94" y="118"/>
                    </a:lnTo>
                    <a:lnTo>
                      <a:pt x="84" y="132"/>
                    </a:lnTo>
                    <a:lnTo>
                      <a:pt x="57" y="159"/>
                    </a:lnTo>
                    <a:lnTo>
                      <a:pt x="47" y="173"/>
                    </a:lnTo>
                    <a:lnTo>
                      <a:pt x="34" y="187"/>
                    </a:lnTo>
                    <a:lnTo>
                      <a:pt x="24" y="201"/>
                    </a:lnTo>
                    <a:lnTo>
                      <a:pt x="0" y="225"/>
                    </a:lnTo>
                    <a:lnTo>
                      <a:pt x="7" y="232"/>
                    </a:lnTo>
                    <a:lnTo>
                      <a:pt x="17" y="218"/>
                    </a:lnTo>
                    <a:lnTo>
                      <a:pt x="27" y="204"/>
                    </a:lnTo>
                    <a:lnTo>
                      <a:pt x="40" y="191"/>
                    </a:lnTo>
                    <a:lnTo>
                      <a:pt x="50" y="177"/>
                    </a:lnTo>
                    <a:lnTo>
                      <a:pt x="64" y="163"/>
                    </a:lnTo>
                    <a:lnTo>
                      <a:pt x="74" y="149"/>
                    </a:lnTo>
                    <a:lnTo>
                      <a:pt x="100" y="121"/>
                    </a:lnTo>
                    <a:lnTo>
                      <a:pt x="110" y="107"/>
                    </a:lnTo>
                    <a:lnTo>
                      <a:pt x="124" y="94"/>
                    </a:lnTo>
                    <a:lnTo>
                      <a:pt x="134" y="80"/>
                    </a:lnTo>
                    <a:lnTo>
                      <a:pt x="147" y="66"/>
                    </a:lnTo>
                    <a:lnTo>
                      <a:pt x="157" y="52"/>
                    </a:lnTo>
                    <a:lnTo>
                      <a:pt x="170" y="38"/>
                    </a:lnTo>
                    <a:lnTo>
                      <a:pt x="180" y="24"/>
                    </a:lnTo>
                    <a:lnTo>
                      <a:pt x="194" y="14"/>
                    </a:lnTo>
                    <a:lnTo>
                      <a:pt x="187" y="10"/>
                    </a:lnTo>
                    <a:lnTo>
                      <a:pt x="194" y="10"/>
                    </a:lnTo>
                    <a:lnTo>
                      <a:pt x="194" y="0"/>
                    </a:lnTo>
                    <a:lnTo>
                      <a:pt x="187" y="7"/>
                    </a:lnTo>
                    <a:lnTo>
                      <a:pt x="194"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6" name="Google Shape;436;p3"/>
              <p:cNvSpPr/>
              <p:nvPr/>
            </p:nvSpPr>
            <p:spPr>
              <a:xfrm>
                <a:off x="1666" y="2627"/>
                <a:ext cx="17" cy="246"/>
              </a:xfrm>
              <a:custGeom>
                <a:rect b="b" l="l" r="r" t="t"/>
                <a:pathLst>
                  <a:path extrusionOk="0" h="246" w="17">
                    <a:moveTo>
                      <a:pt x="17" y="246"/>
                    </a:moveTo>
                    <a:lnTo>
                      <a:pt x="13" y="188"/>
                    </a:lnTo>
                    <a:lnTo>
                      <a:pt x="13" y="125"/>
                    </a:lnTo>
                    <a:lnTo>
                      <a:pt x="10" y="63"/>
                    </a:lnTo>
                    <a:lnTo>
                      <a:pt x="7" y="0"/>
                    </a:lnTo>
                    <a:lnTo>
                      <a:pt x="0" y="0"/>
                    </a:lnTo>
                    <a:lnTo>
                      <a:pt x="3" y="63"/>
                    </a:lnTo>
                    <a:lnTo>
                      <a:pt x="7" y="125"/>
                    </a:lnTo>
                    <a:lnTo>
                      <a:pt x="7" y="246"/>
                    </a:lnTo>
                    <a:lnTo>
                      <a:pt x="17" y="24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7" name="Google Shape;437;p3"/>
              <p:cNvSpPr/>
              <p:nvPr/>
            </p:nvSpPr>
            <p:spPr>
              <a:xfrm>
                <a:off x="1649" y="2873"/>
                <a:ext cx="34" cy="35"/>
              </a:xfrm>
              <a:custGeom>
                <a:rect b="b" l="l" r="r" t="t"/>
                <a:pathLst>
                  <a:path extrusionOk="0" h="35" w="34">
                    <a:moveTo>
                      <a:pt x="7" y="35"/>
                    </a:moveTo>
                    <a:lnTo>
                      <a:pt x="7" y="32"/>
                    </a:lnTo>
                    <a:lnTo>
                      <a:pt x="10" y="32"/>
                    </a:lnTo>
                    <a:lnTo>
                      <a:pt x="14" y="25"/>
                    </a:lnTo>
                    <a:lnTo>
                      <a:pt x="17" y="25"/>
                    </a:lnTo>
                    <a:lnTo>
                      <a:pt x="27" y="14"/>
                    </a:lnTo>
                    <a:lnTo>
                      <a:pt x="30" y="7"/>
                    </a:lnTo>
                    <a:lnTo>
                      <a:pt x="34" y="0"/>
                    </a:lnTo>
                    <a:lnTo>
                      <a:pt x="27" y="0"/>
                    </a:lnTo>
                    <a:lnTo>
                      <a:pt x="24" y="4"/>
                    </a:lnTo>
                    <a:lnTo>
                      <a:pt x="24" y="7"/>
                    </a:lnTo>
                    <a:lnTo>
                      <a:pt x="20" y="11"/>
                    </a:lnTo>
                    <a:lnTo>
                      <a:pt x="14" y="14"/>
                    </a:lnTo>
                    <a:lnTo>
                      <a:pt x="7" y="21"/>
                    </a:lnTo>
                    <a:lnTo>
                      <a:pt x="4" y="28"/>
                    </a:lnTo>
                    <a:lnTo>
                      <a:pt x="0" y="32"/>
                    </a:lnTo>
                    <a:lnTo>
                      <a:pt x="4" y="32"/>
                    </a:lnTo>
                    <a:lnTo>
                      <a:pt x="7" y="35"/>
                    </a:lnTo>
                    <a:lnTo>
                      <a:pt x="7" y="32"/>
                    </a:lnTo>
                    <a:lnTo>
                      <a:pt x="7"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8" name="Google Shape;438;p3"/>
              <p:cNvSpPr/>
              <p:nvPr/>
            </p:nvSpPr>
            <p:spPr>
              <a:xfrm>
                <a:off x="1456" y="2905"/>
                <a:ext cx="200" cy="284"/>
              </a:xfrm>
              <a:custGeom>
                <a:rect b="b" l="l" r="r" t="t"/>
                <a:pathLst>
                  <a:path extrusionOk="0" h="284" w="200">
                    <a:moveTo>
                      <a:pt x="7" y="284"/>
                    </a:moveTo>
                    <a:lnTo>
                      <a:pt x="17" y="266"/>
                    </a:lnTo>
                    <a:lnTo>
                      <a:pt x="30" y="249"/>
                    </a:lnTo>
                    <a:lnTo>
                      <a:pt x="43" y="232"/>
                    </a:lnTo>
                    <a:lnTo>
                      <a:pt x="53" y="214"/>
                    </a:lnTo>
                    <a:lnTo>
                      <a:pt x="67" y="197"/>
                    </a:lnTo>
                    <a:lnTo>
                      <a:pt x="80" y="180"/>
                    </a:lnTo>
                    <a:lnTo>
                      <a:pt x="90" y="162"/>
                    </a:lnTo>
                    <a:lnTo>
                      <a:pt x="103" y="142"/>
                    </a:lnTo>
                    <a:lnTo>
                      <a:pt x="117" y="128"/>
                    </a:lnTo>
                    <a:lnTo>
                      <a:pt x="127" y="107"/>
                    </a:lnTo>
                    <a:lnTo>
                      <a:pt x="140" y="93"/>
                    </a:lnTo>
                    <a:lnTo>
                      <a:pt x="153" y="72"/>
                    </a:lnTo>
                    <a:lnTo>
                      <a:pt x="167" y="58"/>
                    </a:lnTo>
                    <a:lnTo>
                      <a:pt x="177" y="38"/>
                    </a:lnTo>
                    <a:lnTo>
                      <a:pt x="190" y="20"/>
                    </a:lnTo>
                    <a:lnTo>
                      <a:pt x="200" y="3"/>
                    </a:lnTo>
                    <a:lnTo>
                      <a:pt x="197" y="0"/>
                    </a:lnTo>
                    <a:lnTo>
                      <a:pt x="183" y="17"/>
                    </a:lnTo>
                    <a:lnTo>
                      <a:pt x="173" y="34"/>
                    </a:lnTo>
                    <a:lnTo>
                      <a:pt x="160" y="52"/>
                    </a:lnTo>
                    <a:lnTo>
                      <a:pt x="147" y="69"/>
                    </a:lnTo>
                    <a:lnTo>
                      <a:pt x="137" y="86"/>
                    </a:lnTo>
                    <a:lnTo>
                      <a:pt x="123" y="104"/>
                    </a:lnTo>
                    <a:lnTo>
                      <a:pt x="110" y="121"/>
                    </a:lnTo>
                    <a:lnTo>
                      <a:pt x="100" y="138"/>
                    </a:lnTo>
                    <a:lnTo>
                      <a:pt x="87" y="156"/>
                    </a:lnTo>
                    <a:lnTo>
                      <a:pt x="73" y="173"/>
                    </a:lnTo>
                    <a:lnTo>
                      <a:pt x="60" y="190"/>
                    </a:lnTo>
                    <a:lnTo>
                      <a:pt x="50" y="211"/>
                    </a:lnTo>
                    <a:lnTo>
                      <a:pt x="37" y="225"/>
                    </a:lnTo>
                    <a:lnTo>
                      <a:pt x="23" y="246"/>
                    </a:lnTo>
                    <a:lnTo>
                      <a:pt x="13" y="263"/>
                    </a:lnTo>
                    <a:lnTo>
                      <a:pt x="0" y="280"/>
                    </a:lnTo>
                    <a:lnTo>
                      <a:pt x="7" y="28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9" name="Google Shape;439;p3"/>
              <p:cNvSpPr/>
              <p:nvPr/>
            </p:nvSpPr>
            <p:spPr>
              <a:xfrm>
                <a:off x="1413" y="3185"/>
                <a:ext cx="50" cy="70"/>
              </a:xfrm>
              <a:custGeom>
                <a:rect b="b" l="l" r="r" t="t"/>
                <a:pathLst>
                  <a:path extrusionOk="0" h="70" w="50">
                    <a:moveTo>
                      <a:pt x="3" y="70"/>
                    </a:moveTo>
                    <a:lnTo>
                      <a:pt x="10" y="63"/>
                    </a:lnTo>
                    <a:lnTo>
                      <a:pt x="16" y="52"/>
                    </a:lnTo>
                    <a:lnTo>
                      <a:pt x="20" y="45"/>
                    </a:lnTo>
                    <a:lnTo>
                      <a:pt x="26" y="38"/>
                    </a:lnTo>
                    <a:lnTo>
                      <a:pt x="33" y="28"/>
                    </a:lnTo>
                    <a:lnTo>
                      <a:pt x="40" y="21"/>
                    </a:lnTo>
                    <a:lnTo>
                      <a:pt x="43" y="11"/>
                    </a:lnTo>
                    <a:lnTo>
                      <a:pt x="50" y="4"/>
                    </a:lnTo>
                    <a:lnTo>
                      <a:pt x="43" y="0"/>
                    </a:lnTo>
                    <a:lnTo>
                      <a:pt x="40" y="7"/>
                    </a:lnTo>
                    <a:lnTo>
                      <a:pt x="33" y="18"/>
                    </a:lnTo>
                    <a:lnTo>
                      <a:pt x="20" y="31"/>
                    </a:lnTo>
                    <a:lnTo>
                      <a:pt x="16" y="42"/>
                    </a:lnTo>
                    <a:lnTo>
                      <a:pt x="10" y="49"/>
                    </a:lnTo>
                    <a:lnTo>
                      <a:pt x="3" y="59"/>
                    </a:lnTo>
                    <a:lnTo>
                      <a:pt x="0" y="66"/>
                    </a:lnTo>
                    <a:lnTo>
                      <a:pt x="3" y="63"/>
                    </a:lnTo>
                    <a:lnTo>
                      <a:pt x="3" y="7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0" name="Google Shape;440;p3"/>
              <p:cNvSpPr/>
              <p:nvPr/>
            </p:nvSpPr>
            <p:spPr>
              <a:xfrm>
                <a:off x="1273" y="3248"/>
                <a:ext cx="143" cy="13"/>
              </a:xfrm>
              <a:custGeom>
                <a:rect b="b" l="l" r="r" t="t"/>
                <a:pathLst>
                  <a:path extrusionOk="0" h="13" w="143">
                    <a:moveTo>
                      <a:pt x="0" y="7"/>
                    </a:moveTo>
                    <a:lnTo>
                      <a:pt x="3" y="10"/>
                    </a:lnTo>
                    <a:lnTo>
                      <a:pt x="13" y="13"/>
                    </a:lnTo>
                    <a:lnTo>
                      <a:pt x="80" y="13"/>
                    </a:lnTo>
                    <a:lnTo>
                      <a:pt x="90" y="10"/>
                    </a:lnTo>
                    <a:lnTo>
                      <a:pt x="133" y="10"/>
                    </a:lnTo>
                    <a:lnTo>
                      <a:pt x="143" y="7"/>
                    </a:lnTo>
                    <a:lnTo>
                      <a:pt x="143" y="0"/>
                    </a:lnTo>
                    <a:lnTo>
                      <a:pt x="133" y="3"/>
                    </a:lnTo>
                    <a:lnTo>
                      <a:pt x="90" y="3"/>
                    </a:lnTo>
                    <a:lnTo>
                      <a:pt x="80" y="7"/>
                    </a:lnTo>
                    <a:lnTo>
                      <a:pt x="13" y="7"/>
                    </a:lnTo>
                    <a:lnTo>
                      <a:pt x="3" y="3"/>
                    </a:lnTo>
                    <a:lnTo>
                      <a:pt x="6" y="7"/>
                    </a:lnTo>
                    <a:lnTo>
                      <a:pt x="0" y="7"/>
                    </a:lnTo>
                    <a:lnTo>
                      <a:pt x="0" y="10"/>
                    </a:lnTo>
                    <a:lnTo>
                      <a:pt x="3" y="1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1" name="Google Shape;441;p3"/>
              <p:cNvSpPr/>
              <p:nvPr/>
            </p:nvSpPr>
            <p:spPr>
              <a:xfrm>
                <a:off x="1236" y="3040"/>
                <a:ext cx="43" cy="215"/>
              </a:xfrm>
              <a:custGeom>
                <a:rect b="b" l="l" r="r" t="t"/>
                <a:pathLst>
                  <a:path extrusionOk="0" h="215" w="43">
                    <a:moveTo>
                      <a:pt x="3" y="3"/>
                    </a:moveTo>
                    <a:lnTo>
                      <a:pt x="0" y="0"/>
                    </a:lnTo>
                    <a:lnTo>
                      <a:pt x="3" y="27"/>
                    </a:lnTo>
                    <a:lnTo>
                      <a:pt x="7" y="55"/>
                    </a:lnTo>
                    <a:lnTo>
                      <a:pt x="13" y="83"/>
                    </a:lnTo>
                    <a:lnTo>
                      <a:pt x="20" y="111"/>
                    </a:lnTo>
                    <a:lnTo>
                      <a:pt x="27" y="135"/>
                    </a:lnTo>
                    <a:lnTo>
                      <a:pt x="33" y="163"/>
                    </a:lnTo>
                    <a:lnTo>
                      <a:pt x="37" y="190"/>
                    </a:lnTo>
                    <a:lnTo>
                      <a:pt x="37" y="215"/>
                    </a:lnTo>
                    <a:lnTo>
                      <a:pt x="43" y="215"/>
                    </a:lnTo>
                    <a:lnTo>
                      <a:pt x="43" y="190"/>
                    </a:lnTo>
                    <a:lnTo>
                      <a:pt x="37" y="159"/>
                    </a:lnTo>
                    <a:lnTo>
                      <a:pt x="33" y="135"/>
                    </a:lnTo>
                    <a:lnTo>
                      <a:pt x="27" y="107"/>
                    </a:lnTo>
                    <a:lnTo>
                      <a:pt x="20" y="83"/>
                    </a:lnTo>
                    <a:lnTo>
                      <a:pt x="13" y="55"/>
                    </a:lnTo>
                    <a:lnTo>
                      <a:pt x="10" y="27"/>
                    </a:lnTo>
                    <a:lnTo>
                      <a:pt x="7" y="0"/>
                    </a:lnTo>
                    <a:lnTo>
                      <a:pt x="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2" name="Google Shape;442;p3"/>
              <p:cNvSpPr/>
              <p:nvPr/>
            </p:nvSpPr>
            <p:spPr>
              <a:xfrm>
                <a:off x="1226" y="3015"/>
                <a:ext cx="17" cy="28"/>
              </a:xfrm>
              <a:custGeom>
                <a:rect b="b" l="l" r="r" t="t"/>
                <a:pathLst>
                  <a:path extrusionOk="0" h="28" w="17">
                    <a:moveTo>
                      <a:pt x="7" y="7"/>
                    </a:moveTo>
                    <a:lnTo>
                      <a:pt x="3" y="7"/>
                    </a:lnTo>
                    <a:lnTo>
                      <a:pt x="7" y="11"/>
                    </a:lnTo>
                    <a:lnTo>
                      <a:pt x="7" y="21"/>
                    </a:lnTo>
                    <a:lnTo>
                      <a:pt x="13" y="28"/>
                    </a:lnTo>
                    <a:lnTo>
                      <a:pt x="17" y="25"/>
                    </a:lnTo>
                    <a:lnTo>
                      <a:pt x="13" y="18"/>
                    </a:lnTo>
                    <a:lnTo>
                      <a:pt x="13" y="14"/>
                    </a:lnTo>
                    <a:lnTo>
                      <a:pt x="10" y="4"/>
                    </a:lnTo>
                    <a:lnTo>
                      <a:pt x="3" y="0"/>
                    </a:lnTo>
                    <a:lnTo>
                      <a:pt x="0" y="4"/>
                    </a:lnTo>
                    <a:lnTo>
                      <a:pt x="3" y="0"/>
                    </a:lnTo>
                    <a:lnTo>
                      <a:pt x="0" y="0"/>
                    </a:lnTo>
                    <a:lnTo>
                      <a:pt x="0" y="4"/>
                    </a:lnTo>
                    <a:lnTo>
                      <a:pt x="7"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3" name="Google Shape;443;p3"/>
              <p:cNvSpPr/>
              <p:nvPr/>
            </p:nvSpPr>
            <p:spPr>
              <a:xfrm>
                <a:off x="1219" y="3019"/>
                <a:ext cx="14" cy="38"/>
              </a:xfrm>
              <a:custGeom>
                <a:rect b="b" l="l" r="r" t="t"/>
                <a:pathLst>
                  <a:path extrusionOk="0" h="38" w="14">
                    <a:moveTo>
                      <a:pt x="10" y="35"/>
                    </a:moveTo>
                    <a:lnTo>
                      <a:pt x="10" y="10"/>
                    </a:lnTo>
                    <a:lnTo>
                      <a:pt x="14" y="3"/>
                    </a:lnTo>
                    <a:lnTo>
                      <a:pt x="7" y="0"/>
                    </a:lnTo>
                    <a:lnTo>
                      <a:pt x="4" y="10"/>
                    </a:lnTo>
                    <a:lnTo>
                      <a:pt x="0" y="17"/>
                    </a:lnTo>
                    <a:lnTo>
                      <a:pt x="4" y="28"/>
                    </a:lnTo>
                    <a:lnTo>
                      <a:pt x="4" y="38"/>
                    </a:lnTo>
                    <a:lnTo>
                      <a:pt x="10"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4" name="Google Shape;444;p3"/>
              <p:cNvSpPr/>
              <p:nvPr/>
            </p:nvSpPr>
            <p:spPr>
              <a:xfrm>
                <a:off x="1223" y="3054"/>
                <a:ext cx="26" cy="117"/>
              </a:xfrm>
              <a:custGeom>
                <a:rect b="b" l="l" r="r" t="t"/>
                <a:pathLst>
                  <a:path extrusionOk="0" h="117" w="26">
                    <a:moveTo>
                      <a:pt x="23" y="117"/>
                    </a:moveTo>
                    <a:lnTo>
                      <a:pt x="26" y="114"/>
                    </a:lnTo>
                    <a:lnTo>
                      <a:pt x="23" y="100"/>
                    </a:lnTo>
                    <a:lnTo>
                      <a:pt x="23" y="86"/>
                    </a:lnTo>
                    <a:lnTo>
                      <a:pt x="20" y="69"/>
                    </a:lnTo>
                    <a:lnTo>
                      <a:pt x="16" y="58"/>
                    </a:lnTo>
                    <a:lnTo>
                      <a:pt x="13" y="41"/>
                    </a:lnTo>
                    <a:lnTo>
                      <a:pt x="10" y="27"/>
                    </a:lnTo>
                    <a:lnTo>
                      <a:pt x="10" y="13"/>
                    </a:lnTo>
                    <a:lnTo>
                      <a:pt x="6" y="0"/>
                    </a:lnTo>
                    <a:lnTo>
                      <a:pt x="0" y="3"/>
                    </a:lnTo>
                    <a:lnTo>
                      <a:pt x="3" y="17"/>
                    </a:lnTo>
                    <a:lnTo>
                      <a:pt x="6" y="31"/>
                    </a:lnTo>
                    <a:lnTo>
                      <a:pt x="10" y="45"/>
                    </a:lnTo>
                    <a:lnTo>
                      <a:pt x="10" y="58"/>
                    </a:lnTo>
                    <a:lnTo>
                      <a:pt x="13" y="72"/>
                    </a:lnTo>
                    <a:lnTo>
                      <a:pt x="16" y="86"/>
                    </a:lnTo>
                    <a:lnTo>
                      <a:pt x="16" y="100"/>
                    </a:lnTo>
                    <a:lnTo>
                      <a:pt x="20" y="114"/>
                    </a:lnTo>
                    <a:lnTo>
                      <a:pt x="23" y="110"/>
                    </a:lnTo>
                    <a:lnTo>
                      <a:pt x="23" y="117"/>
                    </a:lnTo>
                    <a:lnTo>
                      <a:pt x="26" y="117"/>
                    </a:lnTo>
                    <a:lnTo>
                      <a:pt x="26" y="114"/>
                    </a:lnTo>
                    <a:lnTo>
                      <a:pt x="23" y="1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5" name="Google Shape;445;p3"/>
              <p:cNvSpPr/>
              <p:nvPr/>
            </p:nvSpPr>
            <p:spPr>
              <a:xfrm>
                <a:off x="989" y="3164"/>
                <a:ext cx="257" cy="11"/>
              </a:xfrm>
              <a:custGeom>
                <a:rect b="b" l="l" r="r" t="t"/>
                <a:pathLst>
                  <a:path extrusionOk="0" h="11" w="257">
                    <a:moveTo>
                      <a:pt x="0" y="7"/>
                    </a:moveTo>
                    <a:lnTo>
                      <a:pt x="177" y="7"/>
                    </a:lnTo>
                    <a:lnTo>
                      <a:pt x="194" y="11"/>
                    </a:lnTo>
                    <a:lnTo>
                      <a:pt x="210" y="11"/>
                    </a:lnTo>
                    <a:lnTo>
                      <a:pt x="224" y="7"/>
                    </a:lnTo>
                    <a:lnTo>
                      <a:pt x="257" y="7"/>
                    </a:lnTo>
                    <a:lnTo>
                      <a:pt x="257" y="0"/>
                    </a:lnTo>
                    <a:lnTo>
                      <a:pt x="0"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6" name="Google Shape;446;p3"/>
              <p:cNvSpPr/>
              <p:nvPr/>
            </p:nvSpPr>
            <p:spPr>
              <a:xfrm>
                <a:off x="796" y="3161"/>
                <a:ext cx="193" cy="10"/>
              </a:xfrm>
              <a:custGeom>
                <a:rect b="b" l="l" r="r" t="t"/>
                <a:pathLst>
                  <a:path extrusionOk="0" h="10" w="193">
                    <a:moveTo>
                      <a:pt x="7" y="10"/>
                    </a:moveTo>
                    <a:lnTo>
                      <a:pt x="3" y="10"/>
                    </a:lnTo>
                    <a:lnTo>
                      <a:pt x="193" y="10"/>
                    </a:lnTo>
                    <a:lnTo>
                      <a:pt x="193" y="3"/>
                    </a:lnTo>
                    <a:lnTo>
                      <a:pt x="110" y="3"/>
                    </a:lnTo>
                    <a:lnTo>
                      <a:pt x="100" y="0"/>
                    </a:lnTo>
                    <a:lnTo>
                      <a:pt x="37" y="0"/>
                    </a:lnTo>
                    <a:lnTo>
                      <a:pt x="27" y="3"/>
                    </a:lnTo>
                    <a:lnTo>
                      <a:pt x="3" y="3"/>
                    </a:lnTo>
                    <a:lnTo>
                      <a:pt x="0" y="10"/>
                    </a:lnTo>
                    <a:lnTo>
                      <a:pt x="3" y="3"/>
                    </a:lnTo>
                    <a:lnTo>
                      <a:pt x="0" y="3"/>
                    </a:lnTo>
                    <a:lnTo>
                      <a:pt x="0" y="10"/>
                    </a:lnTo>
                    <a:lnTo>
                      <a:pt x="7"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7" name="Google Shape;447;p3"/>
              <p:cNvSpPr/>
              <p:nvPr/>
            </p:nvSpPr>
            <p:spPr>
              <a:xfrm>
                <a:off x="796" y="3171"/>
                <a:ext cx="17" cy="14"/>
              </a:xfrm>
              <a:custGeom>
                <a:rect b="b" l="l" r="r" t="t"/>
                <a:pathLst>
                  <a:path extrusionOk="0" h="14" w="17">
                    <a:moveTo>
                      <a:pt x="13" y="7"/>
                    </a:moveTo>
                    <a:lnTo>
                      <a:pt x="17" y="7"/>
                    </a:lnTo>
                    <a:lnTo>
                      <a:pt x="13" y="7"/>
                    </a:lnTo>
                    <a:lnTo>
                      <a:pt x="10" y="4"/>
                    </a:lnTo>
                    <a:lnTo>
                      <a:pt x="10" y="0"/>
                    </a:lnTo>
                    <a:lnTo>
                      <a:pt x="0" y="0"/>
                    </a:lnTo>
                    <a:lnTo>
                      <a:pt x="13" y="14"/>
                    </a:lnTo>
                    <a:lnTo>
                      <a:pt x="1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8" name="Google Shape;448;p3"/>
              <p:cNvSpPr/>
              <p:nvPr/>
            </p:nvSpPr>
            <p:spPr>
              <a:xfrm>
                <a:off x="809" y="3178"/>
                <a:ext cx="437" cy="11"/>
              </a:xfrm>
              <a:custGeom>
                <a:rect b="b" l="l" r="r" t="t"/>
                <a:pathLst>
                  <a:path extrusionOk="0" h="11" w="437">
                    <a:moveTo>
                      <a:pt x="434" y="4"/>
                    </a:moveTo>
                    <a:lnTo>
                      <a:pt x="424" y="0"/>
                    </a:lnTo>
                    <a:lnTo>
                      <a:pt x="0" y="0"/>
                    </a:lnTo>
                    <a:lnTo>
                      <a:pt x="0" y="7"/>
                    </a:lnTo>
                    <a:lnTo>
                      <a:pt x="30" y="7"/>
                    </a:lnTo>
                    <a:lnTo>
                      <a:pt x="44" y="11"/>
                    </a:lnTo>
                    <a:lnTo>
                      <a:pt x="154" y="11"/>
                    </a:lnTo>
                    <a:lnTo>
                      <a:pt x="167" y="7"/>
                    </a:lnTo>
                    <a:lnTo>
                      <a:pt x="354" y="7"/>
                    </a:lnTo>
                    <a:lnTo>
                      <a:pt x="367" y="11"/>
                    </a:lnTo>
                    <a:lnTo>
                      <a:pt x="434" y="11"/>
                    </a:lnTo>
                    <a:lnTo>
                      <a:pt x="437" y="7"/>
                    </a:lnTo>
                    <a:lnTo>
                      <a:pt x="434" y="11"/>
                    </a:lnTo>
                    <a:lnTo>
                      <a:pt x="437" y="11"/>
                    </a:lnTo>
                    <a:lnTo>
                      <a:pt x="437" y="7"/>
                    </a:lnTo>
                    <a:lnTo>
                      <a:pt x="434"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9" name="Google Shape;449;p3"/>
              <p:cNvSpPr/>
              <p:nvPr/>
            </p:nvSpPr>
            <p:spPr>
              <a:xfrm>
                <a:off x="1243" y="3168"/>
                <a:ext cx="10" cy="17"/>
              </a:xfrm>
              <a:custGeom>
                <a:rect b="b" l="l" r="r" t="t"/>
                <a:pathLst>
                  <a:path extrusionOk="0" h="17" w="10">
                    <a:moveTo>
                      <a:pt x="10" y="10"/>
                    </a:moveTo>
                    <a:lnTo>
                      <a:pt x="0" y="10"/>
                    </a:lnTo>
                    <a:lnTo>
                      <a:pt x="0" y="14"/>
                    </a:lnTo>
                    <a:lnTo>
                      <a:pt x="3" y="17"/>
                    </a:lnTo>
                    <a:lnTo>
                      <a:pt x="6" y="17"/>
                    </a:lnTo>
                    <a:lnTo>
                      <a:pt x="6" y="14"/>
                    </a:lnTo>
                    <a:lnTo>
                      <a:pt x="10" y="14"/>
                    </a:lnTo>
                    <a:lnTo>
                      <a:pt x="6" y="10"/>
                    </a:lnTo>
                    <a:lnTo>
                      <a:pt x="10" y="10"/>
                    </a:lnTo>
                    <a:lnTo>
                      <a:pt x="10" y="0"/>
                    </a:lnTo>
                    <a:lnTo>
                      <a:pt x="6" y="10"/>
                    </a:lnTo>
                    <a:lnTo>
                      <a:pt x="10"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0" name="Google Shape;450;p3"/>
              <p:cNvSpPr/>
              <p:nvPr/>
            </p:nvSpPr>
            <p:spPr>
              <a:xfrm>
                <a:off x="1249" y="3178"/>
                <a:ext cx="17" cy="83"/>
              </a:xfrm>
              <a:custGeom>
                <a:rect b="b" l="l" r="r" t="t"/>
                <a:pathLst>
                  <a:path extrusionOk="0" h="83" w="17">
                    <a:moveTo>
                      <a:pt x="14" y="80"/>
                    </a:moveTo>
                    <a:lnTo>
                      <a:pt x="17" y="77"/>
                    </a:lnTo>
                    <a:lnTo>
                      <a:pt x="4" y="0"/>
                    </a:lnTo>
                    <a:lnTo>
                      <a:pt x="0" y="0"/>
                    </a:lnTo>
                    <a:lnTo>
                      <a:pt x="10" y="77"/>
                    </a:lnTo>
                    <a:lnTo>
                      <a:pt x="14" y="73"/>
                    </a:lnTo>
                    <a:lnTo>
                      <a:pt x="14" y="80"/>
                    </a:lnTo>
                    <a:lnTo>
                      <a:pt x="17" y="83"/>
                    </a:lnTo>
                    <a:lnTo>
                      <a:pt x="17" y="77"/>
                    </a:lnTo>
                    <a:lnTo>
                      <a:pt x="14" y="8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1" name="Google Shape;451;p3"/>
              <p:cNvSpPr/>
              <p:nvPr/>
            </p:nvSpPr>
            <p:spPr>
              <a:xfrm>
                <a:off x="893" y="3248"/>
                <a:ext cx="370" cy="13"/>
              </a:xfrm>
              <a:custGeom>
                <a:rect b="b" l="l" r="r" t="t"/>
                <a:pathLst>
                  <a:path extrusionOk="0" h="13" w="370">
                    <a:moveTo>
                      <a:pt x="0" y="7"/>
                    </a:moveTo>
                    <a:lnTo>
                      <a:pt x="10" y="7"/>
                    </a:lnTo>
                    <a:lnTo>
                      <a:pt x="23" y="10"/>
                    </a:lnTo>
                    <a:lnTo>
                      <a:pt x="80" y="10"/>
                    </a:lnTo>
                    <a:lnTo>
                      <a:pt x="93" y="13"/>
                    </a:lnTo>
                    <a:lnTo>
                      <a:pt x="160" y="13"/>
                    </a:lnTo>
                    <a:lnTo>
                      <a:pt x="173" y="10"/>
                    </a:lnTo>
                    <a:lnTo>
                      <a:pt x="370" y="10"/>
                    </a:lnTo>
                    <a:lnTo>
                      <a:pt x="370" y="3"/>
                    </a:lnTo>
                    <a:lnTo>
                      <a:pt x="23" y="3"/>
                    </a:lnTo>
                    <a:lnTo>
                      <a:pt x="10" y="0"/>
                    </a:lnTo>
                    <a:lnTo>
                      <a:pt x="0"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2" name="Google Shape;452;p3"/>
              <p:cNvSpPr/>
              <p:nvPr/>
            </p:nvSpPr>
            <p:spPr>
              <a:xfrm>
                <a:off x="829" y="3248"/>
                <a:ext cx="64" cy="7"/>
              </a:xfrm>
              <a:custGeom>
                <a:rect b="b" l="l" r="r" t="t"/>
                <a:pathLst>
                  <a:path extrusionOk="0" h="7" w="64">
                    <a:moveTo>
                      <a:pt x="4" y="7"/>
                    </a:moveTo>
                    <a:lnTo>
                      <a:pt x="0" y="7"/>
                    </a:lnTo>
                    <a:lnTo>
                      <a:pt x="64" y="7"/>
                    </a:lnTo>
                    <a:lnTo>
                      <a:pt x="64" y="0"/>
                    </a:lnTo>
                    <a:lnTo>
                      <a:pt x="0" y="0"/>
                    </a:lnTo>
                    <a:lnTo>
                      <a:pt x="4"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3" name="Google Shape;453;p3"/>
              <p:cNvSpPr/>
              <p:nvPr/>
            </p:nvSpPr>
            <p:spPr>
              <a:xfrm>
                <a:off x="816" y="3248"/>
                <a:ext cx="17" cy="10"/>
              </a:xfrm>
              <a:custGeom>
                <a:rect b="b" l="l" r="r" t="t"/>
                <a:pathLst>
                  <a:path extrusionOk="0" h="10" w="17">
                    <a:moveTo>
                      <a:pt x="0" y="3"/>
                    </a:moveTo>
                    <a:lnTo>
                      <a:pt x="3" y="7"/>
                    </a:lnTo>
                    <a:lnTo>
                      <a:pt x="7" y="7"/>
                    </a:lnTo>
                    <a:lnTo>
                      <a:pt x="10" y="10"/>
                    </a:lnTo>
                    <a:lnTo>
                      <a:pt x="13" y="7"/>
                    </a:lnTo>
                    <a:lnTo>
                      <a:pt x="17" y="7"/>
                    </a:lnTo>
                    <a:lnTo>
                      <a:pt x="13" y="0"/>
                    </a:lnTo>
                    <a:lnTo>
                      <a:pt x="7" y="0"/>
                    </a:lnTo>
                    <a:lnTo>
                      <a:pt x="0" y="3"/>
                    </a:lnTo>
                    <a:lnTo>
                      <a:pt x="3" y="7"/>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4" name="Google Shape;454;p3"/>
              <p:cNvSpPr/>
              <p:nvPr/>
            </p:nvSpPr>
            <p:spPr>
              <a:xfrm>
                <a:off x="789" y="3158"/>
                <a:ext cx="34" cy="93"/>
              </a:xfrm>
              <a:custGeom>
                <a:rect b="b" l="l" r="r" t="t"/>
                <a:pathLst>
                  <a:path extrusionOk="0" h="93" w="34">
                    <a:moveTo>
                      <a:pt x="0" y="3"/>
                    </a:moveTo>
                    <a:lnTo>
                      <a:pt x="4" y="13"/>
                    </a:lnTo>
                    <a:lnTo>
                      <a:pt x="7" y="27"/>
                    </a:lnTo>
                    <a:lnTo>
                      <a:pt x="10" y="38"/>
                    </a:lnTo>
                    <a:lnTo>
                      <a:pt x="10" y="51"/>
                    </a:lnTo>
                    <a:lnTo>
                      <a:pt x="14" y="62"/>
                    </a:lnTo>
                    <a:lnTo>
                      <a:pt x="17" y="72"/>
                    </a:lnTo>
                    <a:lnTo>
                      <a:pt x="20" y="86"/>
                    </a:lnTo>
                    <a:lnTo>
                      <a:pt x="27" y="93"/>
                    </a:lnTo>
                    <a:lnTo>
                      <a:pt x="34" y="90"/>
                    </a:lnTo>
                    <a:lnTo>
                      <a:pt x="27" y="83"/>
                    </a:lnTo>
                    <a:lnTo>
                      <a:pt x="24" y="72"/>
                    </a:lnTo>
                    <a:lnTo>
                      <a:pt x="20" y="62"/>
                    </a:lnTo>
                    <a:lnTo>
                      <a:pt x="17" y="48"/>
                    </a:lnTo>
                    <a:lnTo>
                      <a:pt x="17" y="38"/>
                    </a:lnTo>
                    <a:lnTo>
                      <a:pt x="14" y="24"/>
                    </a:lnTo>
                    <a:lnTo>
                      <a:pt x="10" y="13"/>
                    </a:lnTo>
                    <a:lnTo>
                      <a:pt x="7" y="3"/>
                    </a:lnTo>
                    <a:lnTo>
                      <a:pt x="7" y="0"/>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5" name="Google Shape;455;p3"/>
              <p:cNvSpPr/>
              <p:nvPr/>
            </p:nvSpPr>
            <p:spPr>
              <a:xfrm>
                <a:off x="749" y="2991"/>
                <a:ext cx="47" cy="170"/>
              </a:xfrm>
              <a:custGeom>
                <a:rect b="b" l="l" r="r" t="t"/>
                <a:pathLst>
                  <a:path extrusionOk="0" h="170" w="47">
                    <a:moveTo>
                      <a:pt x="4" y="0"/>
                    </a:moveTo>
                    <a:lnTo>
                      <a:pt x="4" y="4"/>
                    </a:lnTo>
                    <a:lnTo>
                      <a:pt x="7" y="24"/>
                    </a:lnTo>
                    <a:lnTo>
                      <a:pt x="10" y="45"/>
                    </a:lnTo>
                    <a:lnTo>
                      <a:pt x="14" y="66"/>
                    </a:lnTo>
                    <a:lnTo>
                      <a:pt x="20" y="87"/>
                    </a:lnTo>
                    <a:lnTo>
                      <a:pt x="24" y="108"/>
                    </a:lnTo>
                    <a:lnTo>
                      <a:pt x="27" y="128"/>
                    </a:lnTo>
                    <a:lnTo>
                      <a:pt x="34" y="149"/>
                    </a:lnTo>
                    <a:lnTo>
                      <a:pt x="40" y="170"/>
                    </a:lnTo>
                    <a:lnTo>
                      <a:pt x="47" y="167"/>
                    </a:lnTo>
                    <a:lnTo>
                      <a:pt x="40" y="149"/>
                    </a:lnTo>
                    <a:lnTo>
                      <a:pt x="34" y="128"/>
                    </a:lnTo>
                    <a:lnTo>
                      <a:pt x="30" y="108"/>
                    </a:lnTo>
                    <a:lnTo>
                      <a:pt x="24" y="87"/>
                    </a:lnTo>
                    <a:lnTo>
                      <a:pt x="20" y="66"/>
                    </a:lnTo>
                    <a:lnTo>
                      <a:pt x="17" y="45"/>
                    </a:lnTo>
                    <a:lnTo>
                      <a:pt x="14" y="24"/>
                    </a:lnTo>
                    <a:lnTo>
                      <a:pt x="7" y="4"/>
                    </a:lnTo>
                    <a:lnTo>
                      <a:pt x="7" y="7"/>
                    </a:lnTo>
                    <a:lnTo>
                      <a:pt x="4" y="0"/>
                    </a:lnTo>
                    <a:lnTo>
                      <a:pt x="0" y="4"/>
                    </a:lnTo>
                    <a:lnTo>
                      <a:pt x="4" y="4"/>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6" name="Google Shape;456;p3"/>
              <p:cNvSpPr/>
              <p:nvPr/>
            </p:nvSpPr>
            <p:spPr>
              <a:xfrm>
                <a:off x="753" y="2898"/>
                <a:ext cx="96" cy="100"/>
              </a:xfrm>
              <a:custGeom>
                <a:rect b="b" l="l" r="r" t="t"/>
                <a:pathLst>
                  <a:path extrusionOk="0" h="100" w="96">
                    <a:moveTo>
                      <a:pt x="96" y="3"/>
                    </a:moveTo>
                    <a:lnTo>
                      <a:pt x="93" y="0"/>
                    </a:lnTo>
                    <a:lnTo>
                      <a:pt x="86" y="7"/>
                    </a:lnTo>
                    <a:lnTo>
                      <a:pt x="80" y="10"/>
                    </a:lnTo>
                    <a:lnTo>
                      <a:pt x="73" y="14"/>
                    </a:lnTo>
                    <a:lnTo>
                      <a:pt x="43" y="45"/>
                    </a:lnTo>
                    <a:lnTo>
                      <a:pt x="36" y="48"/>
                    </a:lnTo>
                    <a:lnTo>
                      <a:pt x="33" y="59"/>
                    </a:lnTo>
                    <a:lnTo>
                      <a:pt x="26" y="62"/>
                    </a:lnTo>
                    <a:lnTo>
                      <a:pt x="20" y="69"/>
                    </a:lnTo>
                    <a:lnTo>
                      <a:pt x="16" y="76"/>
                    </a:lnTo>
                    <a:lnTo>
                      <a:pt x="10" y="83"/>
                    </a:lnTo>
                    <a:lnTo>
                      <a:pt x="3" y="86"/>
                    </a:lnTo>
                    <a:lnTo>
                      <a:pt x="0" y="93"/>
                    </a:lnTo>
                    <a:lnTo>
                      <a:pt x="3" y="100"/>
                    </a:lnTo>
                    <a:lnTo>
                      <a:pt x="16" y="86"/>
                    </a:lnTo>
                    <a:lnTo>
                      <a:pt x="20" y="79"/>
                    </a:lnTo>
                    <a:lnTo>
                      <a:pt x="50" y="48"/>
                    </a:lnTo>
                    <a:lnTo>
                      <a:pt x="53" y="41"/>
                    </a:lnTo>
                    <a:lnTo>
                      <a:pt x="60" y="38"/>
                    </a:lnTo>
                    <a:lnTo>
                      <a:pt x="63" y="31"/>
                    </a:lnTo>
                    <a:lnTo>
                      <a:pt x="73" y="27"/>
                    </a:lnTo>
                    <a:lnTo>
                      <a:pt x="76" y="20"/>
                    </a:lnTo>
                    <a:lnTo>
                      <a:pt x="83" y="17"/>
                    </a:lnTo>
                    <a:lnTo>
                      <a:pt x="90" y="10"/>
                    </a:lnTo>
                    <a:lnTo>
                      <a:pt x="96" y="7"/>
                    </a:lnTo>
                    <a:lnTo>
                      <a:pt x="93" y="7"/>
                    </a:lnTo>
                    <a:lnTo>
                      <a:pt x="96" y="3"/>
                    </a:lnTo>
                    <a:lnTo>
                      <a:pt x="96" y="0"/>
                    </a:lnTo>
                    <a:lnTo>
                      <a:pt x="93" y="0"/>
                    </a:lnTo>
                    <a:lnTo>
                      <a:pt x="96"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7" name="Google Shape;457;p3"/>
              <p:cNvSpPr/>
              <p:nvPr/>
            </p:nvSpPr>
            <p:spPr>
              <a:xfrm>
                <a:off x="846" y="2901"/>
                <a:ext cx="33" cy="42"/>
              </a:xfrm>
              <a:custGeom>
                <a:rect b="b" l="l" r="r" t="t"/>
                <a:pathLst>
                  <a:path extrusionOk="0" h="42" w="33">
                    <a:moveTo>
                      <a:pt x="27" y="42"/>
                    </a:moveTo>
                    <a:lnTo>
                      <a:pt x="27" y="35"/>
                    </a:lnTo>
                    <a:lnTo>
                      <a:pt x="23" y="31"/>
                    </a:lnTo>
                    <a:lnTo>
                      <a:pt x="20" y="24"/>
                    </a:lnTo>
                    <a:lnTo>
                      <a:pt x="17" y="21"/>
                    </a:lnTo>
                    <a:lnTo>
                      <a:pt x="17" y="17"/>
                    </a:lnTo>
                    <a:lnTo>
                      <a:pt x="13" y="14"/>
                    </a:lnTo>
                    <a:lnTo>
                      <a:pt x="10" y="7"/>
                    </a:lnTo>
                    <a:lnTo>
                      <a:pt x="3" y="0"/>
                    </a:lnTo>
                    <a:lnTo>
                      <a:pt x="0" y="4"/>
                    </a:lnTo>
                    <a:lnTo>
                      <a:pt x="0" y="7"/>
                    </a:lnTo>
                    <a:lnTo>
                      <a:pt x="3" y="11"/>
                    </a:lnTo>
                    <a:lnTo>
                      <a:pt x="7" y="17"/>
                    </a:lnTo>
                    <a:lnTo>
                      <a:pt x="13" y="24"/>
                    </a:lnTo>
                    <a:lnTo>
                      <a:pt x="17" y="31"/>
                    </a:lnTo>
                    <a:lnTo>
                      <a:pt x="23" y="38"/>
                    </a:lnTo>
                    <a:lnTo>
                      <a:pt x="27" y="31"/>
                    </a:lnTo>
                    <a:lnTo>
                      <a:pt x="27" y="42"/>
                    </a:lnTo>
                    <a:lnTo>
                      <a:pt x="33" y="42"/>
                    </a:lnTo>
                    <a:lnTo>
                      <a:pt x="27" y="35"/>
                    </a:lnTo>
                    <a:lnTo>
                      <a:pt x="27"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8" name="Google Shape;458;p3"/>
              <p:cNvSpPr/>
              <p:nvPr/>
            </p:nvSpPr>
            <p:spPr>
              <a:xfrm>
                <a:off x="863" y="2932"/>
                <a:ext cx="10" cy="14"/>
              </a:xfrm>
              <a:custGeom>
                <a:rect b="b" l="l" r="r" t="t"/>
                <a:pathLst>
                  <a:path extrusionOk="0" h="14" w="10">
                    <a:moveTo>
                      <a:pt x="3" y="11"/>
                    </a:moveTo>
                    <a:lnTo>
                      <a:pt x="3" y="14"/>
                    </a:lnTo>
                    <a:lnTo>
                      <a:pt x="6" y="11"/>
                    </a:lnTo>
                    <a:lnTo>
                      <a:pt x="10" y="11"/>
                    </a:lnTo>
                    <a:lnTo>
                      <a:pt x="10" y="0"/>
                    </a:lnTo>
                    <a:lnTo>
                      <a:pt x="6" y="4"/>
                    </a:lnTo>
                    <a:lnTo>
                      <a:pt x="3" y="4"/>
                    </a:lnTo>
                    <a:lnTo>
                      <a:pt x="0" y="7"/>
                    </a:lnTo>
                    <a:lnTo>
                      <a:pt x="0" y="11"/>
                    </a:lnTo>
                    <a:lnTo>
                      <a:pt x="3"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9" name="Google Shape;459;p3"/>
              <p:cNvSpPr/>
              <p:nvPr/>
            </p:nvSpPr>
            <p:spPr>
              <a:xfrm>
                <a:off x="863" y="2943"/>
                <a:ext cx="13" cy="24"/>
              </a:xfrm>
              <a:custGeom>
                <a:rect b="b" l="l" r="r" t="t"/>
                <a:pathLst>
                  <a:path extrusionOk="0" h="24" w="13">
                    <a:moveTo>
                      <a:pt x="13" y="17"/>
                    </a:moveTo>
                    <a:lnTo>
                      <a:pt x="10" y="17"/>
                    </a:lnTo>
                    <a:lnTo>
                      <a:pt x="6" y="14"/>
                    </a:lnTo>
                    <a:lnTo>
                      <a:pt x="3" y="7"/>
                    </a:lnTo>
                    <a:lnTo>
                      <a:pt x="3" y="0"/>
                    </a:lnTo>
                    <a:lnTo>
                      <a:pt x="0" y="0"/>
                    </a:lnTo>
                    <a:lnTo>
                      <a:pt x="0" y="17"/>
                    </a:lnTo>
                    <a:lnTo>
                      <a:pt x="6" y="20"/>
                    </a:lnTo>
                    <a:lnTo>
                      <a:pt x="13" y="24"/>
                    </a:lnTo>
                    <a:lnTo>
                      <a:pt x="13"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0" name="Google Shape;460;p3"/>
              <p:cNvSpPr/>
              <p:nvPr/>
            </p:nvSpPr>
            <p:spPr>
              <a:xfrm>
                <a:off x="876" y="2960"/>
                <a:ext cx="413" cy="14"/>
              </a:xfrm>
              <a:custGeom>
                <a:rect b="b" l="l" r="r" t="t"/>
                <a:pathLst>
                  <a:path extrusionOk="0" h="14" w="413">
                    <a:moveTo>
                      <a:pt x="413" y="0"/>
                    </a:moveTo>
                    <a:lnTo>
                      <a:pt x="363" y="0"/>
                    </a:lnTo>
                    <a:lnTo>
                      <a:pt x="350" y="3"/>
                    </a:lnTo>
                    <a:lnTo>
                      <a:pt x="27" y="3"/>
                    </a:lnTo>
                    <a:lnTo>
                      <a:pt x="13" y="0"/>
                    </a:lnTo>
                    <a:lnTo>
                      <a:pt x="0" y="0"/>
                    </a:lnTo>
                    <a:lnTo>
                      <a:pt x="0" y="7"/>
                    </a:lnTo>
                    <a:lnTo>
                      <a:pt x="27" y="7"/>
                    </a:lnTo>
                    <a:lnTo>
                      <a:pt x="37" y="10"/>
                    </a:lnTo>
                    <a:lnTo>
                      <a:pt x="90" y="10"/>
                    </a:lnTo>
                    <a:lnTo>
                      <a:pt x="103" y="14"/>
                    </a:lnTo>
                    <a:lnTo>
                      <a:pt x="207" y="14"/>
                    </a:lnTo>
                    <a:lnTo>
                      <a:pt x="220" y="10"/>
                    </a:lnTo>
                    <a:lnTo>
                      <a:pt x="337" y="10"/>
                    </a:lnTo>
                    <a:lnTo>
                      <a:pt x="350" y="7"/>
                    </a:lnTo>
                    <a:lnTo>
                      <a:pt x="413" y="7"/>
                    </a:lnTo>
                    <a:lnTo>
                      <a:pt x="41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1" name="Google Shape;461;p3"/>
              <p:cNvSpPr/>
              <p:nvPr/>
            </p:nvSpPr>
            <p:spPr>
              <a:xfrm>
                <a:off x="1289" y="2939"/>
                <a:ext cx="44" cy="28"/>
              </a:xfrm>
              <a:custGeom>
                <a:rect b="b" l="l" r="r" t="t"/>
                <a:pathLst>
                  <a:path extrusionOk="0" h="28" w="44">
                    <a:moveTo>
                      <a:pt x="37" y="4"/>
                    </a:moveTo>
                    <a:lnTo>
                      <a:pt x="37" y="0"/>
                    </a:lnTo>
                    <a:lnTo>
                      <a:pt x="34" y="4"/>
                    </a:lnTo>
                    <a:lnTo>
                      <a:pt x="27" y="7"/>
                    </a:lnTo>
                    <a:lnTo>
                      <a:pt x="17" y="18"/>
                    </a:lnTo>
                    <a:lnTo>
                      <a:pt x="10" y="18"/>
                    </a:lnTo>
                    <a:lnTo>
                      <a:pt x="7" y="21"/>
                    </a:lnTo>
                    <a:lnTo>
                      <a:pt x="0" y="21"/>
                    </a:lnTo>
                    <a:lnTo>
                      <a:pt x="0" y="28"/>
                    </a:lnTo>
                    <a:lnTo>
                      <a:pt x="7" y="24"/>
                    </a:lnTo>
                    <a:lnTo>
                      <a:pt x="17" y="24"/>
                    </a:lnTo>
                    <a:lnTo>
                      <a:pt x="24" y="21"/>
                    </a:lnTo>
                    <a:lnTo>
                      <a:pt x="27" y="18"/>
                    </a:lnTo>
                    <a:lnTo>
                      <a:pt x="34" y="14"/>
                    </a:lnTo>
                    <a:lnTo>
                      <a:pt x="40" y="7"/>
                    </a:lnTo>
                    <a:lnTo>
                      <a:pt x="44" y="7"/>
                    </a:lnTo>
                    <a:lnTo>
                      <a:pt x="40" y="7"/>
                    </a:lnTo>
                    <a:lnTo>
                      <a:pt x="44" y="7"/>
                    </a:lnTo>
                    <a:lnTo>
                      <a:pt x="37"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2" name="Google Shape;462;p3"/>
              <p:cNvSpPr/>
              <p:nvPr/>
            </p:nvSpPr>
            <p:spPr>
              <a:xfrm>
                <a:off x="1326" y="2738"/>
                <a:ext cx="190" cy="208"/>
              </a:xfrm>
              <a:custGeom>
                <a:rect b="b" l="l" r="r" t="t"/>
                <a:pathLst>
                  <a:path extrusionOk="0" h="208" w="190">
                    <a:moveTo>
                      <a:pt x="187" y="0"/>
                    </a:moveTo>
                    <a:lnTo>
                      <a:pt x="183" y="0"/>
                    </a:lnTo>
                    <a:lnTo>
                      <a:pt x="173" y="14"/>
                    </a:lnTo>
                    <a:lnTo>
                      <a:pt x="163" y="28"/>
                    </a:lnTo>
                    <a:lnTo>
                      <a:pt x="153" y="42"/>
                    </a:lnTo>
                    <a:lnTo>
                      <a:pt x="140" y="52"/>
                    </a:lnTo>
                    <a:lnTo>
                      <a:pt x="130" y="66"/>
                    </a:lnTo>
                    <a:lnTo>
                      <a:pt x="107" y="90"/>
                    </a:lnTo>
                    <a:lnTo>
                      <a:pt x="93" y="101"/>
                    </a:lnTo>
                    <a:lnTo>
                      <a:pt x="83" y="115"/>
                    </a:lnTo>
                    <a:lnTo>
                      <a:pt x="70" y="128"/>
                    </a:lnTo>
                    <a:lnTo>
                      <a:pt x="57" y="139"/>
                    </a:lnTo>
                    <a:lnTo>
                      <a:pt x="47" y="153"/>
                    </a:lnTo>
                    <a:lnTo>
                      <a:pt x="33" y="163"/>
                    </a:lnTo>
                    <a:lnTo>
                      <a:pt x="23" y="177"/>
                    </a:lnTo>
                    <a:lnTo>
                      <a:pt x="10" y="191"/>
                    </a:lnTo>
                    <a:lnTo>
                      <a:pt x="0" y="205"/>
                    </a:lnTo>
                    <a:lnTo>
                      <a:pt x="7" y="208"/>
                    </a:lnTo>
                    <a:lnTo>
                      <a:pt x="17" y="194"/>
                    </a:lnTo>
                    <a:lnTo>
                      <a:pt x="27" y="180"/>
                    </a:lnTo>
                    <a:lnTo>
                      <a:pt x="50" y="156"/>
                    </a:lnTo>
                    <a:lnTo>
                      <a:pt x="63" y="146"/>
                    </a:lnTo>
                    <a:lnTo>
                      <a:pt x="73" y="132"/>
                    </a:lnTo>
                    <a:lnTo>
                      <a:pt x="87" y="122"/>
                    </a:lnTo>
                    <a:lnTo>
                      <a:pt x="147" y="59"/>
                    </a:lnTo>
                    <a:lnTo>
                      <a:pt x="157" y="45"/>
                    </a:lnTo>
                    <a:lnTo>
                      <a:pt x="170" y="35"/>
                    </a:lnTo>
                    <a:lnTo>
                      <a:pt x="180" y="21"/>
                    </a:lnTo>
                    <a:lnTo>
                      <a:pt x="190" y="7"/>
                    </a:lnTo>
                    <a:lnTo>
                      <a:pt x="187" y="7"/>
                    </a:lnTo>
                    <a:lnTo>
                      <a:pt x="187" y="0"/>
                    </a:lnTo>
                    <a:lnTo>
                      <a:pt x="183" y="0"/>
                    </a:lnTo>
                    <a:lnTo>
                      <a:pt x="18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3" name="Google Shape;463;p3"/>
              <p:cNvSpPr/>
              <p:nvPr/>
            </p:nvSpPr>
            <p:spPr>
              <a:xfrm>
                <a:off x="1513" y="2738"/>
                <a:ext cx="6" cy="7"/>
              </a:xfrm>
              <a:custGeom>
                <a:rect b="b" l="l" r="r" t="t"/>
                <a:pathLst>
                  <a:path extrusionOk="0" h="7" w="6">
                    <a:moveTo>
                      <a:pt x="0" y="0"/>
                    </a:moveTo>
                    <a:lnTo>
                      <a:pt x="3" y="0"/>
                    </a:lnTo>
                    <a:lnTo>
                      <a:pt x="0" y="0"/>
                    </a:lnTo>
                    <a:lnTo>
                      <a:pt x="0" y="7"/>
                    </a:lnTo>
                    <a:lnTo>
                      <a:pt x="6" y="7"/>
                    </a:lnTo>
                    <a:lnTo>
                      <a:pt x="3" y="7"/>
                    </a:lnTo>
                    <a:lnTo>
                      <a:pt x="6" y="7"/>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4" name="Google Shape;464;p3"/>
              <p:cNvSpPr/>
              <p:nvPr/>
            </p:nvSpPr>
            <p:spPr>
              <a:xfrm>
                <a:off x="1513" y="2662"/>
                <a:ext cx="76" cy="83"/>
              </a:xfrm>
              <a:custGeom>
                <a:rect b="b" l="l" r="r" t="t"/>
                <a:pathLst>
                  <a:path extrusionOk="0" h="83" w="76">
                    <a:moveTo>
                      <a:pt x="66" y="4"/>
                    </a:moveTo>
                    <a:lnTo>
                      <a:pt x="70" y="0"/>
                    </a:lnTo>
                    <a:lnTo>
                      <a:pt x="60" y="10"/>
                    </a:lnTo>
                    <a:lnTo>
                      <a:pt x="50" y="17"/>
                    </a:lnTo>
                    <a:lnTo>
                      <a:pt x="43" y="28"/>
                    </a:lnTo>
                    <a:lnTo>
                      <a:pt x="33" y="38"/>
                    </a:lnTo>
                    <a:lnTo>
                      <a:pt x="26" y="49"/>
                    </a:lnTo>
                    <a:lnTo>
                      <a:pt x="16" y="55"/>
                    </a:lnTo>
                    <a:lnTo>
                      <a:pt x="10" y="66"/>
                    </a:lnTo>
                    <a:lnTo>
                      <a:pt x="0" y="76"/>
                    </a:lnTo>
                    <a:lnTo>
                      <a:pt x="6" y="83"/>
                    </a:lnTo>
                    <a:lnTo>
                      <a:pt x="13" y="69"/>
                    </a:lnTo>
                    <a:lnTo>
                      <a:pt x="23" y="62"/>
                    </a:lnTo>
                    <a:lnTo>
                      <a:pt x="30" y="52"/>
                    </a:lnTo>
                    <a:lnTo>
                      <a:pt x="40" y="42"/>
                    </a:lnTo>
                    <a:lnTo>
                      <a:pt x="46" y="31"/>
                    </a:lnTo>
                    <a:lnTo>
                      <a:pt x="56" y="24"/>
                    </a:lnTo>
                    <a:lnTo>
                      <a:pt x="66" y="14"/>
                    </a:lnTo>
                    <a:lnTo>
                      <a:pt x="73" y="4"/>
                    </a:lnTo>
                    <a:lnTo>
                      <a:pt x="76" y="4"/>
                    </a:lnTo>
                    <a:lnTo>
                      <a:pt x="73" y="4"/>
                    </a:lnTo>
                    <a:lnTo>
                      <a:pt x="76" y="4"/>
                    </a:lnTo>
                    <a:lnTo>
                      <a:pt x="66"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5" name="Google Shape;465;p3"/>
              <p:cNvSpPr/>
              <p:nvPr/>
            </p:nvSpPr>
            <p:spPr>
              <a:xfrm>
                <a:off x="1573" y="2648"/>
                <a:ext cx="16" cy="18"/>
              </a:xfrm>
              <a:custGeom>
                <a:rect b="b" l="l" r="r" t="t"/>
                <a:pathLst>
                  <a:path extrusionOk="0" h="18" w="16">
                    <a:moveTo>
                      <a:pt x="3" y="0"/>
                    </a:moveTo>
                    <a:lnTo>
                      <a:pt x="6" y="7"/>
                    </a:lnTo>
                    <a:lnTo>
                      <a:pt x="6" y="18"/>
                    </a:lnTo>
                    <a:lnTo>
                      <a:pt x="16" y="18"/>
                    </a:lnTo>
                    <a:lnTo>
                      <a:pt x="16" y="11"/>
                    </a:lnTo>
                    <a:lnTo>
                      <a:pt x="6" y="0"/>
                    </a:lnTo>
                    <a:lnTo>
                      <a:pt x="10" y="7"/>
                    </a:lnTo>
                    <a:lnTo>
                      <a:pt x="3" y="0"/>
                    </a:lnTo>
                    <a:lnTo>
                      <a:pt x="0" y="7"/>
                    </a:lnTo>
                    <a:lnTo>
                      <a:pt x="6" y="7"/>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6" name="Google Shape;466;p3"/>
              <p:cNvSpPr/>
              <p:nvPr/>
            </p:nvSpPr>
            <p:spPr>
              <a:xfrm>
                <a:off x="1576" y="2614"/>
                <a:ext cx="13" cy="41"/>
              </a:xfrm>
              <a:custGeom>
                <a:rect b="b" l="l" r="r" t="t"/>
                <a:pathLst>
                  <a:path extrusionOk="0" h="41" w="13">
                    <a:moveTo>
                      <a:pt x="7" y="3"/>
                    </a:moveTo>
                    <a:lnTo>
                      <a:pt x="3" y="3"/>
                    </a:lnTo>
                    <a:lnTo>
                      <a:pt x="7" y="10"/>
                    </a:lnTo>
                    <a:lnTo>
                      <a:pt x="7" y="20"/>
                    </a:lnTo>
                    <a:lnTo>
                      <a:pt x="3" y="27"/>
                    </a:lnTo>
                    <a:lnTo>
                      <a:pt x="0" y="34"/>
                    </a:lnTo>
                    <a:lnTo>
                      <a:pt x="7" y="41"/>
                    </a:lnTo>
                    <a:lnTo>
                      <a:pt x="10" y="31"/>
                    </a:lnTo>
                    <a:lnTo>
                      <a:pt x="13" y="24"/>
                    </a:lnTo>
                    <a:lnTo>
                      <a:pt x="13" y="3"/>
                    </a:lnTo>
                    <a:lnTo>
                      <a:pt x="10" y="0"/>
                    </a:lnTo>
                    <a:lnTo>
                      <a:pt x="13" y="3"/>
                    </a:lnTo>
                    <a:lnTo>
                      <a:pt x="13" y="0"/>
                    </a:lnTo>
                    <a:lnTo>
                      <a:pt x="10" y="0"/>
                    </a:lnTo>
                    <a:lnTo>
                      <a:pt x="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7" name="Google Shape;467;p3"/>
              <p:cNvSpPr/>
              <p:nvPr/>
            </p:nvSpPr>
            <p:spPr>
              <a:xfrm>
                <a:off x="1569" y="2610"/>
                <a:ext cx="17" cy="7"/>
              </a:xfrm>
              <a:custGeom>
                <a:rect b="b" l="l" r="r" t="t"/>
                <a:pathLst>
                  <a:path extrusionOk="0" h="7" w="17">
                    <a:moveTo>
                      <a:pt x="10" y="0"/>
                    </a:moveTo>
                    <a:lnTo>
                      <a:pt x="10" y="7"/>
                    </a:lnTo>
                    <a:lnTo>
                      <a:pt x="14" y="7"/>
                    </a:lnTo>
                    <a:lnTo>
                      <a:pt x="17" y="4"/>
                    </a:lnTo>
                    <a:lnTo>
                      <a:pt x="14" y="0"/>
                    </a:lnTo>
                    <a:lnTo>
                      <a:pt x="10" y="7"/>
                    </a:lnTo>
                    <a:lnTo>
                      <a:pt x="10" y="0"/>
                    </a:lnTo>
                    <a:lnTo>
                      <a:pt x="0" y="0"/>
                    </a:lnTo>
                    <a:lnTo>
                      <a:pt x="10" y="7"/>
                    </a:lnTo>
                    <a:lnTo>
                      <a:pt x="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8" name="Google Shape;468;p3"/>
              <p:cNvSpPr/>
              <p:nvPr/>
            </p:nvSpPr>
            <p:spPr>
              <a:xfrm>
                <a:off x="1579" y="2600"/>
                <a:ext cx="40" cy="17"/>
              </a:xfrm>
              <a:custGeom>
                <a:rect b="b" l="l" r="r" t="t"/>
                <a:pathLst>
                  <a:path extrusionOk="0" h="17" w="40">
                    <a:moveTo>
                      <a:pt x="40" y="0"/>
                    </a:moveTo>
                    <a:lnTo>
                      <a:pt x="30" y="0"/>
                    </a:lnTo>
                    <a:lnTo>
                      <a:pt x="24" y="3"/>
                    </a:lnTo>
                    <a:lnTo>
                      <a:pt x="20" y="7"/>
                    </a:lnTo>
                    <a:lnTo>
                      <a:pt x="17" y="7"/>
                    </a:lnTo>
                    <a:lnTo>
                      <a:pt x="14" y="10"/>
                    </a:lnTo>
                    <a:lnTo>
                      <a:pt x="0" y="10"/>
                    </a:lnTo>
                    <a:lnTo>
                      <a:pt x="0" y="17"/>
                    </a:lnTo>
                    <a:lnTo>
                      <a:pt x="14" y="17"/>
                    </a:lnTo>
                    <a:lnTo>
                      <a:pt x="20" y="14"/>
                    </a:lnTo>
                    <a:lnTo>
                      <a:pt x="24" y="14"/>
                    </a:lnTo>
                    <a:lnTo>
                      <a:pt x="27" y="10"/>
                    </a:lnTo>
                    <a:lnTo>
                      <a:pt x="34" y="7"/>
                    </a:lnTo>
                    <a:lnTo>
                      <a:pt x="40" y="7"/>
                    </a:lnTo>
                    <a:lnTo>
                      <a:pt x="4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9" name="Google Shape;469;p3"/>
              <p:cNvSpPr/>
              <p:nvPr/>
            </p:nvSpPr>
            <p:spPr>
              <a:xfrm>
                <a:off x="1619" y="2600"/>
                <a:ext cx="54" cy="10"/>
              </a:xfrm>
              <a:custGeom>
                <a:rect b="b" l="l" r="r" t="t"/>
                <a:pathLst>
                  <a:path extrusionOk="0" h="10" w="54">
                    <a:moveTo>
                      <a:pt x="54" y="7"/>
                    </a:moveTo>
                    <a:lnTo>
                      <a:pt x="50" y="3"/>
                    </a:lnTo>
                    <a:lnTo>
                      <a:pt x="44" y="3"/>
                    </a:lnTo>
                    <a:lnTo>
                      <a:pt x="37" y="0"/>
                    </a:lnTo>
                    <a:lnTo>
                      <a:pt x="0" y="0"/>
                    </a:lnTo>
                    <a:lnTo>
                      <a:pt x="0" y="7"/>
                    </a:lnTo>
                    <a:lnTo>
                      <a:pt x="37" y="7"/>
                    </a:lnTo>
                    <a:lnTo>
                      <a:pt x="44" y="10"/>
                    </a:lnTo>
                    <a:lnTo>
                      <a:pt x="47" y="10"/>
                    </a:lnTo>
                    <a:lnTo>
                      <a:pt x="47" y="7"/>
                    </a:lnTo>
                    <a:lnTo>
                      <a:pt x="54" y="7"/>
                    </a:lnTo>
                    <a:lnTo>
                      <a:pt x="50" y="3"/>
                    </a:lnTo>
                    <a:lnTo>
                      <a:pt x="54"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0" name="Google Shape;470;p3"/>
              <p:cNvSpPr/>
              <p:nvPr/>
            </p:nvSpPr>
            <p:spPr>
              <a:xfrm>
                <a:off x="1309" y="2624"/>
                <a:ext cx="260" cy="288"/>
              </a:xfrm>
              <a:custGeom>
                <a:rect b="b" l="l" r="r" t="t"/>
                <a:pathLst>
                  <a:path extrusionOk="0" h="288" w="260">
                    <a:moveTo>
                      <a:pt x="247" y="31"/>
                    </a:moveTo>
                    <a:lnTo>
                      <a:pt x="234" y="48"/>
                    </a:lnTo>
                    <a:lnTo>
                      <a:pt x="204" y="80"/>
                    </a:lnTo>
                    <a:lnTo>
                      <a:pt x="190" y="97"/>
                    </a:lnTo>
                    <a:lnTo>
                      <a:pt x="174" y="111"/>
                    </a:lnTo>
                    <a:lnTo>
                      <a:pt x="160" y="128"/>
                    </a:lnTo>
                    <a:lnTo>
                      <a:pt x="97" y="194"/>
                    </a:lnTo>
                    <a:lnTo>
                      <a:pt x="80" y="208"/>
                    </a:lnTo>
                    <a:lnTo>
                      <a:pt x="67" y="225"/>
                    </a:lnTo>
                    <a:lnTo>
                      <a:pt x="37" y="256"/>
                    </a:lnTo>
                    <a:lnTo>
                      <a:pt x="24" y="274"/>
                    </a:lnTo>
                    <a:lnTo>
                      <a:pt x="7" y="288"/>
                    </a:lnTo>
                    <a:lnTo>
                      <a:pt x="7" y="284"/>
                    </a:lnTo>
                    <a:lnTo>
                      <a:pt x="4" y="277"/>
                    </a:lnTo>
                    <a:lnTo>
                      <a:pt x="4" y="274"/>
                    </a:lnTo>
                    <a:lnTo>
                      <a:pt x="0" y="270"/>
                    </a:lnTo>
                    <a:lnTo>
                      <a:pt x="80" y="187"/>
                    </a:lnTo>
                    <a:lnTo>
                      <a:pt x="97" y="166"/>
                    </a:lnTo>
                    <a:lnTo>
                      <a:pt x="194" y="66"/>
                    </a:lnTo>
                    <a:lnTo>
                      <a:pt x="207" y="48"/>
                    </a:lnTo>
                    <a:lnTo>
                      <a:pt x="227" y="31"/>
                    </a:lnTo>
                    <a:lnTo>
                      <a:pt x="240" y="17"/>
                    </a:lnTo>
                    <a:lnTo>
                      <a:pt x="260" y="0"/>
                    </a:lnTo>
                    <a:lnTo>
                      <a:pt x="260" y="14"/>
                    </a:lnTo>
                    <a:lnTo>
                      <a:pt x="250" y="24"/>
                    </a:lnTo>
                    <a:lnTo>
                      <a:pt x="250" y="28"/>
                    </a:lnTo>
                    <a:lnTo>
                      <a:pt x="247" y="31"/>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1" name="Google Shape;471;p3"/>
              <p:cNvSpPr/>
              <p:nvPr/>
            </p:nvSpPr>
            <p:spPr>
              <a:xfrm>
                <a:off x="1313" y="2655"/>
                <a:ext cx="246" cy="267"/>
              </a:xfrm>
              <a:custGeom>
                <a:rect b="b" l="l" r="r" t="t"/>
                <a:pathLst>
                  <a:path extrusionOk="0" h="267" w="246">
                    <a:moveTo>
                      <a:pt x="0" y="260"/>
                    </a:moveTo>
                    <a:lnTo>
                      <a:pt x="6" y="260"/>
                    </a:lnTo>
                    <a:lnTo>
                      <a:pt x="36" y="229"/>
                    </a:lnTo>
                    <a:lnTo>
                      <a:pt x="50" y="211"/>
                    </a:lnTo>
                    <a:lnTo>
                      <a:pt x="66" y="198"/>
                    </a:lnTo>
                    <a:lnTo>
                      <a:pt x="80" y="180"/>
                    </a:lnTo>
                    <a:lnTo>
                      <a:pt x="203" y="52"/>
                    </a:lnTo>
                    <a:lnTo>
                      <a:pt x="216" y="35"/>
                    </a:lnTo>
                    <a:lnTo>
                      <a:pt x="246" y="4"/>
                    </a:lnTo>
                    <a:lnTo>
                      <a:pt x="240" y="0"/>
                    </a:lnTo>
                    <a:lnTo>
                      <a:pt x="226" y="17"/>
                    </a:lnTo>
                    <a:lnTo>
                      <a:pt x="166" y="80"/>
                    </a:lnTo>
                    <a:lnTo>
                      <a:pt x="153" y="97"/>
                    </a:lnTo>
                    <a:lnTo>
                      <a:pt x="136" y="111"/>
                    </a:lnTo>
                    <a:lnTo>
                      <a:pt x="90" y="160"/>
                    </a:lnTo>
                    <a:lnTo>
                      <a:pt x="76" y="177"/>
                    </a:lnTo>
                    <a:lnTo>
                      <a:pt x="60" y="191"/>
                    </a:lnTo>
                    <a:lnTo>
                      <a:pt x="46" y="208"/>
                    </a:lnTo>
                    <a:lnTo>
                      <a:pt x="0" y="257"/>
                    </a:lnTo>
                    <a:lnTo>
                      <a:pt x="6" y="257"/>
                    </a:lnTo>
                    <a:lnTo>
                      <a:pt x="0" y="260"/>
                    </a:lnTo>
                    <a:lnTo>
                      <a:pt x="3" y="267"/>
                    </a:lnTo>
                    <a:lnTo>
                      <a:pt x="6" y="260"/>
                    </a:lnTo>
                    <a:lnTo>
                      <a:pt x="0" y="26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2" name="Google Shape;472;p3"/>
              <p:cNvSpPr/>
              <p:nvPr/>
            </p:nvSpPr>
            <p:spPr>
              <a:xfrm>
                <a:off x="1306" y="2891"/>
                <a:ext cx="13" cy="24"/>
              </a:xfrm>
              <a:custGeom>
                <a:rect b="b" l="l" r="r" t="t"/>
                <a:pathLst>
                  <a:path extrusionOk="0" h="24" w="13">
                    <a:moveTo>
                      <a:pt x="0" y="0"/>
                    </a:moveTo>
                    <a:lnTo>
                      <a:pt x="0" y="3"/>
                    </a:lnTo>
                    <a:lnTo>
                      <a:pt x="3" y="7"/>
                    </a:lnTo>
                    <a:lnTo>
                      <a:pt x="3" y="14"/>
                    </a:lnTo>
                    <a:lnTo>
                      <a:pt x="7" y="17"/>
                    </a:lnTo>
                    <a:lnTo>
                      <a:pt x="7" y="24"/>
                    </a:lnTo>
                    <a:lnTo>
                      <a:pt x="13" y="21"/>
                    </a:lnTo>
                    <a:lnTo>
                      <a:pt x="13" y="17"/>
                    </a:lnTo>
                    <a:lnTo>
                      <a:pt x="10" y="10"/>
                    </a:lnTo>
                    <a:lnTo>
                      <a:pt x="10" y="3"/>
                    </a:lnTo>
                    <a:lnTo>
                      <a:pt x="7" y="0"/>
                    </a:lnTo>
                    <a:lnTo>
                      <a:pt x="7" y="3"/>
                    </a:lnTo>
                    <a:lnTo>
                      <a:pt x="0" y="0"/>
                    </a:lnTo>
                    <a:lnTo>
                      <a:pt x="0" y="3"/>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3" name="Google Shape;473;p3"/>
              <p:cNvSpPr/>
              <p:nvPr/>
            </p:nvSpPr>
            <p:spPr>
              <a:xfrm>
                <a:off x="1306" y="2617"/>
                <a:ext cx="263" cy="277"/>
              </a:xfrm>
              <a:custGeom>
                <a:rect b="b" l="l" r="r" t="t"/>
                <a:pathLst>
                  <a:path extrusionOk="0" h="277" w="263">
                    <a:moveTo>
                      <a:pt x="263" y="3"/>
                    </a:moveTo>
                    <a:lnTo>
                      <a:pt x="260" y="3"/>
                    </a:lnTo>
                    <a:lnTo>
                      <a:pt x="227" y="38"/>
                    </a:lnTo>
                    <a:lnTo>
                      <a:pt x="210" y="52"/>
                    </a:lnTo>
                    <a:lnTo>
                      <a:pt x="127" y="139"/>
                    </a:lnTo>
                    <a:lnTo>
                      <a:pt x="113" y="156"/>
                    </a:lnTo>
                    <a:lnTo>
                      <a:pt x="80" y="191"/>
                    </a:lnTo>
                    <a:lnTo>
                      <a:pt x="67" y="208"/>
                    </a:lnTo>
                    <a:lnTo>
                      <a:pt x="33" y="243"/>
                    </a:lnTo>
                    <a:lnTo>
                      <a:pt x="17" y="256"/>
                    </a:lnTo>
                    <a:lnTo>
                      <a:pt x="0" y="274"/>
                    </a:lnTo>
                    <a:lnTo>
                      <a:pt x="7" y="277"/>
                    </a:lnTo>
                    <a:lnTo>
                      <a:pt x="23" y="263"/>
                    </a:lnTo>
                    <a:lnTo>
                      <a:pt x="37" y="246"/>
                    </a:lnTo>
                    <a:lnTo>
                      <a:pt x="120" y="159"/>
                    </a:lnTo>
                    <a:lnTo>
                      <a:pt x="133" y="142"/>
                    </a:lnTo>
                    <a:lnTo>
                      <a:pt x="167" y="107"/>
                    </a:lnTo>
                    <a:lnTo>
                      <a:pt x="183" y="94"/>
                    </a:lnTo>
                    <a:lnTo>
                      <a:pt x="197" y="76"/>
                    </a:lnTo>
                    <a:lnTo>
                      <a:pt x="247" y="24"/>
                    </a:lnTo>
                    <a:lnTo>
                      <a:pt x="263" y="10"/>
                    </a:lnTo>
                    <a:lnTo>
                      <a:pt x="260" y="10"/>
                    </a:lnTo>
                    <a:lnTo>
                      <a:pt x="263" y="3"/>
                    </a:lnTo>
                    <a:lnTo>
                      <a:pt x="263" y="0"/>
                    </a:lnTo>
                    <a:lnTo>
                      <a:pt x="260" y="3"/>
                    </a:lnTo>
                    <a:lnTo>
                      <a:pt x="26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4" name="Google Shape;474;p3"/>
              <p:cNvSpPr/>
              <p:nvPr/>
            </p:nvSpPr>
            <p:spPr>
              <a:xfrm>
                <a:off x="1553" y="2620"/>
                <a:ext cx="20" cy="39"/>
              </a:xfrm>
              <a:custGeom>
                <a:rect b="b" l="l" r="r" t="t"/>
                <a:pathLst>
                  <a:path extrusionOk="0" h="39" w="20">
                    <a:moveTo>
                      <a:pt x="6" y="39"/>
                    </a:moveTo>
                    <a:lnTo>
                      <a:pt x="6" y="35"/>
                    </a:lnTo>
                    <a:lnTo>
                      <a:pt x="10" y="35"/>
                    </a:lnTo>
                    <a:lnTo>
                      <a:pt x="10" y="32"/>
                    </a:lnTo>
                    <a:lnTo>
                      <a:pt x="16" y="25"/>
                    </a:lnTo>
                    <a:lnTo>
                      <a:pt x="20" y="18"/>
                    </a:lnTo>
                    <a:lnTo>
                      <a:pt x="20" y="7"/>
                    </a:lnTo>
                    <a:lnTo>
                      <a:pt x="16" y="0"/>
                    </a:lnTo>
                    <a:lnTo>
                      <a:pt x="13" y="7"/>
                    </a:lnTo>
                    <a:lnTo>
                      <a:pt x="13" y="18"/>
                    </a:lnTo>
                    <a:lnTo>
                      <a:pt x="10" y="18"/>
                    </a:lnTo>
                    <a:lnTo>
                      <a:pt x="6" y="21"/>
                    </a:lnTo>
                    <a:lnTo>
                      <a:pt x="3" y="28"/>
                    </a:lnTo>
                    <a:lnTo>
                      <a:pt x="3" y="32"/>
                    </a:lnTo>
                    <a:lnTo>
                      <a:pt x="0" y="35"/>
                    </a:lnTo>
                    <a:lnTo>
                      <a:pt x="6" y="39"/>
                    </a:lnTo>
                    <a:lnTo>
                      <a:pt x="6" y="35"/>
                    </a:lnTo>
                    <a:lnTo>
                      <a:pt x="6" y="3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5" name="Google Shape;475;p3"/>
              <p:cNvSpPr/>
              <p:nvPr/>
            </p:nvSpPr>
            <p:spPr>
              <a:xfrm>
                <a:off x="1683" y="2624"/>
                <a:ext cx="553" cy="222"/>
              </a:xfrm>
              <a:custGeom>
                <a:rect b="b" l="l" r="r" t="t"/>
                <a:pathLst>
                  <a:path extrusionOk="0" h="222" w="553">
                    <a:moveTo>
                      <a:pt x="553" y="3"/>
                    </a:moveTo>
                    <a:lnTo>
                      <a:pt x="550" y="14"/>
                    </a:lnTo>
                    <a:lnTo>
                      <a:pt x="546" y="28"/>
                    </a:lnTo>
                    <a:lnTo>
                      <a:pt x="543" y="38"/>
                    </a:lnTo>
                    <a:lnTo>
                      <a:pt x="540" y="52"/>
                    </a:lnTo>
                    <a:lnTo>
                      <a:pt x="536" y="62"/>
                    </a:lnTo>
                    <a:lnTo>
                      <a:pt x="533" y="73"/>
                    </a:lnTo>
                    <a:lnTo>
                      <a:pt x="530" y="87"/>
                    </a:lnTo>
                    <a:lnTo>
                      <a:pt x="526" y="97"/>
                    </a:lnTo>
                    <a:lnTo>
                      <a:pt x="523" y="93"/>
                    </a:lnTo>
                    <a:lnTo>
                      <a:pt x="516" y="90"/>
                    </a:lnTo>
                    <a:lnTo>
                      <a:pt x="510" y="87"/>
                    </a:lnTo>
                    <a:lnTo>
                      <a:pt x="503" y="87"/>
                    </a:lnTo>
                    <a:lnTo>
                      <a:pt x="496" y="83"/>
                    </a:lnTo>
                    <a:lnTo>
                      <a:pt x="490" y="83"/>
                    </a:lnTo>
                    <a:lnTo>
                      <a:pt x="483" y="76"/>
                    </a:lnTo>
                    <a:lnTo>
                      <a:pt x="476" y="73"/>
                    </a:lnTo>
                    <a:lnTo>
                      <a:pt x="470" y="73"/>
                    </a:lnTo>
                    <a:lnTo>
                      <a:pt x="466" y="69"/>
                    </a:lnTo>
                    <a:lnTo>
                      <a:pt x="463" y="73"/>
                    </a:lnTo>
                    <a:lnTo>
                      <a:pt x="460" y="73"/>
                    </a:lnTo>
                    <a:lnTo>
                      <a:pt x="453" y="76"/>
                    </a:lnTo>
                    <a:lnTo>
                      <a:pt x="450" y="80"/>
                    </a:lnTo>
                    <a:lnTo>
                      <a:pt x="436" y="80"/>
                    </a:lnTo>
                    <a:lnTo>
                      <a:pt x="430" y="76"/>
                    </a:lnTo>
                    <a:lnTo>
                      <a:pt x="426" y="73"/>
                    </a:lnTo>
                    <a:lnTo>
                      <a:pt x="420" y="69"/>
                    </a:lnTo>
                    <a:lnTo>
                      <a:pt x="413" y="66"/>
                    </a:lnTo>
                    <a:lnTo>
                      <a:pt x="400" y="66"/>
                    </a:lnTo>
                    <a:lnTo>
                      <a:pt x="393" y="69"/>
                    </a:lnTo>
                    <a:lnTo>
                      <a:pt x="380" y="66"/>
                    </a:lnTo>
                    <a:lnTo>
                      <a:pt x="366" y="59"/>
                    </a:lnTo>
                    <a:lnTo>
                      <a:pt x="350" y="52"/>
                    </a:lnTo>
                    <a:lnTo>
                      <a:pt x="333" y="48"/>
                    </a:lnTo>
                    <a:lnTo>
                      <a:pt x="320" y="42"/>
                    </a:lnTo>
                    <a:lnTo>
                      <a:pt x="303" y="35"/>
                    </a:lnTo>
                    <a:lnTo>
                      <a:pt x="286" y="31"/>
                    </a:lnTo>
                    <a:lnTo>
                      <a:pt x="270" y="28"/>
                    </a:lnTo>
                    <a:lnTo>
                      <a:pt x="256" y="24"/>
                    </a:lnTo>
                    <a:lnTo>
                      <a:pt x="240" y="21"/>
                    </a:lnTo>
                    <a:lnTo>
                      <a:pt x="190" y="21"/>
                    </a:lnTo>
                    <a:lnTo>
                      <a:pt x="173" y="28"/>
                    </a:lnTo>
                    <a:lnTo>
                      <a:pt x="156" y="31"/>
                    </a:lnTo>
                    <a:lnTo>
                      <a:pt x="140" y="38"/>
                    </a:lnTo>
                    <a:lnTo>
                      <a:pt x="130" y="48"/>
                    </a:lnTo>
                    <a:lnTo>
                      <a:pt x="120" y="55"/>
                    </a:lnTo>
                    <a:lnTo>
                      <a:pt x="100" y="76"/>
                    </a:lnTo>
                    <a:lnTo>
                      <a:pt x="86" y="87"/>
                    </a:lnTo>
                    <a:lnTo>
                      <a:pt x="66" y="107"/>
                    </a:lnTo>
                    <a:lnTo>
                      <a:pt x="60" y="118"/>
                    </a:lnTo>
                    <a:lnTo>
                      <a:pt x="56" y="125"/>
                    </a:lnTo>
                    <a:lnTo>
                      <a:pt x="56" y="149"/>
                    </a:lnTo>
                    <a:lnTo>
                      <a:pt x="13" y="222"/>
                    </a:lnTo>
                    <a:lnTo>
                      <a:pt x="10" y="177"/>
                    </a:lnTo>
                    <a:lnTo>
                      <a:pt x="6" y="132"/>
                    </a:lnTo>
                    <a:lnTo>
                      <a:pt x="6" y="87"/>
                    </a:lnTo>
                    <a:lnTo>
                      <a:pt x="0" y="42"/>
                    </a:lnTo>
                    <a:lnTo>
                      <a:pt x="3" y="0"/>
                    </a:lnTo>
                    <a:lnTo>
                      <a:pt x="30" y="0"/>
                    </a:lnTo>
                    <a:lnTo>
                      <a:pt x="553" y="3"/>
                    </a:lnTo>
                    <a:close/>
                  </a:path>
                </a:pathLst>
              </a:custGeom>
              <a:solidFill>
                <a:srgbClr val="7FB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6" name="Google Shape;476;p3"/>
              <p:cNvSpPr/>
              <p:nvPr/>
            </p:nvSpPr>
            <p:spPr>
              <a:xfrm>
                <a:off x="2206" y="2627"/>
                <a:ext cx="33" cy="101"/>
              </a:xfrm>
              <a:custGeom>
                <a:rect b="b" l="l" r="r" t="t"/>
                <a:pathLst>
                  <a:path extrusionOk="0" h="101" w="33">
                    <a:moveTo>
                      <a:pt x="3" y="97"/>
                    </a:moveTo>
                    <a:lnTo>
                      <a:pt x="7" y="94"/>
                    </a:lnTo>
                    <a:lnTo>
                      <a:pt x="10" y="84"/>
                    </a:lnTo>
                    <a:lnTo>
                      <a:pt x="13" y="70"/>
                    </a:lnTo>
                    <a:lnTo>
                      <a:pt x="17" y="59"/>
                    </a:lnTo>
                    <a:lnTo>
                      <a:pt x="20" y="49"/>
                    </a:lnTo>
                    <a:lnTo>
                      <a:pt x="23" y="35"/>
                    </a:lnTo>
                    <a:lnTo>
                      <a:pt x="27" y="25"/>
                    </a:lnTo>
                    <a:lnTo>
                      <a:pt x="30" y="14"/>
                    </a:lnTo>
                    <a:lnTo>
                      <a:pt x="33" y="0"/>
                    </a:lnTo>
                    <a:lnTo>
                      <a:pt x="27" y="0"/>
                    </a:lnTo>
                    <a:lnTo>
                      <a:pt x="23" y="11"/>
                    </a:lnTo>
                    <a:lnTo>
                      <a:pt x="20" y="21"/>
                    </a:lnTo>
                    <a:lnTo>
                      <a:pt x="17" y="35"/>
                    </a:lnTo>
                    <a:lnTo>
                      <a:pt x="13" y="45"/>
                    </a:lnTo>
                    <a:lnTo>
                      <a:pt x="10" y="59"/>
                    </a:lnTo>
                    <a:lnTo>
                      <a:pt x="7" y="70"/>
                    </a:lnTo>
                    <a:lnTo>
                      <a:pt x="3" y="84"/>
                    </a:lnTo>
                    <a:lnTo>
                      <a:pt x="0" y="94"/>
                    </a:lnTo>
                    <a:lnTo>
                      <a:pt x="7" y="90"/>
                    </a:lnTo>
                    <a:lnTo>
                      <a:pt x="3" y="97"/>
                    </a:lnTo>
                    <a:lnTo>
                      <a:pt x="7" y="101"/>
                    </a:lnTo>
                    <a:lnTo>
                      <a:pt x="7" y="94"/>
                    </a:lnTo>
                    <a:lnTo>
                      <a:pt x="3" y="9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7" name="Google Shape;477;p3"/>
              <p:cNvSpPr/>
              <p:nvPr/>
            </p:nvSpPr>
            <p:spPr>
              <a:xfrm>
                <a:off x="2156" y="2693"/>
                <a:ext cx="57" cy="31"/>
              </a:xfrm>
              <a:custGeom>
                <a:rect b="b" l="l" r="r" t="t"/>
                <a:pathLst>
                  <a:path extrusionOk="0" h="31" w="57">
                    <a:moveTo>
                      <a:pt x="3" y="7"/>
                    </a:moveTo>
                    <a:lnTo>
                      <a:pt x="0" y="7"/>
                    </a:lnTo>
                    <a:lnTo>
                      <a:pt x="7" y="14"/>
                    </a:lnTo>
                    <a:lnTo>
                      <a:pt x="13" y="18"/>
                    </a:lnTo>
                    <a:lnTo>
                      <a:pt x="20" y="18"/>
                    </a:lnTo>
                    <a:lnTo>
                      <a:pt x="30" y="21"/>
                    </a:lnTo>
                    <a:lnTo>
                      <a:pt x="33" y="21"/>
                    </a:lnTo>
                    <a:lnTo>
                      <a:pt x="40" y="24"/>
                    </a:lnTo>
                    <a:lnTo>
                      <a:pt x="47" y="28"/>
                    </a:lnTo>
                    <a:lnTo>
                      <a:pt x="53" y="31"/>
                    </a:lnTo>
                    <a:lnTo>
                      <a:pt x="57" y="24"/>
                    </a:lnTo>
                    <a:lnTo>
                      <a:pt x="50" y="21"/>
                    </a:lnTo>
                    <a:lnTo>
                      <a:pt x="43" y="18"/>
                    </a:lnTo>
                    <a:lnTo>
                      <a:pt x="37" y="14"/>
                    </a:lnTo>
                    <a:lnTo>
                      <a:pt x="30" y="14"/>
                    </a:lnTo>
                    <a:lnTo>
                      <a:pt x="23" y="11"/>
                    </a:lnTo>
                    <a:lnTo>
                      <a:pt x="17" y="7"/>
                    </a:lnTo>
                    <a:lnTo>
                      <a:pt x="10" y="4"/>
                    </a:lnTo>
                    <a:lnTo>
                      <a:pt x="7" y="0"/>
                    </a:lnTo>
                    <a:lnTo>
                      <a:pt x="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8" name="Google Shape;478;p3"/>
              <p:cNvSpPr/>
              <p:nvPr/>
            </p:nvSpPr>
            <p:spPr>
              <a:xfrm>
                <a:off x="2126" y="2693"/>
                <a:ext cx="37" cy="14"/>
              </a:xfrm>
              <a:custGeom>
                <a:rect b="b" l="l" r="r" t="t"/>
                <a:pathLst>
                  <a:path extrusionOk="0" h="14" w="37">
                    <a:moveTo>
                      <a:pt x="0" y="14"/>
                    </a:moveTo>
                    <a:lnTo>
                      <a:pt x="7" y="14"/>
                    </a:lnTo>
                    <a:lnTo>
                      <a:pt x="13" y="11"/>
                    </a:lnTo>
                    <a:lnTo>
                      <a:pt x="17" y="7"/>
                    </a:lnTo>
                    <a:lnTo>
                      <a:pt x="33" y="7"/>
                    </a:lnTo>
                    <a:lnTo>
                      <a:pt x="37" y="0"/>
                    </a:lnTo>
                    <a:lnTo>
                      <a:pt x="13" y="0"/>
                    </a:lnTo>
                    <a:lnTo>
                      <a:pt x="7" y="7"/>
                    </a:lnTo>
                    <a:lnTo>
                      <a:pt x="0" y="7"/>
                    </a:lnTo>
                    <a:lnTo>
                      <a:pt x="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9" name="Google Shape;479;p3"/>
              <p:cNvSpPr/>
              <p:nvPr/>
            </p:nvSpPr>
            <p:spPr>
              <a:xfrm>
                <a:off x="2076" y="2683"/>
                <a:ext cx="50" cy="24"/>
              </a:xfrm>
              <a:custGeom>
                <a:rect b="b" l="l" r="r" t="t"/>
                <a:pathLst>
                  <a:path extrusionOk="0" h="24" w="50">
                    <a:moveTo>
                      <a:pt x="0" y="14"/>
                    </a:moveTo>
                    <a:lnTo>
                      <a:pt x="3" y="14"/>
                    </a:lnTo>
                    <a:lnTo>
                      <a:pt x="10" y="10"/>
                    </a:lnTo>
                    <a:lnTo>
                      <a:pt x="20" y="10"/>
                    </a:lnTo>
                    <a:lnTo>
                      <a:pt x="23" y="14"/>
                    </a:lnTo>
                    <a:lnTo>
                      <a:pt x="30" y="17"/>
                    </a:lnTo>
                    <a:lnTo>
                      <a:pt x="37" y="21"/>
                    </a:lnTo>
                    <a:lnTo>
                      <a:pt x="43" y="24"/>
                    </a:lnTo>
                    <a:lnTo>
                      <a:pt x="50" y="24"/>
                    </a:lnTo>
                    <a:lnTo>
                      <a:pt x="50" y="17"/>
                    </a:lnTo>
                    <a:lnTo>
                      <a:pt x="43" y="17"/>
                    </a:lnTo>
                    <a:lnTo>
                      <a:pt x="40" y="14"/>
                    </a:lnTo>
                    <a:lnTo>
                      <a:pt x="33" y="10"/>
                    </a:lnTo>
                    <a:lnTo>
                      <a:pt x="27" y="7"/>
                    </a:lnTo>
                    <a:lnTo>
                      <a:pt x="20" y="3"/>
                    </a:lnTo>
                    <a:lnTo>
                      <a:pt x="13" y="0"/>
                    </a:lnTo>
                    <a:lnTo>
                      <a:pt x="7" y="3"/>
                    </a:lnTo>
                    <a:lnTo>
                      <a:pt x="0" y="10"/>
                    </a:lnTo>
                    <a:lnTo>
                      <a:pt x="3" y="7"/>
                    </a:lnTo>
                    <a:lnTo>
                      <a:pt x="0" y="14"/>
                    </a:lnTo>
                    <a:lnTo>
                      <a:pt x="3" y="14"/>
                    </a:lnTo>
                    <a:lnTo>
                      <a:pt x="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0" name="Google Shape;480;p3"/>
              <p:cNvSpPr/>
              <p:nvPr/>
            </p:nvSpPr>
            <p:spPr>
              <a:xfrm>
                <a:off x="1823" y="2641"/>
                <a:ext cx="256" cy="56"/>
              </a:xfrm>
              <a:custGeom>
                <a:rect b="b" l="l" r="r" t="t"/>
                <a:pathLst>
                  <a:path extrusionOk="0" h="56" w="256">
                    <a:moveTo>
                      <a:pt x="3" y="25"/>
                    </a:moveTo>
                    <a:lnTo>
                      <a:pt x="16" y="18"/>
                    </a:lnTo>
                    <a:lnTo>
                      <a:pt x="33" y="14"/>
                    </a:lnTo>
                    <a:lnTo>
                      <a:pt x="50" y="7"/>
                    </a:lnTo>
                    <a:lnTo>
                      <a:pt x="100" y="7"/>
                    </a:lnTo>
                    <a:lnTo>
                      <a:pt x="113" y="11"/>
                    </a:lnTo>
                    <a:lnTo>
                      <a:pt x="130" y="14"/>
                    </a:lnTo>
                    <a:lnTo>
                      <a:pt x="146" y="18"/>
                    </a:lnTo>
                    <a:lnTo>
                      <a:pt x="163" y="21"/>
                    </a:lnTo>
                    <a:lnTo>
                      <a:pt x="180" y="28"/>
                    </a:lnTo>
                    <a:lnTo>
                      <a:pt x="193" y="35"/>
                    </a:lnTo>
                    <a:lnTo>
                      <a:pt x="210" y="38"/>
                    </a:lnTo>
                    <a:lnTo>
                      <a:pt x="223" y="45"/>
                    </a:lnTo>
                    <a:lnTo>
                      <a:pt x="240" y="52"/>
                    </a:lnTo>
                    <a:lnTo>
                      <a:pt x="253" y="56"/>
                    </a:lnTo>
                    <a:lnTo>
                      <a:pt x="256" y="49"/>
                    </a:lnTo>
                    <a:lnTo>
                      <a:pt x="240" y="45"/>
                    </a:lnTo>
                    <a:lnTo>
                      <a:pt x="226" y="38"/>
                    </a:lnTo>
                    <a:lnTo>
                      <a:pt x="210" y="31"/>
                    </a:lnTo>
                    <a:lnTo>
                      <a:pt x="196" y="28"/>
                    </a:lnTo>
                    <a:lnTo>
                      <a:pt x="180" y="21"/>
                    </a:lnTo>
                    <a:lnTo>
                      <a:pt x="163" y="14"/>
                    </a:lnTo>
                    <a:lnTo>
                      <a:pt x="146" y="11"/>
                    </a:lnTo>
                    <a:lnTo>
                      <a:pt x="130" y="7"/>
                    </a:lnTo>
                    <a:lnTo>
                      <a:pt x="116" y="4"/>
                    </a:lnTo>
                    <a:lnTo>
                      <a:pt x="100" y="0"/>
                    </a:lnTo>
                    <a:lnTo>
                      <a:pt x="50" y="0"/>
                    </a:lnTo>
                    <a:lnTo>
                      <a:pt x="33" y="7"/>
                    </a:lnTo>
                    <a:lnTo>
                      <a:pt x="16" y="11"/>
                    </a:lnTo>
                    <a:lnTo>
                      <a:pt x="0" y="18"/>
                    </a:lnTo>
                    <a:lnTo>
                      <a:pt x="3" y="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1" name="Google Shape;481;p3"/>
              <p:cNvSpPr/>
              <p:nvPr/>
            </p:nvSpPr>
            <p:spPr>
              <a:xfrm>
                <a:off x="1739" y="2659"/>
                <a:ext cx="87" cy="86"/>
              </a:xfrm>
              <a:custGeom>
                <a:rect b="b" l="l" r="r" t="t"/>
                <a:pathLst>
                  <a:path extrusionOk="0" h="86" w="87">
                    <a:moveTo>
                      <a:pt x="7" y="83"/>
                    </a:moveTo>
                    <a:lnTo>
                      <a:pt x="7" y="86"/>
                    </a:lnTo>
                    <a:lnTo>
                      <a:pt x="14" y="72"/>
                    </a:lnTo>
                    <a:lnTo>
                      <a:pt x="24" y="62"/>
                    </a:lnTo>
                    <a:lnTo>
                      <a:pt x="34" y="55"/>
                    </a:lnTo>
                    <a:lnTo>
                      <a:pt x="64" y="24"/>
                    </a:lnTo>
                    <a:lnTo>
                      <a:pt x="77" y="17"/>
                    </a:lnTo>
                    <a:lnTo>
                      <a:pt x="87" y="7"/>
                    </a:lnTo>
                    <a:lnTo>
                      <a:pt x="84" y="0"/>
                    </a:lnTo>
                    <a:lnTo>
                      <a:pt x="74" y="10"/>
                    </a:lnTo>
                    <a:lnTo>
                      <a:pt x="60" y="20"/>
                    </a:lnTo>
                    <a:lnTo>
                      <a:pt x="50" y="27"/>
                    </a:lnTo>
                    <a:lnTo>
                      <a:pt x="0" y="79"/>
                    </a:lnTo>
                    <a:lnTo>
                      <a:pt x="0" y="83"/>
                    </a:lnTo>
                    <a:lnTo>
                      <a:pt x="0" y="79"/>
                    </a:lnTo>
                    <a:lnTo>
                      <a:pt x="0" y="83"/>
                    </a:lnTo>
                    <a:lnTo>
                      <a:pt x="7" y="8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2" name="Google Shape;482;p3"/>
              <p:cNvSpPr/>
              <p:nvPr/>
            </p:nvSpPr>
            <p:spPr>
              <a:xfrm>
                <a:off x="1736" y="2742"/>
                <a:ext cx="10" cy="34"/>
              </a:xfrm>
              <a:custGeom>
                <a:rect b="b" l="l" r="r" t="t"/>
                <a:pathLst>
                  <a:path extrusionOk="0" h="34" w="10">
                    <a:moveTo>
                      <a:pt x="7" y="34"/>
                    </a:moveTo>
                    <a:lnTo>
                      <a:pt x="7" y="10"/>
                    </a:lnTo>
                    <a:lnTo>
                      <a:pt x="10" y="0"/>
                    </a:lnTo>
                    <a:lnTo>
                      <a:pt x="3" y="0"/>
                    </a:lnTo>
                    <a:lnTo>
                      <a:pt x="0" y="7"/>
                    </a:lnTo>
                    <a:lnTo>
                      <a:pt x="0" y="31"/>
                    </a:lnTo>
                    <a:lnTo>
                      <a:pt x="7" y="34"/>
                    </a:lnTo>
                    <a:lnTo>
                      <a:pt x="7" y="31"/>
                    </a:lnTo>
                    <a:lnTo>
                      <a:pt x="7"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3" name="Google Shape;483;p3"/>
              <p:cNvSpPr/>
              <p:nvPr/>
            </p:nvSpPr>
            <p:spPr>
              <a:xfrm>
                <a:off x="1693" y="2773"/>
                <a:ext cx="50" cy="83"/>
              </a:xfrm>
              <a:custGeom>
                <a:rect b="b" l="l" r="r" t="t"/>
                <a:pathLst>
                  <a:path extrusionOk="0" h="83" w="50">
                    <a:moveTo>
                      <a:pt x="0" y="73"/>
                    </a:moveTo>
                    <a:lnTo>
                      <a:pt x="6" y="73"/>
                    </a:lnTo>
                    <a:lnTo>
                      <a:pt x="50" y="3"/>
                    </a:lnTo>
                    <a:lnTo>
                      <a:pt x="43" y="0"/>
                    </a:lnTo>
                    <a:lnTo>
                      <a:pt x="0" y="69"/>
                    </a:lnTo>
                    <a:lnTo>
                      <a:pt x="6" y="73"/>
                    </a:lnTo>
                    <a:lnTo>
                      <a:pt x="0" y="73"/>
                    </a:lnTo>
                    <a:lnTo>
                      <a:pt x="0" y="83"/>
                    </a:lnTo>
                    <a:lnTo>
                      <a:pt x="6" y="73"/>
                    </a:lnTo>
                    <a:lnTo>
                      <a:pt x="0" y="7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4" name="Google Shape;484;p3"/>
              <p:cNvSpPr/>
              <p:nvPr/>
            </p:nvSpPr>
            <p:spPr>
              <a:xfrm>
                <a:off x="1679" y="2666"/>
                <a:ext cx="20" cy="180"/>
              </a:xfrm>
              <a:custGeom>
                <a:rect b="b" l="l" r="r" t="t"/>
                <a:pathLst>
                  <a:path extrusionOk="0" h="180" w="20">
                    <a:moveTo>
                      <a:pt x="0" y="0"/>
                    </a:moveTo>
                    <a:lnTo>
                      <a:pt x="7" y="45"/>
                    </a:lnTo>
                    <a:lnTo>
                      <a:pt x="10" y="90"/>
                    </a:lnTo>
                    <a:lnTo>
                      <a:pt x="10" y="135"/>
                    </a:lnTo>
                    <a:lnTo>
                      <a:pt x="14" y="180"/>
                    </a:lnTo>
                    <a:lnTo>
                      <a:pt x="20" y="180"/>
                    </a:lnTo>
                    <a:lnTo>
                      <a:pt x="17" y="135"/>
                    </a:lnTo>
                    <a:lnTo>
                      <a:pt x="14" y="90"/>
                    </a:lnTo>
                    <a:lnTo>
                      <a:pt x="14" y="45"/>
                    </a:lnTo>
                    <a:lnTo>
                      <a:pt x="7"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5" name="Google Shape;485;p3"/>
              <p:cNvSpPr/>
              <p:nvPr/>
            </p:nvSpPr>
            <p:spPr>
              <a:xfrm>
                <a:off x="1679" y="2620"/>
                <a:ext cx="10" cy="46"/>
              </a:xfrm>
              <a:custGeom>
                <a:rect b="b" l="l" r="r" t="t"/>
                <a:pathLst>
                  <a:path extrusionOk="0" h="46" w="10">
                    <a:moveTo>
                      <a:pt x="7" y="0"/>
                    </a:moveTo>
                    <a:lnTo>
                      <a:pt x="4" y="4"/>
                    </a:lnTo>
                    <a:lnTo>
                      <a:pt x="0" y="46"/>
                    </a:lnTo>
                    <a:lnTo>
                      <a:pt x="7" y="46"/>
                    </a:lnTo>
                    <a:lnTo>
                      <a:pt x="10" y="4"/>
                    </a:lnTo>
                    <a:lnTo>
                      <a:pt x="7" y="7"/>
                    </a:lnTo>
                    <a:lnTo>
                      <a:pt x="7" y="0"/>
                    </a:lnTo>
                    <a:lnTo>
                      <a:pt x="4" y="0"/>
                    </a:lnTo>
                    <a:lnTo>
                      <a:pt x="4" y="4"/>
                    </a:lnTo>
                    <a:lnTo>
                      <a:pt x="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6" name="Google Shape;486;p3"/>
              <p:cNvSpPr txBox="1"/>
              <p:nvPr/>
            </p:nvSpPr>
            <p:spPr>
              <a:xfrm>
                <a:off x="1686" y="2620"/>
                <a:ext cx="27" cy="7"/>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7" name="Google Shape;487;p3"/>
              <p:cNvSpPr/>
              <p:nvPr/>
            </p:nvSpPr>
            <p:spPr>
              <a:xfrm>
                <a:off x="1713" y="2620"/>
                <a:ext cx="526" cy="11"/>
              </a:xfrm>
              <a:custGeom>
                <a:rect b="b" l="l" r="r" t="t"/>
                <a:pathLst>
                  <a:path extrusionOk="0" h="11" w="526">
                    <a:moveTo>
                      <a:pt x="526" y="7"/>
                    </a:moveTo>
                    <a:lnTo>
                      <a:pt x="523" y="4"/>
                    </a:lnTo>
                    <a:lnTo>
                      <a:pt x="0" y="0"/>
                    </a:lnTo>
                    <a:lnTo>
                      <a:pt x="0" y="7"/>
                    </a:lnTo>
                    <a:lnTo>
                      <a:pt x="523" y="11"/>
                    </a:lnTo>
                    <a:lnTo>
                      <a:pt x="520" y="7"/>
                    </a:lnTo>
                    <a:lnTo>
                      <a:pt x="526" y="7"/>
                    </a:lnTo>
                    <a:lnTo>
                      <a:pt x="526" y="4"/>
                    </a:lnTo>
                    <a:lnTo>
                      <a:pt x="523" y="4"/>
                    </a:lnTo>
                    <a:lnTo>
                      <a:pt x="526"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8" name="Google Shape;488;p3"/>
              <p:cNvSpPr/>
              <p:nvPr/>
            </p:nvSpPr>
            <p:spPr>
              <a:xfrm>
                <a:off x="1756" y="2659"/>
                <a:ext cx="313" cy="207"/>
              </a:xfrm>
              <a:custGeom>
                <a:rect b="b" l="l" r="r" t="t"/>
                <a:pathLst>
                  <a:path extrusionOk="0" h="207" w="313">
                    <a:moveTo>
                      <a:pt x="313" y="52"/>
                    </a:moveTo>
                    <a:lnTo>
                      <a:pt x="313" y="58"/>
                    </a:lnTo>
                    <a:lnTo>
                      <a:pt x="310" y="65"/>
                    </a:lnTo>
                    <a:lnTo>
                      <a:pt x="310" y="72"/>
                    </a:lnTo>
                    <a:lnTo>
                      <a:pt x="307" y="83"/>
                    </a:lnTo>
                    <a:lnTo>
                      <a:pt x="303" y="90"/>
                    </a:lnTo>
                    <a:lnTo>
                      <a:pt x="300" y="97"/>
                    </a:lnTo>
                    <a:lnTo>
                      <a:pt x="293" y="107"/>
                    </a:lnTo>
                    <a:lnTo>
                      <a:pt x="290" y="114"/>
                    </a:lnTo>
                    <a:lnTo>
                      <a:pt x="287" y="114"/>
                    </a:lnTo>
                    <a:lnTo>
                      <a:pt x="280" y="117"/>
                    </a:lnTo>
                    <a:lnTo>
                      <a:pt x="273" y="117"/>
                    </a:lnTo>
                    <a:lnTo>
                      <a:pt x="270" y="121"/>
                    </a:lnTo>
                    <a:lnTo>
                      <a:pt x="257" y="121"/>
                    </a:lnTo>
                    <a:lnTo>
                      <a:pt x="250" y="124"/>
                    </a:lnTo>
                    <a:lnTo>
                      <a:pt x="240" y="124"/>
                    </a:lnTo>
                    <a:lnTo>
                      <a:pt x="233" y="128"/>
                    </a:lnTo>
                    <a:lnTo>
                      <a:pt x="193" y="128"/>
                    </a:lnTo>
                    <a:lnTo>
                      <a:pt x="187" y="138"/>
                    </a:lnTo>
                    <a:lnTo>
                      <a:pt x="180" y="149"/>
                    </a:lnTo>
                    <a:lnTo>
                      <a:pt x="173" y="159"/>
                    </a:lnTo>
                    <a:lnTo>
                      <a:pt x="163" y="169"/>
                    </a:lnTo>
                    <a:lnTo>
                      <a:pt x="157" y="180"/>
                    </a:lnTo>
                    <a:lnTo>
                      <a:pt x="130" y="207"/>
                    </a:lnTo>
                    <a:lnTo>
                      <a:pt x="123" y="207"/>
                    </a:lnTo>
                    <a:lnTo>
                      <a:pt x="113" y="197"/>
                    </a:lnTo>
                    <a:lnTo>
                      <a:pt x="113" y="190"/>
                    </a:lnTo>
                    <a:lnTo>
                      <a:pt x="110" y="187"/>
                    </a:lnTo>
                    <a:lnTo>
                      <a:pt x="110" y="176"/>
                    </a:lnTo>
                    <a:lnTo>
                      <a:pt x="113" y="166"/>
                    </a:lnTo>
                    <a:lnTo>
                      <a:pt x="120" y="152"/>
                    </a:lnTo>
                    <a:lnTo>
                      <a:pt x="127" y="138"/>
                    </a:lnTo>
                    <a:lnTo>
                      <a:pt x="137" y="128"/>
                    </a:lnTo>
                    <a:lnTo>
                      <a:pt x="143" y="114"/>
                    </a:lnTo>
                    <a:lnTo>
                      <a:pt x="150" y="104"/>
                    </a:lnTo>
                    <a:lnTo>
                      <a:pt x="147" y="93"/>
                    </a:lnTo>
                    <a:lnTo>
                      <a:pt x="140" y="76"/>
                    </a:lnTo>
                    <a:lnTo>
                      <a:pt x="140" y="69"/>
                    </a:lnTo>
                    <a:lnTo>
                      <a:pt x="137" y="69"/>
                    </a:lnTo>
                    <a:lnTo>
                      <a:pt x="133" y="65"/>
                    </a:lnTo>
                    <a:lnTo>
                      <a:pt x="107" y="65"/>
                    </a:lnTo>
                    <a:lnTo>
                      <a:pt x="100" y="69"/>
                    </a:lnTo>
                    <a:lnTo>
                      <a:pt x="97" y="69"/>
                    </a:lnTo>
                    <a:lnTo>
                      <a:pt x="90" y="72"/>
                    </a:lnTo>
                    <a:lnTo>
                      <a:pt x="83" y="72"/>
                    </a:lnTo>
                    <a:lnTo>
                      <a:pt x="77" y="76"/>
                    </a:lnTo>
                    <a:lnTo>
                      <a:pt x="70" y="76"/>
                    </a:lnTo>
                    <a:lnTo>
                      <a:pt x="63" y="79"/>
                    </a:lnTo>
                    <a:lnTo>
                      <a:pt x="60" y="83"/>
                    </a:lnTo>
                    <a:lnTo>
                      <a:pt x="53" y="86"/>
                    </a:lnTo>
                    <a:lnTo>
                      <a:pt x="47" y="90"/>
                    </a:lnTo>
                    <a:lnTo>
                      <a:pt x="37" y="100"/>
                    </a:lnTo>
                    <a:lnTo>
                      <a:pt x="37" y="176"/>
                    </a:lnTo>
                    <a:lnTo>
                      <a:pt x="33" y="180"/>
                    </a:lnTo>
                    <a:lnTo>
                      <a:pt x="33" y="183"/>
                    </a:lnTo>
                    <a:lnTo>
                      <a:pt x="20" y="183"/>
                    </a:lnTo>
                    <a:lnTo>
                      <a:pt x="17" y="169"/>
                    </a:lnTo>
                    <a:lnTo>
                      <a:pt x="10" y="156"/>
                    </a:lnTo>
                    <a:lnTo>
                      <a:pt x="7" y="142"/>
                    </a:lnTo>
                    <a:lnTo>
                      <a:pt x="3" y="128"/>
                    </a:lnTo>
                    <a:lnTo>
                      <a:pt x="0" y="114"/>
                    </a:lnTo>
                    <a:lnTo>
                      <a:pt x="0" y="100"/>
                    </a:lnTo>
                    <a:lnTo>
                      <a:pt x="7" y="86"/>
                    </a:lnTo>
                    <a:lnTo>
                      <a:pt x="13" y="72"/>
                    </a:lnTo>
                    <a:lnTo>
                      <a:pt x="20" y="65"/>
                    </a:lnTo>
                    <a:lnTo>
                      <a:pt x="27" y="62"/>
                    </a:lnTo>
                    <a:lnTo>
                      <a:pt x="53" y="34"/>
                    </a:lnTo>
                    <a:lnTo>
                      <a:pt x="60" y="31"/>
                    </a:lnTo>
                    <a:lnTo>
                      <a:pt x="67" y="24"/>
                    </a:lnTo>
                    <a:lnTo>
                      <a:pt x="77" y="20"/>
                    </a:lnTo>
                    <a:lnTo>
                      <a:pt x="83" y="17"/>
                    </a:lnTo>
                    <a:lnTo>
                      <a:pt x="90" y="13"/>
                    </a:lnTo>
                    <a:lnTo>
                      <a:pt x="100" y="7"/>
                    </a:lnTo>
                    <a:lnTo>
                      <a:pt x="107" y="7"/>
                    </a:lnTo>
                    <a:lnTo>
                      <a:pt x="117" y="3"/>
                    </a:lnTo>
                    <a:lnTo>
                      <a:pt x="133" y="3"/>
                    </a:lnTo>
                    <a:lnTo>
                      <a:pt x="147" y="0"/>
                    </a:lnTo>
                    <a:lnTo>
                      <a:pt x="157" y="0"/>
                    </a:lnTo>
                    <a:lnTo>
                      <a:pt x="170" y="3"/>
                    </a:lnTo>
                    <a:lnTo>
                      <a:pt x="180" y="3"/>
                    </a:lnTo>
                    <a:lnTo>
                      <a:pt x="193" y="7"/>
                    </a:lnTo>
                    <a:lnTo>
                      <a:pt x="203" y="10"/>
                    </a:lnTo>
                    <a:lnTo>
                      <a:pt x="213" y="13"/>
                    </a:lnTo>
                    <a:lnTo>
                      <a:pt x="227" y="17"/>
                    </a:lnTo>
                    <a:lnTo>
                      <a:pt x="237" y="20"/>
                    </a:lnTo>
                    <a:lnTo>
                      <a:pt x="247" y="24"/>
                    </a:lnTo>
                    <a:lnTo>
                      <a:pt x="260" y="27"/>
                    </a:lnTo>
                    <a:lnTo>
                      <a:pt x="270" y="34"/>
                    </a:lnTo>
                    <a:lnTo>
                      <a:pt x="280" y="38"/>
                    </a:lnTo>
                    <a:lnTo>
                      <a:pt x="290" y="41"/>
                    </a:lnTo>
                    <a:lnTo>
                      <a:pt x="303" y="45"/>
                    </a:lnTo>
                    <a:lnTo>
                      <a:pt x="313" y="52"/>
                    </a:lnTo>
                    <a:close/>
                  </a:path>
                </a:pathLst>
              </a:custGeom>
              <a:solidFill>
                <a:srgbClr val="F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9" name="Google Shape;489;p3"/>
              <p:cNvSpPr/>
              <p:nvPr/>
            </p:nvSpPr>
            <p:spPr>
              <a:xfrm>
                <a:off x="2043" y="2711"/>
                <a:ext cx="30" cy="65"/>
              </a:xfrm>
              <a:custGeom>
                <a:rect b="b" l="l" r="r" t="t"/>
                <a:pathLst>
                  <a:path extrusionOk="0" h="65" w="30">
                    <a:moveTo>
                      <a:pt x="3" y="65"/>
                    </a:moveTo>
                    <a:lnTo>
                      <a:pt x="6" y="62"/>
                    </a:lnTo>
                    <a:lnTo>
                      <a:pt x="10" y="55"/>
                    </a:lnTo>
                    <a:lnTo>
                      <a:pt x="16" y="48"/>
                    </a:lnTo>
                    <a:lnTo>
                      <a:pt x="16" y="41"/>
                    </a:lnTo>
                    <a:lnTo>
                      <a:pt x="23" y="31"/>
                    </a:lnTo>
                    <a:lnTo>
                      <a:pt x="26" y="24"/>
                    </a:lnTo>
                    <a:lnTo>
                      <a:pt x="26" y="13"/>
                    </a:lnTo>
                    <a:lnTo>
                      <a:pt x="30" y="6"/>
                    </a:lnTo>
                    <a:lnTo>
                      <a:pt x="30" y="0"/>
                    </a:lnTo>
                    <a:lnTo>
                      <a:pt x="23" y="0"/>
                    </a:lnTo>
                    <a:lnTo>
                      <a:pt x="23" y="6"/>
                    </a:lnTo>
                    <a:lnTo>
                      <a:pt x="20" y="13"/>
                    </a:lnTo>
                    <a:lnTo>
                      <a:pt x="20" y="20"/>
                    </a:lnTo>
                    <a:lnTo>
                      <a:pt x="16" y="27"/>
                    </a:lnTo>
                    <a:lnTo>
                      <a:pt x="13" y="38"/>
                    </a:lnTo>
                    <a:lnTo>
                      <a:pt x="10" y="45"/>
                    </a:lnTo>
                    <a:lnTo>
                      <a:pt x="3" y="52"/>
                    </a:lnTo>
                    <a:lnTo>
                      <a:pt x="0" y="62"/>
                    </a:lnTo>
                    <a:lnTo>
                      <a:pt x="3" y="58"/>
                    </a:lnTo>
                    <a:lnTo>
                      <a:pt x="3" y="65"/>
                    </a:lnTo>
                    <a:lnTo>
                      <a:pt x="6" y="65"/>
                    </a:lnTo>
                    <a:lnTo>
                      <a:pt x="6" y="62"/>
                    </a:lnTo>
                    <a:lnTo>
                      <a:pt x="3" y="6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0" name="Google Shape;490;p3"/>
              <p:cNvSpPr/>
              <p:nvPr/>
            </p:nvSpPr>
            <p:spPr>
              <a:xfrm>
                <a:off x="1946" y="2769"/>
                <a:ext cx="100" cy="21"/>
              </a:xfrm>
              <a:custGeom>
                <a:rect b="b" l="l" r="r" t="t"/>
                <a:pathLst>
                  <a:path extrusionOk="0" h="21" w="100">
                    <a:moveTo>
                      <a:pt x="7" y="18"/>
                    </a:moveTo>
                    <a:lnTo>
                      <a:pt x="3" y="21"/>
                    </a:lnTo>
                    <a:lnTo>
                      <a:pt x="43" y="21"/>
                    </a:lnTo>
                    <a:lnTo>
                      <a:pt x="50" y="18"/>
                    </a:lnTo>
                    <a:lnTo>
                      <a:pt x="60" y="18"/>
                    </a:lnTo>
                    <a:lnTo>
                      <a:pt x="67" y="14"/>
                    </a:lnTo>
                    <a:lnTo>
                      <a:pt x="80" y="14"/>
                    </a:lnTo>
                    <a:lnTo>
                      <a:pt x="87" y="11"/>
                    </a:lnTo>
                    <a:lnTo>
                      <a:pt x="90" y="11"/>
                    </a:lnTo>
                    <a:lnTo>
                      <a:pt x="97" y="7"/>
                    </a:lnTo>
                    <a:lnTo>
                      <a:pt x="100" y="7"/>
                    </a:lnTo>
                    <a:lnTo>
                      <a:pt x="100" y="0"/>
                    </a:lnTo>
                    <a:lnTo>
                      <a:pt x="93" y="4"/>
                    </a:lnTo>
                    <a:lnTo>
                      <a:pt x="83" y="4"/>
                    </a:lnTo>
                    <a:lnTo>
                      <a:pt x="77" y="7"/>
                    </a:lnTo>
                    <a:lnTo>
                      <a:pt x="67" y="7"/>
                    </a:lnTo>
                    <a:lnTo>
                      <a:pt x="60" y="11"/>
                    </a:lnTo>
                    <a:lnTo>
                      <a:pt x="50" y="11"/>
                    </a:lnTo>
                    <a:lnTo>
                      <a:pt x="43" y="14"/>
                    </a:lnTo>
                    <a:lnTo>
                      <a:pt x="0" y="14"/>
                    </a:lnTo>
                    <a:lnTo>
                      <a:pt x="3" y="14"/>
                    </a:lnTo>
                    <a:lnTo>
                      <a:pt x="0" y="14"/>
                    </a:lnTo>
                    <a:lnTo>
                      <a:pt x="7" y="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1" name="Google Shape;491;p3"/>
              <p:cNvSpPr/>
              <p:nvPr/>
            </p:nvSpPr>
            <p:spPr>
              <a:xfrm>
                <a:off x="1883" y="2783"/>
                <a:ext cx="70" cy="83"/>
              </a:xfrm>
              <a:custGeom>
                <a:rect b="b" l="l" r="r" t="t"/>
                <a:pathLst>
                  <a:path extrusionOk="0" h="83" w="70">
                    <a:moveTo>
                      <a:pt x="3" y="83"/>
                    </a:moveTo>
                    <a:lnTo>
                      <a:pt x="13" y="77"/>
                    </a:lnTo>
                    <a:lnTo>
                      <a:pt x="23" y="66"/>
                    </a:lnTo>
                    <a:lnTo>
                      <a:pt x="33" y="59"/>
                    </a:lnTo>
                    <a:lnTo>
                      <a:pt x="40" y="49"/>
                    </a:lnTo>
                    <a:lnTo>
                      <a:pt x="46" y="38"/>
                    </a:lnTo>
                    <a:lnTo>
                      <a:pt x="56" y="28"/>
                    </a:lnTo>
                    <a:lnTo>
                      <a:pt x="63" y="14"/>
                    </a:lnTo>
                    <a:lnTo>
                      <a:pt x="70" y="4"/>
                    </a:lnTo>
                    <a:lnTo>
                      <a:pt x="63" y="0"/>
                    </a:lnTo>
                    <a:lnTo>
                      <a:pt x="56" y="11"/>
                    </a:lnTo>
                    <a:lnTo>
                      <a:pt x="50" y="25"/>
                    </a:lnTo>
                    <a:lnTo>
                      <a:pt x="43" y="32"/>
                    </a:lnTo>
                    <a:lnTo>
                      <a:pt x="36" y="45"/>
                    </a:lnTo>
                    <a:lnTo>
                      <a:pt x="26" y="52"/>
                    </a:lnTo>
                    <a:lnTo>
                      <a:pt x="20" y="63"/>
                    </a:lnTo>
                    <a:lnTo>
                      <a:pt x="10" y="73"/>
                    </a:lnTo>
                    <a:lnTo>
                      <a:pt x="0" y="80"/>
                    </a:lnTo>
                    <a:lnTo>
                      <a:pt x="3" y="80"/>
                    </a:lnTo>
                    <a:lnTo>
                      <a:pt x="3" y="8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2" name="Google Shape;492;p3"/>
              <p:cNvSpPr/>
              <p:nvPr/>
            </p:nvSpPr>
            <p:spPr>
              <a:xfrm>
                <a:off x="1859" y="2835"/>
                <a:ext cx="27" cy="31"/>
              </a:xfrm>
              <a:custGeom>
                <a:rect b="b" l="l" r="r" t="t"/>
                <a:pathLst>
                  <a:path extrusionOk="0" h="31" w="27">
                    <a:moveTo>
                      <a:pt x="4" y="0"/>
                    </a:moveTo>
                    <a:lnTo>
                      <a:pt x="4" y="11"/>
                    </a:lnTo>
                    <a:lnTo>
                      <a:pt x="7" y="14"/>
                    </a:lnTo>
                    <a:lnTo>
                      <a:pt x="7" y="21"/>
                    </a:lnTo>
                    <a:lnTo>
                      <a:pt x="10" y="28"/>
                    </a:lnTo>
                    <a:lnTo>
                      <a:pt x="14" y="31"/>
                    </a:lnTo>
                    <a:lnTo>
                      <a:pt x="27" y="31"/>
                    </a:lnTo>
                    <a:lnTo>
                      <a:pt x="27" y="28"/>
                    </a:lnTo>
                    <a:lnTo>
                      <a:pt x="20" y="28"/>
                    </a:lnTo>
                    <a:lnTo>
                      <a:pt x="17" y="25"/>
                    </a:lnTo>
                    <a:lnTo>
                      <a:pt x="14" y="18"/>
                    </a:lnTo>
                    <a:lnTo>
                      <a:pt x="14" y="14"/>
                    </a:lnTo>
                    <a:lnTo>
                      <a:pt x="10" y="11"/>
                    </a:lnTo>
                    <a:lnTo>
                      <a:pt x="10" y="0"/>
                    </a:lnTo>
                    <a:lnTo>
                      <a:pt x="0" y="0"/>
                    </a:lnTo>
                    <a:lnTo>
                      <a:pt x="4" y="4"/>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3" name="Google Shape;493;p3"/>
              <p:cNvSpPr/>
              <p:nvPr/>
            </p:nvSpPr>
            <p:spPr>
              <a:xfrm>
                <a:off x="1863" y="2735"/>
                <a:ext cx="46" cy="100"/>
              </a:xfrm>
              <a:custGeom>
                <a:rect b="b" l="l" r="r" t="t"/>
                <a:pathLst>
                  <a:path extrusionOk="0" h="100" w="46">
                    <a:moveTo>
                      <a:pt x="30" y="0"/>
                    </a:moveTo>
                    <a:lnTo>
                      <a:pt x="30" y="3"/>
                    </a:lnTo>
                    <a:lnTo>
                      <a:pt x="36" y="17"/>
                    </a:lnTo>
                    <a:lnTo>
                      <a:pt x="40" y="28"/>
                    </a:lnTo>
                    <a:lnTo>
                      <a:pt x="33" y="38"/>
                    </a:lnTo>
                    <a:lnTo>
                      <a:pt x="30" y="48"/>
                    </a:lnTo>
                    <a:lnTo>
                      <a:pt x="20" y="62"/>
                    </a:lnTo>
                    <a:lnTo>
                      <a:pt x="10" y="73"/>
                    </a:lnTo>
                    <a:lnTo>
                      <a:pt x="3" y="86"/>
                    </a:lnTo>
                    <a:lnTo>
                      <a:pt x="0" y="100"/>
                    </a:lnTo>
                    <a:lnTo>
                      <a:pt x="6" y="100"/>
                    </a:lnTo>
                    <a:lnTo>
                      <a:pt x="10" y="90"/>
                    </a:lnTo>
                    <a:lnTo>
                      <a:pt x="13" y="76"/>
                    </a:lnTo>
                    <a:lnTo>
                      <a:pt x="33" y="55"/>
                    </a:lnTo>
                    <a:lnTo>
                      <a:pt x="40" y="41"/>
                    </a:lnTo>
                    <a:lnTo>
                      <a:pt x="46" y="28"/>
                    </a:lnTo>
                    <a:lnTo>
                      <a:pt x="43" y="14"/>
                    </a:lnTo>
                    <a:lnTo>
                      <a:pt x="36" y="0"/>
                    </a:lnTo>
                    <a:lnTo>
                      <a:pt x="30" y="0"/>
                    </a:lnTo>
                    <a:lnTo>
                      <a:pt x="30" y="3"/>
                    </a:lnTo>
                    <a:lnTo>
                      <a:pt x="3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4" name="Google Shape;494;p3"/>
              <p:cNvSpPr/>
              <p:nvPr/>
            </p:nvSpPr>
            <p:spPr>
              <a:xfrm>
                <a:off x="1886" y="2721"/>
                <a:ext cx="13" cy="14"/>
              </a:xfrm>
              <a:custGeom>
                <a:rect b="b" l="l" r="r" t="t"/>
                <a:pathLst>
                  <a:path extrusionOk="0" h="14" w="13">
                    <a:moveTo>
                      <a:pt x="3" y="7"/>
                    </a:moveTo>
                    <a:lnTo>
                      <a:pt x="0" y="7"/>
                    </a:lnTo>
                    <a:lnTo>
                      <a:pt x="7" y="7"/>
                    </a:lnTo>
                    <a:lnTo>
                      <a:pt x="7" y="14"/>
                    </a:lnTo>
                    <a:lnTo>
                      <a:pt x="13" y="14"/>
                    </a:lnTo>
                    <a:lnTo>
                      <a:pt x="13" y="7"/>
                    </a:lnTo>
                    <a:lnTo>
                      <a:pt x="7" y="0"/>
                    </a:lnTo>
                    <a:lnTo>
                      <a:pt x="3" y="0"/>
                    </a:lnTo>
                    <a:lnTo>
                      <a:pt x="7" y="0"/>
                    </a:lnTo>
                    <a:lnTo>
                      <a:pt x="3" y="0"/>
                    </a:lnTo>
                    <a:lnTo>
                      <a:pt x="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5" name="Google Shape;495;p3"/>
              <p:cNvSpPr/>
              <p:nvPr/>
            </p:nvSpPr>
            <p:spPr>
              <a:xfrm>
                <a:off x="1789" y="2721"/>
                <a:ext cx="100" cy="42"/>
              </a:xfrm>
              <a:custGeom>
                <a:rect b="b" l="l" r="r" t="t"/>
                <a:pathLst>
                  <a:path extrusionOk="0" h="42" w="100">
                    <a:moveTo>
                      <a:pt x="7" y="38"/>
                    </a:moveTo>
                    <a:lnTo>
                      <a:pt x="7" y="42"/>
                    </a:lnTo>
                    <a:lnTo>
                      <a:pt x="20" y="28"/>
                    </a:lnTo>
                    <a:lnTo>
                      <a:pt x="27" y="24"/>
                    </a:lnTo>
                    <a:lnTo>
                      <a:pt x="30" y="21"/>
                    </a:lnTo>
                    <a:lnTo>
                      <a:pt x="37" y="17"/>
                    </a:lnTo>
                    <a:lnTo>
                      <a:pt x="44" y="17"/>
                    </a:lnTo>
                    <a:lnTo>
                      <a:pt x="50" y="14"/>
                    </a:lnTo>
                    <a:lnTo>
                      <a:pt x="57" y="10"/>
                    </a:lnTo>
                    <a:lnTo>
                      <a:pt x="70" y="10"/>
                    </a:lnTo>
                    <a:lnTo>
                      <a:pt x="77" y="7"/>
                    </a:lnTo>
                    <a:lnTo>
                      <a:pt x="100" y="7"/>
                    </a:lnTo>
                    <a:lnTo>
                      <a:pt x="100" y="0"/>
                    </a:lnTo>
                    <a:lnTo>
                      <a:pt x="74" y="0"/>
                    </a:lnTo>
                    <a:lnTo>
                      <a:pt x="67" y="3"/>
                    </a:lnTo>
                    <a:lnTo>
                      <a:pt x="60" y="3"/>
                    </a:lnTo>
                    <a:lnTo>
                      <a:pt x="54" y="7"/>
                    </a:lnTo>
                    <a:lnTo>
                      <a:pt x="50" y="7"/>
                    </a:lnTo>
                    <a:lnTo>
                      <a:pt x="44" y="10"/>
                    </a:lnTo>
                    <a:lnTo>
                      <a:pt x="37" y="10"/>
                    </a:lnTo>
                    <a:lnTo>
                      <a:pt x="30" y="14"/>
                    </a:lnTo>
                    <a:lnTo>
                      <a:pt x="24" y="17"/>
                    </a:lnTo>
                    <a:lnTo>
                      <a:pt x="14" y="28"/>
                    </a:lnTo>
                    <a:lnTo>
                      <a:pt x="7" y="31"/>
                    </a:lnTo>
                    <a:lnTo>
                      <a:pt x="0" y="38"/>
                    </a:lnTo>
                    <a:lnTo>
                      <a:pt x="4" y="35"/>
                    </a:lnTo>
                    <a:lnTo>
                      <a:pt x="0" y="35"/>
                    </a:lnTo>
                    <a:lnTo>
                      <a:pt x="0" y="38"/>
                    </a:lnTo>
                    <a:lnTo>
                      <a:pt x="7"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6" name="Google Shape;496;p3"/>
              <p:cNvSpPr/>
              <p:nvPr/>
            </p:nvSpPr>
            <p:spPr>
              <a:xfrm>
                <a:off x="1789" y="2759"/>
                <a:ext cx="7" cy="80"/>
              </a:xfrm>
              <a:custGeom>
                <a:rect b="b" l="l" r="r" t="t"/>
                <a:pathLst>
                  <a:path extrusionOk="0" h="80" w="7">
                    <a:moveTo>
                      <a:pt x="7" y="80"/>
                    </a:moveTo>
                    <a:lnTo>
                      <a:pt x="7" y="0"/>
                    </a:lnTo>
                    <a:lnTo>
                      <a:pt x="0" y="0"/>
                    </a:lnTo>
                    <a:lnTo>
                      <a:pt x="0" y="76"/>
                    </a:lnTo>
                    <a:lnTo>
                      <a:pt x="7" y="80"/>
                    </a:lnTo>
                    <a:lnTo>
                      <a:pt x="7" y="76"/>
                    </a:lnTo>
                    <a:lnTo>
                      <a:pt x="7" y="8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7" name="Google Shape;497;p3"/>
              <p:cNvSpPr/>
              <p:nvPr/>
            </p:nvSpPr>
            <p:spPr>
              <a:xfrm>
                <a:off x="1773" y="2835"/>
                <a:ext cx="23" cy="11"/>
              </a:xfrm>
              <a:custGeom>
                <a:rect b="b" l="l" r="r" t="t"/>
                <a:pathLst>
                  <a:path extrusionOk="0" h="11" w="23">
                    <a:moveTo>
                      <a:pt x="0" y="7"/>
                    </a:moveTo>
                    <a:lnTo>
                      <a:pt x="3" y="11"/>
                    </a:lnTo>
                    <a:lnTo>
                      <a:pt x="16" y="11"/>
                    </a:lnTo>
                    <a:lnTo>
                      <a:pt x="23" y="4"/>
                    </a:lnTo>
                    <a:lnTo>
                      <a:pt x="16" y="0"/>
                    </a:lnTo>
                    <a:lnTo>
                      <a:pt x="13" y="0"/>
                    </a:lnTo>
                    <a:lnTo>
                      <a:pt x="13" y="4"/>
                    </a:lnTo>
                    <a:lnTo>
                      <a:pt x="0" y="4"/>
                    </a:lnTo>
                    <a:lnTo>
                      <a:pt x="6" y="7"/>
                    </a:lnTo>
                    <a:lnTo>
                      <a:pt x="0" y="7"/>
                    </a:lnTo>
                    <a:lnTo>
                      <a:pt x="0" y="11"/>
                    </a:lnTo>
                    <a:lnTo>
                      <a:pt x="3" y="11"/>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8" name="Google Shape;498;p3"/>
              <p:cNvSpPr/>
              <p:nvPr/>
            </p:nvSpPr>
            <p:spPr>
              <a:xfrm>
                <a:off x="1753" y="2731"/>
                <a:ext cx="26" cy="111"/>
              </a:xfrm>
              <a:custGeom>
                <a:rect b="b" l="l" r="r" t="t"/>
                <a:pathLst>
                  <a:path extrusionOk="0" h="111" w="26">
                    <a:moveTo>
                      <a:pt x="13" y="0"/>
                    </a:moveTo>
                    <a:lnTo>
                      <a:pt x="6" y="11"/>
                    </a:lnTo>
                    <a:lnTo>
                      <a:pt x="0" y="25"/>
                    </a:lnTo>
                    <a:lnTo>
                      <a:pt x="0" y="42"/>
                    </a:lnTo>
                    <a:lnTo>
                      <a:pt x="3" y="56"/>
                    </a:lnTo>
                    <a:lnTo>
                      <a:pt x="6" y="70"/>
                    </a:lnTo>
                    <a:lnTo>
                      <a:pt x="13" y="84"/>
                    </a:lnTo>
                    <a:lnTo>
                      <a:pt x="16" y="97"/>
                    </a:lnTo>
                    <a:lnTo>
                      <a:pt x="20" y="111"/>
                    </a:lnTo>
                    <a:lnTo>
                      <a:pt x="26" y="111"/>
                    </a:lnTo>
                    <a:lnTo>
                      <a:pt x="23" y="97"/>
                    </a:lnTo>
                    <a:lnTo>
                      <a:pt x="16" y="84"/>
                    </a:lnTo>
                    <a:lnTo>
                      <a:pt x="13" y="66"/>
                    </a:lnTo>
                    <a:lnTo>
                      <a:pt x="10" y="56"/>
                    </a:lnTo>
                    <a:lnTo>
                      <a:pt x="6" y="42"/>
                    </a:lnTo>
                    <a:lnTo>
                      <a:pt x="6" y="28"/>
                    </a:lnTo>
                    <a:lnTo>
                      <a:pt x="13" y="14"/>
                    </a:lnTo>
                    <a:lnTo>
                      <a:pt x="20" y="4"/>
                    </a:lnTo>
                    <a:lnTo>
                      <a:pt x="1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9" name="Google Shape;499;p3"/>
              <p:cNvSpPr/>
              <p:nvPr/>
            </p:nvSpPr>
            <p:spPr>
              <a:xfrm>
                <a:off x="1766" y="2655"/>
                <a:ext cx="123" cy="80"/>
              </a:xfrm>
              <a:custGeom>
                <a:rect b="b" l="l" r="r" t="t"/>
                <a:pathLst>
                  <a:path extrusionOk="0" h="80" w="123">
                    <a:moveTo>
                      <a:pt x="123" y="4"/>
                    </a:moveTo>
                    <a:lnTo>
                      <a:pt x="123" y="0"/>
                    </a:lnTo>
                    <a:lnTo>
                      <a:pt x="113" y="4"/>
                    </a:lnTo>
                    <a:lnTo>
                      <a:pt x="107" y="4"/>
                    </a:lnTo>
                    <a:lnTo>
                      <a:pt x="97" y="7"/>
                    </a:lnTo>
                    <a:lnTo>
                      <a:pt x="87" y="7"/>
                    </a:lnTo>
                    <a:lnTo>
                      <a:pt x="80" y="11"/>
                    </a:lnTo>
                    <a:lnTo>
                      <a:pt x="73" y="17"/>
                    </a:lnTo>
                    <a:lnTo>
                      <a:pt x="63" y="21"/>
                    </a:lnTo>
                    <a:lnTo>
                      <a:pt x="57" y="24"/>
                    </a:lnTo>
                    <a:lnTo>
                      <a:pt x="50" y="31"/>
                    </a:lnTo>
                    <a:lnTo>
                      <a:pt x="40" y="38"/>
                    </a:lnTo>
                    <a:lnTo>
                      <a:pt x="30" y="49"/>
                    </a:lnTo>
                    <a:lnTo>
                      <a:pt x="20" y="56"/>
                    </a:lnTo>
                    <a:lnTo>
                      <a:pt x="0" y="76"/>
                    </a:lnTo>
                    <a:lnTo>
                      <a:pt x="7" y="80"/>
                    </a:lnTo>
                    <a:lnTo>
                      <a:pt x="13" y="73"/>
                    </a:lnTo>
                    <a:lnTo>
                      <a:pt x="17" y="66"/>
                    </a:lnTo>
                    <a:lnTo>
                      <a:pt x="27" y="59"/>
                    </a:lnTo>
                    <a:lnTo>
                      <a:pt x="33" y="56"/>
                    </a:lnTo>
                    <a:lnTo>
                      <a:pt x="47" y="42"/>
                    </a:lnTo>
                    <a:lnTo>
                      <a:pt x="53" y="38"/>
                    </a:lnTo>
                    <a:lnTo>
                      <a:pt x="60" y="31"/>
                    </a:lnTo>
                    <a:lnTo>
                      <a:pt x="67" y="28"/>
                    </a:lnTo>
                    <a:lnTo>
                      <a:pt x="73" y="21"/>
                    </a:lnTo>
                    <a:lnTo>
                      <a:pt x="83" y="21"/>
                    </a:lnTo>
                    <a:lnTo>
                      <a:pt x="90" y="17"/>
                    </a:lnTo>
                    <a:lnTo>
                      <a:pt x="97" y="14"/>
                    </a:lnTo>
                    <a:lnTo>
                      <a:pt x="107" y="11"/>
                    </a:lnTo>
                    <a:lnTo>
                      <a:pt x="123" y="11"/>
                    </a:lnTo>
                    <a:lnTo>
                      <a:pt x="123"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0" name="Google Shape;500;p3"/>
              <p:cNvSpPr/>
              <p:nvPr/>
            </p:nvSpPr>
            <p:spPr>
              <a:xfrm>
                <a:off x="1889" y="2655"/>
                <a:ext cx="184" cy="59"/>
              </a:xfrm>
              <a:custGeom>
                <a:rect b="b" l="l" r="r" t="t"/>
                <a:pathLst>
                  <a:path extrusionOk="0" h="59" w="184">
                    <a:moveTo>
                      <a:pt x="184" y="56"/>
                    </a:moveTo>
                    <a:lnTo>
                      <a:pt x="180" y="52"/>
                    </a:lnTo>
                    <a:lnTo>
                      <a:pt x="170" y="45"/>
                    </a:lnTo>
                    <a:lnTo>
                      <a:pt x="160" y="42"/>
                    </a:lnTo>
                    <a:lnTo>
                      <a:pt x="150" y="38"/>
                    </a:lnTo>
                    <a:lnTo>
                      <a:pt x="137" y="35"/>
                    </a:lnTo>
                    <a:lnTo>
                      <a:pt x="127" y="28"/>
                    </a:lnTo>
                    <a:lnTo>
                      <a:pt x="117" y="24"/>
                    </a:lnTo>
                    <a:lnTo>
                      <a:pt x="104" y="21"/>
                    </a:lnTo>
                    <a:lnTo>
                      <a:pt x="94" y="17"/>
                    </a:lnTo>
                    <a:lnTo>
                      <a:pt x="80" y="14"/>
                    </a:lnTo>
                    <a:lnTo>
                      <a:pt x="70" y="11"/>
                    </a:lnTo>
                    <a:lnTo>
                      <a:pt x="60" y="7"/>
                    </a:lnTo>
                    <a:lnTo>
                      <a:pt x="47" y="4"/>
                    </a:lnTo>
                    <a:lnTo>
                      <a:pt x="37" y="4"/>
                    </a:lnTo>
                    <a:lnTo>
                      <a:pt x="24" y="0"/>
                    </a:lnTo>
                    <a:lnTo>
                      <a:pt x="14" y="0"/>
                    </a:lnTo>
                    <a:lnTo>
                      <a:pt x="0" y="4"/>
                    </a:lnTo>
                    <a:lnTo>
                      <a:pt x="0" y="11"/>
                    </a:lnTo>
                    <a:lnTo>
                      <a:pt x="14" y="11"/>
                    </a:lnTo>
                    <a:lnTo>
                      <a:pt x="24" y="7"/>
                    </a:lnTo>
                    <a:lnTo>
                      <a:pt x="37" y="11"/>
                    </a:lnTo>
                    <a:lnTo>
                      <a:pt x="47" y="11"/>
                    </a:lnTo>
                    <a:lnTo>
                      <a:pt x="60" y="14"/>
                    </a:lnTo>
                    <a:lnTo>
                      <a:pt x="70" y="17"/>
                    </a:lnTo>
                    <a:lnTo>
                      <a:pt x="80" y="21"/>
                    </a:lnTo>
                    <a:lnTo>
                      <a:pt x="90" y="24"/>
                    </a:lnTo>
                    <a:lnTo>
                      <a:pt x="104" y="28"/>
                    </a:lnTo>
                    <a:lnTo>
                      <a:pt x="114" y="31"/>
                    </a:lnTo>
                    <a:lnTo>
                      <a:pt x="124" y="35"/>
                    </a:lnTo>
                    <a:lnTo>
                      <a:pt x="137" y="38"/>
                    </a:lnTo>
                    <a:lnTo>
                      <a:pt x="147" y="45"/>
                    </a:lnTo>
                    <a:lnTo>
                      <a:pt x="157" y="49"/>
                    </a:lnTo>
                    <a:lnTo>
                      <a:pt x="170" y="52"/>
                    </a:lnTo>
                    <a:lnTo>
                      <a:pt x="180" y="59"/>
                    </a:lnTo>
                    <a:lnTo>
                      <a:pt x="177" y="56"/>
                    </a:lnTo>
                    <a:lnTo>
                      <a:pt x="184" y="56"/>
                    </a:lnTo>
                    <a:lnTo>
                      <a:pt x="184" y="52"/>
                    </a:lnTo>
                    <a:lnTo>
                      <a:pt x="180" y="52"/>
                    </a:lnTo>
                    <a:lnTo>
                      <a:pt x="184" y="5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1" name="Google Shape;501;p3"/>
              <p:cNvSpPr/>
              <p:nvPr/>
            </p:nvSpPr>
            <p:spPr>
              <a:xfrm>
                <a:off x="2739" y="2679"/>
                <a:ext cx="210" cy="794"/>
              </a:xfrm>
              <a:custGeom>
                <a:rect b="b" l="l" r="r" t="t"/>
                <a:pathLst>
                  <a:path extrusionOk="0" h="794" w="210">
                    <a:moveTo>
                      <a:pt x="190" y="167"/>
                    </a:moveTo>
                    <a:lnTo>
                      <a:pt x="200" y="201"/>
                    </a:lnTo>
                    <a:lnTo>
                      <a:pt x="204" y="236"/>
                    </a:lnTo>
                    <a:lnTo>
                      <a:pt x="207" y="267"/>
                    </a:lnTo>
                    <a:lnTo>
                      <a:pt x="210" y="302"/>
                    </a:lnTo>
                    <a:lnTo>
                      <a:pt x="207" y="336"/>
                    </a:lnTo>
                    <a:lnTo>
                      <a:pt x="207" y="371"/>
                    </a:lnTo>
                    <a:lnTo>
                      <a:pt x="200" y="402"/>
                    </a:lnTo>
                    <a:lnTo>
                      <a:pt x="197" y="437"/>
                    </a:lnTo>
                    <a:lnTo>
                      <a:pt x="190" y="472"/>
                    </a:lnTo>
                    <a:lnTo>
                      <a:pt x="184" y="503"/>
                    </a:lnTo>
                    <a:lnTo>
                      <a:pt x="180" y="537"/>
                    </a:lnTo>
                    <a:lnTo>
                      <a:pt x="174" y="572"/>
                    </a:lnTo>
                    <a:lnTo>
                      <a:pt x="167" y="603"/>
                    </a:lnTo>
                    <a:lnTo>
                      <a:pt x="160" y="638"/>
                    </a:lnTo>
                    <a:lnTo>
                      <a:pt x="157" y="673"/>
                    </a:lnTo>
                    <a:lnTo>
                      <a:pt x="154" y="704"/>
                    </a:lnTo>
                    <a:lnTo>
                      <a:pt x="137" y="794"/>
                    </a:lnTo>
                    <a:lnTo>
                      <a:pt x="0" y="794"/>
                    </a:lnTo>
                    <a:lnTo>
                      <a:pt x="7" y="763"/>
                    </a:lnTo>
                    <a:lnTo>
                      <a:pt x="14" y="731"/>
                    </a:lnTo>
                    <a:lnTo>
                      <a:pt x="20" y="704"/>
                    </a:lnTo>
                    <a:lnTo>
                      <a:pt x="30" y="673"/>
                    </a:lnTo>
                    <a:lnTo>
                      <a:pt x="37" y="641"/>
                    </a:lnTo>
                    <a:lnTo>
                      <a:pt x="47" y="610"/>
                    </a:lnTo>
                    <a:lnTo>
                      <a:pt x="54" y="579"/>
                    </a:lnTo>
                    <a:lnTo>
                      <a:pt x="57" y="548"/>
                    </a:lnTo>
                    <a:lnTo>
                      <a:pt x="70" y="499"/>
                    </a:lnTo>
                    <a:lnTo>
                      <a:pt x="80" y="451"/>
                    </a:lnTo>
                    <a:lnTo>
                      <a:pt x="90" y="402"/>
                    </a:lnTo>
                    <a:lnTo>
                      <a:pt x="100" y="354"/>
                    </a:lnTo>
                    <a:lnTo>
                      <a:pt x="107" y="305"/>
                    </a:lnTo>
                    <a:lnTo>
                      <a:pt x="110" y="257"/>
                    </a:lnTo>
                    <a:lnTo>
                      <a:pt x="114" y="208"/>
                    </a:lnTo>
                    <a:lnTo>
                      <a:pt x="110" y="156"/>
                    </a:lnTo>
                    <a:lnTo>
                      <a:pt x="110" y="142"/>
                    </a:lnTo>
                    <a:lnTo>
                      <a:pt x="104" y="125"/>
                    </a:lnTo>
                    <a:lnTo>
                      <a:pt x="97" y="108"/>
                    </a:lnTo>
                    <a:lnTo>
                      <a:pt x="90" y="94"/>
                    </a:lnTo>
                    <a:lnTo>
                      <a:pt x="80" y="80"/>
                    </a:lnTo>
                    <a:lnTo>
                      <a:pt x="70" y="66"/>
                    </a:lnTo>
                    <a:lnTo>
                      <a:pt x="60" y="52"/>
                    </a:lnTo>
                    <a:lnTo>
                      <a:pt x="47" y="42"/>
                    </a:lnTo>
                    <a:lnTo>
                      <a:pt x="47" y="0"/>
                    </a:lnTo>
                    <a:lnTo>
                      <a:pt x="60" y="4"/>
                    </a:lnTo>
                    <a:lnTo>
                      <a:pt x="74" y="11"/>
                    </a:lnTo>
                    <a:lnTo>
                      <a:pt x="87" y="18"/>
                    </a:lnTo>
                    <a:lnTo>
                      <a:pt x="97" y="25"/>
                    </a:lnTo>
                    <a:lnTo>
                      <a:pt x="110" y="35"/>
                    </a:lnTo>
                    <a:lnTo>
                      <a:pt x="127" y="52"/>
                    </a:lnTo>
                    <a:lnTo>
                      <a:pt x="137" y="66"/>
                    </a:lnTo>
                    <a:lnTo>
                      <a:pt x="147" y="77"/>
                    </a:lnTo>
                    <a:lnTo>
                      <a:pt x="157" y="90"/>
                    </a:lnTo>
                    <a:lnTo>
                      <a:pt x="164" y="104"/>
                    </a:lnTo>
                    <a:lnTo>
                      <a:pt x="170" y="115"/>
                    </a:lnTo>
                    <a:lnTo>
                      <a:pt x="177" y="129"/>
                    </a:lnTo>
                    <a:lnTo>
                      <a:pt x="184" y="142"/>
                    </a:lnTo>
                    <a:lnTo>
                      <a:pt x="187" y="156"/>
                    </a:lnTo>
                    <a:lnTo>
                      <a:pt x="190" y="167"/>
                    </a:lnTo>
                    <a:close/>
                  </a:path>
                </a:pathLst>
              </a:custGeom>
              <a:solidFill>
                <a:srgbClr val="7F7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2" name="Google Shape;502;p3"/>
              <p:cNvSpPr/>
              <p:nvPr/>
            </p:nvSpPr>
            <p:spPr>
              <a:xfrm>
                <a:off x="2889" y="2846"/>
                <a:ext cx="64" cy="537"/>
              </a:xfrm>
              <a:custGeom>
                <a:rect b="b" l="l" r="r" t="t"/>
                <a:pathLst>
                  <a:path extrusionOk="0" h="537" w="64">
                    <a:moveTo>
                      <a:pt x="7" y="537"/>
                    </a:moveTo>
                    <a:lnTo>
                      <a:pt x="10" y="506"/>
                    </a:lnTo>
                    <a:lnTo>
                      <a:pt x="14" y="471"/>
                    </a:lnTo>
                    <a:lnTo>
                      <a:pt x="20" y="440"/>
                    </a:lnTo>
                    <a:lnTo>
                      <a:pt x="27" y="405"/>
                    </a:lnTo>
                    <a:lnTo>
                      <a:pt x="34" y="370"/>
                    </a:lnTo>
                    <a:lnTo>
                      <a:pt x="37" y="336"/>
                    </a:lnTo>
                    <a:lnTo>
                      <a:pt x="44" y="305"/>
                    </a:lnTo>
                    <a:lnTo>
                      <a:pt x="50" y="270"/>
                    </a:lnTo>
                    <a:lnTo>
                      <a:pt x="54" y="235"/>
                    </a:lnTo>
                    <a:lnTo>
                      <a:pt x="60" y="204"/>
                    </a:lnTo>
                    <a:lnTo>
                      <a:pt x="60" y="169"/>
                    </a:lnTo>
                    <a:lnTo>
                      <a:pt x="64" y="135"/>
                    </a:lnTo>
                    <a:lnTo>
                      <a:pt x="60" y="100"/>
                    </a:lnTo>
                    <a:lnTo>
                      <a:pt x="57" y="69"/>
                    </a:lnTo>
                    <a:lnTo>
                      <a:pt x="54" y="34"/>
                    </a:lnTo>
                    <a:lnTo>
                      <a:pt x="44" y="0"/>
                    </a:lnTo>
                    <a:lnTo>
                      <a:pt x="37" y="3"/>
                    </a:lnTo>
                    <a:lnTo>
                      <a:pt x="47" y="34"/>
                    </a:lnTo>
                    <a:lnTo>
                      <a:pt x="50" y="69"/>
                    </a:lnTo>
                    <a:lnTo>
                      <a:pt x="54" y="100"/>
                    </a:lnTo>
                    <a:lnTo>
                      <a:pt x="54" y="204"/>
                    </a:lnTo>
                    <a:lnTo>
                      <a:pt x="50" y="235"/>
                    </a:lnTo>
                    <a:lnTo>
                      <a:pt x="44" y="270"/>
                    </a:lnTo>
                    <a:lnTo>
                      <a:pt x="37" y="305"/>
                    </a:lnTo>
                    <a:lnTo>
                      <a:pt x="34" y="336"/>
                    </a:lnTo>
                    <a:lnTo>
                      <a:pt x="27" y="370"/>
                    </a:lnTo>
                    <a:lnTo>
                      <a:pt x="20" y="402"/>
                    </a:lnTo>
                    <a:lnTo>
                      <a:pt x="14" y="436"/>
                    </a:lnTo>
                    <a:lnTo>
                      <a:pt x="7" y="471"/>
                    </a:lnTo>
                    <a:lnTo>
                      <a:pt x="4" y="506"/>
                    </a:lnTo>
                    <a:lnTo>
                      <a:pt x="0" y="537"/>
                    </a:lnTo>
                    <a:lnTo>
                      <a:pt x="7" y="53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3" name="Google Shape;503;p3"/>
              <p:cNvSpPr/>
              <p:nvPr/>
            </p:nvSpPr>
            <p:spPr>
              <a:xfrm>
                <a:off x="2873" y="3383"/>
                <a:ext cx="23" cy="93"/>
              </a:xfrm>
              <a:custGeom>
                <a:rect b="b" l="l" r="r" t="t"/>
                <a:pathLst>
                  <a:path extrusionOk="0" h="93" w="23">
                    <a:moveTo>
                      <a:pt x="3" y="93"/>
                    </a:moveTo>
                    <a:lnTo>
                      <a:pt x="6" y="90"/>
                    </a:lnTo>
                    <a:lnTo>
                      <a:pt x="23" y="0"/>
                    </a:lnTo>
                    <a:lnTo>
                      <a:pt x="16" y="0"/>
                    </a:lnTo>
                    <a:lnTo>
                      <a:pt x="0" y="90"/>
                    </a:lnTo>
                    <a:lnTo>
                      <a:pt x="3" y="86"/>
                    </a:lnTo>
                    <a:lnTo>
                      <a:pt x="3" y="93"/>
                    </a:lnTo>
                    <a:lnTo>
                      <a:pt x="6" y="93"/>
                    </a:lnTo>
                    <a:lnTo>
                      <a:pt x="6" y="90"/>
                    </a:lnTo>
                    <a:lnTo>
                      <a:pt x="3" y="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4" name="Google Shape;504;p3"/>
              <p:cNvSpPr/>
              <p:nvPr/>
            </p:nvSpPr>
            <p:spPr>
              <a:xfrm>
                <a:off x="2736" y="3469"/>
                <a:ext cx="140" cy="7"/>
              </a:xfrm>
              <a:custGeom>
                <a:rect b="b" l="l" r="r" t="t"/>
                <a:pathLst>
                  <a:path extrusionOk="0" h="7" w="140">
                    <a:moveTo>
                      <a:pt x="3" y="4"/>
                    </a:moveTo>
                    <a:lnTo>
                      <a:pt x="3" y="7"/>
                    </a:lnTo>
                    <a:lnTo>
                      <a:pt x="140" y="7"/>
                    </a:lnTo>
                    <a:lnTo>
                      <a:pt x="140" y="0"/>
                    </a:lnTo>
                    <a:lnTo>
                      <a:pt x="3" y="0"/>
                    </a:lnTo>
                    <a:lnTo>
                      <a:pt x="7" y="4"/>
                    </a:lnTo>
                    <a:lnTo>
                      <a:pt x="3" y="4"/>
                    </a:lnTo>
                    <a:lnTo>
                      <a:pt x="0" y="7"/>
                    </a:lnTo>
                    <a:lnTo>
                      <a:pt x="3" y="7"/>
                    </a:lnTo>
                    <a:lnTo>
                      <a:pt x="3"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5" name="Google Shape;505;p3"/>
              <p:cNvSpPr/>
              <p:nvPr/>
            </p:nvSpPr>
            <p:spPr>
              <a:xfrm>
                <a:off x="2739" y="3223"/>
                <a:ext cx="60" cy="250"/>
              </a:xfrm>
              <a:custGeom>
                <a:rect b="b" l="l" r="r" t="t"/>
                <a:pathLst>
                  <a:path extrusionOk="0" h="250" w="60">
                    <a:moveTo>
                      <a:pt x="54" y="0"/>
                    </a:moveTo>
                    <a:lnTo>
                      <a:pt x="50" y="35"/>
                    </a:lnTo>
                    <a:lnTo>
                      <a:pt x="44" y="63"/>
                    </a:lnTo>
                    <a:lnTo>
                      <a:pt x="37" y="97"/>
                    </a:lnTo>
                    <a:lnTo>
                      <a:pt x="27" y="125"/>
                    </a:lnTo>
                    <a:lnTo>
                      <a:pt x="17" y="156"/>
                    </a:lnTo>
                    <a:lnTo>
                      <a:pt x="10" y="187"/>
                    </a:lnTo>
                    <a:lnTo>
                      <a:pt x="4" y="219"/>
                    </a:lnTo>
                    <a:lnTo>
                      <a:pt x="0" y="250"/>
                    </a:lnTo>
                    <a:lnTo>
                      <a:pt x="4" y="250"/>
                    </a:lnTo>
                    <a:lnTo>
                      <a:pt x="10" y="219"/>
                    </a:lnTo>
                    <a:lnTo>
                      <a:pt x="17" y="187"/>
                    </a:lnTo>
                    <a:lnTo>
                      <a:pt x="24" y="160"/>
                    </a:lnTo>
                    <a:lnTo>
                      <a:pt x="34" y="129"/>
                    </a:lnTo>
                    <a:lnTo>
                      <a:pt x="40" y="97"/>
                    </a:lnTo>
                    <a:lnTo>
                      <a:pt x="50" y="66"/>
                    </a:lnTo>
                    <a:lnTo>
                      <a:pt x="57" y="35"/>
                    </a:lnTo>
                    <a:lnTo>
                      <a:pt x="60" y="4"/>
                    </a:lnTo>
                    <a:lnTo>
                      <a:pt x="5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6" name="Google Shape;506;p3"/>
              <p:cNvSpPr/>
              <p:nvPr/>
            </p:nvSpPr>
            <p:spPr>
              <a:xfrm>
                <a:off x="2793" y="2835"/>
                <a:ext cx="63" cy="392"/>
              </a:xfrm>
              <a:custGeom>
                <a:rect b="b" l="l" r="r" t="t"/>
                <a:pathLst>
                  <a:path extrusionOk="0" h="392" w="63">
                    <a:moveTo>
                      <a:pt x="56" y="0"/>
                    </a:moveTo>
                    <a:lnTo>
                      <a:pt x="56" y="52"/>
                    </a:lnTo>
                    <a:lnTo>
                      <a:pt x="53" y="101"/>
                    </a:lnTo>
                    <a:lnTo>
                      <a:pt x="50" y="149"/>
                    </a:lnTo>
                    <a:lnTo>
                      <a:pt x="43" y="198"/>
                    </a:lnTo>
                    <a:lnTo>
                      <a:pt x="33" y="246"/>
                    </a:lnTo>
                    <a:lnTo>
                      <a:pt x="23" y="295"/>
                    </a:lnTo>
                    <a:lnTo>
                      <a:pt x="13" y="343"/>
                    </a:lnTo>
                    <a:lnTo>
                      <a:pt x="0" y="388"/>
                    </a:lnTo>
                    <a:lnTo>
                      <a:pt x="6" y="392"/>
                    </a:lnTo>
                    <a:lnTo>
                      <a:pt x="20" y="343"/>
                    </a:lnTo>
                    <a:lnTo>
                      <a:pt x="30" y="295"/>
                    </a:lnTo>
                    <a:lnTo>
                      <a:pt x="40" y="246"/>
                    </a:lnTo>
                    <a:lnTo>
                      <a:pt x="50" y="201"/>
                    </a:lnTo>
                    <a:lnTo>
                      <a:pt x="56" y="149"/>
                    </a:lnTo>
                    <a:lnTo>
                      <a:pt x="60" y="101"/>
                    </a:lnTo>
                    <a:lnTo>
                      <a:pt x="63" y="52"/>
                    </a:lnTo>
                    <a:lnTo>
                      <a:pt x="60" y="0"/>
                    </a:lnTo>
                    <a:lnTo>
                      <a:pt x="5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7" name="Google Shape;507;p3"/>
              <p:cNvSpPr/>
              <p:nvPr/>
            </p:nvSpPr>
            <p:spPr>
              <a:xfrm>
                <a:off x="2783" y="2717"/>
                <a:ext cx="70" cy="118"/>
              </a:xfrm>
              <a:custGeom>
                <a:rect b="b" l="l" r="r" t="t"/>
                <a:pathLst>
                  <a:path extrusionOk="0" h="118" w="70">
                    <a:moveTo>
                      <a:pt x="0" y="4"/>
                    </a:moveTo>
                    <a:lnTo>
                      <a:pt x="0" y="7"/>
                    </a:lnTo>
                    <a:lnTo>
                      <a:pt x="13" y="18"/>
                    </a:lnTo>
                    <a:lnTo>
                      <a:pt x="23" y="32"/>
                    </a:lnTo>
                    <a:lnTo>
                      <a:pt x="33" y="46"/>
                    </a:lnTo>
                    <a:lnTo>
                      <a:pt x="43" y="56"/>
                    </a:lnTo>
                    <a:lnTo>
                      <a:pt x="50" y="73"/>
                    </a:lnTo>
                    <a:lnTo>
                      <a:pt x="56" y="87"/>
                    </a:lnTo>
                    <a:lnTo>
                      <a:pt x="63" y="104"/>
                    </a:lnTo>
                    <a:lnTo>
                      <a:pt x="66" y="118"/>
                    </a:lnTo>
                    <a:lnTo>
                      <a:pt x="70" y="118"/>
                    </a:lnTo>
                    <a:lnTo>
                      <a:pt x="66" y="101"/>
                    </a:lnTo>
                    <a:lnTo>
                      <a:pt x="63" y="87"/>
                    </a:lnTo>
                    <a:lnTo>
                      <a:pt x="56" y="70"/>
                    </a:lnTo>
                    <a:lnTo>
                      <a:pt x="50" y="56"/>
                    </a:lnTo>
                    <a:lnTo>
                      <a:pt x="40" y="39"/>
                    </a:lnTo>
                    <a:lnTo>
                      <a:pt x="3" y="0"/>
                    </a:lnTo>
                    <a:lnTo>
                      <a:pt x="6" y="4"/>
                    </a:lnTo>
                    <a:lnTo>
                      <a:pt x="0" y="4"/>
                    </a:lnTo>
                    <a:lnTo>
                      <a:pt x="0" y="7"/>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8" name="Google Shape;508;p3"/>
              <p:cNvSpPr/>
              <p:nvPr/>
            </p:nvSpPr>
            <p:spPr>
              <a:xfrm>
                <a:off x="2783" y="2676"/>
                <a:ext cx="6" cy="45"/>
              </a:xfrm>
              <a:custGeom>
                <a:rect b="b" l="l" r="r" t="t"/>
                <a:pathLst>
                  <a:path extrusionOk="0" h="45" w="6">
                    <a:moveTo>
                      <a:pt x="3" y="0"/>
                    </a:moveTo>
                    <a:lnTo>
                      <a:pt x="0" y="3"/>
                    </a:lnTo>
                    <a:lnTo>
                      <a:pt x="0" y="45"/>
                    </a:lnTo>
                    <a:lnTo>
                      <a:pt x="6" y="45"/>
                    </a:lnTo>
                    <a:lnTo>
                      <a:pt x="6" y="3"/>
                    </a:lnTo>
                    <a:lnTo>
                      <a:pt x="3" y="7"/>
                    </a:lnTo>
                    <a:lnTo>
                      <a:pt x="3" y="0"/>
                    </a:lnTo>
                    <a:lnTo>
                      <a:pt x="0" y="0"/>
                    </a:lnTo>
                    <a:lnTo>
                      <a:pt x="0" y="3"/>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9" name="Google Shape;509;p3"/>
              <p:cNvSpPr/>
              <p:nvPr/>
            </p:nvSpPr>
            <p:spPr>
              <a:xfrm>
                <a:off x="2786" y="2676"/>
                <a:ext cx="147" cy="173"/>
              </a:xfrm>
              <a:custGeom>
                <a:rect b="b" l="l" r="r" t="t"/>
                <a:pathLst>
                  <a:path extrusionOk="0" h="173" w="147">
                    <a:moveTo>
                      <a:pt x="147" y="170"/>
                    </a:moveTo>
                    <a:lnTo>
                      <a:pt x="143" y="156"/>
                    </a:lnTo>
                    <a:lnTo>
                      <a:pt x="137" y="145"/>
                    </a:lnTo>
                    <a:lnTo>
                      <a:pt x="133" y="132"/>
                    </a:lnTo>
                    <a:lnTo>
                      <a:pt x="127" y="118"/>
                    </a:lnTo>
                    <a:lnTo>
                      <a:pt x="120" y="104"/>
                    </a:lnTo>
                    <a:lnTo>
                      <a:pt x="110" y="93"/>
                    </a:lnTo>
                    <a:lnTo>
                      <a:pt x="103" y="80"/>
                    </a:lnTo>
                    <a:lnTo>
                      <a:pt x="93" y="66"/>
                    </a:lnTo>
                    <a:lnTo>
                      <a:pt x="53" y="24"/>
                    </a:lnTo>
                    <a:lnTo>
                      <a:pt x="40" y="17"/>
                    </a:lnTo>
                    <a:lnTo>
                      <a:pt x="27" y="10"/>
                    </a:lnTo>
                    <a:lnTo>
                      <a:pt x="17" y="3"/>
                    </a:lnTo>
                    <a:lnTo>
                      <a:pt x="0" y="0"/>
                    </a:lnTo>
                    <a:lnTo>
                      <a:pt x="0" y="7"/>
                    </a:lnTo>
                    <a:lnTo>
                      <a:pt x="13" y="10"/>
                    </a:lnTo>
                    <a:lnTo>
                      <a:pt x="27" y="17"/>
                    </a:lnTo>
                    <a:lnTo>
                      <a:pt x="37" y="24"/>
                    </a:lnTo>
                    <a:lnTo>
                      <a:pt x="50" y="31"/>
                    </a:lnTo>
                    <a:lnTo>
                      <a:pt x="60" y="38"/>
                    </a:lnTo>
                    <a:lnTo>
                      <a:pt x="80" y="59"/>
                    </a:lnTo>
                    <a:lnTo>
                      <a:pt x="90" y="73"/>
                    </a:lnTo>
                    <a:lnTo>
                      <a:pt x="97" y="83"/>
                    </a:lnTo>
                    <a:lnTo>
                      <a:pt x="107" y="97"/>
                    </a:lnTo>
                    <a:lnTo>
                      <a:pt x="113" y="107"/>
                    </a:lnTo>
                    <a:lnTo>
                      <a:pt x="120" y="121"/>
                    </a:lnTo>
                    <a:lnTo>
                      <a:pt x="127" y="135"/>
                    </a:lnTo>
                    <a:lnTo>
                      <a:pt x="133" y="145"/>
                    </a:lnTo>
                    <a:lnTo>
                      <a:pt x="137" y="159"/>
                    </a:lnTo>
                    <a:lnTo>
                      <a:pt x="140" y="173"/>
                    </a:lnTo>
                    <a:lnTo>
                      <a:pt x="147" y="17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0" name="Google Shape;510;p3"/>
              <p:cNvSpPr/>
              <p:nvPr/>
            </p:nvSpPr>
            <p:spPr>
              <a:xfrm>
                <a:off x="2059" y="2707"/>
                <a:ext cx="67" cy="111"/>
              </a:xfrm>
              <a:custGeom>
                <a:rect b="b" l="l" r="r" t="t"/>
                <a:pathLst>
                  <a:path extrusionOk="0" h="111" w="67">
                    <a:moveTo>
                      <a:pt x="67" y="17"/>
                    </a:moveTo>
                    <a:lnTo>
                      <a:pt x="64" y="31"/>
                    </a:lnTo>
                    <a:lnTo>
                      <a:pt x="60" y="42"/>
                    </a:lnTo>
                    <a:lnTo>
                      <a:pt x="57" y="52"/>
                    </a:lnTo>
                    <a:lnTo>
                      <a:pt x="54" y="66"/>
                    </a:lnTo>
                    <a:lnTo>
                      <a:pt x="50" y="76"/>
                    </a:lnTo>
                    <a:lnTo>
                      <a:pt x="44" y="87"/>
                    </a:lnTo>
                    <a:lnTo>
                      <a:pt x="37" y="101"/>
                    </a:lnTo>
                    <a:lnTo>
                      <a:pt x="34" y="111"/>
                    </a:lnTo>
                    <a:lnTo>
                      <a:pt x="27" y="108"/>
                    </a:lnTo>
                    <a:lnTo>
                      <a:pt x="24" y="108"/>
                    </a:lnTo>
                    <a:lnTo>
                      <a:pt x="17" y="101"/>
                    </a:lnTo>
                    <a:lnTo>
                      <a:pt x="10" y="101"/>
                    </a:lnTo>
                    <a:lnTo>
                      <a:pt x="0" y="90"/>
                    </a:lnTo>
                    <a:lnTo>
                      <a:pt x="4" y="80"/>
                    </a:lnTo>
                    <a:lnTo>
                      <a:pt x="7" y="66"/>
                    </a:lnTo>
                    <a:lnTo>
                      <a:pt x="10" y="56"/>
                    </a:lnTo>
                    <a:lnTo>
                      <a:pt x="14" y="45"/>
                    </a:lnTo>
                    <a:lnTo>
                      <a:pt x="17" y="35"/>
                    </a:lnTo>
                    <a:lnTo>
                      <a:pt x="24" y="24"/>
                    </a:lnTo>
                    <a:lnTo>
                      <a:pt x="27" y="10"/>
                    </a:lnTo>
                    <a:lnTo>
                      <a:pt x="30" y="0"/>
                    </a:lnTo>
                    <a:lnTo>
                      <a:pt x="37" y="0"/>
                    </a:lnTo>
                    <a:lnTo>
                      <a:pt x="40" y="4"/>
                    </a:lnTo>
                    <a:lnTo>
                      <a:pt x="47" y="7"/>
                    </a:lnTo>
                    <a:lnTo>
                      <a:pt x="50" y="7"/>
                    </a:lnTo>
                    <a:lnTo>
                      <a:pt x="54" y="10"/>
                    </a:lnTo>
                    <a:lnTo>
                      <a:pt x="60" y="14"/>
                    </a:lnTo>
                    <a:lnTo>
                      <a:pt x="64" y="17"/>
                    </a:lnTo>
                    <a:lnTo>
                      <a:pt x="67" y="1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1" name="Google Shape;511;p3"/>
              <p:cNvSpPr/>
              <p:nvPr/>
            </p:nvSpPr>
            <p:spPr>
              <a:xfrm>
                <a:off x="2089" y="2724"/>
                <a:ext cx="40" cy="97"/>
              </a:xfrm>
              <a:custGeom>
                <a:rect b="b" l="l" r="r" t="t"/>
                <a:pathLst>
                  <a:path extrusionOk="0" h="97" w="40">
                    <a:moveTo>
                      <a:pt x="0" y="97"/>
                    </a:moveTo>
                    <a:lnTo>
                      <a:pt x="7" y="94"/>
                    </a:lnTo>
                    <a:lnTo>
                      <a:pt x="10" y="84"/>
                    </a:lnTo>
                    <a:lnTo>
                      <a:pt x="17" y="73"/>
                    </a:lnTo>
                    <a:lnTo>
                      <a:pt x="24" y="63"/>
                    </a:lnTo>
                    <a:lnTo>
                      <a:pt x="24" y="49"/>
                    </a:lnTo>
                    <a:lnTo>
                      <a:pt x="30" y="39"/>
                    </a:lnTo>
                    <a:lnTo>
                      <a:pt x="34" y="28"/>
                    </a:lnTo>
                    <a:lnTo>
                      <a:pt x="37" y="14"/>
                    </a:lnTo>
                    <a:lnTo>
                      <a:pt x="40" y="4"/>
                    </a:lnTo>
                    <a:lnTo>
                      <a:pt x="34" y="0"/>
                    </a:lnTo>
                    <a:lnTo>
                      <a:pt x="30" y="11"/>
                    </a:lnTo>
                    <a:lnTo>
                      <a:pt x="27" y="25"/>
                    </a:lnTo>
                    <a:lnTo>
                      <a:pt x="24" y="35"/>
                    </a:lnTo>
                    <a:lnTo>
                      <a:pt x="20" y="49"/>
                    </a:lnTo>
                    <a:lnTo>
                      <a:pt x="17" y="59"/>
                    </a:lnTo>
                    <a:lnTo>
                      <a:pt x="10" y="70"/>
                    </a:lnTo>
                    <a:lnTo>
                      <a:pt x="7" y="80"/>
                    </a:lnTo>
                    <a:lnTo>
                      <a:pt x="0" y="91"/>
                    </a:lnTo>
                    <a:lnTo>
                      <a:pt x="4" y="91"/>
                    </a:lnTo>
                    <a:lnTo>
                      <a:pt x="0" y="97"/>
                    </a:lnTo>
                    <a:lnTo>
                      <a:pt x="4" y="97"/>
                    </a:lnTo>
                    <a:lnTo>
                      <a:pt x="7" y="94"/>
                    </a:lnTo>
                    <a:lnTo>
                      <a:pt x="0" y="9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2" name="Google Shape;512;p3"/>
              <p:cNvSpPr/>
              <p:nvPr/>
            </p:nvSpPr>
            <p:spPr>
              <a:xfrm>
                <a:off x="2056" y="2794"/>
                <a:ext cx="37" cy="27"/>
              </a:xfrm>
              <a:custGeom>
                <a:rect b="b" l="l" r="r" t="t"/>
                <a:pathLst>
                  <a:path extrusionOk="0" h="27" w="37">
                    <a:moveTo>
                      <a:pt x="0" y="3"/>
                    </a:moveTo>
                    <a:lnTo>
                      <a:pt x="0" y="7"/>
                    </a:lnTo>
                    <a:lnTo>
                      <a:pt x="3" y="10"/>
                    </a:lnTo>
                    <a:lnTo>
                      <a:pt x="10" y="14"/>
                    </a:lnTo>
                    <a:lnTo>
                      <a:pt x="13" y="17"/>
                    </a:lnTo>
                    <a:lnTo>
                      <a:pt x="17" y="17"/>
                    </a:lnTo>
                    <a:lnTo>
                      <a:pt x="20" y="21"/>
                    </a:lnTo>
                    <a:lnTo>
                      <a:pt x="27" y="24"/>
                    </a:lnTo>
                    <a:lnTo>
                      <a:pt x="30" y="24"/>
                    </a:lnTo>
                    <a:lnTo>
                      <a:pt x="33" y="27"/>
                    </a:lnTo>
                    <a:lnTo>
                      <a:pt x="37" y="21"/>
                    </a:lnTo>
                    <a:lnTo>
                      <a:pt x="33" y="17"/>
                    </a:lnTo>
                    <a:lnTo>
                      <a:pt x="30" y="17"/>
                    </a:lnTo>
                    <a:lnTo>
                      <a:pt x="23" y="14"/>
                    </a:lnTo>
                    <a:lnTo>
                      <a:pt x="20" y="10"/>
                    </a:lnTo>
                    <a:lnTo>
                      <a:pt x="17" y="10"/>
                    </a:lnTo>
                    <a:lnTo>
                      <a:pt x="10" y="3"/>
                    </a:lnTo>
                    <a:lnTo>
                      <a:pt x="3" y="0"/>
                    </a:lnTo>
                    <a:lnTo>
                      <a:pt x="7" y="3"/>
                    </a:lnTo>
                    <a:lnTo>
                      <a:pt x="0" y="3"/>
                    </a:lnTo>
                    <a:lnTo>
                      <a:pt x="0" y="7"/>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3" name="Google Shape;513;p3"/>
              <p:cNvSpPr/>
              <p:nvPr/>
            </p:nvSpPr>
            <p:spPr>
              <a:xfrm>
                <a:off x="2056" y="2704"/>
                <a:ext cx="37" cy="93"/>
              </a:xfrm>
              <a:custGeom>
                <a:rect b="b" l="l" r="r" t="t"/>
                <a:pathLst>
                  <a:path extrusionOk="0" h="93" w="37">
                    <a:moveTo>
                      <a:pt x="37" y="0"/>
                    </a:moveTo>
                    <a:lnTo>
                      <a:pt x="30" y="3"/>
                    </a:lnTo>
                    <a:lnTo>
                      <a:pt x="27" y="13"/>
                    </a:lnTo>
                    <a:lnTo>
                      <a:pt x="23" y="24"/>
                    </a:lnTo>
                    <a:lnTo>
                      <a:pt x="20" y="34"/>
                    </a:lnTo>
                    <a:lnTo>
                      <a:pt x="13" y="48"/>
                    </a:lnTo>
                    <a:lnTo>
                      <a:pt x="10" y="59"/>
                    </a:lnTo>
                    <a:lnTo>
                      <a:pt x="7" y="69"/>
                    </a:lnTo>
                    <a:lnTo>
                      <a:pt x="3" y="79"/>
                    </a:lnTo>
                    <a:lnTo>
                      <a:pt x="0" y="93"/>
                    </a:lnTo>
                    <a:lnTo>
                      <a:pt x="7" y="93"/>
                    </a:lnTo>
                    <a:lnTo>
                      <a:pt x="10" y="83"/>
                    </a:lnTo>
                    <a:lnTo>
                      <a:pt x="13" y="69"/>
                    </a:lnTo>
                    <a:lnTo>
                      <a:pt x="17" y="59"/>
                    </a:lnTo>
                    <a:lnTo>
                      <a:pt x="20" y="48"/>
                    </a:lnTo>
                    <a:lnTo>
                      <a:pt x="23" y="38"/>
                    </a:lnTo>
                    <a:lnTo>
                      <a:pt x="30" y="27"/>
                    </a:lnTo>
                    <a:lnTo>
                      <a:pt x="33" y="17"/>
                    </a:lnTo>
                    <a:lnTo>
                      <a:pt x="37" y="3"/>
                    </a:lnTo>
                    <a:lnTo>
                      <a:pt x="33" y="7"/>
                    </a:lnTo>
                    <a:lnTo>
                      <a:pt x="37" y="0"/>
                    </a:lnTo>
                    <a:lnTo>
                      <a:pt x="33" y="0"/>
                    </a:lnTo>
                    <a:lnTo>
                      <a:pt x="30" y="3"/>
                    </a:lnTo>
                    <a:lnTo>
                      <a:pt x="3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4" name="Google Shape;514;p3"/>
              <p:cNvSpPr/>
              <p:nvPr/>
            </p:nvSpPr>
            <p:spPr>
              <a:xfrm>
                <a:off x="2089" y="2704"/>
                <a:ext cx="44" cy="24"/>
              </a:xfrm>
              <a:custGeom>
                <a:rect b="b" l="l" r="r" t="t"/>
                <a:pathLst>
                  <a:path extrusionOk="0" h="24" w="44">
                    <a:moveTo>
                      <a:pt x="40" y="24"/>
                    </a:moveTo>
                    <a:lnTo>
                      <a:pt x="40" y="20"/>
                    </a:lnTo>
                    <a:lnTo>
                      <a:pt x="37" y="17"/>
                    </a:lnTo>
                    <a:lnTo>
                      <a:pt x="30" y="13"/>
                    </a:lnTo>
                    <a:lnTo>
                      <a:pt x="24" y="7"/>
                    </a:lnTo>
                    <a:lnTo>
                      <a:pt x="17" y="7"/>
                    </a:lnTo>
                    <a:lnTo>
                      <a:pt x="14" y="3"/>
                    </a:lnTo>
                    <a:lnTo>
                      <a:pt x="7" y="0"/>
                    </a:lnTo>
                    <a:lnTo>
                      <a:pt x="4" y="0"/>
                    </a:lnTo>
                    <a:lnTo>
                      <a:pt x="0" y="7"/>
                    </a:lnTo>
                    <a:lnTo>
                      <a:pt x="7" y="7"/>
                    </a:lnTo>
                    <a:lnTo>
                      <a:pt x="10" y="10"/>
                    </a:lnTo>
                    <a:lnTo>
                      <a:pt x="14" y="10"/>
                    </a:lnTo>
                    <a:lnTo>
                      <a:pt x="20" y="13"/>
                    </a:lnTo>
                    <a:lnTo>
                      <a:pt x="24" y="17"/>
                    </a:lnTo>
                    <a:lnTo>
                      <a:pt x="27" y="17"/>
                    </a:lnTo>
                    <a:lnTo>
                      <a:pt x="30" y="20"/>
                    </a:lnTo>
                    <a:lnTo>
                      <a:pt x="37" y="24"/>
                    </a:lnTo>
                    <a:lnTo>
                      <a:pt x="34" y="20"/>
                    </a:lnTo>
                    <a:lnTo>
                      <a:pt x="40" y="24"/>
                    </a:lnTo>
                    <a:lnTo>
                      <a:pt x="44" y="20"/>
                    </a:lnTo>
                    <a:lnTo>
                      <a:pt x="40" y="20"/>
                    </a:lnTo>
                    <a:lnTo>
                      <a:pt x="40"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5" name="Google Shape;515;p3"/>
              <p:cNvSpPr/>
              <p:nvPr/>
            </p:nvSpPr>
            <p:spPr>
              <a:xfrm>
                <a:off x="2093" y="2714"/>
                <a:ext cx="116" cy="180"/>
              </a:xfrm>
              <a:custGeom>
                <a:rect b="b" l="l" r="r" t="t"/>
                <a:pathLst>
                  <a:path extrusionOk="0" h="180" w="116">
                    <a:moveTo>
                      <a:pt x="116" y="28"/>
                    </a:moveTo>
                    <a:lnTo>
                      <a:pt x="113" y="59"/>
                    </a:lnTo>
                    <a:lnTo>
                      <a:pt x="113" y="121"/>
                    </a:lnTo>
                    <a:lnTo>
                      <a:pt x="116" y="152"/>
                    </a:lnTo>
                    <a:lnTo>
                      <a:pt x="113" y="159"/>
                    </a:lnTo>
                    <a:lnTo>
                      <a:pt x="110" y="166"/>
                    </a:lnTo>
                    <a:lnTo>
                      <a:pt x="106" y="173"/>
                    </a:lnTo>
                    <a:lnTo>
                      <a:pt x="106" y="180"/>
                    </a:lnTo>
                    <a:lnTo>
                      <a:pt x="100" y="177"/>
                    </a:lnTo>
                    <a:lnTo>
                      <a:pt x="93" y="177"/>
                    </a:lnTo>
                    <a:lnTo>
                      <a:pt x="83" y="173"/>
                    </a:lnTo>
                    <a:lnTo>
                      <a:pt x="70" y="173"/>
                    </a:lnTo>
                    <a:lnTo>
                      <a:pt x="63" y="170"/>
                    </a:lnTo>
                    <a:lnTo>
                      <a:pt x="56" y="170"/>
                    </a:lnTo>
                    <a:lnTo>
                      <a:pt x="50" y="166"/>
                    </a:lnTo>
                    <a:lnTo>
                      <a:pt x="40" y="166"/>
                    </a:lnTo>
                    <a:lnTo>
                      <a:pt x="36" y="163"/>
                    </a:lnTo>
                    <a:lnTo>
                      <a:pt x="26" y="159"/>
                    </a:lnTo>
                    <a:lnTo>
                      <a:pt x="20" y="156"/>
                    </a:lnTo>
                    <a:lnTo>
                      <a:pt x="16" y="152"/>
                    </a:lnTo>
                    <a:lnTo>
                      <a:pt x="10" y="149"/>
                    </a:lnTo>
                    <a:lnTo>
                      <a:pt x="3" y="142"/>
                    </a:lnTo>
                    <a:lnTo>
                      <a:pt x="0" y="135"/>
                    </a:lnTo>
                    <a:lnTo>
                      <a:pt x="0" y="132"/>
                    </a:lnTo>
                    <a:lnTo>
                      <a:pt x="3" y="128"/>
                    </a:lnTo>
                    <a:lnTo>
                      <a:pt x="3" y="125"/>
                    </a:lnTo>
                    <a:lnTo>
                      <a:pt x="6" y="121"/>
                    </a:lnTo>
                    <a:lnTo>
                      <a:pt x="16" y="107"/>
                    </a:lnTo>
                    <a:lnTo>
                      <a:pt x="23" y="94"/>
                    </a:lnTo>
                    <a:lnTo>
                      <a:pt x="30" y="76"/>
                    </a:lnTo>
                    <a:lnTo>
                      <a:pt x="36" y="62"/>
                    </a:lnTo>
                    <a:lnTo>
                      <a:pt x="40" y="45"/>
                    </a:lnTo>
                    <a:lnTo>
                      <a:pt x="46" y="31"/>
                    </a:lnTo>
                    <a:lnTo>
                      <a:pt x="50" y="14"/>
                    </a:lnTo>
                    <a:lnTo>
                      <a:pt x="53" y="0"/>
                    </a:lnTo>
                    <a:lnTo>
                      <a:pt x="60" y="0"/>
                    </a:lnTo>
                    <a:lnTo>
                      <a:pt x="70" y="3"/>
                    </a:lnTo>
                    <a:lnTo>
                      <a:pt x="76" y="7"/>
                    </a:lnTo>
                    <a:lnTo>
                      <a:pt x="86" y="10"/>
                    </a:lnTo>
                    <a:lnTo>
                      <a:pt x="93" y="14"/>
                    </a:lnTo>
                    <a:lnTo>
                      <a:pt x="103" y="17"/>
                    </a:lnTo>
                    <a:lnTo>
                      <a:pt x="110" y="21"/>
                    </a:lnTo>
                    <a:lnTo>
                      <a:pt x="116" y="28"/>
                    </a:lnTo>
                    <a:close/>
                  </a:path>
                </a:pathLst>
              </a:custGeom>
              <a:solidFill>
                <a:srgbClr val="A828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6" name="Google Shape;516;p3"/>
              <p:cNvSpPr/>
              <p:nvPr/>
            </p:nvSpPr>
            <p:spPr>
              <a:xfrm>
                <a:off x="2203" y="2742"/>
                <a:ext cx="10" cy="124"/>
              </a:xfrm>
              <a:custGeom>
                <a:rect b="b" l="l" r="r" t="t"/>
                <a:pathLst>
                  <a:path extrusionOk="0" h="124" w="10">
                    <a:moveTo>
                      <a:pt x="10" y="124"/>
                    </a:moveTo>
                    <a:lnTo>
                      <a:pt x="3" y="93"/>
                    </a:lnTo>
                    <a:lnTo>
                      <a:pt x="3" y="62"/>
                    </a:lnTo>
                    <a:lnTo>
                      <a:pt x="6" y="31"/>
                    </a:lnTo>
                    <a:lnTo>
                      <a:pt x="10" y="0"/>
                    </a:lnTo>
                    <a:lnTo>
                      <a:pt x="3" y="0"/>
                    </a:lnTo>
                    <a:lnTo>
                      <a:pt x="0" y="31"/>
                    </a:lnTo>
                    <a:lnTo>
                      <a:pt x="0" y="93"/>
                    </a:lnTo>
                    <a:lnTo>
                      <a:pt x="3" y="124"/>
                    </a:lnTo>
                    <a:lnTo>
                      <a:pt x="3" y="121"/>
                    </a:lnTo>
                    <a:lnTo>
                      <a:pt x="10" y="1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7" name="Google Shape;517;p3"/>
              <p:cNvSpPr/>
              <p:nvPr/>
            </p:nvSpPr>
            <p:spPr>
              <a:xfrm>
                <a:off x="2196" y="2863"/>
                <a:ext cx="17" cy="35"/>
              </a:xfrm>
              <a:custGeom>
                <a:rect b="b" l="l" r="r" t="t"/>
                <a:pathLst>
                  <a:path extrusionOk="0" h="35" w="17">
                    <a:moveTo>
                      <a:pt x="0" y="35"/>
                    </a:moveTo>
                    <a:lnTo>
                      <a:pt x="7" y="31"/>
                    </a:lnTo>
                    <a:lnTo>
                      <a:pt x="7" y="24"/>
                    </a:lnTo>
                    <a:lnTo>
                      <a:pt x="10" y="17"/>
                    </a:lnTo>
                    <a:lnTo>
                      <a:pt x="10" y="10"/>
                    </a:lnTo>
                    <a:lnTo>
                      <a:pt x="17" y="3"/>
                    </a:lnTo>
                    <a:lnTo>
                      <a:pt x="10" y="0"/>
                    </a:lnTo>
                    <a:lnTo>
                      <a:pt x="7" y="7"/>
                    </a:lnTo>
                    <a:lnTo>
                      <a:pt x="3" y="17"/>
                    </a:lnTo>
                    <a:lnTo>
                      <a:pt x="0" y="24"/>
                    </a:lnTo>
                    <a:lnTo>
                      <a:pt x="0" y="31"/>
                    </a:lnTo>
                    <a:lnTo>
                      <a:pt x="3" y="28"/>
                    </a:lnTo>
                    <a:lnTo>
                      <a:pt x="0" y="35"/>
                    </a:lnTo>
                    <a:lnTo>
                      <a:pt x="3" y="35"/>
                    </a:lnTo>
                    <a:lnTo>
                      <a:pt x="7" y="31"/>
                    </a:lnTo>
                    <a:lnTo>
                      <a:pt x="0"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8" name="Google Shape;518;p3"/>
              <p:cNvSpPr/>
              <p:nvPr/>
            </p:nvSpPr>
            <p:spPr>
              <a:xfrm>
                <a:off x="2089" y="2846"/>
                <a:ext cx="110" cy="52"/>
              </a:xfrm>
              <a:custGeom>
                <a:rect b="b" l="l" r="r" t="t"/>
                <a:pathLst>
                  <a:path extrusionOk="0" h="52" w="110">
                    <a:moveTo>
                      <a:pt x="0" y="3"/>
                    </a:moveTo>
                    <a:lnTo>
                      <a:pt x="7" y="14"/>
                    </a:lnTo>
                    <a:lnTo>
                      <a:pt x="10" y="20"/>
                    </a:lnTo>
                    <a:lnTo>
                      <a:pt x="17" y="24"/>
                    </a:lnTo>
                    <a:lnTo>
                      <a:pt x="24" y="27"/>
                    </a:lnTo>
                    <a:lnTo>
                      <a:pt x="30" y="31"/>
                    </a:lnTo>
                    <a:lnTo>
                      <a:pt x="37" y="34"/>
                    </a:lnTo>
                    <a:lnTo>
                      <a:pt x="44" y="38"/>
                    </a:lnTo>
                    <a:lnTo>
                      <a:pt x="50" y="38"/>
                    </a:lnTo>
                    <a:lnTo>
                      <a:pt x="60" y="41"/>
                    </a:lnTo>
                    <a:lnTo>
                      <a:pt x="74" y="41"/>
                    </a:lnTo>
                    <a:lnTo>
                      <a:pt x="80" y="45"/>
                    </a:lnTo>
                    <a:lnTo>
                      <a:pt x="87" y="45"/>
                    </a:lnTo>
                    <a:lnTo>
                      <a:pt x="94" y="48"/>
                    </a:lnTo>
                    <a:lnTo>
                      <a:pt x="100" y="48"/>
                    </a:lnTo>
                    <a:lnTo>
                      <a:pt x="107" y="52"/>
                    </a:lnTo>
                    <a:lnTo>
                      <a:pt x="110" y="45"/>
                    </a:lnTo>
                    <a:lnTo>
                      <a:pt x="104" y="41"/>
                    </a:lnTo>
                    <a:lnTo>
                      <a:pt x="90" y="41"/>
                    </a:lnTo>
                    <a:lnTo>
                      <a:pt x="80" y="38"/>
                    </a:lnTo>
                    <a:lnTo>
                      <a:pt x="74" y="38"/>
                    </a:lnTo>
                    <a:lnTo>
                      <a:pt x="67" y="34"/>
                    </a:lnTo>
                    <a:lnTo>
                      <a:pt x="60" y="34"/>
                    </a:lnTo>
                    <a:lnTo>
                      <a:pt x="54" y="31"/>
                    </a:lnTo>
                    <a:lnTo>
                      <a:pt x="47" y="31"/>
                    </a:lnTo>
                    <a:lnTo>
                      <a:pt x="40" y="27"/>
                    </a:lnTo>
                    <a:lnTo>
                      <a:pt x="34" y="24"/>
                    </a:lnTo>
                    <a:lnTo>
                      <a:pt x="27" y="20"/>
                    </a:lnTo>
                    <a:lnTo>
                      <a:pt x="20" y="17"/>
                    </a:lnTo>
                    <a:lnTo>
                      <a:pt x="10" y="7"/>
                    </a:lnTo>
                    <a:lnTo>
                      <a:pt x="7" y="0"/>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9" name="Google Shape;519;p3"/>
              <p:cNvSpPr/>
              <p:nvPr/>
            </p:nvSpPr>
            <p:spPr>
              <a:xfrm>
                <a:off x="2089" y="2835"/>
                <a:ext cx="14" cy="14"/>
              </a:xfrm>
              <a:custGeom>
                <a:rect b="b" l="l" r="r" t="t"/>
                <a:pathLst>
                  <a:path extrusionOk="0" h="14" w="14">
                    <a:moveTo>
                      <a:pt x="7" y="0"/>
                    </a:moveTo>
                    <a:lnTo>
                      <a:pt x="0" y="7"/>
                    </a:lnTo>
                    <a:lnTo>
                      <a:pt x="0" y="14"/>
                    </a:lnTo>
                    <a:lnTo>
                      <a:pt x="7" y="11"/>
                    </a:lnTo>
                    <a:lnTo>
                      <a:pt x="14" y="4"/>
                    </a:lnTo>
                    <a:lnTo>
                      <a:pt x="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0" name="Google Shape;520;p3"/>
              <p:cNvSpPr/>
              <p:nvPr/>
            </p:nvSpPr>
            <p:spPr>
              <a:xfrm>
                <a:off x="2096" y="2707"/>
                <a:ext cx="53" cy="132"/>
              </a:xfrm>
              <a:custGeom>
                <a:rect b="b" l="l" r="r" t="t"/>
                <a:pathLst>
                  <a:path extrusionOk="0" h="132" w="53">
                    <a:moveTo>
                      <a:pt x="50" y="4"/>
                    </a:moveTo>
                    <a:lnTo>
                      <a:pt x="47" y="7"/>
                    </a:lnTo>
                    <a:lnTo>
                      <a:pt x="43" y="21"/>
                    </a:lnTo>
                    <a:lnTo>
                      <a:pt x="40" y="38"/>
                    </a:lnTo>
                    <a:lnTo>
                      <a:pt x="37" y="52"/>
                    </a:lnTo>
                    <a:lnTo>
                      <a:pt x="30" y="66"/>
                    </a:lnTo>
                    <a:lnTo>
                      <a:pt x="23" y="83"/>
                    </a:lnTo>
                    <a:lnTo>
                      <a:pt x="17" y="97"/>
                    </a:lnTo>
                    <a:lnTo>
                      <a:pt x="10" y="114"/>
                    </a:lnTo>
                    <a:lnTo>
                      <a:pt x="0" y="128"/>
                    </a:lnTo>
                    <a:lnTo>
                      <a:pt x="7" y="132"/>
                    </a:lnTo>
                    <a:lnTo>
                      <a:pt x="17" y="118"/>
                    </a:lnTo>
                    <a:lnTo>
                      <a:pt x="23" y="101"/>
                    </a:lnTo>
                    <a:lnTo>
                      <a:pt x="30" y="83"/>
                    </a:lnTo>
                    <a:lnTo>
                      <a:pt x="37" y="69"/>
                    </a:lnTo>
                    <a:lnTo>
                      <a:pt x="40" y="56"/>
                    </a:lnTo>
                    <a:lnTo>
                      <a:pt x="47" y="38"/>
                    </a:lnTo>
                    <a:lnTo>
                      <a:pt x="50" y="21"/>
                    </a:lnTo>
                    <a:lnTo>
                      <a:pt x="53" y="7"/>
                    </a:lnTo>
                    <a:lnTo>
                      <a:pt x="47" y="7"/>
                    </a:lnTo>
                    <a:lnTo>
                      <a:pt x="50" y="4"/>
                    </a:lnTo>
                    <a:lnTo>
                      <a:pt x="47" y="0"/>
                    </a:lnTo>
                    <a:lnTo>
                      <a:pt x="47" y="7"/>
                    </a:lnTo>
                    <a:lnTo>
                      <a:pt x="5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1" name="Google Shape;521;p3"/>
              <p:cNvSpPr/>
              <p:nvPr/>
            </p:nvSpPr>
            <p:spPr>
              <a:xfrm>
                <a:off x="2143" y="2711"/>
                <a:ext cx="70" cy="34"/>
              </a:xfrm>
              <a:custGeom>
                <a:rect b="b" l="l" r="r" t="t"/>
                <a:pathLst>
                  <a:path extrusionOk="0" h="34" w="70">
                    <a:moveTo>
                      <a:pt x="70" y="31"/>
                    </a:moveTo>
                    <a:lnTo>
                      <a:pt x="60" y="20"/>
                    </a:lnTo>
                    <a:lnTo>
                      <a:pt x="53" y="17"/>
                    </a:lnTo>
                    <a:lnTo>
                      <a:pt x="43" y="13"/>
                    </a:lnTo>
                    <a:lnTo>
                      <a:pt x="36" y="10"/>
                    </a:lnTo>
                    <a:lnTo>
                      <a:pt x="26" y="6"/>
                    </a:lnTo>
                    <a:lnTo>
                      <a:pt x="20" y="3"/>
                    </a:lnTo>
                    <a:lnTo>
                      <a:pt x="10" y="3"/>
                    </a:lnTo>
                    <a:lnTo>
                      <a:pt x="3" y="0"/>
                    </a:lnTo>
                    <a:lnTo>
                      <a:pt x="0" y="3"/>
                    </a:lnTo>
                    <a:lnTo>
                      <a:pt x="10" y="6"/>
                    </a:lnTo>
                    <a:lnTo>
                      <a:pt x="16" y="10"/>
                    </a:lnTo>
                    <a:lnTo>
                      <a:pt x="26" y="13"/>
                    </a:lnTo>
                    <a:lnTo>
                      <a:pt x="33" y="17"/>
                    </a:lnTo>
                    <a:lnTo>
                      <a:pt x="43" y="20"/>
                    </a:lnTo>
                    <a:lnTo>
                      <a:pt x="50" y="24"/>
                    </a:lnTo>
                    <a:lnTo>
                      <a:pt x="56" y="27"/>
                    </a:lnTo>
                    <a:lnTo>
                      <a:pt x="63" y="34"/>
                    </a:lnTo>
                    <a:lnTo>
                      <a:pt x="63" y="31"/>
                    </a:lnTo>
                    <a:lnTo>
                      <a:pt x="70" y="31"/>
                    </a:lnTo>
                    <a:lnTo>
                      <a:pt x="70" y="27"/>
                    </a:lnTo>
                    <a:lnTo>
                      <a:pt x="66" y="27"/>
                    </a:lnTo>
                    <a:lnTo>
                      <a:pt x="70"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2" name="Google Shape;522;p3"/>
              <p:cNvSpPr/>
              <p:nvPr/>
            </p:nvSpPr>
            <p:spPr>
              <a:xfrm>
                <a:off x="1579" y="2724"/>
                <a:ext cx="77" cy="97"/>
              </a:xfrm>
              <a:custGeom>
                <a:rect b="b" l="l" r="r" t="t"/>
                <a:pathLst>
                  <a:path extrusionOk="0" h="97" w="77">
                    <a:moveTo>
                      <a:pt x="77" y="4"/>
                    </a:moveTo>
                    <a:lnTo>
                      <a:pt x="77" y="7"/>
                    </a:lnTo>
                    <a:lnTo>
                      <a:pt x="70" y="14"/>
                    </a:lnTo>
                    <a:lnTo>
                      <a:pt x="70" y="18"/>
                    </a:lnTo>
                    <a:lnTo>
                      <a:pt x="60" y="28"/>
                    </a:lnTo>
                    <a:lnTo>
                      <a:pt x="60" y="32"/>
                    </a:lnTo>
                    <a:lnTo>
                      <a:pt x="24" y="70"/>
                    </a:lnTo>
                    <a:lnTo>
                      <a:pt x="24" y="77"/>
                    </a:lnTo>
                    <a:lnTo>
                      <a:pt x="34" y="80"/>
                    </a:lnTo>
                    <a:lnTo>
                      <a:pt x="37" y="80"/>
                    </a:lnTo>
                    <a:lnTo>
                      <a:pt x="44" y="77"/>
                    </a:lnTo>
                    <a:lnTo>
                      <a:pt x="54" y="66"/>
                    </a:lnTo>
                    <a:lnTo>
                      <a:pt x="60" y="63"/>
                    </a:lnTo>
                    <a:lnTo>
                      <a:pt x="64" y="56"/>
                    </a:lnTo>
                    <a:lnTo>
                      <a:pt x="70" y="52"/>
                    </a:lnTo>
                    <a:lnTo>
                      <a:pt x="70" y="59"/>
                    </a:lnTo>
                    <a:lnTo>
                      <a:pt x="67" y="66"/>
                    </a:lnTo>
                    <a:lnTo>
                      <a:pt x="64" y="73"/>
                    </a:lnTo>
                    <a:lnTo>
                      <a:pt x="57" y="80"/>
                    </a:lnTo>
                    <a:lnTo>
                      <a:pt x="50" y="84"/>
                    </a:lnTo>
                    <a:lnTo>
                      <a:pt x="44" y="87"/>
                    </a:lnTo>
                    <a:lnTo>
                      <a:pt x="40" y="91"/>
                    </a:lnTo>
                    <a:lnTo>
                      <a:pt x="20" y="91"/>
                    </a:lnTo>
                    <a:lnTo>
                      <a:pt x="20" y="87"/>
                    </a:lnTo>
                    <a:lnTo>
                      <a:pt x="14" y="87"/>
                    </a:lnTo>
                    <a:lnTo>
                      <a:pt x="10" y="91"/>
                    </a:lnTo>
                    <a:lnTo>
                      <a:pt x="10" y="94"/>
                    </a:lnTo>
                    <a:lnTo>
                      <a:pt x="7" y="97"/>
                    </a:lnTo>
                    <a:lnTo>
                      <a:pt x="0" y="97"/>
                    </a:lnTo>
                    <a:lnTo>
                      <a:pt x="0" y="84"/>
                    </a:lnTo>
                    <a:lnTo>
                      <a:pt x="4" y="77"/>
                    </a:lnTo>
                    <a:lnTo>
                      <a:pt x="10" y="73"/>
                    </a:lnTo>
                    <a:lnTo>
                      <a:pt x="7" y="66"/>
                    </a:lnTo>
                    <a:lnTo>
                      <a:pt x="7" y="49"/>
                    </a:lnTo>
                    <a:lnTo>
                      <a:pt x="10" y="42"/>
                    </a:lnTo>
                    <a:lnTo>
                      <a:pt x="14" y="35"/>
                    </a:lnTo>
                    <a:lnTo>
                      <a:pt x="17" y="28"/>
                    </a:lnTo>
                    <a:lnTo>
                      <a:pt x="20" y="21"/>
                    </a:lnTo>
                    <a:lnTo>
                      <a:pt x="27" y="14"/>
                    </a:lnTo>
                    <a:lnTo>
                      <a:pt x="34" y="14"/>
                    </a:lnTo>
                    <a:lnTo>
                      <a:pt x="34" y="25"/>
                    </a:lnTo>
                    <a:lnTo>
                      <a:pt x="24" y="35"/>
                    </a:lnTo>
                    <a:lnTo>
                      <a:pt x="24" y="39"/>
                    </a:lnTo>
                    <a:lnTo>
                      <a:pt x="20" y="42"/>
                    </a:lnTo>
                    <a:lnTo>
                      <a:pt x="24" y="45"/>
                    </a:lnTo>
                    <a:lnTo>
                      <a:pt x="27" y="39"/>
                    </a:lnTo>
                    <a:lnTo>
                      <a:pt x="34" y="32"/>
                    </a:lnTo>
                    <a:lnTo>
                      <a:pt x="40" y="28"/>
                    </a:lnTo>
                    <a:lnTo>
                      <a:pt x="54" y="14"/>
                    </a:lnTo>
                    <a:lnTo>
                      <a:pt x="60" y="11"/>
                    </a:lnTo>
                    <a:lnTo>
                      <a:pt x="67" y="7"/>
                    </a:lnTo>
                    <a:lnTo>
                      <a:pt x="74" y="0"/>
                    </a:lnTo>
                    <a:lnTo>
                      <a:pt x="77"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3" name="Google Shape;523;p3"/>
              <p:cNvSpPr/>
              <p:nvPr/>
            </p:nvSpPr>
            <p:spPr>
              <a:xfrm>
                <a:off x="1636" y="2728"/>
                <a:ext cx="23" cy="28"/>
              </a:xfrm>
              <a:custGeom>
                <a:rect b="b" l="l" r="r" t="t"/>
                <a:pathLst>
                  <a:path extrusionOk="0" h="28" w="23">
                    <a:moveTo>
                      <a:pt x="7" y="28"/>
                    </a:moveTo>
                    <a:lnTo>
                      <a:pt x="7" y="24"/>
                    </a:lnTo>
                    <a:lnTo>
                      <a:pt x="10" y="21"/>
                    </a:lnTo>
                    <a:lnTo>
                      <a:pt x="13" y="21"/>
                    </a:lnTo>
                    <a:lnTo>
                      <a:pt x="13" y="17"/>
                    </a:lnTo>
                    <a:lnTo>
                      <a:pt x="20" y="10"/>
                    </a:lnTo>
                    <a:lnTo>
                      <a:pt x="23" y="3"/>
                    </a:lnTo>
                    <a:lnTo>
                      <a:pt x="23" y="0"/>
                    </a:lnTo>
                    <a:lnTo>
                      <a:pt x="17" y="0"/>
                    </a:lnTo>
                    <a:lnTo>
                      <a:pt x="17" y="3"/>
                    </a:lnTo>
                    <a:lnTo>
                      <a:pt x="0" y="21"/>
                    </a:lnTo>
                    <a:lnTo>
                      <a:pt x="0" y="24"/>
                    </a:lnTo>
                    <a:lnTo>
                      <a:pt x="7"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4" name="Google Shape;524;p3"/>
              <p:cNvSpPr/>
              <p:nvPr/>
            </p:nvSpPr>
            <p:spPr>
              <a:xfrm>
                <a:off x="1599" y="2752"/>
                <a:ext cx="44" cy="45"/>
              </a:xfrm>
              <a:custGeom>
                <a:rect b="b" l="l" r="r" t="t"/>
                <a:pathLst>
                  <a:path extrusionOk="0" h="45" w="44">
                    <a:moveTo>
                      <a:pt x="7" y="42"/>
                    </a:moveTo>
                    <a:lnTo>
                      <a:pt x="7" y="45"/>
                    </a:lnTo>
                    <a:lnTo>
                      <a:pt x="44" y="4"/>
                    </a:lnTo>
                    <a:lnTo>
                      <a:pt x="37" y="0"/>
                    </a:lnTo>
                    <a:lnTo>
                      <a:pt x="0" y="42"/>
                    </a:lnTo>
                    <a:lnTo>
                      <a:pt x="7"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5" name="Google Shape;525;p3"/>
              <p:cNvSpPr/>
              <p:nvPr/>
            </p:nvSpPr>
            <p:spPr>
              <a:xfrm>
                <a:off x="1599" y="2794"/>
                <a:ext cx="7" cy="10"/>
              </a:xfrm>
              <a:custGeom>
                <a:rect b="b" l="l" r="r" t="t"/>
                <a:pathLst>
                  <a:path extrusionOk="0" h="10" w="7">
                    <a:moveTo>
                      <a:pt x="7" y="3"/>
                    </a:moveTo>
                    <a:lnTo>
                      <a:pt x="7" y="7"/>
                    </a:lnTo>
                    <a:lnTo>
                      <a:pt x="7" y="0"/>
                    </a:lnTo>
                    <a:lnTo>
                      <a:pt x="0" y="0"/>
                    </a:lnTo>
                    <a:lnTo>
                      <a:pt x="0" y="7"/>
                    </a:lnTo>
                    <a:lnTo>
                      <a:pt x="4" y="10"/>
                    </a:lnTo>
                    <a:lnTo>
                      <a:pt x="0" y="7"/>
                    </a:lnTo>
                    <a:lnTo>
                      <a:pt x="0" y="10"/>
                    </a:lnTo>
                    <a:lnTo>
                      <a:pt x="4" y="10"/>
                    </a:lnTo>
                    <a:lnTo>
                      <a:pt x="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6" name="Google Shape;526;p3"/>
              <p:cNvSpPr/>
              <p:nvPr/>
            </p:nvSpPr>
            <p:spPr>
              <a:xfrm>
                <a:off x="1603" y="2773"/>
                <a:ext cx="50" cy="35"/>
              </a:xfrm>
              <a:custGeom>
                <a:rect b="b" l="l" r="r" t="t"/>
                <a:pathLst>
                  <a:path extrusionOk="0" h="35" w="50">
                    <a:moveTo>
                      <a:pt x="50" y="3"/>
                    </a:moveTo>
                    <a:lnTo>
                      <a:pt x="43" y="0"/>
                    </a:lnTo>
                    <a:lnTo>
                      <a:pt x="36" y="3"/>
                    </a:lnTo>
                    <a:lnTo>
                      <a:pt x="33" y="10"/>
                    </a:lnTo>
                    <a:lnTo>
                      <a:pt x="30" y="17"/>
                    </a:lnTo>
                    <a:lnTo>
                      <a:pt x="23" y="21"/>
                    </a:lnTo>
                    <a:lnTo>
                      <a:pt x="20" y="24"/>
                    </a:lnTo>
                    <a:lnTo>
                      <a:pt x="13" y="28"/>
                    </a:lnTo>
                    <a:lnTo>
                      <a:pt x="10" y="28"/>
                    </a:lnTo>
                    <a:lnTo>
                      <a:pt x="3" y="24"/>
                    </a:lnTo>
                    <a:lnTo>
                      <a:pt x="0" y="31"/>
                    </a:lnTo>
                    <a:lnTo>
                      <a:pt x="10" y="35"/>
                    </a:lnTo>
                    <a:lnTo>
                      <a:pt x="13" y="35"/>
                    </a:lnTo>
                    <a:lnTo>
                      <a:pt x="23" y="31"/>
                    </a:lnTo>
                    <a:lnTo>
                      <a:pt x="33" y="21"/>
                    </a:lnTo>
                    <a:lnTo>
                      <a:pt x="36" y="14"/>
                    </a:lnTo>
                    <a:lnTo>
                      <a:pt x="43" y="10"/>
                    </a:lnTo>
                    <a:lnTo>
                      <a:pt x="46" y="7"/>
                    </a:lnTo>
                    <a:lnTo>
                      <a:pt x="43" y="3"/>
                    </a:lnTo>
                    <a:lnTo>
                      <a:pt x="50" y="3"/>
                    </a:lnTo>
                    <a:lnTo>
                      <a:pt x="46" y="0"/>
                    </a:lnTo>
                    <a:lnTo>
                      <a:pt x="43" y="0"/>
                    </a:lnTo>
                    <a:lnTo>
                      <a:pt x="5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7" name="Google Shape;527;p3"/>
              <p:cNvSpPr/>
              <p:nvPr/>
            </p:nvSpPr>
            <p:spPr>
              <a:xfrm>
                <a:off x="1616" y="2776"/>
                <a:ext cx="37" cy="42"/>
              </a:xfrm>
              <a:custGeom>
                <a:rect b="b" l="l" r="r" t="t"/>
                <a:pathLst>
                  <a:path extrusionOk="0" h="42" w="37">
                    <a:moveTo>
                      <a:pt x="3" y="42"/>
                    </a:moveTo>
                    <a:lnTo>
                      <a:pt x="10" y="39"/>
                    </a:lnTo>
                    <a:lnTo>
                      <a:pt x="17" y="35"/>
                    </a:lnTo>
                    <a:lnTo>
                      <a:pt x="30" y="21"/>
                    </a:lnTo>
                    <a:lnTo>
                      <a:pt x="33" y="14"/>
                    </a:lnTo>
                    <a:lnTo>
                      <a:pt x="37" y="7"/>
                    </a:lnTo>
                    <a:lnTo>
                      <a:pt x="37" y="0"/>
                    </a:lnTo>
                    <a:lnTo>
                      <a:pt x="30" y="0"/>
                    </a:lnTo>
                    <a:lnTo>
                      <a:pt x="30" y="7"/>
                    </a:lnTo>
                    <a:lnTo>
                      <a:pt x="27" y="14"/>
                    </a:lnTo>
                    <a:lnTo>
                      <a:pt x="17" y="25"/>
                    </a:lnTo>
                    <a:lnTo>
                      <a:pt x="13" y="32"/>
                    </a:lnTo>
                    <a:lnTo>
                      <a:pt x="7" y="35"/>
                    </a:lnTo>
                    <a:lnTo>
                      <a:pt x="0" y="35"/>
                    </a:lnTo>
                    <a:lnTo>
                      <a:pt x="3" y="35"/>
                    </a:lnTo>
                    <a:lnTo>
                      <a:pt x="3"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8" name="Google Shape;528;p3"/>
              <p:cNvSpPr/>
              <p:nvPr/>
            </p:nvSpPr>
            <p:spPr>
              <a:xfrm>
                <a:off x="1593" y="2811"/>
                <a:ext cx="26" cy="7"/>
              </a:xfrm>
              <a:custGeom>
                <a:rect b="b" l="l" r="r" t="t"/>
                <a:pathLst>
                  <a:path extrusionOk="0" h="7" w="26">
                    <a:moveTo>
                      <a:pt x="3" y="0"/>
                    </a:moveTo>
                    <a:lnTo>
                      <a:pt x="6" y="7"/>
                    </a:lnTo>
                    <a:lnTo>
                      <a:pt x="26" y="7"/>
                    </a:lnTo>
                    <a:lnTo>
                      <a:pt x="26" y="0"/>
                    </a:lnTo>
                    <a:lnTo>
                      <a:pt x="6" y="0"/>
                    </a:lnTo>
                    <a:lnTo>
                      <a:pt x="10" y="4"/>
                    </a:lnTo>
                    <a:lnTo>
                      <a:pt x="3" y="0"/>
                    </a:lnTo>
                    <a:lnTo>
                      <a:pt x="0" y="7"/>
                    </a:lnTo>
                    <a:lnTo>
                      <a:pt x="6" y="7"/>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9" name="Google Shape;529;p3"/>
              <p:cNvSpPr/>
              <p:nvPr/>
            </p:nvSpPr>
            <p:spPr>
              <a:xfrm>
                <a:off x="1596" y="2808"/>
                <a:ext cx="7" cy="7"/>
              </a:xfrm>
              <a:custGeom>
                <a:rect b="b" l="l" r="r" t="t"/>
                <a:pathLst>
                  <a:path extrusionOk="0" h="7" w="7">
                    <a:moveTo>
                      <a:pt x="0" y="7"/>
                    </a:moveTo>
                    <a:lnTo>
                      <a:pt x="0" y="3"/>
                    </a:lnTo>
                    <a:lnTo>
                      <a:pt x="0" y="7"/>
                    </a:lnTo>
                    <a:lnTo>
                      <a:pt x="0" y="3"/>
                    </a:lnTo>
                    <a:lnTo>
                      <a:pt x="7" y="7"/>
                    </a:lnTo>
                    <a:lnTo>
                      <a:pt x="7" y="3"/>
                    </a:lnTo>
                    <a:lnTo>
                      <a:pt x="3" y="3"/>
                    </a:lnTo>
                    <a:lnTo>
                      <a:pt x="3" y="0"/>
                    </a:lnTo>
                    <a:lnTo>
                      <a:pt x="0" y="0"/>
                    </a:lnTo>
                    <a:lnTo>
                      <a:pt x="3" y="0"/>
                    </a:lnTo>
                    <a:lnTo>
                      <a:pt x="0"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0" name="Google Shape;530;p3"/>
              <p:cNvSpPr/>
              <p:nvPr/>
            </p:nvSpPr>
            <p:spPr>
              <a:xfrm>
                <a:off x="1579" y="2808"/>
                <a:ext cx="17" cy="17"/>
              </a:xfrm>
              <a:custGeom>
                <a:rect b="b" l="l" r="r" t="t"/>
                <a:pathLst>
                  <a:path extrusionOk="0" h="17" w="17">
                    <a:moveTo>
                      <a:pt x="0" y="13"/>
                    </a:moveTo>
                    <a:lnTo>
                      <a:pt x="0" y="17"/>
                    </a:lnTo>
                    <a:lnTo>
                      <a:pt x="10" y="17"/>
                    </a:lnTo>
                    <a:lnTo>
                      <a:pt x="14" y="13"/>
                    </a:lnTo>
                    <a:lnTo>
                      <a:pt x="14" y="7"/>
                    </a:lnTo>
                    <a:lnTo>
                      <a:pt x="17" y="7"/>
                    </a:lnTo>
                    <a:lnTo>
                      <a:pt x="17" y="0"/>
                    </a:lnTo>
                    <a:lnTo>
                      <a:pt x="14" y="0"/>
                    </a:lnTo>
                    <a:lnTo>
                      <a:pt x="10" y="3"/>
                    </a:lnTo>
                    <a:lnTo>
                      <a:pt x="7" y="3"/>
                    </a:lnTo>
                    <a:lnTo>
                      <a:pt x="7" y="10"/>
                    </a:lnTo>
                    <a:lnTo>
                      <a:pt x="4" y="10"/>
                    </a:lnTo>
                    <a:lnTo>
                      <a:pt x="0" y="13"/>
                    </a:lnTo>
                    <a:lnTo>
                      <a:pt x="0" y="17"/>
                    </a:lnTo>
                    <a:lnTo>
                      <a:pt x="0" y="1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1" name="Google Shape;531;p3"/>
              <p:cNvSpPr/>
              <p:nvPr/>
            </p:nvSpPr>
            <p:spPr>
              <a:xfrm>
                <a:off x="1576" y="2794"/>
                <a:ext cx="17" cy="27"/>
              </a:xfrm>
              <a:custGeom>
                <a:rect b="b" l="l" r="r" t="t"/>
                <a:pathLst>
                  <a:path extrusionOk="0" h="27" w="17">
                    <a:moveTo>
                      <a:pt x="10" y="3"/>
                    </a:moveTo>
                    <a:lnTo>
                      <a:pt x="10" y="0"/>
                    </a:lnTo>
                    <a:lnTo>
                      <a:pt x="3" y="7"/>
                    </a:lnTo>
                    <a:lnTo>
                      <a:pt x="0" y="14"/>
                    </a:lnTo>
                    <a:lnTo>
                      <a:pt x="0" y="21"/>
                    </a:lnTo>
                    <a:lnTo>
                      <a:pt x="3" y="27"/>
                    </a:lnTo>
                    <a:lnTo>
                      <a:pt x="7" y="24"/>
                    </a:lnTo>
                    <a:lnTo>
                      <a:pt x="7" y="17"/>
                    </a:lnTo>
                    <a:lnTo>
                      <a:pt x="10" y="10"/>
                    </a:lnTo>
                    <a:lnTo>
                      <a:pt x="17" y="7"/>
                    </a:lnTo>
                    <a:lnTo>
                      <a:pt x="17" y="3"/>
                    </a:lnTo>
                    <a:lnTo>
                      <a:pt x="17" y="7"/>
                    </a:lnTo>
                    <a:lnTo>
                      <a:pt x="17" y="3"/>
                    </a:lnTo>
                    <a:lnTo>
                      <a:pt x="1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2" name="Google Shape;532;p3"/>
              <p:cNvSpPr/>
              <p:nvPr/>
            </p:nvSpPr>
            <p:spPr>
              <a:xfrm>
                <a:off x="1583" y="2735"/>
                <a:ext cx="26" cy="62"/>
              </a:xfrm>
              <a:custGeom>
                <a:rect b="b" l="l" r="r" t="t"/>
                <a:pathLst>
                  <a:path extrusionOk="0" h="62" w="26">
                    <a:moveTo>
                      <a:pt x="23" y="0"/>
                    </a:moveTo>
                    <a:lnTo>
                      <a:pt x="20" y="3"/>
                    </a:lnTo>
                    <a:lnTo>
                      <a:pt x="16" y="10"/>
                    </a:lnTo>
                    <a:lnTo>
                      <a:pt x="6" y="21"/>
                    </a:lnTo>
                    <a:lnTo>
                      <a:pt x="3" y="31"/>
                    </a:lnTo>
                    <a:lnTo>
                      <a:pt x="0" y="38"/>
                    </a:lnTo>
                    <a:lnTo>
                      <a:pt x="0" y="55"/>
                    </a:lnTo>
                    <a:lnTo>
                      <a:pt x="3" y="62"/>
                    </a:lnTo>
                    <a:lnTo>
                      <a:pt x="10" y="62"/>
                    </a:lnTo>
                    <a:lnTo>
                      <a:pt x="6" y="55"/>
                    </a:lnTo>
                    <a:lnTo>
                      <a:pt x="6" y="38"/>
                    </a:lnTo>
                    <a:lnTo>
                      <a:pt x="10" y="31"/>
                    </a:lnTo>
                    <a:lnTo>
                      <a:pt x="13" y="24"/>
                    </a:lnTo>
                    <a:lnTo>
                      <a:pt x="16" y="17"/>
                    </a:lnTo>
                    <a:lnTo>
                      <a:pt x="26" y="7"/>
                    </a:lnTo>
                    <a:lnTo>
                      <a:pt x="23" y="10"/>
                    </a:lnTo>
                    <a:lnTo>
                      <a:pt x="23" y="0"/>
                    </a:lnTo>
                    <a:lnTo>
                      <a:pt x="20" y="3"/>
                    </a:lnTo>
                    <a:lnTo>
                      <a:pt x="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3" name="Google Shape;533;p3"/>
              <p:cNvSpPr/>
              <p:nvPr/>
            </p:nvSpPr>
            <p:spPr>
              <a:xfrm>
                <a:off x="1606" y="2735"/>
                <a:ext cx="10" cy="10"/>
              </a:xfrm>
              <a:custGeom>
                <a:rect b="b" l="l" r="r" t="t"/>
                <a:pathLst>
                  <a:path extrusionOk="0" h="10" w="10">
                    <a:moveTo>
                      <a:pt x="10" y="3"/>
                    </a:moveTo>
                    <a:lnTo>
                      <a:pt x="7" y="0"/>
                    </a:lnTo>
                    <a:lnTo>
                      <a:pt x="0" y="0"/>
                    </a:lnTo>
                    <a:lnTo>
                      <a:pt x="0" y="10"/>
                    </a:lnTo>
                    <a:lnTo>
                      <a:pt x="7" y="10"/>
                    </a:lnTo>
                    <a:lnTo>
                      <a:pt x="3" y="7"/>
                    </a:lnTo>
                    <a:lnTo>
                      <a:pt x="10" y="3"/>
                    </a:lnTo>
                    <a:lnTo>
                      <a:pt x="7" y="0"/>
                    </a:lnTo>
                    <a:lnTo>
                      <a:pt x="1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4" name="Google Shape;534;p3"/>
              <p:cNvSpPr/>
              <p:nvPr/>
            </p:nvSpPr>
            <p:spPr>
              <a:xfrm>
                <a:off x="1599" y="2738"/>
                <a:ext cx="17" cy="38"/>
              </a:xfrm>
              <a:custGeom>
                <a:rect b="b" l="l" r="r" t="t"/>
                <a:pathLst>
                  <a:path extrusionOk="0" h="38" w="17">
                    <a:moveTo>
                      <a:pt x="0" y="28"/>
                    </a:moveTo>
                    <a:lnTo>
                      <a:pt x="7" y="31"/>
                    </a:lnTo>
                    <a:lnTo>
                      <a:pt x="7" y="21"/>
                    </a:lnTo>
                    <a:lnTo>
                      <a:pt x="17" y="11"/>
                    </a:lnTo>
                    <a:lnTo>
                      <a:pt x="17" y="0"/>
                    </a:lnTo>
                    <a:lnTo>
                      <a:pt x="10" y="4"/>
                    </a:lnTo>
                    <a:lnTo>
                      <a:pt x="10" y="11"/>
                    </a:lnTo>
                    <a:lnTo>
                      <a:pt x="7" y="11"/>
                    </a:lnTo>
                    <a:lnTo>
                      <a:pt x="0" y="18"/>
                    </a:lnTo>
                    <a:lnTo>
                      <a:pt x="0" y="35"/>
                    </a:lnTo>
                    <a:lnTo>
                      <a:pt x="7" y="35"/>
                    </a:lnTo>
                    <a:lnTo>
                      <a:pt x="0" y="35"/>
                    </a:lnTo>
                    <a:lnTo>
                      <a:pt x="4" y="38"/>
                    </a:lnTo>
                    <a:lnTo>
                      <a:pt x="7" y="35"/>
                    </a:lnTo>
                    <a:lnTo>
                      <a:pt x="0"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5" name="Google Shape;535;p3"/>
              <p:cNvSpPr/>
              <p:nvPr/>
            </p:nvSpPr>
            <p:spPr>
              <a:xfrm>
                <a:off x="1599" y="2721"/>
                <a:ext cx="54" cy="52"/>
              </a:xfrm>
              <a:custGeom>
                <a:rect b="b" l="l" r="r" t="t"/>
                <a:pathLst>
                  <a:path extrusionOk="0" h="52" w="54">
                    <a:moveTo>
                      <a:pt x="54" y="3"/>
                    </a:moveTo>
                    <a:lnTo>
                      <a:pt x="50" y="3"/>
                    </a:lnTo>
                    <a:lnTo>
                      <a:pt x="44" y="7"/>
                    </a:lnTo>
                    <a:lnTo>
                      <a:pt x="37" y="10"/>
                    </a:lnTo>
                    <a:lnTo>
                      <a:pt x="30" y="14"/>
                    </a:lnTo>
                    <a:lnTo>
                      <a:pt x="0" y="45"/>
                    </a:lnTo>
                    <a:lnTo>
                      <a:pt x="7" y="52"/>
                    </a:lnTo>
                    <a:lnTo>
                      <a:pt x="10" y="45"/>
                    </a:lnTo>
                    <a:lnTo>
                      <a:pt x="24" y="31"/>
                    </a:lnTo>
                    <a:lnTo>
                      <a:pt x="30" y="28"/>
                    </a:lnTo>
                    <a:lnTo>
                      <a:pt x="47" y="10"/>
                    </a:lnTo>
                    <a:lnTo>
                      <a:pt x="54" y="7"/>
                    </a:lnTo>
                    <a:lnTo>
                      <a:pt x="50" y="7"/>
                    </a:lnTo>
                    <a:lnTo>
                      <a:pt x="54" y="3"/>
                    </a:lnTo>
                    <a:lnTo>
                      <a:pt x="54" y="0"/>
                    </a:lnTo>
                    <a:lnTo>
                      <a:pt x="50" y="3"/>
                    </a:lnTo>
                    <a:lnTo>
                      <a:pt x="54"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6" name="Google Shape;536;p3"/>
              <p:cNvSpPr/>
              <p:nvPr/>
            </p:nvSpPr>
            <p:spPr>
              <a:xfrm>
                <a:off x="1649" y="2724"/>
                <a:ext cx="10" cy="7"/>
              </a:xfrm>
              <a:custGeom>
                <a:rect b="b" l="l" r="r" t="t"/>
                <a:pathLst>
                  <a:path extrusionOk="0" h="7" w="10">
                    <a:moveTo>
                      <a:pt x="10" y="4"/>
                    </a:moveTo>
                    <a:lnTo>
                      <a:pt x="7" y="0"/>
                    </a:lnTo>
                    <a:lnTo>
                      <a:pt x="4" y="0"/>
                    </a:lnTo>
                    <a:lnTo>
                      <a:pt x="0" y="4"/>
                    </a:lnTo>
                    <a:lnTo>
                      <a:pt x="4" y="7"/>
                    </a:lnTo>
                    <a:lnTo>
                      <a:pt x="4" y="4"/>
                    </a:lnTo>
                    <a:lnTo>
                      <a:pt x="10" y="4"/>
                    </a:lnTo>
                    <a:lnTo>
                      <a:pt x="7" y="0"/>
                    </a:lnTo>
                    <a:lnTo>
                      <a:pt x="1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7" name="Google Shape;537;p3"/>
              <p:cNvSpPr/>
              <p:nvPr/>
            </p:nvSpPr>
            <p:spPr>
              <a:xfrm>
                <a:off x="1849" y="2745"/>
                <a:ext cx="17" cy="49"/>
              </a:xfrm>
              <a:custGeom>
                <a:rect b="b" l="l" r="r" t="t"/>
                <a:pathLst>
                  <a:path extrusionOk="0" h="49" w="17">
                    <a:moveTo>
                      <a:pt x="14" y="0"/>
                    </a:moveTo>
                    <a:lnTo>
                      <a:pt x="14" y="7"/>
                    </a:lnTo>
                    <a:lnTo>
                      <a:pt x="17" y="14"/>
                    </a:lnTo>
                    <a:lnTo>
                      <a:pt x="17" y="28"/>
                    </a:lnTo>
                    <a:lnTo>
                      <a:pt x="14" y="35"/>
                    </a:lnTo>
                    <a:lnTo>
                      <a:pt x="14" y="42"/>
                    </a:lnTo>
                    <a:lnTo>
                      <a:pt x="7" y="45"/>
                    </a:lnTo>
                    <a:lnTo>
                      <a:pt x="4" y="49"/>
                    </a:lnTo>
                    <a:lnTo>
                      <a:pt x="0" y="49"/>
                    </a:lnTo>
                    <a:lnTo>
                      <a:pt x="0" y="0"/>
                    </a:lnTo>
                    <a:lnTo>
                      <a:pt x="14" y="0"/>
                    </a:lnTo>
                    <a:close/>
                  </a:path>
                </a:pathLst>
              </a:custGeom>
              <a:solidFill>
                <a:srgbClr val="F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8" name="Google Shape;538;p3"/>
              <p:cNvSpPr/>
              <p:nvPr/>
            </p:nvSpPr>
            <p:spPr>
              <a:xfrm>
                <a:off x="1849" y="2745"/>
                <a:ext cx="20" cy="56"/>
              </a:xfrm>
              <a:custGeom>
                <a:rect b="b" l="l" r="r" t="t"/>
                <a:pathLst>
                  <a:path extrusionOk="0" h="56" w="20">
                    <a:moveTo>
                      <a:pt x="4" y="56"/>
                    </a:moveTo>
                    <a:lnTo>
                      <a:pt x="4" y="52"/>
                    </a:lnTo>
                    <a:lnTo>
                      <a:pt x="10" y="49"/>
                    </a:lnTo>
                    <a:lnTo>
                      <a:pt x="17" y="42"/>
                    </a:lnTo>
                    <a:lnTo>
                      <a:pt x="17" y="35"/>
                    </a:lnTo>
                    <a:lnTo>
                      <a:pt x="20" y="28"/>
                    </a:lnTo>
                    <a:lnTo>
                      <a:pt x="20" y="14"/>
                    </a:lnTo>
                    <a:lnTo>
                      <a:pt x="17" y="7"/>
                    </a:lnTo>
                    <a:lnTo>
                      <a:pt x="17" y="0"/>
                    </a:lnTo>
                    <a:lnTo>
                      <a:pt x="10" y="0"/>
                    </a:lnTo>
                    <a:lnTo>
                      <a:pt x="10" y="7"/>
                    </a:lnTo>
                    <a:lnTo>
                      <a:pt x="14" y="14"/>
                    </a:lnTo>
                    <a:lnTo>
                      <a:pt x="10" y="21"/>
                    </a:lnTo>
                    <a:lnTo>
                      <a:pt x="14" y="28"/>
                    </a:lnTo>
                    <a:lnTo>
                      <a:pt x="10" y="35"/>
                    </a:lnTo>
                    <a:lnTo>
                      <a:pt x="10" y="38"/>
                    </a:lnTo>
                    <a:lnTo>
                      <a:pt x="7" y="45"/>
                    </a:lnTo>
                    <a:lnTo>
                      <a:pt x="0" y="49"/>
                    </a:lnTo>
                    <a:lnTo>
                      <a:pt x="4" y="45"/>
                    </a:lnTo>
                    <a:lnTo>
                      <a:pt x="4" y="56"/>
                    </a:lnTo>
                    <a:lnTo>
                      <a:pt x="4" y="52"/>
                    </a:lnTo>
                    <a:lnTo>
                      <a:pt x="4" y="5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9" name="Google Shape;539;p3"/>
              <p:cNvSpPr/>
              <p:nvPr/>
            </p:nvSpPr>
            <p:spPr>
              <a:xfrm>
                <a:off x="1846" y="2790"/>
                <a:ext cx="7" cy="11"/>
              </a:xfrm>
              <a:custGeom>
                <a:rect b="b" l="l" r="r" t="t"/>
                <a:pathLst>
                  <a:path extrusionOk="0" h="11" w="7">
                    <a:moveTo>
                      <a:pt x="0" y="7"/>
                    </a:moveTo>
                    <a:lnTo>
                      <a:pt x="3" y="11"/>
                    </a:lnTo>
                    <a:lnTo>
                      <a:pt x="7" y="11"/>
                    </a:lnTo>
                    <a:lnTo>
                      <a:pt x="7" y="0"/>
                    </a:lnTo>
                    <a:lnTo>
                      <a:pt x="3" y="0"/>
                    </a:lnTo>
                    <a:lnTo>
                      <a:pt x="7" y="4"/>
                    </a:lnTo>
                    <a:lnTo>
                      <a:pt x="0" y="7"/>
                    </a:lnTo>
                    <a:lnTo>
                      <a:pt x="0" y="11"/>
                    </a:lnTo>
                    <a:lnTo>
                      <a:pt x="3" y="11"/>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0" name="Google Shape;540;p3"/>
              <p:cNvSpPr/>
              <p:nvPr/>
            </p:nvSpPr>
            <p:spPr>
              <a:xfrm>
                <a:off x="1843" y="2738"/>
                <a:ext cx="13" cy="59"/>
              </a:xfrm>
              <a:custGeom>
                <a:rect b="b" l="l" r="r" t="t"/>
                <a:pathLst>
                  <a:path extrusionOk="0" h="59" w="13">
                    <a:moveTo>
                      <a:pt x="6" y="0"/>
                    </a:moveTo>
                    <a:lnTo>
                      <a:pt x="3" y="7"/>
                    </a:lnTo>
                    <a:lnTo>
                      <a:pt x="3" y="59"/>
                    </a:lnTo>
                    <a:lnTo>
                      <a:pt x="10" y="56"/>
                    </a:lnTo>
                    <a:lnTo>
                      <a:pt x="10" y="31"/>
                    </a:lnTo>
                    <a:lnTo>
                      <a:pt x="13" y="18"/>
                    </a:lnTo>
                    <a:lnTo>
                      <a:pt x="10" y="7"/>
                    </a:lnTo>
                    <a:lnTo>
                      <a:pt x="6" y="11"/>
                    </a:lnTo>
                    <a:lnTo>
                      <a:pt x="6" y="0"/>
                    </a:lnTo>
                    <a:lnTo>
                      <a:pt x="0" y="0"/>
                    </a:lnTo>
                    <a:lnTo>
                      <a:pt x="3" y="7"/>
                    </a:lnTo>
                    <a:lnTo>
                      <a:pt x="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1" name="Google Shape;541;p3"/>
              <p:cNvSpPr/>
              <p:nvPr/>
            </p:nvSpPr>
            <p:spPr>
              <a:xfrm>
                <a:off x="1849" y="2738"/>
                <a:ext cx="17" cy="11"/>
              </a:xfrm>
              <a:custGeom>
                <a:rect b="b" l="l" r="r" t="t"/>
                <a:pathLst>
                  <a:path extrusionOk="0" h="11" w="17">
                    <a:moveTo>
                      <a:pt x="17" y="7"/>
                    </a:moveTo>
                    <a:lnTo>
                      <a:pt x="14" y="0"/>
                    </a:lnTo>
                    <a:lnTo>
                      <a:pt x="0" y="0"/>
                    </a:lnTo>
                    <a:lnTo>
                      <a:pt x="0" y="11"/>
                    </a:lnTo>
                    <a:lnTo>
                      <a:pt x="14" y="11"/>
                    </a:lnTo>
                    <a:lnTo>
                      <a:pt x="10" y="7"/>
                    </a:lnTo>
                    <a:lnTo>
                      <a:pt x="17" y="7"/>
                    </a:lnTo>
                    <a:lnTo>
                      <a:pt x="17" y="0"/>
                    </a:lnTo>
                    <a:lnTo>
                      <a:pt x="14" y="0"/>
                    </a:lnTo>
                    <a:lnTo>
                      <a:pt x="17"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2" name="Google Shape;542;p3"/>
              <p:cNvSpPr/>
              <p:nvPr/>
            </p:nvSpPr>
            <p:spPr>
              <a:xfrm>
                <a:off x="1879" y="2745"/>
                <a:ext cx="10" cy="28"/>
              </a:xfrm>
              <a:custGeom>
                <a:rect b="b" l="l" r="r" t="t"/>
                <a:pathLst>
                  <a:path extrusionOk="0" h="28" w="10">
                    <a:moveTo>
                      <a:pt x="7" y="24"/>
                    </a:moveTo>
                    <a:lnTo>
                      <a:pt x="4" y="28"/>
                    </a:lnTo>
                    <a:lnTo>
                      <a:pt x="0" y="0"/>
                    </a:lnTo>
                    <a:lnTo>
                      <a:pt x="4" y="7"/>
                    </a:lnTo>
                    <a:lnTo>
                      <a:pt x="7" y="11"/>
                    </a:lnTo>
                    <a:lnTo>
                      <a:pt x="10" y="18"/>
                    </a:lnTo>
                    <a:lnTo>
                      <a:pt x="7" y="24"/>
                    </a:lnTo>
                    <a:close/>
                  </a:path>
                </a:pathLst>
              </a:custGeom>
              <a:solidFill>
                <a:srgbClr val="F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3" name="Google Shape;543;p3"/>
              <p:cNvSpPr/>
              <p:nvPr/>
            </p:nvSpPr>
            <p:spPr>
              <a:xfrm>
                <a:off x="1879" y="2766"/>
                <a:ext cx="10" cy="31"/>
              </a:xfrm>
              <a:custGeom>
                <a:rect b="b" l="l" r="r" t="t"/>
                <a:pathLst>
                  <a:path extrusionOk="0" h="31" w="10">
                    <a:moveTo>
                      <a:pt x="0" y="7"/>
                    </a:moveTo>
                    <a:lnTo>
                      <a:pt x="7" y="10"/>
                    </a:lnTo>
                    <a:lnTo>
                      <a:pt x="7" y="7"/>
                    </a:lnTo>
                    <a:lnTo>
                      <a:pt x="10" y="3"/>
                    </a:lnTo>
                    <a:lnTo>
                      <a:pt x="4" y="0"/>
                    </a:lnTo>
                    <a:lnTo>
                      <a:pt x="4" y="3"/>
                    </a:lnTo>
                    <a:lnTo>
                      <a:pt x="0" y="3"/>
                    </a:lnTo>
                    <a:lnTo>
                      <a:pt x="0" y="7"/>
                    </a:lnTo>
                    <a:lnTo>
                      <a:pt x="7" y="7"/>
                    </a:lnTo>
                    <a:lnTo>
                      <a:pt x="0" y="7"/>
                    </a:lnTo>
                    <a:lnTo>
                      <a:pt x="0" y="31"/>
                    </a:lnTo>
                    <a:lnTo>
                      <a:pt x="7" y="1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4" name="Google Shape;544;p3"/>
              <p:cNvSpPr/>
              <p:nvPr/>
            </p:nvSpPr>
            <p:spPr>
              <a:xfrm>
                <a:off x="1876" y="2731"/>
                <a:ext cx="10" cy="42"/>
              </a:xfrm>
              <a:custGeom>
                <a:rect b="b" l="l" r="r" t="t"/>
                <a:pathLst>
                  <a:path extrusionOk="0" h="42" w="10">
                    <a:moveTo>
                      <a:pt x="7" y="14"/>
                    </a:moveTo>
                    <a:lnTo>
                      <a:pt x="0" y="14"/>
                    </a:lnTo>
                    <a:lnTo>
                      <a:pt x="3" y="42"/>
                    </a:lnTo>
                    <a:lnTo>
                      <a:pt x="10" y="42"/>
                    </a:lnTo>
                    <a:lnTo>
                      <a:pt x="7" y="14"/>
                    </a:lnTo>
                    <a:lnTo>
                      <a:pt x="3" y="18"/>
                    </a:lnTo>
                    <a:lnTo>
                      <a:pt x="7" y="14"/>
                    </a:lnTo>
                    <a:lnTo>
                      <a:pt x="0" y="0"/>
                    </a:lnTo>
                    <a:lnTo>
                      <a:pt x="0" y="14"/>
                    </a:lnTo>
                    <a:lnTo>
                      <a:pt x="7"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5" name="Google Shape;545;p3"/>
              <p:cNvSpPr/>
              <p:nvPr/>
            </p:nvSpPr>
            <p:spPr>
              <a:xfrm>
                <a:off x="1879" y="2745"/>
                <a:ext cx="14" cy="24"/>
              </a:xfrm>
              <a:custGeom>
                <a:rect b="b" l="l" r="r" t="t"/>
                <a:pathLst>
                  <a:path extrusionOk="0" h="24" w="14">
                    <a:moveTo>
                      <a:pt x="10" y="24"/>
                    </a:moveTo>
                    <a:lnTo>
                      <a:pt x="14" y="18"/>
                    </a:lnTo>
                    <a:lnTo>
                      <a:pt x="10" y="11"/>
                    </a:lnTo>
                    <a:lnTo>
                      <a:pt x="7" y="4"/>
                    </a:lnTo>
                    <a:lnTo>
                      <a:pt x="4" y="0"/>
                    </a:lnTo>
                    <a:lnTo>
                      <a:pt x="0" y="4"/>
                    </a:lnTo>
                    <a:lnTo>
                      <a:pt x="0" y="7"/>
                    </a:lnTo>
                    <a:lnTo>
                      <a:pt x="4" y="11"/>
                    </a:lnTo>
                    <a:lnTo>
                      <a:pt x="7" y="18"/>
                    </a:lnTo>
                    <a:lnTo>
                      <a:pt x="4" y="21"/>
                    </a:lnTo>
                    <a:lnTo>
                      <a:pt x="10"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546" name="Google Shape;546;p3"/>
            <p:cNvGrpSpPr/>
            <p:nvPr/>
          </p:nvGrpSpPr>
          <p:grpSpPr>
            <a:xfrm>
              <a:off x="3147" y="3136"/>
              <a:ext cx="2157" cy="738"/>
              <a:chOff x="686" y="2738"/>
              <a:chExt cx="2157" cy="738"/>
            </a:xfrm>
          </p:grpSpPr>
          <p:sp>
            <p:nvSpPr>
              <p:cNvPr id="547" name="Google Shape;547;p3"/>
              <p:cNvSpPr/>
              <p:nvPr/>
            </p:nvSpPr>
            <p:spPr>
              <a:xfrm>
                <a:off x="2573" y="2745"/>
                <a:ext cx="266" cy="728"/>
              </a:xfrm>
              <a:custGeom>
                <a:rect b="b" l="l" r="r" t="t"/>
                <a:pathLst>
                  <a:path extrusionOk="0" h="728" w="266">
                    <a:moveTo>
                      <a:pt x="256" y="253"/>
                    </a:moveTo>
                    <a:lnTo>
                      <a:pt x="253" y="277"/>
                    </a:lnTo>
                    <a:lnTo>
                      <a:pt x="246" y="305"/>
                    </a:lnTo>
                    <a:lnTo>
                      <a:pt x="240" y="333"/>
                    </a:lnTo>
                    <a:lnTo>
                      <a:pt x="236" y="361"/>
                    </a:lnTo>
                    <a:lnTo>
                      <a:pt x="230" y="388"/>
                    </a:lnTo>
                    <a:lnTo>
                      <a:pt x="226" y="416"/>
                    </a:lnTo>
                    <a:lnTo>
                      <a:pt x="220" y="444"/>
                    </a:lnTo>
                    <a:lnTo>
                      <a:pt x="213" y="471"/>
                    </a:lnTo>
                    <a:lnTo>
                      <a:pt x="206" y="499"/>
                    </a:lnTo>
                    <a:lnTo>
                      <a:pt x="200" y="527"/>
                    </a:lnTo>
                    <a:lnTo>
                      <a:pt x="193" y="555"/>
                    </a:lnTo>
                    <a:lnTo>
                      <a:pt x="186" y="579"/>
                    </a:lnTo>
                    <a:lnTo>
                      <a:pt x="180" y="607"/>
                    </a:lnTo>
                    <a:lnTo>
                      <a:pt x="173" y="634"/>
                    </a:lnTo>
                    <a:lnTo>
                      <a:pt x="166" y="662"/>
                    </a:lnTo>
                    <a:lnTo>
                      <a:pt x="160" y="690"/>
                    </a:lnTo>
                    <a:lnTo>
                      <a:pt x="156" y="697"/>
                    </a:lnTo>
                    <a:lnTo>
                      <a:pt x="156" y="707"/>
                    </a:lnTo>
                    <a:lnTo>
                      <a:pt x="153" y="717"/>
                    </a:lnTo>
                    <a:lnTo>
                      <a:pt x="150" y="728"/>
                    </a:lnTo>
                    <a:lnTo>
                      <a:pt x="0" y="728"/>
                    </a:lnTo>
                    <a:lnTo>
                      <a:pt x="10" y="697"/>
                    </a:lnTo>
                    <a:lnTo>
                      <a:pt x="16" y="665"/>
                    </a:lnTo>
                    <a:lnTo>
                      <a:pt x="26" y="634"/>
                    </a:lnTo>
                    <a:lnTo>
                      <a:pt x="33" y="600"/>
                    </a:lnTo>
                    <a:lnTo>
                      <a:pt x="36" y="568"/>
                    </a:lnTo>
                    <a:lnTo>
                      <a:pt x="40" y="537"/>
                    </a:lnTo>
                    <a:lnTo>
                      <a:pt x="43" y="503"/>
                    </a:lnTo>
                    <a:lnTo>
                      <a:pt x="46" y="468"/>
                    </a:lnTo>
                    <a:lnTo>
                      <a:pt x="56" y="447"/>
                    </a:lnTo>
                    <a:lnTo>
                      <a:pt x="70" y="430"/>
                    </a:lnTo>
                    <a:lnTo>
                      <a:pt x="76" y="409"/>
                    </a:lnTo>
                    <a:lnTo>
                      <a:pt x="90" y="388"/>
                    </a:lnTo>
                    <a:lnTo>
                      <a:pt x="96" y="367"/>
                    </a:lnTo>
                    <a:lnTo>
                      <a:pt x="106" y="347"/>
                    </a:lnTo>
                    <a:lnTo>
                      <a:pt x="113" y="326"/>
                    </a:lnTo>
                    <a:lnTo>
                      <a:pt x="123" y="305"/>
                    </a:lnTo>
                    <a:lnTo>
                      <a:pt x="133" y="284"/>
                    </a:lnTo>
                    <a:lnTo>
                      <a:pt x="140" y="264"/>
                    </a:lnTo>
                    <a:lnTo>
                      <a:pt x="146" y="239"/>
                    </a:lnTo>
                    <a:lnTo>
                      <a:pt x="156" y="218"/>
                    </a:lnTo>
                    <a:lnTo>
                      <a:pt x="163" y="198"/>
                    </a:lnTo>
                    <a:lnTo>
                      <a:pt x="170" y="177"/>
                    </a:lnTo>
                    <a:lnTo>
                      <a:pt x="176" y="156"/>
                    </a:lnTo>
                    <a:lnTo>
                      <a:pt x="183" y="132"/>
                    </a:lnTo>
                    <a:lnTo>
                      <a:pt x="186" y="118"/>
                    </a:lnTo>
                    <a:lnTo>
                      <a:pt x="193" y="101"/>
                    </a:lnTo>
                    <a:lnTo>
                      <a:pt x="196" y="83"/>
                    </a:lnTo>
                    <a:lnTo>
                      <a:pt x="203" y="70"/>
                    </a:lnTo>
                    <a:lnTo>
                      <a:pt x="203" y="52"/>
                    </a:lnTo>
                    <a:lnTo>
                      <a:pt x="206" y="35"/>
                    </a:lnTo>
                    <a:lnTo>
                      <a:pt x="210" y="18"/>
                    </a:lnTo>
                    <a:lnTo>
                      <a:pt x="210" y="0"/>
                    </a:lnTo>
                    <a:lnTo>
                      <a:pt x="233" y="24"/>
                    </a:lnTo>
                    <a:lnTo>
                      <a:pt x="250" y="52"/>
                    </a:lnTo>
                    <a:lnTo>
                      <a:pt x="260" y="83"/>
                    </a:lnTo>
                    <a:lnTo>
                      <a:pt x="263" y="118"/>
                    </a:lnTo>
                    <a:lnTo>
                      <a:pt x="266" y="153"/>
                    </a:lnTo>
                    <a:lnTo>
                      <a:pt x="263" y="187"/>
                    </a:lnTo>
                    <a:lnTo>
                      <a:pt x="260" y="218"/>
                    </a:lnTo>
                    <a:lnTo>
                      <a:pt x="256" y="253"/>
                    </a:lnTo>
                    <a:close/>
                  </a:path>
                </a:pathLst>
              </a:custGeom>
              <a:solidFill>
                <a:srgbClr val="F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8" name="Google Shape;548;p3"/>
              <p:cNvSpPr/>
              <p:nvPr/>
            </p:nvSpPr>
            <p:spPr>
              <a:xfrm>
                <a:off x="2729" y="2995"/>
                <a:ext cx="104" cy="440"/>
              </a:xfrm>
              <a:custGeom>
                <a:rect b="b" l="l" r="r" t="t"/>
                <a:pathLst>
                  <a:path extrusionOk="0" h="440" w="104">
                    <a:moveTo>
                      <a:pt x="7" y="440"/>
                    </a:moveTo>
                    <a:lnTo>
                      <a:pt x="14" y="412"/>
                    </a:lnTo>
                    <a:lnTo>
                      <a:pt x="20" y="384"/>
                    </a:lnTo>
                    <a:lnTo>
                      <a:pt x="27" y="357"/>
                    </a:lnTo>
                    <a:lnTo>
                      <a:pt x="34" y="329"/>
                    </a:lnTo>
                    <a:lnTo>
                      <a:pt x="40" y="305"/>
                    </a:lnTo>
                    <a:lnTo>
                      <a:pt x="47" y="277"/>
                    </a:lnTo>
                    <a:lnTo>
                      <a:pt x="54" y="249"/>
                    </a:lnTo>
                    <a:lnTo>
                      <a:pt x="60" y="221"/>
                    </a:lnTo>
                    <a:lnTo>
                      <a:pt x="67" y="194"/>
                    </a:lnTo>
                    <a:lnTo>
                      <a:pt x="74" y="166"/>
                    </a:lnTo>
                    <a:lnTo>
                      <a:pt x="77" y="138"/>
                    </a:lnTo>
                    <a:lnTo>
                      <a:pt x="84" y="111"/>
                    </a:lnTo>
                    <a:lnTo>
                      <a:pt x="87" y="83"/>
                    </a:lnTo>
                    <a:lnTo>
                      <a:pt x="94" y="55"/>
                    </a:lnTo>
                    <a:lnTo>
                      <a:pt x="100" y="27"/>
                    </a:lnTo>
                    <a:lnTo>
                      <a:pt x="104" y="3"/>
                    </a:lnTo>
                    <a:lnTo>
                      <a:pt x="97" y="0"/>
                    </a:lnTo>
                    <a:lnTo>
                      <a:pt x="94" y="27"/>
                    </a:lnTo>
                    <a:lnTo>
                      <a:pt x="87" y="55"/>
                    </a:lnTo>
                    <a:lnTo>
                      <a:pt x="84" y="83"/>
                    </a:lnTo>
                    <a:lnTo>
                      <a:pt x="77" y="111"/>
                    </a:lnTo>
                    <a:lnTo>
                      <a:pt x="70" y="138"/>
                    </a:lnTo>
                    <a:lnTo>
                      <a:pt x="67" y="166"/>
                    </a:lnTo>
                    <a:lnTo>
                      <a:pt x="60" y="194"/>
                    </a:lnTo>
                    <a:lnTo>
                      <a:pt x="54" y="221"/>
                    </a:lnTo>
                    <a:lnTo>
                      <a:pt x="47" y="249"/>
                    </a:lnTo>
                    <a:lnTo>
                      <a:pt x="40" y="273"/>
                    </a:lnTo>
                    <a:lnTo>
                      <a:pt x="34" y="301"/>
                    </a:lnTo>
                    <a:lnTo>
                      <a:pt x="27" y="329"/>
                    </a:lnTo>
                    <a:lnTo>
                      <a:pt x="20" y="357"/>
                    </a:lnTo>
                    <a:lnTo>
                      <a:pt x="14" y="384"/>
                    </a:lnTo>
                    <a:lnTo>
                      <a:pt x="7" y="412"/>
                    </a:lnTo>
                    <a:lnTo>
                      <a:pt x="0" y="436"/>
                    </a:lnTo>
                    <a:lnTo>
                      <a:pt x="0" y="440"/>
                    </a:lnTo>
                    <a:lnTo>
                      <a:pt x="0" y="436"/>
                    </a:lnTo>
                    <a:lnTo>
                      <a:pt x="0" y="440"/>
                    </a:lnTo>
                    <a:lnTo>
                      <a:pt x="7" y="4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9" name="Google Shape;549;p3"/>
              <p:cNvSpPr/>
              <p:nvPr/>
            </p:nvSpPr>
            <p:spPr>
              <a:xfrm>
                <a:off x="2719" y="3435"/>
                <a:ext cx="17" cy="41"/>
              </a:xfrm>
              <a:custGeom>
                <a:rect b="b" l="l" r="r" t="t"/>
                <a:pathLst>
                  <a:path extrusionOk="0" h="41" w="17">
                    <a:moveTo>
                      <a:pt x="4" y="41"/>
                    </a:moveTo>
                    <a:lnTo>
                      <a:pt x="10" y="38"/>
                    </a:lnTo>
                    <a:lnTo>
                      <a:pt x="10" y="27"/>
                    </a:lnTo>
                    <a:lnTo>
                      <a:pt x="14" y="17"/>
                    </a:lnTo>
                    <a:lnTo>
                      <a:pt x="14" y="7"/>
                    </a:lnTo>
                    <a:lnTo>
                      <a:pt x="17" y="0"/>
                    </a:lnTo>
                    <a:lnTo>
                      <a:pt x="10" y="0"/>
                    </a:lnTo>
                    <a:lnTo>
                      <a:pt x="7" y="7"/>
                    </a:lnTo>
                    <a:lnTo>
                      <a:pt x="4" y="17"/>
                    </a:lnTo>
                    <a:lnTo>
                      <a:pt x="4" y="27"/>
                    </a:lnTo>
                    <a:lnTo>
                      <a:pt x="0" y="38"/>
                    </a:lnTo>
                    <a:lnTo>
                      <a:pt x="4" y="34"/>
                    </a:lnTo>
                    <a:lnTo>
                      <a:pt x="4" y="41"/>
                    </a:lnTo>
                    <a:lnTo>
                      <a:pt x="10" y="41"/>
                    </a:lnTo>
                    <a:lnTo>
                      <a:pt x="10" y="38"/>
                    </a:lnTo>
                    <a:lnTo>
                      <a:pt x="4" y="4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0" name="Google Shape;550;p3"/>
              <p:cNvSpPr/>
              <p:nvPr/>
            </p:nvSpPr>
            <p:spPr>
              <a:xfrm>
                <a:off x="2569" y="3469"/>
                <a:ext cx="154" cy="7"/>
              </a:xfrm>
              <a:custGeom>
                <a:rect b="b" l="l" r="r" t="t"/>
                <a:pathLst>
                  <a:path extrusionOk="0" h="7" w="154">
                    <a:moveTo>
                      <a:pt x="0" y="4"/>
                    </a:moveTo>
                    <a:lnTo>
                      <a:pt x="4" y="7"/>
                    </a:lnTo>
                    <a:lnTo>
                      <a:pt x="154" y="7"/>
                    </a:lnTo>
                    <a:lnTo>
                      <a:pt x="154" y="0"/>
                    </a:lnTo>
                    <a:lnTo>
                      <a:pt x="4" y="0"/>
                    </a:lnTo>
                    <a:lnTo>
                      <a:pt x="7" y="4"/>
                    </a:lnTo>
                    <a:lnTo>
                      <a:pt x="0" y="4"/>
                    </a:lnTo>
                    <a:lnTo>
                      <a:pt x="0" y="7"/>
                    </a:lnTo>
                    <a:lnTo>
                      <a:pt x="4" y="7"/>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1" name="Google Shape;551;p3"/>
              <p:cNvSpPr/>
              <p:nvPr/>
            </p:nvSpPr>
            <p:spPr>
              <a:xfrm>
                <a:off x="2569" y="3213"/>
                <a:ext cx="54" cy="260"/>
              </a:xfrm>
              <a:custGeom>
                <a:rect b="b" l="l" r="r" t="t"/>
                <a:pathLst>
                  <a:path extrusionOk="0" h="260" w="54">
                    <a:moveTo>
                      <a:pt x="47" y="0"/>
                    </a:moveTo>
                    <a:lnTo>
                      <a:pt x="44" y="35"/>
                    </a:lnTo>
                    <a:lnTo>
                      <a:pt x="40" y="69"/>
                    </a:lnTo>
                    <a:lnTo>
                      <a:pt x="37" y="100"/>
                    </a:lnTo>
                    <a:lnTo>
                      <a:pt x="34" y="132"/>
                    </a:lnTo>
                    <a:lnTo>
                      <a:pt x="27" y="166"/>
                    </a:lnTo>
                    <a:lnTo>
                      <a:pt x="17" y="197"/>
                    </a:lnTo>
                    <a:lnTo>
                      <a:pt x="10" y="229"/>
                    </a:lnTo>
                    <a:lnTo>
                      <a:pt x="0" y="260"/>
                    </a:lnTo>
                    <a:lnTo>
                      <a:pt x="7" y="260"/>
                    </a:lnTo>
                    <a:lnTo>
                      <a:pt x="17" y="229"/>
                    </a:lnTo>
                    <a:lnTo>
                      <a:pt x="24" y="197"/>
                    </a:lnTo>
                    <a:lnTo>
                      <a:pt x="34" y="166"/>
                    </a:lnTo>
                    <a:lnTo>
                      <a:pt x="40" y="135"/>
                    </a:lnTo>
                    <a:lnTo>
                      <a:pt x="44" y="100"/>
                    </a:lnTo>
                    <a:lnTo>
                      <a:pt x="47" y="69"/>
                    </a:lnTo>
                    <a:lnTo>
                      <a:pt x="50" y="35"/>
                    </a:lnTo>
                    <a:lnTo>
                      <a:pt x="54" y="0"/>
                    </a:lnTo>
                    <a:lnTo>
                      <a:pt x="54" y="3"/>
                    </a:lnTo>
                    <a:lnTo>
                      <a:pt x="4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2" name="Google Shape;552;p3"/>
              <p:cNvSpPr/>
              <p:nvPr/>
            </p:nvSpPr>
            <p:spPr>
              <a:xfrm>
                <a:off x="2616" y="2877"/>
                <a:ext cx="143" cy="339"/>
              </a:xfrm>
              <a:custGeom>
                <a:rect b="b" l="l" r="r" t="t"/>
                <a:pathLst>
                  <a:path extrusionOk="0" h="339" w="143">
                    <a:moveTo>
                      <a:pt x="137" y="0"/>
                    </a:moveTo>
                    <a:lnTo>
                      <a:pt x="130" y="21"/>
                    </a:lnTo>
                    <a:lnTo>
                      <a:pt x="123" y="45"/>
                    </a:lnTo>
                    <a:lnTo>
                      <a:pt x="117" y="66"/>
                    </a:lnTo>
                    <a:lnTo>
                      <a:pt x="110" y="86"/>
                    </a:lnTo>
                    <a:lnTo>
                      <a:pt x="103" y="107"/>
                    </a:lnTo>
                    <a:lnTo>
                      <a:pt x="93" y="128"/>
                    </a:lnTo>
                    <a:lnTo>
                      <a:pt x="87" y="152"/>
                    </a:lnTo>
                    <a:lnTo>
                      <a:pt x="77" y="173"/>
                    </a:lnTo>
                    <a:lnTo>
                      <a:pt x="67" y="194"/>
                    </a:lnTo>
                    <a:lnTo>
                      <a:pt x="60" y="215"/>
                    </a:lnTo>
                    <a:lnTo>
                      <a:pt x="50" y="235"/>
                    </a:lnTo>
                    <a:lnTo>
                      <a:pt x="40" y="256"/>
                    </a:lnTo>
                    <a:lnTo>
                      <a:pt x="30" y="274"/>
                    </a:lnTo>
                    <a:lnTo>
                      <a:pt x="23" y="294"/>
                    </a:lnTo>
                    <a:lnTo>
                      <a:pt x="13" y="315"/>
                    </a:lnTo>
                    <a:lnTo>
                      <a:pt x="0" y="336"/>
                    </a:lnTo>
                    <a:lnTo>
                      <a:pt x="7" y="339"/>
                    </a:lnTo>
                    <a:lnTo>
                      <a:pt x="17" y="319"/>
                    </a:lnTo>
                    <a:lnTo>
                      <a:pt x="30" y="298"/>
                    </a:lnTo>
                    <a:lnTo>
                      <a:pt x="37" y="277"/>
                    </a:lnTo>
                    <a:lnTo>
                      <a:pt x="50" y="256"/>
                    </a:lnTo>
                    <a:lnTo>
                      <a:pt x="57" y="235"/>
                    </a:lnTo>
                    <a:lnTo>
                      <a:pt x="67" y="215"/>
                    </a:lnTo>
                    <a:lnTo>
                      <a:pt x="73" y="194"/>
                    </a:lnTo>
                    <a:lnTo>
                      <a:pt x="83" y="173"/>
                    </a:lnTo>
                    <a:lnTo>
                      <a:pt x="93" y="152"/>
                    </a:lnTo>
                    <a:lnTo>
                      <a:pt x="100" y="132"/>
                    </a:lnTo>
                    <a:lnTo>
                      <a:pt x="107" y="111"/>
                    </a:lnTo>
                    <a:lnTo>
                      <a:pt x="117" y="90"/>
                    </a:lnTo>
                    <a:lnTo>
                      <a:pt x="123" y="66"/>
                    </a:lnTo>
                    <a:lnTo>
                      <a:pt x="130" y="48"/>
                    </a:lnTo>
                    <a:lnTo>
                      <a:pt x="137" y="24"/>
                    </a:lnTo>
                    <a:lnTo>
                      <a:pt x="143" y="3"/>
                    </a:lnTo>
                    <a:lnTo>
                      <a:pt x="13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3" name="Google Shape;553;p3"/>
              <p:cNvSpPr/>
              <p:nvPr/>
            </p:nvSpPr>
            <p:spPr>
              <a:xfrm>
                <a:off x="2753" y="2738"/>
                <a:ext cx="33" cy="142"/>
              </a:xfrm>
              <a:custGeom>
                <a:rect b="b" l="l" r="r" t="t"/>
                <a:pathLst>
                  <a:path extrusionOk="0" h="142" w="33">
                    <a:moveTo>
                      <a:pt x="33" y="4"/>
                    </a:moveTo>
                    <a:lnTo>
                      <a:pt x="26" y="7"/>
                    </a:lnTo>
                    <a:lnTo>
                      <a:pt x="26" y="25"/>
                    </a:lnTo>
                    <a:lnTo>
                      <a:pt x="23" y="42"/>
                    </a:lnTo>
                    <a:lnTo>
                      <a:pt x="23" y="59"/>
                    </a:lnTo>
                    <a:lnTo>
                      <a:pt x="20" y="77"/>
                    </a:lnTo>
                    <a:lnTo>
                      <a:pt x="13" y="90"/>
                    </a:lnTo>
                    <a:lnTo>
                      <a:pt x="10" y="108"/>
                    </a:lnTo>
                    <a:lnTo>
                      <a:pt x="3" y="125"/>
                    </a:lnTo>
                    <a:lnTo>
                      <a:pt x="0" y="139"/>
                    </a:lnTo>
                    <a:lnTo>
                      <a:pt x="6" y="142"/>
                    </a:lnTo>
                    <a:lnTo>
                      <a:pt x="10" y="125"/>
                    </a:lnTo>
                    <a:lnTo>
                      <a:pt x="16" y="108"/>
                    </a:lnTo>
                    <a:lnTo>
                      <a:pt x="20" y="94"/>
                    </a:lnTo>
                    <a:lnTo>
                      <a:pt x="23" y="77"/>
                    </a:lnTo>
                    <a:lnTo>
                      <a:pt x="26" y="59"/>
                    </a:lnTo>
                    <a:lnTo>
                      <a:pt x="30" y="45"/>
                    </a:lnTo>
                    <a:lnTo>
                      <a:pt x="33" y="25"/>
                    </a:lnTo>
                    <a:lnTo>
                      <a:pt x="33" y="7"/>
                    </a:lnTo>
                    <a:lnTo>
                      <a:pt x="26" y="11"/>
                    </a:lnTo>
                    <a:lnTo>
                      <a:pt x="33" y="4"/>
                    </a:lnTo>
                    <a:lnTo>
                      <a:pt x="26" y="0"/>
                    </a:lnTo>
                    <a:lnTo>
                      <a:pt x="26" y="7"/>
                    </a:lnTo>
                    <a:lnTo>
                      <a:pt x="33"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4" name="Google Shape;554;p3"/>
              <p:cNvSpPr/>
              <p:nvPr/>
            </p:nvSpPr>
            <p:spPr>
              <a:xfrm>
                <a:off x="2779" y="2742"/>
                <a:ext cx="64" cy="256"/>
              </a:xfrm>
              <a:custGeom>
                <a:rect b="b" l="l" r="r" t="t"/>
                <a:pathLst>
                  <a:path extrusionOk="0" h="256" w="64">
                    <a:moveTo>
                      <a:pt x="54" y="256"/>
                    </a:moveTo>
                    <a:lnTo>
                      <a:pt x="57" y="221"/>
                    </a:lnTo>
                    <a:lnTo>
                      <a:pt x="60" y="190"/>
                    </a:lnTo>
                    <a:lnTo>
                      <a:pt x="64" y="156"/>
                    </a:lnTo>
                    <a:lnTo>
                      <a:pt x="60" y="121"/>
                    </a:lnTo>
                    <a:lnTo>
                      <a:pt x="57" y="86"/>
                    </a:lnTo>
                    <a:lnTo>
                      <a:pt x="47" y="55"/>
                    </a:lnTo>
                    <a:lnTo>
                      <a:pt x="30" y="24"/>
                    </a:lnTo>
                    <a:lnTo>
                      <a:pt x="7" y="0"/>
                    </a:lnTo>
                    <a:lnTo>
                      <a:pt x="0" y="7"/>
                    </a:lnTo>
                    <a:lnTo>
                      <a:pt x="24" y="31"/>
                    </a:lnTo>
                    <a:lnTo>
                      <a:pt x="40" y="55"/>
                    </a:lnTo>
                    <a:lnTo>
                      <a:pt x="50" y="86"/>
                    </a:lnTo>
                    <a:lnTo>
                      <a:pt x="54" y="121"/>
                    </a:lnTo>
                    <a:lnTo>
                      <a:pt x="57" y="156"/>
                    </a:lnTo>
                    <a:lnTo>
                      <a:pt x="54" y="190"/>
                    </a:lnTo>
                    <a:lnTo>
                      <a:pt x="50" y="221"/>
                    </a:lnTo>
                    <a:lnTo>
                      <a:pt x="47" y="256"/>
                    </a:lnTo>
                    <a:lnTo>
                      <a:pt x="47" y="253"/>
                    </a:lnTo>
                    <a:lnTo>
                      <a:pt x="54" y="25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5" name="Google Shape;555;p3"/>
              <p:cNvSpPr/>
              <p:nvPr/>
            </p:nvSpPr>
            <p:spPr>
              <a:xfrm>
                <a:off x="1809" y="2752"/>
                <a:ext cx="24" cy="73"/>
              </a:xfrm>
              <a:custGeom>
                <a:rect b="b" l="l" r="r" t="t"/>
                <a:pathLst>
                  <a:path extrusionOk="0" h="73" w="24">
                    <a:moveTo>
                      <a:pt x="17" y="73"/>
                    </a:moveTo>
                    <a:lnTo>
                      <a:pt x="4" y="73"/>
                    </a:lnTo>
                    <a:lnTo>
                      <a:pt x="4" y="42"/>
                    </a:lnTo>
                    <a:lnTo>
                      <a:pt x="0" y="31"/>
                    </a:lnTo>
                    <a:lnTo>
                      <a:pt x="4" y="21"/>
                    </a:lnTo>
                    <a:lnTo>
                      <a:pt x="4" y="11"/>
                    </a:lnTo>
                    <a:lnTo>
                      <a:pt x="10" y="4"/>
                    </a:lnTo>
                    <a:lnTo>
                      <a:pt x="24" y="0"/>
                    </a:lnTo>
                    <a:lnTo>
                      <a:pt x="24" y="56"/>
                    </a:lnTo>
                    <a:lnTo>
                      <a:pt x="17" y="73"/>
                    </a:lnTo>
                    <a:close/>
                  </a:path>
                </a:pathLst>
              </a:custGeom>
              <a:solidFill>
                <a:srgbClr val="F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6" name="Google Shape;556;p3"/>
              <p:cNvSpPr/>
              <p:nvPr/>
            </p:nvSpPr>
            <p:spPr>
              <a:xfrm>
                <a:off x="1806" y="2821"/>
                <a:ext cx="20" cy="7"/>
              </a:xfrm>
              <a:custGeom>
                <a:rect b="b" l="l" r="r" t="t"/>
                <a:pathLst>
                  <a:path extrusionOk="0" h="7" w="20">
                    <a:moveTo>
                      <a:pt x="3" y="4"/>
                    </a:moveTo>
                    <a:lnTo>
                      <a:pt x="7" y="7"/>
                    </a:lnTo>
                    <a:lnTo>
                      <a:pt x="20" y="7"/>
                    </a:lnTo>
                    <a:lnTo>
                      <a:pt x="20" y="0"/>
                    </a:lnTo>
                    <a:lnTo>
                      <a:pt x="7" y="0"/>
                    </a:lnTo>
                    <a:lnTo>
                      <a:pt x="10" y="4"/>
                    </a:lnTo>
                    <a:lnTo>
                      <a:pt x="3" y="4"/>
                    </a:lnTo>
                    <a:lnTo>
                      <a:pt x="0" y="7"/>
                    </a:lnTo>
                    <a:lnTo>
                      <a:pt x="7" y="7"/>
                    </a:lnTo>
                    <a:lnTo>
                      <a:pt x="3"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7" name="Google Shape;557;p3"/>
              <p:cNvSpPr/>
              <p:nvPr/>
            </p:nvSpPr>
            <p:spPr>
              <a:xfrm>
                <a:off x="1806" y="2749"/>
                <a:ext cx="30" cy="76"/>
              </a:xfrm>
              <a:custGeom>
                <a:rect b="b" l="l" r="r" t="t"/>
                <a:pathLst>
                  <a:path extrusionOk="0" h="76" w="30">
                    <a:moveTo>
                      <a:pt x="30" y="3"/>
                    </a:moveTo>
                    <a:lnTo>
                      <a:pt x="27" y="0"/>
                    </a:lnTo>
                    <a:lnTo>
                      <a:pt x="13" y="3"/>
                    </a:lnTo>
                    <a:lnTo>
                      <a:pt x="3" y="10"/>
                    </a:lnTo>
                    <a:lnTo>
                      <a:pt x="3" y="24"/>
                    </a:lnTo>
                    <a:lnTo>
                      <a:pt x="0" y="34"/>
                    </a:lnTo>
                    <a:lnTo>
                      <a:pt x="3" y="45"/>
                    </a:lnTo>
                    <a:lnTo>
                      <a:pt x="3" y="76"/>
                    </a:lnTo>
                    <a:lnTo>
                      <a:pt x="10" y="76"/>
                    </a:lnTo>
                    <a:lnTo>
                      <a:pt x="10" y="45"/>
                    </a:lnTo>
                    <a:lnTo>
                      <a:pt x="7" y="34"/>
                    </a:lnTo>
                    <a:lnTo>
                      <a:pt x="10" y="24"/>
                    </a:lnTo>
                    <a:lnTo>
                      <a:pt x="10" y="14"/>
                    </a:lnTo>
                    <a:lnTo>
                      <a:pt x="17" y="10"/>
                    </a:lnTo>
                    <a:lnTo>
                      <a:pt x="27" y="7"/>
                    </a:lnTo>
                    <a:lnTo>
                      <a:pt x="23" y="3"/>
                    </a:lnTo>
                    <a:lnTo>
                      <a:pt x="30" y="3"/>
                    </a:lnTo>
                    <a:lnTo>
                      <a:pt x="30" y="0"/>
                    </a:lnTo>
                    <a:lnTo>
                      <a:pt x="27" y="0"/>
                    </a:lnTo>
                    <a:lnTo>
                      <a:pt x="3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8" name="Google Shape;558;p3"/>
              <p:cNvSpPr/>
              <p:nvPr/>
            </p:nvSpPr>
            <p:spPr>
              <a:xfrm>
                <a:off x="1823" y="2752"/>
                <a:ext cx="16" cy="76"/>
              </a:xfrm>
              <a:custGeom>
                <a:rect b="b" l="l" r="r" t="t"/>
                <a:pathLst>
                  <a:path extrusionOk="0" h="76" w="16">
                    <a:moveTo>
                      <a:pt x="3" y="76"/>
                    </a:moveTo>
                    <a:lnTo>
                      <a:pt x="6" y="76"/>
                    </a:lnTo>
                    <a:lnTo>
                      <a:pt x="13" y="59"/>
                    </a:lnTo>
                    <a:lnTo>
                      <a:pt x="16" y="38"/>
                    </a:lnTo>
                    <a:lnTo>
                      <a:pt x="13" y="17"/>
                    </a:lnTo>
                    <a:lnTo>
                      <a:pt x="13" y="0"/>
                    </a:lnTo>
                    <a:lnTo>
                      <a:pt x="6" y="0"/>
                    </a:lnTo>
                    <a:lnTo>
                      <a:pt x="6" y="56"/>
                    </a:lnTo>
                    <a:lnTo>
                      <a:pt x="0" y="73"/>
                    </a:lnTo>
                    <a:lnTo>
                      <a:pt x="3" y="69"/>
                    </a:lnTo>
                    <a:lnTo>
                      <a:pt x="3" y="76"/>
                    </a:lnTo>
                    <a:lnTo>
                      <a:pt x="6" y="76"/>
                    </a:lnTo>
                    <a:lnTo>
                      <a:pt x="3" y="7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9" name="Google Shape;559;p3"/>
              <p:cNvSpPr/>
              <p:nvPr/>
            </p:nvSpPr>
            <p:spPr>
              <a:xfrm>
                <a:off x="1993" y="2790"/>
                <a:ext cx="50" cy="111"/>
              </a:xfrm>
              <a:custGeom>
                <a:rect b="b" l="l" r="r" t="t"/>
                <a:pathLst>
                  <a:path extrusionOk="0" h="111" w="50">
                    <a:moveTo>
                      <a:pt x="46" y="0"/>
                    </a:moveTo>
                    <a:lnTo>
                      <a:pt x="46" y="11"/>
                    </a:lnTo>
                    <a:lnTo>
                      <a:pt x="50" y="21"/>
                    </a:lnTo>
                    <a:lnTo>
                      <a:pt x="50" y="28"/>
                    </a:lnTo>
                    <a:lnTo>
                      <a:pt x="46" y="38"/>
                    </a:lnTo>
                    <a:lnTo>
                      <a:pt x="43" y="42"/>
                    </a:lnTo>
                    <a:lnTo>
                      <a:pt x="43" y="49"/>
                    </a:lnTo>
                    <a:lnTo>
                      <a:pt x="16" y="111"/>
                    </a:lnTo>
                    <a:lnTo>
                      <a:pt x="3" y="111"/>
                    </a:lnTo>
                    <a:lnTo>
                      <a:pt x="0" y="108"/>
                    </a:lnTo>
                    <a:lnTo>
                      <a:pt x="6" y="97"/>
                    </a:lnTo>
                    <a:lnTo>
                      <a:pt x="10" y="83"/>
                    </a:lnTo>
                    <a:lnTo>
                      <a:pt x="16" y="70"/>
                    </a:lnTo>
                    <a:lnTo>
                      <a:pt x="20" y="59"/>
                    </a:lnTo>
                    <a:lnTo>
                      <a:pt x="26" y="45"/>
                    </a:lnTo>
                    <a:lnTo>
                      <a:pt x="30" y="31"/>
                    </a:lnTo>
                    <a:lnTo>
                      <a:pt x="36" y="21"/>
                    </a:lnTo>
                    <a:lnTo>
                      <a:pt x="40" y="7"/>
                    </a:lnTo>
                    <a:lnTo>
                      <a:pt x="40" y="0"/>
                    </a:lnTo>
                    <a:lnTo>
                      <a:pt x="46" y="0"/>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0" name="Google Shape;560;p3"/>
              <p:cNvSpPr/>
              <p:nvPr/>
            </p:nvSpPr>
            <p:spPr>
              <a:xfrm>
                <a:off x="2036" y="2790"/>
                <a:ext cx="10" cy="42"/>
              </a:xfrm>
              <a:custGeom>
                <a:rect b="b" l="l" r="r" t="t"/>
                <a:pathLst>
                  <a:path extrusionOk="0" h="42" w="10">
                    <a:moveTo>
                      <a:pt x="3" y="42"/>
                    </a:moveTo>
                    <a:lnTo>
                      <a:pt x="10" y="31"/>
                    </a:lnTo>
                    <a:lnTo>
                      <a:pt x="10" y="21"/>
                    </a:lnTo>
                    <a:lnTo>
                      <a:pt x="7" y="11"/>
                    </a:lnTo>
                    <a:lnTo>
                      <a:pt x="7" y="0"/>
                    </a:lnTo>
                    <a:lnTo>
                      <a:pt x="3" y="0"/>
                    </a:lnTo>
                    <a:lnTo>
                      <a:pt x="3" y="28"/>
                    </a:lnTo>
                    <a:lnTo>
                      <a:pt x="0" y="38"/>
                    </a:lnTo>
                    <a:lnTo>
                      <a:pt x="3" y="35"/>
                    </a:lnTo>
                    <a:lnTo>
                      <a:pt x="3"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1" name="Google Shape;561;p3"/>
              <p:cNvSpPr/>
              <p:nvPr/>
            </p:nvSpPr>
            <p:spPr>
              <a:xfrm>
                <a:off x="2033" y="2825"/>
                <a:ext cx="6" cy="17"/>
              </a:xfrm>
              <a:custGeom>
                <a:rect b="b" l="l" r="r" t="t"/>
                <a:pathLst>
                  <a:path extrusionOk="0" h="17" w="6">
                    <a:moveTo>
                      <a:pt x="6" y="14"/>
                    </a:moveTo>
                    <a:lnTo>
                      <a:pt x="3" y="17"/>
                    </a:lnTo>
                    <a:lnTo>
                      <a:pt x="6" y="14"/>
                    </a:lnTo>
                    <a:lnTo>
                      <a:pt x="6" y="0"/>
                    </a:lnTo>
                    <a:lnTo>
                      <a:pt x="0" y="3"/>
                    </a:lnTo>
                    <a:lnTo>
                      <a:pt x="0" y="14"/>
                    </a:lnTo>
                    <a:lnTo>
                      <a:pt x="0" y="10"/>
                    </a:lnTo>
                    <a:lnTo>
                      <a:pt x="0" y="14"/>
                    </a:lnTo>
                    <a:lnTo>
                      <a:pt x="6"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2" name="Google Shape;562;p3"/>
              <p:cNvSpPr/>
              <p:nvPr/>
            </p:nvSpPr>
            <p:spPr>
              <a:xfrm>
                <a:off x="2006" y="2839"/>
                <a:ext cx="33" cy="66"/>
              </a:xfrm>
              <a:custGeom>
                <a:rect b="b" l="l" r="r" t="t"/>
                <a:pathLst>
                  <a:path extrusionOk="0" h="66" w="33">
                    <a:moveTo>
                      <a:pt x="3" y="66"/>
                    </a:moveTo>
                    <a:lnTo>
                      <a:pt x="7" y="62"/>
                    </a:lnTo>
                    <a:lnTo>
                      <a:pt x="33" y="0"/>
                    </a:lnTo>
                    <a:lnTo>
                      <a:pt x="27" y="0"/>
                    </a:lnTo>
                    <a:lnTo>
                      <a:pt x="0" y="62"/>
                    </a:lnTo>
                    <a:lnTo>
                      <a:pt x="3" y="59"/>
                    </a:lnTo>
                    <a:lnTo>
                      <a:pt x="3" y="66"/>
                    </a:lnTo>
                    <a:lnTo>
                      <a:pt x="7" y="62"/>
                    </a:lnTo>
                    <a:lnTo>
                      <a:pt x="3" y="6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3" name="Google Shape;563;p3"/>
              <p:cNvSpPr/>
              <p:nvPr/>
            </p:nvSpPr>
            <p:spPr>
              <a:xfrm>
                <a:off x="1989" y="2894"/>
                <a:ext cx="20" cy="11"/>
              </a:xfrm>
              <a:custGeom>
                <a:rect b="b" l="l" r="r" t="t"/>
                <a:pathLst>
                  <a:path extrusionOk="0" h="11" w="20">
                    <a:moveTo>
                      <a:pt x="0" y="4"/>
                    </a:moveTo>
                    <a:lnTo>
                      <a:pt x="0" y="7"/>
                    </a:lnTo>
                    <a:lnTo>
                      <a:pt x="4" y="11"/>
                    </a:lnTo>
                    <a:lnTo>
                      <a:pt x="20" y="11"/>
                    </a:lnTo>
                    <a:lnTo>
                      <a:pt x="20" y="4"/>
                    </a:lnTo>
                    <a:lnTo>
                      <a:pt x="7" y="4"/>
                    </a:lnTo>
                    <a:lnTo>
                      <a:pt x="7" y="0"/>
                    </a:lnTo>
                    <a:lnTo>
                      <a:pt x="7" y="7"/>
                    </a:lnTo>
                    <a:lnTo>
                      <a:pt x="0" y="4"/>
                    </a:lnTo>
                    <a:lnTo>
                      <a:pt x="0" y="7"/>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4" name="Google Shape;564;p3"/>
              <p:cNvSpPr/>
              <p:nvPr/>
            </p:nvSpPr>
            <p:spPr>
              <a:xfrm>
                <a:off x="1989" y="2797"/>
                <a:ext cx="47" cy="104"/>
              </a:xfrm>
              <a:custGeom>
                <a:rect b="b" l="l" r="r" t="t"/>
                <a:pathLst>
                  <a:path extrusionOk="0" h="104" w="47">
                    <a:moveTo>
                      <a:pt x="40" y="0"/>
                    </a:moveTo>
                    <a:lnTo>
                      <a:pt x="37" y="11"/>
                    </a:lnTo>
                    <a:lnTo>
                      <a:pt x="34" y="24"/>
                    </a:lnTo>
                    <a:lnTo>
                      <a:pt x="27" y="38"/>
                    </a:lnTo>
                    <a:lnTo>
                      <a:pt x="20" y="49"/>
                    </a:lnTo>
                    <a:lnTo>
                      <a:pt x="17" y="63"/>
                    </a:lnTo>
                    <a:lnTo>
                      <a:pt x="10" y="73"/>
                    </a:lnTo>
                    <a:lnTo>
                      <a:pt x="7" y="87"/>
                    </a:lnTo>
                    <a:lnTo>
                      <a:pt x="0" y="101"/>
                    </a:lnTo>
                    <a:lnTo>
                      <a:pt x="7" y="104"/>
                    </a:lnTo>
                    <a:lnTo>
                      <a:pt x="14" y="90"/>
                    </a:lnTo>
                    <a:lnTo>
                      <a:pt x="17" y="76"/>
                    </a:lnTo>
                    <a:lnTo>
                      <a:pt x="24" y="66"/>
                    </a:lnTo>
                    <a:lnTo>
                      <a:pt x="27" y="52"/>
                    </a:lnTo>
                    <a:lnTo>
                      <a:pt x="34" y="38"/>
                    </a:lnTo>
                    <a:lnTo>
                      <a:pt x="37" y="28"/>
                    </a:lnTo>
                    <a:lnTo>
                      <a:pt x="44" y="14"/>
                    </a:lnTo>
                    <a:lnTo>
                      <a:pt x="47" y="0"/>
                    </a:lnTo>
                    <a:lnTo>
                      <a:pt x="4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5" name="Google Shape;565;p3"/>
              <p:cNvSpPr/>
              <p:nvPr/>
            </p:nvSpPr>
            <p:spPr>
              <a:xfrm>
                <a:off x="2026" y="2787"/>
                <a:ext cx="10" cy="10"/>
              </a:xfrm>
              <a:custGeom>
                <a:rect b="b" l="l" r="r" t="t"/>
                <a:pathLst>
                  <a:path extrusionOk="0" h="10" w="10">
                    <a:moveTo>
                      <a:pt x="7" y="0"/>
                    </a:moveTo>
                    <a:lnTo>
                      <a:pt x="3" y="3"/>
                    </a:lnTo>
                    <a:lnTo>
                      <a:pt x="3" y="10"/>
                    </a:lnTo>
                    <a:lnTo>
                      <a:pt x="10" y="10"/>
                    </a:lnTo>
                    <a:lnTo>
                      <a:pt x="10" y="3"/>
                    </a:lnTo>
                    <a:lnTo>
                      <a:pt x="7" y="7"/>
                    </a:lnTo>
                    <a:lnTo>
                      <a:pt x="7" y="0"/>
                    </a:lnTo>
                    <a:lnTo>
                      <a:pt x="0" y="3"/>
                    </a:lnTo>
                    <a:lnTo>
                      <a:pt x="3" y="3"/>
                    </a:lnTo>
                    <a:lnTo>
                      <a:pt x="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6" name="Google Shape;566;p3"/>
              <p:cNvSpPr/>
              <p:nvPr/>
            </p:nvSpPr>
            <p:spPr>
              <a:xfrm>
                <a:off x="2033" y="2787"/>
                <a:ext cx="10" cy="7"/>
              </a:xfrm>
              <a:custGeom>
                <a:rect b="b" l="l" r="r" t="t"/>
                <a:pathLst>
                  <a:path extrusionOk="0" h="7" w="10">
                    <a:moveTo>
                      <a:pt x="10" y="3"/>
                    </a:moveTo>
                    <a:lnTo>
                      <a:pt x="6" y="0"/>
                    </a:lnTo>
                    <a:lnTo>
                      <a:pt x="0" y="0"/>
                    </a:lnTo>
                    <a:lnTo>
                      <a:pt x="0" y="7"/>
                    </a:lnTo>
                    <a:lnTo>
                      <a:pt x="6" y="7"/>
                    </a:lnTo>
                    <a:lnTo>
                      <a:pt x="6" y="3"/>
                    </a:lnTo>
                    <a:lnTo>
                      <a:pt x="10" y="3"/>
                    </a:lnTo>
                    <a:lnTo>
                      <a:pt x="10" y="0"/>
                    </a:lnTo>
                    <a:lnTo>
                      <a:pt x="6" y="0"/>
                    </a:lnTo>
                    <a:lnTo>
                      <a:pt x="1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7" name="Google Shape;567;p3"/>
              <p:cNvSpPr/>
              <p:nvPr/>
            </p:nvSpPr>
            <p:spPr>
              <a:xfrm>
                <a:off x="1706" y="2797"/>
                <a:ext cx="47" cy="66"/>
              </a:xfrm>
              <a:custGeom>
                <a:rect b="b" l="l" r="r" t="t"/>
                <a:pathLst>
                  <a:path extrusionOk="0" h="66" w="47">
                    <a:moveTo>
                      <a:pt x="37" y="49"/>
                    </a:moveTo>
                    <a:lnTo>
                      <a:pt x="33" y="49"/>
                    </a:lnTo>
                    <a:lnTo>
                      <a:pt x="27" y="52"/>
                    </a:lnTo>
                    <a:lnTo>
                      <a:pt x="20" y="52"/>
                    </a:lnTo>
                    <a:lnTo>
                      <a:pt x="13" y="56"/>
                    </a:lnTo>
                    <a:lnTo>
                      <a:pt x="10" y="59"/>
                    </a:lnTo>
                    <a:lnTo>
                      <a:pt x="3" y="63"/>
                    </a:lnTo>
                    <a:lnTo>
                      <a:pt x="0" y="66"/>
                    </a:lnTo>
                    <a:lnTo>
                      <a:pt x="3" y="56"/>
                    </a:lnTo>
                    <a:lnTo>
                      <a:pt x="7" y="49"/>
                    </a:lnTo>
                    <a:lnTo>
                      <a:pt x="13" y="42"/>
                    </a:lnTo>
                    <a:lnTo>
                      <a:pt x="17" y="31"/>
                    </a:lnTo>
                    <a:lnTo>
                      <a:pt x="23" y="24"/>
                    </a:lnTo>
                    <a:lnTo>
                      <a:pt x="27" y="18"/>
                    </a:lnTo>
                    <a:lnTo>
                      <a:pt x="33" y="7"/>
                    </a:lnTo>
                    <a:lnTo>
                      <a:pt x="40" y="0"/>
                    </a:lnTo>
                    <a:lnTo>
                      <a:pt x="40" y="14"/>
                    </a:lnTo>
                    <a:lnTo>
                      <a:pt x="43" y="21"/>
                    </a:lnTo>
                    <a:lnTo>
                      <a:pt x="47" y="28"/>
                    </a:lnTo>
                    <a:lnTo>
                      <a:pt x="47" y="42"/>
                    </a:lnTo>
                    <a:lnTo>
                      <a:pt x="43" y="45"/>
                    </a:lnTo>
                    <a:lnTo>
                      <a:pt x="37" y="49"/>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8" name="Google Shape;568;p3"/>
              <p:cNvSpPr/>
              <p:nvPr/>
            </p:nvSpPr>
            <p:spPr>
              <a:xfrm>
                <a:off x="1699" y="2842"/>
                <a:ext cx="44" cy="31"/>
              </a:xfrm>
              <a:custGeom>
                <a:rect b="b" l="l" r="r" t="t"/>
                <a:pathLst>
                  <a:path extrusionOk="0" h="31" w="44">
                    <a:moveTo>
                      <a:pt x="4" y="21"/>
                    </a:moveTo>
                    <a:lnTo>
                      <a:pt x="10" y="24"/>
                    </a:lnTo>
                    <a:lnTo>
                      <a:pt x="20" y="14"/>
                    </a:lnTo>
                    <a:lnTo>
                      <a:pt x="27" y="11"/>
                    </a:lnTo>
                    <a:lnTo>
                      <a:pt x="34" y="11"/>
                    </a:lnTo>
                    <a:lnTo>
                      <a:pt x="40" y="7"/>
                    </a:lnTo>
                    <a:lnTo>
                      <a:pt x="44" y="7"/>
                    </a:lnTo>
                    <a:lnTo>
                      <a:pt x="44" y="0"/>
                    </a:lnTo>
                    <a:lnTo>
                      <a:pt x="40" y="0"/>
                    </a:lnTo>
                    <a:lnTo>
                      <a:pt x="34" y="4"/>
                    </a:lnTo>
                    <a:lnTo>
                      <a:pt x="30" y="4"/>
                    </a:lnTo>
                    <a:lnTo>
                      <a:pt x="24" y="7"/>
                    </a:lnTo>
                    <a:lnTo>
                      <a:pt x="17" y="7"/>
                    </a:lnTo>
                    <a:lnTo>
                      <a:pt x="7" y="18"/>
                    </a:lnTo>
                    <a:lnTo>
                      <a:pt x="10" y="21"/>
                    </a:lnTo>
                    <a:lnTo>
                      <a:pt x="4" y="21"/>
                    </a:lnTo>
                    <a:lnTo>
                      <a:pt x="0" y="31"/>
                    </a:lnTo>
                    <a:lnTo>
                      <a:pt x="10" y="24"/>
                    </a:lnTo>
                    <a:lnTo>
                      <a:pt x="4"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9" name="Google Shape;569;p3"/>
              <p:cNvSpPr/>
              <p:nvPr/>
            </p:nvSpPr>
            <p:spPr>
              <a:xfrm>
                <a:off x="1703" y="2783"/>
                <a:ext cx="46" cy="80"/>
              </a:xfrm>
              <a:custGeom>
                <a:rect b="b" l="l" r="r" t="t"/>
                <a:pathLst>
                  <a:path extrusionOk="0" h="80" w="46">
                    <a:moveTo>
                      <a:pt x="43" y="14"/>
                    </a:moveTo>
                    <a:lnTo>
                      <a:pt x="40" y="11"/>
                    </a:lnTo>
                    <a:lnTo>
                      <a:pt x="33" y="21"/>
                    </a:lnTo>
                    <a:lnTo>
                      <a:pt x="26" y="28"/>
                    </a:lnTo>
                    <a:lnTo>
                      <a:pt x="23" y="38"/>
                    </a:lnTo>
                    <a:lnTo>
                      <a:pt x="16" y="45"/>
                    </a:lnTo>
                    <a:lnTo>
                      <a:pt x="13" y="52"/>
                    </a:lnTo>
                    <a:lnTo>
                      <a:pt x="6" y="63"/>
                    </a:lnTo>
                    <a:lnTo>
                      <a:pt x="3" y="70"/>
                    </a:lnTo>
                    <a:lnTo>
                      <a:pt x="0" y="80"/>
                    </a:lnTo>
                    <a:lnTo>
                      <a:pt x="6" y="80"/>
                    </a:lnTo>
                    <a:lnTo>
                      <a:pt x="10" y="73"/>
                    </a:lnTo>
                    <a:lnTo>
                      <a:pt x="13" y="66"/>
                    </a:lnTo>
                    <a:lnTo>
                      <a:pt x="16" y="56"/>
                    </a:lnTo>
                    <a:lnTo>
                      <a:pt x="23" y="49"/>
                    </a:lnTo>
                    <a:lnTo>
                      <a:pt x="26" y="42"/>
                    </a:lnTo>
                    <a:lnTo>
                      <a:pt x="33" y="32"/>
                    </a:lnTo>
                    <a:lnTo>
                      <a:pt x="40" y="25"/>
                    </a:lnTo>
                    <a:lnTo>
                      <a:pt x="43" y="14"/>
                    </a:lnTo>
                    <a:lnTo>
                      <a:pt x="40" y="14"/>
                    </a:lnTo>
                    <a:lnTo>
                      <a:pt x="43" y="14"/>
                    </a:lnTo>
                    <a:lnTo>
                      <a:pt x="46" y="0"/>
                    </a:lnTo>
                    <a:lnTo>
                      <a:pt x="40" y="11"/>
                    </a:lnTo>
                    <a:lnTo>
                      <a:pt x="43"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0" name="Google Shape;570;p3"/>
              <p:cNvSpPr/>
              <p:nvPr/>
            </p:nvSpPr>
            <p:spPr>
              <a:xfrm>
                <a:off x="1743" y="2797"/>
                <a:ext cx="16" cy="52"/>
              </a:xfrm>
              <a:custGeom>
                <a:rect b="b" l="l" r="r" t="t"/>
                <a:pathLst>
                  <a:path extrusionOk="0" h="52" w="16">
                    <a:moveTo>
                      <a:pt x="0" y="52"/>
                    </a:moveTo>
                    <a:lnTo>
                      <a:pt x="10" y="49"/>
                    </a:lnTo>
                    <a:lnTo>
                      <a:pt x="13" y="42"/>
                    </a:lnTo>
                    <a:lnTo>
                      <a:pt x="16" y="35"/>
                    </a:lnTo>
                    <a:lnTo>
                      <a:pt x="13" y="28"/>
                    </a:lnTo>
                    <a:lnTo>
                      <a:pt x="10" y="21"/>
                    </a:lnTo>
                    <a:lnTo>
                      <a:pt x="6" y="14"/>
                    </a:lnTo>
                    <a:lnTo>
                      <a:pt x="3" y="7"/>
                    </a:lnTo>
                    <a:lnTo>
                      <a:pt x="3" y="0"/>
                    </a:lnTo>
                    <a:lnTo>
                      <a:pt x="0" y="0"/>
                    </a:lnTo>
                    <a:lnTo>
                      <a:pt x="0" y="7"/>
                    </a:lnTo>
                    <a:lnTo>
                      <a:pt x="3" y="14"/>
                    </a:lnTo>
                    <a:lnTo>
                      <a:pt x="3" y="24"/>
                    </a:lnTo>
                    <a:lnTo>
                      <a:pt x="6" y="31"/>
                    </a:lnTo>
                    <a:lnTo>
                      <a:pt x="6" y="45"/>
                    </a:lnTo>
                    <a:lnTo>
                      <a:pt x="0" y="45"/>
                    </a:lnTo>
                    <a:lnTo>
                      <a:pt x="0" y="5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1" name="Google Shape;571;p3"/>
              <p:cNvSpPr/>
              <p:nvPr/>
            </p:nvSpPr>
            <p:spPr>
              <a:xfrm>
                <a:off x="1956" y="2797"/>
                <a:ext cx="63" cy="101"/>
              </a:xfrm>
              <a:custGeom>
                <a:rect b="b" l="l" r="r" t="t"/>
                <a:pathLst>
                  <a:path extrusionOk="0" h="101" w="63">
                    <a:moveTo>
                      <a:pt x="63" y="0"/>
                    </a:moveTo>
                    <a:lnTo>
                      <a:pt x="57" y="14"/>
                    </a:lnTo>
                    <a:lnTo>
                      <a:pt x="53" y="24"/>
                    </a:lnTo>
                    <a:lnTo>
                      <a:pt x="47" y="38"/>
                    </a:lnTo>
                    <a:lnTo>
                      <a:pt x="43" y="52"/>
                    </a:lnTo>
                    <a:lnTo>
                      <a:pt x="37" y="63"/>
                    </a:lnTo>
                    <a:lnTo>
                      <a:pt x="30" y="76"/>
                    </a:lnTo>
                    <a:lnTo>
                      <a:pt x="27" y="87"/>
                    </a:lnTo>
                    <a:lnTo>
                      <a:pt x="20" y="101"/>
                    </a:lnTo>
                    <a:lnTo>
                      <a:pt x="0" y="97"/>
                    </a:lnTo>
                    <a:lnTo>
                      <a:pt x="7" y="83"/>
                    </a:lnTo>
                    <a:lnTo>
                      <a:pt x="10" y="73"/>
                    </a:lnTo>
                    <a:lnTo>
                      <a:pt x="17" y="63"/>
                    </a:lnTo>
                    <a:lnTo>
                      <a:pt x="27" y="49"/>
                    </a:lnTo>
                    <a:lnTo>
                      <a:pt x="33" y="38"/>
                    </a:lnTo>
                    <a:lnTo>
                      <a:pt x="40" y="28"/>
                    </a:lnTo>
                    <a:lnTo>
                      <a:pt x="47" y="14"/>
                    </a:lnTo>
                    <a:lnTo>
                      <a:pt x="50" y="4"/>
                    </a:lnTo>
                    <a:lnTo>
                      <a:pt x="53" y="4"/>
                    </a:lnTo>
                    <a:lnTo>
                      <a:pt x="57" y="0"/>
                    </a:lnTo>
                    <a:lnTo>
                      <a:pt x="63" y="0"/>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2" name="Google Shape;572;p3"/>
              <p:cNvSpPr/>
              <p:nvPr/>
            </p:nvSpPr>
            <p:spPr>
              <a:xfrm>
                <a:off x="1973" y="2797"/>
                <a:ext cx="50" cy="104"/>
              </a:xfrm>
              <a:custGeom>
                <a:rect b="b" l="l" r="r" t="t"/>
                <a:pathLst>
                  <a:path extrusionOk="0" h="104" w="50">
                    <a:moveTo>
                      <a:pt x="3" y="104"/>
                    </a:moveTo>
                    <a:lnTo>
                      <a:pt x="6" y="101"/>
                    </a:lnTo>
                    <a:lnTo>
                      <a:pt x="13" y="90"/>
                    </a:lnTo>
                    <a:lnTo>
                      <a:pt x="16" y="76"/>
                    </a:lnTo>
                    <a:lnTo>
                      <a:pt x="23" y="63"/>
                    </a:lnTo>
                    <a:lnTo>
                      <a:pt x="30" y="52"/>
                    </a:lnTo>
                    <a:lnTo>
                      <a:pt x="33" y="38"/>
                    </a:lnTo>
                    <a:lnTo>
                      <a:pt x="40" y="28"/>
                    </a:lnTo>
                    <a:lnTo>
                      <a:pt x="43" y="14"/>
                    </a:lnTo>
                    <a:lnTo>
                      <a:pt x="50" y="0"/>
                    </a:lnTo>
                    <a:lnTo>
                      <a:pt x="43" y="0"/>
                    </a:lnTo>
                    <a:lnTo>
                      <a:pt x="36" y="11"/>
                    </a:lnTo>
                    <a:lnTo>
                      <a:pt x="33" y="24"/>
                    </a:lnTo>
                    <a:lnTo>
                      <a:pt x="26" y="38"/>
                    </a:lnTo>
                    <a:lnTo>
                      <a:pt x="23" y="49"/>
                    </a:lnTo>
                    <a:lnTo>
                      <a:pt x="16" y="63"/>
                    </a:lnTo>
                    <a:lnTo>
                      <a:pt x="10" y="73"/>
                    </a:lnTo>
                    <a:lnTo>
                      <a:pt x="6" y="87"/>
                    </a:lnTo>
                    <a:lnTo>
                      <a:pt x="0" y="97"/>
                    </a:lnTo>
                    <a:lnTo>
                      <a:pt x="3" y="97"/>
                    </a:lnTo>
                    <a:lnTo>
                      <a:pt x="3" y="104"/>
                    </a:lnTo>
                    <a:lnTo>
                      <a:pt x="6" y="104"/>
                    </a:lnTo>
                    <a:lnTo>
                      <a:pt x="6" y="101"/>
                    </a:lnTo>
                    <a:lnTo>
                      <a:pt x="3" y="10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3" name="Google Shape;573;p3"/>
              <p:cNvSpPr/>
              <p:nvPr/>
            </p:nvSpPr>
            <p:spPr>
              <a:xfrm>
                <a:off x="1949" y="2891"/>
                <a:ext cx="27" cy="10"/>
              </a:xfrm>
              <a:custGeom>
                <a:rect b="b" l="l" r="r" t="t"/>
                <a:pathLst>
                  <a:path extrusionOk="0" h="10" w="27">
                    <a:moveTo>
                      <a:pt x="4" y="3"/>
                    </a:moveTo>
                    <a:lnTo>
                      <a:pt x="7" y="7"/>
                    </a:lnTo>
                    <a:lnTo>
                      <a:pt x="27" y="10"/>
                    </a:lnTo>
                    <a:lnTo>
                      <a:pt x="27" y="3"/>
                    </a:lnTo>
                    <a:lnTo>
                      <a:pt x="7" y="0"/>
                    </a:lnTo>
                    <a:lnTo>
                      <a:pt x="10" y="3"/>
                    </a:lnTo>
                    <a:lnTo>
                      <a:pt x="4" y="3"/>
                    </a:lnTo>
                    <a:lnTo>
                      <a:pt x="0" y="7"/>
                    </a:lnTo>
                    <a:lnTo>
                      <a:pt x="7" y="7"/>
                    </a:lnTo>
                    <a:lnTo>
                      <a:pt x="4"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4" name="Google Shape;574;p3"/>
              <p:cNvSpPr/>
              <p:nvPr/>
            </p:nvSpPr>
            <p:spPr>
              <a:xfrm>
                <a:off x="1953" y="2794"/>
                <a:ext cx="56" cy="100"/>
              </a:xfrm>
              <a:custGeom>
                <a:rect b="b" l="l" r="r" t="t"/>
                <a:pathLst>
                  <a:path extrusionOk="0" h="100" w="56">
                    <a:moveTo>
                      <a:pt x="53" y="3"/>
                    </a:moveTo>
                    <a:lnTo>
                      <a:pt x="50" y="3"/>
                    </a:lnTo>
                    <a:lnTo>
                      <a:pt x="46" y="17"/>
                    </a:lnTo>
                    <a:lnTo>
                      <a:pt x="40" y="27"/>
                    </a:lnTo>
                    <a:lnTo>
                      <a:pt x="33" y="41"/>
                    </a:lnTo>
                    <a:lnTo>
                      <a:pt x="26" y="52"/>
                    </a:lnTo>
                    <a:lnTo>
                      <a:pt x="16" y="62"/>
                    </a:lnTo>
                    <a:lnTo>
                      <a:pt x="10" y="72"/>
                    </a:lnTo>
                    <a:lnTo>
                      <a:pt x="6" y="86"/>
                    </a:lnTo>
                    <a:lnTo>
                      <a:pt x="0" y="100"/>
                    </a:lnTo>
                    <a:lnTo>
                      <a:pt x="6" y="100"/>
                    </a:lnTo>
                    <a:lnTo>
                      <a:pt x="13" y="90"/>
                    </a:lnTo>
                    <a:lnTo>
                      <a:pt x="16" y="76"/>
                    </a:lnTo>
                    <a:lnTo>
                      <a:pt x="23" y="66"/>
                    </a:lnTo>
                    <a:lnTo>
                      <a:pt x="30" y="55"/>
                    </a:lnTo>
                    <a:lnTo>
                      <a:pt x="40" y="45"/>
                    </a:lnTo>
                    <a:lnTo>
                      <a:pt x="46" y="31"/>
                    </a:lnTo>
                    <a:lnTo>
                      <a:pt x="50" y="21"/>
                    </a:lnTo>
                    <a:lnTo>
                      <a:pt x="56" y="7"/>
                    </a:lnTo>
                    <a:lnTo>
                      <a:pt x="53" y="10"/>
                    </a:lnTo>
                    <a:lnTo>
                      <a:pt x="53" y="3"/>
                    </a:lnTo>
                    <a:lnTo>
                      <a:pt x="50" y="0"/>
                    </a:lnTo>
                    <a:lnTo>
                      <a:pt x="50" y="3"/>
                    </a:lnTo>
                    <a:lnTo>
                      <a:pt x="5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5" name="Google Shape;575;p3"/>
              <p:cNvSpPr/>
              <p:nvPr/>
            </p:nvSpPr>
            <p:spPr>
              <a:xfrm>
                <a:off x="2006" y="2794"/>
                <a:ext cx="17" cy="10"/>
              </a:xfrm>
              <a:custGeom>
                <a:rect b="b" l="l" r="r" t="t"/>
                <a:pathLst>
                  <a:path extrusionOk="0" h="10" w="17">
                    <a:moveTo>
                      <a:pt x="17" y="3"/>
                    </a:moveTo>
                    <a:lnTo>
                      <a:pt x="13" y="0"/>
                    </a:lnTo>
                    <a:lnTo>
                      <a:pt x="3" y="0"/>
                    </a:lnTo>
                    <a:lnTo>
                      <a:pt x="3" y="3"/>
                    </a:lnTo>
                    <a:lnTo>
                      <a:pt x="0" y="3"/>
                    </a:lnTo>
                    <a:lnTo>
                      <a:pt x="0" y="10"/>
                    </a:lnTo>
                    <a:lnTo>
                      <a:pt x="3" y="10"/>
                    </a:lnTo>
                    <a:lnTo>
                      <a:pt x="7" y="7"/>
                    </a:lnTo>
                    <a:lnTo>
                      <a:pt x="10" y="7"/>
                    </a:lnTo>
                    <a:lnTo>
                      <a:pt x="10" y="3"/>
                    </a:lnTo>
                    <a:lnTo>
                      <a:pt x="17" y="3"/>
                    </a:lnTo>
                    <a:lnTo>
                      <a:pt x="17" y="0"/>
                    </a:lnTo>
                    <a:lnTo>
                      <a:pt x="13" y="0"/>
                    </a:lnTo>
                    <a:lnTo>
                      <a:pt x="1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6" name="Google Shape;576;p3"/>
              <p:cNvSpPr/>
              <p:nvPr/>
            </p:nvSpPr>
            <p:spPr>
              <a:xfrm>
                <a:off x="1946" y="2801"/>
                <a:ext cx="40" cy="24"/>
              </a:xfrm>
              <a:custGeom>
                <a:rect b="b" l="l" r="r" t="t"/>
                <a:pathLst>
                  <a:path extrusionOk="0" h="24" w="40">
                    <a:moveTo>
                      <a:pt x="40" y="3"/>
                    </a:moveTo>
                    <a:lnTo>
                      <a:pt x="40" y="7"/>
                    </a:lnTo>
                    <a:lnTo>
                      <a:pt x="37" y="10"/>
                    </a:lnTo>
                    <a:lnTo>
                      <a:pt x="37" y="14"/>
                    </a:lnTo>
                    <a:lnTo>
                      <a:pt x="33" y="17"/>
                    </a:lnTo>
                    <a:lnTo>
                      <a:pt x="33" y="20"/>
                    </a:lnTo>
                    <a:lnTo>
                      <a:pt x="30" y="20"/>
                    </a:lnTo>
                    <a:lnTo>
                      <a:pt x="23" y="24"/>
                    </a:lnTo>
                    <a:lnTo>
                      <a:pt x="20" y="24"/>
                    </a:lnTo>
                    <a:lnTo>
                      <a:pt x="17" y="20"/>
                    </a:lnTo>
                    <a:lnTo>
                      <a:pt x="0" y="20"/>
                    </a:lnTo>
                    <a:lnTo>
                      <a:pt x="0" y="14"/>
                    </a:lnTo>
                    <a:lnTo>
                      <a:pt x="10" y="3"/>
                    </a:lnTo>
                    <a:lnTo>
                      <a:pt x="17" y="3"/>
                    </a:lnTo>
                    <a:lnTo>
                      <a:pt x="20" y="0"/>
                    </a:lnTo>
                    <a:lnTo>
                      <a:pt x="30" y="0"/>
                    </a:lnTo>
                    <a:lnTo>
                      <a:pt x="33" y="3"/>
                    </a:lnTo>
                    <a:lnTo>
                      <a:pt x="40" y="3"/>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7" name="Google Shape;577;p3"/>
              <p:cNvSpPr/>
              <p:nvPr/>
            </p:nvSpPr>
            <p:spPr>
              <a:xfrm>
                <a:off x="1969" y="2801"/>
                <a:ext cx="20" cy="27"/>
              </a:xfrm>
              <a:custGeom>
                <a:rect b="b" l="l" r="r" t="t"/>
                <a:pathLst>
                  <a:path extrusionOk="0" h="27" w="20">
                    <a:moveTo>
                      <a:pt x="4" y="27"/>
                    </a:moveTo>
                    <a:lnTo>
                      <a:pt x="0" y="27"/>
                    </a:lnTo>
                    <a:lnTo>
                      <a:pt x="7" y="24"/>
                    </a:lnTo>
                    <a:lnTo>
                      <a:pt x="10" y="24"/>
                    </a:lnTo>
                    <a:lnTo>
                      <a:pt x="17" y="17"/>
                    </a:lnTo>
                    <a:lnTo>
                      <a:pt x="17" y="10"/>
                    </a:lnTo>
                    <a:lnTo>
                      <a:pt x="20" y="7"/>
                    </a:lnTo>
                    <a:lnTo>
                      <a:pt x="20" y="3"/>
                    </a:lnTo>
                    <a:lnTo>
                      <a:pt x="17" y="0"/>
                    </a:lnTo>
                    <a:lnTo>
                      <a:pt x="14" y="3"/>
                    </a:lnTo>
                    <a:lnTo>
                      <a:pt x="14" y="7"/>
                    </a:lnTo>
                    <a:lnTo>
                      <a:pt x="10" y="10"/>
                    </a:lnTo>
                    <a:lnTo>
                      <a:pt x="10" y="14"/>
                    </a:lnTo>
                    <a:lnTo>
                      <a:pt x="7" y="17"/>
                    </a:lnTo>
                    <a:lnTo>
                      <a:pt x="4" y="17"/>
                    </a:lnTo>
                    <a:lnTo>
                      <a:pt x="0" y="20"/>
                    </a:lnTo>
                    <a:lnTo>
                      <a:pt x="0" y="17"/>
                    </a:lnTo>
                    <a:lnTo>
                      <a:pt x="0" y="20"/>
                    </a:lnTo>
                    <a:lnTo>
                      <a:pt x="4"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8" name="Google Shape;578;p3"/>
              <p:cNvSpPr/>
              <p:nvPr/>
            </p:nvSpPr>
            <p:spPr>
              <a:xfrm>
                <a:off x="1939" y="2818"/>
                <a:ext cx="34" cy="10"/>
              </a:xfrm>
              <a:custGeom>
                <a:rect b="b" l="l" r="r" t="t"/>
                <a:pathLst>
                  <a:path extrusionOk="0" h="10" w="34">
                    <a:moveTo>
                      <a:pt x="4" y="0"/>
                    </a:moveTo>
                    <a:lnTo>
                      <a:pt x="7" y="7"/>
                    </a:lnTo>
                    <a:lnTo>
                      <a:pt x="20" y="7"/>
                    </a:lnTo>
                    <a:lnTo>
                      <a:pt x="24" y="10"/>
                    </a:lnTo>
                    <a:lnTo>
                      <a:pt x="34" y="10"/>
                    </a:lnTo>
                    <a:lnTo>
                      <a:pt x="30" y="3"/>
                    </a:lnTo>
                    <a:lnTo>
                      <a:pt x="27" y="3"/>
                    </a:lnTo>
                    <a:lnTo>
                      <a:pt x="24" y="0"/>
                    </a:lnTo>
                    <a:lnTo>
                      <a:pt x="4" y="0"/>
                    </a:lnTo>
                    <a:lnTo>
                      <a:pt x="10" y="3"/>
                    </a:lnTo>
                    <a:lnTo>
                      <a:pt x="4" y="0"/>
                    </a:lnTo>
                    <a:lnTo>
                      <a:pt x="0" y="7"/>
                    </a:lnTo>
                    <a:lnTo>
                      <a:pt x="7" y="7"/>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9" name="Google Shape;579;p3"/>
              <p:cNvSpPr/>
              <p:nvPr/>
            </p:nvSpPr>
            <p:spPr>
              <a:xfrm>
                <a:off x="1943" y="2797"/>
                <a:ext cx="36" cy="24"/>
              </a:xfrm>
              <a:custGeom>
                <a:rect b="b" l="l" r="r" t="t"/>
                <a:pathLst>
                  <a:path extrusionOk="0" h="24" w="36">
                    <a:moveTo>
                      <a:pt x="36" y="0"/>
                    </a:moveTo>
                    <a:lnTo>
                      <a:pt x="23" y="0"/>
                    </a:lnTo>
                    <a:lnTo>
                      <a:pt x="16" y="4"/>
                    </a:lnTo>
                    <a:lnTo>
                      <a:pt x="13" y="7"/>
                    </a:lnTo>
                    <a:lnTo>
                      <a:pt x="6" y="7"/>
                    </a:lnTo>
                    <a:lnTo>
                      <a:pt x="6" y="14"/>
                    </a:lnTo>
                    <a:lnTo>
                      <a:pt x="0" y="21"/>
                    </a:lnTo>
                    <a:lnTo>
                      <a:pt x="6" y="24"/>
                    </a:lnTo>
                    <a:lnTo>
                      <a:pt x="6" y="21"/>
                    </a:lnTo>
                    <a:lnTo>
                      <a:pt x="16" y="11"/>
                    </a:lnTo>
                    <a:lnTo>
                      <a:pt x="20" y="11"/>
                    </a:lnTo>
                    <a:lnTo>
                      <a:pt x="23" y="7"/>
                    </a:lnTo>
                    <a:lnTo>
                      <a:pt x="33" y="7"/>
                    </a:lnTo>
                    <a:lnTo>
                      <a:pt x="30" y="7"/>
                    </a:lnTo>
                    <a:lnTo>
                      <a:pt x="36" y="0"/>
                    </a:lnTo>
                    <a:lnTo>
                      <a:pt x="33" y="0"/>
                    </a:lnTo>
                    <a:lnTo>
                      <a:pt x="3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0" name="Google Shape;580;p3"/>
              <p:cNvSpPr/>
              <p:nvPr/>
            </p:nvSpPr>
            <p:spPr>
              <a:xfrm>
                <a:off x="1973" y="2797"/>
                <a:ext cx="23" cy="11"/>
              </a:xfrm>
              <a:custGeom>
                <a:rect b="b" l="l" r="r" t="t"/>
                <a:pathLst>
                  <a:path extrusionOk="0" h="11" w="23">
                    <a:moveTo>
                      <a:pt x="16" y="7"/>
                    </a:moveTo>
                    <a:lnTo>
                      <a:pt x="13" y="0"/>
                    </a:lnTo>
                    <a:lnTo>
                      <a:pt x="10" y="0"/>
                    </a:lnTo>
                    <a:lnTo>
                      <a:pt x="6" y="4"/>
                    </a:lnTo>
                    <a:lnTo>
                      <a:pt x="6" y="0"/>
                    </a:lnTo>
                    <a:lnTo>
                      <a:pt x="0" y="7"/>
                    </a:lnTo>
                    <a:lnTo>
                      <a:pt x="6" y="11"/>
                    </a:lnTo>
                    <a:lnTo>
                      <a:pt x="13" y="11"/>
                    </a:lnTo>
                    <a:lnTo>
                      <a:pt x="13" y="4"/>
                    </a:lnTo>
                    <a:lnTo>
                      <a:pt x="16" y="7"/>
                    </a:lnTo>
                    <a:lnTo>
                      <a:pt x="23" y="4"/>
                    </a:lnTo>
                    <a:lnTo>
                      <a:pt x="13" y="0"/>
                    </a:lnTo>
                    <a:lnTo>
                      <a:pt x="16"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1" name="Google Shape;581;p3"/>
              <p:cNvSpPr/>
              <p:nvPr/>
            </p:nvSpPr>
            <p:spPr>
              <a:xfrm>
                <a:off x="1823" y="2808"/>
                <a:ext cx="36" cy="55"/>
              </a:xfrm>
              <a:custGeom>
                <a:rect b="b" l="l" r="r" t="t"/>
                <a:pathLst>
                  <a:path extrusionOk="0" h="55" w="36">
                    <a:moveTo>
                      <a:pt x="26" y="55"/>
                    </a:moveTo>
                    <a:lnTo>
                      <a:pt x="23" y="52"/>
                    </a:lnTo>
                    <a:lnTo>
                      <a:pt x="16" y="52"/>
                    </a:lnTo>
                    <a:lnTo>
                      <a:pt x="16" y="48"/>
                    </a:lnTo>
                    <a:lnTo>
                      <a:pt x="3" y="48"/>
                    </a:lnTo>
                    <a:lnTo>
                      <a:pt x="0" y="52"/>
                    </a:lnTo>
                    <a:lnTo>
                      <a:pt x="3" y="45"/>
                    </a:lnTo>
                    <a:lnTo>
                      <a:pt x="3" y="38"/>
                    </a:lnTo>
                    <a:lnTo>
                      <a:pt x="10" y="34"/>
                    </a:lnTo>
                    <a:lnTo>
                      <a:pt x="13" y="31"/>
                    </a:lnTo>
                    <a:lnTo>
                      <a:pt x="16" y="24"/>
                    </a:lnTo>
                    <a:lnTo>
                      <a:pt x="23" y="20"/>
                    </a:lnTo>
                    <a:lnTo>
                      <a:pt x="26" y="13"/>
                    </a:lnTo>
                    <a:lnTo>
                      <a:pt x="26" y="7"/>
                    </a:lnTo>
                    <a:lnTo>
                      <a:pt x="36" y="0"/>
                    </a:lnTo>
                    <a:lnTo>
                      <a:pt x="30" y="13"/>
                    </a:lnTo>
                    <a:lnTo>
                      <a:pt x="26" y="24"/>
                    </a:lnTo>
                    <a:lnTo>
                      <a:pt x="26" y="55"/>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2" name="Google Shape;582;p3"/>
              <p:cNvSpPr/>
              <p:nvPr/>
            </p:nvSpPr>
            <p:spPr>
              <a:xfrm>
                <a:off x="1819" y="2853"/>
                <a:ext cx="34" cy="13"/>
              </a:xfrm>
              <a:custGeom>
                <a:rect b="b" l="l" r="r" t="t"/>
                <a:pathLst>
                  <a:path extrusionOk="0" h="13" w="34">
                    <a:moveTo>
                      <a:pt x="0" y="7"/>
                    </a:moveTo>
                    <a:lnTo>
                      <a:pt x="7" y="10"/>
                    </a:lnTo>
                    <a:lnTo>
                      <a:pt x="10" y="7"/>
                    </a:lnTo>
                    <a:lnTo>
                      <a:pt x="17" y="7"/>
                    </a:lnTo>
                    <a:lnTo>
                      <a:pt x="20" y="10"/>
                    </a:lnTo>
                    <a:lnTo>
                      <a:pt x="27" y="10"/>
                    </a:lnTo>
                    <a:lnTo>
                      <a:pt x="30" y="13"/>
                    </a:lnTo>
                    <a:lnTo>
                      <a:pt x="34" y="7"/>
                    </a:lnTo>
                    <a:lnTo>
                      <a:pt x="30" y="3"/>
                    </a:lnTo>
                    <a:lnTo>
                      <a:pt x="24" y="3"/>
                    </a:lnTo>
                    <a:lnTo>
                      <a:pt x="20" y="0"/>
                    </a:lnTo>
                    <a:lnTo>
                      <a:pt x="7" y="0"/>
                    </a:lnTo>
                    <a:lnTo>
                      <a:pt x="4" y="3"/>
                    </a:lnTo>
                    <a:lnTo>
                      <a:pt x="7" y="7"/>
                    </a:lnTo>
                    <a:lnTo>
                      <a:pt x="0" y="7"/>
                    </a:lnTo>
                    <a:lnTo>
                      <a:pt x="0" y="10"/>
                    </a:lnTo>
                    <a:lnTo>
                      <a:pt x="7" y="1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3" name="Google Shape;583;p3"/>
              <p:cNvSpPr/>
              <p:nvPr/>
            </p:nvSpPr>
            <p:spPr>
              <a:xfrm>
                <a:off x="1819" y="2811"/>
                <a:ext cx="34" cy="49"/>
              </a:xfrm>
              <a:custGeom>
                <a:rect b="b" l="l" r="r" t="t"/>
                <a:pathLst>
                  <a:path extrusionOk="0" h="49" w="34">
                    <a:moveTo>
                      <a:pt x="27" y="0"/>
                    </a:moveTo>
                    <a:lnTo>
                      <a:pt x="27" y="10"/>
                    </a:lnTo>
                    <a:lnTo>
                      <a:pt x="24" y="17"/>
                    </a:lnTo>
                    <a:lnTo>
                      <a:pt x="20" y="21"/>
                    </a:lnTo>
                    <a:lnTo>
                      <a:pt x="14" y="24"/>
                    </a:lnTo>
                    <a:lnTo>
                      <a:pt x="10" y="28"/>
                    </a:lnTo>
                    <a:lnTo>
                      <a:pt x="7" y="35"/>
                    </a:lnTo>
                    <a:lnTo>
                      <a:pt x="0" y="42"/>
                    </a:lnTo>
                    <a:lnTo>
                      <a:pt x="0" y="49"/>
                    </a:lnTo>
                    <a:lnTo>
                      <a:pt x="7" y="49"/>
                    </a:lnTo>
                    <a:lnTo>
                      <a:pt x="10" y="42"/>
                    </a:lnTo>
                    <a:lnTo>
                      <a:pt x="10" y="38"/>
                    </a:lnTo>
                    <a:lnTo>
                      <a:pt x="24" y="24"/>
                    </a:lnTo>
                    <a:lnTo>
                      <a:pt x="27" y="17"/>
                    </a:lnTo>
                    <a:lnTo>
                      <a:pt x="34" y="14"/>
                    </a:lnTo>
                    <a:lnTo>
                      <a:pt x="34" y="4"/>
                    </a:lnTo>
                    <a:lnTo>
                      <a:pt x="30" y="7"/>
                    </a:lnTo>
                    <a:lnTo>
                      <a:pt x="27" y="0"/>
                    </a:lnTo>
                    <a:lnTo>
                      <a:pt x="27" y="4"/>
                    </a:lnTo>
                    <a:lnTo>
                      <a:pt x="2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4" name="Google Shape;584;p3"/>
              <p:cNvSpPr/>
              <p:nvPr/>
            </p:nvSpPr>
            <p:spPr>
              <a:xfrm>
                <a:off x="1846" y="2790"/>
                <a:ext cx="33" cy="28"/>
              </a:xfrm>
              <a:custGeom>
                <a:rect b="b" l="l" r="r" t="t"/>
                <a:pathLst>
                  <a:path extrusionOk="0" h="28" w="33">
                    <a:moveTo>
                      <a:pt x="17" y="21"/>
                    </a:moveTo>
                    <a:lnTo>
                      <a:pt x="13" y="18"/>
                    </a:lnTo>
                    <a:lnTo>
                      <a:pt x="0" y="21"/>
                    </a:lnTo>
                    <a:lnTo>
                      <a:pt x="3" y="28"/>
                    </a:lnTo>
                    <a:lnTo>
                      <a:pt x="17" y="21"/>
                    </a:lnTo>
                    <a:lnTo>
                      <a:pt x="10" y="18"/>
                    </a:lnTo>
                    <a:lnTo>
                      <a:pt x="17" y="21"/>
                    </a:lnTo>
                    <a:lnTo>
                      <a:pt x="33" y="0"/>
                    </a:lnTo>
                    <a:lnTo>
                      <a:pt x="13" y="18"/>
                    </a:lnTo>
                    <a:lnTo>
                      <a:pt x="17"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5" name="Google Shape;585;p3"/>
              <p:cNvSpPr/>
              <p:nvPr/>
            </p:nvSpPr>
            <p:spPr>
              <a:xfrm>
                <a:off x="1846" y="2808"/>
                <a:ext cx="17" cy="58"/>
              </a:xfrm>
              <a:custGeom>
                <a:rect b="b" l="l" r="r" t="t"/>
                <a:pathLst>
                  <a:path extrusionOk="0" h="58" w="17">
                    <a:moveTo>
                      <a:pt x="3" y="58"/>
                    </a:moveTo>
                    <a:lnTo>
                      <a:pt x="7" y="55"/>
                    </a:lnTo>
                    <a:lnTo>
                      <a:pt x="7" y="24"/>
                    </a:lnTo>
                    <a:lnTo>
                      <a:pt x="10" y="13"/>
                    </a:lnTo>
                    <a:lnTo>
                      <a:pt x="17" y="3"/>
                    </a:lnTo>
                    <a:lnTo>
                      <a:pt x="10" y="0"/>
                    </a:lnTo>
                    <a:lnTo>
                      <a:pt x="3" y="10"/>
                    </a:lnTo>
                    <a:lnTo>
                      <a:pt x="0" y="24"/>
                    </a:lnTo>
                    <a:lnTo>
                      <a:pt x="0" y="55"/>
                    </a:lnTo>
                    <a:lnTo>
                      <a:pt x="7" y="52"/>
                    </a:lnTo>
                    <a:lnTo>
                      <a:pt x="3" y="58"/>
                    </a:lnTo>
                    <a:lnTo>
                      <a:pt x="10" y="58"/>
                    </a:lnTo>
                    <a:lnTo>
                      <a:pt x="7" y="55"/>
                    </a:lnTo>
                    <a:lnTo>
                      <a:pt x="3" y="5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6" name="Google Shape;586;p3"/>
              <p:cNvSpPr/>
              <p:nvPr/>
            </p:nvSpPr>
            <p:spPr>
              <a:xfrm>
                <a:off x="1393" y="2811"/>
                <a:ext cx="176" cy="253"/>
              </a:xfrm>
              <a:custGeom>
                <a:rect b="b" l="l" r="r" t="t"/>
                <a:pathLst>
                  <a:path extrusionOk="0" h="253" w="176">
                    <a:moveTo>
                      <a:pt x="170" y="38"/>
                    </a:moveTo>
                    <a:lnTo>
                      <a:pt x="173" y="55"/>
                    </a:lnTo>
                    <a:lnTo>
                      <a:pt x="176" y="66"/>
                    </a:lnTo>
                    <a:lnTo>
                      <a:pt x="170" y="80"/>
                    </a:lnTo>
                    <a:lnTo>
                      <a:pt x="166" y="94"/>
                    </a:lnTo>
                    <a:lnTo>
                      <a:pt x="136" y="125"/>
                    </a:lnTo>
                    <a:lnTo>
                      <a:pt x="130" y="135"/>
                    </a:lnTo>
                    <a:lnTo>
                      <a:pt x="120" y="142"/>
                    </a:lnTo>
                    <a:lnTo>
                      <a:pt x="113" y="152"/>
                    </a:lnTo>
                    <a:lnTo>
                      <a:pt x="100" y="166"/>
                    </a:lnTo>
                    <a:lnTo>
                      <a:pt x="96" y="173"/>
                    </a:lnTo>
                    <a:lnTo>
                      <a:pt x="90" y="180"/>
                    </a:lnTo>
                    <a:lnTo>
                      <a:pt x="83" y="191"/>
                    </a:lnTo>
                    <a:lnTo>
                      <a:pt x="23" y="253"/>
                    </a:lnTo>
                    <a:lnTo>
                      <a:pt x="13" y="253"/>
                    </a:lnTo>
                    <a:lnTo>
                      <a:pt x="6" y="246"/>
                    </a:lnTo>
                    <a:lnTo>
                      <a:pt x="6" y="236"/>
                    </a:lnTo>
                    <a:lnTo>
                      <a:pt x="3" y="225"/>
                    </a:lnTo>
                    <a:lnTo>
                      <a:pt x="3" y="215"/>
                    </a:lnTo>
                    <a:lnTo>
                      <a:pt x="0" y="204"/>
                    </a:lnTo>
                    <a:lnTo>
                      <a:pt x="0" y="194"/>
                    </a:lnTo>
                    <a:lnTo>
                      <a:pt x="3" y="184"/>
                    </a:lnTo>
                    <a:lnTo>
                      <a:pt x="6" y="177"/>
                    </a:lnTo>
                    <a:lnTo>
                      <a:pt x="33" y="149"/>
                    </a:lnTo>
                    <a:lnTo>
                      <a:pt x="40" y="139"/>
                    </a:lnTo>
                    <a:lnTo>
                      <a:pt x="60" y="118"/>
                    </a:lnTo>
                    <a:lnTo>
                      <a:pt x="66" y="104"/>
                    </a:lnTo>
                    <a:lnTo>
                      <a:pt x="76" y="94"/>
                    </a:lnTo>
                    <a:lnTo>
                      <a:pt x="83" y="83"/>
                    </a:lnTo>
                    <a:lnTo>
                      <a:pt x="113" y="52"/>
                    </a:lnTo>
                    <a:lnTo>
                      <a:pt x="120" y="42"/>
                    </a:lnTo>
                    <a:lnTo>
                      <a:pt x="140" y="21"/>
                    </a:lnTo>
                    <a:lnTo>
                      <a:pt x="146" y="10"/>
                    </a:lnTo>
                    <a:lnTo>
                      <a:pt x="156" y="0"/>
                    </a:lnTo>
                    <a:lnTo>
                      <a:pt x="163" y="7"/>
                    </a:lnTo>
                    <a:lnTo>
                      <a:pt x="166" y="17"/>
                    </a:lnTo>
                    <a:lnTo>
                      <a:pt x="166" y="28"/>
                    </a:lnTo>
                    <a:lnTo>
                      <a:pt x="170"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7" name="Google Shape;587;p3"/>
              <p:cNvSpPr/>
              <p:nvPr/>
            </p:nvSpPr>
            <p:spPr>
              <a:xfrm>
                <a:off x="1519" y="2849"/>
                <a:ext cx="54" cy="101"/>
              </a:xfrm>
              <a:custGeom>
                <a:rect b="b" l="l" r="r" t="t"/>
                <a:pathLst>
                  <a:path extrusionOk="0" h="101" w="54">
                    <a:moveTo>
                      <a:pt x="4" y="101"/>
                    </a:moveTo>
                    <a:lnTo>
                      <a:pt x="24" y="80"/>
                    </a:lnTo>
                    <a:lnTo>
                      <a:pt x="34" y="66"/>
                    </a:lnTo>
                    <a:lnTo>
                      <a:pt x="40" y="56"/>
                    </a:lnTo>
                    <a:lnTo>
                      <a:pt x="47" y="42"/>
                    </a:lnTo>
                    <a:lnTo>
                      <a:pt x="54" y="28"/>
                    </a:lnTo>
                    <a:lnTo>
                      <a:pt x="50" y="17"/>
                    </a:lnTo>
                    <a:lnTo>
                      <a:pt x="44" y="0"/>
                    </a:lnTo>
                    <a:lnTo>
                      <a:pt x="40" y="4"/>
                    </a:lnTo>
                    <a:lnTo>
                      <a:pt x="44" y="17"/>
                    </a:lnTo>
                    <a:lnTo>
                      <a:pt x="47" y="28"/>
                    </a:lnTo>
                    <a:lnTo>
                      <a:pt x="44" y="42"/>
                    </a:lnTo>
                    <a:lnTo>
                      <a:pt x="37" y="52"/>
                    </a:lnTo>
                    <a:lnTo>
                      <a:pt x="27" y="63"/>
                    </a:lnTo>
                    <a:lnTo>
                      <a:pt x="17" y="76"/>
                    </a:lnTo>
                    <a:lnTo>
                      <a:pt x="0" y="94"/>
                    </a:lnTo>
                    <a:lnTo>
                      <a:pt x="4" y="10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8" name="Google Shape;588;p3"/>
              <p:cNvSpPr/>
              <p:nvPr/>
            </p:nvSpPr>
            <p:spPr>
              <a:xfrm>
                <a:off x="1413" y="2943"/>
                <a:ext cx="110" cy="124"/>
              </a:xfrm>
              <a:custGeom>
                <a:rect b="b" l="l" r="r" t="t"/>
                <a:pathLst>
                  <a:path extrusionOk="0" h="124" w="110">
                    <a:moveTo>
                      <a:pt x="3" y="124"/>
                    </a:moveTo>
                    <a:lnTo>
                      <a:pt x="13" y="118"/>
                    </a:lnTo>
                    <a:lnTo>
                      <a:pt x="40" y="90"/>
                    </a:lnTo>
                    <a:lnTo>
                      <a:pt x="46" y="79"/>
                    </a:lnTo>
                    <a:lnTo>
                      <a:pt x="53" y="76"/>
                    </a:lnTo>
                    <a:lnTo>
                      <a:pt x="56" y="66"/>
                    </a:lnTo>
                    <a:lnTo>
                      <a:pt x="70" y="52"/>
                    </a:lnTo>
                    <a:lnTo>
                      <a:pt x="76" y="41"/>
                    </a:lnTo>
                    <a:lnTo>
                      <a:pt x="83" y="38"/>
                    </a:lnTo>
                    <a:lnTo>
                      <a:pt x="90" y="27"/>
                    </a:lnTo>
                    <a:lnTo>
                      <a:pt x="110" y="7"/>
                    </a:lnTo>
                    <a:lnTo>
                      <a:pt x="106" y="0"/>
                    </a:lnTo>
                    <a:lnTo>
                      <a:pt x="96" y="10"/>
                    </a:lnTo>
                    <a:lnTo>
                      <a:pt x="93" y="17"/>
                    </a:lnTo>
                    <a:lnTo>
                      <a:pt x="73" y="38"/>
                    </a:lnTo>
                    <a:lnTo>
                      <a:pt x="66" y="48"/>
                    </a:lnTo>
                    <a:lnTo>
                      <a:pt x="40" y="76"/>
                    </a:lnTo>
                    <a:lnTo>
                      <a:pt x="33" y="86"/>
                    </a:lnTo>
                    <a:lnTo>
                      <a:pt x="16" y="104"/>
                    </a:lnTo>
                    <a:lnTo>
                      <a:pt x="6" y="111"/>
                    </a:lnTo>
                    <a:lnTo>
                      <a:pt x="0" y="118"/>
                    </a:lnTo>
                    <a:lnTo>
                      <a:pt x="3" y="118"/>
                    </a:lnTo>
                    <a:lnTo>
                      <a:pt x="3" y="1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9" name="Google Shape;589;p3"/>
              <p:cNvSpPr/>
              <p:nvPr/>
            </p:nvSpPr>
            <p:spPr>
              <a:xfrm>
                <a:off x="1396" y="3054"/>
                <a:ext cx="20" cy="13"/>
              </a:xfrm>
              <a:custGeom>
                <a:rect b="b" l="l" r="r" t="t"/>
                <a:pathLst>
                  <a:path extrusionOk="0" h="13" w="20">
                    <a:moveTo>
                      <a:pt x="0" y="3"/>
                    </a:moveTo>
                    <a:lnTo>
                      <a:pt x="0" y="7"/>
                    </a:lnTo>
                    <a:lnTo>
                      <a:pt x="3" y="10"/>
                    </a:lnTo>
                    <a:lnTo>
                      <a:pt x="7" y="10"/>
                    </a:lnTo>
                    <a:lnTo>
                      <a:pt x="10" y="13"/>
                    </a:lnTo>
                    <a:lnTo>
                      <a:pt x="20" y="13"/>
                    </a:lnTo>
                    <a:lnTo>
                      <a:pt x="20" y="7"/>
                    </a:lnTo>
                    <a:lnTo>
                      <a:pt x="13" y="7"/>
                    </a:lnTo>
                    <a:lnTo>
                      <a:pt x="10" y="3"/>
                    </a:lnTo>
                    <a:lnTo>
                      <a:pt x="7" y="3"/>
                    </a:lnTo>
                    <a:lnTo>
                      <a:pt x="7" y="0"/>
                    </a:lnTo>
                    <a:lnTo>
                      <a:pt x="7" y="3"/>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0" name="Google Shape;590;p3"/>
              <p:cNvSpPr/>
              <p:nvPr/>
            </p:nvSpPr>
            <p:spPr>
              <a:xfrm>
                <a:off x="1389" y="2977"/>
                <a:ext cx="20" cy="80"/>
              </a:xfrm>
              <a:custGeom>
                <a:rect b="b" l="l" r="r" t="t"/>
                <a:pathLst>
                  <a:path extrusionOk="0" h="80" w="20">
                    <a:moveTo>
                      <a:pt x="17" y="0"/>
                    </a:moveTo>
                    <a:lnTo>
                      <a:pt x="7" y="7"/>
                    </a:lnTo>
                    <a:lnTo>
                      <a:pt x="4" y="18"/>
                    </a:lnTo>
                    <a:lnTo>
                      <a:pt x="0" y="28"/>
                    </a:lnTo>
                    <a:lnTo>
                      <a:pt x="0" y="38"/>
                    </a:lnTo>
                    <a:lnTo>
                      <a:pt x="4" y="49"/>
                    </a:lnTo>
                    <a:lnTo>
                      <a:pt x="4" y="59"/>
                    </a:lnTo>
                    <a:lnTo>
                      <a:pt x="7" y="70"/>
                    </a:lnTo>
                    <a:lnTo>
                      <a:pt x="7" y="80"/>
                    </a:lnTo>
                    <a:lnTo>
                      <a:pt x="14" y="80"/>
                    </a:lnTo>
                    <a:lnTo>
                      <a:pt x="14" y="70"/>
                    </a:lnTo>
                    <a:lnTo>
                      <a:pt x="10" y="59"/>
                    </a:lnTo>
                    <a:lnTo>
                      <a:pt x="7" y="49"/>
                    </a:lnTo>
                    <a:lnTo>
                      <a:pt x="7" y="21"/>
                    </a:lnTo>
                    <a:lnTo>
                      <a:pt x="14" y="11"/>
                    </a:lnTo>
                    <a:lnTo>
                      <a:pt x="20" y="4"/>
                    </a:lnTo>
                    <a:lnTo>
                      <a:pt x="1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1" name="Google Shape;591;p3"/>
              <p:cNvSpPr/>
              <p:nvPr/>
            </p:nvSpPr>
            <p:spPr>
              <a:xfrm>
                <a:off x="1406" y="2808"/>
                <a:ext cx="147" cy="173"/>
              </a:xfrm>
              <a:custGeom>
                <a:rect b="b" l="l" r="r" t="t"/>
                <a:pathLst>
                  <a:path extrusionOk="0" h="173" w="147">
                    <a:moveTo>
                      <a:pt x="143" y="0"/>
                    </a:moveTo>
                    <a:lnTo>
                      <a:pt x="103" y="41"/>
                    </a:lnTo>
                    <a:lnTo>
                      <a:pt x="97" y="52"/>
                    </a:lnTo>
                    <a:lnTo>
                      <a:pt x="87" y="62"/>
                    </a:lnTo>
                    <a:lnTo>
                      <a:pt x="77" y="76"/>
                    </a:lnTo>
                    <a:lnTo>
                      <a:pt x="70" y="86"/>
                    </a:lnTo>
                    <a:lnTo>
                      <a:pt x="50" y="107"/>
                    </a:lnTo>
                    <a:lnTo>
                      <a:pt x="43" y="117"/>
                    </a:lnTo>
                    <a:lnTo>
                      <a:pt x="23" y="138"/>
                    </a:lnTo>
                    <a:lnTo>
                      <a:pt x="17" y="149"/>
                    </a:lnTo>
                    <a:lnTo>
                      <a:pt x="7" y="159"/>
                    </a:lnTo>
                    <a:lnTo>
                      <a:pt x="0" y="169"/>
                    </a:lnTo>
                    <a:lnTo>
                      <a:pt x="3" y="173"/>
                    </a:lnTo>
                    <a:lnTo>
                      <a:pt x="20" y="155"/>
                    </a:lnTo>
                    <a:lnTo>
                      <a:pt x="30" y="142"/>
                    </a:lnTo>
                    <a:lnTo>
                      <a:pt x="40" y="131"/>
                    </a:lnTo>
                    <a:lnTo>
                      <a:pt x="47" y="121"/>
                    </a:lnTo>
                    <a:lnTo>
                      <a:pt x="57" y="110"/>
                    </a:lnTo>
                    <a:lnTo>
                      <a:pt x="63" y="100"/>
                    </a:lnTo>
                    <a:lnTo>
                      <a:pt x="93" y="69"/>
                    </a:lnTo>
                    <a:lnTo>
                      <a:pt x="100" y="58"/>
                    </a:lnTo>
                    <a:lnTo>
                      <a:pt x="120" y="38"/>
                    </a:lnTo>
                    <a:lnTo>
                      <a:pt x="127" y="24"/>
                    </a:lnTo>
                    <a:lnTo>
                      <a:pt x="137" y="17"/>
                    </a:lnTo>
                    <a:lnTo>
                      <a:pt x="147" y="7"/>
                    </a:lnTo>
                    <a:lnTo>
                      <a:pt x="143" y="7"/>
                    </a:lnTo>
                    <a:lnTo>
                      <a:pt x="143" y="0"/>
                    </a:lnTo>
                    <a:lnTo>
                      <a:pt x="140" y="0"/>
                    </a:lnTo>
                    <a:lnTo>
                      <a:pt x="140" y="3"/>
                    </a:lnTo>
                    <a:lnTo>
                      <a:pt x="14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2" name="Google Shape;592;p3"/>
              <p:cNvSpPr/>
              <p:nvPr/>
            </p:nvSpPr>
            <p:spPr>
              <a:xfrm>
                <a:off x="1549" y="2808"/>
                <a:ext cx="17" cy="45"/>
              </a:xfrm>
              <a:custGeom>
                <a:rect b="b" l="l" r="r" t="t"/>
                <a:pathLst>
                  <a:path extrusionOk="0" h="45" w="17">
                    <a:moveTo>
                      <a:pt x="14" y="41"/>
                    </a:moveTo>
                    <a:lnTo>
                      <a:pt x="17" y="41"/>
                    </a:lnTo>
                    <a:lnTo>
                      <a:pt x="14" y="31"/>
                    </a:lnTo>
                    <a:lnTo>
                      <a:pt x="14" y="20"/>
                    </a:lnTo>
                    <a:lnTo>
                      <a:pt x="10" y="7"/>
                    </a:lnTo>
                    <a:lnTo>
                      <a:pt x="0" y="0"/>
                    </a:lnTo>
                    <a:lnTo>
                      <a:pt x="0" y="7"/>
                    </a:lnTo>
                    <a:lnTo>
                      <a:pt x="4" y="10"/>
                    </a:lnTo>
                    <a:lnTo>
                      <a:pt x="7" y="20"/>
                    </a:lnTo>
                    <a:lnTo>
                      <a:pt x="7" y="31"/>
                    </a:lnTo>
                    <a:lnTo>
                      <a:pt x="10" y="45"/>
                    </a:lnTo>
                    <a:lnTo>
                      <a:pt x="14" y="4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3" name="Google Shape;593;p3"/>
              <p:cNvSpPr/>
              <p:nvPr/>
            </p:nvSpPr>
            <p:spPr>
              <a:xfrm>
                <a:off x="2036" y="2821"/>
                <a:ext cx="63" cy="73"/>
              </a:xfrm>
              <a:custGeom>
                <a:rect b="b" l="l" r="r" t="t"/>
                <a:pathLst>
                  <a:path extrusionOk="0" h="73" w="63">
                    <a:moveTo>
                      <a:pt x="40" y="7"/>
                    </a:moveTo>
                    <a:lnTo>
                      <a:pt x="40" y="14"/>
                    </a:lnTo>
                    <a:lnTo>
                      <a:pt x="37" y="21"/>
                    </a:lnTo>
                    <a:lnTo>
                      <a:pt x="37" y="35"/>
                    </a:lnTo>
                    <a:lnTo>
                      <a:pt x="63" y="59"/>
                    </a:lnTo>
                    <a:lnTo>
                      <a:pt x="57" y="59"/>
                    </a:lnTo>
                    <a:lnTo>
                      <a:pt x="57" y="63"/>
                    </a:lnTo>
                    <a:lnTo>
                      <a:pt x="53" y="66"/>
                    </a:lnTo>
                    <a:lnTo>
                      <a:pt x="50" y="66"/>
                    </a:lnTo>
                    <a:lnTo>
                      <a:pt x="50" y="70"/>
                    </a:lnTo>
                    <a:lnTo>
                      <a:pt x="47" y="73"/>
                    </a:lnTo>
                    <a:lnTo>
                      <a:pt x="40" y="73"/>
                    </a:lnTo>
                    <a:lnTo>
                      <a:pt x="33" y="70"/>
                    </a:lnTo>
                    <a:lnTo>
                      <a:pt x="27" y="70"/>
                    </a:lnTo>
                    <a:lnTo>
                      <a:pt x="23" y="66"/>
                    </a:lnTo>
                    <a:lnTo>
                      <a:pt x="3" y="66"/>
                    </a:lnTo>
                    <a:lnTo>
                      <a:pt x="0" y="70"/>
                    </a:lnTo>
                    <a:lnTo>
                      <a:pt x="3" y="63"/>
                    </a:lnTo>
                    <a:lnTo>
                      <a:pt x="3" y="52"/>
                    </a:lnTo>
                    <a:lnTo>
                      <a:pt x="7" y="45"/>
                    </a:lnTo>
                    <a:lnTo>
                      <a:pt x="10" y="35"/>
                    </a:lnTo>
                    <a:lnTo>
                      <a:pt x="17" y="28"/>
                    </a:lnTo>
                    <a:lnTo>
                      <a:pt x="20" y="18"/>
                    </a:lnTo>
                    <a:lnTo>
                      <a:pt x="23" y="7"/>
                    </a:lnTo>
                    <a:lnTo>
                      <a:pt x="27" y="0"/>
                    </a:lnTo>
                    <a:lnTo>
                      <a:pt x="30" y="0"/>
                    </a:lnTo>
                    <a:lnTo>
                      <a:pt x="33" y="4"/>
                    </a:lnTo>
                    <a:lnTo>
                      <a:pt x="40"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4" name="Google Shape;594;p3"/>
              <p:cNvSpPr/>
              <p:nvPr/>
            </p:nvSpPr>
            <p:spPr>
              <a:xfrm>
                <a:off x="2069" y="2828"/>
                <a:ext cx="10" cy="28"/>
              </a:xfrm>
              <a:custGeom>
                <a:rect b="b" l="l" r="r" t="t"/>
                <a:pathLst>
                  <a:path extrusionOk="0" h="28" w="10">
                    <a:moveTo>
                      <a:pt x="7" y="25"/>
                    </a:moveTo>
                    <a:lnTo>
                      <a:pt x="7" y="7"/>
                    </a:lnTo>
                    <a:lnTo>
                      <a:pt x="10" y="4"/>
                    </a:lnTo>
                    <a:lnTo>
                      <a:pt x="7" y="0"/>
                    </a:lnTo>
                    <a:lnTo>
                      <a:pt x="4" y="7"/>
                    </a:lnTo>
                    <a:lnTo>
                      <a:pt x="0" y="14"/>
                    </a:lnTo>
                    <a:lnTo>
                      <a:pt x="0" y="28"/>
                    </a:lnTo>
                    <a:lnTo>
                      <a:pt x="4" y="28"/>
                    </a:lnTo>
                    <a:lnTo>
                      <a:pt x="0" y="28"/>
                    </a:lnTo>
                    <a:lnTo>
                      <a:pt x="4" y="28"/>
                    </a:lnTo>
                    <a:lnTo>
                      <a:pt x="7" y="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5" name="Google Shape;595;p3"/>
              <p:cNvSpPr/>
              <p:nvPr/>
            </p:nvSpPr>
            <p:spPr>
              <a:xfrm>
                <a:off x="2073" y="2853"/>
                <a:ext cx="33" cy="31"/>
              </a:xfrm>
              <a:custGeom>
                <a:rect b="b" l="l" r="r" t="t"/>
                <a:pathLst>
                  <a:path extrusionOk="0" h="31" w="33">
                    <a:moveTo>
                      <a:pt x="26" y="31"/>
                    </a:moveTo>
                    <a:lnTo>
                      <a:pt x="26" y="24"/>
                    </a:lnTo>
                    <a:lnTo>
                      <a:pt x="3" y="0"/>
                    </a:lnTo>
                    <a:lnTo>
                      <a:pt x="0" y="3"/>
                    </a:lnTo>
                    <a:lnTo>
                      <a:pt x="23" y="31"/>
                    </a:lnTo>
                    <a:lnTo>
                      <a:pt x="26" y="24"/>
                    </a:lnTo>
                    <a:lnTo>
                      <a:pt x="26" y="31"/>
                    </a:lnTo>
                    <a:lnTo>
                      <a:pt x="33" y="31"/>
                    </a:lnTo>
                    <a:lnTo>
                      <a:pt x="26" y="24"/>
                    </a:lnTo>
                    <a:lnTo>
                      <a:pt x="26"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6" name="Google Shape;596;p3"/>
              <p:cNvSpPr/>
              <p:nvPr/>
            </p:nvSpPr>
            <p:spPr>
              <a:xfrm>
                <a:off x="2079" y="2877"/>
                <a:ext cx="20" cy="21"/>
              </a:xfrm>
              <a:custGeom>
                <a:rect b="b" l="l" r="r" t="t"/>
                <a:pathLst>
                  <a:path extrusionOk="0" h="21" w="20">
                    <a:moveTo>
                      <a:pt x="0" y="21"/>
                    </a:moveTo>
                    <a:lnTo>
                      <a:pt x="7" y="21"/>
                    </a:lnTo>
                    <a:lnTo>
                      <a:pt x="10" y="17"/>
                    </a:lnTo>
                    <a:lnTo>
                      <a:pt x="10" y="14"/>
                    </a:lnTo>
                    <a:lnTo>
                      <a:pt x="14" y="10"/>
                    </a:lnTo>
                    <a:lnTo>
                      <a:pt x="17" y="10"/>
                    </a:lnTo>
                    <a:lnTo>
                      <a:pt x="17" y="7"/>
                    </a:lnTo>
                    <a:lnTo>
                      <a:pt x="20" y="7"/>
                    </a:lnTo>
                    <a:lnTo>
                      <a:pt x="20" y="0"/>
                    </a:lnTo>
                    <a:lnTo>
                      <a:pt x="17" y="0"/>
                    </a:lnTo>
                    <a:lnTo>
                      <a:pt x="14" y="3"/>
                    </a:lnTo>
                    <a:lnTo>
                      <a:pt x="10" y="3"/>
                    </a:lnTo>
                    <a:lnTo>
                      <a:pt x="7" y="7"/>
                    </a:lnTo>
                    <a:lnTo>
                      <a:pt x="7" y="10"/>
                    </a:lnTo>
                    <a:lnTo>
                      <a:pt x="4" y="10"/>
                    </a:lnTo>
                    <a:lnTo>
                      <a:pt x="4" y="14"/>
                    </a:lnTo>
                    <a:lnTo>
                      <a:pt x="0" y="14"/>
                    </a:lnTo>
                    <a:lnTo>
                      <a:pt x="0" y="21"/>
                    </a:lnTo>
                    <a:lnTo>
                      <a:pt x="4" y="21"/>
                    </a:lnTo>
                    <a:lnTo>
                      <a:pt x="0"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7" name="Google Shape;597;p3"/>
              <p:cNvSpPr/>
              <p:nvPr/>
            </p:nvSpPr>
            <p:spPr>
              <a:xfrm>
                <a:off x="2029" y="2884"/>
                <a:ext cx="50" cy="14"/>
              </a:xfrm>
              <a:custGeom>
                <a:rect b="b" l="l" r="r" t="t"/>
                <a:pathLst>
                  <a:path extrusionOk="0" h="14" w="50">
                    <a:moveTo>
                      <a:pt x="4" y="7"/>
                    </a:moveTo>
                    <a:lnTo>
                      <a:pt x="7" y="10"/>
                    </a:lnTo>
                    <a:lnTo>
                      <a:pt x="14" y="7"/>
                    </a:lnTo>
                    <a:lnTo>
                      <a:pt x="30" y="7"/>
                    </a:lnTo>
                    <a:lnTo>
                      <a:pt x="34" y="10"/>
                    </a:lnTo>
                    <a:lnTo>
                      <a:pt x="40" y="10"/>
                    </a:lnTo>
                    <a:lnTo>
                      <a:pt x="47" y="14"/>
                    </a:lnTo>
                    <a:lnTo>
                      <a:pt x="50" y="14"/>
                    </a:lnTo>
                    <a:lnTo>
                      <a:pt x="50" y="7"/>
                    </a:lnTo>
                    <a:lnTo>
                      <a:pt x="47" y="7"/>
                    </a:lnTo>
                    <a:lnTo>
                      <a:pt x="40" y="3"/>
                    </a:lnTo>
                    <a:lnTo>
                      <a:pt x="30" y="3"/>
                    </a:lnTo>
                    <a:lnTo>
                      <a:pt x="24" y="0"/>
                    </a:lnTo>
                    <a:lnTo>
                      <a:pt x="17" y="0"/>
                    </a:lnTo>
                    <a:lnTo>
                      <a:pt x="10" y="3"/>
                    </a:lnTo>
                    <a:lnTo>
                      <a:pt x="4" y="3"/>
                    </a:lnTo>
                    <a:lnTo>
                      <a:pt x="10" y="7"/>
                    </a:lnTo>
                    <a:lnTo>
                      <a:pt x="4" y="7"/>
                    </a:lnTo>
                    <a:lnTo>
                      <a:pt x="0" y="14"/>
                    </a:lnTo>
                    <a:lnTo>
                      <a:pt x="7" y="10"/>
                    </a:lnTo>
                    <a:lnTo>
                      <a:pt x="4"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8" name="Google Shape;598;p3"/>
              <p:cNvSpPr/>
              <p:nvPr/>
            </p:nvSpPr>
            <p:spPr>
              <a:xfrm>
                <a:off x="2033" y="2815"/>
                <a:ext cx="33" cy="76"/>
              </a:xfrm>
              <a:custGeom>
                <a:rect b="b" l="l" r="r" t="t"/>
                <a:pathLst>
                  <a:path extrusionOk="0" h="76" w="33">
                    <a:moveTo>
                      <a:pt x="30" y="3"/>
                    </a:moveTo>
                    <a:lnTo>
                      <a:pt x="26" y="6"/>
                    </a:lnTo>
                    <a:lnTo>
                      <a:pt x="23" y="13"/>
                    </a:lnTo>
                    <a:lnTo>
                      <a:pt x="20" y="24"/>
                    </a:lnTo>
                    <a:lnTo>
                      <a:pt x="16" y="31"/>
                    </a:lnTo>
                    <a:lnTo>
                      <a:pt x="10" y="38"/>
                    </a:lnTo>
                    <a:lnTo>
                      <a:pt x="6" y="48"/>
                    </a:lnTo>
                    <a:lnTo>
                      <a:pt x="3" y="58"/>
                    </a:lnTo>
                    <a:lnTo>
                      <a:pt x="3" y="65"/>
                    </a:lnTo>
                    <a:lnTo>
                      <a:pt x="0" y="76"/>
                    </a:lnTo>
                    <a:lnTo>
                      <a:pt x="6" y="76"/>
                    </a:lnTo>
                    <a:lnTo>
                      <a:pt x="6" y="69"/>
                    </a:lnTo>
                    <a:lnTo>
                      <a:pt x="10" y="58"/>
                    </a:lnTo>
                    <a:lnTo>
                      <a:pt x="13" y="51"/>
                    </a:lnTo>
                    <a:lnTo>
                      <a:pt x="16" y="41"/>
                    </a:lnTo>
                    <a:lnTo>
                      <a:pt x="23" y="34"/>
                    </a:lnTo>
                    <a:lnTo>
                      <a:pt x="26" y="24"/>
                    </a:lnTo>
                    <a:lnTo>
                      <a:pt x="30" y="17"/>
                    </a:lnTo>
                    <a:lnTo>
                      <a:pt x="33" y="6"/>
                    </a:lnTo>
                    <a:lnTo>
                      <a:pt x="26" y="10"/>
                    </a:lnTo>
                    <a:lnTo>
                      <a:pt x="30" y="3"/>
                    </a:lnTo>
                    <a:lnTo>
                      <a:pt x="26" y="0"/>
                    </a:lnTo>
                    <a:lnTo>
                      <a:pt x="26" y="6"/>
                    </a:lnTo>
                    <a:lnTo>
                      <a:pt x="3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9" name="Google Shape;599;p3"/>
              <p:cNvSpPr/>
              <p:nvPr/>
            </p:nvSpPr>
            <p:spPr>
              <a:xfrm>
                <a:off x="2059" y="2818"/>
                <a:ext cx="24" cy="14"/>
              </a:xfrm>
              <a:custGeom>
                <a:rect b="b" l="l" r="r" t="t"/>
                <a:pathLst>
                  <a:path extrusionOk="0" h="14" w="24">
                    <a:moveTo>
                      <a:pt x="20" y="14"/>
                    </a:moveTo>
                    <a:lnTo>
                      <a:pt x="20" y="10"/>
                    </a:lnTo>
                    <a:lnTo>
                      <a:pt x="14" y="3"/>
                    </a:lnTo>
                    <a:lnTo>
                      <a:pt x="7" y="0"/>
                    </a:lnTo>
                    <a:lnTo>
                      <a:pt x="4" y="0"/>
                    </a:lnTo>
                    <a:lnTo>
                      <a:pt x="0" y="7"/>
                    </a:lnTo>
                    <a:lnTo>
                      <a:pt x="7" y="7"/>
                    </a:lnTo>
                    <a:lnTo>
                      <a:pt x="10" y="10"/>
                    </a:lnTo>
                    <a:lnTo>
                      <a:pt x="14" y="10"/>
                    </a:lnTo>
                    <a:lnTo>
                      <a:pt x="17" y="14"/>
                    </a:lnTo>
                    <a:lnTo>
                      <a:pt x="17" y="10"/>
                    </a:lnTo>
                    <a:lnTo>
                      <a:pt x="20" y="14"/>
                    </a:lnTo>
                    <a:lnTo>
                      <a:pt x="24" y="10"/>
                    </a:lnTo>
                    <a:lnTo>
                      <a:pt x="20" y="10"/>
                    </a:lnTo>
                    <a:lnTo>
                      <a:pt x="2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0" name="Google Shape;600;p3"/>
              <p:cNvSpPr/>
              <p:nvPr/>
            </p:nvSpPr>
            <p:spPr>
              <a:xfrm>
                <a:off x="1406" y="2832"/>
                <a:ext cx="147" cy="215"/>
              </a:xfrm>
              <a:custGeom>
                <a:rect b="b" l="l" r="r" t="t"/>
                <a:pathLst>
                  <a:path extrusionOk="0" h="215" w="147">
                    <a:moveTo>
                      <a:pt x="130" y="76"/>
                    </a:moveTo>
                    <a:lnTo>
                      <a:pt x="123" y="83"/>
                    </a:lnTo>
                    <a:lnTo>
                      <a:pt x="117" y="93"/>
                    </a:lnTo>
                    <a:lnTo>
                      <a:pt x="100" y="111"/>
                    </a:lnTo>
                    <a:lnTo>
                      <a:pt x="93" y="121"/>
                    </a:lnTo>
                    <a:lnTo>
                      <a:pt x="87" y="128"/>
                    </a:lnTo>
                    <a:lnTo>
                      <a:pt x="80" y="138"/>
                    </a:lnTo>
                    <a:lnTo>
                      <a:pt x="63" y="156"/>
                    </a:lnTo>
                    <a:lnTo>
                      <a:pt x="57" y="166"/>
                    </a:lnTo>
                    <a:lnTo>
                      <a:pt x="33" y="190"/>
                    </a:lnTo>
                    <a:lnTo>
                      <a:pt x="27" y="201"/>
                    </a:lnTo>
                    <a:lnTo>
                      <a:pt x="17" y="208"/>
                    </a:lnTo>
                    <a:lnTo>
                      <a:pt x="10" y="215"/>
                    </a:lnTo>
                    <a:lnTo>
                      <a:pt x="3" y="208"/>
                    </a:lnTo>
                    <a:lnTo>
                      <a:pt x="0" y="194"/>
                    </a:lnTo>
                    <a:lnTo>
                      <a:pt x="0" y="170"/>
                    </a:lnTo>
                    <a:lnTo>
                      <a:pt x="10" y="159"/>
                    </a:lnTo>
                    <a:lnTo>
                      <a:pt x="17" y="149"/>
                    </a:lnTo>
                    <a:lnTo>
                      <a:pt x="23" y="138"/>
                    </a:lnTo>
                    <a:lnTo>
                      <a:pt x="33" y="128"/>
                    </a:lnTo>
                    <a:lnTo>
                      <a:pt x="40" y="118"/>
                    </a:lnTo>
                    <a:lnTo>
                      <a:pt x="70" y="86"/>
                    </a:lnTo>
                    <a:lnTo>
                      <a:pt x="77" y="76"/>
                    </a:lnTo>
                    <a:lnTo>
                      <a:pt x="97" y="55"/>
                    </a:lnTo>
                    <a:lnTo>
                      <a:pt x="103" y="41"/>
                    </a:lnTo>
                    <a:lnTo>
                      <a:pt x="113" y="34"/>
                    </a:lnTo>
                    <a:lnTo>
                      <a:pt x="123" y="21"/>
                    </a:lnTo>
                    <a:lnTo>
                      <a:pt x="130" y="10"/>
                    </a:lnTo>
                    <a:lnTo>
                      <a:pt x="140" y="0"/>
                    </a:lnTo>
                    <a:lnTo>
                      <a:pt x="140" y="10"/>
                    </a:lnTo>
                    <a:lnTo>
                      <a:pt x="143" y="21"/>
                    </a:lnTo>
                    <a:lnTo>
                      <a:pt x="147" y="31"/>
                    </a:lnTo>
                    <a:lnTo>
                      <a:pt x="147" y="48"/>
                    </a:lnTo>
                    <a:lnTo>
                      <a:pt x="143" y="59"/>
                    </a:lnTo>
                    <a:lnTo>
                      <a:pt x="137" y="69"/>
                    </a:lnTo>
                    <a:lnTo>
                      <a:pt x="130" y="76"/>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1" name="Google Shape;601;p3"/>
              <p:cNvSpPr/>
              <p:nvPr/>
            </p:nvSpPr>
            <p:spPr>
              <a:xfrm>
                <a:off x="1413" y="2905"/>
                <a:ext cx="126" cy="149"/>
              </a:xfrm>
              <a:custGeom>
                <a:rect b="b" l="l" r="r" t="t"/>
                <a:pathLst>
                  <a:path extrusionOk="0" h="149" w="126">
                    <a:moveTo>
                      <a:pt x="0" y="145"/>
                    </a:moveTo>
                    <a:lnTo>
                      <a:pt x="3" y="145"/>
                    </a:lnTo>
                    <a:lnTo>
                      <a:pt x="13" y="138"/>
                    </a:lnTo>
                    <a:lnTo>
                      <a:pt x="30" y="121"/>
                    </a:lnTo>
                    <a:lnTo>
                      <a:pt x="36" y="110"/>
                    </a:lnTo>
                    <a:lnTo>
                      <a:pt x="60" y="86"/>
                    </a:lnTo>
                    <a:lnTo>
                      <a:pt x="66" y="76"/>
                    </a:lnTo>
                    <a:lnTo>
                      <a:pt x="76" y="69"/>
                    </a:lnTo>
                    <a:lnTo>
                      <a:pt x="80" y="58"/>
                    </a:lnTo>
                    <a:lnTo>
                      <a:pt x="96" y="41"/>
                    </a:lnTo>
                    <a:lnTo>
                      <a:pt x="103" y="31"/>
                    </a:lnTo>
                    <a:lnTo>
                      <a:pt x="113" y="24"/>
                    </a:lnTo>
                    <a:lnTo>
                      <a:pt x="120" y="13"/>
                    </a:lnTo>
                    <a:lnTo>
                      <a:pt x="126" y="3"/>
                    </a:lnTo>
                    <a:lnTo>
                      <a:pt x="120" y="0"/>
                    </a:lnTo>
                    <a:lnTo>
                      <a:pt x="113" y="10"/>
                    </a:lnTo>
                    <a:lnTo>
                      <a:pt x="106" y="20"/>
                    </a:lnTo>
                    <a:lnTo>
                      <a:pt x="96" y="27"/>
                    </a:lnTo>
                    <a:lnTo>
                      <a:pt x="90" y="38"/>
                    </a:lnTo>
                    <a:lnTo>
                      <a:pt x="83" y="45"/>
                    </a:lnTo>
                    <a:lnTo>
                      <a:pt x="76" y="55"/>
                    </a:lnTo>
                    <a:lnTo>
                      <a:pt x="53" y="79"/>
                    </a:lnTo>
                    <a:lnTo>
                      <a:pt x="46" y="90"/>
                    </a:lnTo>
                    <a:lnTo>
                      <a:pt x="40" y="97"/>
                    </a:lnTo>
                    <a:lnTo>
                      <a:pt x="33" y="107"/>
                    </a:lnTo>
                    <a:lnTo>
                      <a:pt x="23" y="114"/>
                    </a:lnTo>
                    <a:lnTo>
                      <a:pt x="16" y="124"/>
                    </a:lnTo>
                    <a:lnTo>
                      <a:pt x="6" y="131"/>
                    </a:lnTo>
                    <a:lnTo>
                      <a:pt x="0" y="142"/>
                    </a:lnTo>
                    <a:lnTo>
                      <a:pt x="3" y="142"/>
                    </a:lnTo>
                    <a:lnTo>
                      <a:pt x="0" y="145"/>
                    </a:lnTo>
                    <a:lnTo>
                      <a:pt x="0" y="149"/>
                    </a:lnTo>
                    <a:lnTo>
                      <a:pt x="3" y="145"/>
                    </a:lnTo>
                    <a:lnTo>
                      <a:pt x="0" y="14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2" name="Google Shape;602;p3"/>
              <p:cNvSpPr/>
              <p:nvPr/>
            </p:nvSpPr>
            <p:spPr>
              <a:xfrm>
                <a:off x="1403" y="3002"/>
                <a:ext cx="13" cy="48"/>
              </a:xfrm>
              <a:custGeom>
                <a:rect b="b" l="l" r="r" t="t"/>
                <a:pathLst>
                  <a:path extrusionOk="0" h="48" w="13">
                    <a:moveTo>
                      <a:pt x="3" y="0"/>
                    </a:moveTo>
                    <a:lnTo>
                      <a:pt x="0" y="0"/>
                    </a:lnTo>
                    <a:lnTo>
                      <a:pt x="0" y="24"/>
                    </a:lnTo>
                    <a:lnTo>
                      <a:pt x="3" y="38"/>
                    </a:lnTo>
                    <a:lnTo>
                      <a:pt x="10" y="48"/>
                    </a:lnTo>
                    <a:lnTo>
                      <a:pt x="13" y="45"/>
                    </a:lnTo>
                    <a:lnTo>
                      <a:pt x="10" y="34"/>
                    </a:lnTo>
                    <a:lnTo>
                      <a:pt x="6" y="24"/>
                    </a:lnTo>
                    <a:lnTo>
                      <a:pt x="6" y="3"/>
                    </a:lnTo>
                    <a:lnTo>
                      <a:pt x="3" y="0"/>
                    </a:lnTo>
                    <a:lnTo>
                      <a:pt x="0" y="0"/>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3" name="Google Shape;603;p3"/>
              <p:cNvSpPr/>
              <p:nvPr/>
            </p:nvSpPr>
            <p:spPr>
              <a:xfrm>
                <a:off x="1406" y="2825"/>
                <a:ext cx="143" cy="180"/>
              </a:xfrm>
              <a:custGeom>
                <a:rect b="b" l="l" r="r" t="t"/>
                <a:pathLst>
                  <a:path extrusionOk="0" h="180" w="143">
                    <a:moveTo>
                      <a:pt x="143" y="7"/>
                    </a:moveTo>
                    <a:lnTo>
                      <a:pt x="137" y="3"/>
                    </a:lnTo>
                    <a:lnTo>
                      <a:pt x="130" y="17"/>
                    </a:lnTo>
                    <a:lnTo>
                      <a:pt x="110" y="38"/>
                    </a:lnTo>
                    <a:lnTo>
                      <a:pt x="103" y="48"/>
                    </a:lnTo>
                    <a:lnTo>
                      <a:pt x="83" y="69"/>
                    </a:lnTo>
                    <a:lnTo>
                      <a:pt x="77" y="80"/>
                    </a:lnTo>
                    <a:lnTo>
                      <a:pt x="47" y="111"/>
                    </a:lnTo>
                    <a:lnTo>
                      <a:pt x="40" y="121"/>
                    </a:lnTo>
                    <a:lnTo>
                      <a:pt x="30" y="135"/>
                    </a:lnTo>
                    <a:lnTo>
                      <a:pt x="23" y="142"/>
                    </a:lnTo>
                    <a:lnTo>
                      <a:pt x="13" y="156"/>
                    </a:lnTo>
                    <a:lnTo>
                      <a:pt x="7" y="166"/>
                    </a:lnTo>
                    <a:lnTo>
                      <a:pt x="0" y="177"/>
                    </a:lnTo>
                    <a:lnTo>
                      <a:pt x="3" y="180"/>
                    </a:lnTo>
                    <a:lnTo>
                      <a:pt x="10" y="170"/>
                    </a:lnTo>
                    <a:lnTo>
                      <a:pt x="20" y="159"/>
                    </a:lnTo>
                    <a:lnTo>
                      <a:pt x="27" y="149"/>
                    </a:lnTo>
                    <a:lnTo>
                      <a:pt x="37" y="138"/>
                    </a:lnTo>
                    <a:lnTo>
                      <a:pt x="43" y="125"/>
                    </a:lnTo>
                    <a:lnTo>
                      <a:pt x="53" y="118"/>
                    </a:lnTo>
                    <a:lnTo>
                      <a:pt x="63" y="104"/>
                    </a:lnTo>
                    <a:lnTo>
                      <a:pt x="70" y="97"/>
                    </a:lnTo>
                    <a:lnTo>
                      <a:pt x="80" y="83"/>
                    </a:lnTo>
                    <a:lnTo>
                      <a:pt x="100" y="62"/>
                    </a:lnTo>
                    <a:lnTo>
                      <a:pt x="107" y="52"/>
                    </a:lnTo>
                    <a:lnTo>
                      <a:pt x="127" y="31"/>
                    </a:lnTo>
                    <a:lnTo>
                      <a:pt x="133" y="21"/>
                    </a:lnTo>
                    <a:lnTo>
                      <a:pt x="140" y="10"/>
                    </a:lnTo>
                    <a:lnTo>
                      <a:pt x="137" y="7"/>
                    </a:lnTo>
                    <a:lnTo>
                      <a:pt x="143" y="7"/>
                    </a:lnTo>
                    <a:lnTo>
                      <a:pt x="140" y="0"/>
                    </a:lnTo>
                    <a:lnTo>
                      <a:pt x="137" y="3"/>
                    </a:lnTo>
                    <a:lnTo>
                      <a:pt x="14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4" name="Google Shape;604;p3"/>
              <p:cNvSpPr/>
              <p:nvPr/>
            </p:nvSpPr>
            <p:spPr>
              <a:xfrm>
                <a:off x="1533" y="2832"/>
                <a:ext cx="23" cy="80"/>
              </a:xfrm>
              <a:custGeom>
                <a:rect b="b" l="l" r="r" t="t"/>
                <a:pathLst>
                  <a:path extrusionOk="0" h="80" w="23">
                    <a:moveTo>
                      <a:pt x="6" y="76"/>
                    </a:moveTo>
                    <a:lnTo>
                      <a:pt x="6" y="80"/>
                    </a:lnTo>
                    <a:lnTo>
                      <a:pt x="13" y="69"/>
                    </a:lnTo>
                    <a:lnTo>
                      <a:pt x="20" y="59"/>
                    </a:lnTo>
                    <a:lnTo>
                      <a:pt x="23" y="52"/>
                    </a:lnTo>
                    <a:lnTo>
                      <a:pt x="23" y="31"/>
                    </a:lnTo>
                    <a:lnTo>
                      <a:pt x="20" y="21"/>
                    </a:lnTo>
                    <a:lnTo>
                      <a:pt x="16" y="10"/>
                    </a:lnTo>
                    <a:lnTo>
                      <a:pt x="16" y="0"/>
                    </a:lnTo>
                    <a:lnTo>
                      <a:pt x="10" y="0"/>
                    </a:lnTo>
                    <a:lnTo>
                      <a:pt x="10" y="10"/>
                    </a:lnTo>
                    <a:lnTo>
                      <a:pt x="13" y="21"/>
                    </a:lnTo>
                    <a:lnTo>
                      <a:pt x="16" y="31"/>
                    </a:lnTo>
                    <a:lnTo>
                      <a:pt x="16" y="48"/>
                    </a:lnTo>
                    <a:lnTo>
                      <a:pt x="13" y="59"/>
                    </a:lnTo>
                    <a:lnTo>
                      <a:pt x="10" y="66"/>
                    </a:lnTo>
                    <a:lnTo>
                      <a:pt x="3" y="73"/>
                    </a:lnTo>
                    <a:lnTo>
                      <a:pt x="0" y="73"/>
                    </a:lnTo>
                    <a:lnTo>
                      <a:pt x="6" y="7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5" name="Google Shape;605;p3"/>
              <p:cNvSpPr/>
              <p:nvPr/>
            </p:nvSpPr>
            <p:spPr>
              <a:xfrm>
                <a:off x="1923" y="2835"/>
                <a:ext cx="43" cy="28"/>
              </a:xfrm>
              <a:custGeom>
                <a:rect b="b" l="l" r="r" t="t"/>
                <a:pathLst>
                  <a:path extrusionOk="0" h="28" w="43">
                    <a:moveTo>
                      <a:pt x="43" y="4"/>
                    </a:moveTo>
                    <a:lnTo>
                      <a:pt x="43" y="11"/>
                    </a:lnTo>
                    <a:lnTo>
                      <a:pt x="40" y="14"/>
                    </a:lnTo>
                    <a:lnTo>
                      <a:pt x="36" y="21"/>
                    </a:lnTo>
                    <a:lnTo>
                      <a:pt x="30" y="28"/>
                    </a:lnTo>
                    <a:lnTo>
                      <a:pt x="0" y="28"/>
                    </a:lnTo>
                    <a:lnTo>
                      <a:pt x="3" y="21"/>
                    </a:lnTo>
                    <a:lnTo>
                      <a:pt x="3" y="14"/>
                    </a:lnTo>
                    <a:lnTo>
                      <a:pt x="6" y="7"/>
                    </a:lnTo>
                    <a:lnTo>
                      <a:pt x="13" y="0"/>
                    </a:lnTo>
                    <a:lnTo>
                      <a:pt x="16" y="0"/>
                    </a:lnTo>
                    <a:lnTo>
                      <a:pt x="20" y="4"/>
                    </a:lnTo>
                    <a:lnTo>
                      <a:pt x="43" y="4"/>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6" name="Google Shape;606;p3"/>
              <p:cNvSpPr/>
              <p:nvPr/>
            </p:nvSpPr>
            <p:spPr>
              <a:xfrm>
                <a:off x="1949" y="2835"/>
                <a:ext cx="20" cy="31"/>
              </a:xfrm>
              <a:custGeom>
                <a:rect b="b" l="l" r="r" t="t"/>
                <a:pathLst>
                  <a:path extrusionOk="0" h="31" w="20">
                    <a:moveTo>
                      <a:pt x="4" y="31"/>
                    </a:moveTo>
                    <a:lnTo>
                      <a:pt x="7" y="31"/>
                    </a:lnTo>
                    <a:lnTo>
                      <a:pt x="14" y="25"/>
                    </a:lnTo>
                    <a:lnTo>
                      <a:pt x="17" y="18"/>
                    </a:lnTo>
                    <a:lnTo>
                      <a:pt x="17" y="11"/>
                    </a:lnTo>
                    <a:lnTo>
                      <a:pt x="20" y="4"/>
                    </a:lnTo>
                    <a:lnTo>
                      <a:pt x="17" y="0"/>
                    </a:lnTo>
                    <a:lnTo>
                      <a:pt x="14" y="7"/>
                    </a:lnTo>
                    <a:lnTo>
                      <a:pt x="10" y="14"/>
                    </a:lnTo>
                    <a:lnTo>
                      <a:pt x="4" y="21"/>
                    </a:lnTo>
                    <a:lnTo>
                      <a:pt x="0" y="28"/>
                    </a:lnTo>
                    <a:lnTo>
                      <a:pt x="4" y="25"/>
                    </a:lnTo>
                    <a:lnTo>
                      <a:pt x="4" y="31"/>
                    </a:lnTo>
                    <a:lnTo>
                      <a:pt x="7" y="31"/>
                    </a:lnTo>
                    <a:lnTo>
                      <a:pt x="4"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7" name="Google Shape;607;p3"/>
              <p:cNvSpPr/>
              <p:nvPr/>
            </p:nvSpPr>
            <p:spPr>
              <a:xfrm>
                <a:off x="1916" y="2860"/>
                <a:ext cx="37" cy="6"/>
              </a:xfrm>
              <a:custGeom>
                <a:rect b="b" l="l" r="r" t="t"/>
                <a:pathLst>
                  <a:path extrusionOk="0" h="6" w="37">
                    <a:moveTo>
                      <a:pt x="3" y="3"/>
                    </a:moveTo>
                    <a:lnTo>
                      <a:pt x="7" y="6"/>
                    </a:lnTo>
                    <a:lnTo>
                      <a:pt x="37" y="6"/>
                    </a:lnTo>
                    <a:lnTo>
                      <a:pt x="37" y="0"/>
                    </a:lnTo>
                    <a:lnTo>
                      <a:pt x="7" y="0"/>
                    </a:lnTo>
                    <a:lnTo>
                      <a:pt x="10" y="6"/>
                    </a:lnTo>
                    <a:lnTo>
                      <a:pt x="3" y="3"/>
                    </a:lnTo>
                    <a:lnTo>
                      <a:pt x="0" y="6"/>
                    </a:lnTo>
                    <a:lnTo>
                      <a:pt x="7" y="6"/>
                    </a:lnTo>
                    <a:lnTo>
                      <a:pt x="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8" name="Google Shape;608;p3"/>
              <p:cNvSpPr/>
              <p:nvPr/>
            </p:nvSpPr>
            <p:spPr>
              <a:xfrm>
                <a:off x="1919" y="2832"/>
                <a:ext cx="17" cy="34"/>
              </a:xfrm>
              <a:custGeom>
                <a:rect b="b" l="l" r="r" t="t"/>
                <a:pathLst>
                  <a:path extrusionOk="0" h="34" w="17">
                    <a:moveTo>
                      <a:pt x="17" y="0"/>
                    </a:moveTo>
                    <a:lnTo>
                      <a:pt x="14" y="0"/>
                    </a:lnTo>
                    <a:lnTo>
                      <a:pt x="10" y="7"/>
                    </a:lnTo>
                    <a:lnTo>
                      <a:pt x="4" y="17"/>
                    </a:lnTo>
                    <a:lnTo>
                      <a:pt x="4" y="24"/>
                    </a:lnTo>
                    <a:lnTo>
                      <a:pt x="0" y="31"/>
                    </a:lnTo>
                    <a:lnTo>
                      <a:pt x="7" y="34"/>
                    </a:lnTo>
                    <a:lnTo>
                      <a:pt x="10" y="28"/>
                    </a:lnTo>
                    <a:lnTo>
                      <a:pt x="10" y="17"/>
                    </a:lnTo>
                    <a:lnTo>
                      <a:pt x="14" y="14"/>
                    </a:lnTo>
                    <a:lnTo>
                      <a:pt x="17" y="7"/>
                    </a:lnTo>
                    <a:lnTo>
                      <a:pt x="17" y="0"/>
                    </a:lnTo>
                    <a:lnTo>
                      <a:pt x="14" y="0"/>
                    </a:lnTo>
                    <a:lnTo>
                      <a:pt x="1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9" name="Google Shape;609;p3"/>
              <p:cNvSpPr/>
              <p:nvPr/>
            </p:nvSpPr>
            <p:spPr>
              <a:xfrm>
                <a:off x="1936" y="2832"/>
                <a:ext cx="37" cy="10"/>
              </a:xfrm>
              <a:custGeom>
                <a:rect b="b" l="l" r="r" t="t"/>
                <a:pathLst>
                  <a:path extrusionOk="0" h="10" w="37">
                    <a:moveTo>
                      <a:pt x="33" y="7"/>
                    </a:moveTo>
                    <a:lnTo>
                      <a:pt x="30" y="3"/>
                    </a:lnTo>
                    <a:lnTo>
                      <a:pt x="27" y="3"/>
                    </a:lnTo>
                    <a:lnTo>
                      <a:pt x="23" y="0"/>
                    </a:lnTo>
                    <a:lnTo>
                      <a:pt x="17" y="0"/>
                    </a:lnTo>
                    <a:lnTo>
                      <a:pt x="13" y="3"/>
                    </a:lnTo>
                    <a:lnTo>
                      <a:pt x="7" y="3"/>
                    </a:lnTo>
                    <a:lnTo>
                      <a:pt x="3" y="0"/>
                    </a:lnTo>
                    <a:lnTo>
                      <a:pt x="0" y="0"/>
                    </a:lnTo>
                    <a:lnTo>
                      <a:pt x="0" y="7"/>
                    </a:lnTo>
                    <a:lnTo>
                      <a:pt x="3" y="7"/>
                    </a:lnTo>
                    <a:lnTo>
                      <a:pt x="7" y="10"/>
                    </a:lnTo>
                    <a:lnTo>
                      <a:pt x="30" y="10"/>
                    </a:lnTo>
                    <a:lnTo>
                      <a:pt x="30" y="3"/>
                    </a:lnTo>
                    <a:lnTo>
                      <a:pt x="33" y="7"/>
                    </a:lnTo>
                    <a:lnTo>
                      <a:pt x="37" y="3"/>
                    </a:lnTo>
                    <a:lnTo>
                      <a:pt x="30" y="3"/>
                    </a:lnTo>
                    <a:lnTo>
                      <a:pt x="3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0" name="Google Shape;610;p3"/>
              <p:cNvSpPr/>
              <p:nvPr/>
            </p:nvSpPr>
            <p:spPr>
              <a:xfrm>
                <a:off x="1769" y="2842"/>
                <a:ext cx="44" cy="35"/>
              </a:xfrm>
              <a:custGeom>
                <a:rect b="b" l="l" r="r" t="t"/>
                <a:pathLst>
                  <a:path extrusionOk="0" h="35" w="44">
                    <a:moveTo>
                      <a:pt x="44" y="0"/>
                    </a:moveTo>
                    <a:lnTo>
                      <a:pt x="44" y="4"/>
                    </a:lnTo>
                    <a:lnTo>
                      <a:pt x="40" y="7"/>
                    </a:lnTo>
                    <a:lnTo>
                      <a:pt x="37" y="14"/>
                    </a:lnTo>
                    <a:lnTo>
                      <a:pt x="34" y="18"/>
                    </a:lnTo>
                    <a:lnTo>
                      <a:pt x="34" y="21"/>
                    </a:lnTo>
                    <a:lnTo>
                      <a:pt x="27" y="28"/>
                    </a:lnTo>
                    <a:lnTo>
                      <a:pt x="24" y="35"/>
                    </a:lnTo>
                    <a:lnTo>
                      <a:pt x="20" y="31"/>
                    </a:lnTo>
                    <a:lnTo>
                      <a:pt x="17" y="31"/>
                    </a:lnTo>
                    <a:lnTo>
                      <a:pt x="14" y="28"/>
                    </a:lnTo>
                    <a:lnTo>
                      <a:pt x="14" y="24"/>
                    </a:lnTo>
                    <a:lnTo>
                      <a:pt x="10" y="24"/>
                    </a:lnTo>
                    <a:lnTo>
                      <a:pt x="4" y="18"/>
                    </a:lnTo>
                    <a:lnTo>
                      <a:pt x="0" y="18"/>
                    </a:lnTo>
                    <a:lnTo>
                      <a:pt x="14" y="18"/>
                    </a:lnTo>
                    <a:lnTo>
                      <a:pt x="17" y="14"/>
                    </a:lnTo>
                    <a:lnTo>
                      <a:pt x="24" y="14"/>
                    </a:lnTo>
                    <a:lnTo>
                      <a:pt x="27" y="11"/>
                    </a:lnTo>
                    <a:lnTo>
                      <a:pt x="34" y="7"/>
                    </a:lnTo>
                    <a:lnTo>
                      <a:pt x="34" y="4"/>
                    </a:lnTo>
                    <a:lnTo>
                      <a:pt x="37" y="0"/>
                    </a:lnTo>
                    <a:lnTo>
                      <a:pt x="44" y="0"/>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1" name="Google Shape;611;p3"/>
              <p:cNvSpPr/>
              <p:nvPr/>
            </p:nvSpPr>
            <p:spPr>
              <a:xfrm>
                <a:off x="1793" y="2839"/>
                <a:ext cx="23" cy="41"/>
              </a:xfrm>
              <a:custGeom>
                <a:rect b="b" l="l" r="r" t="t"/>
                <a:pathLst>
                  <a:path extrusionOk="0" h="41" w="23">
                    <a:moveTo>
                      <a:pt x="0" y="41"/>
                    </a:moveTo>
                    <a:lnTo>
                      <a:pt x="13" y="27"/>
                    </a:lnTo>
                    <a:lnTo>
                      <a:pt x="13" y="21"/>
                    </a:lnTo>
                    <a:lnTo>
                      <a:pt x="23" y="10"/>
                    </a:lnTo>
                    <a:lnTo>
                      <a:pt x="23" y="3"/>
                    </a:lnTo>
                    <a:lnTo>
                      <a:pt x="16" y="0"/>
                    </a:lnTo>
                    <a:lnTo>
                      <a:pt x="16" y="7"/>
                    </a:lnTo>
                    <a:lnTo>
                      <a:pt x="10" y="14"/>
                    </a:lnTo>
                    <a:lnTo>
                      <a:pt x="10" y="17"/>
                    </a:lnTo>
                    <a:lnTo>
                      <a:pt x="6" y="24"/>
                    </a:lnTo>
                    <a:lnTo>
                      <a:pt x="3" y="27"/>
                    </a:lnTo>
                    <a:lnTo>
                      <a:pt x="3" y="31"/>
                    </a:lnTo>
                    <a:lnTo>
                      <a:pt x="0" y="34"/>
                    </a:lnTo>
                    <a:lnTo>
                      <a:pt x="3" y="34"/>
                    </a:lnTo>
                    <a:lnTo>
                      <a:pt x="0" y="41"/>
                    </a:lnTo>
                    <a:lnTo>
                      <a:pt x="3" y="41"/>
                    </a:lnTo>
                    <a:lnTo>
                      <a:pt x="3" y="38"/>
                    </a:lnTo>
                    <a:lnTo>
                      <a:pt x="0" y="4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2" name="Google Shape;612;p3"/>
              <p:cNvSpPr/>
              <p:nvPr/>
            </p:nvSpPr>
            <p:spPr>
              <a:xfrm>
                <a:off x="1746" y="2849"/>
                <a:ext cx="50" cy="31"/>
              </a:xfrm>
              <a:custGeom>
                <a:rect b="b" l="l" r="r" t="t"/>
                <a:pathLst>
                  <a:path extrusionOk="0" h="31" w="50">
                    <a:moveTo>
                      <a:pt x="23" y="7"/>
                    </a:moveTo>
                    <a:lnTo>
                      <a:pt x="23" y="14"/>
                    </a:lnTo>
                    <a:lnTo>
                      <a:pt x="27" y="17"/>
                    </a:lnTo>
                    <a:lnTo>
                      <a:pt x="30" y="17"/>
                    </a:lnTo>
                    <a:lnTo>
                      <a:pt x="40" y="28"/>
                    </a:lnTo>
                    <a:lnTo>
                      <a:pt x="43" y="28"/>
                    </a:lnTo>
                    <a:lnTo>
                      <a:pt x="47" y="31"/>
                    </a:lnTo>
                    <a:lnTo>
                      <a:pt x="50" y="24"/>
                    </a:lnTo>
                    <a:lnTo>
                      <a:pt x="47" y="21"/>
                    </a:lnTo>
                    <a:lnTo>
                      <a:pt x="43" y="21"/>
                    </a:lnTo>
                    <a:lnTo>
                      <a:pt x="40" y="17"/>
                    </a:lnTo>
                    <a:lnTo>
                      <a:pt x="37" y="17"/>
                    </a:lnTo>
                    <a:lnTo>
                      <a:pt x="33" y="14"/>
                    </a:lnTo>
                    <a:lnTo>
                      <a:pt x="33" y="11"/>
                    </a:lnTo>
                    <a:lnTo>
                      <a:pt x="27" y="7"/>
                    </a:lnTo>
                    <a:lnTo>
                      <a:pt x="23" y="7"/>
                    </a:lnTo>
                    <a:lnTo>
                      <a:pt x="23" y="14"/>
                    </a:lnTo>
                    <a:lnTo>
                      <a:pt x="23" y="7"/>
                    </a:lnTo>
                    <a:lnTo>
                      <a:pt x="0" y="0"/>
                    </a:lnTo>
                    <a:lnTo>
                      <a:pt x="23" y="14"/>
                    </a:lnTo>
                    <a:lnTo>
                      <a:pt x="2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3" name="Google Shape;613;p3"/>
              <p:cNvSpPr/>
              <p:nvPr/>
            </p:nvSpPr>
            <p:spPr>
              <a:xfrm>
                <a:off x="1769" y="2839"/>
                <a:ext cx="40" cy="24"/>
              </a:xfrm>
              <a:custGeom>
                <a:rect b="b" l="l" r="r" t="t"/>
                <a:pathLst>
                  <a:path extrusionOk="0" h="24" w="40">
                    <a:moveTo>
                      <a:pt x="37" y="0"/>
                    </a:moveTo>
                    <a:lnTo>
                      <a:pt x="34" y="0"/>
                    </a:lnTo>
                    <a:lnTo>
                      <a:pt x="34" y="7"/>
                    </a:lnTo>
                    <a:lnTo>
                      <a:pt x="30" y="10"/>
                    </a:lnTo>
                    <a:lnTo>
                      <a:pt x="27" y="10"/>
                    </a:lnTo>
                    <a:lnTo>
                      <a:pt x="20" y="14"/>
                    </a:lnTo>
                    <a:lnTo>
                      <a:pt x="17" y="14"/>
                    </a:lnTo>
                    <a:lnTo>
                      <a:pt x="14" y="17"/>
                    </a:lnTo>
                    <a:lnTo>
                      <a:pt x="0" y="17"/>
                    </a:lnTo>
                    <a:lnTo>
                      <a:pt x="0" y="24"/>
                    </a:lnTo>
                    <a:lnTo>
                      <a:pt x="14" y="24"/>
                    </a:lnTo>
                    <a:lnTo>
                      <a:pt x="17" y="21"/>
                    </a:lnTo>
                    <a:lnTo>
                      <a:pt x="24" y="21"/>
                    </a:lnTo>
                    <a:lnTo>
                      <a:pt x="30" y="17"/>
                    </a:lnTo>
                    <a:lnTo>
                      <a:pt x="37" y="10"/>
                    </a:lnTo>
                    <a:lnTo>
                      <a:pt x="40" y="3"/>
                    </a:lnTo>
                    <a:lnTo>
                      <a:pt x="37" y="7"/>
                    </a:lnTo>
                    <a:lnTo>
                      <a:pt x="37" y="0"/>
                    </a:lnTo>
                    <a:lnTo>
                      <a:pt x="34" y="0"/>
                    </a:lnTo>
                    <a:lnTo>
                      <a:pt x="3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4" name="Google Shape;614;p3"/>
              <p:cNvSpPr/>
              <p:nvPr/>
            </p:nvSpPr>
            <p:spPr>
              <a:xfrm>
                <a:off x="1806" y="2839"/>
                <a:ext cx="13" cy="7"/>
              </a:xfrm>
              <a:custGeom>
                <a:rect b="b" l="l" r="r" t="t"/>
                <a:pathLst>
                  <a:path extrusionOk="0" h="7" w="13">
                    <a:moveTo>
                      <a:pt x="10" y="3"/>
                    </a:moveTo>
                    <a:lnTo>
                      <a:pt x="7" y="0"/>
                    </a:lnTo>
                    <a:lnTo>
                      <a:pt x="0" y="0"/>
                    </a:lnTo>
                    <a:lnTo>
                      <a:pt x="0" y="7"/>
                    </a:lnTo>
                    <a:lnTo>
                      <a:pt x="7" y="7"/>
                    </a:lnTo>
                    <a:lnTo>
                      <a:pt x="3" y="0"/>
                    </a:lnTo>
                    <a:lnTo>
                      <a:pt x="10" y="3"/>
                    </a:lnTo>
                    <a:lnTo>
                      <a:pt x="13" y="0"/>
                    </a:lnTo>
                    <a:lnTo>
                      <a:pt x="7" y="0"/>
                    </a:lnTo>
                    <a:lnTo>
                      <a:pt x="1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5" name="Google Shape;615;p3"/>
              <p:cNvSpPr/>
              <p:nvPr/>
            </p:nvSpPr>
            <p:spPr>
              <a:xfrm>
                <a:off x="1666" y="2866"/>
                <a:ext cx="353" cy="271"/>
              </a:xfrm>
              <a:custGeom>
                <a:rect b="b" l="l" r="r" t="t"/>
                <a:pathLst>
                  <a:path extrusionOk="0" h="271" w="353">
                    <a:moveTo>
                      <a:pt x="127" y="35"/>
                    </a:moveTo>
                    <a:lnTo>
                      <a:pt x="140" y="39"/>
                    </a:lnTo>
                    <a:lnTo>
                      <a:pt x="213" y="39"/>
                    </a:lnTo>
                    <a:lnTo>
                      <a:pt x="227" y="42"/>
                    </a:lnTo>
                    <a:lnTo>
                      <a:pt x="253" y="42"/>
                    </a:lnTo>
                    <a:lnTo>
                      <a:pt x="270" y="46"/>
                    </a:lnTo>
                    <a:lnTo>
                      <a:pt x="297" y="46"/>
                    </a:lnTo>
                    <a:lnTo>
                      <a:pt x="310" y="49"/>
                    </a:lnTo>
                    <a:lnTo>
                      <a:pt x="327" y="49"/>
                    </a:lnTo>
                    <a:lnTo>
                      <a:pt x="340" y="52"/>
                    </a:lnTo>
                    <a:lnTo>
                      <a:pt x="353" y="52"/>
                    </a:lnTo>
                    <a:lnTo>
                      <a:pt x="353" y="63"/>
                    </a:lnTo>
                    <a:lnTo>
                      <a:pt x="350" y="73"/>
                    </a:lnTo>
                    <a:lnTo>
                      <a:pt x="350" y="84"/>
                    </a:lnTo>
                    <a:lnTo>
                      <a:pt x="347" y="94"/>
                    </a:lnTo>
                    <a:lnTo>
                      <a:pt x="343" y="104"/>
                    </a:lnTo>
                    <a:lnTo>
                      <a:pt x="340" y="115"/>
                    </a:lnTo>
                    <a:lnTo>
                      <a:pt x="340" y="125"/>
                    </a:lnTo>
                    <a:lnTo>
                      <a:pt x="337" y="136"/>
                    </a:lnTo>
                    <a:lnTo>
                      <a:pt x="330" y="136"/>
                    </a:lnTo>
                    <a:lnTo>
                      <a:pt x="323" y="139"/>
                    </a:lnTo>
                    <a:lnTo>
                      <a:pt x="317" y="143"/>
                    </a:lnTo>
                    <a:lnTo>
                      <a:pt x="310" y="146"/>
                    </a:lnTo>
                    <a:lnTo>
                      <a:pt x="303" y="149"/>
                    </a:lnTo>
                    <a:lnTo>
                      <a:pt x="297" y="153"/>
                    </a:lnTo>
                    <a:lnTo>
                      <a:pt x="287" y="153"/>
                    </a:lnTo>
                    <a:lnTo>
                      <a:pt x="283" y="156"/>
                    </a:lnTo>
                    <a:lnTo>
                      <a:pt x="273" y="160"/>
                    </a:lnTo>
                    <a:lnTo>
                      <a:pt x="267" y="163"/>
                    </a:lnTo>
                    <a:lnTo>
                      <a:pt x="260" y="163"/>
                    </a:lnTo>
                    <a:lnTo>
                      <a:pt x="253" y="167"/>
                    </a:lnTo>
                    <a:lnTo>
                      <a:pt x="220" y="167"/>
                    </a:lnTo>
                    <a:lnTo>
                      <a:pt x="213" y="170"/>
                    </a:lnTo>
                    <a:lnTo>
                      <a:pt x="207" y="170"/>
                    </a:lnTo>
                    <a:lnTo>
                      <a:pt x="200" y="174"/>
                    </a:lnTo>
                    <a:lnTo>
                      <a:pt x="173" y="174"/>
                    </a:lnTo>
                    <a:lnTo>
                      <a:pt x="167" y="170"/>
                    </a:lnTo>
                    <a:lnTo>
                      <a:pt x="157" y="177"/>
                    </a:lnTo>
                    <a:lnTo>
                      <a:pt x="130" y="205"/>
                    </a:lnTo>
                    <a:lnTo>
                      <a:pt x="120" y="212"/>
                    </a:lnTo>
                    <a:lnTo>
                      <a:pt x="117" y="219"/>
                    </a:lnTo>
                    <a:lnTo>
                      <a:pt x="110" y="229"/>
                    </a:lnTo>
                    <a:lnTo>
                      <a:pt x="107" y="233"/>
                    </a:lnTo>
                    <a:lnTo>
                      <a:pt x="110" y="240"/>
                    </a:lnTo>
                    <a:lnTo>
                      <a:pt x="110" y="246"/>
                    </a:lnTo>
                    <a:lnTo>
                      <a:pt x="113" y="253"/>
                    </a:lnTo>
                    <a:lnTo>
                      <a:pt x="113" y="264"/>
                    </a:lnTo>
                    <a:lnTo>
                      <a:pt x="110" y="267"/>
                    </a:lnTo>
                    <a:lnTo>
                      <a:pt x="100" y="271"/>
                    </a:lnTo>
                    <a:lnTo>
                      <a:pt x="97" y="271"/>
                    </a:lnTo>
                    <a:lnTo>
                      <a:pt x="90" y="267"/>
                    </a:lnTo>
                    <a:lnTo>
                      <a:pt x="83" y="264"/>
                    </a:lnTo>
                    <a:lnTo>
                      <a:pt x="80" y="260"/>
                    </a:lnTo>
                    <a:lnTo>
                      <a:pt x="80" y="253"/>
                    </a:lnTo>
                    <a:lnTo>
                      <a:pt x="77" y="250"/>
                    </a:lnTo>
                    <a:lnTo>
                      <a:pt x="73" y="243"/>
                    </a:lnTo>
                    <a:lnTo>
                      <a:pt x="70" y="236"/>
                    </a:lnTo>
                    <a:lnTo>
                      <a:pt x="73" y="226"/>
                    </a:lnTo>
                    <a:lnTo>
                      <a:pt x="77" y="215"/>
                    </a:lnTo>
                    <a:lnTo>
                      <a:pt x="83" y="205"/>
                    </a:lnTo>
                    <a:lnTo>
                      <a:pt x="123" y="163"/>
                    </a:lnTo>
                    <a:lnTo>
                      <a:pt x="120" y="156"/>
                    </a:lnTo>
                    <a:lnTo>
                      <a:pt x="117" y="153"/>
                    </a:lnTo>
                    <a:lnTo>
                      <a:pt x="113" y="153"/>
                    </a:lnTo>
                    <a:lnTo>
                      <a:pt x="90" y="177"/>
                    </a:lnTo>
                    <a:lnTo>
                      <a:pt x="80" y="191"/>
                    </a:lnTo>
                    <a:lnTo>
                      <a:pt x="67" y="201"/>
                    </a:lnTo>
                    <a:lnTo>
                      <a:pt x="60" y="212"/>
                    </a:lnTo>
                    <a:lnTo>
                      <a:pt x="57" y="226"/>
                    </a:lnTo>
                    <a:lnTo>
                      <a:pt x="57" y="240"/>
                    </a:lnTo>
                    <a:lnTo>
                      <a:pt x="60" y="257"/>
                    </a:lnTo>
                    <a:lnTo>
                      <a:pt x="60" y="260"/>
                    </a:lnTo>
                    <a:lnTo>
                      <a:pt x="57" y="264"/>
                    </a:lnTo>
                    <a:lnTo>
                      <a:pt x="50" y="264"/>
                    </a:lnTo>
                    <a:lnTo>
                      <a:pt x="47" y="267"/>
                    </a:lnTo>
                    <a:lnTo>
                      <a:pt x="43" y="267"/>
                    </a:lnTo>
                    <a:lnTo>
                      <a:pt x="40" y="264"/>
                    </a:lnTo>
                    <a:lnTo>
                      <a:pt x="33" y="264"/>
                    </a:lnTo>
                    <a:lnTo>
                      <a:pt x="33" y="260"/>
                    </a:lnTo>
                    <a:lnTo>
                      <a:pt x="27" y="246"/>
                    </a:lnTo>
                    <a:lnTo>
                      <a:pt x="23" y="233"/>
                    </a:lnTo>
                    <a:lnTo>
                      <a:pt x="23" y="201"/>
                    </a:lnTo>
                    <a:lnTo>
                      <a:pt x="30" y="188"/>
                    </a:lnTo>
                    <a:lnTo>
                      <a:pt x="37" y="177"/>
                    </a:lnTo>
                    <a:lnTo>
                      <a:pt x="43" y="167"/>
                    </a:lnTo>
                    <a:lnTo>
                      <a:pt x="57" y="156"/>
                    </a:lnTo>
                    <a:lnTo>
                      <a:pt x="67" y="149"/>
                    </a:lnTo>
                    <a:lnTo>
                      <a:pt x="77" y="139"/>
                    </a:lnTo>
                    <a:lnTo>
                      <a:pt x="90" y="132"/>
                    </a:lnTo>
                    <a:lnTo>
                      <a:pt x="100" y="125"/>
                    </a:lnTo>
                    <a:lnTo>
                      <a:pt x="100" y="111"/>
                    </a:lnTo>
                    <a:lnTo>
                      <a:pt x="90" y="111"/>
                    </a:lnTo>
                    <a:lnTo>
                      <a:pt x="87" y="115"/>
                    </a:lnTo>
                    <a:lnTo>
                      <a:pt x="83" y="115"/>
                    </a:lnTo>
                    <a:lnTo>
                      <a:pt x="77" y="122"/>
                    </a:lnTo>
                    <a:lnTo>
                      <a:pt x="73" y="122"/>
                    </a:lnTo>
                    <a:lnTo>
                      <a:pt x="67" y="129"/>
                    </a:lnTo>
                    <a:lnTo>
                      <a:pt x="60" y="132"/>
                    </a:lnTo>
                    <a:lnTo>
                      <a:pt x="57" y="136"/>
                    </a:lnTo>
                    <a:lnTo>
                      <a:pt x="53" y="136"/>
                    </a:lnTo>
                    <a:lnTo>
                      <a:pt x="47" y="139"/>
                    </a:lnTo>
                    <a:lnTo>
                      <a:pt x="43" y="139"/>
                    </a:lnTo>
                    <a:lnTo>
                      <a:pt x="37" y="136"/>
                    </a:lnTo>
                    <a:lnTo>
                      <a:pt x="33" y="139"/>
                    </a:lnTo>
                    <a:lnTo>
                      <a:pt x="33" y="143"/>
                    </a:lnTo>
                    <a:lnTo>
                      <a:pt x="37" y="146"/>
                    </a:lnTo>
                    <a:lnTo>
                      <a:pt x="37" y="149"/>
                    </a:lnTo>
                    <a:lnTo>
                      <a:pt x="33" y="156"/>
                    </a:lnTo>
                    <a:lnTo>
                      <a:pt x="20" y="170"/>
                    </a:lnTo>
                    <a:lnTo>
                      <a:pt x="17" y="177"/>
                    </a:lnTo>
                    <a:lnTo>
                      <a:pt x="10" y="184"/>
                    </a:lnTo>
                    <a:lnTo>
                      <a:pt x="10" y="191"/>
                    </a:lnTo>
                    <a:lnTo>
                      <a:pt x="7" y="198"/>
                    </a:lnTo>
                    <a:lnTo>
                      <a:pt x="7" y="208"/>
                    </a:lnTo>
                    <a:lnTo>
                      <a:pt x="3" y="208"/>
                    </a:lnTo>
                    <a:lnTo>
                      <a:pt x="3" y="195"/>
                    </a:lnTo>
                    <a:lnTo>
                      <a:pt x="0" y="184"/>
                    </a:lnTo>
                    <a:lnTo>
                      <a:pt x="0" y="156"/>
                    </a:lnTo>
                    <a:lnTo>
                      <a:pt x="3" y="143"/>
                    </a:lnTo>
                    <a:lnTo>
                      <a:pt x="7" y="132"/>
                    </a:lnTo>
                    <a:lnTo>
                      <a:pt x="10" y="118"/>
                    </a:lnTo>
                    <a:lnTo>
                      <a:pt x="17" y="108"/>
                    </a:lnTo>
                    <a:lnTo>
                      <a:pt x="27" y="101"/>
                    </a:lnTo>
                    <a:lnTo>
                      <a:pt x="37" y="94"/>
                    </a:lnTo>
                    <a:lnTo>
                      <a:pt x="47" y="87"/>
                    </a:lnTo>
                    <a:lnTo>
                      <a:pt x="57" y="80"/>
                    </a:lnTo>
                    <a:lnTo>
                      <a:pt x="67" y="77"/>
                    </a:lnTo>
                    <a:lnTo>
                      <a:pt x="80" y="70"/>
                    </a:lnTo>
                    <a:lnTo>
                      <a:pt x="90" y="66"/>
                    </a:lnTo>
                    <a:lnTo>
                      <a:pt x="100" y="59"/>
                    </a:lnTo>
                    <a:lnTo>
                      <a:pt x="103" y="56"/>
                    </a:lnTo>
                    <a:lnTo>
                      <a:pt x="103" y="49"/>
                    </a:lnTo>
                    <a:lnTo>
                      <a:pt x="100" y="46"/>
                    </a:lnTo>
                    <a:lnTo>
                      <a:pt x="93" y="46"/>
                    </a:lnTo>
                    <a:lnTo>
                      <a:pt x="87" y="49"/>
                    </a:lnTo>
                    <a:lnTo>
                      <a:pt x="83" y="49"/>
                    </a:lnTo>
                    <a:lnTo>
                      <a:pt x="77" y="52"/>
                    </a:lnTo>
                    <a:lnTo>
                      <a:pt x="73" y="56"/>
                    </a:lnTo>
                    <a:lnTo>
                      <a:pt x="67" y="52"/>
                    </a:lnTo>
                    <a:lnTo>
                      <a:pt x="60" y="49"/>
                    </a:lnTo>
                    <a:lnTo>
                      <a:pt x="50" y="49"/>
                    </a:lnTo>
                    <a:lnTo>
                      <a:pt x="50" y="52"/>
                    </a:lnTo>
                    <a:lnTo>
                      <a:pt x="47" y="52"/>
                    </a:lnTo>
                    <a:lnTo>
                      <a:pt x="43" y="56"/>
                    </a:lnTo>
                    <a:lnTo>
                      <a:pt x="43" y="59"/>
                    </a:lnTo>
                    <a:lnTo>
                      <a:pt x="40" y="63"/>
                    </a:lnTo>
                    <a:lnTo>
                      <a:pt x="43" y="70"/>
                    </a:lnTo>
                    <a:lnTo>
                      <a:pt x="43" y="73"/>
                    </a:lnTo>
                    <a:lnTo>
                      <a:pt x="37" y="80"/>
                    </a:lnTo>
                    <a:lnTo>
                      <a:pt x="30" y="80"/>
                    </a:lnTo>
                    <a:lnTo>
                      <a:pt x="27" y="84"/>
                    </a:lnTo>
                    <a:lnTo>
                      <a:pt x="20" y="87"/>
                    </a:lnTo>
                    <a:lnTo>
                      <a:pt x="17" y="91"/>
                    </a:lnTo>
                    <a:lnTo>
                      <a:pt x="13" y="87"/>
                    </a:lnTo>
                    <a:lnTo>
                      <a:pt x="13" y="80"/>
                    </a:lnTo>
                    <a:lnTo>
                      <a:pt x="10" y="77"/>
                    </a:lnTo>
                    <a:lnTo>
                      <a:pt x="7" y="70"/>
                    </a:lnTo>
                    <a:lnTo>
                      <a:pt x="7" y="39"/>
                    </a:lnTo>
                    <a:lnTo>
                      <a:pt x="17" y="32"/>
                    </a:lnTo>
                    <a:lnTo>
                      <a:pt x="27" y="21"/>
                    </a:lnTo>
                    <a:lnTo>
                      <a:pt x="37" y="14"/>
                    </a:lnTo>
                    <a:lnTo>
                      <a:pt x="47" y="7"/>
                    </a:lnTo>
                    <a:lnTo>
                      <a:pt x="57" y="0"/>
                    </a:lnTo>
                    <a:lnTo>
                      <a:pt x="80" y="0"/>
                    </a:lnTo>
                    <a:lnTo>
                      <a:pt x="93" y="4"/>
                    </a:lnTo>
                    <a:lnTo>
                      <a:pt x="97" y="7"/>
                    </a:lnTo>
                    <a:lnTo>
                      <a:pt x="103" y="11"/>
                    </a:lnTo>
                    <a:lnTo>
                      <a:pt x="107" y="14"/>
                    </a:lnTo>
                    <a:lnTo>
                      <a:pt x="113" y="18"/>
                    </a:lnTo>
                    <a:lnTo>
                      <a:pt x="117" y="21"/>
                    </a:lnTo>
                    <a:lnTo>
                      <a:pt x="120" y="28"/>
                    </a:lnTo>
                    <a:lnTo>
                      <a:pt x="127" y="35"/>
                    </a:lnTo>
                    <a:close/>
                  </a:path>
                </a:pathLst>
              </a:custGeom>
              <a:solidFill>
                <a:srgbClr val="F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6" name="Google Shape;616;p3"/>
              <p:cNvSpPr/>
              <p:nvPr/>
            </p:nvSpPr>
            <p:spPr>
              <a:xfrm>
                <a:off x="1793" y="2898"/>
                <a:ext cx="230" cy="24"/>
              </a:xfrm>
              <a:custGeom>
                <a:rect b="b" l="l" r="r" t="t"/>
                <a:pathLst>
                  <a:path extrusionOk="0" h="24" w="230">
                    <a:moveTo>
                      <a:pt x="230" y="20"/>
                    </a:moveTo>
                    <a:lnTo>
                      <a:pt x="226" y="17"/>
                    </a:lnTo>
                    <a:lnTo>
                      <a:pt x="213" y="17"/>
                    </a:lnTo>
                    <a:lnTo>
                      <a:pt x="200" y="14"/>
                    </a:lnTo>
                    <a:lnTo>
                      <a:pt x="183" y="14"/>
                    </a:lnTo>
                    <a:lnTo>
                      <a:pt x="170" y="10"/>
                    </a:lnTo>
                    <a:lnTo>
                      <a:pt x="143" y="10"/>
                    </a:lnTo>
                    <a:lnTo>
                      <a:pt x="126" y="7"/>
                    </a:lnTo>
                    <a:lnTo>
                      <a:pt x="70" y="7"/>
                    </a:lnTo>
                    <a:lnTo>
                      <a:pt x="56" y="3"/>
                    </a:lnTo>
                    <a:lnTo>
                      <a:pt x="13" y="3"/>
                    </a:lnTo>
                    <a:lnTo>
                      <a:pt x="0" y="0"/>
                    </a:lnTo>
                    <a:lnTo>
                      <a:pt x="0" y="7"/>
                    </a:lnTo>
                    <a:lnTo>
                      <a:pt x="26" y="7"/>
                    </a:lnTo>
                    <a:lnTo>
                      <a:pt x="43" y="10"/>
                    </a:lnTo>
                    <a:lnTo>
                      <a:pt x="86" y="10"/>
                    </a:lnTo>
                    <a:lnTo>
                      <a:pt x="100" y="14"/>
                    </a:lnTo>
                    <a:lnTo>
                      <a:pt x="126" y="14"/>
                    </a:lnTo>
                    <a:lnTo>
                      <a:pt x="143" y="17"/>
                    </a:lnTo>
                    <a:lnTo>
                      <a:pt x="170" y="17"/>
                    </a:lnTo>
                    <a:lnTo>
                      <a:pt x="183" y="20"/>
                    </a:lnTo>
                    <a:lnTo>
                      <a:pt x="200" y="20"/>
                    </a:lnTo>
                    <a:lnTo>
                      <a:pt x="213" y="24"/>
                    </a:lnTo>
                    <a:lnTo>
                      <a:pt x="226" y="24"/>
                    </a:lnTo>
                    <a:lnTo>
                      <a:pt x="223" y="20"/>
                    </a:lnTo>
                    <a:lnTo>
                      <a:pt x="230" y="20"/>
                    </a:lnTo>
                    <a:lnTo>
                      <a:pt x="230" y="17"/>
                    </a:lnTo>
                    <a:lnTo>
                      <a:pt x="226" y="17"/>
                    </a:lnTo>
                    <a:lnTo>
                      <a:pt x="230" y="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7" name="Google Shape;617;p3"/>
              <p:cNvSpPr/>
              <p:nvPr/>
            </p:nvSpPr>
            <p:spPr>
              <a:xfrm>
                <a:off x="1999" y="2918"/>
                <a:ext cx="24" cy="84"/>
              </a:xfrm>
              <a:custGeom>
                <a:rect b="b" l="l" r="r" t="t"/>
                <a:pathLst>
                  <a:path extrusionOk="0" h="84" w="24">
                    <a:moveTo>
                      <a:pt x="4" y="84"/>
                    </a:moveTo>
                    <a:lnTo>
                      <a:pt x="7" y="84"/>
                    </a:lnTo>
                    <a:lnTo>
                      <a:pt x="10" y="73"/>
                    </a:lnTo>
                    <a:lnTo>
                      <a:pt x="10" y="63"/>
                    </a:lnTo>
                    <a:lnTo>
                      <a:pt x="14" y="52"/>
                    </a:lnTo>
                    <a:lnTo>
                      <a:pt x="17" y="42"/>
                    </a:lnTo>
                    <a:lnTo>
                      <a:pt x="20" y="32"/>
                    </a:lnTo>
                    <a:lnTo>
                      <a:pt x="20" y="21"/>
                    </a:lnTo>
                    <a:lnTo>
                      <a:pt x="24" y="11"/>
                    </a:lnTo>
                    <a:lnTo>
                      <a:pt x="24" y="0"/>
                    </a:lnTo>
                    <a:lnTo>
                      <a:pt x="17" y="0"/>
                    </a:lnTo>
                    <a:lnTo>
                      <a:pt x="17" y="11"/>
                    </a:lnTo>
                    <a:lnTo>
                      <a:pt x="14" y="21"/>
                    </a:lnTo>
                    <a:lnTo>
                      <a:pt x="14" y="32"/>
                    </a:lnTo>
                    <a:lnTo>
                      <a:pt x="10" y="42"/>
                    </a:lnTo>
                    <a:lnTo>
                      <a:pt x="7" y="52"/>
                    </a:lnTo>
                    <a:lnTo>
                      <a:pt x="4" y="63"/>
                    </a:lnTo>
                    <a:lnTo>
                      <a:pt x="4" y="73"/>
                    </a:lnTo>
                    <a:lnTo>
                      <a:pt x="0" y="84"/>
                    </a:lnTo>
                    <a:lnTo>
                      <a:pt x="4" y="80"/>
                    </a:lnTo>
                    <a:lnTo>
                      <a:pt x="4" y="84"/>
                    </a:lnTo>
                    <a:lnTo>
                      <a:pt x="7" y="84"/>
                    </a:lnTo>
                    <a:lnTo>
                      <a:pt x="4" y="8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8" name="Google Shape;618;p3"/>
              <p:cNvSpPr/>
              <p:nvPr/>
            </p:nvSpPr>
            <p:spPr>
              <a:xfrm>
                <a:off x="1886" y="2998"/>
                <a:ext cx="117" cy="38"/>
              </a:xfrm>
              <a:custGeom>
                <a:rect b="b" l="l" r="r" t="t"/>
                <a:pathLst>
                  <a:path extrusionOk="0" h="38" w="117">
                    <a:moveTo>
                      <a:pt x="3" y="38"/>
                    </a:moveTo>
                    <a:lnTo>
                      <a:pt x="0" y="38"/>
                    </a:lnTo>
                    <a:lnTo>
                      <a:pt x="33" y="38"/>
                    </a:lnTo>
                    <a:lnTo>
                      <a:pt x="40" y="35"/>
                    </a:lnTo>
                    <a:lnTo>
                      <a:pt x="47" y="35"/>
                    </a:lnTo>
                    <a:lnTo>
                      <a:pt x="53" y="31"/>
                    </a:lnTo>
                    <a:lnTo>
                      <a:pt x="63" y="28"/>
                    </a:lnTo>
                    <a:lnTo>
                      <a:pt x="70" y="24"/>
                    </a:lnTo>
                    <a:lnTo>
                      <a:pt x="77" y="24"/>
                    </a:lnTo>
                    <a:lnTo>
                      <a:pt x="83" y="21"/>
                    </a:lnTo>
                    <a:lnTo>
                      <a:pt x="90" y="17"/>
                    </a:lnTo>
                    <a:lnTo>
                      <a:pt x="97" y="14"/>
                    </a:lnTo>
                    <a:lnTo>
                      <a:pt x="103" y="11"/>
                    </a:lnTo>
                    <a:lnTo>
                      <a:pt x="110" y="7"/>
                    </a:lnTo>
                    <a:lnTo>
                      <a:pt x="117" y="4"/>
                    </a:lnTo>
                    <a:lnTo>
                      <a:pt x="117" y="0"/>
                    </a:lnTo>
                    <a:lnTo>
                      <a:pt x="110" y="4"/>
                    </a:lnTo>
                    <a:lnTo>
                      <a:pt x="100" y="4"/>
                    </a:lnTo>
                    <a:lnTo>
                      <a:pt x="93" y="7"/>
                    </a:lnTo>
                    <a:lnTo>
                      <a:pt x="90" y="11"/>
                    </a:lnTo>
                    <a:lnTo>
                      <a:pt x="80" y="14"/>
                    </a:lnTo>
                    <a:lnTo>
                      <a:pt x="73" y="17"/>
                    </a:lnTo>
                    <a:lnTo>
                      <a:pt x="67" y="21"/>
                    </a:lnTo>
                    <a:lnTo>
                      <a:pt x="60" y="21"/>
                    </a:lnTo>
                    <a:lnTo>
                      <a:pt x="53" y="24"/>
                    </a:lnTo>
                    <a:lnTo>
                      <a:pt x="47" y="28"/>
                    </a:lnTo>
                    <a:lnTo>
                      <a:pt x="40" y="28"/>
                    </a:lnTo>
                    <a:lnTo>
                      <a:pt x="33" y="31"/>
                    </a:lnTo>
                    <a:lnTo>
                      <a:pt x="0" y="31"/>
                    </a:lnTo>
                    <a:lnTo>
                      <a:pt x="3"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9" name="Google Shape;619;p3"/>
              <p:cNvSpPr/>
              <p:nvPr/>
            </p:nvSpPr>
            <p:spPr>
              <a:xfrm>
                <a:off x="1829" y="3029"/>
                <a:ext cx="60" cy="14"/>
              </a:xfrm>
              <a:custGeom>
                <a:rect b="b" l="l" r="r" t="t"/>
                <a:pathLst>
                  <a:path extrusionOk="0" h="14" w="60">
                    <a:moveTo>
                      <a:pt x="7" y="11"/>
                    </a:moveTo>
                    <a:lnTo>
                      <a:pt x="4" y="11"/>
                    </a:lnTo>
                    <a:lnTo>
                      <a:pt x="10" y="11"/>
                    </a:lnTo>
                    <a:lnTo>
                      <a:pt x="17" y="14"/>
                    </a:lnTo>
                    <a:lnTo>
                      <a:pt x="24" y="14"/>
                    </a:lnTo>
                    <a:lnTo>
                      <a:pt x="30" y="11"/>
                    </a:lnTo>
                    <a:lnTo>
                      <a:pt x="50" y="11"/>
                    </a:lnTo>
                    <a:lnTo>
                      <a:pt x="60" y="7"/>
                    </a:lnTo>
                    <a:lnTo>
                      <a:pt x="57" y="0"/>
                    </a:lnTo>
                    <a:lnTo>
                      <a:pt x="50" y="4"/>
                    </a:lnTo>
                    <a:lnTo>
                      <a:pt x="44" y="4"/>
                    </a:lnTo>
                    <a:lnTo>
                      <a:pt x="37" y="7"/>
                    </a:lnTo>
                    <a:lnTo>
                      <a:pt x="10" y="7"/>
                    </a:lnTo>
                    <a:lnTo>
                      <a:pt x="4" y="4"/>
                    </a:lnTo>
                    <a:lnTo>
                      <a:pt x="0" y="7"/>
                    </a:lnTo>
                    <a:lnTo>
                      <a:pt x="4" y="4"/>
                    </a:lnTo>
                    <a:lnTo>
                      <a:pt x="0" y="4"/>
                    </a:lnTo>
                    <a:lnTo>
                      <a:pt x="0" y="7"/>
                    </a:lnTo>
                    <a:lnTo>
                      <a:pt x="7"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0" name="Google Shape;620;p3"/>
              <p:cNvSpPr/>
              <p:nvPr/>
            </p:nvSpPr>
            <p:spPr>
              <a:xfrm>
                <a:off x="1773" y="3036"/>
                <a:ext cx="63" cy="59"/>
              </a:xfrm>
              <a:custGeom>
                <a:rect b="b" l="l" r="r" t="t"/>
                <a:pathLst>
                  <a:path extrusionOk="0" h="59" w="63">
                    <a:moveTo>
                      <a:pt x="6" y="59"/>
                    </a:moveTo>
                    <a:lnTo>
                      <a:pt x="3" y="59"/>
                    </a:lnTo>
                    <a:lnTo>
                      <a:pt x="30" y="31"/>
                    </a:lnTo>
                    <a:lnTo>
                      <a:pt x="40" y="25"/>
                    </a:lnTo>
                    <a:lnTo>
                      <a:pt x="53" y="11"/>
                    </a:lnTo>
                    <a:lnTo>
                      <a:pt x="63" y="4"/>
                    </a:lnTo>
                    <a:lnTo>
                      <a:pt x="56" y="0"/>
                    </a:lnTo>
                    <a:lnTo>
                      <a:pt x="50" y="4"/>
                    </a:lnTo>
                    <a:lnTo>
                      <a:pt x="43" y="14"/>
                    </a:lnTo>
                    <a:lnTo>
                      <a:pt x="33" y="21"/>
                    </a:lnTo>
                    <a:lnTo>
                      <a:pt x="26" y="25"/>
                    </a:lnTo>
                    <a:lnTo>
                      <a:pt x="20" y="31"/>
                    </a:lnTo>
                    <a:lnTo>
                      <a:pt x="13" y="42"/>
                    </a:lnTo>
                    <a:lnTo>
                      <a:pt x="0" y="56"/>
                    </a:lnTo>
                    <a:lnTo>
                      <a:pt x="6" y="5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1" name="Google Shape;621;p3"/>
              <p:cNvSpPr/>
              <p:nvPr/>
            </p:nvSpPr>
            <p:spPr>
              <a:xfrm>
                <a:off x="1766" y="3092"/>
                <a:ext cx="17" cy="52"/>
              </a:xfrm>
              <a:custGeom>
                <a:rect b="b" l="l" r="r" t="t"/>
                <a:pathLst>
                  <a:path extrusionOk="0" h="52" w="17">
                    <a:moveTo>
                      <a:pt x="0" y="48"/>
                    </a:moveTo>
                    <a:lnTo>
                      <a:pt x="10" y="45"/>
                    </a:lnTo>
                    <a:lnTo>
                      <a:pt x="17" y="41"/>
                    </a:lnTo>
                    <a:lnTo>
                      <a:pt x="17" y="27"/>
                    </a:lnTo>
                    <a:lnTo>
                      <a:pt x="13" y="20"/>
                    </a:lnTo>
                    <a:lnTo>
                      <a:pt x="13" y="14"/>
                    </a:lnTo>
                    <a:lnTo>
                      <a:pt x="10" y="7"/>
                    </a:lnTo>
                    <a:lnTo>
                      <a:pt x="13" y="3"/>
                    </a:lnTo>
                    <a:lnTo>
                      <a:pt x="7" y="0"/>
                    </a:lnTo>
                    <a:lnTo>
                      <a:pt x="3" y="7"/>
                    </a:lnTo>
                    <a:lnTo>
                      <a:pt x="7" y="14"/>
                    </a:lnTo>
                    <a:lnTo>
                      <a:pt x="7" y="20"/>
                    </a:lnTo>
                    <a:lnTo>
                      <a:pt x="10" y="27"/>
                    </a:lnTo>
                    <a:lnTo>
                      <a:pt x="10" y="38"/>
                    </a:lnTo>
                    <a:lnTo>
                      <a:pt x="7" y="41"/>
                    </a:lnTo>
                    <a:lnTo>
                      <a:pt x="0" y="41"/>
                    </a:lnTo>
                    <a:lnTo>
                      <a:pt x="0" y="52"/>
                    </a:lnTo>
                    <a:lnTo>
                      <a:pt x="0" y="4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2" name="Google Shape;622;p3"/>
              <p:cNvSpPr/>
              <p:nvPr/>
            </p:nvSpPr>
            <p:spPr>
              <a:xfrm>
                <a:off x="1733" y="3102"/>
                <a:ext cx="33" cy="38"/>
              </a:xfrm>
              <a:custGeom>
                <a:rect b="b" l="l" r="r" t="t"/>
                <a:pathLst>
                  <a:path extrusionOk="0" h="38" w="33">
                    <a:moveTo>
                      <a:pt x="0" y="0"/>
                    </a:moveTo>
                    <a:lnTo>
                      <a:pt x="0" y="4"/>
                    </a:lnTo>
                    <a:lnTo>
                      <a:pt x="3" y="7"/>
                    </a:lnTo>
                    <a:lnTo>
                      <a:pt x="6" y="14"/>
                    </a:lnTo>
                    <a:lnTo>
                      <a:pt x="10" y="21"/>
                    </a:lnTo>
                    <a:lnTo>
                      <a:pt x="13" y="24"/>
                    </a:lnTo>
                    <a:lnTo>
                      <a:pt x="16" y="31"/>
                    </a:lnTo>
                    <a:lnTo>
                      <a:pt x="20" y="35"/>
                    </a:lnTo>
                    <a:lnTo>
                      <a:pt x="26" y="38"/>
                    </a:lnTo>
                    <a:lnTo>
                      <a:pt x="33" y="38"/>
                    </a:lnTo>
                    <a:lnTo>
                      <a:pt x="33" y="31"/>
                    </a:lnTo>
                    <a:lnTo>
                      <a:pt x="23" y="31"/>
                    </a:lnTo>
                    <a:lnTo>
                      <a:pt x="20" y="28"/>
                    </a:lnTo>
                    <a:lnTo>
                      <a:pt x="16" y="21"/>
                    </a:lnTo>
                    <a:lnTo>
                      <a:pt x="13" y="17"/>
                    </a:lnTo>
                    <a:lnTo>
                      <a:pt x="13" y="10"/>
                    </a:lnTo>
                    <a:lnTo>
                      <a:pt x="10" y="4"/>
                    </a:lnTo>
                    <a:lnTo>
                      <a:pt x="6" y="0"/>
                    </a:lnTo>
                    <a:lnTo>
                      <a:pt x="0" y="0"/>
                    </a:lnTo>
                    <a:lnTo>
                      <a:pt x="0" y="4"/>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3" name="Google Shape;623;p3"/>
              <p:cNvSpPr/>
              <p:nvPr/>
            </p:nvSpPr>
            <p:spPr>
              <a:xfrm>
                <a:off x="1733" y="3026"/>
                <a:ext cx="60" cy="76"/>
              </a:xfrm>
              <a:custGeom>
                <a:rect b="b" l="l" r="r" t="t"/>
                <a:pathLst>
                  <a:path extrusionOk="0" h="76" w="60">
                    <a:moveTo>
                      <a:pt x="53" y="3"/>
                    </a:moveTo>
                    <a:lnTo>
                      <a:pt x="53" y="0"/>
                    </a:lnTo>
                    <a:lnTo>
                      <a:pt x="46" y="10"/>
                    </a:lnTo>
                    <a:lnTo>
                      <a:pt x="36" y="17"/>
                    </a:lnTo>
                    <a:lnTo>
                      <a:pt x="20" y="35"/>
                    </a:lnTo>
                    <a:lnTo>
                      <a:pt x="13" y="45"/>
                    </a:lnTo>
                    <a:lnTo>
                      <a:pt x="6" y="52"/>
                    </a:lnTo>
                    <a:lnTo>
                      <a:pt x="3" y="66"/>
                    </a:lnTo>
                    <a:lnTo>
                      <a:pt x="0" y="76"/>
                    </a:lnTo>
                    <a:lnTo>
                      <a:pt x="6" y="76"/>
                    </a:lnTo>
                    <a:lnTo>
                      <a:pt x="10" y="66"/>
                    </a:lnTo>
                    <a:lnTo>
                      <a:pt x="13" y="55"/>
                    </a:lnTo>
                    <a:lnTo>
                      <a:pt x="20" y="48"/>
                    </a:lnTo>
                    <a:lnTo>
                      <a:pt x="26" y="38"/>
                    </a:lnTo>
                    <a:lnTo>
                      <a:pt x="60" y="3"/>
                    </a:lnTo>
                    <a:lnTo>
                      <a:pt x="60" y="0"/>
                    </a:lnTo>
                    <a:lnTo>
                      <a:pt x="60" y="3"/>
                    </a:lnTo>
                    <a:lnTo>
                      <a:pt x="60" y="0"/>
                    </a:lnTo>
                    <a:lnTo>
                      <a:pt x="5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4" name="Google Shape;624;p3"/>
              <p:cNvSpPr/>
              <p:nvPr/>
            </p:nvSpPr>
            <p:spPr>
              <a:xfrm>
                <a:off x="1773" y="3019"/>
                <a:ext cx="20" cy="10"/>
              </a:xfrm>
              <a:custGeom>
                <a:rect b="b" l="l" r="r" t="t"/>
                <a:pathLst>
                  <a:path extrusionOk="0" h="10" w="20">
                    <a:moveTo>
                      <a:pt x="3" y="3"/>
                    </a:moveTo>
                    <a:lnTo>
                      <a:pt x="3" y="7"/>
                    </a:lnTo>
                    <a:lnTo>
                      <a:pt x="6" y="3"/>
                    </a:lnTo>
                    <a:lnTo>
                      <a:pt x="10" y="3"/>
                    </a:lnTo>
                    <a:lnTo>
                      <a:pt x="10" y="7"/>
                    </a:lnTo>
                    <a:lnTo>
                      <a:pt x="13" y="10"/>
                    </a:lnTo>
                    <a:lnTo>
                      <a:pt x="20" y="7"/>
                    </a:lnTo>
                    <a:lnTo>
                      <a:pt x="16" y="0"/>
                    </a:lnTo>
                    <a:lnTo>
                      <a:pt x="0" y="0"/>
                    </a:lnTo>
                    <a:lnTo>
                      <a:pt x="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5" name="Google Shape;625;p3"/>
              <p:cNvSpPr/>
              <p:nvPr/>
            </p:nvSpPr>
            <p:spPr>
              <a:xfrm>
                <a:off x="1719" y="3019"/>
                <a:ext cx="57" cy="104"/>
              </a:xfrm>
              <a:custGeom>
                <a:rect b="b" l="l" r="r" t="t"/>
                <a:pathLst>
                  <a:path extrusionOk="0" h="104" w="57">
                    <a:moveTo>
                      <a:pt x="10" y="104"/>
                    </a:moveTo>
                    <a:lnTo>
                      <a:pt x="10" y="100"/>
                    </a:lnTo>
                    <a:lnTo>
                      <a:pt x="7" y="87"/>
                    </a:lnTo>
                    <a:lnTo>
                      <a:pt x="7" y="73"/>
                    </a:lnTo>
                    <a:lnTo>
                      <a:pt x="10" y="62"/>
                    </a:lnTo>
                    <a:lnTo>
                      <a:pt x="17" y="52"/>
                    </a:lnTo>
                    <a:lnTo>
                      <a:pt x="27" y="38"/>
                    </a:lnTo>
                    <a:lnTo>
                      <a:pt x="37" y="28"/>
                    </a:lnTo>
                    <a:lnTo>
                      <a:pt x="50" y="17"/>
                    </a:lnTo>
                    <a:lnTo>
                      <a:pt x="57" y="3"/>
                    </a:lnTo>
                    <a:lnTo>
                      <a:pt x="54" y="0"/>
                    </a:lnTo>
                    <a:lnTo>
                      <a:pt x="44" y="14"/>
                    </a:lnTo>
                    <a:lnTo>
                      <a:pt x="14" y="45"/>
                    </a:lnTo>
                    <a:lnTo>
                      <a:pt x="4" y="59"/>
                    </a:lnTo>
                    <a:lnTo>
                      <a:pt x="0" y="73"/>
                    </a:lnTo>
                    <a:lnTo>
                      <a:pt x="0" y="87"/>
                    </a:lnTo>
                    <a:lnTo>
                      <a:pt x="4" y="104"/>
                    </a:lnTo>
                    <a:lnTo>
                      <a:pt x="7" y="100"/>
                    </a:lnTo>
                    <a:lnTo>
                      <a:pt x="10" y="104"/>
                    </a:lnTo>
                    <a:lnTo>
                      <a:pt x="10" y="100"/>
                    </a:lnTo>
                    <a:lnTo>
                      <a:pt x="10" y="10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6" name="Google Shape;626;p3"/>
              <p:cNvSpPr/>
              <p:nvPr/>
            </p:nvSpPr>
            <p:spPr>
              <a:xfrm>
                <a:off x="1719" y="3119"/>
                <a:ext cx="10" cy="14"/>
              </a:xfrm>
              <a:custGeom>
                <a:rect b="b" l="l" r="r" t="t"/>
                <a:pathLst>
                  <a:path extrusionOk="0" h="14" w="10">
                    <a:moveTo>
                      <a:pt x="0" y="14"/>
                    </a:moveTo>
                    <a:lnTo>
                      <a:pt x="7" y="14"/>
                    </a:lnTo>
                    <a:lnTo>
                      <a:pt x="7" y="11"/>
                    </a:lnTo>
                    <a:lnTo>
                      <a:pt x="10" y="7"/>
                    </a:lnTo>
                    <a:lnTo>
                      <a:pt x="10" y="4"/>
                    </a:lnTo>
                    <a:lnTo>
                      <a:pt x="7" y="0"/>
                    </a:lnTo>
                    <a:lnTo>
                      <a:pt x="4" y="4"/>
                    </a:lnTo>
                    <a:lnTo>
                      <a:pt x="4" y="7"/>
                    </a:lnTo>
                    <a:lnTo>
                      <a:pt x="0" y="7"/>
                    </a:lnTo>
                    <a:lnTo>
                      <a:pt x="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7" name="Google Shape;627;p3"/>
              <p:cNvSpPr/>
              <p:nvPr/>
            </p:nvSpPr>
            <p:spPr>
              <a:xfrm>
                <a:off x="1696" y="3123"/>
                <a:ext cx="23" cy="14"/>
              </a:xfrm>
              <a:custGeom>
                <a:rect b="b" l="l" r="r" t="t"/>
                <a:pathLst>
                  <a:path extrusionOk="0" h="14" w="23">
                    <a:moveTo>
                      <a:pt x="0" y="7"/>
                    </a:moveTo>
                    <a:lnTo>
                      <a:pt x="3" y="10"/>
                    </a:lnTo>
                    <a:lnTo>
                      <a:pt x="13" y="10"/>
                    </a:lnTo>
                    <a:lnTo>
                      <a:pt x="13" y="14"/>
                    </a:lnTo>
                    <a:lnTo>
                      <a:pt x="17" y="10"/>
                    </a:lnTo>
                    <a:lnTo>
                      <a:pt x="23" y="10"/>
                    </a:lnTo>
                    <a:lnTo>
                      <a:pt x="23" y="3"/>
                    </a:lnTo>
                    <a:lnTo>
                      <a:pt x="20" y="3"/>
                    </a:lnTo>
                    <a:lnTo>
                      <a:pt x="17" y="7"/>
                    </a:lnTo>
                    <a:lnTo>
                      <a:pt x="13" y="3"/>
                    </a:lnTo>
                    <a:lnTo>
                      <a:pt x="13" y="7"/>
                    </a:lnTo>
                    <a:lnTo>
                      <a:pt x="10" y="3"/>
                    </a:lnTo>
                    <a:lnTo>
                      <a:pt x="7" y="3"/>
                    </a:lnTo>
                    <a:lnTo>
                      <a:pt x="3" y="0"/>
                    </a:lnTo>
                    <a:lnTo>
                      <a:pt x="7" y="3"/>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8" name="Google Shape;628;p3"/>
              <p:cNvSpPr/>
              <p:nvPr/>
            </p:nvSpPr>
            <p:spPr>
              <a:xfrm>
                <a:off x="1686" y="3067"/>
                <a:ext cx="17" cy="63"/>
              </a:xfrm>
              <a:custGeom>
                <a:rect b="b" l="l" r="r" t="t"/>
                <a:pathLst>
                  <a:path extrusionOk="0" h="63" w="17">
                    <a:moveTo>
                      <a:pt x="3" y="0"/>
                    </a:moveTo>
                    <a:lnTo>
                      <a:pt x="0" y="18"/>
                    </a:lnTo>
                    <a:lnTo>
                      <a:pt x="3" y="32"/>
                    </a:lnTo>
                    <a:lnTo>
                      <a:pt x="3" y="49"/>
                    </a:lnTo>
                    <a:lnTo>
                      <a:pt x="10" y="63"/>
                    </a:lnTo>
                    <a:lnTo>
                      <a:pt x="17" y="59"/>
                    </a:lnTo>
                    <a:lnTo>
                      <a:pt x="10" y="45"/>
                    </a:lnTo>
                    <a:lnTo>
                      <a:pt x="7" y="32"/>
                    </a:lnTo>
                    <a:lnTo>
                      <a:pt x="7" y="0"/>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9" name="Google Shape;629;p3"/>
              <p:cNvSpPr/>
              <p:nvPr/>
            </p:nvSpPr>
            <p:spPr>
              <a:xfrm>
                <a:off x="1689" y="2988"/>
                <a:ext cx="80" cy="79"/>
              </a:xfrm>
              <a:custGeom>
                <a:rect b="b" l="l" r="r" t="t"/>
                <a:pathLst>
                  <a:path extrusionOk="0" h="79" w="80">
                    <a:moveTo>
                      <a:pt x="74" y="3"/>
                    </a:moveTo>
                    <a:lnTo>
                      <a:pt x="74" y="0"/>
                    </a:lnTo>
                    <a:lnTo>
                      <a:pt x="64" y="10"/>
                    </a:lnTo>
                    <a:lnTo>
                      <a:pt x="54" y="17"/>
                    </a:lnTo>
                    <a:lnTo>
                      <a:pt x="40" y="24"/>
                    </a:lnTo>
                    <a:lnTo>
                      <a:pt x="30" y="31"/>
                    </a:lnTo>
                    <a:lnTo>
                      <a:pt x="10" y="52"/>
                    </a:lnTo>
                    <a:lnTo>
                      <a:pt x="4" y="66"/>
                    </a:lnTo>
                    <a:lnTo>
                      <a:pt x="0" y="79"/>
                    </a:lnTo>
                    <a:lnTo>
                      <a:pt x="4" y="79"/>
                    </a:lnTo>
                    <a:lnTo>
                      <a:pt x="10" y="69"/>
                    </a:lnTo>
                    <a:lnTo>
                      <a:pt x="17" y="59"/>
                    </a:lnTo>
                    <a:lnTo>
                      <a:pt x="24" y="48"/>
                    </a:lnTo>
                    <a:lnTo>
                      <a:pt x="34" y="38"/>
                    </a:lnTo>
                    <a:lnTo>
                      <a:pt x="44" y="31"/>
                    </a:lnTo>
                    <a:lnTo>
                      <a:pt x="57" y="21"/>
                    </a:lnTo>
                    <a:lnTo>
                      <a:pt x="67" y="14"/>
                    </a:lnTo>
                    <a:lnTo>
                      <a:pt x="77" y="7"/>
                    </a:lnTo>
                    <a:lnTo>
                      <a:pt x="80" y="3"/>
                    </a:lnTo>
                    <a:lnTo>
                      <a:pt x="77" y="7"/>
                    </a:lnTo>
                    <a:lnTo>
                      <a:pt x="80" y="3"/>
                    </a:lnTo>
                    <a:lnTo>
                      <a:pt x="74"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0" name="Google Shape;630;p3"/>
              <p:cNvSpPr/>
              <p:nvPr/>
            </p:nvSpPr>
            <p:spPr>
              <a:xfrm>
                <a:off x="1759" y="2974"/>
                <a:ext cx="10" cy="17"/>
              </a:xfrm>
              <a:custGeom>
                <a:rect b="b" l="l" r="r" t="t"/>
                <a:pathLst>
                  <a:path extrusionOk="0" h="17" w="10">
                    <a:moveTo>
                      <a:pt x="0" y="7"/>
                    </a:moveTo>
                    <a:lnTo>
                      <a:pt x="4" y="7"/>
                    </a:lnTo>
                    <a:lnTo>
                      <a:pt x="4" y="17"/>
                    </a:lnTo>
                    <a:lnTo>
                      <a:pt x="10" y="17"/>
                    </a:lnTo>
                    <a:lnTo>
                      <a:pt x="10" y="7"/>
                    </a:lnTo>
                    <a:lnTo>
                      <a:pt x="7" y="3"/>
                    </a:lnTo>
                    <a:lnTo>
                      <a:pt x="0"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1" name="Google Shape;631;p3"/>
              <p:cNvSpPr/>
              <p:nvPr/>
            </p:nvSpPr>
            <p:spPr>
              <a:xfrm>
                <a:off x="1739" y="2974"/>
                <a:ext cx="20" cy="17"/>
              </a:xfrm>
              <a:custGeom>
                <a:rect b="b" l="l" r="r" t="t"/>
                <a:pathLst>
                  <a:path extrusionOk="0" h="17" w="20">
                    <a:moveTo>
                      <a:pt x="4" y="17"/>
                    </a:moveTo>
                    <a:lnTo>
                      <a:pt x="7" y="17"/>
                    </a:lnTo>
                    <a:lnTo>
                      <a:pt x="7" y="14"/>
                    </a:lnTo>
                    <a:lnTo>
                      <a:pt x="10" y="14"/>
                    </a:lnTo>
                    <a:lnTo>
                      <a:pt x="14" y="10"/>
                    </a:lnTo>
                    <a:lnTo>
                      <a:pt x="14" y="7"/>
                    </a:lnTo>
                    <a:lnTo>
                      <a:pt x="20" y="7"/>
                    </a:lnTo>
                    <a:lnTo>
                      <a:pt x="20" y="0"/>
                    </a:lnTo>
                    <a:lnTo>
                      <a:pt x="17" y="0"/>
                    </a:lnTo>
                    <a:lnTo>
                      <a:pt x="14" y="3"/>
                    </a:lnTo>
                    <a:lnTo>
                      <a:pt x="10" y="3"/>
                    </a:lnTo>
                    <a:lnTo>
                      <a:pt x="7" y="7"/>
                    </a:lnTo>
                    <a:lnTo>
                      <a:pt x="7" y="10"/>
                    </a:lnTo>
                    <a:lnTo>
                      <a:pt x="0" y="10"/>
                    </a:lnTo>
                    <a:lnTo>
                      <a:pt x="4"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2" name="Google Shape;632;p3"/>
              <p:cNvSpPr/>
              <p:nvPr/>
            </p:nvSpPr>
            <p:spPr>
              <a:xfrm>
                <a:off x="1703" y="2984"/>
                <a:ext cx="40" cy="25"/>
              </a:xfrm>
              <a:custGeom>
                <a:rect b="b" l="l" r="r" t="t"/>
                <a:pathLst>
                  <a:path extrusionOk="0" h="25" w="40">
                    <a:moveTo>
                      <a:pt x="3" y="21"/>
                    </a:moveTo>
                    <a:lnTo>
                      <a:pt x="0" y="21"/>
                    </a:lnTo>
                    <a:lnTo>
                      <a:pt x="6" y="25"/>
                    </a:lnTo>
                    <a:lnTo>
                      <a:pt x="10" y="25"/>
                    </a:lnTo>
                    <a:lnTo>
                      <a:pt x="16" y="21"/>
                    </a:lnTo>
                    <a:lnTo>
                      <a:pt x="23" y="21"/>
                    </a:lnTo>
                    <a:lnTo>
                      <a:pt x="30" y="14"/>
                    </a:lnTo>
                    <a:lnTo>
                      <a:pt x="36" y="11"/>
                    </a:lnTo>
                    <a:lnTo>
                      <a:pt x="40" y="7"/>
                    </a:lnTo>
                    <a:lnTo>
                      <a:pt x="36" y="0"/>
                    </a:lnTo>
                    <a:lnTo>
                      <a:pt x="33" y="4"/>
                    </a:lnTo>
                    <a:lnTo>
                      <a:pt x="26" y="7"/>
                    </a:lnTo>
                    <a:lnTo>
                      <a:pt x="20" y="14"/>
                    </a:lnTo>
                    <a:lnTo>
                      <a:pt x="13" y="18"/>
                    </a:lnTo>
                    <a:lnTo>
                      <a:pt x="6" y="18"/>
                    </a:lnTo>
                    <a:lnTo>
                      <a:pt x="3" y="14"/>
                    </a:lnTo>
                    <a:lnTo>
                      <a:pt x="0" y="14"/>
                    </a:lnTo>
                    <a:lnTo>
                      <a:pt x="3" y="14"/>
                    </a:lnTo>
                    <a:lnTo>
                      <a:pt x="0" y="14"/>
                    </a:lnTo>
                    <a:lnTo>
                      <a:pt x="3"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3" name="Google Shape;633;p3"/>
              <p:cNvSpPr/>
              <p:nvPr/>
            </p:nvSpPr>
            <p:spPr>
              <a:xfrm>
                <a:off x="1696" y="2998"/>
                <a:ext cx="10" cy="21"/>
              </a:xfrm>
              <a:custGeom>
                <a:rect b="b" l="l" r="r" t="t"/>
                <a:pathLst>
                  <a:path extrusionOk="0" h="21" w="10">
                    <a:moveTo>
                      <a:pt x="10" y="21"/>
                    </a:moveTo>
                    <a:lnTo>
                      <a:pt x="10" y="14"/>
                    </a:lnTo>
                    <a:lnTo>
                      <a:pt x="7" y="11"/>
                    </a:lnTo>
                    <a:lnTo>
                      <a:pt x="7" y="7"/>
                    </a:lnTo>
                    <a:lnTo>
                      <a:pt x="10" y="7"/>
                    </a:lnTo>
                    <a:lnTo>
                      <a:pt x="7" y="0"/>
                    </a:lnTo>
                    <a:lnTo>
                      <a:pt x="0" y="7"/>
                    </a:lnTo>
                    <a:lnTo>
                      <a:pt x="0" y="11"/>
                    </a:lnTo>
                    <a:lnTo>
                      <a:pt x="3" y="17"/>
                    </a:lnTo>
                    <a:lnTo>
                      <a:pt x="10"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4" name="Google Shape;634;p3"/>
              <p:cNvSpPr/>
              <p:nvPr/>
            </p:nvSpPr>
            <p:spPr>
              <a:xfrm>
                <a:off x="1669" y="3015"/>
                <a:ext cx="37" cy="63"/>
              </a:xfrm>
              <a:custGeom>
                <a:rect b="b" l="l" r="r" t="t"/>
                <a:pathLst>
                  <a:path extrusionOk="0" h="63" w="37">
                    <a:moveTo>
                      <a:pt x="4" y="63"/>
                    </a:moveTo>
                    <a:lnTo>
                      <a:pt x="7" y="59"/>
                    </a:lnTo>
                    <a:lnTo>
                      <a:pt x="7" y="49"/>
                    </a:lnTo>
                    <a:lnTo>
                      <a:pt x="10" y="42"/>
                    </a:lnTo>
                    <a:lnTo>
                      <a:pt x="10" y="35"/>
                    </a:lnTo>
                    <a:lnTo>
                      <a:pt x="27" y="18"/>
                    </a:lnTo>
                    <a:lnTo>
                      <a:pt x="30" y="11"/>
                    </a:lnTo>
                    <a:lnTo>
                      <a:pt x="37" y="4"/>
                    </a:lnTo>
                    <a:lnTo>
                      <a:pt x="30" y="0"/>
                    </a:lnTo>
                    <a:lnTo>
                      <a:pt x="14" y="18"/>
                    </a:lnTo>
                    <a:lnTo>
                      <a:pt x="10" y="25"/>
                    </a:lnTo>
                    <a:lnTo>
                      <a:pt x="4" y="32"/>
                    </a:lnTo>
                    <a:lnTo>
                      <a:pt x="4" y="42"/>
                    </a:lnTo>
                    <a:lnTo>
                      <a:pt x="0" y="49"/>
                    </a:lnTo>
                    <a:lnTo>
                      <a:pt x="0" y="59"/>
                    </a:lnTo>
                    <a:lnTo>
                      <a:pt x="4" y="56"/>
                    </a:lnTo>
                    <a:lnTo>
                      <a:pt x="4" y="63"/>
                    </a:lnTo>
                    <a:lnTo>
                      <a:pt x="7" y="63"/>
                    </a:lnTo>
                    <a:lnTo>
                      <a:pt x="7" y="59"/>
                    </a:lnTo>
                    <a:lnTo>
                      <a:pt x="4" y="6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5" name="Google Shape;635;p3"/>
              <p:cNvSpPr/>
              <p:nvPr/>
            </p:nvSpPr>
            <p:spPr>
              <a:xfrm>
                <a:off x="1666" y="3071"/>
                <a:ext cx="7" cy="7"/>
              </a:xfrm>
              <a:custGeom>
                <a:rect b="b" l="l" r="r" t="t"/>
                <a:pathLst>
                  <a:path extrusionOk="0" h="7" w="7">
                    <a:moveTo>
                      <a:pt x="0" y="3"/>
                    </a:moveTo>
                    <a:lnTo>
                      <a:pt x="3" y="7"/>
                    </a:lnTo>
                    <a:lnTo>
                      <a:pt x="7" y="7"/>
                    </a:lnTo>
                    <a:lnTo>
                      <a:pt x="7" y="0"/>
                    </a:lnTo>
                    <a:lnTo>
                      <a:pt x="3" y="0"/>
                    </a:lnTo>
                    <a:lnTo>
                      <a:pt x="7" y="3"/>
                    </a:lnTo>
                    <a:lnTo>
                      <a:pt x="0" y="3"/>
                    </a:lnTo>
                    <a:lnTo>
                      <a:pt x="0" y="7"/>
                    </a:lnTo>
                    <a:lnTo>
                      <a:pt x="3" y="7"/>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6" name="Google Shape;636;p3"/>
              <p:cNvSpPr/>
              <p:nvPr/>
            </p:nvSpPr>
            <p:spPr>
              <a:xfrm>
                <a:off x="1663" y="2970"/>
                <a:ext cx="23" cy="104"/>
              </a:xfrm>
              <a:custGeom>
                <a:rect b="b" l="l" r="r" t="t"/>
                <a:pathLst>
                  <a:path extrusionOk="0" h="104" w="23">
                    <a:moveTo>
                      <a:pt x="16" y="0"/>
                    </a:moveTo>
                    <a:lnTo>
                      <a:pt x="16" y="4"/>
                    </a:lnTo>
                    <a:lnTo>
                      <a:pt x="10" y="14"/>
                    </a:lnTo>
                    <a:lnTo>
                      <a:pt x="6" y="28"/>
                    </a:lnTo>
                    <a:lnTo>
                      <a:pt x="3" y="39"/>
                    </a:lnTo>
                    <a:lnTo>
                      <a:pt x="0" y="52"/>
                    </a:lnTo>
                    <a:lnTo>
                      <a:pt x="0" y="80"/>
                    </a:lnTo>
                    <a:lnTo>
                      <a:pt x="3" y="91"/>
                    </a:lnTo>
                    <a:lnTo>
                      <a:pt x="3" y="104"/>
                    </a:lnTo>
                    <a:lnTo>
                      <a:pt x="10" y="104"/>
                    </a:lnTo>
                    <a:lnTo>
                      <a:pt x="10" y="91"/>
                    </a:lnTo>
                    <a:lnTo>
                      <a:pt x="6" y="80"/>
                    </a:lnTo>
                    <a:lnTo>
                      <a:pt x="6" y="52"/>
                    </a:lnTo>
                    <a:lnTo>
                      <a:pt x="10" y="42"/>
                    </a:lnTo>
                    <a:lnTo>
                      <a:pt x="13" y="28"/>
                    </a:lnTo>
                    <a:lnTo>
                      <a:pt x="16" y="18"/>
                    </a:lnTo>
                    <a:lnTo>
                      <a:pt x="23" y="7"/>
                    </a:lnTo>
                    <a:lnTo>
                      <a:pt x="20" y="7"/>
                    </a:lnTo>
                    <a:lnTo>
                      <a:pt x="16" y="0"/>
                    </a:lnTo>
                    <a:lnTo>
                      <a:pt x="16" y="4"/>
                    </a:lnTo>
                    <a:lnTo>
                      <a:pt x="1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7" name="Google Shape;637;p3"/>
              <p:cNvSpPr/>
              <p:nvPr/>
            </p:nvSpPr>
            <p:spPr>
              <a:xfrm>
                <a:off x="1679" y="2922"/>
                <a:ext cx="90" cy="55"/>
              </a:xfrm>
              <a:custGeom>
                <a:rect b="b" l="l" r="r" t="t"/>
                <a:pathLst>
                  <a:path extrusionOk="0" h="55" w="90">
                    <a:moveTo>
                      <a:pt x="84" y="3"/>
                    </a:moveTo>
                    <a:lnTo>
                      <a:pt x="87" y="0"/>
                    </a:lnTo>
                    <a:lnTo>
                      <a:pt x="74" y="7"/>
                    </a:lnTo>
                    <a:lnTo>
                      <a:pt x="64" y="10"/>
                    </a:lnTo>
                    <a:lnTo>
                      <a:pt x="54" y="17"/>
                    </a:lnTo>
                    <a:lnTo>
                      <a:pt x="40" y="21"/>
                    </a:lnTo>
                    <a:lnTo>
                      <a:pt x="30" y="28"/>
                    </a:lnTo>
                    <a:lnTo>
                      <a:pt x="20" y="35"/>
                    </a:lnTo>
                    <a:lnTo>
                      <a:pt x="10" y="41"/>
                    </a:lnTo>
                    <a:lnTo>
                      <a:pt x="0" y="48"/>
                    </a:lnTo>
                    <a:lnTo>
                      <a:pt x="4" y="55"/>
                    </a:lnTo>
                    <a:lnTo>
                      <a:pt x="14" y="48"/>
                    </a:lnTo>
                    <a:lnTo>
                      <a:pt x="24" y="41"/>
                    </a:lnTo>
                    <a:lnTo>
                      <a:pt x="34" y="35"/>
                    </a:lnTo>
                    <a:lnTo>
                      <a:pt x="47" y="28"/>
                    </a:lnTo>
                    <a:lnTo>
                      <a:pt x="54" y="24"/>
                    </a:lnTo>
                    <a:lnTo>
                      <a:pt x="67" y="17"/>
                    </a:lnTo>
                    <a:lnTo>
                      <a:pt x="77" y="14"/>
                    </a:lnTo>
                    <a:lnTo>
                      <a:pt x="87" y="7"/>
                    </a:lnTo>
                    <a:lnTo>
                      <a:pt x="90" y="3"/>
                    </a:lnTo>
                    <a:lnTo>
                      <a:pt x="87" y="7"/>
                    </a:lnTo>
                    <a:lnTo>
                      <a:pt x="90" y="7"/>
                    </a:lnTo>
                    <a:lnTo>
                      <a:pt x="90" y="3"/>
                    </a:lnTo>
                    <a:lnTo>
                      <a:pt x="84"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8" name="Google Shape;638;p3"/>
              <p:cNvSpPr/>
              <p:nvPr/>
            </p:nvSpPr>
            <p:spPr>
              <a:xfrm>
                <a:off x="1763" y="2912"/>
                <a:ext cx="10" cy="13"/>
              </a:xfrm>
              <a:custGeom>
                <a:rect b="b" l="l" r="r" t="t"/>
                <a:pathLst>
                  <a:path extrusionOk="0" h="13" w="10">
                    <a:moveTo>
                      <a:pt x="3" y="6"/>
                    </a:moveTo>
                    <a:lnTo>
                      <a:pt x="3" y="3"/>
                    </a:lnTo>
                    <a:lnTo>
                      <a:pt x="3" y="10"/>
                    </a:lnTo>
                    <a:lnTo>
                      <a:pt x="0" y="13"/>
                    </a:lnTo>
                    <a:lnTo>
                      <a:pt x="6" y="13"/>
                    </a:lnTo>
                    <a:lnTo>
                      <a:pt x="10" y="10"/>
                    </a:lnTo>
                    <a:lnTo>
                      <a:pt x="10" y="0"/>
                    </a:lnTo>
                    <a:lnTo>
                      <a:pt x="10" y="3"/>
                    </a:lnTo>
                    <a:lnTo>
                      <a:pt x="10" y="0"/>
                    </a:lnTo>
                    <a:lnTo>
                      <a:pt x="3"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9" name="Google Shape;639;p3"/>
              <p:cNvSpPr/>
              <p:nvPr/>
            </p:nvSpPr>
            <p:spPr>
              <a:xfrm>
                <a:off x="1726" y="2908"/>
                <a:ext cx="47" cy="17"/>
              </a:xfrm>
              <a:custGeom>
                <a:rect b="b" l="l" r="r" t="t"/>
                <a:pathLst>
                  <a:path extrusionOk="0" h="17" w="47">
                    <a:moveTo>
                      <a:pt x="0" y="10"/>
                    </a:moveTo>
                    <a:lnTo>
                      <a:pt x="7" y="14"/>
                    </a:lnTo>
                    <a:lnTo>
                      <a:pt x="13" y="17"/>
                    </a:lnTo>
                    <a:lnTo>
                      <a:pt x="20" y="14"/>
                    </a:lnTo>
                    <a:lnTo>
                      <a:pt x="23" y="10"/>
                    </a:lnTo>
                    <a:lnTo>
                      <a:pt x="30" y="10"/>
                    </a:lnTo>
                    <a:lnTo>
                      <a:pt x="33" y="7"/>
                    </a:lnTo>
                    <a:lnTo>
                      <a:pt x="37" y="7"/>
                    </a:lnTo>
                    <a:lnTo>
                      <a:pt x="40" y="10"/>
                    </a:lnTo>
                    <a:lnTo>
                      <a:pt x="47" y="4"/>
                    </a:lnTo>
                    <a:lnTo>
                      <a:pt x="40" y="0"/>
                    </a:lnTo>
                    <a:lnTo>
                      <a:pt x="33" y="0"/>
                    </a:lnTo>
                    <a:lnTo>
                      <a:pt x="27" y="4"/>
                    </a:lnTo>
                    <a:lnTo>
                      <a:pt x="20" y="4"/>
                    </a:lnTo>
                    <a:lnTo>
                      <a:pt x="17" y="7"/>
                    </a:lnTo>
                    <a:lnTo>
                      <a:pt x="7" y="7"/>
                    </a:lnTo>
                    <a:lnTo>
                      <a:pt x="3" y="4"/>
                    </a:lnTo>
                    <a:lnTo>
                      <a:pt x="0"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0" name="Google Shape;640;p3"/>
              <p:cNvSpPr/>
              <p:nvPr/>
            </p:nvSpPr>
            <p:spPr>
              <a:xfrm>
                <a:off x="1703" y="2912"/>
                <a:ext cx="26" cy="17"/>
              </a:xfrm>
              <a:custGeom>
                <a:rect b="b" l="l" r="r" t="t"/>
                <a:pathLst>
                  <a:path extrusionOk="0" h="17" w="26">
                    <a:moveTo>
                      <a:pt x="6" y="13"/>
                    </a:moveTo>
                    <a:lnTo>
                      <a:pt x="6" y="17"/>
                    </a:lnTo>
                    <a:lnTo>
                      <a:pt x="6" y="13"/>
                    </a:lnTo>
                    <a:lnTo>
                      <a:pt x="10" y="13"/>
                    </a:lnTo>
                    <a:lnTo>
                      <a:pt x="10" y="10"/>
                    </a:lnTo>
                    <a:lnTo>
                      <a:pt x="13" y="10"/>
                    </a:lnTo>
                    <a:lnTo>
                      <a:pt x="16" y="6"/>
                    </a:lnTo>
                    <a:lnTo>
                      <a:pt x="23" y="6"/>
                    </a:lnTo>
                    <a:lnTo>
                      <a:pt x="26" y="0"/>
                    </a:lnTo>
                    <a:lnTo>
                      <a:pt x="13" y="0"/>
                    </a:lnTo>
                    <a:lnTo>
                      <a:pt x="6" y="6"/>
                    </a:lnTo>
                    <a:lnTo>
                      <a:pt x="6" y="10"/>
                    </a:lnTo>
                    <a:lnTo>
                      <a:pt x="3" y="13"/>
                    </a:lnTo>
                    <a:lnTo>
                      <a:pt x="0" y="13"/>
                    </a:lnTo>
                    <a:lnTo>
                      <a:pt x="0" y="17"/>
                    </a:lnTo>
                    <a:lnTo>
                      <a:pt x="0" y="13"/>
                    </a:lnTo>
                    <a:lnTo>
                      <a:pt x="0" y="17"/>
                    </a:lnTo>
                    <a:lnTo>
                      <a:pt x="6" y="1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1" name="Google Shape;641;p3"/>
              <p:cNvSpPr/>
              <p:nvPr/>
            </p:nvSpPr>
            <p:spPr>
              <a:xfrm>
                <a:off x="1679" y="2925"/>
                <a:ext cx="34" cy="35"/>
              </a:xfrm>
              <a:custGeom>
                <a:rect b="b" l="l" r="r" t="t"/>
                <a:pathLst>
                  <a:path extrusionOk="0" h="35" w="34">
                    <a:moveTo>
                      <a:pt x="4" y="35"/>
                    </a:moveTo>
                    <a:lnTo>
                      <a:pt x="7" y="35"/>
                    </a:lnTo>
                    <a:lnTo>
                      <a:pt x="14" y="28"/>
                    </a:lnTo>
                    <a:lnTo>
                      <a:pt x="20" y="25"/>
                    </a:lnTo>
                    <a:lnTo>
                      <a:pt x="24" y="25"/>
                    </a:lnTo>
                    <a:lnTo>
                      <a:pt x="30" y="21"/>
                    </a:lnTo>
                    <a:lnTo>
                      <a:pt x="30" y="14"/>
                    </a:lnTo>
                    <a:lnTo>
                      <a:pt x="34" y="11"/>
                    </a:lnTo>
                    <a:lnTo>
                      <a:pt x="30" y="0"/>
                    </a:lnTo>
                    <a:lnTo>
                      <a:pt x="24" y="4"/>
                    </a:lnTo>
                    <a:lnTo>
                      <a:pt x="27" y="11"/>
                    </a:lnTo>
                    <a:lnTo>
                      <a:pt x="27" y="14"/>
                    </a:lnTo>
                    <a:lnTo>
                      <a:pt x="24" y="14"/>
                    </a:lnTo>
                    <a:lnTo>
                      <a:pt x="20" y="18"/>
                    </a:lnTo>
                    <a:lnTo>
                      <a:pt x="17" y="18"/>
                    </a:lnTo>
                    <a:lnTo>
                      <a:pt x="10" y="21"/>
                    </a:lnTo>
                    <a:lnTo>
                      <a:pt x="7" y="25"/>
                    </a:lnTo>
                    <a:lnTo>
                      <a:pt x="0" y="28"/>
                    </a:lnTo>
                    <a:lnTo>
                      <a:pt x="7" y="28"/>
                    </a:lnTo>
                    <a:lnTo>
                      <a:pt x="4" y="35"/>
                    </a:lnTo>
                    <a:lnTo>
                      <a:pt x="7" y="35"/>
                    </a:lnTo>
                    <a:lnTo>
                      <a:pt x="4"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2" name="Google Shape;642;p3"/>
              <p:cNvSpPr/>
              <p:nvPr/>
            </p:nvSpPr>
            <p:spPr>
              <a:xfrm>
                <a:off x="1673" y="2932"/>
                <a:ext cx="13" cy="28"/>
              </a:xfrm>
              <a:custGeom>
                <a:rect b="b" l="l" r="r" t="t"/>
                <a:pathLst>
                  <a:path extrusionOk="0" h="28" w="13">
                    <a:moveTo>
                      <a:pt x="0" y="4"/>
                    </a:moveTo>
                    <a:lnTo>
                      <a:pt x="0" y="11"/>
                    </a:lnTo>
                    <a:lnTo>
                      <a:pt x="3" y="14"/>
                    </a:lnTo>
                    <a:lnTo>
                      <a:pt x="3" y="21"/>
                    </a:lnTo>
                    <a:lnTo>
                      <a:pt x="10" y="28"/>
                    </a:lnTo>
                    <a:lnTo>
                      <a:pt x="13" y="21"/>
                    </a:lnTo>
                    <a:lnTo>
                      <a:pt x="10" y="18"/>
                    </a:lnTo>
                    <a:lnTo>
                      <a:pt x="10" y="14"/>
                    </a:lnTo>
                    <a:lnTo>
                      <a:pt x="6" y="7"/>
                    </a:lnTo>
                    <a:lnTo>
                      <a:pt x="3" y="0"/>
                    </a:lnTo>
                    <a:lnTo>
                      <a:pt x="3" y="4"/>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3" name="Google Shape;643;p3"/>
              <p:cNvSpPr/>
              <p:nvPr/>
            </p:nvSpPr>
            <p:spPr>
              <a:xfrm>
                <a:off x="1669" y="2905"/>
                <a:ext cx="7" cy="31"/>
              </a:xfrm>
              <a:custGeom>
                <a:rect b="b" l="l" r="r" t="t"/>
                <a:pathLst>
                  <a:path extrusionOk="0" h="31" w="7">
                    <a:moveTo>
                      <a:pt x="4" y="0"/>
                    </a:moveTo>
                    <a:lnTo>
                      <a:pt x="0" y="10"/>
                    </a:lnTo>
                    <a:lnTo>
                      <a:pt x="0" y="17"/>
                    </a:lnTo>
                    <a:lnTo>
                      <a:pt x="4" y="24"/>
                    </a:lnTo>
                    <a:lnTo>
                      <a:pt x="4" y="31"/>
                    </a:lnTo>
                    <a:lnTo>
                      <a:pt x="7" y="31"/>
                    </a:lnTo>
                    <a:lnTo>
                      <a:pt x="7" y="17"/>
                    </a:lnTo>
                    <a:lnTo>
                      <a:pt x="4" y="10"/>
                    </a:lnTo>
                    <a:lnTo>
                      <a:pt x="7" y="3"/>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4" name="Google Shape;644;p3"/>
              <p:cNvSpPr/>
              <p:nvPr/>
            </p:nvSpPr>
            <p:spPr>
              <a:xfrm>
                <a:off x="1673" y="2863"/>
                <a:ext cx="86" cy="45"/>
              </a:xfrm>
              <a:custGeom>
                <a:rect b="b" l="l" r="r" t="t"/>
                <a:pathLst>
                  <a:path extrusionOk="0" h="45" w="86">
                    <a:moveTo>
                      <a:pt x="86" y="3"/>
                    </a:moveTo>
                    <a:lnTo>
                      <a:pt x="73" y="0"/>
                    </a:lnTo>
                    <a:lnTo>
                      <a:pt x="63" y="0"/>
                    </a:lnTo>
                    <a:lnTo>
                      <a:pt x="50" y="3"/>
                    </a:lnTo>
                    <a:lnTo>
                      <a:pt x="36" y="7"/>
                    </a:lnTo>
                    <a:lnTo>
                      <a:pt x="26" y="14"/>
                    </a:lnTo>
                    <a:lnTo>
                      <a:pt x="16" y="24"/>
                    </a:lnTo>
                    <a:lnTo>
                      <a:pt x="6" y="31"/>
                    </a:lnTo>
                    <a:lnTo>
                      <a:pt x="0" y="42"/>
                    </a:lnTo>
                    <a:lnTo>
                      <a:pt x="3" y="45"/>
                    </a:lnTo>
                    <a:lnTo>
                      <a:pt x="13" y="38"/>
                    </a:lnTo>
                    <a:lnTo>
                      <a:pt x="20" y="28"/>
                    </a:lnTo>
                    <a:lnTo>
                      <a:pt x="33" y="21"/>
                    </a:lnTo>
                    <a:lnTo>
                      <a:pt x="40" y="14"/>
                    </a:lnTo>
                    <a:lnTo>
                      <a:pt x="53" y="7"/>
                    </a:lnTo>
                    <a:lnTo>
                      <a:pt x="73" y="7"/>
                    </a:lnTo>
                    <a:lnTo>
                      <a:pt x="83" y="10"/>
                    </a:lnTo>
                    <a:lnTo>
                      <a:pt x="86"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5" name="Google Shape;645;p3"/>
              <p:cNvSpPr/>
              <p:nvPr/>
            </p:nvSpPr>
            <p:spPr>
              <a:xfrm>
                <a:off x="1756" y="2866"/>
                <a:ext cx="40" cy="39"/>
              </a:xfrm>
              <a:custGeom>
                <a:rect b="b" l="l" r="r" t="t"/>
                <a:pathLst>
                  <a:path extrusionOk="0" h="39" w="40">
                    <a:moveTo>
                      <a:pt x="37" y="32"/>
                    </a:moveTo>
                    <a:lnTo>
                      <a:pt x="40" y="35"/>
                    </a:lnTo>
                    <a:lnTo>
                      <a:pt x="37" y="28"/>
                    </a:lnTo>
                    <a:lnTo>
                      <a:pt x="33" y="25"/>
                    </a:lnTo>
                    <a:lnTo>
                      <a:pt x="27" y="21"/>
                    </a:lnTo>
                    <a:lnTo>
                      <a:pt x="23" y="14"/>
                    </a:lnTo>
                    <a:lnTo>
                      <a:pt x="20" y="11"/>
                    </a:lnTo>
                    <a:lnTo>
                      <a:pt x="13" y="7"/>
                    </a:lnTo>
                    <a:lnTo>
                      <a:pt x="10" y="4"/>
                    </a:lnTo>
                    <a:lnTo>
                      <a:pt x="3" y="0"/>
                    </a:lnTo>
                    <a:lnTo>
                      <a:pt x="0" y="7"/>
                    </a:lnTo>
                    <a:lnTo>
                      <a:pt x="7" y="7"/>
                    </a:lnTo>
                    <a:lnTo>
                      <a:pt x="10" y="11"/>
                    </a:lnTo>
                    <a:lnTo>
                      <a:pt x="13" y="18"/>
                    </a:lnTo>
                    <a:lnTo>
                      <a:pt x="20" y="21"/>
                    </a:lnTo>
                    <a:lnTo>
                      <a:pt x="27" y="28"/>
                    </a:lnTo>
                    <a:lnTo>
                      <a:pt x="30" y="35"/>
                    </a:lnTo>
                    <a:lnTo>
                      <a:pt x="37" y="39"/>
                    </a:lnTo>
                    <a:lnTo>
                      <a:pt x="37"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6" name="Google Shape;646;p3"/>
              <p:cNvSpPr/>
              <p:nvPr/>
            </p:nvSpPr>
            <p:spPr>
              <a:xfrm>
                <a:off x="1809" y="2873"/>
                <a:ext cx="34" cy="14"/>
              </a:xfrm>
              <a:custGeom>
                <a:rect b="b" l="l" r="r" t="t"/>
                <a:pathLst>
                  <a:path extrusionOk="0" h="14" w="34">
                    <a:moveTo>
                      <a:pt x="34" y="0"/>
                    </a:moveTo>
                    <a:lnTo>
                      <a:pt x="34" y="7"/>
                    </a:lnTo>
                    <a:lnTo>
                      <a:pt x="30" y="11"/>
                    </a:lnTo>
                    <a:lnTo>
                      <a:pt x="30" y="14"/>
                    </a:lnTo>
                    <a:lnTo>
                      <a:pt x="24" y="14"/>
                    </a:lnTo>
                    <a:lnTo>
                      <a:pt x="17" y="11"/>
                    </a:lnTo>
                    <a:lnTo>
                      <a:pt x="0" y="11"/>
                    </a:lnTo>
                    <a:lnTo>
                      <a:pt x="0" y="7"/>
                    </a:lnTo>
                    <a:lnTo>
                      <a:pt x="4" y="4"/>
                    </a:lnTo>
                    <a:lnTo>
                      <a:pt x="4" y="0"/>
                    </a:lnTo>
                    <a:lnTo>
                      <a:pt x="34" y="0"/>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7" name="Google Shape;647;p3"/>
              <p:cNvSpPr/>
              <p:nvPr/>
            </p:nvSpPr>
            <p:spPr>
              <a:xfrm>
                <a:off x="1809" y="2873"/>
                <a:ext cx="37" cy="14"/>
              </a:xfrm>
              <a:custGeom>
                <a:rect b="b" l="l" r="r" t="t"/>
                <a:pathLst>
                  <a:path extrusionOk="0" h="14" w="37">
                    <a:moveTo>
                      <a:pt x="4" y="14"/>
                    </a:moveTo>
                    <a:lnTo>
                      <a:pt x="34" y="14"/>
                    </a:lnTo>
                    <a:lnTo>
                      <a:pt x="37" y="7"/>
                    </a:lnTo>
                    <a:lnTo>
                      <a:pt x="37" y="0"/>
                    </a:lnTo>
                    <a:lnTo>
                      <a:pt x="30" y="0"/>
                    </a:lnTo>
                    <a:lnTo>
                      <a:pt x="30" y="11"/>
                    </a:lnTo>
                    <a:lnTo>
                      <a:pt x="24" y="7"/>
                    </a:lnTo>
                    <a:lnTo>
                      <a:pt x="0" y="7"/>
                    </a:lnTo>
                    <a:lnTo>
                      <a:pt x="4" y="7"/>
                    </a:lnTo>
                    <a:lnTo>
                      <a:pt x="4"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8" name="Google Shape;648;p3"/>
              <p:cNvSpPr/>
              <p:nvPr/>
            </p:nvSpPr>
            <p:spPr>
              <a:xfrm>
                <a:off x="1806" y="2870"/>
                <a:ext cx="10" cy="17"/>
              </a:xfrm>
              <a:custGeom>
                <a:rect b="b" l="l" r="r" t="t"/>
                <a:pathLst>
                  <a:path extrusionOk="0" h="17" w="10">
                    <a:moveTo>
                      <a:pt x="7" y="0"/>
                    </a:moveTo>
                    <a:lnTo>
                      <a:pt x="7" y="3"/>
                    </a:lnTo>
                    <a:lnTo>
                      <a:pt x="3" y="3"/>
                    </a:lnTo>
                    <a:lnTo>
                      <a:pt x="0" y="7"/>
                    </a:lnTo>
                    <a:lnTo>
                      <a:pt x="0" y="14"/>
                    </a:lnTo>
                    <a:lnTo>
                      <a:pt x="7" y="17"/>
                    </a:lnTo>
                    <a:lnTo>
                      <a:pt x="7" y="7"/>
                    </a:lnTo>
                    <a:lnTo>
                      <a:pt x="10" y="7"/>
                    </a:lnTo>
                    <a:lnTo>
                      <a:pt x="7" y="7"/>
                    </a:lnTo>
                    <a:lnTo>
                      <a:pt x="7" y="0"/>
                    </a:lnTo>
                    <a:lnTo>
                      <a:pt x="7" y="3"/>
                    </a:lnTo>
                    <a:lnTo>
                      <a:pt x="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9" name="Google Shape;649;p3"/>
              <p:cNvSpPr/>
              <p:nvPr/>
            </p:nvSpPr>
            <p:spPr>
              <a:xfrm>
                <a:off x="1813" y="2870"/>
                <a:ext cx="33" cy="7"/>
              </a:xfrm>
              <a:custGeom>
                <a:rect b="b" l="l" r="r" t="t"/>
                <a:pathLst>
                  <a:path extrusionOk="0" h="7" w="33">
                    <a:moveTo>
                      <a:pt x="33" y="3"/>
                    </a:moveTo>
                    <a:lnTo>
                      <a:pt x="30" y="0"/>
                    </a:lnTo>
                    <a:lnTo>
                      <a:pt x="0" y="0"/>
                    </a:lnTo>
                    <a:lnTo>
                      <a:pt x="0" y="7"/>
                    </a:lnTo>
                    <a:lnTo>
                      <a:pt x="30" y="7"/>
                    </a:lnTo>
                    <a:lnTo>
                      <a:pt x="26" y="3"/>
                    </a:lnTo>
                    <a:lnTo>
                      <a:pt x="33" y="3"/>
                    </a:lnTo>
                    <a:lnTo>
                      <a:pt x="33" y="0"/>
                    </a:lnTo>
                    <a:lnTo>
                      <a:pt x="30" y="0"/>
                    </a:lnTo>
                    <a:lnTo>
                      <a:pt x="3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0" name="Google Shape;650;p3"/>
              <p:cNvSpPr/>
              <p:nvPr/>
            </p:nvSpPr>
            <p:spPr>
              <a:xfrm>
                <a:off x="1856" y="2873"/>
                <a:ext cx="40" cy="18"/>
              </a:xfrm>
              <a:custGeom>
                <a:rect b="b" l="l" r="r" t="t"/>
                <a:pathLst>
                  <a:path extrusionOk="0" h="18" w="40">
                    <a:moveTo>
                      <a:pt x="40" y="0"/>
                    </a:moveTo>
                    <a:lnTo>
                      <a:pt x="37" y="4"/>
                    </a:lnTo>
                    <a:lnTo>
                      <a:pt x="37" y="11"/>
                    </a:lnTo>
                    <a:lnTo>
                      <a:pt x="30" y="18"/>
                    </a:lnTo>
                    <a:lnTo>
                      <a:pt x="0" y="14"/>
                    </a:lnTo>
                    <a:lnTo>
                      <a:pt x="3" y="0"/>
                    </a:lnTo>
                    <a:lnTo>
                      <a:pt x="10" y="4"/>
                    </a:lnTo>
                    <a:lnTo>
                      <a:pt x="13" y="4"/>
                    </a:lnTo>
                    <a:lnTo>
                      <a:pt x="20" y="7"/>
                    </a:lnTo>
                    <a:lnTo>
                      <a:pt x="30" y="7"/>
                    </a:lnTo>
                    <a:lnTo>
                      <a:pt x="37" y="4"/>
                    </a:lnTo>
                    <a:lnTo>
                      <a:pt x="40" y="0"/>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1" name="Google Shape;651;p3"/>
              <p:cNvSpPr/>
              <p:nvPr/>
            </p:nvSpPr>
            <p:spPr>
              <a:xfrm>
                <a:off x="1893" y="2870"/>
                <a:ext cx="10" cy="7"/>
              </a:xfrm>
              <a:custGeom>
                <a:rect b="b" l="l" r="r" t="t"/>
                <a:pathLst>
                  <a:path extrusionOk="0" h="7" w="10">
                    <a:moveTo>
                      <a:pt x="6" y="7"/>
                    </a:moveTo>
                    <a:lnTo>
                      <a:pt x="3" y="0"/>
                    </a:lnTo>
                    <a:lnTo>
                      <a:pt x="3" y="7"/>
                    </a:lnTo>
                    <a:lnTo>
                      <a:pt x="0" y="3"/>
                    </a:lnTo>
                    <a:lnTo>
                      <a:pt x="6" y="7"/>
                    </a:lnTo>
                    <a:lnTo>
                      <a:pt x="10" y="0"/>
                    </a:lnTo>
                    <a:lnTo>
                      <a:pt x="3" y="0"/>
                    </a:lnTo>
                    <a:lnTo>
                      <a:pt x="6"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2" name="Google Shape;652;p3"/>
              <p:cNvSpPr/>
              <p:nvPr/>
            </p:nvSpPr>
            <p:spPr>
              <a:xfrm>
                <a:off x="1883" y="2873"/>
                <a:ext cx="16" cy="21"/>
              </a:xfrm>
              <a:custGeom>
                <a:rect b="b" l="l" r="r" t="t"/>
                <a:pathLst>
                  <a:path extrusionOk="0" h="21" w="16">
                    <a:moveTo>
                      <a:pt x="3" y="21"/>
                    </a:moveTo>
                    <a:lnTo>
                      <a:pt x="3" y="18"/>
                    </a:lnTo>
                    <a:lnTo>
                      <a:pt x="10" y="14"/>
                    </a:lnTo>
                    <a:lnTo>
                      <a:pt x="13" y="11"/>
                    </a:lnTo>
                    <a:lnTo>
                      <a:pt x="13" y="7"/>
                    </a:lnTo>
                    <a:lnTo>
                      <a:pt x="16" y="4"/>
                    </a:lnTo>
                    <a:lnTo>
                      <a:pt x="10" y="0"/>
                    </a:lnTo>
                    <a:lnTo>
                      <a:pt x="10" y="4"/>
                    </a:lnTo>
                    <a:lnTo>
                      <a:pt x="0" y="14"/>
                    </a:lnTo>
                    <a:lnTo>
                      <a:pt x="3" y="14"/>
                    </a:lnTo>
                    <a:lnTo>
                      <a:pt x="3" y="21"/>
                    </a:lnTo>
                    <a:lnTo>
                      <a:pt x="6" y="18"/>
                    </a:lnTo>
                    <a:lnTo>
                      <a:pt x="3"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3" name="Google Shape;653;p3"/>
              <p:cNvSpPr/>
              <p:nvPr/>
            </p:nvSpPr>
            <p:spPr>
              <a:xfrm>
                <a:off x="1853" y="2884"/>
                <a:ext cx="33" cy="10"/>
              </a:xfrm>
              <a:custGeom>
                <a:rect b="b" l="l" r="r" t="t"/>
                <a:pathLst>
                  <a:path extrusionOk="0" h="10" w="33">
                    <a:moveTo>
                      <a:pt x="0" y="3"/>
                    </a:moveTo>
                    <a:lnTo>
                      <a:pt x="3" y="7"/>
                    </a:lnTo>
                    <a:lnTo>
                      <a:pt x="33" y="10"/>
                    </a:lnTo>
                    <a:lnTo>
                      <a:pt x="33" y="3"/>
                    </a:lnTo>
                    <a:lnTo>
                      <a:pt x="3" y="0"/>
                    </a:lnTo>
                    <a:lnTo>
                      <a:pt x="6" y="3"/>
                    </a:lnTo>
                    <a:lnTo>
                      <a:pt x="0" y="3"/>
                    </a:lnTo>
                    <a:lnTo>
                      <a:pt x="0" y="7"/>
                    </a:lnTo>
                    <a:lnTo>
                      <a:pt x="3" y="7"/>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4" name="Google Shape;654;p3"/>
              <p:cNvSpPr/>
              <p:nvPr/>
            </p:nvSpPr>
            <p:spPr>
              <a:xfrm>
                <a:off x="1853" y="2870"/>
                <a:ext cx="10" cy="17"/>
              </a:xfrm>
              <a:custGeom>
                <a:rect b="b" l="l" r="r" t="t"/>
                <a:pathLst>
                  <a:path extrusionOk="0" h="17" w="10">
                    <a:moveTo>
                      <a:pt x="10" y="0"/>
                    </a:moveTo>
                    <a:lnTo>
                      <a:pt x="3" y="3"/>
                    </a:lnTo>
                    <a:lnTo>
                      <a:pt x="0" y="17"/>
                    </a:lnTo>
                    <a:lnTo>
                      <a:pt x="6" y="17"/>
                    </a:lnTo>
                    <a:lnTo>
                      <a:pt x="10" y="7"/>
                    </a:lnTo>
                    <a:lnTo>
                      <a:pt x="6" y="7"/>
                    </a:lnTo>
                    <a:lnTo>
                      <a:pt x="10" y="0"/>
                    </a:lnTo>
                    <a:lnTo>
                      <a:pt x="6" y="0"/>
                    </a:lnTo>
                    <a:lnTo>
                      <a:pt x="3" y="3"/>
                    </a:lnTo>
                    <a:lnTo>
                      <a:pt x="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5" name="Google Shape;655;p3"/>
              <p:cNvSpPr/>
              <p:nvPr/>
            </p:nvSpPr>
            <p:spPr>
              <a:xfrm>
                <a:off x="1859" y="2870"/>
                <a:ext cx="37" cy="14"/>
              </a:xfrm>
              <a:custGeom>
                <a:rect b="b" l="l" r="r" t="t"/>
                <a:pathLst>
                  <a:path extrusionOk="0" h="14" w="37">
                    <a:moveTo>
                      <a:pt x="37" y="0"/>
                    </a:moveTo>
                    <a:lnTo>
                      <a:pt x="34" y="3"/>
                    </a:lnTo>
                    <a:lnTo>
                      <a:pt x="30" y="3"/>
                    </a:lnTo>
                    <a:lnTo>
                      <a:pt x="27" y="7"/>
                    </a:lnTo>
                    <a:lnTo>
                      <a:pt x="17" y="7"/>
                    </a:lnTo>
                    <a:lnTo>
                      <a:pt x="10" y="3"/>
                    </a:lnTo>
                    <a:lnTo>
                      <a:pt x="7" y="3"/>
                    </a:lnTo>
                    <a:lnTo>
                      <a:pt x="4" y="0"/>
                    </a:lnTo>
                    <a:lnTo>
                      <a:pt x="0" y="7"/>
                    </a:lnTo>
                    <a:lnTo>
                      <a:pt x="4" y="10"/>
                    </a:lnTo>
                    <a:lnTo>
                      <a:pt x="10" y="10"/>
                    </a:lnTo>
                    <a:lnTo>
                      <a:pt x="14" y="14"/>
                    </a:lnTo>
                    <a:lnTo>
                      <a:pt x="30" y="14"/>
                    </a:lnTo>
                    <a:lnTo>
                      <a:pt x="37" y="7"/>
                    </a:lnTo>
                    <a:lnTo>
                      <a:pt x="37" y="0"/>
                    </a:lnTo>
                    <a:lnTo>
                      <a:pt x="34" y="0"/>
                    </a:lnTo>
                    <a:lnTo>
                      <a:pt x="34" y="3"/>
                    </a:lnTo>
                    <a:lnTo>
                      <a:pt x="3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6" name="Google Shape;656;p3"/>
              <p:cNvSpPr/>
              <p:nvPr/>
            </p:nvSpPr>
            <p:spPr>
              <a:xfrm>
                <a:off x="1906" y="2877"/>
                <a:ext cx="40" cy="17"/>
              </a:xfrm>
              <a:custGeom>
                <a:rect b="b" l="l" r="r" t="t"/>
                <a:pathLst>
                  <a:path extrusionOk="0" h="17" w="40">
                    <a:moveTo>
                      <a:pt x="40" y="3"/>
                    </a:moveTo>
                    <a:lnTo>
                      <a:pt x="37" y="10"/>
                    </a:lnTo>
                    <a:lnTo>
                      <a:pt x="30" y="17"/>
                    </a:lnTo>
                    <a:lnTo>
                      <a:pt x="23" y="17"/>
                    </a:lnTo>
                    <a:lnTo>
                      <a:pt x="20" y="14"/>
                    </a:lnTo>
                    <a:lnTo>
                      <a:pt x="0" y="14"/>
                    </a:lnTo>
                    <a:lnTo>
                      <a:pt x="0" y="7"/>
                    </a:lnTo>
                    <a:lnTo>
                      <a:pt x="3" y="3"/>
                    </a:lnTo>
                    <a:lnTo>
                      <a:pt x="10" y="0"/>
                    </a:lnTo>
                    <a:lnTo>
                      <a:pt x="13" y="0"/>
                    </a:lnTo>
                    <a:lnTo>
                      <a:pt x="23" y="3"/>
                    </a:lnTo>
                    <a:lnTo>
                      <a:pt x="40" y="3"/>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7" name="Google Shape;657;p3"/>
              <p:cNvSpPr/>
              <p:nvPr/>
            </p:nvSpPr>
            <p:spPr>
              <a:xfrm>
                <a:off x="1903" y="2880"/>
                <a:ext cx="46" cy="18"/>
              </a:xfrm>
              <a:custGeom>
                <a:rect b="b" l="l" r="r" t="t"/>
                <a:pathLst>
                  <a:path extrusionOk="0" h="18" w="46">
                    <a:moveTo>
                      <a:pt x="0" y="11"/>
                    </a:moveTo>
                    <a:lnTo>
                      <a:pt x="3" y="14"/>
                    </a:lnTo>
                    <a:lnTo>
                      <a:pt x="20" y="14"/>
                    </a:lnTo>
                    <a:lnTo>
                      <a:pt x="26" y="18"/>
                    </a:lnTo>
                    <a:lnTo>
                      <a:pt x="33" y="18"/>
                    </a:lnTo>
                    <a:lnTo>
                      <a:pt x="40" y="14"/>
                    </a:lnTo>
                    <a:lnTo>
                      <a:pt x="43" y="7"/>
                    </a:lnTo>
                    <a:lnTo>
                      <a:pt x="46" y="0"/>
                    </a:lnTo>
                    <a:lnTo>
                      <a:pt x="36" y="0"/>
                    </a:lnTo>
                    <a:lnTo>
                      <a:pt x="36" y="7"/>
                    </a:lnTo>
                    <a:lnTo>
                      <a:pt x="33" y="11"/>
                    </a:lnTo>
                    <a:lnTo>
                      <a:pt x="26" y="11"/>
                    </a:lnTo>
                    <a:lnTo>
                      <a:pt x="23" y="7"/>
                    </a:lnTo>
                    <a:lnTo>
                      <a:pt x="0" y="7"/>
                    </a:lnTo>
                    <a:lnTo>
                      <a:pt x="6" y="11"/>
                    </a:lnTo>
                    <a:lnTo>
                      <a:pt x="0" y="11"/>
                    </a:lnTo>
                    <a:lnTo>
                      <a:pt x="0" y="18"/>
                    </a:lnTo>
                    <a:lnTo>
                      <a:pt x="3" y="14"/>
                    </a:lnTo>
                    <a:lnTo>
                      <a:pt x="0"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8" name="Google Shape;658;p3"/>
              <p:cNvSpPr/>
              <p:nvPr/>
            </p:nvSpPr>
            <p:spPr>
              <a:xfrm>
                <a:off x="1903" y="2873"/>
                <a:ext cx="46" cy="18"/>
              </a:xfrm>
              <a:custGeom>
                <a:rect b="b" l="l" r="r" t="t"/>
                <a:pathLst>
                  <a:path extrusionOk="0" h="18" w="46">
                    <a:moveTo>
                      <a:pt x="46" y="7"/>
                    </a:moveTo>
                    <a:lnTo>
                      <a:pt x="40" y="4"/>
                    </a:lnTo>
                    <a:lnTo>
                      <a:pt x="26" y="4"/>
                    </a:lnTo>
                    <a:lnTo>
                      <a:pt x="16" y="0"/>
                    </a:lnTo>
                    <a:lnTo>
                      <a:pt x="10" y="0"/>
                    </a:lnTo>
                    <a:lnTo>
                      <a:pt x="0" y="11"/>
                    </a:lnTo>
                    <a:lnTo>
                      <a:pt x="0" y="18"/>
                    </a:lnTo>
                    <a:lnTo>
                      <a:pt x="6" y="18"/>
                    </a:lnTo>
                    <a:lnTo>
                      <a:pt x="6" y="14"/>
                    </a:lnTo>
                    <a:lnTo>
                      <a:pt x="13" y="7"/>
                    </a:lnTo>
                    <a:lnTo>
                      <a:pt x="16" y="11"/>
                    </a:lnTo>
                    <a:lnTo>
                      <a:pt x="43" y="11"/>
                    </a:lnTo>
                    <a:lnTo>
                      <a:pt x="36" y="7"/>
                    </a:lnTo>
                    <a:lnTo>
                      <a:pt x="46" y="7"/>
                    </a:lnTo>
                    <a:lnTo>
                      <a:pt x="46" y="4"/>
                    </a:lnTo>
                    <a:lnTo>
                      <a:pt x="40" y="4"/>
                    </a:lnTo>
                    <a:lnTo>
                      <a:pt x="46"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9" name="Google Shape;659;p3"/>
              <p:cNvSpPr/>
              <p:nvPr/>
            </p:nvSpPr>
            <p:spPr>
              <a:xfrm>
                <a:off x="856" y="2884"/>
                <a:ext cx="447" cy="59"/>
              </a:xfrm>
              <a:custGeom>
                <a:rect b="b" l="l" r="r" t="t"/>
                <a:pathLst>
                  <a:path extrusionOk="0" h="59" w="447">
                    <a:moveTo>
                      <a:pt x="257" y="17"/>
                    </a:moveTo>
                    <a:lnTo>
                      <a:pt x="277" y="17"/>
                    </a:lnTo>
                    <a:lnTo>
                      <a:pt x="283" y="21"/>
                    </a:lnTo>
                    <a:lnTo>
                      <a:pt x="427" y="21"/>
                    </a:lnTo>
                    <a:lnTo>
                      <a:pt x="433" y="17"/>
                    </a:lnTo>
                    <a:lnTo>
                      <a:pt x="440" y="17"/>
                    </a:lnTo>
                    <a:lnTo>
                      <a:pt x="443" y="24"/>
                    </a:lnTo>
                    <a:lnTo>
                      <a:pt x="447" y="31"/>
                    </a:lnTo>
                    <a:lnTo>
                      <a:pt x="447" y="45"/>
                    </a:lnTo>
                    <a:lnTo>
                      <a:pt x="443" y="48"/>
                    </a:lnTo>
                    <a:lnTo>
                      <a:pt x="420" y="48"/>
                    </a:lnTo>
                    <a:lnTo>
                      <a:pt x="417" y="52"/>
                    </a:lnTo>
                    <a:lnTo>
                      <a:pt x="410" y="52"/>
                    </a:lnTo>
                    <a:lnTo>
                      <a:pt x="393" y="55"/>
                    </a:lnTo>
                    <a:lnTo>
                      <a:pt x="347" y="55"/>
                    </a:lnTo>
                    <a:lnTo>
                      <a:pt x="330" y="59"/>
                    </a:lnTo>
                    <a:lnTo>
                      <a:pt x="297" y="59"/>
                    </a:lnTo>
                    <a:lnTo>
                      <a:pt x="280" y="55"/>
                    </a:lnTo>
                    <a:lnTo>
                      <a:pt x="150" y="55"/>
                    </a:lnTo>
                    <a:lnTo>
                      <a:pt x="140" y="52"/>
                    </a:lnTo>
                    <a:lnTo>
                      <a:pt x="90" y="52"/>
                    </a:lnTo>
                    <a:lnTo>
                      <a:pt x="80" y="55"/>
                    </a:lnTo>
                    <a:lnTo>
                      <a:pt x="53" y="55"/>
                    </a:lnTo>
                    <a:lnTo>
                      <a:pt x="43" y="52"/>
                    </a:lnTo>
                    <a:lnTo>
                      <a:pt x="37" y="48"/>
                    </a:lnTo>
                    <a:lnTo>
                      <a:pt x="30" y="45"/>
                    </a:lnTo>
                    <a:lnTo>
                      <a:pt x="23" y="41"/>
                    </a:lnTo>
                    <a:lnTo>
                      <a:pt x="17" y="31"/>
                    </a:lnTo>
                    <a:lnTo>
                      <a:pt x="10" y="21"/>
                    </a:lnTo>
                    <a:lnTo>
                      <a:pt x="0" y="0"/>
                    </a:lnTo>
                    <a:lnTo>
                      <a:pt x="63" y="0"/>
                    </a:lnTo>
                    <a:lnTo>
                      <a:pt x="80" y="3"/>
                    </a:lnTo>
                    <a:lnTo>
                      <a:pt x="127" y="3"/>
                    </a:lnTo>
                    <a:lnTo>
                      <a:pt x="143" y="7"/>
                    </a:lnTo>
                    <a:lnTo>
                      <a:pt x="160" y="7"/>
                    </a:lnTo>
                    <a:lnTo>
                      <a:pt x="177" y="10"/>
                    </a:lnTo>
                    <a:lnTo>
                      <a:pt x="193" y="10"/>
                    </a:lnTo>
                    <a:lnTo>
                      <a:pt x="210" y="14"/>
                    </a:lnTo>
                    <a:lnTo>
                      <a:pt x="227" y="14"/>
                    </a:lnTo>
                    <a:lnTo>
                      <a:pt x="243" y="17"/>
                    </a:lnTo>
                    <a:lnTo>
                      <a:pt x="257" y="17"/>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0" name="Google Shape;660;p3"/>
              <p:cNvSpPr/>
              <p:nvPr/>
            </p:nvSpPr>
            <p:spPr>
              <a:xfrm>
                <a:off x="1113" y="2898"/>
                <a:ext cx="73" cy="10"/>
              </a:xfrm>
              <a:custGeom>
                <a:rect b="b" l="l" r="r" t="t"/>
                <a:pathLst>
                  <a:path extrusionOk="0" h="10" w="73">
                    <a:moveTo>
                      <a:pt x="73" y="7"/>
                    </a:moveTo>
                    <a:lnTo>
                      <a:pt x="63" y="3"/>
                    </a:lnTo>
                    <a:lnTo>
                      <a:pt x="26" y="3"/>
                    </a:lnTo>
                    <a:lnTo>
                      <a:pt x="20" y="0"/>
                    </a:lnTo>
                    <a:lnTo>
                      <a:pt x="0" y="0"/>
                    </a:lnTo>
                    <a:lnTo>
                      <a:pt x="0" y="7"/>
                    </a:lnTo>
                    <a:lnTo>
                      <a:pt x="36" y="7"/>
                    </a:lnTo>
                    <a:lnTo>
                      <a:pt x="46" y="10"/>
                    </a:lnTo>
                    <a:lnTo>
                      <a:pt x="73" y="10"/>
                    </a:lnTo>
                    <a:lnTo>
                      <a:pt x="7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1" name="Google Shape;661;p3"/>
              <p:cNvSpPr/>
              <p:nvPr/>
            </p:nvSpPr>
            <p:spPr>
              <a:xfrm>
                <a:off x="1186" y="2898"/>
                <a:ext cx="113" cy="10"/>
              </a:xfrm>
              <a:custGeom>
                <a:rect b="b" l="l" r="r" t="t"/>
                <a:pathLst>
                  <a:path extrusionOk="0" h="10" w="113">
                    <a:moveTo>
                      <a:pt x="113" y="3"/>
                    </a:moveTo>
                    <a:lnTo>
                      <a:pt x="110" y="0"/>
                    </a:lnTo>
                    <a:lnTo>
                      <a:pt x="103" y="0"/>
                    </a:lnTo>
                    <a:lnTo>
                      <a:pt x="97" y="3"/>
                    </a:lnTo>
                    <a:lnTo>
                      <a:pt x="7" y="3"/>
                    </a:lnTo>
                    <a:lnTo>
                      <a:pt x="0" y="7"/>
                    </a:lnTo>
                    <a:lnTo>
                      <a:pt x="0" y="10"/>
                    </a:lnTo>
                    <a:lnTo>
                      <a:pt x="83" y="10"/>
                    </a:lnTo>
                    <a:lnTo>
                      <a:pt x="90" y="7"/>
                    </a:lnTo>
                    <a:lnTo>
                      <a:pt x="113" y="7"/>
                    </a:lnTo>
                    <a:lnTo>
                      <a:pt x="107" y="3"/>
                    </a:lnTo>
                    <a:lnTo>
                      <a:pt x="113" y="3"/>
                    </a:lnTo>
                    <a:lnTo>
                      <a:pt x="113" y="0"/>
                    </a:lnTo>
                    <a:lnTo>
                      <a:pt x="110" y="0"/>
                    </a:lnTo>
                    <a:lnTo>
                      <a:pt x="11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2" name="Google Shape;662;p3"/>
              <p:cNvSpPr/>
              <p:nvPr/>
            </p:nvSpPr>
            <p:spPr>
              <a:xfrm>
                <a:off x="1293" y="2901"/>
                <a:ext cx="13" cy="31"/>
              </a:xfrm>
              <a:custGeom>
                <a:rect b="b" l="l" r="r" t="t"/>
                <a:pathLst>
                  <a:path extrusionOk="0" h="31" w="13">
                    <a:moveTo>
                      <a:pt x="13" y="31"/>
                    </a:moveTo>
                    <a:lnTo>
                      <a:pt x="13" y="11"/>
                    </a:lnTo>
                    <a:lnTo>
                      <a:pt x="10" y="4"/>
                    </a:lnTo>
                    <a:lnTo>
                      <a:pt x="6" y="0"/>
                    </a:lnTo>
                    <a:lnTo>
                      <a:pt x="0" y="0"/>
                    </a:lnTo>
                    <a:lnTo>
                      <a:pt x="3" y="7"/>
                    </a:lnTo>
                    <a:lnTo>
                      <a:pt x="6" y="14"/>
                    </a:lnTo>
                    <a:lnTo>
                      <a:pt x="6" y="28"/>
                    </a:lnTo>
                    <a:lnTo>
                      <a:pt x="6" y="24"/>
                    </a:lnTo>
                    <a:lnTo>
                      <a:pt x="13" y="31"/>
                    </a:lnTo>
                    <a:lnTo>
                      <a:pt x="13" y="28"/>
                    </a:lnTo>
                    <a:lnTo>
                      <a:pt x="13"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3" name="Google Shape;663;p3"/>
              <p:cNvSpPr/>
              <p:nvPr/>
            </p:nvSpPr>
            <p:spPr>
              <a:xfrm>
                <a:off x="1266" y="2925"/>
                <a:ext cx="40" cy="14"/>
              </a:xfrm>
              <a:custGeom>
                <a:rect b="b" l="l" r="r" t="t"/>
                <a:pathLst>
                  <a:path extrusionOk="0" h="14" w="40">
                    <a:moveTo>
                      <a:pt x="0" y="14"/>
                    </a:moveTo>
                    <a:lnTo>
                      <a:pt x="20" y="14"/>
                    </a:lnTo>
                    <a:lnTo>
                      <a:pt x="23" y="11"/>
                    </a:lnTo>
                    <a:lnTo>
                      <a:pt x="33" y="11"/>
                    </a:lnTo>
                    <a:lnTo>
                      <a:pt x="40" y="7"/>
                    </a:lnTo>
                    <a:lnTo>
                      <a:pt x="33" y="0"/>
                    </a:lnTo>
                    <a:lnTo>
                      <a:pt x="30" y="4"/>
                    </a:lnTo>
                    <a:lnTo>
                      <a:pt x="10" y="4"/>
                    </a:lnTo>
                    <a:lnTo>
                      <a:pt x="3" y="7"/>
                    </a:lnTo>
                    <a:lnTo>
                      <a:pt x="0" y="7"/>
                    </a:lnTo>
                    <a:lnTo>
                      <a:pt x="0" y="14"/>
                    </a:lnTo>
                    <a:lnTo>
                      <a:pt x="3" y="14"/>
                    </a:lnTo>
                    <a:lnTo>
                      <a:pt x="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4" name="Google Shape;664;p3"/>
              <p:cNvSpPr/>
              <p:nvPr/>
            </p:nvSpPr>
            <p:spPr>
              <a:xfrm>
                <a:off x="1003" y="2932"/>
                <a:ext cx="263" cy="11"/>
              </a:xfrm>
              <a:custGeom>
                <a:rect b="b" l="l" r="r" t="t"/>
                <a:pathLst>
                  <a:path extrusionOk="0" h="11" w="263">
                    <a:moveTo>
                      <a:pt x="0" y="11"/>
                    </a:moveTo>
                    <a:lnTo>
                      <a:pt x="246" y="11"/>
                    </a:lnTo>
                    <a:lnTo>
                      <a:pt x="263" y="7"/>
                    </a:lnTo>
                    <a:lnTo>
                      <a:pt x="263" y="0"/>
                    </a:lnTo>
                    <a:lnTo>
                      <a:pt x="246" y="4"/>
                    </a:lnTo>
                    <a:lnTo>
                      <a:pt x="3" y="4"/>
                    </a:lnTo>
                    <a:lnTo>
                      <a:pt x="0" y="11"/>
                    </a:lnTo>
                    <a:lnTo>
                      <a:pt x="3" y="11"/>
                    </a:lnTo>
                    <a:lnTo>
                      <a:pt x="0"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5" name="Google Shape;665;p3"/>
              <p:cNvSpPr/>
              <p:nvPr/>
            </p:nvSpPr>
            <p:spPr>
              <a:xfrm>
                <a:off x="863" y="2901"/>
                <a:ext cx="143" cy="42"/>
              </a:xfrm>
              <a:custGeom>
                <a:rect b="b" l="l" r="r" t="t"/>
                <a:pathLst>
                  <a:path extrusionOk="0" h="42" w="143">
                    <a:moveTo>
                      <a:pt x="0" y="4"/>
                    </a:moveTo>
                    <a:lnTo>
                      <a:pt x="6" y="14"/>
                    </a:lnTo>
                    <a:lnTo>
                      <a:pt x="13" y="24"/>
                    </a:lnTo>
                    <a:lnTo>
                      <a:pt x="20" y="31"/>
                    </a:lnTo>
                    <a:lnTo>
                      <a:pt x="30" y="35"/>
                    </a:lnTo>
                    <a:lnTo>
                      <a:pt x="36" y="38"/>
                    </a:lnTo>
                    <a:lnTo>
                      <a:pt x="46" y="42"/>
                    </a:lnTo>
                    <a:lnTo>
                      <a:pt x="73" y="42"/>
                    </a:lnTo>
                    <a:lnTo>
                      <a:pt x="83" y="38"/>
                    </a:lnTo>
                    <a:lnTo>
                      <a:pt x="133" y="38"/>
                    </a:lnTo>
                    <a:lnTo>
                      <a:pt x="140" y="42"/>
                    </a:lnTo>
                    <a:lnTo>
                      <a:pt x="143" y="35"/>
                    </a:lnTo>
                    <a:lnTo>
                      <a:pt x="133" y="31"/>
                    </a:lnTo>
                    <a:lnTo>
                      <a:pt x="123" y="31"/>
                    </a:lnTo>
                    <a:lnTo>
                      <a:pt x="113" y="28"/>
                    </a:lnTo>
                    <a:lnTo>
                      <a:pt x="103" y="31"/>
                    </a:lnTo>
                    <a:lnTo>
                      <a:pt x="83" y="31"/>
                    </a:lnTo>
                    <a:lnTo>
                      <a:pt x="73" y="35"/>
                    </a:lnTo>
                    <a:lnTo>
                      <a:pt x="46" y="35"/>
                    </a:lnTo>
                    <a:lnTo>
                      <a:pt x="40" y="31"/>
                    </a:lnTo>
                    <a:lnTo>
                      <a:pt x="33" y="28"/>
                    </a:lnTo>
                    <a:lnTo>
                      <a:pt x="26" y="24"/>
                    </a:lnTo>
                    <a:lnTo>
                      <a:pt x="20" y="21"/>
                    </a:lnTo>
                    <a:lnTo>
                      <a:pt x="13" y="11"/>
                    </a:lnTo>
                    <a:lnTo>
                      <a:pt x="6" y="4"/>
                    </a:lnTo>
                    <a:lnTo>
                      <a:pt x="6" y="0"/>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6" name="Google Shape;666;p3"/>
              <p:cNvSpPr/>
              <p:nvPr/>
            </p:nvSpPr>
            <p:spPr>
              <a:xfrm>
                <a:off x="849" y="2877"/>
                <a:ext cx="20" cy="28"/>
              </a:xfrm>
              <a:custGeom>
                <a:rect b="b" l="l" r="r" t="t"/>
                <a:pathLst>
                  <a:path extrusionOk="0" h="28" w="20">
                    <a:moveTo>
                      <a:pt x="7" y="0"/>
                    </a:moveTo>
                    <a:lnTo>
                      <a:pt x="4" y="7"/>
                    </a:lnTo>
                    <a:lnTo>
                      <a:pt x="14" y="28"/>
                    </a:lnTo>
                    <a:lnTo>
                      <a:pt x="20" y="24"/>
                    </a:lnTo>
                    <a:lnTo>
                      <a:pt x="10" y="3"/>
                    </a:lnTo>
                    <a:lnTo>
                      <a:pt x="7" y="10"/>
                    </a:lnTo>
                    <a:lnTo>
                      <a:pt x="7" y="0"/>
                    </a:lnTo>
                    <a:lnTo>
                      <a:pt x="0" y="0"/>
                    </a:lnTo>
                    <a:lnTo>
                      <a:pt x="4" y="7"/>
                    </a:lnTo>
                    <a:lnTo>
                      <a:pt x="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7" name="Google Shape;667;p3"/>
              <p:cNvSpPr/>
              <p:nvPr/>
            </p:nvSpPr>
            <p:spPr>
              <a:xfrm>
                <a:off x="856" y="2877"/>
                <a:ext cx="257" cy="28"/>
              </a:xfrm>
              <a:custGeom>
                <a:rect b="b" l="l" r="r" t="t"/>
                <a:pathLst>
                  <a:path extrusionOk="0" h="28" w="257">
                    <a:moveTo>
                      <a:pt x="257" y="21"/>
                    </a:moveTo>
                    <a:lnTo>
                      <a:pt x="243" y="21"/>
                    </a:lnTo>
                    <a:lnTo>
                      <a:pt x="227" y="17"/>
                    </a:lnTo>
                    <a:lnTo>
                      <a:pt x="210" y="17"/>
                    </a:lnTo>
                    <a:lnTo>
                      <a:pt x="193" y="14"/>
                    </a:lnTo>
                    <a:lnTo>
                      <a:pt x="177" y="14"/>
                    </a:lnTo>
                    <a:lnTo>
                      <a:pt x="160" y="10"/>
                    </a:lnTo>
                    <a:lnTo>
                      <a:pt x="127" y="10"/>
                    </a:lnTo>
                    <a:lnTo>
                      <a:pt x="110" y="7"/>
                    </a:lnTo>
                    <a:lnTo>
                      <a:pt x="93" y="7"/>
                    </a:lnTo>
                    <a:lnTo>
                      <a:pt x="80" y="3"/>
                    </a:lnTo>
                    <a:lnTo>
                      <a:pt x="30" y="3"/>
                    </a:lnTo>
                    <a:lnTo>
                      <a:pt x="13" y="0"/>
                    </a:lnTo>
                    <a:lnTo>
                      <a:pt x="0" y="0"/>
                    </a:lnTo>
                    <a:lnTo>
                      <a:pt x="0" y="10"/>
                    </a:lnTo>
                    <a:lnTo>
                      <a:pt x="80" y="10"/>
                    </a:lnTo>
                    <a:lnTo>
                      <a:pt x="93" y="14"/>
                    </a:lnTo>
                    <a:lnTo>
                      <a:pt x="127" y="14"/>
                    </a:lnTo>
                    <a:lnTo>
                      <a:pt x="143" y="17"/>
                    </a:lnTo>
                    <a:lnTo>
                      <a:pt x="160" y="17"/>
                    </a:lnTo>
                    <a:lnTo>
                      <a:pt x="177" y="21"/>
                    </a:lnTo>
                    <a:lnTo>
                      <a:pt x="193" y="21"/>
                    </a:lnTo>
                    <a:lnTo>
                      <a:pt x="210" y="24"/>
                    </a:lnTo>
                    <a:lnTo>
                      <a:pt x="227" y="24"/>
                    </a:lnTo>
                    <a:lnTo>
                      <a:pt x="243" y="28"/>
                    </a:lnTo>
                    <a:lnTo>
                      <a:pt x="257" y="28"/>
                    </a:lnTo>
                    <a:lnTo>
                      <a:pt x="257"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8" name="Google Shape;668;p3"/>
              <p:cNvSpPr/>
              <p:nvPr/>
            </p:nvSpPr>
            <p:spPr>
              <a:xfrm>
                <a:off x="2019" y="2905"/>
                <a:ext cx="54" cy="135"/>
              </a:xfrm>
              <a:custGeom>
                <a:rect b="b" l="l" r="r" t="t"/>
                <a:pathLst>
                  <a:path extrusionOk="0" h="135" w="54">
                    <a:moveTo>
                      <a:pt x="54" y="13"/>
                    </a:moveTo>
                    <a:lnTo>
                      <a:pt x="14" y="135"/>
                    </a:lnTo>
                    <a:lnTo>
                      <a:pt x="7" y="135"/>
                    </a:lnTo>
                    <a:lnTo>
                      <a:pt x="4" y="131"/>
                    </a:lnTo>
                    <a:lnTo>
                      <a:pt x="0" y="131"/>
                    </a:lnTo>
                    <a:lnTo>
                      <a:pt x="0" y="114"/>
                    </a:lnTo>
                    <a:lnTo>
                      <a:pt x="4" y="97"/>
                    </a:lnTo>
                    <a:lnTo>
                      <a:pt x="4" y="83"/>
                    </a:lnTo>
                    <a:lnTo>
                      <a:pt x="7" y="65"/>
                    </a:lnTo>
                    <a:lnTo>
                      <a:pt x="14" y="48"/>
                    </a:lnTo>
                    <a:lnTo>
                      <a:pt x="17" y="34"/>
                    </a:lnTo>
                    <a:lnTo>
                      <a:pt x="20" y="17"/>
                    </a:lnTo>
                    <a:lnTo>
                      <a:pt x="24" y="3"/>
                    </a:lnTo>
                    <a:lnTo>
                      <a:pt x="27" y="0"/>
                    </a:lnTo>
                    <a:lnTo>
                      <a:pt x="40" y="0"/>
                    </a:lnTo>
                    <a:lnTo>
                      <a:pt x="40" y="3"/>
                    </a:lnTo>
                    <a:lnTo>
                      <a:pt x="54" y="3"/>
                    </a:lnTo>
                    <a:lnTo>
                      <a:pt x="54" y="1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9" name="Google Shape;669;p3"/>
              <p:cNvSpPr/>
              <p:nvPr/>
            </p:nvSpPr>
            <p:spPr>
              <a:xfrm>
                <a:off x="2029" y="2915"/>
                <a:ext cx="47" cy="125"/>
              </a:xfrm>
              <a:custGeom>
                <a:rect b="b" l="l" r="r" t="t"/>
                <a:pathLst>
                  <a:path extrusionOk="0" h="125" w="47">
                    <a:moveTo>
                      <a:pt x="7" y="125"/>
                    </a:moveTo>
                    <a:lnTo>
                      <a:pt x="47" y="3"/>
                    </a:lnTo>
                    <a:lnTo>
                      <a:pt x="40" y="0"/>
                    </a:lnTo>
                    <a:lnTo>
                      <a:pt x="0" y="125"/>
                    </a:lnTo>
                    <a:lnTo>
                      <a:pt x="0" y="121"/>
                    </a:lnTo>
                    <a:lnTo>
                      <a:pt x="7" y="1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0" name="Google Shape;670;p3"/>
              <p:cNvSpPr/>
              <p:nvPr/>
            </p:nvSpPr>
            <p:spPr>
              <a:xfrm>
                <a:off x="2016" y="3033"/>
                <a:ext cx="20" cy="10"/>
              </a:xfrm>
              <a:custGeom>
                <a:rect b="b" l="l" r="r" t="t"/>
                <a:pathLst>
                  <a:path extrusionOk="0" h="10" w="20">
                    <a:moveTo>
                      <a:pt x="0" y="3"/>
                    </a:moveTo>
                    <a:lnTo>
                      <a:pt x="7" y="10"/>
                    </a:lnTo>
                    <a:lnTo>
                      <a:pt x="13" y="10"/>
                    </a:lnTo>
                    <a:lnTo>
                      <a:pt x="20" y="7"/>
                    </a:lnTo>
                    <a:lnTo>
                      <a:pt x="13" y="3"/>
                    </a:lnTo>
                    <a:lnTo>
                      <a:pt x="13" y="7"/>
                    </a:lnTo>
                    <a:lnTo>
                      <a:pt x="10" y="3"/>
                    </a:lnTo>
                    <a:lnTo>
                      <a:pt x="7" y="3"/>
                    </a:lnTo>
                    <a:lnTo>
                      <a:pt x="3" y="0"/>
                    </a:lnTo>
                    <a:lnTo>
                      <a:pt x="7" y="3"/>
                    </a:lnTo>
                    <a:lnTo>
                      <a:pt x="0" y="3"/>
                    </a:lnTo>
                    <a:lnTo>
                      <a:pt x="3" y="7"/>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1" name="Google Shape;671;p3"/>
              <p:cNvSpPr/>
              <p:nvPr/>
            </p:nvSpPr>
            <p:spPr>
              <a:xfrm>
                <a:off x="2016" y="2905"/>
                <a:ext cx="30" cy="131"/>
              </a:xfrm>
              <a:custGeom>
                <a:rect b="b" l="l" r="r" t="t"/>
                <a:pathLst>
                  <a:path extrusionOk="0" h="131" w="30">
                    <a:moveTo>
                      <a:pt x="27" y="0"/>
                    </a:moveTo>
                    <a:lnTo>
                      <a:pt x="23" y="3"/>
                    </a:lnTo>
                    <a:lnTo>
                      <a:pt x="20" y="17"/>
                    </a:lnTo>
                    <a:lnTo>
                      <a:pt x="17" y="34"/>
                    </a:lnTo>
                    <a:lnTo>
                      <a:pt x="13" y="48"/>
                    </a:lnTo>
                    <a:lnTo>
                      <a:pt x="7" y="65"/>
                    </a:lnTo>
                    <a:lnTo>
                      <a:pt x="3" y="79"/>
                    </a:lnTo>
                    <a:lnTo>
                      <a:pt x="3" y="97"/>
                    </a:lnTo>
                    <a:lnTo>
                      <a:pt x="0" y="114"/>
                    </a:lnTo>
                    <a:lnTo>
                      <a:pt x="0" y="131"/>
                    </a:lnTo>
                    <a:lnTo>
                      <a:pt x="7" y="131"/>
                    </a:lnTo>
                    <a:lnTo>
                      <a:pt x="7" y="97"/>
                    </a:lnTo>
                    <a:lnTo>
                      <a:pt x="10" y="83"/>
                    </a:lnTo>
                    <a:lnTo>
                      <a:pt x="13" y="65"/>
                    </a:lnTo>
                    <a:lnTo>
                      <a:pt x="20" y="52"/>
                    </a:lnTo>
                    <a:lnTo>
                      <a:pt x="23" y="34"/>
                    </a:lnTo>
                    <a:lnTo>
                      <a:pt x="27" y="20"/>
                    </a:lnTo>
                    <a:lnTo>
                      <a:pt x="30" y="3"/>
                    </a:lnTo>
                    <a:lnTo>
                      <a:pt x="30" y="7"/>
                    </a:lnTo>
                    <a:lnTo>
                      <a:pt x="27" y="0"/>
                    </a:lnTo>
                    <a:lnTo>
                      <a:pt x="23" y="0"/>
                    </a:lnTo>
                    <a:lnTo>
                      <a:pt x="23" y="3"/>
                    </a:lnTo>
                    <a:lnTo>
                      <a:pt x="2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2" name="Google Shape;672;p3"/>
              <p:cNvSpPr/>
              <p:nvPr/>
            </p:nvSpPr>
            <p:spPr>
              <a:xfrm>
                <a:off x="2043" y="2901"/>
                <a:ext cx="33" cy="14"/>
              </a:xfrm>
              <a:custGeom>
                <a:rect b="b" l="l" r="r" t="t"/>
                <a:pathLst>
                  <a:path extrusionOk="0" h="14" w="33">
                    <a:moveTo>
                      <a:pt x="33" y="7"/>
                    </a:moveTo>
                    <a:lnTo>
                      <a:pt x="30" y="4"/>
                    </a:lnTo>
                    <a:lnTo>
                      <a:pt x="16" y="4"/>
                    </a:lnTo>
                    <a:lnTo>
                      <a:pt x="10" y="0"/>
                    </a:lnTo>
                    <a:lnTo>
                      <a:pt x="3" y="0"/>
                    </a:lnTo>
                    <a:lnTo>
                      <a:pt x="0" y="4"/>
                    </a:lnTo>
                    <a:lnTo>
                      <a:pt x="3" y="11"/>
                    </a:lnTo>
                    <a:lnTo>
                      <a:pt x="6" y="7"/>
                    </a:lnTo>
                    <a:lnTo>
                      <a:pt x="13" y="7"/>
                    </a:lnTo>
                    <a:lnTo>
                      <a:pt x="16" y="11"/>
                    </a:lnTo>
                    <a:lnTo>
                      <a:pt x="23" y="11"/>
                    </a:lnTo>
                    <a:lnTo>
                      <a:pt x="30" y="14"/>
                    </a:lnTo>
                    <a:lnTo>
                      <a:pt x="23" y="7"/>
                    </a:lnTo>
                    <a:lnTo>
                      <a:pt x="33" y="7"/>
                    </a:lnTo>
                    <a:lnTo>
                      <a:pt x="33" y="4"/>
                    </a:lnTo>
                    <a:lnTo>
                      <a:pt x="30" y="4"/>
                    </a:lnTo>
                    <a:lnTo>
                      <a:pt x="3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3" name="Google Shape;673;p3"/>
              <p:cNvSpPr/>
              <p:nvPr/>
            </p:nvSpPr>
            <p:spPr>
              <a:xfrm>
                <a:off x="2066" y="2908"/>
                <a:ext cx="10" cy="10"/>
              </a:xfrm>
              <a:custGeom>
                <a:rect b="b" l="l" r="r" t="t"/>
                <a:pathLst>
                  <a:path extrusionOk="0" h="10" w="10">
                    <a:moveTo>
                      <a:pt x="10" y="10"/>
                    </a:moveTo>
                    <a:lnTo>
                      <a:pt x="10" y="0"/>
                    </a:lnTo>
                    <a:lnTo>
                      <a:pt x="0" y="0"/>
                    </a:lnTo>
                    <a:lnTo>
                      <a:pt x="0" y="10"/>
                    </a:lnTo>
                    <a:lnTo>
                      <a:pt x="3" y="7"/>
                    </a:lnTo>
                    <a:lnTo>
                      <a:pt x="10"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4" name="Google Shape;674;p3"/>
              <p:cNvSpPr/>
              <p:nvPr/>
            </p:nvSpPr>
            <p:spPr>
              <a:xfrm>
                <a:off x="1533" y="2908"/>
                <a:ext cx="50" cy="69"/>
              </a:xfrm>
              <a:custGeom>
                <a:rect b="b" l="l" r="r" t="t"/>
                <a:pathLst>
                  <a:path extrusionOk="0" h="69" w="50">
                    <a:moveTo>
                      <a:pt x="50" y="17"/>
                    </a:moveTo>
                    <a:lnTo>
                      <a:pt x="50" y="31"/>
                    </a:lnTo>
                    <a:lnTo>
                      <a:pt x="40" y="42"/>
                    </a:lnTo>
                    <a:lnTo>
                      <a:pt x="36" y="49"/>
                    </a:lnTo>
                    <a:lnTo>
                      <a:pt x="23" y="62"/>
                    </a:lnTo>
                    <a:lnTo>
                      <a:pt x="16" y="66"/>
                    </a:lnTo>
                    <a:lnTo>
                      <a:pt x="13" y="69"/>
                    </a:lnTo>
                    <a:lnTo>
                      <a:pt x="10" y="66"/>
                    </a:lnTo>
                    <a:lnTo>
                      <a:pt x="6" y="66"/>
                    </a:lnTo>
                    <a:lnTo>
                      <a:pt x="0" y="59"/>
                    </a:lnTo>
                    <a:lnTo>
                      <a:pt x="0" y="55"/>
                    </a:lnTo>
                    <a:lnTo>
                      <a:pt x="3" y="49"/>
                    </a:lnTo>
                    <a:lnTo>
                      <a:pt x="6" y="38"/>
                    </a:lnTo>
                    <a:lnTo>
                      <a:pt x="10" y="31"/>
                    </a:lnTo>
                    <a:lnTo>
                      <a:pt x="13" y="21"/>
                    </a:lnTo>
                    <a:lnTo>
                      <a:pt x="26" y="7"/>
                    </a:lnTo>
                    <a:lnTo>
                      <a:pt x="33" y="4"/>
                    </a:lnTo>
                    <a:lnTo>
                      <a:pt x="43" y="0"/>
                    </a:lnTo>
                    <a:lnTo>
                      <a:pt x="50"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5" name="Google Shape;675;p3"/>
              <p:cNvSpPr/>
              <p:nvPr/>
            </p:nvSpPr>
            <p:spPr>
              <a:xfrm>
                <a:off x="1549" y="2925"/>
                <a:ext cx="40" cy="52"/>
              </a:xfrm>
              <a:custGeom>
                <a:rect b="b" l="l" r="r" t="t"/>
                <a:pathLst>
                  <a:path extrusionOk="0" h="52" w="40">
                    <a:moveTo>
                      <a:pt x="4" y="52"/>
                    </a:moveTo>
                    <a:lnTo>
                      <a:pt x="10" y="49"/>
                    </a:lnTo>
                    <a:lnTo>
                      <a:pt x="24" y="35"/>
                    </a:lnTo>
                    <a:lnTo>
                      <a:pt x="27" y="28"/>
                    </a:lnTo>
                    <a:lnTo>
                      <a:pt x="30" y="21"/>
                    </a:lnTo>
                    <a:lnTo>
                      <a:pt x="37" y="14"/>
                    </a:lnTo>
                    <a:lnTo>
                      <a:pt x="37" y="7"/>
                    </a:lnTo>
                    <a:lnTo>
                      <a:pt x="40" y="0"/>
                    </a:lnTo>
                    <a:lnTo>
                      <a:pt x="30" y="0"/>
                    </a:lnTo>
                    <a:lnTo>
                      <a:pt x="30" y="11"/>
                    </a:lnTo>
                    <a:lnTo>
                      <a:pt x="27" y="18"/>
                    </a:lnTo>
                    <a:lnTo>
                      <a:pt x="24" y="25"/>
                    </a:lnTo>
                    <a:lnTo>
                      <a:pt x="7" y="42"/>
                    </a:lnTo>
                    <a:lnTo>
                      <a:pt x="0" y="45"/>
                    </a:lnTo>
                    <a:lnTo>
                      <a:pt x="4" y="5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6" name="Google Shape;676;p3"/>
              <p:cNvSpPr/>
              <p:nvPr/>
            </p:nvSpPr>
            <p:spPr>
              <a:xfrm>
                <a:off x="1526" y="2963"/>
                <a:ext cx="27" cy="18"/>
              </a:xfrm>
              <a:custGeom>
                <a:rect b="b" l="l" r="r" t="t"/>
                <a:pathLst>
                  <a:path extrusionOk="0" h="18" w="27">
                    <a:moveTo>
                      <a:pt x="3" y="0"/>
                    </a:moveTo>
                    <a:lnTo>
                      <a:pt x="3" y="7"/>
                    </a:lnTo>
                    <a:lnTo>
                      <a:pt x="7" y="7"/>
                    </a:lnTo>
                    <a:lnTo>
                      <a:pt x="13" y="14"/>
                    </a:lnTo>
                    <a:lnTo>
                      <a:pt x="17" y="14"/>
                    </a:lnTo>
                    <a:lnTo>
                      <a:pt x="17" y="18"/>
                    </a:lnTo>
                    <a:lnTo>
                      <a:pt x="23" y="18"/>
                    </a:lnTo>
                    <a:lnTo>
                      <a:pt x="27" y="14"/>
                    </a:lnTo>
                    <a:lnTo>
                      <a:pt x="23" y="7"/>
                    </a:lnTo>
                    <a:lnTo>
                      <a:pt x="20" y="11"/>
                    </a:lnTo>
                    <a:lnTo>
                      <a:pt x="13" y="4"/>
                    </a:lnTo>
                    <a:lnTo>
                      <a:pt x="10" y="4"/>
                    </a:lnTo>
                    <a:lnTo>
                      <a:pt x="10" y="0"/>
                    </a:lnTo>
                    <a:lnTo>
                      <a:pt x="7" y="0"/>
                    </a:lnTo>
                    <a:lnTo>
                      <a:pt x="10" y="4"/>
                    </a:lnTo>
                    <a:lnTo>
                      <a:pt x="3" y="0"/>
                    </a:lnTo>
                    <a:lnTo>
                      <a:pt x="0" y="4"/>
                    </a:lnTo>
                    <a:lnTo>
                      <a:pt x="3" y="4"/>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7" name="Google Shape;677;p3"/>
              <p:cNvSpPr/>
              <p:nvPr/>
            </p:nvSpPr>
            <p:spPr>
              <a:xfrm>
                <a:off x="1529" y="2905"/>
                <a:ext cx="50" cy="62"/>
              </a:xfrm>
              <a:custGeom>
                <a:rect b="b" l="l" r="r" t="t"/>
                <a:pathLst>
                  <a:path extrusionOk="0" h="62" w="50">
                    <a:moveTo>
                      <a:pt x="50" y="0"/>
                    </a:moveTo>
                    <a:lnTo>
                      <a:pt x="47" y="0"/>
                    </a:lnTo>
                    <a:lnTo>
                      <a:pt x="37" y="3"/>
                    </a:lnTo>
                    <a:lnTo>
                      <a:pt x="27" y="7"/>
                    </a:lnTo>
                    <a:lnTo>
                      <a:pt x="20" y="17"/>
                    </a:lnTo>
                    <a:lnTo>
                      <a:pt x="14" y="24"/>
                    </a:lnTo>
                    <a:lnTo>
                      <a:pt x="10" y="31"/>
                    </a:lnTo>
                    <a:lnTo>
                      <a:pt x="7" y="41"/>
                    </a:lnTo>
                    <a:lnTo>
                      <a:pt x="4" y="52"/>
                    </a:lnTo>
                    <a:lnTo>
                      <a:pt x="0" y="58"/>
                    </a:lnTo>
                    <a:lnTo>
                      <a:pt x="7" y="62"/>
                    </a:lnTo>
                    <a:lnTo>
                      <a:pt x="10" y="52"/>
                    </a:lnTo>
                    <a:lnTo>
                      <a:pt x="14" y="45"/>
                    </a:lnTo>
                    <a:lnTo>
                      <a:pt x="17" y="34"/>
                    </a:lnTo>
                    <a:lnTo>
                      <a:pt x="20" y="27"/>
                    </a:lnTo>
                    <a:lnTo>
                      <a:pt x="34" y="13"/>
                    </a:lnTo>
                    <a:lnTo>
                      <a:pt x="40" y="10"/>
                    </a:lnTo>
                    <a:lnTo>
                      <a:pt x="47" y="7"/>
                    </a:lnTo>
                    <a:lnTo>
                      <a:pt x="44" y="3"/>
                    </a:lnTo>
                    <a:lnTo>
                      <a:pt x="50" y="0"/>
                    </a:lnTo>
                    <a:lnTo>
                      <a:pt x="47" y="0"/>
                    </a:lnTo>
                    <a:lnTo>
                      <a:pt x="5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8" name="Google Shape;678;p3"/>
              <p:cNvSpPr/>
              <p:nvPr/>
            </p:nvSpPr>
            <p:spPr>
              <a:xfrm>
                <a:off x="1573" y="2905"/>
                <a:ext cx="16" cy="20"/>
              </a:xfrm>
              <a:custGeom>
                <a:rect b="b" l="l" r="r" t="t"/>
                <a:pathLst>
                  <a:path extrusionOk="0" h="20" w="16">
                    <a:moveTo>
                      <a:pt x="16" y="20"/>
                    </a:moveTo>
                    <a:lnTo>
                      <a:pt x="16" y="17"/>
                    </a:lnTo>
                    <a:lnTo>
                      <a:pt x="6" y="0"/>
                    </a:lnTo>
                    <a:lnTo>
                      <a:pt x="0" y="3"/>
                    </a:lnTo>
                    <a:lnTo>
                      <a:pt x="6" y="20"/>
                    </a:lnTo>
                    <a:lnTo>
                      <a:pt x="16" y="20"/>
                    </a:lnTo>
                    <a:lnTo>
                      <a:pt x="16" y="17"/>
                    </a:lnTo>
                    <a:lnTo>
                      <a:pt x="16" y="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9" name="Google Shape;679;p3"/>
              <p:cNvSpPr/>
              <p:nvPr/>
            </p:nvSpPr>
            <p:spPr>
              <a:xfrm>
                <a:off x="1546" y="2925"/>
                <a:ext cx="23" cy="38"/>
              </a:xfrm>
              <a:custGeom>
                <a:rect b="b" l="l" r="r" t="t"/>
                <a:pathLst>
                  <a:path extrusionOk="0" h="38" w="23">
                    <a:moveTo>
                      <a:pt x="23" y="14"/>
                    </a:moveTo>
                    <a:lnTo>
                      <a:pt x="0" y="38"/>
                    </a:lnTo>
                    <a:lnTo>
                      <a:pt x="3" y="32"/>
                    </a:lnTo>
                    <a:lnTo>
                      <a:pt x="3" y="25"/>
                    </a:lnTo>
                    <a:lnTo>
                      <a:pt x="7" y="21"/>
                    </a:lnTo>
                    <a:lnTo>
                      <a:pt x="7" y="18"/>
                    </a:lnTo>
                    <a:lnTo>
                      <a:pt x="10" y="11"/>
                    </a:lnTo>
                    <a:lnTo>
                      <a:pt x="17" y="4"/>
                    </a:lnTo>
                    <a:lnTo>
                      <a:pt x="23" y="0"/>
                    </a:lnTo>
                    <a:lnTo>
                      <a:pt x="23" y="14"/>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0" name="Google Shape;680;p3"/>
              <p:cNvSpPr/>
              <p:nvPr/>
            </p:nvSpPr>
            <p:spPr>
              <a:xfrm>
                <a:off x="1543" y="2936"/>
                <a:ext cx="26" cy="34"/>
              </a:xfrm>
              <a:custGeom>
                <a:rect b="b" l="l" r="r" t="t"/>
                <a:pathLst>
                  <a:path extrusionOk="0" h="34" w="26">
                    <a:moveTo>
                      <a:pt x="0" y="27"/>
                    </a:moveTo>
                    <a:lnTo>
                      <a:pt x="6" y="27"/>
                    </a:lnTo>
                    <a:lnTo>
                      <a:pt x="26" y="7"/>
                    </a:lnTo>
                    <a:lnTo>
                      <a:pt x="23" y="0"/>
                    </a:lnTo>
                    <a:lnTo>
                      <a:pt x="0" y="24"/>
                    </a:lnTo>
                    <a:lnTo>
                      <a:pt x="6" y="27"/>
                    </a:lnTo>
                    <a:lnTo>
                      <a:pt x="0" y="27"/>
                    </a:lnTo>
                    <a:lnTo>
                      <a:pt x="0" y="34"/>
                    </a:lnTo>
                    <a:lnTo>
                      <a:pt x="6" y="27"/>
                    </a:lnTo>
                    <a:lnTo>
                      <a:pt x="0"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1" name="Google Shape;681;p3"/>
              <p:cNvSpPr/>
              <p:nvPr/>
            </p:nvSpPr>
            <p:spPr>
              <a:xfrm>
                <a:off x="1543" y="2922"/>
                <a:ext cx="26" cy="41"/>
              </a:xfrm>
              <a:custGeom>
                <a:rect b="b" l="l" r="r" t="t"/>
                <a:pathLst>
                  <a:path extrusionOk="0" h="41" w="26">
                    <a:moveTo>
                      <a:pt x="26" y="0"/>
                    </a:moveTo>
                    <a:lnTo>
                      <a:pt x="23" y="0"/>
                    </a:lnTo>
                    <a:lnTo>
                      <a:pt x="6" y="17"/>
                    </a:lnTo>
                    <a:lnTo>
                      <a:pt x="6" y="24"/>
                    </a:lnTo>
                    <a:lnTo>
                      <a:pt x="3" y="28"/>
                    </a:lnTo>
                    <a:lnTo>
                      <a:pt x="3" y="35"/>
                    </a:lnTo>
                    <a:lnTo>
                      <a:pt x="0" y="41"/>
                    </a:lnTo>
                    <a:lnTo>
                      <a:pt x="6" y="41"/>
                    </a:lnTo>
                    <a:lnTo>
                      <a:pt x="10" y="35"/>
                    </a:lnTo>
                    <a:lnTo>
                      <a:pt x="10" y="31"/>
                    </a:lnTo>
                    <a:lnTo>
                      <a:pt x="13" y="24"/>
                    </a:lnTo>
                    <a:lnTo>
                      <a:pt x="13" y="21"/>
                    </a:lnTo>
                    <a:lnTo>
                      <a:pt x="16" y="17"/>
                    </a:lnTo>
                    <a:lnTo>
                      <a:pt x="20" y="10"/>
                    </a:lnTo>
                    <a:lnTo>
                      <a:pt x="23" y="7"/>
                    </a:lnTo>
                    <a:lnTo>
                      <a:pt x="26" y="7"/>
                    </a:lnTo>
                    <a:lnTo>
                      <a:pt x="23" y="3"/>
                    </a:lnTo>
                    <a:lnTo>
                      <a:pt x="26" y="0"/>
                    </a:lnTo>
                    <a:lnTo>
                      <a:pt x="23" y="0"/>
                    </a:lnTo>
                    <a:lnTo>
                      <a:pt x="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2" name="Google Shape;682;p3"/>
              <p:cNvSpPr/>
              <p:nvPr/>
            </p:nvSpPr>
            <p:spPr>
              <a:xfrm>
                <a:off x="1566" y="2922"/>
                <a:ext cx="7" cy="21"/>
              </a:xfrm>
              <a:custGeom>
                <a:rect b="b" l="l" r="r" t="t"/>
                <a:pathLst>
                  <a:path extrusionOk="0" h="21" w="7">
                    <a:moveTo>
                      <a:pt x="3" y="21"/>
                    </a:moveTo>
                    <a:lnTo>
                      <a:pt x="7" y="17"/>
                    </a:lnTo>
                    <a:lnTo>
                      <a:pt x="7" y="3"/>
                    </a:lnTo>
                    <a:lnTo>
                      <a:pt x="3" y="0"/>
                    </a:lnTo>
                    <a:lnTo>
                      <a:pt x="0" y="3"/>
                    </a:lnTo>
                    <a:lnTo>
                      <a:pt x="0" y="17"/>
                    </a:lnTo>
                    <a:lnTo>
                      <a:pt x="0" y="14"/>
                    </a:lnTo>
                    <a:lnTo>
                      <a:pt x="3" y="21"/>
                    </a:lnTo>
                    <a:lnTo>
                      <a:pt x="7" y="17"/>
                    </a:lnTo>
                    <a:lnTo>
                      <a:pt x="3"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3" name="Google Shape;683;p3"/>
              <p:cNvSpPr/>
              <p:nvPr/>
            </p:nvSpPr>
            <p:spPr>
              <a:xfrm>
                <a:off x="1509" y="2950"/>
                <a:ext cx="444" cy="336"/>
              </a:xfrm>
              <a:custGeom>
                <a:rect b="b" l="l" r="r" t="t"/>
                <a:pathLst>
                  <a:path extrusionOk="0" h="336" w="444">
                    <a:moveTo>
                      <a:pt x="137" y="59"/>
                    </a:moveTo>
                    <a:lnTo>
                      <a:pt x="127" y="79"/>
                    </a:lnTo>
                    <a:lnTo>
                      <a:pt x="114" y="100"/>
                    </a:lnTo>
                    <a:lnTo>
                      <a:pt x="104" y="121"/>
                    </a:lnTo>
                    <a:lnTo>
                      <a:pt x="94" y="145"/>
                    </a:lnTo>
                    <a:lnTo>
                      <a:pt x="84" y="166"/>
                    </a:lnTo>
                    <a:lnTo>
                      <a:pt x="74" y="187"/>
                    </a:lnTo>
                    <a:lnTo>
                      <a:pt x="64" y="208"/>
                    </a:lnTo>
                    <a:lnTo>
                      <a:pt x="54" y="232"/>
                    </a:lnTo>
                    <a:lnTo>
                      <a:pt x="50" y="242"/>
                    </a:lnTo>
                    <a:lnTo>
                      <a:pt x="50" y="249"/>
                    </a:lnTo>
                    <a:lnTo>
                      <a:pt x="54" y="259"/>
                    </a:lnTo>
                    <a:lnTo>
                      <a:pt x="57" y="266"/>
                    </a:lnTo>
                    <a:lnTo>
                      <a:pt x="300" y="266"/>
                    </a:lnTo>
                    <a:lnTo>
                      <a:pt x="310" y="253"/>
                    </a:lnTo>
                    <a:lnTo>
                      <a:pt x="317" y="239"/>
                    </a:lnTo>
                    <a:lnTo>
                      <a:pt x="324" y="221"/>
                    </a:lnTo>
                    <a:lnTo>
                      <a:pt x="330" y="204"/>
                    </a:lnTo>
                    <a:lnTo>
                      <a:pt x="340" y="190"/>
                    </a:lnTo>
                    <a:lnTo>
                      <a:pt x="347" y="173"/>
                    </a:lnTo>
                    <a:lnTo>
                      <a:pt x="354" y="159"/>
                    </a:lnTo>
                    <a:lnTo>
                      <a:pt x="364" y="145"/>
                    </a:lnTo>
                    <a:lnTo>
                      <a:pt x="367" y="138"/>
                    </a:lnTo>
                    <a:lnTo>
                      <a:pt x="370" y="128"/>
                    </a:lnTo>
                    <a:lnTo>
                      <a:pt x="374" y="121"/>
                    </a:lnTo>
                    <a:lnTo>
                      <a:pt x="377" y="111"/>
                    </a:lnTo>
                    <a:lnTo>
                      <a:pt x="380" y="104"/>
                    </a:lnTo>
                    <a:lnTo>
                      <a:pt x="384" y="100"/>
                    </a:lnTo>
                    <a:lnTo>
                      <a:pt x="394" y="97"/>
                    </a:lnTo>
                    <a:lnTo>
                      <a:pt x="404" y="97"/>
                    </a:lnTo>
                    <a:lnTo>
                      <a:pt x="394" y="121"/>
                    </a:lnTo>
                    <a:lnTo>
                      <a:pt x="384" y="145"/>
                    </a:lnTo>
                    <a:lnTo>
                      <a:pt x="374" y="166"/>
                    </a:lnTo>
                    <a:lnTo>
                      <a:pt x="364" y="190"/>
                    </a:lnTo>
                    <a:lnTo>
                      <a:pt x="354" y="214"/>
                    </a:lnTo>
                    <a:lnTo>
                      <a:pt x="340" y="235"/>
                    </a:lnTo>
                    <a:lnTo>
                      <a:pt x="330" y="259"/>
                    </a:lnTo>
                    <a:lnTo>
                      <a:pt x="320" y="280"/>
                    </a:lnTo>
                    <a:lnTo>
                      <a:pt x="190" y="280"/>
                    </a:lnTo>
                    <a:lnTo>
                      <a:pt x="174" y="284"/>
                    </a:lnTo>
                    <a:lnTo>
                      <a:pt x="80" y="284"/>
                    </a:lnTo>
                    <a:lnTo>
                      <a:pt x="64" y="287"/>
                    </a:lnTo>
                    <a:lnTo>
                      <a:pt x="24" y="287"/>
                    </a:lnTo>
                    <a:lnTo>
                      <a:pt x="20" y="291"/>
                    </a:lnTo>
                    <a:lnTo>
                      <a:pt x="17" y="291"/>
                    </a:lnTo>
                    <a:lnTo>
                      <a:pt x="14" y="294"/>
                    </a:lnTo>
                    <a:lnTo>
                      <a:pt x="10" y="294"/>
                    </a:lnTo>
                    <a:lnTo>
                      <a:pt x="10" y="301"/>
                    </a:lnTo>
                    <a:lnTo>
                      <a:pt x="107" y="301"/>
                    </a:lnTo>
                    <a:lnTo>
                      <a:pt x="127" y="298"/>
                    </a:lnTo>
                    <a:lnTo>
                      <a:pt x="324" y="298"/>
                    </a:lnTo>
                    <a:lnTo>
                      <a:pt x="330" y="287"/>
                    </a:lnTo>
                    <a:lnTo>
                      <a:pt x="340" y="277"/>
                    </a:lnTo>
                    <a:lnTo>
                      <a:pt x="347" y="263"/>
                    </a:lnTo>
                    <a:lnTo>
                      <a:pt x="350" y="253"/>
                    </a:lnTo>
                    <a:lnTo>
                      <a:pt x="357" y="239"/>
                    </a:lnTo>
                    <a:lnTo>
                      <a:pt x="364" y="228"/>
                    </a:lnTo>
                    <a:lnTo>
                      <a:pt x="370" y="214"/>
                    </a:lnTo>
                    <a:lnTo>
                      <a:pt x="377" y="204"/>
                    </a:lnTo>
                    <a:lnTo>
                      <a:pt x="420" y="97"/>
                    </a:lnTo>
                    <a:lnTo>
                      <a:pt x="424" y="97"/>
                    </a:lnTo>
                    <a:lnTo>
                      <a:pt x="427" y="93"/>
                    </a:lnTo>
                    <a:lnTo>
                      <a:pt x="437" y="93"/>
                    </a:lnTo>
                    <a:lnTo>
                      <a:pt x="437" y="90"/>
                    </a:lnTo>
                    <a:lnTo>
                      <a:pt x="444" y="90"/>
                    </a:lnTo>
                    <a:lnTo>
                      <a:pt x="437" y="104"/>
                    </a:lnTo>
                    <a:lnTo>
                      <a:pt x="430" y="121"/>
                    </a:lnTo>
                    <a:lnTo>
                      <a:pt x="424" y="135"/>
                    </a:lnTo>
                    <a:lnTo>
                      <a:pt x="420" y="149"/>
                    </a:lnTo>
                    <a:lnTo>
                      <a:pt x="414" y="162"/>
                    </a:lnTo>
                    <a:lnTo>
                      <a:pt x="407" y="176"/>
                    </a:lnTo>
                    <a:lnTo>
                      <a:pt x="400" y="194"/>
                    </a:lnTo>
                    <a:lnTo>
                      <a:pt x="394" y="208"/>
                    </a:lnTo>
                    <a:lnTo>
                      <a:pt x="387" y="221"/>
                    </a:lnTo>
                    <a:lnTo>
                      <a:pt x="380" y="235"/>
                    </a:lnTo>
                    <a:lnTo>
                      <a:pt x="374" y="249"/>
                    </a:lnTo>
                    <a:lnTo>
                      <a:pt x="367" y="263"/>
                    </a:lnTo>
                    <a:lnTo>
                      <a:pt x="364" y="280"/>
                    </a:lnTo>
                    <a:lnTo>
                      <a:pt x="357" y="294"/>
                    </a:lnTo>
                    <a:lnTo>
                      <a:pt x="350" y="308"/>
                    </a:lnTo>
                    <a:lnTo>
                      <a:pt x="344" y="322"/>
                    </a:lnTo>
                    <a:lnTo>
                      <a:pt x="340" y="329"/>
                    </a:lnTo>
                    <a:lnTo>
                      <a:pt x="337" y="332"/>
                    </a:lnTo>
                    <a:lnTo>
                      <a:pt x="330" y="332"/>
                    </a:lnTo>
                    <a:lnTo>
                      <a:pt x="327" y="336"/>
                    </a:lnTo>
                    <a:lnTo>
                      <a:pt x="27" y="336"/>
                    </a:lnTo>
                    <a:lnTo>
                      <a:pt x="20" y="332"/>
                    </a:lnTo>
                    <a:lnTo>
                      <a:pt x="17" y="332"/>
                    </a:lnTo>
                    <a:lnTo>
                      <a:pt x="7" y="322"/>
                    </a:lnTo>
                    <a:lnTo>
                      <a:pt x="7" y="318"/>
                    </a:lnTo>
                    <a:lnTo>
                      <a:pt x="0" y="305"/>
                    </a:lnTo>
                    <a:lnTo>
                      <a:pt x="0" y="280"/>
                    </a:lnTo>
                    <a:lnTo>
                      <a:pt x="7" y="266"/>
                    </a:lnTo>
                    <a:lnTo>
                      <a:pt x="14" y="256"/>
                    </a:lnTo>
                    <a:lnTo>
                      <a:pt x="20" y="242"/>
                    </a:lnTo>
                    <a:lnTo>
                      <a:pt x="27" y="232"/>
                    </a:lnTo>
                    <a:lnTo>
                      <a:pt x="30" y="221"/>
                    </a:lnTo>
                    <a:lnTo>
                      <a:pt x="37" y="211"/>
                    </a:lnTo>
                    <a:lnTo>
                      <a:pt x="44" y="201"/>
                    </a:lnTo>
                    <a:lnTo>
                      <a:pt x="50" y="190"/>
                    </a:lnTo>
                    <a:lnTo>
                      <a:pt x="54" y="180"/>
                    </a:lnTo>
                    <a:lnTo>
                      <a:pt x="60" y="169"/>
                    </a:lnTo>
                    <a:lnTo>
                      <a:pt x="67" y="159"/>
                    </a:lnTo>
                    <a:lnTo>
                      <a:pt x="70" y="149"/>
                    </a:lnTo>
                    <a:lnTo>
                      <a:pt x="77" y="138"/>
                    </a:lnTo>
                    <a:lnTo>
                      <a:pt x="84" y="128"/>
                    </a:lnTo>
                    <a:lnTo>
                      <a:pt x="87" y="117"/>
                    </a:lnTo>
                    <a:lnTo>
                      <a:pt x="94" y="107"/>
                    </a:lnTo>
                    <a:lnTo>
                      <a:pt x="97" y="93"/>
                    </a:lnTo>
                    <a:lnTo>
                      <a:pt x="104" y="86"/>
                    </a:lnTo>
                    <a:lnTo>
                      <a:pt x="107" y="72"/>
                    </a:lnTo>
                    <a:lnTo>
                      <a:pt x="114" y="62"/>
                    </a:lnTo>
                    <a:lnTo>
                      <a:pt x="117" y="52"/>
                    </a:lnTo>
                    <a:lnTo>
                      <a:pt x="150" y="0"/>
                    </a:lnTo>
                    <a:lnTo>
                      <a:pt x="157" y="10"/>
                    </a:lnTo>
                    <a:lnTo>
                      <a:pt x="157" y="24"/>
                    </a:lnTo>
                    <a:lnTo>
                      <a:pt x="154" y="31"/>
                    </a:lnTo>
                    <a:lnTo>
                      <a:pt x="147" y="34"/>
                    </a:lnTo>
                    <a:lnTo>
                      <a:pt x="144" y="45"/>
                    </a:lnTo>
                    <a:lnTo>
                      <a:pt x="140" y="52"/>
                    </a:lnTo>
                    <a:lnTo>
                      <a:pt x="137" y="59"/>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4" name="Google Shape;684;p3"/>
              <p:cNvSpPr/>
              <p:nvPr/>
            </p:nvSpPr>
            <p:spPr>
              <a:xfrm>
                <a:off x="1559" y="3005"/>
                <a:ext cx="90" cy="177"/>
              </a:xfrm>
              <a:custGeom>
                <a:rect b="b" l="l" r="r" t="t"/>
                <a:pathLst>
                  <a:path extrusionOk="0" h="177" w="90">
                    <a:moveTo>
                      <a:pt x="7" y="177"/>
                    </a:moveTo>
                    <a:lnTo>
                      <a:pt x="17" y="156"/>
                    </a:lnTo>
                    <a:lnTo>
                      <a:pt x="27" y="135"/>
                    </a:lnTo>
                    <a:lnTo>
                      <a:pt x="37" y="111"/>
                    </a:lnTo>
                    <a:lnTo>
                      <a:pt x="47" y="90"/>
                    </a:lnTo>
                    <a:lnTo>
                      <a:pt x="57" y="69"/>
                    </a:lnTo>
                    <a:lnTo>
                      <a:pt x="67" y="45"/>
                    </a:lnTo>
                    <a:lnTo>
                      <a:pt x="77" y="24"/>
                    </a:lnTo>
                    <a:lnTo>
                      <a:pt x="90" y="4"/>
                    </a:lnTo>
                    <a:lnTo>
                      <a:pt x="84" y="0"/>
                    </a:lnTo>
                    <a:lnTo>
                      <a:pt x="74" y="21"/>
                    </a:lnTo>
                    <a:lnTo>
                      <a:pt x="60" y="42"/>
                    </a:lnTo>
                    <a:lnTo>
                      <a:pt x="50" y="66"/>
                    </a:lnTo>
                    <a:lnTo>
                      <a:pt x="40" y="87"/>
                    </a:lnTo>
                    <a:lnTo>
                      <a:pt x="30" y="107"/>
                    </a:lnTo>
                    <a:lnTo>
                      <a:pt x="20" y="132"/>
                    </a:lnTo>
                    <a:lnTo>
                      <a:pt x="10" y="153"/>
                    </a:lnTo>
                    <a:lnTo>
                      <a:pt x="0" y="173"/>
                    </a:lnTo>
                    <a:lnTo>
                      <a:pt x="7" y="17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5" name="Google Shape;685;p3"/>
              <p:cNvSpPr/>
              <p:nvPr/>
            </p:nvSpPr>
            <p:spPr>
              <a:xfrm>
                <a:off x="1556" y="3178"/>
                <a:ext cx="13" cy="42"/>
              </a:xfrm>
              <a:custGeom>
                <a:rect b="b" l="l" r="r" t="t"/>
                <a:pathLst>
                  <a:path extrusionOk="0" h="42" w="13">
                    <a:moveTo>
                      <a:pt x="10" y="35"/>
                    </a:moveTo>
                    <a:lnTo>
                      <a:pt x="13" y="35"/>
                    </a:lnTo>
                    <a:lnTo>
                      <a:pt x="7" y="28"/>
                    </a:lnTo>
                    <a:lnTo>
                      <a:pt x="7" y="14"/>
                    </a:lnTo>
                    <a:lnTo>
                      <a:pt x="10" y="4"/>
                    </a:lnTo>
                    <a:lnTo>
                      <a:pt x="3" y="0"/>
                    </a:lnTo>
                    <a:lnTo>
                      <a:pt x="0" y="14"/>
                    </a:lnTo>
                    <a:lnTo>
                      <a:pt x="0" y="21"/>
                    </a:lnTo>
                    <a:lnTo>
                      <a:pt x="3" y="31"/>
                    </a:lnTo>
                    <a:lnTo>
                      <a:pt x="7" y="42"/>
                    </a:lnTo>
                    <a:lnTo>
                      <a:pt x="10" y="42"/>
                    </a:lnTo>
                    <a:lnTo>
                      <a:pt x="7" y="42"/>
                    </a:lnTo>
                    <a:lnTo>
                      <a:pt x="10" y="42"/>
                    </a:lnTo>
                    <a:lnTo>
                      <a:pt x="10"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6" name="Google Shape;686;p3"/>
              <p:cNvSpPr/>
              <p:nvPr/>
            </p:nvSpPr>
            <p:spPr>
              <a:xfrm>
                <a:off x="1566" y="3213"/>
                <a:ext cx="247" cy="7"/>
              </a:xfrm>
              <a:custGeom>
                <a:rect b="b" l="l" r="r" t="t"/>
                <a:pathLst>
                  <a:path extrusionOk="0" h="7" w="247">
                    <a:moveTo>
                      <a:pt x="240" y="3"/>
                    </a:moveTo>
                    <a:lnTo>
                      <a:pt x="243" y="0"/>
                    </a:lnTo>
                    <a:lnTo>
                      <a:pt x="0" y="0"/>
                    </a:lnTo>
                    <a:lnTo>
                      <a:pt x="0" y="7"/>
                    </a:lnTo>
                    <a:lnTo>
                      <a:pt x="247" y="7"/>
                    </a:lnTo>
                    <a:lnTo>
                      <a:pt x="243" y="7"/>
                    </a:lnTo>
                    <a:lnTo>
                      <a:pt x="247" y="7"/>
                    </a:lnTo>
                    <a:lnTo>
                      <a:pt x="24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7" name="Google Shape;687;p3"/>
              <p:cNvSpPr/>
              <p:nvPr/>
            </p:nvSpPr>
            <p:spPr>
              <a:xfrm>
                <a:off x="1806" y="3092"/>
                <a:ext cx="70" cy="128"/>
              </a:xfrm>
              <a:custGeom>
                <a:rect b="b" l="l" r="r" t="t"/>
                <a:pathLst>
                  <a:path extrusionOk="0" h="128" w="70">
                    <a:moveTo>
                      <a:pt x="63" y="0"/>
                    </a:moveTo>
                    <a:lnTo>
                      <a:pt x="53" y="17"/>
                    </a:lnTo>
                    <a:lnTo>
                      <a:pt x="47" y="31"/>
                    </a:lnTo>
                    <a:lnTo>
                      <a:pt x="40" y="45"/>
                    </a:lnTo>
                    <a:lnTo>
                      <a:pt x="33" y="62"/>
                    </a:lnTo>
                    <a:lnTo>
                      <a:pt x="23" y="79"/>
                    </a:lnTo>
                    <a:lnTo>
                      <a:pt x="17" y="93"/>
                    </a:lnTo>
                    <a:lnTo>
                      <a:pt x="10" y="107"/>
                    </a:lnTo>
                    <a:lnTo>
                      <a:pt x="0" y="124"/>
                    </a:lnTo>
                    <a:lnTo>
                      <a:pt x="7" y="128"/>
                    </a:lnTo>
                    <a:lnTo>
                      <a:pt x="13" y="114"/>
                    </a:lnTo>
                    <a:lnTo>
                      <a:pt x="23" y="97"/>
                    </a:lnTo>
                    <a:lnTo>
                      <a:pt x="30" y="79"/>
                    </a:lnTo>
                    <a:lnTo>
                      <a:pt x="37" y="66"/>
                    </a:lnTo>
                    <a:lnTo>
                      <a:pt x="47" y="48"/>
                    </a:lnTo>
                    <a:lnTo>
                      <a:pt x="53" y="34"/>
                    </a:lnTo>
                    <a:lnTo>
                      <a:pt x="60" y="20"/>
                    </a:lnTo>
                    <a:lnTo>
                      <a:pt x="70" y="3"/>
                    </a:lnTo>
                    <a:lnTo>
                      <a:pt x="6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8" name="Google Shape;688;p3"/>
              <p:cNvSpPr/>
              <p:nvPr/>
            </p:nvSpPr>
            <p:spPr>
              <a:xfrm>
                <a:off x="1869" y="3043"/>
                <a:ext cx="47" cy="52"/>
              </a:xfrm>
              <a:custGeom>
                <a:rect b="b" l="l" r="r" t="t"/>
                <a:pathLst>
                  <a:path extrusionOk="0" h="52" w="47">
                    <a:moveTo>
                      <a:pt x="47" y="7"/>
                    </a:moveTo>
                    <a:lnTo>
                      <a:pt x="44" y="0"/>
                    </a:lnTo>
                    <a:lnTo>
                      <a:pt x="34" y="0"/>
                    </a:lnTo>
                    <a:lnTo>
                      <a:pt x="24" y="4"/>
                    </a:lnTo>
                    <a:lnTo>
                      <a:pt x="17" y="7"/>
                    </a:lnTo>
                    <a:lnTo>
                      <a:pt x="14" y="18"/>
                    </a:lnTo>
                    <a:lnTo>
                      <a:pt x="10" y="24"/>
                    </a:lnTo>
                    <a:lnTo>
                      <a:pt x="7" y="35"/>
                    </a:lnTo>
                    <a:lnTo>
                      <a:pt x="4" y="42"/>
                    </a:lnTo>
                    <a:lnTo>
                      <a:pt x="0" y="49"/>
                    </a:lnTo>
                    <a:lnTo>
                      <a:pt x="7" y="52"/>
                    </a:lnTo>
                    <a:lnTo>
                      <a:pt x="10" y="45"/>
                    </a:lnTo>
                    <a:lnTo>
                      <a:pt x="14" y="35"/>
                    </a:lnTo>
                    <a:lnTo>
                      <a:pt x="17" y="28"/>
                    </a:lnTo>
                    <a:lnTo>
                      <a:pt x="20" y="18"/>
                    </a:lnTo>
                    <a:lnTo>
                      <a:pt x="27" y="11"/>
                    </a:lnTo>
                    <a:lnTo>
                      <a:pt x="34" y="7"/>
                    </a:lnTo>
                    <a:lnTo>
                      <a:pt x="44" y="7"/>
                    </a:lnTo>
                    <a:lnTo>
                      <a:pt x="40" y="4"/>
                    </a:lnTo>
                    <a:lnTo>
                      <a:pt x="47" y="7"/>
                    </a:lnTo>
                    <a:lnTo>
                      <a:pt x="47" y="4"/>
                    </a:lnTo>
                    <a:lnTo>
                      <a:pt x="44" y="0"/>
                    </a:lnTo>
                    <a:lnTo>
                      <a:pt x="47"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9" name="Google Shape;689;p3"/>
              <p:cNvSpPr/>
              <p:nvPr/>
            </p:nvSpPr>
            <p:spPr>
              <a:xfrm>
                <a:off x="1826" y="3047"/>
                <a:ext cx="90" cy="187"/>
              </a:xfrm>
              <a:custGeom>
                <a:rect b="b" l="l" r="r" t="t"/>
                <a:pathLst>
                  <a:path extrusionOk="0" h="187" w="90">
                    <a:moveTo>
                      <a:pt x="3" y="187"/>
                    </a:moveTo>
                    <a:lnTo>
                      <a:pt x="7" y="183"/>
                    </a:lnTo>
                    <a:lnTo>
                      <a:pt x="17" y="162"/>
                    </a:lnTo>
                    <a:lnTo>
                      <a:pt x="27" y="142"/>
                    </a:lnTo>
                    <a:lnTo>
                      <a:pt x="40" y="117"/>
                    </a:lnTo>
                    <a:lnTo>
                      <a:pt x="50" y="97"/>
                    </a:lnTo>
                    <a:lnTo>
                      <a:pt x="60" y="72"/>
                    </a:lnTo>
                    <a:lnTo>
                      <a:pt x="70" y="48"/>
                    </a:lnTo>
                    <a:lnTo>
                      <a:pt x="80" y="24"/>
                    </a:lnTo>
                    <a:lnTo>
                      <a:pt x="90" y="3"/>
                    </a:lnTo>
                    <a:lnTo>
                      <a:pt x="83" y="0"/>
                    </a:lnTo>
                    <a:lnTo>
                      <a:pt x="73" y="24"/>
                    </a:lnTo>
                    <a:lnTo>
                      <a:pt x="67" y="45"/>
                    </a:lnTo>
                    <a:lnTo>
                      <a:pt x="53" y="69"/>
                    </a:lnTo>
                    <a:lnTo>
                      <a:pt x="43" y="93"/>
                    </a:lnTo>
                    <a:lnTo>
                      <a:pt x="33" y="114"/>
                    </a:lnTo>
                    <a:lnTo>
                      <a:pt x="20" y="138"/>
                    </a:lnTo>
                    <a:lnTo>
                      <a:pt x="10" y="159"/>
                    </a:lnTo>
                    <a:lnTo>
                      <a:pt x="0" y="183"/>
                    </a:lnTo>
                    <a:lnTo>
                      <a:pt x="3" y="180"/>
                    </a:lnTo>
                    <a:lnTo>
                      <a:pt x="3" y="187"/>
                    </a:lnTo>
                    <a:lnTo>
                      <a:pt x="7" y="183"/>
                    </a:lnTo>
                    <a:lnTo>
                      <a:pt x="3" y="18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0" name="Google Shape;690;p3"/>
              <p:cNvSpPr/>
              <p:nvPr/>
            </p:nvSpPr>
            <p:spPr>
              <a:xfrm>
                <a:off x="1536" y="3227"/>
                <a:ext cx="293" cy="14"/>
              </a:xfrm>
              <a:custGeom>
                <a:rect b="b" l="l" r="r" t="t"/>
                <a:pathLst>
                  <a:path extrusionOk="0" h="14" w="293">
                    <a:moveTo>
                      <a:pt x="0" y="14"/>
                    </a:moveTo>
                    <a:lnTo>
                      <a:pt x="37" y="14"/>
                    </a:lnTo>
                    <a:lnTo>
                      <a:pt x="53" y="10"/>
                    </a:lnTo>
                    <a:lnTo>
                      <a:pt x="183" y="10"/>
                    </a:lnTo>
                    <a:lnTo>
                      <a:pt x="200" y="7"/>
                    </a:lnTo>
                    <a:lnTo>
                      <a:pt x="293" y="7"/>
                    </a:lnTo>
                    <a:lnTo>
                      <a:pt x="293" y="0"/>
                    </a:lnTo>
                    <a:lnTo>
                      <a:pt x="200" y="0"/>
                    </a:lnTo>
                    <a:lnTo>
                      <a:pt x="183" y="3"/>
                    </a:lnTo>
                    <a:lnTo>
                      <a:pt x="53" y="3"/>
                    </a:lnTo>
                    <a:lnTo>
                      <a:pt x="37" y="7"/>
                    </a:lnTo>
                    <a:lnTo>
                      <a:pt x="0" y="7"/>
                    </a:lnTo>
                    <a:lnTo>
                      <a:pt x="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1" name="Google Shape;691;p3"/>
              <p:cNvSpPr/>
              <p:nvPr/>
            </p:nvSpPr>
            <p:spPr>
              <a:xfrm>
                <a:off x="1516" y="3234"/>
                <a:ext cx="20" cy="14"/>
              </a:xfrm>
              <a:custGeom>
                <a:rect b="b" l="l" r="r" t="t"/>
                <a:pathLst>
                  <a:path extrusionOk="0" h="14" w="20">
                    <a:moveTo>
                      <a:pt x="7" y="14"/>
                    </a:moveTo>
                    <a:lnTo>
                      <a:pt x="10" y="14"/>
                    </a:lnTo>
                    <a:lnTo>
                      <a:pt x="10" y="10"/>
                    </a:lnTo>
                    <a:lnTo>
                      <a:pt x="17" y="10"/>
                    </a:lnTo>
                    <a:lnTo>
                      <a:pt x="17" y="7"/>
                    </a:lnTo>
                    <a:lnTo>
                      <a:pt x="20" y="7"/>
                    </a:lnTo>
                    <a:lnTo>
                      <a:pt x="20" y="0"/>
                    </a:lnTo>
                    <a:lnTo>
                      <a:pt x="13" y="0"/>
                    </a:lnTo>
                    <a:lnTo>
                      <a:pt x="10" y="3"/>
                    </a:lnTo>
                    <a:lnTo>
                      <a:pt x="7" y="3"/>
                    </a:lnTo>
                    <a:lnTo>
                      <a:pt x="0" y="10"/>
                    </a:lnTo>
                    <a:lnTo>
                      <a:pt x="0" y="14"/>
                    </a:lnTo>
                    <a:lnTo>
                      <a:pt x="7"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2" name="Google Shape;692;p3"/>
              <p:cNvSpPr/>
              <p:nvPr/>
            </p:nvSpPr>
            <p:spPr>
              <a:xfrm>
                <a:off x="1516" y="3248"/>
                <a:ext cx="7" cy="7"/>
              </a:xfrm>
              <a:custGeom>
                <a:rect b="b" l="l" r="r" t="t"/>
                <a:pathLst>
                  <a:path extrusionOk="0" h="7" w="7">
                    <a:moveTo>
                      <a:pt x="3" y="0"/>
                    </a:moveTo>
                    <a:lnTo>
                      <a:pt x="7" y="3"/>
                    </a:lnTo>
                    <a:lnTo>
                      <a:pt x="7" y="0"/>
                    </a:lnTo>
                    <a:lnTo>
                      <a:pt x="0" y="0"/>
                    </a:lnTo>
                    <a:lnTo>
                      <a:pt x="0" y="3"/>
                    </a:lnTo>
                    <a:lnTo>
                      <a:pt x="3" y="7"/>
                    </a:lnTo>
                    <a:lnTo>
                      <a:pt x="0" y="3"/>
                    </a:lnTo>
                    <a:lnTo>
                      <a:pt x="0" y="7"/>
                    </a:lnTo>
                    <a:lnTo>
                      <a:pt x="3" y="7"/>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3" name="Google Shape;693;p3"/>
              <p:cNvSpPr/>
              <p:nvPr/>
            </p:nvSpPr>
            <p:spPr>
              <a:xfrm>
                <a:off x="1519" y="3244"/>
                <a:ext cx="317" cy="11"/>
              </a:xfrm>
              <a:custGeom>
                <a:rect b="b" l="l" r="r" t="t"/>
                <a:pathLst>
                  <a:path extrusionOk="0" h="11" w="317">
                    <a:moveTo>
                      <a:pt x="310" y="0"/>
                    </a:moveTo>
                    <a:lnTo>
                      <a:pt x="314" y="0"/>
                    </a:lnTo>
                    <a:lnTo>
                      <a:pt x="197" y="0"/>
                    </a:lnTo>
                    <a:lnTo>
                      <a:pt x="177" y="4"/>
                    </a:lnTo>
                    <a:lnTo>
                      <a:pt x="0" y="4"/>
                    </a:lnTo>
                    <a:lnTo>
                      <a:pt x="0" y="11"/>
                    </a:lnTo>
                    <a:lnTo>
                      <a:pt x="177" y="11"/>
                    </a:lnTo>
                    <a:lnTo>
                      <a:pt x="197" y="7"/>
                    </a:lnTo>
                    <a:lnTo>
                      <a:pt x="314" y="7"/>
                    </a:lnTo>
                    <a:lnTo>
                      <a:pt x="317" y="4"/>
                    </a:lnTo>
                    <a:lnTo>
                      <a:pt x="314" y="7"/>
                    </a:lnTo>
                    <a:lnTo>
                      <a:pt x="317" y="7"/>
                    </a:lnTo>
                    <a:lnTo>
                      <a:pt x="317" y="4"/>
                    </a:lnTo>
                    <a:lnTo>
                      <a:pt x="3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4" name="Google Shape;694;p3"/>
              <p:cNvSpPr/>
              <p:nvPr/>
            </p:nvSpPr>
            <p:spPr>
              <a:xfrm>
                <a:off x="1829" y="3151"/>
                <a:ext cx="60" cy="97"/>
              </a:xfrm>
              <a:custGeom>
                <a:rect b="b" l="l" r="r" t="t"/>
                <a:pathLst>
                  <a:path extrusionOk="0" h="97" w="60">
                    <a:moveTo>
                      <a:pt x="54" y="0"/>
                    </a:moveTo>
                    <a:lnTo>
                      <a:pt x="47" y="13"/>
                    </a:lnTo>
                    <a:lnTo>
                      <a:pt x="40" y="24"/>
                    </a:lnTo>
                    <a:lnTo>
                      <a:pt x="34" y="38"/>
                    </a:lnTo>
                    <a:lnTo>
                      <a:pt x="27" y="48"/>
                    </a:lnTo>
                    <a:lnTo>
                      <a:pt x="24" y="62"/>
                    </a:lnTo>
                    <a:lnTo>
                      <a:pt x="17" y="72"/>
                    </a:lnTo>
                    <a:lnTo>
                      <a:pt x="10" y="83"/>
                    </a:lnTo>
                    <a:lnTo>
                      <a:pt x="0" y="93"/>
                    </a:lnTo>
                    <a:lnTo>
                      <a:pt x="7" y="97"/>
                    </a:lnTo>
                    <a:lnTo>
                      <a:pt x="14" y="90"/>
                    </a:lnTo>
                    <a:lnTo>
                      <a:pt x="20" y="76"/>
                    </a:lnTo>
                    <a:lnTo>
                      <a:pt x="27" y="65"/>
                    </a:lnTo>
                    <a:lnTo>
                      <a:pt x="34" y="52"/>
                    </a:lnTo>
                    <a:lnTo>
                      <a:pt x="40" y="41"/>
                    </a:lnTo>
                    <a:lnTo>
                      <a:pt x="47" y="27"/>
                    </a:lnTo>
                    <a:lnTo>
                      <a:pt x="54" y="17"/>
                    </a:lnTo>
                    <a:lnTo>
                      <a:pt x="57" y="3"/>
                    </a:lnTo>
                    <a:lnTo>
                      <a:pt x="60" y="3"/>
                    </a:lnTo>
                    <a:lnTo>
                      <a:pt x="5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5" name="Google Shape;695;p3"/>
              <p:cNvSpPr/>
              <p:nvPr/>
            </p:nvSpPr>
            <p:spPr>
              <a:xfrm>
                <a:off x="1883" y="3043"/>
                <a:ext cx="50" cy="111"/>
              </a:xfrm>
              <a:custGeom>
                <a:rect b="b" l="l" r="r" t="t"/>
                <a:pathLst>
                  <a:path extrusionOk="0" h="111" w="50">
                    <a:moveTo>
                      <a:pt x="46" y="0"/>
                    </a:moveTo>
                    <a:lnTo>
                      <a:pt x="0" y="108"/>
                    </a:lnTo>
                    <a:lnTo>
                      <a:pt x="6" y="111"/>
                    </a:lnTo>
                    <a:lnTo>
                      <a:pt x="50" y="4"/>
                    </a:lnTo>
                    <a:lnTo>
                      <a:pt x="46" y="7"/>
                    </a:lnTo>
                    <a:lnTo>
                      <a:pt x="4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6" name="Google Shape;696;p3"/>
              <p:cNvSpPr/>
              <p:nvPr/>
            </p:nvSpPr>
            <p:spPr>
              <a:xfrm>
                <a:off x="1929" y="3036"/>
                <a:ext cx="30" cy="14"/>
              </a:xfrm>
              <a:custGeom>
                <a:rect b="b" l="l" r="r" t="t"/>
                <a:pathLst>
                  <a:path extrusionOk="0" h="14" w="30">
                    <a:moveTo>
                      <a:pt x="27" y="4"/>
                    </a:moveTo>
                    <a:lnTo>
                      <a:pt x="24" y="0"/>
                    </a:lnTo>
                    <a:lnTo>
                      <a:pt x="20" y="0"/>
                    </a:lnTo>
                    <a:lnTo>
                      <a:pt x="17" y="4"/>
                    </a:lnTo>
                    <a:lnTo>
                      <a:pt x="7" y="4"/>
                    </a:lnTo>
                    <a:lnTo>
                      <a:pt x="4" y="7"/>
                    </a:lnTo>
                    <a:lnTo>
                      <a:pt x="0" y="7"/>
                    </a:lnTo>
                    <a:lnTo>
                      <a:pt x="0" y="14"/>
                    </a:lnTo>
                    <a:lnTo>
                      <a:pt x="4" y="14"/>
                    </a:lnTo>
                    <a:lnTo>
                      <a:pt x="7" y="11"/>
                    </a:lnTo>
                    <a:lnTo>
                      <a:pt x="17" y="11"/>
                    </a:lnTo>
                    <a:lnTo>
                      <a:pt x="20" y="7"/>
                    </a:lnTo>
                    <a:lnTo>
                      <a:pt x="24" y="7"/>
                    </a:lnTo>
                    <a:lnTo>
                      <a:pt x="20" y="4"/>
                    </a:lnTo>
                    <a:lnTo>
                      <a:pt x="27" y="4"/>
                    </a:lnTo>
                    <a:lnTo>
                      <a:pt x="30" y="0"/>
                    </a:lnTo>
                    <a:lnTo>
                      <a:pt x="24" y="0"/>
                    </a:lnTo>
                    <a:lnTo>
                      <a:pt x="27"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7" name="Google Shape;697;p3"/>
              <p:cNvSpPr/>
              <p:nvPr/>
            </p:nvSpPr>
            <p:spPr>
              <a:xfrm>
                <a:off x="1849" y="3040"/>
                <a:ext cx="107" cy="235"/>
              </a:xfrm>
              <a:custGeom>
                <a:rect b="b" l="l" r="r" t="t"/>
                <a:pathLst>
                  <a:path extrusionOk="0" h="235" w="107">
                    <a:moveTo>
                      <a:pt x="7" y="235"/>
                    </a:moveTo>
                    <a:lnTo>
                      <a:pt x="14" y="218"/>
                    </a:lnTo>
                    <a:lnTo>
                      <a:pt x="20" y="204"/>
                    </a:lnTo>
                    <a:lnTo>
                      <a:pt x="27" y="190"/>
                    </a:lnTo>
                    <a:lnTo>
                      <a:pt x="30" y="176"/>
                    </a:lnTo>
                    <a:lnTo>
                      <a:pt x="37" y="163"/>
                    </a:lnTo>
                    <a:lnTo>
                      <a:pt x="44" y="149"/>
                    </a:lnTo>
                    <a:lnTo>
                      <a:pt x="50" y="131"/>
                    </a:lnTo>
                    <a:lnTo>
                      <a:pt x="57" y="118"/>
                    </a:lnTo>
                    <a:lnTo>
                      <a:pt x="64" y="104"/>
                    </a:lnTo>
                    <a:lnTo>
                      <a:pt x="70" y="90"/>
                    </a:lnTo>
                    <a:lnTo>
                      <a:pt x="77" y="76"/>
                    </a:lnTo>
                    <a:lnTo>
                      <a:pt x="84" y="59"/>
                    </a:lnTo>
                    <a:lnTo>
                      <a:pt x="87" y="45"/>
                    </a:lnTo>
                    <a:lnTo>
                      <a:pt x="94" y="31"/>
                    </a:lnTo>
                    <a:lnTo>
                      <a:pt x="100" y="17"/>
                    </a:lnTo>
                    <a:lnTo>
                      <a:pt x="107" y="0"/>
                    </a:lnTo>
                    <a:lnTo>
                      <a:pt x="100" y="0"/>
                    </a:lnTo>
                    <a:lnTo>
                      <a:pt x="94" y="14"/>
                    </a:lnTo>
                    <a:lnTo>
                      <a:pt x="87" y="27"/>
                    </a:lnTo>
                    <a:lnTo>
                      <a:pt x="80" y="41"/>
                    </a:lnTo>
                    <a:lnTo>
                      <a:pt x="77" y="59"/>
                    </a:lnTo>
                    <a:lnTo>
                      <a:pt x="70" y="72"/>
                    </a:lnTo>
                    <a:lnTo>
                      <a:pt x="64" y="86"/>
                    </a:lnTo>
                    <a:lnTo>
                      <a:pt x="57" y="100"/>
                    </a:lnTo>
                    <a:lnTo>
                      <a:pt x="50" y="114"/>
                    </a:lnTo>
                    <a:lnTo>
                      <a:pt x="44" y="131"/>
                    </a:lnTo>
                    <a:lnTo>
                      <a:pt x="37" y="145"/>
                    </a:lnTo>
                    <a:lnTo>
                      <a:pt x="30" y="159"/>
                    </a:lnTo>
                    <a:lnTo>
                      <a:pt x="27" y="173"/>
                    </a:lnTo>
                    <a:lnTo>
                      <a:pt x="20" y="190"/>
                    </a:lnTo>
                    <a:lnTo>
                      <a:pt x="14" y="204"/>
                    </a:lnTo>
                    <a:lnTo>
                      <a:pt x="7" y="218"/>
                    </a:lnTo>
                    <a:lnTo>
                      <a:pt x="0" y="232"/>
                    </a:lnTo>
                    <a:lnTo>
                      <a:pt x="7" y="2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8" name="Google Shape;698;p3"/>
              <p:cNvSpPr/>
              <p:nvPr/>
            </p:nvSpPr>
            <p:spPr>
              <a:xfrm>
                <a:off x="1809" y="3272"/>
                <a:ext cx="47" cy="14"/>
              </a:xfrm>
              <a:custGeom>
                <a:rect b="b" l="l" r="r" t="t"/>
                <a:pathLst>
                  <a:path extrusionOk="0" h="14" w="47">
                    <a:moveTo>
                      <a:pt x="0" y="14"/>
                    </a:moveTo>
                    <a:lnTo>
                      <a:pt x="37" y="14"/>
                    </a:lnTo>
                    <a:lnTo>
                      <a:pt x="47" y="3"/>
                    </a:lnTo>
                    <a:lnTo>
                      <a:pt x="40" y="0"/>
                    </a:lnTo>
                    <a:lnTo>
                      <a:pt x="34" y="7"/>
                    </a:lnTo>
                    <a:lnTo>
                      <a:pt x="30" y="7"/>
                    </a:lnTo>
                    <a:lnTo>
                      <a:pt x="27" y="10"/>
                    </a:lnTo>
                    <a:lnTo>
                      <a:pt x="20" y="7"/>
                    </a:lnTo>
                    <a:lnTo>
                      <a:pt x="7" y="7"/>
                    </a:lnTo>
                    <a:lnTo>
                      <a:pt x="0" y="10"/>
                    </a:lnTo>
                    <a:lnTo>
                      <a:pt x="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9" name="Google Shape;699;p3"/>
              <p:cNvSpPr/>
              <p:nvPr/>
            </p:nvSpPr>
            <p:spPr>
              <a:xfrm>
                <a:off x="1553" y="3282"/>
                <a:ext cx="256" cy="11"/>
              </a:xfrm>
              <a:custGeom>
                <a:rect b="b" l="l" r="r" t="t"/>
                <a:pathLst>
                  <a:path extrusionOk="0" h="11" w="256">
                    <a:moveTo>
                      <a:pt x="0" y="7"/>
                    </a:moveTo>
                    <a:lnTo>
                      <a:pt x="146" y="7"/>
                    </a:lnTo>
                    <a:lnTo>
                      <a:pt x="160" y="11"/>
                    </a:lnTo>
                    <a:lnTo>
                      <a:pt x="193" y="11"/>
                    </a:lnTo>
                    <a:lnTo>
                      <a:pt x="210" y="7"/>
                    </a:lnTo>
                    <a:lnTo>
                      <a:pt x="240" y="7"/>
                    </a:lnTo>
                    <a:lnTo>
                      <a:pt x="256" y="4"/>
                    </a:lnTo>
                    <a:lnTo>
                      <a:pt x="256" y="0"/>
                    </a:lnTo>
                    <a:lnTo>
                      <a:pt x="223" y="0"/>
                    </a:lnTo>
                    <a:lnTo>
                      <a:pt x="210" y="4"/>
                    </a:lnTo>
                    <a:lnTo>
                      <a:pt x="146" y="4"/>
                    </a:lnTo>
                    <a:lnTo>
                      <a:pt x="130" y="0"/>
                    </a:lnTo>
                    <a:lnTo>
                      <a:pt x="16" y="0"/>
                    </a:lnTo>
                    <a:lnTo>
                      <a:pt x="0" y="4"/>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0" name="Google Shape;700;p3"/>
              <p:cNvSpPr/>
              <p:nvPr/>
            </p:nvSpPr>
            <p:spPr>
              <a:xfrm>
                <a:off x="1513" y="3265"/>
                <a:ext cx="40" cy="24"/>
              </a:xfrm>
              <a:custGeom>
                <a:rect b="b" l="l" r="r" t="t"/>
                <a:pathLst>
                  <a:path extrusionOk="0" h="24" w="40">
                    <a:moveTo>
                      <a:pt x="0" y="3"/>
                    </a:moveTo>
                    <a:lnTo>
                      <a:pt x="3" y="10"/>
                    </a:lnTo>
                    <a:lnTo>
                      <a:pt x="6" y="14"/>
                    </a:lnTo>
                    <a:lnTo>
                      <a:pt x="13" y="17"/>
                    </a:lnTo>
                    <a:lnTo>
                      <a:pt x="16" y="21"/>
                    </a:lnTo>
                    <a:lnTo>
                      <a:pt x="23" y="24"/>
                    </a:lnTo>
                    <a:lnTo>
                      <a:pt x="40" y="24"/>
                    </a:lnTo>
                    <a:lnTo>
                      <a:pt x="40" y="21"/>
                    </a:lnTo>
                    <a:lnTo>
                      <a:pt x="33" y="21"/>
                    </a:lnTo>
                    <a:lnTo>
                      <a:pt x="30" y="17"/>
                    </a:lnTo>
                    <a:lnTo>
                      <a:pt x="23" y="17"/>
                    </a:lnTo>
                    <a:lnTo>
                      <a:pt x="20" y="14"/>
                    </a:lnTo>
                    <a:lnTo>
                      <a:pt x="13" y="14"/>
                    </a:lnTo>
                    <a:lnTo>
                      <a:pt x="6" y="7"/>
                    </a:lnTo>
                    <a:lnTo>
                      <a:pt x="6" y="0"/>
                    </a:lnTo>
                    <a:lnTo>
                      <a:pt x="3" y="0"/>
                    </a:lnTo>
                    <a:lnTo>
                      <a:pt x="6" y="0"/>
                    </a:lnTo>
                    <a:lnTo>
                      <a:pt x="3" y="0"/>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1" name="Google Shape;701;p3"/>
              <p:cNvSpPr/>
              <p:nvPr/>
            </p:nvSpPr>
            <p:spPr>
              <a:xfrm>
                <a:off x="1506" y="3171"/>
                <a:ext cx="37" cy="97"/>
              </a:xfrm>
              <a:custGeom>
                <a:rect b="b" l="l" r="r" t="t"/>
                <a:pathLst>
                  <a:path extrusionOk="0" h="97" w="37">
                    <a:moveTo>
                      <a:pt x="30" y="0"/>
                    </a:moveTo>
                    <a:lnTo>
                      <a:pt x="27" y="11"/>
                    </a:lnTo>
                    <a:lnTo>
                      <a:pt x="20" y="21"/>
                    </a:lnTo>
                    <a:lnTo>
                      <a:pt x="13" y="35"/>
                    </a:lnTo>
                    <a:lnTo>
                      <a:pt x="7" y="45"/>
                    </a:lnTo>
                    <a:lnTo>
                      <a:pt x="0" y="59"/>
                    </a:lnTo>
                    <a:lnTo>
                      <a:pt x="0" y="84"/>
                    </a:lnTo>
                    <a:lnTo>
                      <a:pt x="7" y="97"/>
                    </a:lnTo>
                    <a:lnTo>
                      <a:pt x="10" y="94"/>
                    </a:lnTo>
                    <a:lnTo>
                      <a:pt x="7" y="84"/>
                    </a:lnTo>
                    <a:lnTo>
                      <a:pt x="7" y="59"/>
                    </a:lnTo>
                    <a:lnTo>
                      <a:pt x="13" y="49"/>
                    </a:lnTo>
                    <a:lnTo>
                      <a:pt x="20" y="38"/>
                    </a:lnTo>
                    <a:lnTo>
                      <a:pt x="27" y="25"/>
                    </a:lnTo>
                    <a:lnTo>
                      <a:pt x="33" y="14"/>
                    </a:lnTo>
                    <a:lnTo>
                      <a:pt x="37" y="0"/>
                    </a:lnTo>
                    <a:lnTo>
                      <a:pt x="3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2" name="Google Shape;702;p3"/>
              <p:cNvSpPr/>
              <p:nvPr/>
            </p:nvSpPr>
            <p:spPr>
              <a:xfrm>
                <a:off x="1536" y="3002"/>
                <a:ext cx="93" cy="169"/>
              </a:xfrm>
              <a:custGeom>
                <a:rect b="b" l="l" r="r" t="t"/>
                <a:pathLst>
                  <a:path extrusionOk="0" h="169" w="93">
                    <a:moveTo>
                      <a:pt x="90" y="0"/>
                    </a:moveTo>
                    <a:lnTo>
                      <a:pt x="87" y="0"/>
                    </a:lnTo>
                    <a:lnTo>
                      <a:pt x="83" y="10"/>
                    </a:lnTo>
                    <a:lnTo>
                      <a:pt x="80" y="20"/>
                    </a:lnTo>
                    <a:lnTo>
                      <a:pt x="73" y="31"/>
                    </a:lnTo>
                    <a:lnTo>
                      <a:pt x="67" y="41"/>
                    </a:lnTo>
                    <a:lnTo>
                      <a:pt x="63" y="52"/>
                    </a:lnTo>
                    <a:lnTo>
                      <a:pt x="57" y="62"/>
                    </a:lnTo>
                    <a:lnTo>
                      <a:pt x="53" y="72"/>
                    </a:lnTo>
                    <a:lnTo>
                      <a:pt x="47" y="83"/>
                    </a:lnTo>
                    <a:lnTo>
                      <a:pt x="40" y="93"/>
                    </a:lnTo>
                    <a:lnTo>
                      <a:pt x="37" y="104"/>
                    </a:lnTo>
                    <a:lnTo>
                      <a:pt x="30" y="114"/>
                    </a:lnTo>
                    <a:lnTo>
                      <a:pt x="23" y="124"/>
                    </a:lnTo>
                    <a:lnTo>
                      <a:pt x="20" y="135"/>
                    </a:lnTo>
                    <a:lnTo>
                      <a:pt x="13" y="145"/>
                    </a:lnTo>
                    <a:lnTo>
                      <a:pt x="7" y="156"/>
                    </a:lnTo>
                    <a:lnTo>
                      <a:pt x="0" y="169"/>
                    </a:lnTo>
                    <a:lnTo>
                      <a:pt x="7" y="169"/>
                    </a:lnTo>
                    <a:lnTo>
                      <a:pt x="13" y="159"/>
                    </a:lnTo>
                    <a:lnTo>
                      <a:pt x="20" y="149"/>
                    </a:lnTo>
                    <a:lnTo>
                      <a:pt x="27" y="138"/>
                    </a:lnTo>
                    <a:lnTo>
                      <a:pt x="30" y="128"/>
                    </a:lnTo>
                    <a:lnTo>
                      <a:pt x="37" y="117"/>
                    </a:lnTo>
                    <a:lnTo>
                      <a:pt x="43" y="107"/>
                    </a:lnTo>
                    <a:lnTo>
                      <a:pt x="47" y="97"/>
                    </a:lnTo>
                    <a:lnTo>
                      <a:pt x="53" y="86"/>
                    </a:lnTo>
                    <a:lnTo>
                      <a:pt x="60" y="76"/>
                    </a:lnTo>
                    <a:lnTo>
                      <a:pt x="63" y="65"/>
                    </a:lnTo>
                    <a:lnTo>
                      <a:pt x="70" y="55"/>
                    </a:lnTo>
                    <a:lnTo>
                      <a:pt x="73" y="45"/>
                    </a:lnTo>
                    <a:lnTo>
                      <a:pt x="80" y="34"/>
                    </a:lnTo>
                    <a:lnTo>
                      <a:pt x="83" y="24"/>
                    </a:lnTo>
                    <a:lnTo>
                      <a:pt x="90" y="13"/>
                    </a:lnTo>
                    <a:lnTo>
                      <a:pt x="93" y="0"/>
                    </a:lnTo>
                    <a:lnTo>
                      <a:pt x="93" y="3"/>
                    </a:lnTo>
                    <a:lnTo>
                      <a:pt x="9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3" name="Google Shape;703;p3"/>
              <p:cNvSpPr/>
              <p:nvPr/>
            </p:nvSpPr>
            <p:spPr>
              <a:xfrm>
                <a:off x="1626" y="2943"/>
                <a:ext cx="37" cy="62"/>
              </a:xfrm>
              <a:custGeom>
                <a:rect b="b" l="l" r="r" t="t"/>
                <a:pathLst>
                  <a:path extrusionOk="0" h="62" w="37">
                    <a:moveTo>
                      <a:pt x="37" y="3"/>
                    </a:moveTo>
                    <a:lnTo>
                      <a:pt x="33" y="3"/>
                    </a:lnTo>
                    <a:lnTo>
                      <a:pt x="0" y="59"/>
                    </a:lnTo>
                    <a:lnTo>
                      <a:pt x="3" y="62"/>
                    </a:lnTo>
                    <a:lnTo>
                      <a:pt x="37" y="7"/>
                    </a:lnTo>
                    <a:lnTo>
                      <a:pt x="33" y="10"/>
                    </a:lnTo>
                    <a:lnTo>
                      <a:pt x="37" y="3"/>
                    </a:lnTo>
                    <a:lnTo>
                      <a:pt x="33" y="0"/>
                    </a:lnTo>
                    <a:lnTo>
                      <a:pt x="33" y="3"/>
                    </a:lnTo>
                    <a:lnTo>
                      <a:pt x="3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4" name="Google Shape;704;p3"/>
              <p:cNvSpPr/>
              <p:nvPr/>
            </p:nvSpPr>
            <p:spPr>
              <a:xfrm>
                <a:off x="1643" y="2946"/>
                <a:ext cx="30" cy="63"/>
              </a:xfrm>
              <a:custGeom>
                <a:rect b="b" l="l" r="r" t="t"/>
                <a:pathLst>
                  <a:path extrusionOk="0" h="63" w="30">
                    <a:moveTo>
                      <a:pt x="6" y="63"/>
                    </a:moveTo>
                    <a:lnTo>
                      <a:pt x="10" y="56"/>
                    </a:lnTo>
                    <a:lnTo>
                      <a:pt x="13" y="49"/>
                    </a:lnTo>
                    <a:lnTo>
                      <a:pt x="16" y="42"/>
                    </a:lnTo>
                    <a:lnTo>
                      <a:pt x="23" y="35"/>
                    </a:lnTo>
                    <a:lnTo>
                      <a:pt x="26" y="28"/>
                    </a:lnTo>
                    <a:lnTo>
                      <a:pt x="30" y="17"/>
                    </a:lnTo>
                    <a:lnTo>
                      <a:pt x="26" y="11"/>
                    </a:lnTo>
                    <a:lnTo>
                      <a:pt x="20" y="0"/>
                    </a:lnTo>
                    <a:lnTo>
                      <a:pt x="16" y="7"/>
                    </a:lnTo>
                    <a:lnTo>
                      <a:pt x="20" y="14"/>
                    </a:lnTo>
                    <a:lnTo>
                      <a:pt x="20" y="24"/>
                    </a:lnTo>
                    <a:lnTo>
                      <a:pt x="16" y="31"/>
                    </a:lnTo>
                    <a:lnTo>
                      <a:pt x="13" y="38"/>
                    </a:lnTo>
                    <a:lnTo>
                      <a:pt x="6" y="45"/>
                    </a:lnTo>
                    <a:lnTo>
                      <a:pt x="3" y="52"/>
                    </a:lnTo>
                    <a:lnTo>
                      <a:pt x="0" y="59"/>
                    </a:lnTo>
                    <a:lnTo>
                      <a:pt x="6" y="6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5" name="Google Shape;705;p3"/>
              <p:cNvSpPr/>
              <p:nvPr/>
            </p:nvSpPr>
            <p:spPr>
              <a:xfrm>
                <a:off x="2456" y="3015"/>
                <a:ext cx="97" cy="156"/>
              </a:xfrm>
              <a:custGeom>
                <a:rect b="b" l="l" r="r" t="t"/>
                <a:pathLst>
                  <a:path extrusionOk="0" h="156" w="97">
                    <a:moveTo>
                      <a:pt x="30" y="0"/>
                    </a:moveTo>
                    <a:lnTo>
                      <a:pt x="40" y="7"/>
                    </a:lnTo>
                    <a:lnTo>
                      <a:pt x="47" y="21"/>
                    </a:lnTo>
                    <a:lnTo>
                      <a:pt x="57" y="28"/>
                    </a:lnTo>
                    <a:lnTo>
                      <a:pt x="63" y="42"/>
                    </a:lnTo>
                    <a:lnTo>
                      <a:pt x="73" y="52"/>
                    </a:lnTo>
                    <a:lnTo>
                      <a:pt x="80" y="63"/>
                    </a:lnTo>
                    <a:lnTo>
                      <a:pt x="87" y="73"/>
                    </a:lnTo>
                    <a:lnTo>
                      <a:pt x="97" y="84"/>
                    </a:lnTo>
                    <a:lnTo>
                      <a:pt x="93" y="87"/>
                    </a:lnTo>
                    <a:lnTo>
                      <a:pt x="80" y="87"/>
                    </a:lnTo>
                    <a:lnTo>
                      <a:pt x="73" y="80"/>
                    </a:lnTo>
                    <a:lnTo>
                      <a:pt x="63" y="77"/>
                    </a:lnTo>
                    <a:lnTo>
                      <a:pt x="60" y="73"/>
                    </a:lnTo>
                    <a:lnTo>
                      <a:pt x="50" y="66"/>
                    </a:lnTo>
                    <a:lnTo>
                      <a:pt x="43" y="63"/>
                    </a:lnTo>
                    <a:lnTo>
                      <a:pt x="37" y="59"/>
                    </a:lnTo>
                    <a:lnTo>
                      <a:pt x="30" y="52"/>
                    </a:lnTo>
                    <a:lnTo>
                      <a:pt x="23" y="49"/>
                    </a:lnTo>
                    <a:lnTo>
                      <a:pt x="27" y="59"/>
                    </a:lnTo>
                    <a:lnTo>
                      <a:pt x="30" y="73"/>
                    </a:lnTo>
                    <a:lnTo>
                      <a:pt x="33" y="84"/>
                    </a:lnTo>
                    <a:lnTo>
                      <a:pt x="37" y="97"/>
                    </a:lnTo>
                    <a:lnTo>
                      <a:pt x="40" y="108"/>
                    </a:lnTo>
                    <a:lnTo>
                      <a:pt x="47" y="122"/>
                    </a:lnTo>
                    <a:lnTo>
                      <a:pt x="50" y="132"/>
                    </a:lnTo>
                    <a:lnTo>
                      <a:pt x="57" y="143"/>
                    </a:lnTo>
                    <a:lnTo>
                      <a:pt x="57" y="153"/>
                    </a:lnTo>
                    <a:lnTo>
                      <a:pt x="53" y="156"/>
                    </a:lnTo>
                    <a:lnTo>
                      <a:pt x="43" y="156"/>
                    </a:lnTo>
                    <a:lnTo>
                      <a:pt x="40" y="139"/>
                    </a:lnTo>
                    <a:lnTo>
                      <a:pt x="37" y="125"/>
                    </a:lnTo>
                    <a:lnTo>
                      <a:pt x="30" y="108"/>
                    </a:lnTo>
                    <a:lnTo>
                      <a:pt x="23" y="91"/>
                    </a:lnTo>
                    <a:lnTo>
                      <a:pt x="20" y="77"/>
                    </a:lnTo>
                    <a:lnTo>
                      <a:pt x="13" y="59"/>
                    </a:lnTo>
                    <a:lnTo>
                      <a:pt x="7" y="42"/>
                    </a:lnTo>
                    <a:lnTo>
                      <a:pt x="0" y="28"/>
                    </a:lnTo>
                    <a:lnTo>
                      <a:pt x="0" y="25"/>
                    </a:lnTo>
                    <a:lnTo>
                      <a:pt x="10" y="25"/>
                    </a:lnTo>
                    <a:lnTo>
                      <a:pt x="17" y="32"/>
                    </a:lnTo>
                    <a:lnTo>
                      <a:pt x="23" y="35"/>
                    </a:lnTo>
                    <a:lnTo>
                      <a:pt x="30" y="42"/>
                    </a:lnTo>
                    <a:lnTo>
                      <a:pt x="37" y="46"/>
                    </a:lnTo>
                    <a:lnTo>
                      <a:pt x="43" y="52"/>
                    </a:lnTo>
                    <a:lnTo>
                      <a:pt x="50" y="56"/>
                    </a:lnTo>
                    <a:lnTo>
                      <a:pt x="57" y="59"/>
                    </a:lnTo>
                    <a:lnTo>
                      <a:pt x="63" y="63"/>
                    </a:lnTo>
                    <a:lnTo>
                      <a:pt x="67" y="63"/>
                    </a:lnTo>
                    <a:lnTo>
                      <a:pt x="20" y="7"/>
                    </a:lnTo>
                    <a:lnTo>
                      <a:pt x="20" y="4"/>
                    </a:lnTo>
                    <a:lnTo>
                      <a:pt x="23" y="0"/>
                    </a:lnTo>
                    <a:lnTo>
                      <a:pt x="3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6" name="Google Shape;706;p3"/>
              <p:cNvSpPr/>
              <p:nvPr/>
            </p:nvSpPr>
            <p:spPr>
              <a:xfrm>
                <a:off x="2483" y="3012"/>
                <a:ext cx="73" cy="90"/>
              </a:xfrm>
              <a:custGeom>
                <a:rect b="b" l="l" r="r" t="t"/>
                <a:pathLst>
                  <a:path extrusionOk="0" h="90" w="73">
                    <a:moveTo>
                      <a:pt x="73" y="90"/>
                    </a:moveTo>
                    <a:lnTo>
                      <a:pt x="70" y="87"/>
                    </a:lnTo>
                    <a:lnTo>
                      <a:pt x="63" y="76"/>
                    </a:lnTo>
                    <a:lnTo>
                      <a:pt x="56" y="62"/>
                    </a:lnTo>
                    <a:lnTo>
                      <a:pt x="50" y="52"/>
                    </a:lnTo>
                    <a:lnTo>
                      <a:pt x="40" y="42"/>
                    </a:lnTo>
                    <a:lnTo>
                      <a:pt x="33" y="31"/>
                    </a:lnTo>
                    <a:lnTo>
                      <a:pt x="23" y="21"/>
                    </a:lnTo>
                    <a:lnTo>
                      <a:pt x="16" y="10"/>
                    </a:lnTo>
                    <a:lnTo>
                      <a:pt x="3" y="0"/>
                    </a:lnTo>
                    <a:lnTo>
                      <a:pt x="0" y="3"/>
                    </a:lnTo>
                    <a:lnTo>
                      <a:pt x="10" y="14"/>
                    </a:lnTo>
                    <a:lnTo>
                      <a:pt x="16" y="24"/>
                    </a:lnTo>
                    <a:lnTo>
                      <a:pt x="36" y="45"/>
                    </a:lnTo>
                    <a:lnTo>
                      <a:pt x="43" y="55"/>
                    </a:lnTo>
                    <a:lnTo>
                      <a:pt x="53" y="66"/>
                    </a:lnTo>
                    <a:lnTo>
                      <a:pt x="60" y="80"/>
                    </a:lnTo>
                    <a:lnTo>
                      <a:pt x="66" y="90"/>
                    </a:lnTo>
                    <a:lnTo>
                      <a:pt x="66" y="87"/>
                    </a:lnTo>
                    <a:lnTo>
                      <a:pt x="73" y="90"/>
                    </a:lnTo>
                    <a:lnTo>
                      <a:pt x="73" y="87"/>
                    </a:lnTo>
                    <a:lnTo>
                      <a:pt x="70" y="87"/>
                    </a:lnTo>
                    <a:lnTo>
                      <a:pt x="73" y="9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7" name="Google Shape;707;p3"/>
              <p:cNvSpPr/>
              <p:nvPr/>
            </p:nvSpPr>
            <p:spPr>
              <a:xfrm>
                <a:off x="2533" y="3095"/>
                <a:ext cx="23" cy="11"/>
              </a:xfrm>
              <a:custGeom>
                <a:rect b="b" l="l" r="r" t="t"/>
                <a:pathLst>
                  <a:path extrusionOk="0" h="11" w="23">
                    <a:moveTo>
                      <a:pt x="0" y="11"/>
                    </a:moveTo>
                    <a:lnTo>
                      <a:pt x="20" y="11"/>
                    </a:lnTo>
                    <a:lnTo>
                      <a:pt x="23" y="7"/>
                    </a:lnTo>
                    <a:lnTo>
                      <a:pt x="16" y="4"/>
                    </a:lnTo>
                    <a:lnTo>
                      <a:pt x="6" y="4"/>
                    </a:lnTo>
                    <a:lnTo>
                      <a:pt x="3" y="0"/>
                    </a:lnTo>
                    <a:lnTo>
                      <a:pt x="0" y="4"/>
                    </a:lnTo>
                    <a:lnTo>
                      <a:pt x="3" y="4"/>
                    </a:lnTo>
                    <a:lnTo>
                      <a:pt x="0" y="11"/>
                    </a:lnTo>
                    <a:lnTo>
                      <a:pt x="3" y="11"/>
                    </a:lnTo>
                    <a:lnTo>
                      <a:pt x="0"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8" name="Google Shape;708;p3"/>
              <p:cNvSpPr/>
              <p:nvPr/>
            </p:nvSpPr>
            <p:spPr>
              <a:xfrm>
                <a:off x="2473" y="3050"/>
                <a:ext cx="63" cy="56"/>
              </a:xfrm>
              <a:custGeom>
                <a:rect b="b" l="l" r="r" t="t"/>
                <a:pathLst>
                  <a:path extrusionOk="0" h="56" w="63">
                    <a:moveTo>
                      <a:pt x="10" y="11"/>
                    </a:moveTo>
                    <a:lnTo>
                      <a:pt x="6" y="14"/>
                    </a:lnTo>
                    <a:lnTo>
                      <a:pt x="10" y="21"/>
                    </a:lnTo>
                    <a:lnTo>
                      <a:pt x="20" y="28"/>
                    </a:lnTo>
                    <a:lnTo>
                      <a:pt x="26" y="31"/>
                    </a:lnTo>
                    <a:lnTo>
                      <a:pt x="33" y="35"/>
                    </a:lnTo>
                    <a:lnTo>
                      <a:pt x="40" y="42"/>
                    </a:lnTo>
                    <a:lnTo>
                      <a:pt x="46" y="45"/>
                    </a:lnTo>
                    <a:lnTo>
                      <a:pt x="53" y="49"/>
                    </a:lnTo>
                    <a:lnTo>
                      <a:pt x="60" y="56"/>
                    </a:lnTo>
                    <a:lnTo>
                      <a:pt x="63" y="49"/>
                    </a:lnTo>
                    <a:lnTo>
                      <a:pt x="56" y="45"/>
                    </a:lnTo>
                    <a:lnTo>
                      <a:pt x="50" y="38"/>
                    </a:lnTo>
                    <a:lnTo>
                      <a:pt x="43" y="35"/>
                    </a:lnTo>
                    <a:lnTo>
                      <a:pt x="36" y="31"/>
                    </a:lnTo>
                    <a:lnTo>
                      <a:pt x="30" y="28"/>
                    </a:lnTo>
                    <a:lnTo>
                      <a:pt x="23" y="21"/>
                    </a:lnTo>
                    <a:lnTo>
                      <a:pt x="16" y="17"/>
                    </a:lnTo>
                    <a:lnTo>
                      <a:pt x="10" y="11"/>
                    </a:lnTo>
                    <a:lnTo>
                      <a:pt x="3" y="14"/>
                    </a:lnTo>
                    <a:lnTo>
                      <a:pt x="10" y="11"/>
                    </a:lnTo>
                    <a:lnTo>
                      <a:pt x="0" y="0"/>
                    </a:lnTo>
                    <a:lnTo>
                      <a:pt x="3" y="14"/>
                    </a:lnTo>
                    <a:lnTo>
                      <a:pt x="10"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9" name="Google Shape;709;p3"/>
              <p:cNvSpPr/>
              <p:nvPr/>
            </p:nvSpPr>
            <p:spPr>
              <a:xfrm>
                <a:off x="2476" y="3061"/>
                <a:ext cx="40" cy="100"/>
              </a:xfrm>
              <a:custGeom>
                <a:rect b="b" l="l" r="r" t="t"/>
                <a:pathLst>
                  <a:path extrusionOk="0" h="100" w="40">
                    <a:moveTo>
                      <a:pt x="40" y="97"/>
                    </a:moveTo>
                    <a:lnTo>
                      <a:pt x="33" y="86"/>
                    </a:lnTo>
                    <a:lnTo>
                      <a:pt x="30" y="72"/>
                    </a:lnTo>
                    <a:lnTo>
                      <a:pt x="23" y="62"/>
                    </a:lnTo>
                    <a:lnTo>
                      <a:pt x="20" y="48"/>
                    </a:lnTo>
                    <a:lnTo>
                      <a:pt x="17" y="38"/>
                    </a:lnTo>
                    <a:lnTo>
                      <a:pt x="13" y="24"/>
                    </a:lnTo>
                    <a:lnTo>
                      <a:pt x="10" y="13"/>
                    </a:lnTo>
                    <a:lnTo>
                      <a:pt x="7" y="0"/>
                    </a:lnTo>
                    <a:lnTo>
                      <a:pt x="0" y="3"/>
                    </a:lnTo>
                    <a:lnTo>
                      <a:pt x="3" y="13"/>
                    </a:lnTo>
                    <a:lnTo>
                      <a:pt x="7" y="27"/>
                    </a:lnTo>
                    <a:lnTo>
                      <a:pt x="10" y="38"/>
                    </a:lnTo>
                    <a:lnTo>
                      <a:pt x="13" y="51"/>
                    </a:lnTo>
                    <a:lnTo>
                      <a:pt x="17" y="62"/>
                    </a:lnTo>
                    <a:lnTo>
                      <a:pt x="23" y="76"/>
                    </a:lnTo>
                    <a:lnTo>
                      <a:pt x="27" y="90"/>
                    </a:lnTo>
                    <a:lnTo>
                      <a:pt x="33" y="100"/>
                    </a:lnTo>
                    <a:lnTo>
                      <a:pt x="33" y="97"/>
                    </a:lnTo>
                    <a:lnTo>
                      <a:pt x="40" y="9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0" name="Google Shape;710;p3"/>
              <p:cNvSpPr/>
              <p:nvPr/>
            </p:nvSpPr>
            <p:spPr>
              <a:xfrm>
                <a:off x="2506" y="3158"/>
                <a:ext cx="10" cy="20"/>
              </a:xfrm>
              <a:custGeom>
                <a:rect b="b" l="l" r="r" t="t"/>
                <a:pathLst>
                  <a:path extrusionOk="0" h="20" w="10">
                    <a:moveTo>
                      <a:pt x="0" y="20"/>
                    </a:moveTo>
                    <a:lnTo>
                      <a:pt x="0" y="17"/>
                    </a:lnTo>
                    <a:lnTo>
                      <a:pt x="7" y="17"/>
                    </a:lnTo>
                    <a:lnTo>
                      <a:pt x="10" y="10"/>
                    </a:lnTo>
                    <a:lnTo>
                      <a:pt x="10" y="0"/>
                    </a:lnTo>
                    <a:lnTo>
                      <a:pt x="3" y="0"/>
                    </a:lnTo>
                    <a:lnTo>
                      <a:pt x="3" y="13"/>
                    </a:lnTo>
                    <a:lnTo>
                      <a:pt x="0" y="13"/>
                    </a:lnTo>
                    <a:lnTo>
                      <a:pt x="0" y="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1" name="Google Shape;711;p3"/>
              <p:cNvSpPr/>
              <p:nvPr/>
            </p:nvSpPr>
            <p:spPr>
              <a:xfrm>
                <a:off x="2496" y="3168"/>
                <a:ext cx="10" cy="10"/>
              </a:xfrm>
              <a:custGeom>
                <a:rect b="b" l="l" r="r" t="t"/>
                <a:pathLst>
                  <a:path extrusionOk="0" h="10" w="10">
                    <a:moveTo>
                      <a:pt x="0" y="3"/>
                    </a:moveTo>
                    <a:lnTo>
                      <a:pt x="3" y="7"/>
                    </a:lnTo>
                    <a:lnTo>
                      <a:pt x="7" y="7"/>
                    </a:lnTo>
                    <a:lnTo>
                      <a:pt x="10" y="10"/>
                    </a:lnTo>
                    <a:lnTo>
                      <a:pt x="10" y="0"/>
                    </a:lnTo>
                    <a:lnTo>
                      <a:pt x="3" y="0"/>
                    </a:lnTo>
                    <a:lnTo>
                      <a:pt x="7" y="3"/>
                    </a:lnTo>
                    <a:lnTo>
                      <a:pt x="0" y="3"/>
                    </a:lnTo>
                    <a:lnTo>
                      <a:pt x="0" y="7"/>
                    </a:lnTo>
                    <a:lnTo>
                      <a:pt x="3" y="7"/>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2" name="Google Shape;712;p3"/>
              <p:cNvSpPr/>
              <p:nvPr/>
            </p:nvSpPr>
            <p:spPr>
              <a:xfrm>
                <a:off x="2453" y="3040"/>
                <a:ext cx="50" cy="131"/>
              </a:xfrm>
              <a:custGeom>
                <a:rect b="b" l="l" r="r" t="t"/>
                <a:pathLst>
                  <a:path extrusionOk="0" h="131" w="50">
                    <a:moveTo>
                      <a:pt x="0" y="0"/>
                    </a:moveTo>
                    <a:lnTo>
                      <a:pt x="0" y="3"/>
                    </a:lnTo>
                    <a:lnTo>
                      <a:pt x="6" y="17"/>
                    </a:lnTo>
                    <a:lnTo>
                      <a:pt x="13" y="34"/>
                    </a:lnTo>
                    <a:lnTo>
                      <a:pt x="20" y="52"/>
                    </a:lnTo>
                    <a:lnTo>
                      <a:pt x="26" y="69"/>
                    </a:lnTo>
                    <a:lnTo>
                      <a:pt x="30" y="83"/>
                    </a:lnTo>
                    <a:lnTo>
                      <a:pt x="36" y="100"/>
                    </a:lnTo>
                    <a:lnTo>
                      <a:pt x="40" y="114"/>
                    </a:lnTo>
                    <a:lnTo>
                      <a:pt x="43" y="131"/>
                    </a:lnTo>
                    <a:lnTo>
                      <a:pt x="50" y="131"/>
                    </a:lnTo>
                    <a:lnTo>
                      <a:pt x="46" y="114"/>
                    </a:lnTo>
                    <a:lnTo>
                      <a:pt x="43" y="97"/>
                    </a:lnTo>
                    <a:lnTo>
                      <a:pt x="36" y="83"/>
                    </a:lnTo>
                    <a:lnTo>
                      <a:pt x="30" y="66"/>
                    </a:lnTo>
                    <a:lnTo>
                      <a:pt x="26" y="48"/>
                    </a:lnTo>
                    <a:lnTo>
                      <a:pt x="20" y="34"/>
                    </a:lnTo>
                    <a:lnTo>
                      <a:pt x="13" y="17"/>
                    </a:lnTo>
                    <a:lnTo>
                      <a:pt x="6" y="0"/>
                    </a:lnTo>
                    <a:lnTo>
                      <a:pt x="6" y="3"/>
                    </a:lnTo>
                    <a:lnTo>
                      <a:pt x="0" y="0"/>
                    </a:lnTo>
                    <a:lnTo>
                      <a:pt x="0" y="3"/>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3" name="Google Shape;713;p3"/>
              <p:cNvSpPr/>
              <p:nvPr/>
            </p:nvSpPr>
            <p:spPr>
              <a:xfrm>
                <a:off x="2453" y="3036"/>
                <a:ext cx="16" cy="7"/>
              </a:xfrm>
              <a:custGeom>
                <a:rect b="b" l="l" r="r" t="t"/>
                <a:pathLst>
                  <a:path extrusionOk="0" h="7" w="16">
                    <a:moveTo>
                      <a:pt x="16" y="4"/>
                    </a:moveTo>
                    <a:lnTo>
                      <a:pt x="10" y="0"/>
                    </a:lnTo>
                    <a:lnTo>
                      <a:pt x="3" y="0"/>
                    </a:lnTo>
                    <a:lnTo>
                      <a:pt x="0" y="4"/>
                    </a:lnTo>
                    <a:lnTo>
                      <a:pt x="6" y="7"/>
                    </a:lnTo>
                    <a:lnTo>
                      <a:pt x="10" y="7"/>
                    </a:lnTo>
                    <a:lnTo>
                      <a:pt x="16"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4" name="Google Shape;714;p3"/>
              <p:cNvSpPr/>
              <p:nvPr/>
            </p:nvSpPr>
            <p:spPr>
              <a:xfrm>
                <a:off x="2463" y="3040"/>
                <a:ext cx="60" cy="45"/>
              </a:xfrm>
              <a:custGeom>
                <a:rect b="b" l="l" r="r" t="t"/>
                <a:pathLst>
                  <a:path extrusionOk="0" h="45" w="60">
                    <a:moveTo>
                      <a:pt x="56" y="38"/>
                    </a:moveTo>
                    <a:lnTo>
                      <a:pt x="60" y="38"/>
                    </a:lnTo>
                    <a:lnTo>
                      <a:pt x="53" y="31"/>
                    </a:lnTo>
                    <a:lnTo>
                      <a:pt x="46" y="27"/>
                    </a:lnTo>
                    <a:lnTo>
                      <a:pt x="36" y="24"/>
                    </a:lnTo>
                    <a:lnTo>
                      <a:pt x="33" y="17"/>
                    </a:lnTo>
                    <a:lnTo>
                      <a:pt x="23" y="14"/>
                    </a:lnTo>
                    <a:lnTo>
                      <a:pt x="13" y="3"/>
                    </a:lnTo>
                    <a:lnTo>
                      <a:pt x="6" y="0"/>
                    </a:lnTo>
                    <a:lnTo>
                      <a:pt x="0" y="3"/>
                    </a:lnTo>
                    <a:lnTo>
                      <a:pt x="6" y="7"/>
                    </a:lnTo>
                    <a:lnTo>
                      <a:pt x="13" y="14"/>
                    </a:lnTo>
                    <a:lnTo>
                      <a:pt x="20" y="17"/>
                    </a:lnTo>
                    <a:lnTo>
                      <a:pt x="26" y="24"/>
                    </a:lnTo>
                    <a:lnTo>
                      <a:pt x="36" y="31"/>
                    </a:lnTo>
                    <a:lnTo>
                      <a:pt x="43" y="34"/>
                    </a:lnTo>
                    <a:lnTo>
                      <a:pt x="50" y="38"/>
                    </a:lnTo>
                    <a:lnTo>
                      <a:pt x="56" y="41"/>
                    </a:lnTo>
                    <a:lnTo>
                      <a:pt x="60" y="41"/>
                    </a:lnTo>
                    <a:lnTo>
                      <a:pt x="56" y="41"/>
                    </a:lnTo>
                    <a:lnTo>
                      <a:pt x="56" y="45"/>
                    </a:lnTo>
                    <a:lnTo>
                      <a:pt x="60" y="41"/>
                    </a:lnTo>
                    <a:lnTo>
                      <a:pt x="56"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5" name="Google Shape;715;p3"/>
              <p:cNvSpPr/>
              <p:nvPr/>
            </p:nvSpPr>
            <p:spPr>
              <a:xfrm>
                <a:off x="2519" y="3074"/>
                <a:ext cx="10" cy="7"/>
              </a:xfrm>
              <a:custGeom>
                <a:rect b="b" l="l" r="r" t="t"/>
                <a:pathLst>
                  <a:path extrusionOk="0" h="7" w="10">
                    <a:moveTo>
                      <a:pt x="0" y="4"/>
                    </a:moveTo>
                    <a:lnTo>
                      <a:pt x="0" y="0"/>
                    </a:lnTo>
                    <a:lnTo>
                      <a:pt x="0" y="4"/>
                    </a:lnTo>
                    <a:lnTo>
                      <a:pt x="4" y="7"/>
                    </a:lnTo>
                    <a:lnTo>
                      <a:pt x="7" y="7"/>
                    </a:lnTo>
                    <a:lnTo>
                      <a:pt x="7" y="0"/>
                    </a:lnTo>
                    <a:lnTo>
                      <a:pt x="7" y="7"/>
                    </a:lnTo>
                    <a:lnTo>
                      <a:pt x="10" y="4"/>
                    </a:lnTo>
                    <a:lnTo>
                      <a:pt x="7" y="0"/>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6" name="Google Shape;716;p3"/>
              <p:cNvSpPr/>
              <p:nvPr/>
            </p:nvSpPr>
            <p:spPr>
              <a:xfrm>
                <a:off x="2473" y="3019"/>
                <a:ext cx="53" cy="59"/>
              </a:xfrm>
              <a:custGeom>
                <a:rect b="b" l="l" r="r" t="t"/>
                <a:pathLst>
                  <a:path extrusionOk="0" h="59" w="53">
                    <a:moveTo>
                      <a:pt x="0" y="3"/>
                    </a:moveTo>
                    <a:lnTo>
                      <a:pt x="46" y="59"/>
                    </a:lnTo>
                    <a:lnTo>
                      <a:pt x="53" y="55"/>
                    </a:lnTo>
                    <a:lnTo>
                      <a:pt x="6" y="0"/>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7" name="Google Shape;717;p3"/>
              <p:cNvSpPr/>
              <p:nvPr/>
            </p:nvSpPr>
            <p:spPr>
              <a:xfrm>
                <a:off x="2473" y="3012"/>
                <a:ext cx="13" cy="10"/>
              </a:xfrm>
              <a:custGeom>
                <a:rect b="b" l="l" r="r" t="t"/>
                <a:pathLst>
                  <a:path extrusionOk="0" h="10" w="13">
                    <a:moveTo>
                      <a:pt x="13" y="0"/>
                    </a:moveTo>
                    <a:lnTo>
                      <a:pt x="3" y="0"/>
                    </a:lnTo>
                    <a:lnTo>
                      <a:pt x="0" y="3"/>
                    </a:lnTo>
                    <a:lnTo>
                      <a:pt x="0" y="10"/>
                    </a:lnTo>
                    <a:lnTo>
                      <a:pt x="6" y="7"/>
                    </a:lnTo>
                    <a:lnTo>
                      <a:pt x="13" y="7"/>
                    </a:lnTo>
                    <a:lnTo>
                      <a:pt x="10" y="3"/>
                    </a:lnTo>
                    <a:lnTo>
                      <a:pt x="1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8" name="Google Shape;718;p3"/>
              <p:cNvSpPr/>
              <p:nvPr/>
            </p:nvSpPr>
            <p:spPr>
              <a:xfrm>
                <a:off x="693" y="3019"/>
                <a:ext cx="1430" cy="450"/>
              </a:xfrm>
              <a:custGeom>
                <a:rect b="b" l="l" r="r" t="t"/>
                <a:pathLst>
                  <a:path extrusionOk="0" h="450" w="1430">
                    <a:moveTo>
                      <a:pt x="1310" y="0"/>
                    </a:moveTo>
                    <a:lnTo>
                      <a:pt x="1306" y="7"/>
                    </a:lnTo>
                    <a:lnTo>
                      <a:pt x="1306" y="17"/>
                    </a:lnTo>
                    <a:lnTo>
                      <a:pt x="1310" y="24"/>
                    </a:lnTo>
                    <a:lnTo>
                      <a:pt x="1313" y="31"/>
                    </a:lnTo>
                    <a:lnTo>
                      <a:pt x="1320" y="38"/>
                    </a:lnTo>
                    <a:lnTo>
                      <a:pt x="1333" y="38"/>
                    </a:lnTo>
                    <a:lnTo>
                      <a:pt x="1340" y="45"/>
                    </a:lnTo>
                    <a:lnTo>
                      <a:pt x="1343" y="52"/>
                    </a:lnTo>
                    <a:lnTo>
                      <a:pt x="1350" y="55"/>
                    </a:lnTo>
                    <a:lnTo>
                      <a:pt x="1356" y="59"/>
                    </a:lnTo>
                    <a:lnTo>
                      <a:pt x="1363" y="62"/>
                    </a:lnTo>
                    <a:lnTo>
                      <a:pt x="1366" y="66"/>
                    </a:lnTo>
                    <a:lnTo>
                      <a:pt x="1373" y="69"/>
                    </a:lnTo>
                    <a:lnTo>
                      <a:pt x="1380" y="76"/>
                    </a:lnTo>
                    <a:lnTo>
                      <a:pt x="1386" y="80"/>
                    </a:lnTo>
                    <a:lnTo>
                      <a:pt x="1393" y="83"/>
                    </a:lnTo>
                    <a:lnTo>
                      <a:pt x="1400" y="87"/>
                    </a:lnTo>
                    <a:lnTo>
                      <a:pt x="1406" y="90"/>
                    </a:lnTo>
                    <a:lnTo>
                      <a:pt x="1413" y="93"/>
                    </a:lnTo>
                    <a:lnTo>
                      <a:pt x="1423" y="104"/>
                    </a:lnTo>
                    <a:lnTo>
                      <a:pt x="1430" y="107"/>
                    </a:lnTo>
                    <a:lnTo>
                      <a:pt x="1423" y="132"/>
                    </a:lnTo>
                    <a:lnTo>
                      <a:pt x="1416" y="152"/>
                    </a:lnTo>
                    <a:lnTo>
                      <a:pt x="1410" y="173"/>
                    </a:lnTo>
                    <a:lnTo>
                      <a:pt x="1403" y="194"/>
                    </a:lnTo>
                    <a:lnTo>
                      <a:pt x="1400" y="215"/>
                    </a:lnTo>
                    <a:lnTo>
                      <a:pt x="1390" y="236"/>
                    </a:lnTo>
                    <a:lnTo>
                      <a:pt x="1383" y="260"/>
                    </a:lnTo>
                    <a:lnTo>
                      <a:pt x="1380" y="281"/>
                    </a:lnTo>
                    <a:lnTo>
                      <a:pt x="1373" y="301"/>
                    </a:lnTo>
                    <a:lnTo>
                      <a:pt x="1366" y="322"/>
                    </a:lnTo>
                    <a:lnTo>
                      <a:pt x="1360" y="343"/>
                    </a:lnTo>
                    <a:lnTo>
                      <a:pt x="1353" y="364"/>
                    </a:lnTo>
                    <a:lnTo>
                      <a:pt x="1346" y="385"/>
                    </a:lnTo>
                    <a:lnTo>
                      <a:pt x="1343" y="409"/>
                    </a:lnTo>
                    <a:lnTo>
                      <a:pt x="1336" y="430"/>
                    </a:lnTo>
                    <a:lnTo>
                      <a:pt x="1330" y="450"/>
                    </a:lnTo>
                    <a:lnTo>
                      <a:pt x="206" y="447"/>
                    </a:lnTo>
                    <a:lnTo>
                      <a:pt x="0" y="447"/>
                    </a:lnTo>
                    <a:lnTo>
                      <a:pt x="6" y="433"/>
                    </a:lnTo>
                    <a:lnTo>
                      <a:pt x="13" y="419"/>
                    </a:lnTo>
                    <a:lnTo>
                      <a:pt x="20" y="409"/>
                    </a:lnTo>
                    <a:lnTo>
                      <a:pt x="26" y="395"/>
                    </a:lnTo>
                    <a:lnTo>
                      <a:pt x="36" y="381"/>
                    </a:lnTo>
                    <a:lnTo>
                      <a:pt x="43" y="371"/>
                    </a:lnTo>
                    <a:lnTo>
                      <a:pt x="50" y="357"/>
                    </a:lnTo>
                    <a:lnTo>
                      <a:pt x="56" y="343"/>
                    </a:lnTo>
                    <a:lnTo>
                      <a:pt x="63" y="333"/>
                    </a:lnTo>
                    <a:lnTo>
                      <a:pt x="73" y="319"/>
                    </a:lnTo>
                    <a:lnTo>
                      <a:pt x="80" y="305"/>
                    </a:lnTo>
                    <a:lnTo>
                      <a:pt x="86" y="294"/>
                    </a:lnTo>
                    <a:lnTo>
                      <a:pt x="93" y="281"/>
                    </a:lnTo>
                    <a:lnTo>
                      <a:pt x="100" y="270"/>
                    </a:lnTo>
                    <a:lnTo>
                      <a:pt x="110" y="256"/>
                    </a:lnTo>
                    <a:lnTo>
                      <a:pt x="116" y="246"/>
                    </a:lnTo>
                    <a:lnTo>
                      <a:pt x="120" y="253"/>
                    </a:lnTo>
                    <a:lnTo>
                      <a:pt x="126" y="260"/>
                    </a:lnTo>
                    <a:lnTo>
                      <a:pt x="133" y="263"/>
                    </a:lnTo>
                    <a:lnTo>
                      <a:pt x="143" y="267"/>
                    </a:lnTo>
                    <a:lnTo>
                      <a:pt x="153" y="267"/>
                    </a:lnTo>
                    <a:lnTo>
                      <a:pt x="163" y="263"/>
                    </a:lnTo>
                    <a:lnTo>
                      <a:pt x="173" y="263"/>
                    </a:lnTo>
                    <a:lnTo>
                      <a:pt x="183" y="267"/>
                    </a:lnTo>
                    <a:lnTo>
                      <a:pt x="263" y="267"/>
                    </a:lnTo>
                    <a:lnTo>
                      <a:pt x="280" y="270"/>
                    </a:lnTo>
                    <a:lnTo>
                      <a:pt x="423" y="270"/>
                    </a:lnTo>
                    <a:lnTo>
                      <a:pt x="440" y="274"/>
                    </a:lnTo>
                    <a:lnTo>
                      <a:pt x="503" y="274"/>
                    </a:lnTo>
                    <a:lnTo>
                      <a:pt x="520" y="270"/>
                    </a:lnTo>
                    <a:lnTo>
                      <a:pt x="683" y="270"/>
                    </a:lnTo>
                    <a:lnTo>
                      <a:pt x="700" y="267"/>
                    </a:lnTo>
                    <a:lnTo>
                      <a:pt x="706" y="267"/>
                    </a:lnTo>
                    <a:lnTo>
                      <a:pt x="710" y="263"/>
                    </a:lnTo>
                    <a:lnTo>
                      <a:pt x="726" y="263"/>
                    </a:lnTo>
                    <a:lnTo>
                      <a:pt x="733" y="260"/>
                    </a:lnTo>
                    <a:lnTo>
                      <a:pt x="743" y="246"/>
                    </a:lnTo>
                    <a:lnTo>
                      <a:pt x="756" y="232"/>
                    </a:lnTo>
                    <a:lnTo>
                      <a:pt x="766" y="218"/>
                    </a:lnTo>
                    <a:lnTo>
                      <a:pt x="776" y="204"/>
                    </a:lnTo>
                    <a:lnTo>
                      <a:pt x="786" y="190"/>
                    </a:lnTo>
                    <a:lnTo>
                      <a:pt x="796" y="177"/>
                    </a:lnTo>
                    <a:lnTo>
                      <a:pt x="806" y="163"/>
                    </a:lnTo>
                    <a:lnTo>
                      <a:pt x="816" y="145"/>
                    </a:lnTo>
                    <a:lnTo>
                      <a:pt x="826" y="132"/>
                    </a:lnTo>
                    <a:lnTo>
                      <a:pt x="836" y="118"/>
                    </a:lnTo>
                    <a:lnTo>
                      <a:pt x="846" y="104"/>
                    </a:lnTo>
                    <a:lnTo>
                      <a:pt x="853" y="90"/>
                    </a:lnTo>
                    <a:lnTo>
                      <a:pt x="866" y="73"/>
                    </a:lnTo>
                    <a:lnTo>
                      <a:pt x="873" y="59"/>
                    </a:lnTo>
                    <a:lnTo>
                      <a:pt x="886" y="45"/>
                    </a:lnTo>
                    <a:lnTo>
                      <a:pt x="896" y="31"/>
                    </a:lnTo>
                    <a:lnTo>
                      <a:pt x="890" y="42"/>
                    </a:lnTo>
                    <a:lnTo>
                      <a:pt x="883" y="55"/>
                    </a:lnTo>
                    <a:lnTo>
                      <a:pt x="876" y="66"/>
                    </a:lnTo>
                    <a:lnTo>
                      <a:pt x="870" y="80"/>
                    </a:lnTo>
                    <a:lnTo>
                      <a:pt x="863" y="90"/>
                    </a:lnTo>
                    <a:lnTo>
                      <a:pt x="856" y="100"/>
                    </a:lnTo>
                    <a:lnTo>
                      <a:pt x="850" y="114"/>
                    </a:lnTo>
                    <a:lnTo>
                      <a:pt x="843" y="125"/>
                    </a:lnTo>
                    <a:lnTo>
                      <a:pt x="836" y="135"/>
                    </a:lnTo>
                    <a:lnTo>
                      <a:pt x="833" y="149"/>
                    </a:lnTo>
                    <a:lnTo>
                      <a:pt x="826" y="159"/>
                    </a:lnTo>
                    <a:lnTo>
                      <a:pt x="820" y="173"/>
                    </a:lnTo>
                    <a:lnTo>
                      <a:pt x="813" y="184"/>
                    </a:lnTo>
                    <a:lnTo>
                      <a:pt x="810" y="194"/>
                    </a:lnTo>
                    <a:lnTo>
                      <a:pt x="803" y="208"/>
                    </a:lnTo>
                    <a:lnTo>
                      <a:pt x="796" y="222"/>
                    </a:lnTo>
                    <a:lnTo>
                      <a:pt x="796" y="232"/>
                    </a:lnTo>
                    <a:lnTo>
                      <a:pt x="800" y="236"/>
                    </a:lnTo>
                    <a:lnTo>
                      <a:pt x="803" y="242"/>
                    </a:lnTo>
                    <a:lnTo>
                      <a:pt x="810" y="249"/>
                    </a:lnTo>
                    <a:lnTo>
                      <a:pt x="810" y="277"/>
                    </a:lnTo>
                    <a:lnTo>
                      <a:pt x="813" y="284"/>
                    </a:lnTo>
                    <a:lnTo>
                      <a:pt x="816" y="288"/>
                    </a:lnTo>
                    <a:lnTo>
                      <a:pt x="820" y="288"/>
                    </a:lnTo>
                    <a:lnTo>
                      <a:pt x="823" y="291"/>
                    </a:lnTo>
                    <a:lnTo>
                      <a:pt x="843" y="294"/>
                    </a:lnTo>
                    <a:lnTo>
                      <a:pt x="863" y="294"/>
                    </a:lnTo>
                    <a:lnTo>
                      <a:pt x="883" y="298"/>
                    </a:lnTo>
                    <a:lnTo>
                      <a:pt x="983" y="298"/>
                    </a:lnTo>
                    <a:lnTo>
                      <a:pt x="1006" y="301"/>
                    </a:lnTo>
                    <a:lnTo>
                      <a:pt x="1083" y="301"/>
                    </a:lnTo>
                    <a:lnTo>
                      <a:pt x="1103" y="298"/>
                    </a:lnTo>
                    <a:lnTo>
                      <a:pt x="1153" y="298"/>
                    </a:lnTo>
                    <a:lnTo>
                      <a:pt x="1160" y="294"/>
                    </a:lnTo>
                    <a:lnTo>
                      <a:pt x="1163" y="294"/>
                    </a:lnTo>
                    <a:lnTo>
                      <a:pt x="1166" y="291"/>
                    </a:lnTo>
                    <a:lnTo>
                      <a:pt x="1173" y="288"/>
                    </a:lnTo>
                    <a:lnTo>
                      <a:pt x="1176" y="284"/>
                    </a:lnTo>
                    <a:lnTo>
                      <a:pt x="1180" y="277"/>
                    </a:lnTo>
                    <a:lnTo>
                      <a:pt x="1186" y="260"/>
                    </a:lnTo>
                    <a:lnTo>
                      <a:pt x="1193" y="246"/>
                    </a:lnTo>
                    <a:lnTo>
                      <a:pt x="1200" y="229"/>
                    </a:lnTo>
                    <a:lnTo>
                      <a:pt x="1206" y="211"/>
                    </a:lnTo>
                    <a:lnTo>
                      <a:pt x="1213" y="194"/>
                    </a:lnTo>
                    <a:lnTo>
                      <a:pt x="1220" y="177"/>
                    </a:lnTo>
                    <a:lnTo>
                      <a:pt x="1226" y="159"/>
                    </a:lnTo>
                    <a:lnTo>
                      <a:pt x="1236" y="142"/>
                    </a:lnTo>
                    <a:lnTo>
                      <a:pt x="1243" y="125"/>
                    </a:lnTo>
                    <a:lnTo>
                      <a:pt x="1250" y="107"/>
                    </a:lnTo>
                    <a:lnTo>
                      <a:pt x="1256" y="90"/>
                    </a:lnTo>
                    <a:lnTo>
                      <a:pt x="1263" y="76"/>
                    </a:lnTo>
                    <a:lnTo>
                      <a:pt x="1270" y="59"/>
                    </a:lnTo>
                    <a:lnTo>
                      <a:pt x="1276" y="42"/>
                    </a:lnTo>
                    <a:lnTo>
                      <a:pt x="1283" y="24"/>
                    </a:lnTo>
                    <a:lnTo>
                      <a:pt x="1290" y="7"/>
                    </a:lnTo>
                    <a:lnTo>
                      <a:pt x="1293" y="7"/>
                    </a:lnTo>
                    <a:lnTo>
                      <a:pt x="1293" y="3"/>
                    </a:lnTo>
                    <a:lnTo>
                      <a:pt x="1296" y="3"/>
                    </a:lnTo>
                    <a:lnTo>
                      <a:pt x="1300" y="0"/>
                    </a:lnTo>
                    <a:lnTo>
                      <a:pt x="1310" y="0"/>
                    </a:lnTo>
                    <a:close/>
                  </a:path>
                </a:pathLst>
              </a:custGeom>
              <a:solidFill>
                <a:srgbClr val="7FB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9" name="Google Shape;719;p3"/>
              <p:cNvSpPr/>
              <p:nvPr/>
            </p:nvSpPr>
            <p:spPr>
              <a:xfrm>
                <a:off x="1996" y="3019"/>
                <a:ext cx="13" cy="35"/>
              </a:xfrm>
              <a:custGeom>
                <a:rect b="b" l="l" r="r" t="t"/>
                <a:pathLst>
                  <a:path extrusionOk="0" h="35" w="13">
                    <a:moveTo>
                      <a:pt x="13" y="28"/>
                    </a:moveTo>
                    <a:lnTo>
                      <a:pt x="10" y="21"/>
                    </a:lnTo>
                    <a:lnTo>
                      <a:pt x="7" y="17"/>
                    </a:lnTo>
                    <a:lnTo>
                      <a:pt x="7" y="0"/>
                    </a:lnTo>
                    <a:lnTo>
                      <a:pt x="3" y="0"/>
                    </a:lnTo>
                    <a:lnTo>
                      <a:pt x="0" y="7"/>
                    </a:lnTo>
                    <a:lnTo>
                      <a:pt x="0" y="17"/>
                    </a:lnTo>
                    <a:lnTo>
                      <a:pt x="3" y="24"/>
                    </a:lnTo>
                    <a:lnTo>
                      <a:pt x="7" y="35"/>
                    </a:lnTo>
                    <a:lnTo>
                      <a:pt x="7" y="31"/>
                    </a:lnTo>
                    <a:lnTo>
                      <a:pt x="13"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0" name="Google Shape;720;p3"/>
              <p:cNvSpPr/>
              <p:nvPr/>
            </p:nvSpPr>
            <p:spPr>
              <a:xfrm>
                <a:off x="2003" y="3047"/>
                <a:ext cx="26" cy="17"/>
              </a:xfrm>
              <a:custGeom>
                <a:rect b="b" l="l" r="r" t="t"/>
                <a:pathLst>
                  <a:path extrusionOk="0" h="17" w="26">
                    <a:moveTo>
                      <a:pt x="26" y="10"/>
                    </a:moveTo>
                    <a:lnTo>
                      <a:pt x="20" y="7"/>
                    </a:lnTo>
                    <a:lnTo>
                      <a:pt x="10" y="7"/>
                    </a:lnTo>
                    <a:lnTo>
                      <a:pt x="10" y="3"/>
                    </a:lnTo>
                    <a:lnTo>
                      <a:pt x="6" y="3"/>
                    </a:lnTo>
                    <a:lnTo>
                      <a:pt x="6" y="0"/>
                    </a:lnTo>
                    <a:lnTo>
                      <a:pt x="0" y="3"/>
                    </a:lnTo>
                    <a:lnTo>
                      <a:pt x="6" y="10"/>
                    </a:lnTo>
                    <a:lnTo>
                      <a:pt x="10" y="10"/>
                    </a:lnTo>
                    <a:lnTo>
                      <a:pt x="13" y="14"/>
                    </a:lnTo>
                    <a:lnTo>
                      <a:pt x="20" y="14"/>
                    </a:lnTo>
                    <a:lnTo>
                      <a:pt x="23" y="17"/>
                    </a:lnTo>
                    <a:lnTo>
                      <a:pt x="20" y="14"/>
                    </a:lnTo>
                    <a:lnTo>
                      <a:pt x="26"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1" name="Google Shape;721;p3"/>
              <p:cNvSpPr/>
              <p:nvPr/>
            </p:nvSpPr>
            <p:spPr>
              <a:xfrm>
                <a:off x="2023" y="3057"/>
                <a:ext cx="103" cy="73"/>
              </a:xfrm>
              <a:custGeom>
                <a:rect b="b" l="l" r="r" t="t"/>
                <a:pathLst>
                  <a:path extrusionOk="0" h="73" w="103">
                    <a:moveTo>
                      <a:pt x="103" y="73"/>
                    </a:moveTo>
                    <a:lnTo>
                      <a:pt x="103" y="66"/>
                    </a:lnTo>
                    <a:lnTo>
                      <a:pt x="96" y="62"/>
                    </a:lnTo>
                    <a:lnTo>
                      <a:pt x="90" y="59"/>
                    </a:lnTo>
                    <a:lnTo>
                      <a:pt x="83" y="52"/>
                    </a:lnTo>
                    <a:lnTo>
                      <a:pt x="76" y="49"/>
                    </a:lnTo>
                    <a:lnTo>
                      <a:pt x="73" y="45"/>
                    </a:lnTo>
                    <a:lnTo>
                      <a:pt x="63" y="42"/>
                    </a:lnTo>
                    <a:lnTo>
                      <a:pt x="56" y="38"/>
                    </a:lnTo>
                    <a:lnTo>
                      <a:pt x="46" y="28"/>
                    </a:lnTo>
                    <a:lnTo>
                      <a:pt x="40" y="24"/>
                    </a:lnTo>
                    <a:lnTo>
                      <a:pt x="33" y="21"/>
                    </a:lnTo>
                    <a:lnTo>
                      <a:pt x="26" y="17"/>
                    </a:lnTo>
                    <a:lnTo>
                      <a:pt x="23" y="14"/>
                    </a:lnTo>
                    <a:lnTo>
                      <a:pt x="16" y="10"/>
                    </a:lnTo>
                    <a:lnTo>
                      <a:pt x="6" y="0"/>
                    </a:lnTo>
                    <a:lnTo>
                      <a:pt x="0" y="4"/>
                    </a:lnTo>
                    <a:lnTo>
                      <a:pt x="6" y="10"/>
                    </a:lnTo>
                    <a:lnTo>
                      <a:pt x="13" y="14"/>
                    </a:lnTo>
                    <a:lnTo>
                      <a:pt x="16" y="21"/>
                    </a:lnTo>
                    <a:lnTo>
                      <a:pt x="23" y="24"/>
                    </a:lnTo>
                    <a:lnTo>
                      <a:pt x="30" y="28"/>
                    </a:lnTo>
                    <a:lnTo>
                      <a:pt x="36" y="31"/>
                    </a:lnTo>
                    <a:lnTo>
                      <a:pt x="43" y="35"/>
                    </a:lnTo>
                    <a:lnTo>
                      <a:pt x="50" y="38"/>
                    </a:lnTo>
                    <a:lnTo>
                      <a:pt x="53" y="45"/>
                    </a:lnTo>
                    <a:lnTo>
                      <a:pt x="60" y="49"/>
                    </a:lnTo>
                    <a:lnTo>
                      <a:pt x="70" y="52"/>
                    </a:lnTo>
                    <a:lnTo>
                      <a:pt x="73" y="55"/>
                    </a:lnTo>
                    <a:lnTo>
                      <a:pt x="80" y="59"/>
                    </a:lnTo>
                    <a:lnTo>
                      <a:pt x="86" y="62"/>
                    </a:lnTo>
                    <a:lnTo>
                      <a:pt x="90" y="69"/>
                    </a:lnTo>
                    <a:lnTo>
                      <a:pt x="96" y="73"/>
                    </a:lnTo>
                    <a:lnTo>
                      <a:pt x="96" y="69"/>
                    </a:lnTo>
                    <a:lnTo>
                      <a:pt x="103" y="73"/>
                    </a:lnTo>
                    <a:lnTo>
                      <a:pt x="103" y="66"/>
                    </a:lnTo>
                    <a:lnTo>
                      <a:pt x="103" y="7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2" name="Google Shape;722;p3"/>
              <p:cNvSpPr/>
              <p:nvPr/>
            </p:nvSpPr>
            <p:spPr>
              <a:xfrm>
                <a:off x="2019" y="3126"/>
                <a:ext cx="107" cy="347"/>
              </a:xfrm>
              <a:custGeom>
                <a:rect b="b" l="l" r="r" t="t"/>
                <a:pathLst>
                  <a:path extrusionOk="0" h="347" w="107">
                    <a:moveTo>
                      <a:pt x="4" y="347"/>
                    </a:moveTo>
                    <a:lnTo>
                      <a:pt x="7" y="343"/>
                    </a:lnTo>
                    <a:lnTo>
                      <a:pt x="14" y="323"/>
                    </a:lnTo>
                    <a:lnTo>
                      <a:pt x="20" y="302"/>
                    </a:lnTo>
                    <a:lnTo>
                      <a:pt x="24" y="281"/>
                    </a:lnTo>
                    <a:lnTo>
                      <a:pt x="30" y="257"/>
                    </a:lnTo>
                    <a:lnTo>
                      <a:pt x="37" y="236"/>
                    </a:lnTo>
                    <a:lnTo>
                      <a:pt x="44" y="215"/>
                    </a:lnTo>
                    <a:lnTo>
                      <a:pt x="50" y="194"/>
                    </a:lnTo>
                    <a:lnTo>
                      <a:pt x="57" y="174"/>
                    </a:lnTo>
                    <a:lnTo>
                      <a:pt x="60" y="153"/>
                    </a:lnTo>
                    <a:lnTo>
                      <a:pt x="67" y="132"/>
                    </a:lnTo>
                    <a:lnTo>
                      <a:pt x="77" y="108"/>
                    </a:lnTo>
                    <a:lnTo>
                      <a:pt x="80" y="87"/>
                    </a:lnTo>
                    <a:lnTo>
                      <a:pt x="87" y="66"/>
                    </a:lnTo>
                    <a:lnTo>
                      <a:pt x="94" y="45"/>
                    </a:lnTo>
                    <a:lnTo>
                      <a:pt x="100" y="25"/>
                    </a:lnTo>
                    <a:lnTo>
                      <a:pt x="107" y="4"/>
                    </a:lnTo>
                    <a:lnTo>
                      <a:pt x="100" y="0"/>
                    </a:lnTo>
                    <a:lnTo>
                      <a:pt x="94" y="21"/>
                    </a:lnTo>
                    <a:lnTo>
                      <a:pt x="87" y="42"/>
                    </a:lnTo>
                    <a:lnTo>
                      <a:pt x="80" y="66"/>
                    </a:lnTo>
                    <a:lnTo>
                      <a:pt x="77" y="87"/>
                    </a:lnTo>
                    <a:lnTo>
                      <a:pt x="67" y="108"/>
                    </a:lnTo>
                    <a:lnTo>
                      <a:pt x="60" y="129"/>
                    </a:lnTo>
                    <a:lnTo>
                      <a:pt x="57" y="149"/>
                    </a:lnTo>
                    <a:lnTo>
                      <a:pt x="50" y="170"/>
                    </a:lnTo>
                    <a:lnTo>
                      <a:pt x="44" y="194"/>
                    </a:lnTo>
                    <a:lnTo>
                      <a:pt x="37" y="215"/>
                    </a:lnTo>
                    <a:lnTo>
                      <a:pt x="30" y="236"/>
                    </a:lnTo>
                    <a:lnTo>
                      <a:pt x="24" y="257"/>
                    </a:lnTo>
                    <a:lnTo>
                      <a:pt x="20" y="278"/>
                    </a:lnTo>
                    <a:lnTo>
                      <a:pt x="14" y="302"/>
                    </a:lnTo>
                    <a:lnTo>
                      <a:pt x="7" y="323"/>
                    </a:lnTo>
                    <a:lnTo>
                      <a:pt x="0" y="343"/>
                    </a:lnTo>
                    <a:lnTo>
                      <a:pt x="4" y="340"/>
                    </a:lnTo>
                    <a:lnTo>
                      <a:pt x="4" y="347"/>
                    </a:lnTo>
                    <a:lnTo>
                      <a:pt x="7" y="347"/>
                    </a:lnTo>
                    <a:lnTo>
                      <a:pt x="7" y="343"/>
                    </a:lnTo>
                    <a:lnTo>
                      <a:pt x="4" y="34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3" name="Google Shape;723;p3"/>
              <p:cNvSpPr/>
              <p:nvPr/>
            </p:nvSpPr>
            <p:spPr>
              <a:xfrm>
                <a:off x="899" y="3462"/>
                <a:ext cx="1124" cy="11"/>
              </a:xfrm>
              <a:custGeom>
                <a:rect b="b" l="l" r="r" t="t"/>
                <a:pathLst>
                  <a:path extrusionOk="0" h="11" w="1124">
                    <a:moveTo>
                      <a:pt x="0" y="7"/>
                    </a:moveTo>
                    <a:lnTo>
                      <a:pt x="1124" y="11"/>
                    </a:lnTo>
                    <a:lnTo>
                      <a:pt x="1124" y="4"/>
                    </a:lnTo>
                    <a:lnTo>
                      <a:pt x="0"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4" name="Google Shape;724;p3"/>
              <p:cNvSpPr/>
              <p:nvPr/>
            </p:nvSpPr>
            <p:spPr>
              <a:xfrm>
                <a:off x="686" y="3459"/>
                <a:ext cx="213" cy="10"/>
              </a:xfrm>
              <a:custGeom>
                <a:rect b="b" l="l" r="r" t="t"/>
                <a:pathLst>
                  <a:path extrusionOk="0" h="10" w="213">
                    <a:moveTo>
                      <a:pt x="3" y="3"/>
                    </a:moveTo>
                    <a:lnTo>
                      <a:pt x="7" y="10"/>
                    </a:lnTo>
                    <a:lnTo>
                      <a:pt x="213" y="10"/>
                    </a:lnTo>
                    <a:lnTo>
                      <a:pt x="213" y="3"/>
                    </a:lnTo>
                    <a:lnTo>
                      <a:pt x="7" y="0"/>
                    </a:lnTo>
                    <a:lnTo>
                      <a:pt x="10" y="7"/>
                    </a:lnTo>
                    <a:lnTo>
                      <a:pt x="3" y="3"/>
                    </a:lnTo>
                    <a:lnTo>
                      <a:pt x="0" y="10"/>
                    </a:lnTo>
                    <a:lnTo>
                      <a:pt x="7" y="10"/>
                    </a:lnTo>
                    <a:lnTo>
                      <a:pt x="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5" name="Google Shape;725;p3"/>
              <p:cNvSpPr/>
              <p:nvPr/>
            </p:nvSpPr>
            <p:spPr>
              <a:xfrm>
                <a:off x="689" y="3255"/>
                <a:ext cx="124" cy="211"/>
              </a:xfrm>
              <a:custGeom>
                <a:rect b="b" l="l" r="r" t="t"/>
                <a:pathLst>
                  <a:path extrusionOk="0" h="211" w="124">
                    <a:moveTo>
                      <a:pt x="124" y="6"/>
                    </a:moveTo>
                    <a:lnTo>
                      <a:pt x="117" y="6"/>
                    </a:lnTo>
                    <a:lnTo>
                      <a:pt x="110" y="20"/>
                    </a:lnTo>
                    <a:lnTo>
                      <a:pt x="104" y="31"/>
                    </a:lnTo>
                    <a:lnTo>
                      <a:pt x="94" y="45"/>
                    </a:lnTo>
                    <a:lnTo>
                      <a:pt x="87" y="58"/>
                    </a:lnTo>
                    <a:lnTo>
                      <a:pt x="80" y="69"/>
                    </a:lnTo>
                    <a:lnTo>
                      <a:pt x="74" y="83"/>
                    </a:lnTo>
                    <a:lnTo>
                      <a:pt x="64" y="93"/>
                    </a:lnTo>
                    <a:lnTo>
                      <a:pt x="57" y="107"/>
                    </a:lnTo>
                    <a:lnTo>
                      <a:pt x="50" y="121"/>
                    </a:lnTo>
                    <a:lnTo>
                      <a:pt x="44" y="131"/>
                    </a:lnTo>
                    <a:lnTo>
                      <a:pt x="37" y="145"/>
                    </a:lnTo>
                    <a:lnTo>
                      <a:pt x="30" y="159"/>
                    </a:lnTo>
                    <a:lnTo>
                      <a:pt x="20" y="169"/>
                    </a:lnTo>
                    <a:lnTo>
                      <a:pt x="14" y="183"/>
                    </a:lnTo>
                    <a:lnTo>
                      <a:pt x="7" y="194"/>
                    </a:lnTo>
                    <a:lnTo>
                      <a:pt x="0" y="207"/>
                    </a:lnTo>
                    <a:lnTo>
                      <a:pt x="7" y="211"/>
                    </a:lnTo>
                    <a:lnTo>
                      <a:pt x="14" y="200"/>
                    </a:lnTo>
                    <a:lnTo>
                      <a:pt x="20" y="187"/>
                    </a:lnTo>
                    <a:lnTo>
                      <a:pt x="27" y="173"/>
                    </a:lnTo>
                    <a:lnTo>
                      <a:pt x="34" y="162"/>
                    </a:lnTo>
                    <a:lnTo>
                      <a:pt x="44" y="149"/>
                    </a:lnTo>
                    <a:lnTo>
                      <a:pt x="47" y="135"/>
                    </a:lnTo>
                    <a:lnTo>
                      <a:pt x="57" y="124"/>
                    </a:lnTo>
                    <a:lnTo>
                      <a:pt x="64" y="110"/>
                    </a:lnTo>
                    <a:lnTo>
                      <a:pt x="70" y="97"/>
                    </a:lnTo>
                    <a:lnTo>
                      <a:pt x="77" y="86"/>
                    </a:lnTo>
                    <a:lnTo>
                      <a:pt x="84" y="72"/>
                    </a:lnTo>
                    <a:lnTo>
                      <a:pt x="94" y="62"/>
                    </a:lnTo>
                    <a:lnTo>
                      <a:pt x="100" y="48"/>
                    </a:lnTo>
                    <a:lnTo>
                      <a:pt x="107" y="34"/>
                    </a:lnTo>
                    <a:lnTo>
                      <a:pt x="117" y="24"/>
                    </a:lnTo>
                    <a:lnTo>
                      <a:pt x="124" y="10"/>
                    </a:lnTo>
                    <a:lnTo>
                      <a:pt x="117" y="10"/>
                    </a:lnTo>
                    <a:lnTo>
                      <a:pt x="124" y="6"/>
                    </a:lnTo>
                    <a:lnTo>
                      <a:pt x="120" y="0"/>
                    </a:lnTo>
                    <a:lnTo>
                      <a:pt x="117" y="6"/>
                    </a:lnTo>
                    <a:lnTo>
                      <a:pt x="124"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6" name="Google Shape;726;p3"/>
              <p:cNvSpPr/>
              <p:nvPr/>
            </p:nvSpPr>
            <p:spPr>
              <a:xfrm>
                <a:off x="806" y="3261"/>
                <a:ext cx="70" cy="25"/>
              </a:xfrm>
              <a:custGeom>
                <a:rect b="b" l="l" r="r" t="t"/>
                <a:pathLst>
                  <a:path extrusionOk="0" h="25" w="70">
                    <a:moveTo>
                      <a:pt x="70" y="21"/>
                    </a:moveTo>
                    <a:lnTo>
                      <a:pt x="60" y="18"/>
                    </a:lnTo>
                    <a:lnTo>
                      <a:pt x="40" y="18"/>
                    </a:lnTo>
                    <a:lnTo>
                      <a:pt x="30" y="21"/>
                    </a:lnTo>
                    <a:lnTo>
                      <a:pt x="20" y="18"/>
                    </a:lnTo>
                    <a:lnTo>
                      <a:pt x="13" y="14"/>
                    </a:lnTo>
                    <a:lnTo>
                      <a:pt x="10" y="11"/>
                    </a:lnTo>
                    <a:lnTo>
                      <a:pt x="7" y="0"/>
                    </a:lnTo>
                    <a:lnTo>
                      <a:pt x="0" y="4"/>
                    </a:lnTo>
                    <a:lnTo>
                      <a:pt x="3" y="14"/>
                    </a:lnTo>
                    <a:lnTo>
                      <a:pt x="10" y="21"/>
                    </a:lnTo>
                    <a:lnTo>
                      <a:pt x="20" y="25"/>
                    </a:lnTo>
                    <a:lnTo>
                      <a:pt x="70" y="25"/>
                    </a:lnTo>
                    <a:lnTo>
                      <a:pt x="70"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7" name="Google Shape;727;p3"/>
              <p:cNvSpPr/>
              <p:nvPr/>
            </p:nvSpPr>
            <p:spPr>
              <a:xfrm>
                <a:off x="876" y="3282"/>
                <a:ext cx="517" cy="14"/>
              </a:xfrm>
              <a:custGeom>
                <a:rect b="b" l="l" r="r" t="t"/>
                <a:pathLst>
                  <a:path extrusionOk="0" h="14" w="517">
                    <a:moveTo>
                      <a:pt x="513" y="4"/>
                    </a:moveTo>
                    <a:lnTo>
                      <a:pt x="517" y="4"/>
                    </a:lnTo>
                    <a:lnTo>
                      <a:pt x="63" y="4"/>
                    </a:lnTo>
                    <a:lnTo>
                      <a:pt x="47" y="0"/>
                    </a:lnTo>
                    <a:lnTo>
                      <a:pt x="0" y="0"/>
                    </a:lnTo>
                    <a:lnTo>
                      <a:pt x="0" y="4"/>
                    </a:lnTo>
                    <a:lnTo>
                      <a:pt x="13" y="7"/>
                    </a:lnTo>
                    <a:lnTo>
                      <a:pt x="80" y="7"/>
                    </a:lnTo>
                    <a:lnTo>
                      <a:pt x="97" y="11"/>
                    </a:lnTo>
                    <a:lnTo>
                      <a:pt x="190" y="11"/>
                    </a:lnTo>
                    <a:lnTo>
                      <a:pt x="207" y="14"/>
                    </a:lnTo>
                    <a:lnTo>
                      <a:pt x="387" y="14"/>
                    </a:lnTo>
                    <a:lnTo>
                      <a:pt x="403" y="11"/>
                    </a:lnTo>
                    <a:lnTo>
                      <a:pt x="500" y="11"/>
                    </a:lnTo>
                    <a:lnTo>
                      <a:pt x="517" y="7"/>
                    </a:lnTo>
                    <a:lnTo>
                      <a:pt x="513"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8" name="Google Shape;728;p3"/>
              <p:cNvSpPr/>
              <p:nvPr/>
            </p:nvSpPr>
            <p:spPr>
              <a:xfrm>
                <a:off x="1389" y="3275"/>
                <a:ext cx="40" cy="14"/>
              </a:xfrm>
              <a:custGeom>
                <a:rect b="b" l="l" r="r" t="t"/>
                <a:pathLst>
                  <a:path extrusionOk="0" h="14" w="40">
                    <a:moveTo>
                      <a:pt x="34" y="0"/>
                    </a:moveTo>
                    <a:lnTo>
                      <a:pt x="30" y="4"/>
                    </a:lnTo>
                    <a:lnTo>
                      <a:pt x="14" y="4"/>
                    </a:lnTo>
                    <a:lnTo>
                      <a:pt x="7" y="7"/>
                    </a:lnTo>
                    <a:lnTo>
                      <a:pt x="4" y="7"/>
                    </a:lnTo>
                    <a:lnTo>
                      <a:pt x="0" y="11"/>
                    </a:lnTo>
                    <a:lnTo>
                      <a:pt x="4" y="14"/>
                    </a:lnTo>
                    <a:lnTo>
                      <a:pt x="7" y="14"/>
                    </a:lnTo>
                    <a:lnTo>
                      <a:pt x="10" y="11"/>
                    </a:lnTo>
                    <a:lnTo>
                      <a:pt x="34" y="11"/>
                    </a:lnTo>
                    <a:lnTo>
                      <a:pt x="37" y="7"/>
                    </a:lnTo>
                    <a:lnTo>
                      <a:pt x="40" y="7"/>
                    </a:lnTo>
                    <a:lnTo>
                      <a:pt x="37" y="7"/>
                    </a:lnTo>
                    <a:lnTo>
                      <a:pt x="40" y="7"/>
                    </a:lnTo>
                    <a:lnTo>
                      <a:pt x="3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9" name="Google Shape;729;p3"/>
              <p:cNvSpPr/>
              <p:nvPr/>
            </p:nvSpPr>
            <p:spPr>
              <a:xfrm>
                <a:off x="1423" y="3047"/>
                <a:ext cx="170" cy="235"/>
              </a:xfrm>
              <a:custGeom>
                <a:rect b="b" l="l" r="r" t="t"/>
                <a:pathLst>
                  <a:path extrusionOk="0" h="235" w="170">
                    <a:moveTo>
                      <a:pt x="170" y="3"/>
                    </a:moveTo>
                    <a:lnTo>
                      <a:pt x="163" y="0"/>
                    </a:lnTo>
                    <a:lnTo>
                      <a:pt x="153" y="14"/>
                    </a:lnTo>
                    <a:lnTo>
                      <a:pt x="143" y="31"/>
                    </a:lnTo>
                    <a:lnTo>
                      <a:pt x="133" y="45"/>
                    </a:lnTo>
                    <a:lnTo>
                      <a:pt x="123" y="59"/>
                    </a:lnTo>
                    <a:lnTo>
                      <a:pt x="113" y="72"/>
                    </a:lnTo>
                    <a:lnTo>
                      <a:pt x="103" y="86"/>
                    </a:lnTo>
                    <a:lnTo>
                      <a:pt x="93" y="104"/>
                    </a:lnTo>
                    <a:lnTo>
                      <a:pt x="83" y="117"/>
                    </a:lnTo>
                    <a:lnTo>
                      <a:pt x="73" y="131"/>
                    </a:lnTo>
                    <a:lnTo>
                      <a:pt x="66" y="145"/>
                    </a:lnTo>
                    <a:lnTo>
                      <a:pt x="53" y="162"/>
                    </a:lnTo>
                    <a:lnTo>
                      <a:pt x="46" y="173"/>
                    </a:lnTo>
                    <a:lnTo>
                      <a:pt x="33" y="187"/>
                    </a:lnTo>
                    <a:lnTo>
                      <a:pt x="23" y="201"/>
                    </a:lnTo>
                    <a:lnTo>
                      <a:pt x="10" y="218"/>
                    </a:lnTo>
                    <a:lnTo>
                      <a:pt x="0" y="228"/>
                    </a:lnTo>
                    <a:lnTo>
                      <a:pt x="6" y="235"/>
                    </a:lnTo>
                    <a:lnTo>
                      <a:pt x="16" y="221"/>
                    </a:lnTo>
                    <a:lnTo>
                      <a:pt x="30" y="208"/>
                    </a:lnTo>
                    <a:lnTo>
                      <a:pt x="40" y="194"/>
                    </a:lnTo>
                    <a:lnTo>
                      <a:pt x="50" y="180"/>
                    </a:lnTo>
                    <a:lnTo>
                      <a:pt x="60" y="166"/>
                    </a:lnTo>
                    <a:lnTo>
                      <a:pt x="70" y="149"/>
                    </a:lnTo>
                    <a:lnTo>
                      <a:pt x="80" y="135"/>
                    </a:lnTo>
                    <a:lnTo>
                      <a:pt x="90" y="121"/>
                    </a:lnTo>
                    <a:lnTo>
                      <a:pt x="100" y="107"/>
                    </a:lnTo>
                    <a:lnTo>
                      <a:pt x="110" y="90"/>
                    </a:lnTo>
                    <a:lnTo>
                      <a:pt x="120" y="76"/>
                    </a:lnTo>
                    <a:lnTo>
                      <a:pt x="126" y="62"/>
                    </a:lnTo>
                    <a:lnTo>
                      <a:pt x="140" y="48"/>
                    </a:lnTo>
                    <a:lnTo>
                      <a:pt x="146" y="34"/>
                    </a:lnTo>
                    <a:lnTo>
                      <a:pt x="156" y="20"/>
                    </a:lnTo>
                    <a:lnTo>
                      <a:pt x="170" y="7"/>
                    </a:lnTo>
                    <a:lnTo>
                      <a:pt x="163" y="0"/>
                    </a:lnTo>
                    <a:lnTo>
                      <a:pt x="17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0" name="Google Shape;730;p3"/>
              <p:cNvSpPr/>
              <p:nvPr/>
            </p:nvSpPr>
            <p:spPr>
              <a:xfrm>
                <a:off x="1489" y="3047"/>
                <a:ext cx="104" cy="194"/>
              </a:xfrm>
              <a:custGeom>
                <a:rect b="b" l="l" r="r" t="t"/>
                <a:pathLst>
                  <a:path extrusionOk="0" h="194" w="104">
                    <a:moveTo>
                      <a:pt x="4" y="194"/>
                    </a:moveTo>
                    <a:lnTo>
                      <a:pt x="10" y="180"/>
                    </a:lnTo>
                    <a:lnTo>
                      <a:pt x="17" y="169"/>
                    </a:lnTo>
                    <a:lnTo>
                      <a:pt x="20" y="159"/>
                    </a:lnTo>
                    <a:lnTo>
                      <a:pt x="27" y="145"/>
                    </a:lnTo>
                    <a:lnTo>
                      <a:pt x="34" y="135"/>
                    </a:lnTo>
                    <a:lnTo>
                      <a:pt x="37" y="121"/>
                    </a:lnTo>
                    <a:lnTo>
                      <a:pt x="44" y="111"/>
                    </a:lnTo>
                    <a:lnTo>
                      <a:pt x="50" y="100"/>
                    </a:lnTo>
                    <a:lnTo>
                      <a:pt x="57" y="86"/>
                    </a:lnTo>
                    <a:lnTo>
                      <a:pt x="64" y="76"/>
                    </a:lnTo>
                    <a:lnTo>
                      <a:pt x="70" y="65"/>
                    </a:lnTo>
                    <a:lnTo>
                      <a:pt x="77" y="52"/>
                    </a:lnTo>
                    <a:lnTo>
                      <a:pt x="84" y="41"/>
                    </a:lnTo>
                    <a:lnTo>
                      <a:pt x="90" y="27"/>
                    </a:lnTo>
                    <a:lnTo>
                      <a:pt x="97" y="17"/>
                    </a:lnTo>
                    <a:lnTo>
                      <a:pt x="104" y="3"/>
                    </a:lnTo>
                    <a:lnTo>
                      <a:pt x="97" y="0"/>
                    </a:lnTo>
                    <a:lnTo>
                      <a:pt x="90" y="14"/>
                    </a:lnTo>
                    <a:lnTo>
                      <a:pt x="84" y="24"/>
                    </a:lnTo>
                    <a:lnTo>
                      <a:pt x="77" y="38"/>
                    </a:lnTo>
                    <a:lnTo>
                      <a:pt x="70" y="48"/>
                    </a:lnTo>
                    <a:lnTo>
                      <a:pt x="64" y="62"/>
                    </a:lnTo>
                    <a:lnTo>
                      <a:pt x="57" y="72"/>
                    </a:lnTo>
                    <a:lnTo>
                      <a:pt x="50" y="83"/>
                    </a:lnTo>
                    <a:lnTo>
                      <a:pt x="44" y="97"/>
                    </a:lnTo>
                    <a:lnTo>
                      <a:pt x="37" y="107"/>
                    </a:lnTo>
                    <a:lnTo>
                      <a:pt x="34" y="117"/>
                    </a:lnTo>
                    <a:lnTo>
                      <a:pt x="27" y="131"/>
                    </a:lnTo>
                    <a:lnTo>
                      <a:pt x="20" y="142"/>
                    </a:lnTo>
                    <a:lnTo>
                      <a:pt x="14" y="152"/>
                    </a:lnTo>
                    <a:lnTo>
                      <a:pt x="10" y="166"/>
                    </a:lnTo>
                    <a:lnTo>
                      <a:pt x="4" y="180"/>
                    </a:lnTo>
                    <a:lnTo>
                      <a:pt x="0" y="190"/>
                    </a:lnTo>
                    <a:lnTo>
                      <a:pt x="0" y="194"/>
                    </a:lnTo>
                    <a:lnTo>
                      <a:pt x="4" y="19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1" name="Google Shape;731;p3"/>
              <p:cNvSpPr/>
              <p:nvPr/>
            </p:nvSpPr>
            <p:spPr>
              <a:xfrm>
                <a:off x="1486" y="3241"/>
                <a:ext cx="20" cy="41"/>
              </a:xfrm>
              <a:custGeom>
                <a:rect b="b" l="l" r="r" t="t"/>
                <a:pathLst>
                  <a:path extrusionOk="0" h="41" w="20">
                    <a:moveTo>
                      <a:pt x="20" y="41"/>
                    </a:moveTo>
                    <a:lnTo>
                      <a:pt x="20" y="27"/>
                    </a:lnTo>
                    <a:lnTo>
                      <a:pt x="17" y="20"/>
                    </a:lnTo>
                    <a:lnTo>
                      <a:pt x="10" y="14"/>
                    </a:lnTo>
                    <a:lnTo>
                      <a:pt x="7" y="7"/>
                    </a:lnTo>
                    <a:lnTo>
                      <a:pt x="7" y="0"/>
                    </a:lnTo>
                    <a:lnTo>
                      <a:pt x="3" y="0"/>
                    </a:lnTo>
                    <a:lnTo>
                      <a:pt x="0" y="7"/>
                    </a:lnTo>
                    <a:lnTo>
                      <a:pt x="3" y="10"/>
                    </a:lnTo>
                    <a:lnTo>
                      <a:pt x="3" y="17"/>
                    </a:lnTo>
                    <a:lnTo>
                      <a:pt x="13" y="27"/>
                    </a:lnTo>
                    <a:lnTo>
                      <a:pt x="13" y="38"/>
                    </a:lnTo>
                    <a:lnTo>
                      <a:pt x="20" y="41"/>
                    </a:lnTo>
                    <a:lnTo>
                      <a:pt x="20" y="38"/>
                    </a:lnTo>
                    <a:lnTo>
                      <a:pt x="20" y="4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2" name="Google Shape;732;p3"/>
              <p:cNvSpPr/>
              <p:nvPr/>
            </p:nvSpPr>
            <p:spPr>
              <a:xfrm>
                <a:off x="1496" y="3279"/>
                <a:ext cx="23" cy="34"/>
              </a:xfrm>
              <a:custGeom>
                <a:rect b="b" l="l" r="r" t="t"/>
                <a:pathLst>
                  <a:path extrusionOk="0" h="34" w="23">
                    <a:moveTo>
                      <a:pt x="20" y="28"/>
                    </a:moveTo>
                    <a:lnTo>
                      <a:pt x="23" y="28"/>
                    </a:lnTo>
                    <a:lnTo>
                      <a:pt x="20" y="28"/>
                    </a:lnTo>
                    <a:lnTo>
                      <a:pt x="10" y="17"/>
                    </a:lnTo>
                    <a:lnTo>
                      <a:pt x="10" y="3"/>
                    </a:lnTo>
                    <a:lnTo>
                      <a:pt x="3" y="0"/>
                    </a:lnTo>
                    <a:lnTo>
                      <a:pt x="3" y="3"/>
                    </a:lnTo>
                    <a:lnTo>
                      <a:pt x="0" y="10"/>
                    </a:lnTo>
                    <a:lnTo>
                      <a:pt x="3" y="14"/>
                    </a:lnTo>
                    <a:lnTo>
                      <a:pt x="3" y="21"/>
                    </a:lnTo>
                    <a:lnTo>
                      <a:pt x="13" y="31"/>
                    </a:lnTo>
                    <a:lnTo>
                      <a:pt x="20" y="34"/>
                    </a:lnTo>
                    <a:lnTo>
                      <a:pt x="20"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3" name="Google Shape;733;p3"/>
              <p:cNvSpPr/>
              <p:nvPr/>
            </p:nvSpPr>
            <p:spPr>
              <a:xfrm>
                <a:off x="1516" y="3307"/>
                <a:ext cx="320" cy="17"/>
              </a:xfrm>
              <a:custGeom>
                <a:rect b="b" l="l" r="r" t="t"/>
                <a:pathLst>
                  <a:path extrusionOk="0" h="17" w="320">
                    <a:moveTo>
                      <a:pt x="320" y="6"/>
                    </a:moveTo>
                    <a:lnTo>
                      <a:pt x="60" y="6"/>
                    </a:lnTo>
                    <a:lnTo>
                      <a:pt x="40" y="3"/>
                    </a:lnTo>
                    <a:lnTo>
                      <a:pt x="20" y="3"/>
                    </a:lnTo>
                    <a:lnTo>
                      <a:pt x="0" y="0"/>
                    </a:lnTo>
                    <a:lnTo>
                      <a:pt x="0" y="6"/>
                    </a:lnTo>
                    <a:lnTo>
                      <a:pt x="20" y="10"/>
                    </a:lnTo>
                    <a:lnTo>
                      <a:pt x="40" y="10"/>
                    </a:lnTo>
                    <a:lnTo>
                      <a:pt x="60" y="13"/>
                    </a:lnTo>
                    <a:lnTo>
                      <a:pt x="120" y="13"/>
                    </a:lnTo>
                    <a:lnTo>
                      <a:pt x="140" y="17"/>
                    </a:lnTo>
                    <a:lnTo>
                      <a:pt x="280" y="17"/>
                    </a:lnTo>
                    <a:lnTo>
                      <a:pt x="300" y="13"/>
                    </a:lnTo>
                    <a:lnTo>
                      <a:pt x="320" y="13"/>
                    </a:lnTo>
                    <a:lnTo>
                      <a:pt x="320"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4" name="Google Shape;734;p3"/>
              <p:cNvSpPr/>
              <p:nvPr/>
            </p:nvSpPr>
            <p:spPr>
              <a:xfrm>
                <a:off x="1836" y="3296"/>
                <a:ext cx="40" cy="24"/>
              </a:xfrm>
              <a:custGeom>
                <a:rect b="b" l="l" r="r" t="t"/>
                <a:pathLst>
                  <a:path extrusionOk="0" h="24" w="40">
                    <a:moveTo>
                      <a:pt x="33" y="0"/>
                    </a:moveTo>
                    <a:lnTo>
                      <a:pt x="20" y="14"/>
                    </a:lnTo>
                    <a:lnTo>
                      <a:pt x="13" y="14"/>
                    </a:lnTo>
                    <a:lnTo>
                      <a:pt x="10" y="17"/>
                    </a:lnTo>
                    <a:lnTo>
                      <a:pt x="0" y="17"/>
                    </a:lnTo>
                    <a:lnTo>
                      <a:pt x="0" y="24"/>
                    </a:lnTo>
                    <a:lnTo>
                      <a:pt x="10" y="24"/>
                    </a:lnTo>
                    <a:lnTo>
                      <a:pt x="17" y="21"/>
                    </a:lnTo>
                    <a:lnTo>
                      <a:pt x="20" y="21"/>
                    </a:lnTo>
                    <a:lnTo>
                      <a:pt x="27" y="17"/>
                    </a:lnTo>
                    <a:lnTo>
                      <a:pt x="40" y="4"/>
                    </a:lnTo>
                    <a:lnTo>
                      <a:pt x="3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5" name="Google Shape;735;p3"/>
              <p:cNvSpPr/>
              <p:nvPr/>
            </p:nvSpPr>
            <p:spPr>
              <a:xfrm>
                <a:off x="1869" y="3022"/>
                <a:ext cx="117" cy="278"/>
              </a:xfrm>
              <a:custGeom>
                <a:rect b="b" l="l" r="r" t="t"/>
                <a:pathLst>
                  <a:path extrusionOk="0" h="278" w="117">
                    <a:moveTo>
                      <a:pt x="114" y="0"/>
                    </a:moveTo>
                    <a:lnTo>
                      <a:pt x="110" y="4"/>
                    </a:lnTo>
                    <a:lnTo>
                      <a:pt x="104" y="18"/>
                    </a:lnTo>
                    <a:lnTo>
                      <a:pt x="97" y="35"/>
                    </a:lnTo>
                    <a:lnTo>
                      <a:pt x="90" y="52"/>
                    </a:lnTo>
                    <a:lnTo>
                      <a:pt x="84" y="70"/>
                    </a:lnTo>
                    <a:lnTo>
                      <a:pt x="77" y="87"/>
                    </a:lnTo>
                    <a:lnTo>
                      <a:pt x="70" y="104"/>
                    </a:lnTo>
                    <a:lnTo>
                      <a:pt x="64" y="122"/>
                    </a:lnTo>
                    <a:lnTo>
                      <a:pt x="57" y="139"/>
                    </a:lnTo>
                    <a:lnTo>
                      <a:pt x="47" y="156"/>
                    </a:lnTo>
                    <a:lnTo>
                      <a:pt x="44" y="170"/>
                    </a:lnTo>
                    <a:lnTo>
                      <a:pt x="34" y="187"/>
                    </a:lnTo>
                    <a:lnTo>
                      <a:pt x="27" y="205"/>
                    </a:lnTo>
                    <a:lnTo>
                      <a:pt x="20" y="222"/>
                    </a:lnTo>
                    <a:lnTo>
                      <a:pt x="14" y="239"/>
                    </a:lnTo>
                    <a:lnTo>
                      <a:pt x="7" y="257"/>
                    </a:lnTo>
                    <a:lnTo>
                      <a:pt x="0" y="274"/>
                    </a:lnTo>
                    <a:lnTo>
                      <a:pt x="7" y="278"/>
                    </a:lnTo>
                    <a:lnTo>
                      <a:pt x="14" y="260"/>
                    </a:lnTo>
                    <a:lnTo>
                      <a:pt x="20" y="243"/>
                    </a:lnTo>
                    <a:lnTo>
                      <a:pt x="27" y="226"/>
                    </a:lnTo>
                    <a:lnTo>
                      <a:pt x="34" y="208"/>
                    </a:lnTo>
                    <a:lnTo>
                      <a:pt x="40" y="191"/>
                    </a:lnTo>
                    <a:lnTo>
                      <a:pt x="47" y="174"/>
                    </a:lnTo>
                    <a:lnTo>
                      <a:pt x="57" y="156"/>
                    </a:lnTo>
                    <a:lnTo>
                      <a:pt x="60" y="139"/>
                    </a:lnTo>
                    <a:lnTo>
                      <a:pt x="70" y="125"/>
                    </a:lnTo>
                    <a:lnTo>
                      <a:pt x="77" y="108"/>
                    </a:lnTo>
                    <a:lnTo>
                      <a:pt x="84" y="90"/>
                    </a:lnTo>
                    <a:lnTo>
                      <a:pt x="90" y="73"/>
                    </a:lnTo>
                    <a:lnTo>
                      <a:pt x="97" y="56"/>
                    </a:lnTo>
                    <a:lnTo>
                      <a:pt x="104" y="39"/>
                    </a:lnTo>
                    <a:lnTo>
                      <a:pt x="110" y="21"/>
                    </a:lnTo>
                    <a:lnTo>
                      <a:pt x="117" y="4"/>
                    </a:lnTo>
                    <a:lnTo>
                      <a:pt x="117" y="7"/>
                    </a:lnTo>
                    <a:lnTo>
                      <a:pt x="114" y="0"/>
                    </a:lnTo>
                    <a:lnTo>
                      <a:pt x="110" y="4"/>
                    </a:lnTo>
                    <a:lnTo>
                      <a:pt x="11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6" name="Google Shape;736;p3"/>
              <p:cNvSpPr/>
              <p:nvPr/>
            </p:nvSpPr>
            <p:spPr>
              <a:xfrm>
                <a:off x="1983" y="3015"/>
                <a:ext cx="23" cy="14"/>
              </a:xfrm>
              <a:custGeom>
                <a:rect b="b" l="l" r="r" t="t"/>
                <a:pathLst>
                  <a:path extrusionOk="0" h="14" w="23">
                    <a:moveTo>
                      <a:pt x="20" y="4"/>
                    </a:moveTo>
                    <a:lnTo>
                      <a:pt x="20" y="0"/>
                    </a:lnTo>
                    <a:lnTo>
                      <a:pt x="10" y="0"/>
                    </a:lnTo>
                    <a:lnTo>
                      <a:pt x="6" y="4"/>
                    </a:lnTo>
                    <a:lnTo>
                      <a:pt x="3" y="4"/>
                    </a:lnTo>
                    <a:lnTo>
                      <a:pt x="3" y="7"/>
                    </a:lnTo>
                    <a:lnTo>
                      <a:pt x="0" y="7"/>
                    </a:lnTo>
                    <a:lnTo>
                      <a:pt x="3" y="14"/>
                    </a:lnTo>
                    <a:lnTo>
                      <a:pt x="6" y="11"/>
                    </a:lnTo>
                    <a:lnTo>
                      <a:pt x="10" y="11"/>
                    </a:lnTo>
                    <a:lnTo>
                      <a:pt x="10" y="7"/>
                    </a:lnTo>
                    <a:lnTo>
                      <a:pt x="20" y="7"/>
                    </a:lnTo>
                    <a:lnTo>
                      <a:pt x="16" y="4"/>
                    </a:lnTo>
                    <a:lnTo>
                      <a:pt x="20" y="4"/>
                    </a:lnTo>
                    <a:lnTo>
                      <a:pt x="23" y="0"/>
                    </a:lnTo>
                    <a:lnTo>
                      <a:pt x="20" y="0"/>
                    </a:lnTo>
                    <a:lnTo>
                      <a:pt x="2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7" name="Google Shape;737;p3"/>
              <p:cNvSpPr/>
              <p:nvPr/>
            </p:nvSpPr>
            <p:spPr>
              <a:xfrm>
                <a:off x="1606" y="3033"/>
                <a:ext cx="67" cy="86"/>
              </a:xfrm>
              <a:custGeom>
                <a:rect b="b" l="l" r="r" t="t"/>
                <a:pathLst>
                  <a:path extrusionOk="0" h="86" w="67">
                    <a:moveTo>
                      <a:pt x="57" y="59"/>
                    </a:moveTo>
                    <a:lnTo>
                      <a:pt x="67" y="59"/>
                    </a:lnTo>
                    <a:lnTo>
                      <a:pt x="67" y="66"/>
                    </a:lnTo>
                    <a:lnTo>
                      <a:pt x="60" y="73"/>
                    </a:lnTo>
                    <a:lnTo>
                      <a:pt x="57" y="79"/>
                    </a:lnTo>
                    <a:lnTo>
                      <a:pt x="53" y="86"/>
                    </a:lnTo>
                    <a:lnTo>
                      <a:pt x="47" y="86"/>
                    </a:lnTo>
                    <a:lnTo>
                      <a:pt x="40" y="83"/>
                    </a:lnTo>
                    <a:lnTo>
                      <a:pt x="0" y="83"/>
                    </a:lnTo>
                    <a:lnTo>
                      <a:pt x="43" y="0"/>
                    </a:lnTo>
                    <a:lnTo>
                      <a:pt x="43" y="41"/>
                    </a:lnTo>
                    <a:lnTo>
                      <a:pt x="47" y="45"/>
                    </a:lnTo>
                    <a:lnTo>
                      <a:pt x="50" y="52"/>
                    </a:lnTo>
                    <a:lnTo>
                      <a:pt x="57" y="59"/>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8" name="Google Shape;738;p3"/>
              <p:cNvSpPr/>
              <p:nvPr/>
            </p:nvSpPr>
            <p:spPr>
              <a:xfrm>
                <a:off x="1663" y="3088"/>
                <a:ext cx="16" cy="7"/>
              </a:xfrm>
              <a:custGeom>
                <a:rect b="b" l="l" r="r" t="t"/>
                <a:pathLst>
                  <a:path extrusionOk="0" h="7" w="16">
                    <a:moveTo>
                      <a:pt x="13" y="4"/>
                    </a:moveTo>
                    <a:lnTo>
                      <a:pt x="10" y="0"/>
                    </a:lnTo>
                    <a:lnTo>
                      <a:pt x="0" y="0"/>
                    </a:lnTo>
                    <a:lnTo>
                      <a:pt x="0" y="7"/>
                    </a:lnTo>
                    <a:lnTo>
                      <a:pt x="10" y="7"/>
                    </a:lnTo>
                    <a:lnTo>
                      <a:pt x="6" y="4"/>
                    </a:lnTo>
                    <a:lnTo>
                      <a:pt x="13" y="4"/>
                    </a:lnTo>
                    <a:lnTo>
                      <a:pt x="16" y="0"/>
                    </a:lnTo>
                    <a:lnTo>
                      <a:pt x="10" y="0"/>
                    </a:lnTo>
                    <a:lnTo>
                      <a:pt x="13"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9" name="Google Shape;739;p3"/>
              <p:cNvSpPr/>
              <p:nvPr/>
            </p:nvSpPr>
            <p:spPr>
              <a:xfrm>
                <a:off x="1656" y="3092"/>
                <a:ext cx="20" cy="31"/>
              </a:xfrm>
              <a:custGeom>
                <a:rect b="b" l="l" r="r" t="t"/>
                <a:pathLst>
                  <a:path extrusionOk="0" h="31" w="20">
                    <a:moveTo>
                      <a:pt x="3" y="31"/>
                    </a:moveTo>
                    <a:lnTo>
                      <a:pt x="10" y="24"/>
                    </a:lnTo>
                    <a:lnTo>
                      <a:pt x="13" y="17"/>
                    </a:lnTo>
                    <a:lnTo>
                      <a:pt x="17" y="7"/>
                    </a:lnTo>
                    <a:lnTo>
                      <a:pt x="20" y="0"/>
                    </a:lnTo>
                    <a:lnTo>
                      <a:pt x="13" y="0"/>
                    </a:lnTo>
                    <a:lnTo>
                      <a:pt x="13" y="7"/>
                    </a:lnTo>
                    <a:lnTo>
                      <a:pt x="7" y="14"/>
                    </a:lnTo>
                    <a:lnTo>
                      <a:pt x="3" y="20"/>
                    </a:lnTo>
                    <a:lnTo>
                      <a:pt x="0" y="24"/>
                    </a:lnTo>
                    <a:lnTo>
                      <a:pt x="3" y="24"/>
                    </a:lnTo>
                    <a:lnTo>
                      <a:pt x="3" y="31"/>
                    </a:lnTo>
                    <a:lnTo>
                      <a:pt x="7" y="27"/>
                    </a:lnTo>
                    <a:lnTo>
                      <a:pt x="3"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0" name="Google Shape;740;p3"/>
              <p:cNvSpPr/>
              <p:nvPr/>
            </p:nvSpPr>
            <p:spPr>
              <a:xfrm>
                <a:off x="1603" y="3116"/>
                <a:ext cx="56" cy="7"/>
              </a:xfrm>
              <a:custGeom>
                <a:rect b="b" l="l" r="r" t="t"/>
                <a:pathLst>
                  <a:path extrusionOk="0" h="7" w="56">
                    <a:moveTo>
                      <a:pt x="0" y="0"/>
                    </a:moveTo>
                    <a:lnTo>
                      <a:pt x="3" y="7"/>
                    </a:lnTo>
                    <a:lnTo>
                      <a:pt x="56" y="7"/>
                    </a:lnTo>
                    <a:lnTo>
                      <a:pt x="56" y="0"/>
                    </a:lnTo>
                    <a:lnTo>
                      <a:pt x="3" y="0"/>
                    </a:lnTo>
                    <a:lnTo>
                      <a:pt x="6" y="3"/>
                    </a:lnTo>
                    <a:lnTo>
                      <a:pt x="0" y="0"/>
                    </a:lnTo>
                    <a:lnTo>
                      <a:pt x="0" y="7"/>
                    </a:lnTo>
                    <a:lnTo>
                      <a:pt x="3" y="7"/>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1" name="Google Shape;741;p3"/>
              <p:cNvSpPr/>
              <p:nvPr/>
            </p:nvSpPr>
            <p:spPr>
              <a:xfrm>
                <a:off x="1603" y="3019"/>
                <a:ext cx="50" cy="100"/>
              </a:xfrm>
              <a:custGeom>
                <a:rect b="b" l="l" r="r" t="t"/>
                <a:pathLst>
                  <a:path extrusionOk="0" h="100" w="50">
                    <a:moveTo>
                      <a:pt x="50" y="14"/>
                    </a:moveTo>
                    <a:lnTo>
                      <a:pt x="43" y="14"/>
                    </a:lnTo>
                    <a:lnTo>
                      <a:pt x="0" y="97"/>
                    </a:lnTo>
                    <a:lnTo>
                      <a:pt x="6" y="100"/>
                    </a:lnTo>
                    <a:lnTo>
                      <a:pt x="50" y="17"/>
                    </a:lnTo>
                    <a:lnTo>
                      <a:pt x="43" y="14"/>
                    </a:lnTo>
                    <a:lnTo>
                      <a:pt x="50" y="14"/>
                    </a:lnTo>
                    <a:lnTo>
                      <a:pt x="50" y="0"/>
                    </a:lnTo>
                    <a:lnTo>
                      <a:pt x="43" y="14"/>
                    </a:lnTo>
                    <a:lnTo>
                      <a:pt x="5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2" name="Google Shape;742;p3"/>
              <p:cNvSpPr/>
              <p:nvPr/>
            </p:nvSpPr>
            <p:spPr>
              <a:xfrm>
                <a:off x="1646" y="3033"/>
                <a:ext cx="20" cy="62"/>
              </a:xfrm>
              <a:custGeom>
                <a:rect b="b" l="l" r="r" t="t"/>
                <a:pathLst>
                  <a:path extrusionOk="0" h="62" w="20">
                    <a:moveTo>
                      <a:pt x="17" y="55"/>
                    </a:moveTo>
                    <a:lnTo>
                      <a:pt x="20" y="55"/>
                    </a:lnTo>
                    <a:lnTo>
                      <a:pt x="10" y="45"/>
                    </a:lnTo>
                    <a:lnTo>
                      <a:pt x="7" y="38"/>
                    </a:lnTo>
                    <a:lnTo>
                      <a:pt x="7" y="0"/>
                    </a:lnTo>
                    <a:lnTo>
                      <a:pt x="0" y="0"/>
                    </a:lnTo>
                    <a:lnTo>
                      <a:pt x="0" y="41"/>
                    </a:lnTo>
                    <a:lnTo>
                      <a:pt x="3" y="48"/>
                    </a:lnTo>
                    <a:lnTo>
                      <a:pt x="7" y="55"/>
                    </a:lnTo>
                    <a:lnTo>
                      <a:pt x="17" y="59"/>
                    </a:lnTo>
                    <a:lnTo>
                      <a:pt x="17" y="62"/>
                    </a:lnTo>
                    <a:lnTo>
                      <a:pt x="17" y="59"/>
                    </a:lnTo>
                    <a:lnTo>
                      <a:pt x="17" y="62"/>
                    </a:lnTo>
                    <a:lnTo>
                      <a:pt x="17" y="5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3" name="Google Shape;743;p3"/>
              <p:cNvSpPr/>
              <p:nvPr/>
            </p:nvSpPr>
            <p:spPr>
              <a:xfrm>
                <a:off x="1829" y="3054"/>
                <a:ext cx="44" cy="7"/>
              </a:xfrm>
              <a:custGeom>
                <a:rect b="b" l="l" r="r" t="t"/>
                <a:pathLst>
                  <a:path extrusionOk="0" h="7" w="44">
                    <a:moveTo>
                      <a:pt x="44" y="3"/>
                    </a:moveTo>
                    <a:lnTo>
                      <a:pt x="40" y="3"/>
                    </a:lnTo>
                    <a:lnTo>
                      <a:pt x="40" y="7"/>
                    </a:lnTo>
                    <a:lnTo>
                      <a:pt x="0" y="7"/>
                    </a:lnTo>
                    <a:lnTo>
                      <a:pt x="4" y="3"/>
                    </a:lnTo>
                    <a:lnTo>
                      <a:pt x="10" y="3"/>
                    </a:lnTo>
                    <a:lnTo>
                      <a:pt x="14" y="0"/>
                    </a:lnTo>
                    <a:lnTo>
                      <a:pt x="20" y="0"/>
                    </a:lnTo>
                    <a:lnTo>
                      <a:pt x="27" y="3"/>
                    </a:lnTo>
                    <a:lnTo>
                      <a:pt x="44" y="3"/>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4" name="Google Shape;744;p3"/>
              <p:cNvSpPr/>
              <p:nvPr/>
            </p:nvSpPr>
            <p:spPr>
              <a:xfrm>
                <a:off x="1866" y="3054"/>
                <a:ext cx="10" cy="10"/>
              </a:xfrm>
              <a:custGeom>
                <a:rect b="b" l="l" r="r" t="t"/>
                <a:pathLst>
                  <a:path extrusionOk="0" h="10" w="10">
                    <a:moveTo>
                      <a:pt x="3" y="10"/>
                    </a:moveTo>
                    <a:lnTo>
                      <a:pt x="7" y="10"/>
                    </a:lnTo>
                    <a:lnTo>
                      <a:pt x="7" y="7"/>
                    </a:lnTo>
                    <a:lnTo>
                      <a:pt x="10" y="3"/>
                    </a:lnTo>
                    <a:lnTo>
                      <a:pt x="10" y="0"/>
                    </a:lnTo>
                    <a:lnTo>
                      <a:pt x="3" y="3"/>
                    </a:lnTo>
                    <a:lnTo>
                      <a:pt x="0" y="3"/>
                    </a:lnTo>
                    <a:lnTo>
                      <a:pt x="3" y="3"/>
                    </a:lnTo>
                    <a:lnTo>
                      <a:pt x="3"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5" name="Google Shape;745;p3"/>
              <p:cNvSpPr/>
              <p:nvPr/>
            </p:nvSpPr>
            <p:spPr>
              <a:xfrm>
                <a:off x="1819" y="3057"/>
                <a:ext cx="50" cy="7"/>
              </a:xfrm>
              <a:custGeom>
                <a:rect b="b" l="l" r="r" t="t"/>
                <a:pathLst>
                  <a:path extrusionOk="0" h="7" w="50">
                    <a:moveTo>
                      <a:pt x="7" y="0"/>
                    </a:moveTo>
                    <a:lnTo>
                      <a:pt x="10" y="7"/>
                    </a:lnTo>
                    <a:lnTo>
                      <a:pt x="50" y="7"/>
                    </a:lnTo>
                    <a:lnTo>
                      <a:pt x="50" y="0"/>
                    </a:lnTo>
                    <a:lnTo>
                      <a:pt x="10" y="0"/>
                    </a:lnTo>
                    <a:lnTo>
                      <a:pt x="14" y="7"/>
                    </a:lnTo>
                    <a:lnTo>
                      <a:pt x="7" y="0"/>
                    </a:lnTo>
                    <a:lnTo>
                      <a:pt x="0" y="7"/>
                    </a:lnTo>
                    <a:lnTo>
                      <a:pt x="10" y="7"/>
                    </a:lnTo>
                    <a:lnTo>
                      <a:pt x="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6" name="Google Shape;746;p3"/>
              <p:cNvSpPr/>
              <p:nvPr/>
            </p:nvSpPr>
            <p:spPr>
              <a:xfrm>
                <a:off x="1826" y="3050"/>
                <a:ext cx="50" cy="14"/>
              </a:xfrm>
              <a:custGeom>
                <a:rect b="b" l="l" r="r" t="t"/>
                <a:pathLst>
                  <a:path extrusionOk="0" h="14" w="50">
                    <a:moveTo>
                      <a:pt x="50" y="4"/>
                    </a:moveTo>
                    <a:lnTo>
                      <a:pt x="30" y="4"/>
                    </a:lnTo>
                    <a:lnTo>
                      <a:pt x="23" y="0"/>
                    </a:lnTo>
                    <a:lnTo>
                      <a:pt x="17" y="0"/>
                    </a:lnTo>
                    <a:lnTo>
                      <a:pt x="13" y="4"/>
                    </a:lnTo>
                    <a:lnTo>
                      <a:pt x="7" y="4"/>
                    </a:lnTo>
                    <a:lnTo>
                      <a:pt x="0" y="7"/>
                    </a:lnTo>
                    <a:lnTo>
                      <a:pt x="7" y="14"/>
                    </a:lnTo>
                    <a:lnTo>
                      <a:pt x="13" y="7"/>
                    </a:lnTo>
                    <a:lnTo>
                      <a:pt x="30" y="7"/>
                    </a:lnTo>
                    <a:lnTo>
                      <a:pt x="33" y="11"/>
                    </a:lnTo>
                    <a:lnTo>
                      <a:pt x="40" y="11"/>
                    </a:lnTo>
                    <a:lnTo>
                      <a:pt x="47" y="7"/>
                    </a:lnTo>
                    <a:lnTo>
                      <a:pt x="43" y="7"/>
                    </a:lnTo>
                    <a:lnTo>
                      <a:pt x="50" y="4"/>
                    </a:lnTo>
                    <a:lnTo>
                      <a:pt x="50" y="0"/>
                    </a:lnTo>
                    <a:lnTo>
                      <a:pt x="47" y="4"/>
                    </a:lnTo>
                    <a:lnTo>
                      <a:pt x="5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747" name="Google Shape;747;p3"/>
            <p:cNvSpPr/>
            <p:nvPr/>
          </p:nvSpPr>
          <p:spPr>
            <a:xfrm>
              <a:off x="4260" y="3476"/>
              <a:ext cx="60" cy="41"/>
            </a:xfrm>
            <a:custGeom>
              <a:rect b="b" l="l" r="r" t="t"/>
              <a:pathLst>
                <a:path extrusionOk="0" h="41" w="60">
                  <a:moveTo>
                    <a:pt x="60" y="0"/>
                  </a:moveTo>
                  <a:lnTo>
                    <a:pt x="57" y="3"/>
                  </a:lnTo>
                  <a:lnTo>
                    <a:pt x="57" y="10"/>
                  </a:lnTo>
                  <a:lnTo>
                    <a:pt x="54" y="17"/>
                  </a:lnTo>
                  <a:lnTo>
                    <a:pt x="54" y="21"/>
                  </a:lnTo>
                  <a:lnTo>
                    <a:pt x="50" y="28"/>
                  </a:lnTo>
                  <a:lnTo>
                    <a:pt x="47" y="31"/>
                  </a:lnTo>
                  <a:lnTo>
                    <a:pt x="44" y="38"/>
                  </a:lnTo>
                  <a:lnTo>
                    <a:pt x="40" y="41"/>
                  </a:lnTo>
                  <a:lnTo>
                    <a:pt x="0" y="38"/>
                  </a:lnTo>
                  <a:lnTo>
                    <a:pt x="4" y="34"/>
                  </a:lnTo>
                  <a:lnTo>
                    <a:pt x="4" y="28"/>
                  </a:lnTo>
                  <a:lnTo>
                    <a:pt x="7" y="21"/>
                  </a:lnTo>
                  <a:lnTo>
                    <a:pt x="10" y="14"/>
                  </a:lnTo>
                  <a:lnTo>
                    <a:pt x="24" y="0"/>
                  </a:lnTo>
                  <a:lnTo>
                    <a:pt x="60" y="0"/>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8" name="Google Shape;748;p3"/>
            <p:cNvSpPr/>
            <p:nvPr/>
          </p:nvSpPr>
          <p:spPr>
            <a:xfrm>
              <a:off x="4300" y="3476"/>
              <a:ext cx="24" cy="45"/>
            </a:xfrm>
            <a:custGeom>
              <a:rect b="b" l="l" r="r" t="t"/>
              <a:pathLst>
                <a:path extrusionOk="0" h="45" w="24">
                  <a:moveTo>
                    <a:pt x="0" y="45"/>
                  </a:moveTo>
                  <a:lnTo>
                    <a:pt x="10" y="34"/>
                  </a:lnTo>
                  <a:lnTo>
                    <a:pt x="14" y="28"/>
                  </a:lnTo>
                  <a:lnTo>
                    <a:pt x="17" y="24"/>
                  </a:lnTo>
                  <a:lnTo>
                    <a:pt x="17" y="17"/>
                  </a:lnTo>
                  <a:lnTo>
                    <a:pt x="20" y="10"/>
                  </a:lnTo>
                  <a:lnTo>
                    <a:pt x="20" y="7"/>
                  </a:lnTo>
                  <a:lnTo>
                    <a:pt x="24" y="0"/>
                  </a:lnTo>
                  <a:lnTo>
                    <a:pt x="17" y="0"/>
                  </a:lnTo>
                  <a:lnTo>
                    <a:pt x="17" y="3"/>
                  </a:lnTo>
                  <a:lnTo>
                    <a:pt x="14" y="10"/>
                  </a:lnTo>
                  <a:lnTo>
                    <a:pt x="10" y="14"/>
                  </a:lnTo>
                  <a:lnTo>
                    <a:pt x="10" y="21"/>
                  </a:lnTo>
                  <a:lnTo>
                    <a:pt x="7" y="24"/>
                  </a:lnTo>
                  <a:lnTo>
                    <a:pt x="4" y="31"/>
                  </a:lnTo>
                  <a:lnTo>
                    <a:pt x="0" y="34"/>
                  </a:lnTo>
                  <a:lnTo>
                    <a:pt x="0" y="45"/>
                  </a:lnTo>
                  <a:lnTo>
                    <a:pt x="4" y="45"/>
                  </a:lnTo>
                  <a:lnTo>
                    <a:pt x="4" y="41"/>
                  </a:lnTo>
                  <a:lnTo>
                    <a:pt x="0" y="4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9" name="Google Shape;749;p3"/>
            <p:cNvSpPr/>
            <p:nvPr/>
          </p:nvSpPr>
          <p:spPr>
            <a:xfrm>
              <a:off x="4254" y="3514"/>
              <a:ext cx="46" cy="7"/>
            </a:xfrm>
            <a:custGeom>
              <a:rect b="b" l="l" r="r" t="t"/>
              <a:pathLst>
                <a:path extrusionOk="0" h="7" w="46">
                  <a:moveTo>
                    <a:pt x="3" y="0"/>
                  </a:moveTo>
                  <a:lnTo>
                    <a:pt x="6" y="3"/>
                  </a:lnTo>
                  <a:lnTo>
                    <a:pt x="46" y="7"/>
                  </a:lnTo>
                  <a:lnTo>
                    <a:pt x="46" y="0"/>
                  </a:lnTo>
                  <a:lnTo>
                    <a:pt x="6" y="0"/>
                  </a:lnTo>
                  <a:lnTo>
                    <a:pt x="10" y="3"/>
                  </a:lnTo>
                  <a:lnTo>
                    <a:pt x="3" y="0"/>
                  </a:lnTo>
                  <a:lnTo>
                    <a:pt x="0" y="3"/>
                  </a:lnTo>
                  <a:lnTo>
                    <a:pt x="6" y="3"/>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0" name="Google Shape;750;p3"/>
            <p:cNvSpPr/>
            <p:nvPr/>
          </p:nvSpPr>
          <p:spPr>
            <a:xfrm>
              <a:off x="4257" y="3469"/>
              <a:ext cx="33" cy="48"/>
            </a:xfrm>
            <a:custGeom>
              <a:rect b="b" l="l" r="r" t="t"/>
              <a:pathLst>
                <a:path extrusionOk="0" h="48" w="33">
                  <a:moveTo>
                    <a:pt x="33" y="3"/>
                  </a:moveTo>
                  <a:lnTo>
                    <a:pt x="23" y="3"/>
                  </a:lnTo>
                  <a:lnTo>
                    <a:pt x="20" y="7"/>
                  </a:lnTo>
                  <a:lnTo>
                    <a:pt x="17" y="14"/>
                  </a:lnTo>
                  <a:lnTo>
                    <a:pt x="10" y="21"/>
                  </a:lnTo>
                  <a:lnTo>
                    <a:pt x="7" y="28"/>
                  </a:lnTo>
                  <a:lnTo>
                    <a:pt x="7" y="35"/>
                  </a:lnTo>
                  <a:lnTo>
                    <a:pt x="3" y="41"/>
                  </a:lnTo>
                  <a:lnTo>
                    <a:pt x="0" y="45"/>
                  </a:lnTo>
                  <a:lnTo>
                    <a:pt x="7" y="48"/>
                  </a:lnTo>
                  <a:lnTo>
                    <a:pt x="10" y="41"/>
                  </a:lnTo>
                  <a:lnTo>
                    <a:pt x="10" y="35"/>
                  </a:lnTo>
                  <a:lnTo>
                    <a:pt x="13" y="28"/>
                  </a:lnTo>
                  <a:lnTo>
                    <a:pt x="17" y="24"/>
                  </a:lnTo>
                  <a:lnTo>
                    <a:pt x="20" y="17"/>
                  </a:lnTo>
                  <a:lnTo>
                    <a:pt x="23" y="14"/>
                  </a:lnTo>
                  <a:lnTo>
                    <a:pt x="30" y="10"/>
                  </a:lnTo>
                  <a:lnTo>
                    <a:pt x="33" y="7"/>
                  </a:lnTo>
                  <a:lnTo>
                    <a:pt x="33" y="0"/>
                  </a:lnTo>
                  <a:lnTo>
                    <a:pt x="3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1" name="Google Shape;751;p3"/>
            <p:cNvSpPr/>
            <p:nvPr/>
          </p:nvSpPr>
          <p:spPr>
            <a:xfrm>
              <a:off x="4290" y="3472"/>
              <a:ext cx="37" cy="7"/>
            </a:xfrm>
            <a:custGeom>
              <a:rect b="b" l="l" r="r" t="t"/>
              <a:pathLst>
                <a:path extrusionOk="0" h="7" w="37">
                  <a:moveTo>
                    <a:pt x="34" y="4"/>
                  </a:moveTo>
                  <a:lnTo>
                    <a:pt x="30" y="0"/>
                  </a:lnTo>
                  <a:lnTo>
                    <a:pt x="0" y="0"/>
                  </a:lnTo>
                  <a:lnTo>
                    <a:pt x="0" y="4"/>
                  </a:lnTo>
                  <a:lnTo>
                    <a:pt x="30" y="7"/>
                  </a:lnTo>
                  <a:lnTo>
                    <a:pt x="27" y="4"/>
                  </a:lnTo>
                  <a:lnTo>
                    <a:pt x="34" y="4"/>
                  </a:lnTo>
                  <a:lnTo>
                    <a:pt x="37" y="0"/>
                  </a:lnTo>
                  <a:lnTo>
                    <a:pt x="30" y="0"/>
                  </a:lnTo>
                  <a:lnTo>
                    <a:pt x="34"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2" name="Google Shape;752;p3"/>
            <p:cNvSpPr/>
            <p:nvPr/>
          </p:nvSpPr>
          <p:spPr>
            <a:xfrm>
              <a:off x="3870" y="3514"/>
              <a:ext cx="60" cy="80"/>
            </a:xfrm>
            <a:custGeom>
              <a:rect b="b" l="l" r="r" t="t"/>
              <a:pathLst>
                <a:path extrusionOk="0" h="80" w="60">
                  <a:moveTo>
                    <a:pt x="60" y="21"/>
                  </a:moveTo>
                  <a:lnTo>
                    <a:pt x="57" y="28"/>
                  </a:lnTo>
                  <a:lnTo>
                    <a:pt x="54" y="38"/>
                  </a:lnTo>
                  <a:lnTo>
                    <a:pt x="47" y="45"/>
                  </a:lnTo>
                  <a:lnTo>
                    <a:pt x="44" y="52"/>
                  </a:lnTo>
                  <a:lnTo>
                    <a:pt x="24" y="73"/>
                  </a:lnTo>
                  <a:lnTo>
                    <a:pt x="20" y="80"/>
                  </a:lnTo>
                  <a:lnTo>
                    <a:pt x="14" y="80"/>
                  </a:lnTo>
                  <a:lnTo>
                    <a:pt x="14" y="76"/>
                  </a:lnTo>
                  <a:lnTo>
                    <a:pt x="10" y="76"/>
                  </a:lnTo>
                  <a:lnTo>
                    <a:pt x="4" y="69"/>
                  </a:lnTo>
                  <a:lnTo>
                    <a:pt x="4" y="59"/>
                  </a:lnTo>
                  <a:lnTo>
                    <a:pt x="0" y="55"/>
                  </a:lnTo>
                  <a:lnTo>
                    <a:pt x="0" y="42"/>
                  </a:lnTo>
                  <a:lnTo>
                    <a:pt x="7" y="35"/>
                  </a:lnTo>
                  <a:lnTo>
                    <a:pt x="10" y="28"/>
                  </a:lnTo>
                  <a:lnTo>
                    <a:pt x="17" y="24"/>
                  </a:lnTo>
                  <a:lnTo>
                    <a:pt x="20" y="17"/>
                  </a:lnTo>
                  <a:lnTo>
                    <a:pt x="37" y="0"/>
                  </a:lnTo>
                  <a:lnTo>
                    <a:pt x="50" y="0"/>
                  </a:lnTo>
                  <a:lnTo>
                    <a:pt x="54" y="7"/>
                  </a:lnTo>
                  <a:lnTo>
                    <a:pt x="57" y="14"/>
                  </a:lnTo>
                  <a:lnTo>
                    <a:pt x="60"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3" name="Google Shape;753;p3"/>
            <p:cNvSpPr/>
            <p:nvPr/>
          </p:nvSpPr>
          <p:spPr>
            <a:xfrm>
              <a:off x="3887" y="3535"/>
              <a:ext cx="43" cy="62"/>
            </a:xfrm>
            <a:custGeom>
              <a:rect b="b" l="l" r="r" t="t"/>
              <a:pathLst>
                <a:path extrusionOk="0" h="62" w="43">
                  <a:moveTo>
                    <a:pt x="3" y="62"/>
                  </a:moveTo>
                  <a:lnTo>
                    <a:pt x="7" y="62"/>
                  </a:lnTo>
                  <a:lnTo>
                    <a:pt x="10" y="55"/>
                  </a:lnTo>
                  <a:lnTo>
                    <a:pt x="30" y="34"/>
                  </a:lnTo>
                  <a:lnTo>
                    <a:pt x="33" y="24"/>
                  </a:lnTo>
                  <a:lnTo>
                    <a:pt x="40" y="17"/>
                  </a:lnTo>
                  <a:lnTo>
                    <a:pt x="43" y="10"/>
                  </a:lnTo>
                  <a:lnTo>
                    <a:pt x="43" y="0"/>
                  </a:lnTo>
                  <a:lnTo>
                    <a:pt x="40" y="0"/>
                  </a:lnTo>
                  <a:lnTo>
                    <a:pt x="37" y="7"/>
                  </a:lnTo>
                  <a:lnTo>
                    <a:pt x="33" y="14"/>
                  </a:lnTo>
                  <a:lnTo>
                    <a:pt x="27" y="21"/>
                  </a:lnTo>
                  <a:lnTo>
                    <a:pt x="23" y="31"/>
                  </a:lnTo>
                  <a:lnTo>
                    <a:pt x="17" y="38"/>
                  </a:lnTo>
                  <a:lnTo>
                    <a:pt x="13" y="45"/>
                  </a:lnTo>
                  <a:lnTo>
                    <a:pt x="7" y="52"/>
                  </a:lnTo>
                  <a:lnTo>
                    <a:pt x="0" y="55"/>
                  </a:lnTo>
                  <a:lnTo>
                    <a:pt x="3" y="55"/>
                  </a:lnTo>
                  <a:lnTo>
                    <a:pt x="3" y="62"/>
                  </a:lnTo>
                  <a:lnTo>
                    <a:pt x="7" y="62"/>
                  </a:lnTo>
                  <a:lnTo>
                    <a:pt x="3" y="6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4" name="Google Shape;754;p3"/>
            <p:cNvSpPr/>
            <p:nvPr/>
          </p:nvSpPr>
          <p:spPr>
            <a:xfrm>
              <a:off x="3870" y="3580"/>
              <a:ext cx="20" cy="17"/>
            </a:xfrm>
            <a:custGeom>
              <a:rect b="b" l="l" r="r" t="t"/>
              <a:pathLst>
                <a:path extrusionOk="0" h="17" w="20">
                  <a:moveTo>
                    <a:pt x="0" y="0"/>
                  </a:moveTo>
                  <a:lnTo>
                    <a:pt x="0" y="3"/>
                  </a:lnTo>
                  <a:lnTo>
                    <a:pt x="14" y="17"/>
                  </a:lnTo>
                  <a:lnTo>
                    <a:pt x="20" y="17"/>
                  </a:lnTo>
                  <a:lnTo>
                    <a:pt x="20" y="10"/>
                  </a:lnTo>
                  <a:lnTo>
                    <a:pt x="14" y="10"/>
                  </a:lnTo>
                  <a:lnTo>
                    <a:pt x="14" y="7"/>
                  </a:lnTo>
                  <a:lnTo>
                    <a:pt x="10" y="7"/>
                  </a:lnTo>
                  <a:lnTo>
                    <a:pt x="7" y="3"/>
                  </a:lnTo>
                  <a:lnTo>
                    <a:pt x="7" y="0"/>
                  </a:lnTo>
                  <a:lnTo>
                    <a:pt x="0" y="0"/>
                  </a:lnTo>
                  <a:lnTo>
                    <a:pt x="0" y="3"/>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5" name="Google Shape;755;p3"/>
            <p:cNvSpPr/>
            <p:nvPr/>
          </p:nvSpPr>
          <p:spPr>
            <a:xfrm>
              <a:off x="3867" y="3552"/>
              <a:ext cx="10" cy="28"/>
            </a:xfrm>
            <a:custGeom>
              <a:rect b="b" l="l" r="r" t="t"/>
              <a:pathLst>
                <a:path extrusionOk="0" h="28" w="10">
                  <a:moveTo>
                    <a:pt x="3" y="0"/>
                  </a:moveTo>
                  <a:lnTo>
                    <a:pt x="0" y="0"/>
                  </a:lnTo>
                  <a:lnTo>
                    <a:pt x="0" y="17"/>
                  </a:lnTo>
                  <a:lnTo>
                    <a:pt x="3" y="21"/>
                  </a:lnTo>
                  <a:lnTo>
                    <a:pt x="3" y="28"/>
                  </a:lnTo>
                  <a:lnTo>
                    <a:pt x="10" y="28"/>
                  </a:lnTo>
                  <a:lnTo>
                    <a:pt x="10" y="21"/>
                  </a:lnTo>
                  <a:lnTo>
                    <a:pt x="7" y="14"/>
                  </a:lnTo>
                  <a:lnTo>
                    <a:pt x="7" y="4"/>
                  </a:lnTo>
                  <a:lnTo>
                    <a:pt x="3" y="0"/>
                  </a:lnTo>
                  <a:lnTo>
                    <a:pt x="0" y="0"/>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6" name="Google Shape;756;p3"/>
            <p:cNvSpPr/>
            <p:nvPr/>
          </p:nvSpPr>
          <p:spPr>
            <a:xfrm>
              <a:off x="3870" y="3510"/>
              <a:ext cx="44" cy="46"/>
            </a:xfrm>
            <a:custGeom>
              <a:rect b="b" l="l" r="r" t="t"/>
              <a:pathLst>
                <a:path extrusionOk="0" h="46" w="44">
                  <a:moveTo>
                    <a:pt x="44" y="0"/>
                  </a:moveTo>
                  <a:lnTo>
                    <a:pt x="37" y="4"/>
                  </a:lnTo>
                  <a:lnTo>
                    <a:pt x="30" y="7"/>
                  </a:lnTo>
                  <a:lnTo>
                    <a:pt x="4" y="35"/>
                  </a:lnTo>
                  <a:lnTo>
                    <a:pt x="0" y="42"/>
                  </a:lnTo>
                  <a:lnTo>
                    <a:pt x="4" y="46"/>
                  </a:lnTo>
                  <a:lnTo>
                    <a:pt x="10" y="42"/>
                  </a:lnTo>
                  <a:lnTo>
                    <a:pt x="14" y="35"/>
                  </a:lnTo>
                  <a:lnTo>
                    <a:pt x="20" y="28"/>
                  </a:lnTo>
                  <a:lnTo>
                    <a:pt x="24" y="21"/>
                  </a:lnTo>
                  <a:lnTo>
                    <a:pt x="27" y="18"/>
                  </a:lnTo>
                  <a:lnTo>
                    <a:pt x="34" y="14"/>
                  </a:lnTo>
                  <a:lnTo>
                    <a:pt x="44" y="4"/>
                  </a:lnTo>
                  <a:lnTo>
                    <a:pt x="4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7" name="Google Shape;757;p3"/>
            <p:cNvSpPr/>
            <p:nvPr/>
          </p:nvSpPr>
          <p:spPr>
            <a:xfrm>
              <a:off x="3914" y="3510"/>
              <a:ext cx="16" cy="25"/>
            </a:xfrm>
            <a:custGeom>
              <a:rect b="b" l="l" r="r" t="t"/>
              <a:pathLst>
                <a:path extrusionOk="0" h="25" w="16">
                  <a:moveTo>
                    <a:pt x="16" y="25"/>
                  </a:moveTo>
                  <a:lnTo>
                    <a:pt x="16" y="18"/>
                  </a:lnTo>
                  <a:lnTo>
                    <a:pt x="13" y="11"/>
                  </a:lnTo>
                  <a:lnTo>
                    <a:pt x="10" y="4"/>
                  </a:lnTo>
                  <a:lnTo>
                    <a:pt x="0" y="0"/>
                  </a:lnTo>
                  <a:lnTo>
                    <a:pt x="0" y="4"/>
                  </a:lnTo>
                  <a:lnTo>
                    <a:pt x="3" y="7"/>
                  </a:lnTo>
                  <a:lnTo>
                    <a:pt x="6" y="14"/>
                  </a:lnTo>
                  <a:lnTo>
                    <a:pt x="10" y="21"/>
                  </a:lnTo>
                  <a:lnTo>
                    <a:pt x="13" y="25"/>
                  </a:lnTo>
                  <a:lnTo>
                    <a:pt x="16" y="25"/>
                  </a:lnTo>
                  <a:lnTo>
                    <a:pt x="16" y="21"/>
                  </a:lnTo>
                  <a:lnTo>
                    <a:pt x="16" y="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8" name="Google Shape;758;p3"/>
            <p:cNvSpPr/>
            <p:nvPr/>
          </p:nvSpPr>
          <p:spPr>
            <a:xfrm>
              <a:off x="4127" y="3521"/>
              <a:ext cx="50" cy="28"/>
            </a:xfrm>
            <a:custGeom>
              <a:rect b="b" l="l" r="r" t="t"/>
              <a:pathLst>
                <a:path extrusionOk="0" h="28" w="50">
                  <a:moveTo>
                    <a:pt x="30" y="24"/>
                  </a:moveTo>
                  <a:lnTo>
                    <a:pt x="33" y="24"/>
                  </a:lnTo>
                  <a:lnTo>
                    <a:pt x="37" y="28"/>
                  </a:lnTo>
                  <a:lnTo>
                    <a:pt x="50" y="28"/>
                  </a:lnTo>
                  <a:lnTo>
                    <a:pt x="0" y="28"/>
                  </a:lnTo>
                  <a:lnTo>
                    <a:pt x="0" y="21"/>
                  </a:lnTo>
                  <a:lnTo>
                    <a:pt x="3" y="10"/>
                  </a:lnTo>
                  <a:lnTo>
                    <a:pt x="7" y="3"/>
                  </a:lnTo>
                  <a:lnTo>
                    <a:pt x="10" y="0"/>
                  </a:lnTo>
                  <a:lnTo>
                    <a:pt x="10" y="3"/>
                  </a:lnTo>
                  <a:lnTo>
                    <a:pt x="13" y="7"/>
                  </a:lnTo>
                  <a:lnTo>
                    <a:pt x="13" y="10"/>
                  </a:lnTo>
                  <a:lnTo>
                    <a:pt x="27" y="24"/>
                  </a:lnTo>
                  <a:lnTo>
                    <a:pt x="30" y="24"/>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9" name="Google Shape;759;p3"/>
            <p:cNvSpPr/>
            <p:nvPr/>
          </p:nvSpPr>
          <p:spPr>
            <a:xfrm>
              <a:off x="4157" y="3542"/>
              <a:ext cx="20" cy="10"/>
            </a:xfrm>
            <a:custGeom>
              <a:rect b="b" l="l" r="r" t="t"/>
              <a:pathLst>
                <a:path extrusionOk="0" h="10" w="20">
                  <a:moveTo>
                    <a:pt x="20" y="10"/>
                  </a:moveTo>
                  <a:lnTo>
                    <a:pt x="20" y="3"/>
                  </a:lnTo>
                  <a:lnTo>
                    <a:pt x="7" y="3"/>
                  </a:lnTo>
                  <a:lnTo>
                    <a:pt x="3" y="0"/>
                  </a:lnTo>
                  <a:lnTo>
                    <a:pt x="0" y="7"/>
                  </a:lnTo>
                  <a:lnTo>
                    <a:pt x="3" y="7"/>
                  </a:lnTo>
                  <a:lnTo>
                    <a:pt x="3" y="10"/>
                  </a:lnTo>
                  <a:lnTo>
                    <a:pt x="20" y="10"/>
                  </a:lnTo>
                  <a:lnTo>
                    <a:pt x="20" y="3"/>
                  </a:lnTo>
                  <a:lnTo>
                    <a:pt x="20"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0" name="Google Shape;760;p3"/>
            <p:cNvSpPr/>
            <p:nvPr/>
          </p:nvSpPr>
          <p:spPr>
            <a:xfrm>
              <a:off x="4120" y="3545"/>
              <a:ext cx="57" cy="7"/>
            </a:xfrm>
            <a:custGeom>
              <a:rect b="b" l="l" r="r" t="t"/>
              <a:pathLst>
                <a:path extrusionOk="0" h="7" w="57">
                  <a:moveTo>
                    <a:pt x="4" y="0"/>
                  </a:moveTo>
                  <a:lnTo>
                    <a:pt x="7" y="7"/>
                  </a:lnTo>
                  <a:lnTo>
                    <a:pt x="57" y="7"/>
                  </a:lnTo>
                  <a:lnTo>
                    <a:pt x="57" y="0"/>
                  </a:lnTo>
                  <a:lnTo>
                    <a:pt x="7" y="0"/>
                  </a:lnTo>
                  <a:lnTo>
                    <a:pt x="10" y="4"/>
                  </a:lnTo>
                  <a:lnTo>
                    <a:pt x="4" y="0"/>
                  </a:lnTo>
                  <a:lnTo>
                    <a:pt x="0" y="7"/>
                  </a:lnTo>
                  <a:lnTo>
                    <a:pt x="7" y="7"/>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1" name="Google Shape;761;p3"/>
            <p:cNvSpPr/>
            <p:nvPr/>
          </p:nvSpPr>
          <p:spPr>
            <a:xfrm>
              <a:off x="4124" y="3510"/>
              <a:ext cx="16" cy="39"/>
            </a:xfrm>
            <a:custGeom>
              <a:rect b="b" l="l" r="r" t="t"/>
              <a:pathLst>
                <a:path extrusionOk="0" h="39" w="16">
                  <a:moveTo>
                    <a:pt x="16" y="11"/>
                  </a:moveTo>
                  <a:lnTo>
                    <a:pt x="10" y="7"/>
                  </a:lnTo>
                  <a:lnTo>
                    <a:pt x="6" y="14"/>
                  </a:lnTo>
                  <a:lnTo>
                    <a:pt x="3" y="21"/>
                  </a:lnTo>
                  <a:lnTo>
                    <a:pt x="0" y="28"/>
                  </a:lnTo>
                  <a:lnTo>
                    <a:pt x="0" y="35"/>
                  </a:lnTo>
                  <a:lnTo>
                    <a:pt x="6" y="39"/>
                  </a:lnTo>
                  <a:lnTo>
                    <a:pt x="6" y="32"/>
                  </a:lnTo>
                  <a:lnTo>
                    <a:pt x="10" y="25"/>
                  </a:lnTo>
                  <a:lnTo>
                    <a:pt x="13" y="18"/>
                  </a:lnTo>
                  <a:lnTo>
                    <a:pt x="16" y="11"/>
                  </a:lnTo>
                  <a:lnTo>
                    <a:pt x="10" y="11"/>
                  </a:lnTo>
                  <a:lnTo>
                    <a:pt x="16" y="11"/>
                  </a:lnTo>
                  <a:lnTo>
                    <a:pt x="16" y="0"/>
                  </a:lnTo>
                  <a:lnTo>
                    <a:pt x="10" y="7"/>
                  </a:lnTo>
                  <a:lnTo>
                    <a:pt x="16"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2" name="Google Shape;762;p3"/>
            <p:cNvSpPr/>
            <p:nvPr/>
          </p:nvSpPr>
          <p:spPr>
            <a:xfrm>
              <a:off x="4134" y="3521"/>
              <a:ext cx="26" cy="28"/>
            </a:xfrm>
            <a:custGeom>
              <a:rect b="b" l="l" r="r" t="t"/>
              <a:pathLst>
                <a:path extrusionOk="0" h="28" w="26">
                  <a:moveTo>
                    <a:pt x="26" y="21"/>
                  </a:moveTo>
                  <a:lnTo>
                    <a:pt x="20" y="21"/>
                  </a:lnTo>
                  <a:lnTo>
                    <a:pt x="16" y="17"/>
                  </a:lnTo>
                  <a:lnTo>
                    <a:pt x="16" y="14"/>
                  </a:lnTo>
                  <a:lnTo>
                    <a:pt x="13" y="14"/>
                  </a:lnTo>
                  <a:lnTo>
                    <a:pt x="10" y="10"/>
                  </a:lnTo>
                  <a:lnTo>
                    <a:pt x="10" y="7"/>
                  </a:lnTo>
                  <a:lnTo>
                    <a:pt x="6" y="3"/>
                  </a:lnTo>
                  <a:lnTo>
                    <a:pt x="6" y="0"/>
                  </a:lnTo>
                  <a:lnTo>
                    <a:pt x="0" y="0"/>
                  </a:lnTo>
                  <a:lnTo>
                    <a:pt x="0" y="3"/>
                  </a:lnTo>
                  <a:lnTo>
                    <a:pt x="3" y="10"/>
                  </a:lnTo>
                  <a:lnTo>
                    <a:pt x="6" y="10"/>
                  </a:lnTo>
                  <a:lnTo>
                    <a:pt x="6" y="17"/>
                  </a:lnTo>
                  <a:lnTo>
                    <a:pt x="16" y="28"/>
                  </a:lnTo>
                  <a:lnTo>
                    <a:pt x="23" y="28"/>
                  </a:lnTo>
                  <a:lnTo>
                    <a:pt x="26"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3" name="Google Shape;763;p3"/>
            <p:cNvSpPr/>
            <p:nvPr/>
          </p:nvSpPr>
          <p:spPr>
            <a:xfrm>
              <a:off x="3884" y="3531"/>
              <a:ext cx="30" cy="45"/>
            </a:xfrm>
            <a:custGeom>
              <a:rect b="b" l="l" r="r" t="t"/>
              <a:pathLst>
                <a:path extrusionOk="0" h="45" w="30">
                  <a:moveTo>
                    <a:pt x="30" y="0"/>
                  </a:moveTo>
                  <a:lnTo>
                    <a:pt x="30" y="14"/>
                  </a:lnTo>
                  <a:lnTo>
                    <a:pt x="26" y="18"/>
                  </a:lnTo>
                  <a:lnTo>
                    <a:pt x="23" y="25"/>
                  </a:lnTo>
                  <a:lnTo>
                    <a:pt x="10" y="38"/>
                  </a:lnTo>
                  <a:lnTo>
                    <a:pt x="6" y="45"/>
                  </a:lnTo>
                  <a:lnTo>
                    <a:pt x="3" y="45"/>
                  </a:lnTo>
                  <a:lnTo>
                    <a:pt x="3" y="42"/>
                  </a:lnTo>
                  <a:lnTo>
                    <a:pt x="0" y="42"/>
                  </a:lnTo>
                  <a:lnTo>
                    <a:pt x="0" y="28"/>
                  </a:lnTo>
                  <a:lnTo>
                    <a:pt x="3" y="25"/>
                  </a:lnTo>
                  <a:lnTo>
                    <a:pt x="6" y="18"/>
                  </a:lnTo>
                  <a:lnTo>
                    <a:pt x="10" y="14"/>
                  </a:lnTo>
                  <a:lnTo>
                    <a:pt x="13" y="7"/>
                  </a:lnTo>
                  <a:lnTo>
                    <a:pt x="20" y="4"/>
                  </a:lnTo>
                  <a:lnTo>
                    <a:pt x="23" y="0"/>
                  </a:lnTo>
                  <a:lnTo>
                    <a:pt x="30" y="0"/>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4" name="Google Shape;764;p3"/>
            <p:cNvSpPr/>
            <p:nvPr/>
          </p:nvSpPr>
          <p:spPr>
            <a:xfrm>
              <a:off x="3887" y="3531"/>
              <a:ext cx="30" cy="49"/>
            </a:xfrm>
            <a:custGeom>
              <a:rect b="b" l="l" r="r" t="t"/>
              <a:pathLst>
                <a:path extrusionOk="0" h="49" w="30">
                  <a:moveTo>
                    <a:pt x="7" y="49"/>
                  </a:moveTo>
                  <a:lnTo>
                    <a:pt x="7" y="45"/>
                  </a:lnTo>
                  <a:lnTo>
                    <a:pt x="20" y="31"/>
                  </a:lnTo>
                  <a:lnTo>
                    <a:pt x="23" y="25"/>
                  </a:lnTo>
                  <a:lnTo>
                    <a:pt x="27" y="21"/>
                  </a:lnTo>
                  <a:lnTo>
                    <a:pt x="30" y="14"/>
                  </a:lnTo>
                  <a:lnTo>
                    <a:pt x="30" y="0"/>
                  </a:lnTo>
                  <a:lnTo>
                    <a:pt x="23" y="0"/>
                  </a:lnTo>
                  <a:lnTo>
                    <a:pt x="23" y="14"/>
                  </a:lnTo>
                  <a:lnTo>
                    <a:pt x="17" y="21"/>
                  </a:lnTo>
                  <a:lnTo>
                    <a:pt x="13" y="28"/>
                  </a:lnTo>
                  <a:lnTo>
                    <a:pt x="10" y="31"/>
                  </a:lnTo>
                  <a:lnTo>
                    <a:pt x="7" y="38"/>
                  </a:lnTo>
                  <a:lnTo>
                    <a:pt x="0" y="45"/>
                  </a:lnTo>
                  <a:lnTo>
                    <a:pt x="3" y="42"/>
                  </a:lnTo>
                  <a:lnTo>
                    <a:pt x="7" y="49"/>
                  </a:lnTo>
                  <a:lnTo>
                    <a:pt x="7" y="45"/>
                  </a:lnTo>
                  <a:lnTo>
                    <a:pt x="7" y="4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5" name="Google Shape;765;p3"/>
            <p:cNvSpPr/>
            <p:nvPr/>
          </p:nvSpPr>
          <p:spPr>
            <a:xfrm>
              <a:off x="3880" y="3569"/>
              <a:ext cx="14" cy="11"/>
            </a:xfrm>
            <a:custGeom>
              <a:rect b="b" l="l" r="r" t="t"/>
              <a:pathLst>
                <a:path extrusionOk="0" h="11" w="14">
                  <a:moveTo>
                    <a:pt x="0" y="4"/>
                  </a:moveTo>
                  <a:lnTo>
                    <a:pt x="7" y="11"/>
                  </a:lnTo>
                  <a:lnTo>
                    <a:pt x="14" y="11"/>
                  </a:lnTo>
                  <a:lnTo>
                    <a:pt x="10" y="4"/>
                  </a:lnTo>
                  <a:lnTo>
                    <a:pt x="7" y="4"/>
                  </a:lnTo>
                  <a:lnTo>
                    <a:pt x="7" y="0"/>
                  </a:lnTo>
                  <a:lnTo>
                    <a:pt x="7" y="4"/>
                  </a:lnTo>
                  <a:lnTo>
                    <a:pt x="0" y="4"/>
                  </a:lnTo>
                  <a:lnTo>
                    <a:pt x="4" y="7"/>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6" name="Google Shape;766;p3"/>
            <p:cNvSpPr/>
            <p:nvPr/>
          </p:nvSpPr>
          <p:spPr>
            <a:xfrm>
              <a:off x="3880" y="3528"/>
              <a:ext cx="30" cy="45"/>
            </a:xfrm>
            <a:custGeom>
              <a:rect b="b" l="l" r="r" t="t"/>
              <a:pathLst>
                <a:path extrusionOk="0" h="45" w="30">
                  <a:moveTo>
                    <a:pt x="27" y="0"/>
                  </a:moveTo>
                  <a:lnTo>
                    <a:pt x="24" y="0"/>
                  </a:lnTo>
                  <a:lnTo>
                    <a:pt x="20" y="3"/>
                  </a:lnTo>
                  <a:lnTo>
                    <a:pt x="17" y="10"/>
                  </a:lnTo>
                  <a:lnTo>
                    <a:pt x="10" y="14"/>
                  </a:lnTo>
                  <a:lnTo>
                    <a:pt x="7" y="21"/>
                  </a:lnTo>
                  <a:lnTo>
                    <a:pt x="4" y="24"/>
                  </a:lnTo>
                  <a:lnTo>
                    <a:pt x="0" y="31"/>
                  </a:lnTo>
                  <a:lnTo>
                    <a:pt x="0" y="45"/>
                  </a:lnTo>
                  <a:lnTo>
                    <a:pt x="7" y="45"/>
                  </a:lnTo>
                  <a:lnTo>
                    <a:pt x="7" y="34"/>
                  </a:lnTo>
                  <a:lnTo>
                    <a:pt x="10" y="28"/>
                  </a:lnTo>
                  <a:lnTo>
                    <a:pt x="14" y="24"/>
                  </a:lnTo>
                  <a:lnTo>
                    <a:pt x="17" y="17"/>
                  </a:lnTo>
                  <a:lnTo>
                    <a:pt x="24" y="10"/>
                  </a:lnTo>
                  <a:lnTo>
                    <a:pt x="30" y="7"/>
                  </a:lnTo>
                  <a:lnTo>
                    <a:pt x="27" y="7"/>
                  </a:lnTo>
                  <a:lnTo>
                    <a:pt x="27" y="0"/>
                  </a:lnTo>
                  <a:lnTo>
                    <a:pt x="24" y="0"/>
                  </a:lnTo>
                  <a:lnTo>
                    <a:pt x="2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7" name="Google Shape;767;p3"/>
            <p:cNvSpPr/>
            <p:nvPr/>
          </p:nvSpPr>
          <p:spPr>
            <a:xfrm>
              <a:off x="3907" y="3528"/>
              <a:ext cx="10" cy="7"/>
            </a:xfrm>
            <a:custGeom>
              <a:rect b="b" l="l" r="r" t="t"/>
              <a:pathLst>
                <a:path extrusionOk="0" h="7" w="10">
                  <a:moveTo>
                    <a:pt x="10" y="3"/>
                  </a:moveTo>
                  <a:lnTo>
                    <a:pt x="7" y="0"/>
                  </a:lnTo>
                  <a:lnTo>
                    <a:pt x="0" y="0"/>
                  </a:lnTo>
                  <a:lnTo>
                    <a:pt x="0" y="7"/>
                  </a:lnTo>
                  <a:lnTo>
                    <a:pt x="7" y="7"/>
                  </a:lnTo>
                  <a:lnTo>
                    <a:pt x="3" y="3"/>
                  </a:lnTo>
                  <a:lnTo>
                    <a:pt x="10" y="3"/>
                  </a:lnTo>
                  <a:lnTo>
                    <a:pt x="7" y="0"/>
                  </a:lnTo>
                  <a:lnTo>
                    <a:pt x="1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8" name="Google Shape;768;p3"/>
            <p:cNvSpPr/>
            <p:nvPr/>
          </p:nvSpPr>
          <p:spPr>
            <a:xfrm>
              <a:off x="4034" y="3531"/>
              <a:ext cx="80" cy="66"/>
            </a:xfrm>
            <a:custGeom>
              <a:rect b="b" l="l" r="r" t="t"/>
              <a:pathLst>
                <a:path extrusionOk="0" h="66" w="80">
                  <a:moveTo>
                    <a:pt x="80" y="0"/>
                  </a:moveTo>
                  <a:lnTo>
                    <a:pt x="80" y="11"/>
                  </a:lnTo>
                  <a:lnTo>
                    <a:pt x="76" y="18"/>
                  </a:lnTo>
                  <a:lnTo>
                    <a:pt x="70" y="25"/>
                  </a:lnTo>
                  <a:lnTo>
                    <a:pt x="66" y="35"/>
                  </a:lnTo>
                  <a:lnTo>
                    <a:pt x="63" y="42"/>
                  </a:lnTo>
                  <a:lnTo>
                    <a:pt x="63" y="49"/>
                  </a:lnTo>
                  <a:lnTo>
                    <a:pt x="60" y="59"/>
                  </a:lnTo>
                  <a:lnTo>
                    <a:pt x="56" y="66"/>
                  </a:lnTo>
                  <a:lnTo>
                    <a:pt x="0" y="66"/>
                  </a:lnTo>
                  <a:lnTo>
                    <a:pt x="0" y="59"/>
                  </a:lnTo>
                  <a:lnTo>
                    <a:pt x="3" y="59"/>
                  </a:lnTo>
                  <a:lnTo>
                    <a:pt x="6" y="56"/>
                  </a:lnTo>
                  <a:lnTo>
                    <a:pt x="3" y="52"/>
                  </a:lnTo>
                  <a:lnTo>
                    <a:pt x="6" y="45"/>
                  </a:lnTo>
                  <a:lnTo>
                    <a:pt x="10" y="38"/>
                  </a:lnTo>
                  <a:lnTo>
                    <a:pt x="13" y="25"/>
                  </a:lnTo>
                  <a:lnTo>
                    <a:pt x="20" y="18"/>
                  </a:lnTo>
                  <a:lnTo>
                    <a:pt x="23" y="7"/>
                  </a:lnTo>
                  <a:lnTo>
                    <a:pt x="30" y="4"/>
                  </a:lnTo>
                  <a:lnTo>
                    <a:pt x="36" y="0"/>
                  </a:lnTo>
                  <a:lnTo>
                    <a:pt x="80" y="0"/>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9" name="Google Shape;769;p3"/>
            <p:cNvSpPr/>
            <p:nvPr/>
          </p:nvSpPr>
          <p:spPr>
            <a:xfrm>
              <a:off x="4087" y="3531"/>
              <a:ext cx="30" cy="70"/>
            </a:xfrm>
            <a:custGeom>
              <a:rect b="b" l="l" r="r" t="t"/>
              <a:pathLst>
                <a:path extrusionOk="0" h="70" w="30">
                  <a:moveTo>
                    <a:pt x="3" y="70"/>
                  </a:moveTo>
                  <a:lnTo>
                    <a:pt x="7" y="66"/>
                  </a:lnTo>
                  <a:lnTo>
                    <a:pt x="10" y="59"/>
                  </a:lnTo>
                  <a:lnTo>
                    <a:pt x="10" y="52"/>
                  </a:lnTo>
                  <a:lnTo>
                    <a:pt x="13" y="42"/>
                  </a:lnTo>
                  <a:lnTo>
                    <a:pt x="17" y="35"/>
                  </a:lnTo>
                  <a:lnTo>
                    <a:pt x="20" y="28"/>
                  </a:lnTo>
                  <a:lnTo>
                    <a:pt x="27" y="21"/>
                  </a:lnTo>
                  <a:lnTo>
                    <a:pt x="27" y="11"/>
                  </a:lnTo>
                  <a:lnTo>
                    <a:pt x="30" y="0"/>
                  </a:lnTo>
                  <a:lnTo>
                    <a:pt x="23" y="0"/>
                  </a:lnTo>
                  <a:lnTo>
                    <a:pt x="23" y="7"/>
                  </a:lnTo>
                  <a:lnTo>
                    <a:pt x="20" y="18"/>
                  </a:lnTo>
                  <a:lnTo>
                    <a:pt x="13" y="25"/>
                  </a:lnTo>
                  <a:lnTo>
                    <a:pt x="10" y="31"/>
                  </a:lnTo>
                  <a:lnTo>
                    <a:pt x="10" y="42"/>
                  </a:lnTo>
                  <a:lnTo>
                    <a:pt x="7" y="49"/>
                  </a:lnTo>
                  <a:lnTo>
                    <a:pt x="3" y="56"/>
                  </a:lnTo>
                  <a:lnTo>
                    <a:pt x="0" y="66"/>
                  </a:lnTo>
                  <a:lnTo>
                    <a:pt x="3" y="63"/>
                  </a:lnTo>
                  <a:lnTo>
                    <a:pt x="3" y="70"/>
                  </a:lnTo>
                  <a:lnTo>
                    <a:pt x="7" y="70"/>
                  </a:lnTo>
                  <a:lnTo>
                    <a:pt x="7" y="66"/>
                  </a:lnTo>
                  <a:lnTo>
                    <a:pt x="3" y="7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0" name="Google Shape;770;p3"/>
            <p:cNvSpPr/>
            <p:nvPr/>
          </p:nvSpPr>
          <p:spPr>
            <a:xfrm>
              <a:off x="4030" y="3594"/>
              <a:ext cx="60" cy="7"/>
            </a:xfrm>
            <a:custGeom>
              <a:rect b="b" l="l" r="r" t="t"/>
              <a:pathLst>
                <a:path extrusionOk="0" h="7" w="60">
                  <a:moveTo>
                    <a:pt x="0" y="3"/>
                  </a:moveTo>
                  <a:lnTo>
                    <a:pt x="4" y="7"/>
                  </a:lnTo>
                  <a:lnTo>
                    <a:pt x="60" y="7"/>
                  </a:lnTo>
                  <a:lnTo>
                    <a:pt x="60" y="0"/>
                  </a:lnTo>
                  <a:lnTo>
                    <a:pt x="4" y="0"/>
                  </a:lnTo>
                  <a:lnTo>
                    <a:pt x="7" y="3"/>
                  </a:lnTo>
                  <a:lnTo>
                    <a:pt x="0" y="3"/>
                  </a:lnTo>
                  <a:lnTo>
                    <a:pt x="0" y="7"/>
                  </a:lnTo>
                  <a:lnTo>
                    <a:pt x="4" y="7"/>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1" name="Google Shape;771;p3"/>
            <p:cNvSpPr/>
            <p:nvPr/>
          </p:nvSpPr>
          <p:spPr>
            <a:xfrm>
              <a:off x="4030" y="3587"/>
              <a:ext cx="10" cy="10"/>
            </a:xfrm>
            <a:custGeom>
              <a:rect b="b" l="l" r="r" t="t"/>
              <a:pathLst>
                <a:path extrusionOk="0" h="10" w="10">
                  <a:moveTo>
                    <a:pt x="7" y="0"/>
                  </a:moveTo>
                  <a:lnTo>
                    <a:pt x="10" y="0"/>
                  </a:lnTo>
                  <a:lnTo>
                    <a:pt x="4" y="0"/>
                  </a:lnTo>
                  <a:lnTo>
                    <a:pt x="0" y="3"/>
                  </a:lnTo>
                  <a:lnTo>
                    <a:pt x="0" y="10"/>
                  </a:lnTo>
                  <a:lnTo>
                    <a:pt x="7" y="10"/>
                  </a:lnTo>
                  <a:lnTo>
                    <a:pt x="7" y="7"/>
                  </a:lnTo>
                  <a:lnTo>
                    <a:pt x="10" y="7"/>
                  </a:lnTo>
                  <a:lnTo>
                    <a:pt x="7" y="7"/>
                  </a:lnTo>
                  <a:lnTo>
                    <a:pt x="10" y="7"/>
                  </a:lnTo>
                  <a:lnTo>
                    <a:pt x="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2" name="Google Shape;772;p3"/>
            <p:cNvSpPr/>
            <p:nvPr/>
          </p:nvSpPr>
          <p:spPr>
            <a:xfrm>
              <a:off x="4034" y="3580"/>
              <a:ext cx="10" cy="14"/>
            </a:xfrm>
            <a:custGeom>
              <a:rect b="b" l="l" r="r" t="t"/>
              <a:pathLst>
                <a:path extrusionOk="0" h="14" w="10">
                  <a:moveTo>
                    <a:pt x="0" y="3"/>
                  </a:moveTo>
                  <a:lnTo>
                    <a:pt x="6" y="3"/>
                  </a:lnTo>
                  <a:lnTo>
                    <a:pt x="3" y="7"/>
                  </a:lnTo>
                  <a:lnTo>
                    <a:pt x="6" y="14"/>
                  </a:lnTo>
                  <a:lnTo>
                    <a:pt x="10" y="10"/>
                  </a:lnTo>
                  <a:lnTo>
                    <a:pt x="6" y="3"/>
                  </a:lnTo>
                  <a:lnTo>
                    <a:pt x="6" y="0"/>
                  </a:lnTo>
                  <a:lnTo>
                    <a:pt x="0" y="7"/>
                  </a:lnTo>
                  <a:lnTo>
                    <a:pt x="6" y="7"/>
                  </a:lnTo>
                  <a:lnTo>
                    <a:pt x="0" y="7"/>
                  </a:lnTo>
                  <a:lnTo>
                    <a:pt x="3" y="10"/>
                  </a:lnTo>
                  <a:lnTo>
                    <a:pt x="6" y="7"/>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3" name="Google Shape;773;p3"/>
            <p:cNvSpPr/>
            <p:nvPr/>
          </p:nvSpPr>
          <p:spPr>
            <a:xfrm>
              <a:off x="4034" y="3528"/>
              <a:ext cx="46" cy="59"/>
            </a:xfrm>
            <a:custGeom>
              <a:rect b="b" l="l" r="r" t="t"/>
              <a:pathLst>
                <a:path extrusionOk="0" h="59" w="46">
                  <a:moveTo>
                    <a:pt x="46" y="0"/>
                  </a:moveTo>
                  <a:lnTo>
                    <a:pt x="36" y="0"/>
                  </a:lnTo>
                  <a:lnTo>
                    <a:pt x="26" y="3"/>
                  </a:lnTo>
                  <a:lnTo>
                    <a:pt x="20" y="10"/>
                  </a:lnTo>
                  <a:lnTo>
                    <a:pt x="16" y="17"/>
                  </a:lnTo>
                  <a:lnTo>
                    <a:pt x="10" y="28"/>
                  </a:lnTo>
                  <a:lnTo>
                    <a:pt x="6" y="38"/>
                  </a:lnTo>
                  <a:lnTo>
                    <a:pt x="3" y="48"/>
                  </a:lnTo>
                  <a:lnTo>
                    <a:pt x="0" y="55"/>
                  </a:lnTo>
                  <a:lnTo>
                    <a:pt x="6" y="59"/>
                  </a:lnTo>
                  <a:lnTo>
                    <a:pt x="10" y="52"/>
                  </a:lnTo>
                  <a:lnTo>
                    <a:pt x="13" y="41"/>
                  </a:lnTo>
                  <a:lnTo>
                    <a:pt x="16" y="31"/>
                  </a:lnTo>
                  <a:lnTo>
                    <a:pt x="23" y="21"/>
                  </a:lnTo>
                  <a:lnTo>
                    <a:pt x="26" y="14"/>
                  </a:lnTo>
                  <a:lnTo>
                    <a:pt x="30" y="7"/>
                  </a:lnTo>
                  <a:lnTo>
                    <a:pt x="46" y="7"/>
                  </a:lnTo>
                  <a:lnTo>
                    <a:pt x="4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4" name="Google Shape;774;p3"/>
            <p:cNvSpPr/>
            <p:nvPr/>
          </p:nvSpPr>
          <p:spPr>
            <a:xfrm>
              <a:off x="4080" y="3528"/>
              <a:ext cx="40" cy="7"/>
            </a:xfrm>
            <a:custGeom>
              <a:rect b="b" l="l" r="r" t="t"/>
              <a:pathLst>
                <a:path extrusionOk="0" h="7" w="40">
                  <a:moveTo>
                    <a:pt x="37" y="3"/>
                  </a:moveTo>
                  <a:lnTo>
                    <a:pt x="34" y="0"/>
                  </a:lnTo>
                  <a:lnTo>
                    <a:pt x="30" y="3"/>
                  </a:lnTo>
                  <a:lnTo>
                    <a:pt x="27" y="3"/>
                  </a:lnTo>
                  <a:lnTo>
                    <a:pt x="24" y="0"/>
                  </a:lnTo>
                  <a:lnTo>
                    <a:pt x="0" y="0"/>
                  </a:lnTo>
                  <a:lnTo>
                    <a:pt x="0" y="7"/>
                  </a:lnTo>
                  <a:lnTo>
                    <a:pt x="34" y="7"/>
                  </a:lnTo>
                  <a:lnTo>
                    <a:pt x="30" y="3"/>
                  </a:lnTo>
                  <a:lnTo>
                    <a:pt x="37" y="3"/>
                  </a:lnTo>
                  <a:lnTo>
                    <a:pt x="40" y="0"/>
                  </a:lnTo>
                  <a:lnTo>
                    <a:pt x="34" y="0"/>
                  </a:lnTo>
                  <a:lnTo>
                    <a:pt x="3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5" name="Google Shape;775;p3"/>
            <p:cNvSpPr/>
            <p:nvPr/>
          </p:nvSpPr>
          <p:spPr>
            <a:xfrm>
              <a:off x="4227" y="3531"/>
              <a:ext cx="63" cy="66"/>
            </a:xfrm>
            <a:custGeom>
              <a:rect b="b" l="l" r="r" t="t"/>
              <a:pathLst>
                <a:path extrusionOk="0" h="66" w="63">
                  <a:moveTo>
                    <a:pt x="63" y="4"/>
                  </a:moveTo>
                  <a:lnTo>
                    <a:pt x="60" y="14"/>
                  </a:lnTo>
                  <a:lnTo>
                    <a:pt x="60" y="21"/>
                  </a:lnTo>
                  <a:lnTo>
                    <a:pt x="57" y="28"/>
                  </a:lnTo>
                  <a:lnTo>
                    <a:pt x="53" y="35"/>
                  </a:lnTo>
                  <a:lnTo>
                    <a:pt x="50" y="42"/>
                  </a:lnTo>
                  <a:lnTo>
                    <a:pt x="47" y="52"/>
                  </a:lnTo>
                  <a:lnTo>
                    <a:pt x="43" y="59"/>
                  </a:lnTo>
                  <a:lnTo>
                    <a:pt x="40" y="66"/>
                  </a:lnTo>
                  <a:lnTo>
                    <a:pt x="0" y="66"/>
                  </a:lnTo>
                  <a:lnTo>
                    <a:pt x="3" y="59"/>
                  </a:lnTo>
                  <a:lnTo>
                    <a:pt x="7" y="52"/>
                  </a:lnTo>
                  <a:lnTo>
                    <a:pt x="10" y="42"/>
                  </a:lnTo>
                  <a:lnTo>
                    <a:pt x="13" y="35"/>
                  </a:lnTo>
                  <a:lnTo>
                    <a:pt x="17" y="25"/>
                  </a:lnTo>
                  <a:lnTo>
                    <a:pt x="20" y="18"/>
                  </a:lnTo>
                  <a:lnTo>
                    <a:pt x="23" y="11"/>
                  </a:lnTo>
                  <a:lnTo>
                    <a:pt x="30" y="0"/>
                  </a:lnTo>
                  <a:lnTo>
                    <a:pt x="63" y="4"/>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6" name="Google Shape;776;p3"/>
            <p:cNvSpPr/>
            <p:nvPr/>
          </p:nvSpPr>
          <p:spPr>
            <a:xfrm>
              <a:off x="4264" y="3535"/>
              <a:ext cx="30" cy="66"/>
            </a:xfrm>
            <a:custGeom>
              <a:rect b="b" l="l" r="r" t="t"/>
              <a:pathLst>
                <a:path extrusionOk="0" h="66" w="30">
                  <a:moveTo>
                    <a:pt x="3" y="66"/>
                  </a:moveTo>
                  <a:lnTo>
                    <a:pt x="6" y="62"/>
                  </a:lnTo>
                  <a:lnTo>
                    <a:pt x="10" y="55"/>
                  </a:lnTo>
                  <a:lnTo>
                    <a:pt x="13" y="48"/>
                  </a:lnTo>
                  <a:lnTo>
                    <a:pt x="16" y="41"/>
                  </a:lnTo>
                  <a:lnTo>
                    <a:pt x="20" y="34"/>
                  </a:lnTo>
                  <a:lnTo>
                    <a:pt x="23" y="24"/>
                  </a:lnTo>
                  <a:lnTo>
                    <a:pt x="26" y="17"/>
                  </a:lnTo>
                  <a:lnTo>
                    <a:pt x="26" y="10"/>
                  </a:lnTo>
                  <a:lnTo>
                    <a:pt x="30" y="0"/>
                  </a:lnTo>
                  <a:lnTo>
                    <a:pt x="23" y="0"/>
                  </a:lnTo>
                  <a:lnTo>
                    <a:pt x="20" y="7"/>
                  </a:lnTo>
                  <a:lnTo>
                    <a:pt x="16" y="14"/>
                  </a:lnTo>
                  <a:lnTo>
                    <a:pt x="16" y="21"/>
                  </a:lnTo>
                  <a:lnTo>
                    <a:pt x="13" y="31"/>
                  </a:lnTo>
                  <a:lnTo>
                    <a:pt x="10" y="38"/>
                  </a:lnTo>
                  <a:lnTo>
                    <a:pt x="6" y="45"/>
                  </a:lnTo>
                  <a:lnTo>
                    <a:pt x="3" y="52"/>
                  </a:lnTo>
                  <a:lnTo>
                    <a:pt x="0" y="59"/>
                  </a:lnTo>
                  <a:lnTo>
                    <a:pt x="3" y="59"/>
                  </a:lnTo>
                  <a:lnTo>
                    <a:pt x="3" y="66"/>
                  </a:lnTo>
                  <a:lnTo>
                    <a:pt x="6" y="62"/>
                  </a:lnTo>
                  <a:lnTo>
                    <a:pt x="3" y="6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7" name="Google Shape;777;p3"/>
            <p:cNvSpPr/>
            <p:nvPr/>
          </p:nvSpPr>
          <p:spPr>
            <a:xfrm>
              <a:off x="4220" y="3594"/>
              <a:ext cx="47" cy="10"/>
            </a:xfrm>
            <a:custGeom>
              <a:rect b="b" l="l" r="r" t="t"/>
              <a:pathLst>
                <a:path extrusionOk="0" h="10" w="47">
                  <a:moveTo>
                    <a:pt x="4" y="3"/>
                  </a:moveTo>
                  <a:lnTo>
                    <a:pt x="7" y="10"/>
                  </a:lnTo>
                  <a:lnTo>
                    <a:pt x="47" y="7"/>
                  </a:lnTo>
                  <a:lnTo>
                    <a:pt x="47" y="0"/>
                  </a:lnTo>
                  <a:lnTo>
                    <a:pt x="7" y="0"/>
                  </a:lnTo>
                  <a:lnTo>
                    <a:pt x="10" y="7"/>
                  </a:lnTo>
                  <a:lnTo>
                    <a:pt x="4" y="3"/>
                  </a:lnTo>
                  <a:lnTo>
                    <a:pt x="0" y="10"/>
                  </a:lnTo>
                  <a:lnTo>
                    <a:pt x="7" y="10"/>
                  </a:lnTo>
                  <a:lnTo>
                    <a:pt x="4"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8" name="Google Shape;778;p3"/>
            <p:cNvSpPr/>
            <p:nvPr/>
          </p:nvSpPr>
          <p:spPr>
            <a:xfrm>
              <a:off x="4224" y="3528"/>
              <a:ext cx="36" cy="73"/>
            </a:xfrm>
            <a:custGeom>
              <a:rect b="b" l="l" r="r" t="t"/>
              <a:pathLst>
                <a:path extrusionOk="0" h="73" w="36">
                  <a:moveTo>
                    <a:pt x="33" y="0"/>
                  </a:moveTo>
                  <a:lnTo>
                    <a:pt x="23" y="10"/>
                  </a:lnTo>
                  <a:lnTo>
                    <a:pt x="20" y="17"/>
                  </a:lnTo>
                  <a:lnTo>
                    <a:pt x="16" y="28"/>
                  </a:lnTo>
                  <a:lnTo>
                    <a:pt x="13" y="34"/>
                  </a:lnTo>
                  <a:lnTo>
                    <a:pt x="10" y="45"/>
                  </a:lnTo>
                  <a:lnTo>
                    <a:pt x="6" y="52"/>
                  </a:lnTo>
                  <a:lnTo>
                    <a:pt x="3" y="62"/>
                  </a:lnTo>
                  <a:lnTo>
                    <a:pt x="0" y="69"/>
                  </a:lnTo>
                  <a:lnTo>
                    <a:pt x="6" y="73"/>
                  </a:lnTo>
                  <a:lnTo>
                    <a:pt x="10" y="62"/>
                  </a:lnTo>
                  <a:lnTo>
                    <a:pt x="13" y="55"/>
                  </a:lnTo>
                  <a:lnTo>
                    <a:pt x="16" y="45"/>
                  </a:lnTo>
                  <a:lnTo>
                    <a:pt x="20" y="38"/>
                  </a:lnTo>
                  <a:lnTo>
                    <a:pt x="20" y="31"/>
                  </a:lnTo>
                  <a:lnTo>
                    <a:pt x="26" y="21"/>
                  </a:lnTo>
                  <a:lnTo>
                    <a:pt x="30" y="14"/>
                  </a:lnTo>
                  <a:lnTo>
                    <a:pt x="36" y="7"/>
                  </a:lnTo>
                  <a:lnTo>
                    <a:pt x="33" y="7"/>
                  </a:lnTo>
                  <a:lnTo>
                    <a:pt x="33" y="0"/>
                  </a:lnTo>
                  <a:lnTo>
                    <a:pt x="30" y="3"/>
                  </a:lnTo>
                  <a:lnTo>
                    <a:pt x="3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9" name="Google Shape;779;p3"/>
            <p:cNvSpPr/>
            <p:nvPr/>
          </p:nvSpPr>
          <p:spPr>
            <a:xfrm>
              <a:off x="4257" y="3528"/>
              <a:ext cx="37" cy="10"/>
            </a:xfrm>
            <a:custGeom>
              <a:rect b="b" l="l" r="r" t="t"/>
              <a:pathLst>
                <a:path extrusionOk="0" h="10" w="37">
                  <a:moveTo>
                    <a:pt x="37" y="7"/>
                  </a:moveTo>
                  <a:lnTo>
                    <a:pt x="33" y="3"/>
                  </a:lnTo>
                  <a:lnTo>
                    <a:pt x="0" y="0"/>
                  </a:lnTo>
                  <a:lnTo>
                    <a:pt x="0" y="7"/>
                  </a:lnTo>
                  <a:lnTo>
                    <a:pt x="33" y="10"/>
                  </a:lnTo>
                  <a:lnTo>
                    <a:pt x="30" y="7"/>
                  </a:lnTo>
                  <a:lnTo>
                    <a:pt x="37" y="7"/>
                  </a:lnTo>
                  <a:lnTo>
                    <a:pt x="37" y="3"/>
                  </a:lnTo>
                  <a:lnTo>
                    <a:pt x="33" y="3"/>
                  </a:lnTo>
                  <a:lnTo>
                    <a:pt x="37"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0" name="Google Shape;780;p3"/>
            <p:cNvSpPr/>
            <p:nvPr/>
          </p:nvSpPr>
          <p:spPr>
            <a:xfrm>
              <a:off x="4174" y="3538"/>
              <a:ext cx="53" cy="59"/>
            </a:xfrm>
            <a:custGeom>
              <a:rect b="b" l="l" r="r" t="t"/>
              <a:pathLst>
                <a:path extrusionOk="0" h="59" w="53">
                  <a:moveTo>
                    <a:pt x="53" y="14"/>
                  </a:moveTo>
                  <a:lnTo>
                    <a:pt x="50" y="24"/>
                  </a:lnTo>
                  <a:lnTo>
                    <a:pt x="46" y="35"/>
                  </a:lnTo>
                  <a:lnTo>
                    <a:pt x="40" y="49"/>
                  </a:lnTo>
                  <a:lnTo>
                    <a:pt x="40" y="59"/>
                  </a:lnTo>
                  <a:lnTo>
                    <a:pt x="0" y="59"/>
                  </a:lnTo>
                  <a:lnTo>
                    <a:pt x="3" y="52"/>
                  </a:lnTo>
                  <a:lnTo>
                    <a:pt x="6" y="45"/>
                  </a:lnTo>
                  <a:lnTo>
                    <a:pt x="10" y="35"/>
                  </a:lnTo>
                  <a:lnTo>
                    <a:pt x="13" y="31"/>
                  </a:lnTo>
                  <a:lnTo>
                    <a:pt x="16" y="21"/>
                  </a:lnTo>
                  <a:lnTo>
                    <a:pt x="20" y="14"/>
                  </a:lnTo>
                  <a:lnTo>
                    <a:pt x="23" y="7"/>
                  </a:lnTo>
                  <a:lnTo>
                    <a:pt x="23" y="0"/>
                  </a:lnTo>
                  <a:lnTo>
                    <a:pt x="33" y="11"/>
                  </a:lnTo>
                  <a:lnTo>
                    <a:pt x="36" y="11"/>
                  </a:lnTo>
                  <a:lnTo>
                    <a:pt x="40" y="14"/>
                  </a:lnTo>
                  <a:lnTo>
                    <a:pt x="53" y="14"/>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1" name="Google Shape;781;p3"/>
            <p:cNvSpPr/>
            <p:nvPr/>
          </p:nvSpPr>
          <p:spPr>
            <a:xfrm>
              <a:off x="4210" y="3552"/>
              <a:ext cx="20" cy="49"/>
            </a:xfrm>
            <a:custGeom>
              <a:rect b="b" l="l" r="r" t="t"/>
              <a:pathLst>
                <a:path extrusionOk="0" h="49" w="20">
                  <a:moveTo>
                    <a:pt x="4" y="49"/>
                  </a:moveTo>
                  <a:lnTo>
                    <a:pt x="7" y="45"/>
                  </a:lnTo>
                  <a:lnTo>
                    <a:pt x="10" y="35"/>
                  </a:lnTo>
                  <a:lnTo>
                    <a:pt x="14" y="24"/>
                  </a:lnTo>
                  <a:lnTo>
                    <a:pt x="17" y="14"/>
                  </a:lnTo>
                  <a:lnTo>
                    <a:pt x="20" y="0"/>
                  </a:lnTo>
                  <a:lnTo>
                    <a:pt x="14" y="0"/>
                  </a:lnTo>
                  <a:lnTo>
                    <a:pt x="10" y="10"/>
                  </a:lnTo>
                  <a:lnTo>
                    <a:pt x="7" y="21"/>
                  </a:lnTo>
                  <a:lnTo>
                    <a:pt x="0" y="31"/>
                  </a:lnTo>
                  <a:lnTo>
                    <a:pt x="0" y="45"/>
                  </a:lnTo>
                  <a:lnTo>
                    <a:pt x="4" y="42"/>
                  </a:lnTo>
                  <a:lnTo>
                    <a:pt x="4" y="49"/>
                  </a:lnTo>
                  <a:lnTo>
                    <a:pt x="7" y="49"/>
                  </a:lnTo>
                  <a:lnTo>
                    <a:pt x="7" y="45"/>
                  </a:lnTo>
                  <a:lnTo>
                    <a:pt x="4" y="4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2" name="Google Shape;782;p3"/>
            <p:cNvSpPr/>
            <p:nvPr/>
          </p:nvSpPr>
          <p:spPr>
            <a:xfrm>
              <a:off x="4170" y="3594"/>
              <a:ext cx="44" cy="7"/>
            </a:xfrm>
            <a:custGeom>
              <a:rect b="b" l="l" r="r" t="t"/>
              <a:pathLst>
                <a:path extrusionOk="0" h="7" w="44">
                  <a:moveTo>
                    <a:pt x="0" y="3"/>
                  </a:moveTo>
                  <a:lnTo>
                    <a:pt x="4" y="7"/>
                  </a:lnTo>
                  <a:lnTo>
                    <a:pt x="44" y="7"/>
                  </a:lnTo>
                  <a:lnTo>
                    <a:pt x="44" y="0"/>
                  </a:lnTo>
                  <a:lnTo>
                    <a:pt x="4" y="0"/>
                  </a:lnTo>
                  <a:lnTo>
                    <a:pt x="7" y="3"/>
                  </a:lnTo>
                  <a:lnTo>
                    <a:pt x="0" y="3"/>
                  </a:lnTo>
                  <a:lnTo>
                    <a:pt x="0" y="7"/>
                  </a:lnTo>
                  <a:lnTo>
                    <a:pt x="4" y="7"/>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3" name="Google Shape;783;p3"/>
            <p:cNvSpPr/>
            <p:nvPr/>
          </p:nvSpPr>
          <p:spPr>
            <a:xfrm>
              <a:off x="4170" y="3524"/>
              <a:ext cx="30" cy="73"/>
            </a:xfrm>
            <a:custGeom>
              <a:rect b="b" l="l" r="r" t="t"/>
              <a:pathLst>
                <a:path extrusionOk="0" h="73" w="30">
                  <a:moveTo>
                    <a:pt x="30" y="14"/>
                  </a:moveTo>
                  <a:lnTo>
                    <a:pt x="24" y="14"/>
                  </a:lnTo>
                  <a:lnTo>
                    <a:pt x="24" y="21"/>
                  </a:lnTo>
                  <a:lnTo>
                    <a:pt x="20" y="28"/>
                  </a:lnTo>
                  <a:lnTo>
                    <a:pt x="17" y="35"/>
                  </a:lnTo>
                  <a:lnTo>
                    <a:pt x="14" y="42"/>
                  </a:lnTo>
                  <a:lnTo>
                    <a:pt x="10" y="49"/>
                  </a:lnTo>
                  <a:lnTo>
                    <a:pt x="7" y="56"/>
                  </a:lnTo>
                  <a:lnTo>
                    <a:pt x="4" y="63"/>
                  </a:lnTo>
                  <a:lnTo>
                    <a:pt x="0" y="73"/>
                  </a:lnTo>
                  <a:lnTo>
                    <a:pt x="7" y="73"/>
                  </a:lnTo>
                  <a:lnTo>
                    <a:pt x="10" y="66"/>
                  </a:lnTo>
                  <a:lnTo>
                    <a:pt x="14" y="59"/>
                  </a:lnTo>
                  <a:lnTo>
                    <a:pt x="17" y="52"/>
                  </a:lnTo>
                  <a:lnTo>
                    <a:pt x="20" y="45"/>
                  </a:lnTo>
                  <a:lnTo>
                    <a:pt x="24" y="38"/>
                  </a:lnTo>
                  <a:lnTo>
                    <a:pt x="27" y="32"/>
                  </a:lnTo>
                  <a:lnTo>
                    <a:pt x="30" y="25"/>
                  </a:lnTo>
                  <a:lnTo>
                    <a:pt x="30" y="14"/>
                  </a:lnTo>
                  <a:lnTo>
                    <a:pt x="24" y="14"/>
                  </a:lnTo>
                  <a:lnTo>
                    <a:pt x="30" y="14"/>
                  </a:lnTo>
                  <a:lnTo>
                    <a:pt x="27" y="0"/>
                  </a:lnTo>
                  <a:lnTo>
                    <a:pt x="24" y="14"/>
                  </a:lnTo>
                  <a:lnTo>
                    <a:pt x="3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4" name="Google Shape;784;p3"/>
            <p:cNvSpPr/>
            <p:nvPr/>
          </p:nvSpPr>
          <p:spPr>
            <a:xfrm>
              <a:off x="4194" y="3538"/>
              <a:ext cx="36" cy="18"/>
            </a:xfrm>
            <a:custGeom>
              <a:rect b="b" l="l" r="r" t="t"/>
              <a:pathLst>
                <a:path extrusionOk="0" h="18" w="36">
                  <a:moveTo>
                    <a:pt x="36" y="14"/>
                  </a:moveTo>
                  <a:lnTo>
                    <a:pt x="33" y="11"/>
                  </a:lnTo>
                  <a:lnTo>
                    <a:pt x="20" y="11"/>
                  </a:lnTo>
                  <a:lnTo>
                    <a:pt x="16" y="7"/>
                  </a:lnTo>
                  <a:lnTo>
                    <a:pt x="13" y="7"/>
                  </a:lnTo>
                  <a:lnTo>
                    <a:pt x="6" y="0"/>
                  </a:lnTo>
                  <a:lnTo>
                    <a:pt x="0" y="0"/>
                  </a:lnTo>
                  <a:lnTo>
                    <a:pt x="3" y="7"/>
                  </a:lnTo>
                  <a:lnTo>
                    <a:pt x="10" y="14"/>
                  </a:lnTo>
                  <a:lnTo>
                    <a:pt x="20" y="14"/>
                  </a:lnTo>
                  <a:lnTo>
                    <a:pt x="23" y="18"/>
                  </a:lnTo>
                  <a:lnTo>
                    <a:pt x="33" y="18"/>
                  </a:lnTo>
                  <a:lnTo>
                    <a:pt x="30" y="14"/>
                  </a:lnTo>
                  <a:lnTo>
                    <a:pt x="36" y="14"/>
                  </a:lnTo>
                  <a:lnTo>
                    <a:pt x="33" y="11"/>
                  </a:lnTo>
                  <a:lnTo>
                    <a:pt x="36"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5" name="Google Shape;785;p3"/>
            <p:cNvSpPr/>
            <p:nvPr/>
          </p:nvSpPr>
          <p:spPr>
            <a:xfrm>
              <a:off x="4507" y="3538"/>
              <a:ext cx="557" cy="333"/>
            </a:xfrm>
            <a:custGeom>
              <a:rect b="b" l="l" r="r" t="t"/>
              <a:pathLst>
                <a:path extrusionOk="0" h="333" w="557">
                  <a:moveTo>
                    <a:pt x="287" y="101"/>
                  </a:moveTo>
                  <a:lnTo>
                    <a:pt x="297" y="108"/>
                  </a:lnTo>
                  <a:lnTo>
                    <a:pt x="310" y="111"/>
                  </a:lnTo>
                  <a:lnTo>
                    <a:pt x="323" y="118"/>
                  </a:lnTo>
                  <a:lnTo>
                    <a:pt x="333" y="121"/>
                  </a:lnTo>
                  <a:lnTo>
                    <a:pt x="347" y="125"/>
                  </a:lnTo>
                  <a:lnTo>
                    <a:pt x="360" y="128"/>
                  </a:lnTo>
                  <a:lnTo>
                    <a:pt x="373" y="135"/>
                  </a:lnTo>
                  <a:lnTo>
                    <a:pt x="387" y="139"/>
                  </a:lnTo>
                  <a:lnTo>
                    <a:pt x="397" y="142"/>
                  </a:lnTo>
                  <a:lnTo>
                    <a:pt x="410" y="142"/>
                  </a:lnTo>
                  <a:lnTo>
                    <a:pt x="423" y="146"/>
                  </a:lnTo>
                  <a:lnTo>
                    <a:pt x="453" y="146"/>
                  </a:lnTo>
                  <a:lnTo>
                    <a:pt x="463" y="142"/>
                  </a:lnTo>
                  <a:lnTo>
                    <a:pt x="477" y="139"/>
                  </a:lnTo>
                  <a:lnTo>
                    <a:pt x="490" y="135"/>
                  </a:lnTo>
                  <a:lnTo>
                    <a:pt x="500" y="132"/>
                  </a:lnTo>
                  <a:lnTo>
                    <a:pt x="507" y="128"/>
                  </a:lnTo>
                  <a:lnTo>
                    <a:pt x="513" y="125"/>
                  </a:lnTo>
                  <a:lnTo>
                    <a:pt x="520" y="121"/>
                  </a:lnTo>
                  <a:lnTo>
                    <a:pt x="527" y="115"/>
                  </a:lnTo>
                  <a:lnTo>
                    <a:pt x="537" y="111"/>
                  </a:lnTo>
                  <a:lnTo>
                    <a:pt x="543" y="108"/>
                  </a:lnTo>
                  <a:lnTo>
                    <a:pt x="547" y="101"/>
                  </a:lnTo>
                  <a:lnTo>
                    <a:pt x="553" y="108"/>
                  </a:lnTo>
                  <a:lnTo>
                    <a:pt x="553" y="111"/>
                  </a:lnTo>
                  <a:lnTo>
                    <a:pt x="557" y="115"/>
                  </a:lnTo>
                  <a:lnTo>
                    <a:pt x="553" y="146"/>
                  </a:lnTo>
                  <a:lnTo>
                    <a:pt x="550" y="173"/>
                  </a:lnTo>
                  <a:lnTo>
                    <a:pt x="543" y="198"/>
                  </a:lnTo>
                  <a:lnTo>
                    <a:pt x="537" y="225"/>
                  </a:lnTo>
                  <a:lnTo>
                    <a:pt x="530" y="253"/>
                  </a:lnTo>
                  <a:lnTo>
                    <a:pt x="527" y="281"/>
                  </a:lnTo>
                  <a:lnTo>
                    <a:pt x="517" y="305"/>
                  </a:lnTo>
                  <a:lnTo>
                    <a:pt x="510" y="333"/>
                  </a:lnTo>
                  <a:lnTo>
                    <a:pt x="0" y="329"/>
                  </a:lnTo>
                  <a:lnTo>
                    <a:pt x="3" y="312"/>
                  </a:lnTo>
                  <a:lnTo>
                    <a:pt x="7" y="295"/>
                  </a:lnTo>
                  <a:lnTo>
                    <a:pt x="13" y="277"/>
                  </a:lnTo>
                  <a:lnTo>
                    <a:pt x="17" y="260"/>
                  </a:lnTo>
                  <a:lnTo>
                    <a:pt x="20" y="239"/>
                  </a:lnTo>
                  <a:lnTo>
                    <a:pt x="27" y="222"/>
                  </a:lnTo>
                  <a:lnTo>
                    <a:pt x="30" y="205"/>
                  </a:lnTo>
                  <a:lnTo>
                    <a:pt x="33" y="187"/>
                  </a:lnTo>
                  <a:lnTo>
                    <a:pt x="43" y="163"/>
                  </a:lnTo>
                  <a:lnTo>
                    <a:pt x="50" y="139"/>
                  </a:lnTo>
                  <a:lnTo>
                    <a:pt x="57" y="118"/>
                  </a:lnTo>
                  <a:lnTo>
                    <a:pt x="63" y="94"/>
                  </a:lnTo>
                  <a:lnTo>
                    <a:pt x="70" y="69"/>
                  </a:lnTo>
                  <a:lnTo>
                    <a:pt x="80" y="49"/>
                  </a:lnTo>
                  <a:lnTo>
                    <a:pt x="87" y="24"/>
                  </a:lnTo>
                  <a:lnTo>
                    <a:pt x="97" y="0"/>
                  </a:lnTo>
                  <a:lnTo>
                    <a:pt x="107" y="7"/>
                  </a:lnTo>
                  <a:lnTo>
                    <a:pt x="120" y="14"/>
                  </a:lnTo>
                  <a:lnTo>
                    <a:pt x="130" y="18"/>
                  </a:lnTo>
                  <a:lnTo>
                    <a:pt x="143" y="24"/>
                  </a:lnTo>
                  <a:lnTo>
                    <a:pt x="157" y="31"/>
                  </a:lnTo>
                  <a:lnTo>
                    <a:pt x="167" y="38"/>
                  </a:lnTo>
                  <a:lnTo>
                    <a:pt x="177" y="45"/>
                  </a:lnTo>
                  <a:lnTo>
                    <a:pt x="190" y="52"/>
                  </a:lnTo>
                  <a:lnTo>
                    <a:pt x="200" y="59"/>
                  </a:lnTo>
                  <a:lnTo>
                    <a:pt x="213" y="66"/>
                  </a:lnTo>
                  <a:lnTo>
                    <a:pt x="227" y="73"/>
                  </a:lnTo>
                  <a:lnTo>
                    <a:pt x="237" y="80"/>
                  </a:lnTo>
                  <a:lnTo>
                    <a:pt x="250" y="87"/>
                  </a:lnTo>
                  <a:lnTo>
                    <a:pt x="260" y="90"/>
                  </a:lnTo>
                  <a:lnTo>
                    <a:pt x="273" y="97"/>
                  </a:lnTo>
                  <a:lnTo>
                    <a:pt x="287" y="101"/>
                  </a:lnTo>
                  <a:close/>
                </a:path>
              </a:pathLst>
            </a:custGeom>
            <a:solidFill>
              <a:srgbClr val="A828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6" name="Google Shape;786;p3"/>
            <p:cNvSpPr/>
            <p:nvPr/>
          </p:nvSpPr>
          <p:spPr>
            <a:xfrm>
              <a:off x="4790" y="3635"/>
              <a:ext cx="210" cy="52"/>
            </a:xfrm>
            <a:custGeom>
              <a:rect b="b" l="l" r="r" t="t"/>
              <a:pathLst>
                <a:path extrusionOk="0" h="52" w="210">
                  <a:moveTo>
                    <a:pt x="207" y="35"/>
                  </a:moveTo>
                  <a:lnTo>
                    <a:pt x="194" y="38"/>
                  </a:lnTo>
                  <a:lnTo>
                    <a:pt x="180" y="42"/>
                  </a:lnTo>
                  <a:lnTo>
                    <a:pt x="170" y="45"/>
                  </a:lnTo>
                  <a:lnTo>
                    <a:pt x="140" y="45"/>
                  </a:lnTo>
                  <a:lnTo>
                    <a:pt x="127" y="42"/>
                  </a:lnTo>
                  <a:lnTo>
                    <a:pt x="117" y="42"/>
                  </a:lnTo>
                  <a:lnTo>
                    <a:pt x="104" y="38"/>
                  </a:lnTo>
                  <a:lnTo>
                    <a:pt x="90" y="35"/>
                  </a:lnTo>
                  <a:lnTo>
                    <a:pt x="77" y="31"/>
                  </a:lnTo>
                  <a:lnTo>
                    <a:pt x="64" y="24"/>
                  </a:lnTo>
                  <a:lnTo>
                    <a:pt x="54" y="21"/>
                  </a:lnTo>
                  <a:lnTo>
                    <a:pt x="40" y="18"/>
                  </a:lnTo>
                  <a:lnTo>
                    <a:pt x="27" y="11"/>
                  </a:lnTo>
                  <a:lnTo>
                    <a:pt x="14" y="7"/>
                  </a:lnTo>
                  <a:lnTo>
                    <a:pt x="4" y="0"/>
                  </a:lnTo>
                  <a:lnTo>
                    <a:pt x="0" y="7"/>
                  </a:lnTo>
                  <a:lnTo>
                    <a:pt x="14" y="14"/>
                  </a:lnTo>
                  <a:lnTo>
                    <a:pt x="24" y="18"/>
                  </a:lnTo>
                  <a:lnTo>
                    <a:pt x="37" y="24"/>
                  </a:lnTo>
                  <a:lnTo>
                    <a:pt x="50" y="28"/>
                  </a:lnTo>
                  <a:lnTo>
                    <a:pt x="64" y="31"/>
                  </a:lnTo>
                  <a:lnTo>
                    <a:pt x="77" y="38"/>
                  </a:lnTo>
                  <a:lnTo>
                    <a:pt x="90" y="42"/>
                  </a:lnTo>
                  <a:lnTo>
                    <a:pt x="100" y="45"/>
                  </a:lnTo>
                  <a:lnTo>
                    <a:pt x="114" y="49"/>
                  </a:lnTo>
                  <a:lnTo>
                    <a:pt x="140" y="49"/>
                  </a:lnTo>
                  <a:lnTo>
                    <a:pt x="154" y="52"/>
                  </a:lnTo>
                  <a:lnTo>
                    <a:pt x="170" y="49"/>
                  </a:lnTo>
                  <a:lnTo>
                    <a:pt x="184" y="49"/>
                  </a:lnTo>
                  <a:lnTo>
                    <a:pt x="194" y="45"/>
                  </a:lnTo>
                  <a:lnTo>
                    <a:pt x="210" y="42"/>
                  </a:lnTo>
                  <a:lnTo>
                    <a:pt x="207"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7" name="Google Shape;787;p3"/>
            <p:cNvSpPr/>
            <p:nvPr/>
          </p:nvSpPr>
          <p:spPr>
            <a:xfrm>
              <a:off x="4997" y="3632"/>
              <a:ext cx="60" cy="45"/>
            </a:xfrm>
            <a:custGeom>
              <a:rect b="b" l="l" r="r" t="t"/>
              <a:pathLst>
                <a:path extrusionOk="0" h="45" w="60">
                  <a:moveTo>
                    <a:pt x="57" y="3"/>
                  </a:moveTo>
                  <a:lnTo>
                    <a:pt x="50" y="10"/>
                  </a:lnTo>
                  <a:lnTo>
                    <a:pt x="43" y="14"/>
                  </a:lnTo>
                  <a:lnTo>
                    <a:pt x="37" y="17"/>
                  </a:lnTo>
                  <a:lnTo>
                    <a:pt x="30" y="24"/>
                  </a:lnTo>
                  <a:lnTo>
                    <a:pt x="23" y="27"/>
                  </a:lnTo>
                  <a:lnTo>
                    <a:pt x="17" y="31"/>
                  </a:lnTo>
                  <a:lnTo>
                    <a:pt x="7" y="34"/>
                  </a:lnTo>
                  <a:lnTo>
                    <a:pt x="0" y="38"/>
                  </a:lnTo>
                  <a:lnTo>
                    <a:pt x="3" y="45"/>
                  </a:lnTo>
                  <a:lnTo>
                    <a:pt x="10" y="41"/>
                  </a:lnTo>
                  <a:lnTo>
                    <a:pt x="20" y="38"/>
                  </a:lnTo>
                  <a:lnTo>
                    <a:pt x="27" y="34"/>
                  </a:lnTo>
                  <a:lnTo>
                    <a:pt x="33" y="31"/>
                  </a:lnTo>
                  <a:lnTo>
                    <a:pt x="40" y="24"/>
                  </a:lnTo>
                  <a:lnTo>
                    <a:pt x="47" y="21"/>
                  </a:lnTo>
                  <a:lnTo>
                    <a:pt x="60" y="7"/>
                  </a:lnTo>
                  <a:lnTo>
                    <a:pt x="57" y="10"/>
                  </a:lnTo>
                  <a:lnTo>
                    <a:pt x="57" y="0"/>
                  </a:lnTo>
                  <a:lnTo>
                    <a:pt x="5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8" name="Google Shape;788;p3"/>
            <p:cNvSpPr/>
            <p:nvPr/>
          </p:nvSpPr>
          <p:spPr>
            <a:xfrm>
              <a:off x="5054" y="3635"/>
              <a:ext cx="13" cy="21"/>
            </a:xfrm>
            <a:custGeom>
              <a:rect b="b" l="l" r="r" t="t"/>
              <a:pathLst>
                <a:path extrusionOk="0" h="21" w="13">
                  <a:moveTo>
                    <a:pt x="13" y="18"/>
                  </a:moveTo>
                  <a:lnTo>
                    <a:pt x="10" y="14"/>
                  </a:lnTo>
                  <a:lnTo>
                    <a:pt x="10" y="11"/>
                  </a:lnTo>
                  <a:lnTo>
                    <a:pt x="6" y="4"/>
                  </a:lnTo>
                  <a:lnTo>
                    <a:pt x="0" y="0"/>
                  </a:lnTo>
                  <a:lnTo>
                    <a:pt x="0" y="7"/>
                  </a:lnTo>
                  <a:lnTo>
                    <a:pt x="3" y="7"/>
                  </a:lnTo>
                  <a:lnTo>
                    <a:pt x="3" y="14"/>
                  </a:lnTo>
                  <a:lnTo>
                    <a:pt x="10" y="21"/>
                  </a:lnTo>
                  <a:lnTo>
                    <a:pt x="6" y="18"/>
                  </a:lnTo>
                  <a:lnTo>
                    <a:pt x="13" y="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9" name="Google Shape;789;p3"/>
            <p:cNvSpPr/>
            <p:nvPr/>
          </p:nvSpPr>
          <p:spPr>
            <a:xfrm>
              <a:off x="5014" y="3653"/>
              <a:ext cx="53" cy="221"/>
            </a:xfrm>
            <a:custGeom>
              <a:rect b="b" l="l" r="r" t="t"/>
              <a:pathLst>
                <a:path extrusionOk="0" h="221" w="53">
                  <a:moveTo>
                    <a:pt x="3" y="221"/>
                  </a:moveTo>
                  <a:lnTo>
                    <a:pt x="6" y="218"/>
                  </a:lnTo>
                  <a:lnTo>
                    <a:pt x="13" y="190"/>
                  </a:lnTo>
                  <a:lnTo>
                    <a:pt x="20" y="166"/>
                  </a:lnTo>
                  <a:lnTo>
                    <a:pt x="26" y="138"/>
                  </a:lnTo>
                  <a:lnTo>
                    <a:pt x="33" y="110"/>
                  </a:lnTo>
                  <a:lnTo>
                    <a:pt x="40" y="86"/>
                  </a:lnTo>
                  <a:lnTo>
                    <a:pt x="46" y="58"/>
                  </a:lnTo>
                  <a:lnTo>
                    <a:pt x="50" y="31"/>
                  </a:lnTo>
                  <a:lnTo>
                    <a:pt x="53" y="0"/>
                  </a:lnTo>
                  <a:lnTo>
                    <a:pt x="46" y="0"/>
                  </a:lnTo>
                  <a:lnTo>
                    <a:pt x="43" y="31"/>
                  </a:lnTo>
                  <a:lnTo>
                    <a:pt x="40" y="55"/>
                  </a:lnTo>
                  <a:lnTo>
                    <a:pt x="33" y="83"/>
                  </a:lnTo>
                  <a:lnTo>
                    <a:pt x="26" y="110"/>
                  </a:lnTo>
                  <a:lnTo>
                    <a:pt x="20" y="138"/>
                  </a:lnTo>
                  <a:lnTo>
                    <a:pt x="16" y="166"/>
                  </a:lnTo>
                  <a:lnTo>
                    <a:pt x="6" y="190"/>
                  </a:lnTo>
                  <a:lnTo>
                    <a:pt x="0" y="218"/>
                  </a:lnTo>
                  <a:lnTo>
                    <a:pt x="3" y="214"/>
                  </a:lnTo>
                  <a:lnTo>
                    <a:pt x="3" y="221"/>
                  </a:lnTo>
                  <a:lnTo>
                    <a:pt x="6" y="221"/>
                  </a:lnTo>
                  <a:lnTo>
                    <a:pt x="6" y="218"/>
                  </a:lnTo>
                  <a:lnTo>
                    <a:pt x="3" y="2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0" name="Google Shape;790;p3"/>
            <p:cNvSpPr/>
            <p:nvPr/>
          </p:nvSpPr>
          <p:spPr>
            <a:xfrm>
              <a:off x="4504" y="3864"/>
              <a:ext cx="513" cy="10"/>
            </a:xfrm>
            <a:custGeom>
              <a:rect b="b" l="l" r="r" t="t"/>
              <a:pathLst>
                <a:path extrusionOk="0" h="10" w="513">
                  <a:moveTo>
                    <a:pt x="0" y="3"/>
                  </a:moveTo>
                  <a:lnTo>
                    <a:pt x="3" y="7"/>
                  </a:lnTo>
                  <a:lnTo>
                    <a:pt x="513" y="10"/>
                  </a:lnTo>
                  <a:lnTo>
                    <a:pt x="513" y="3"/>
                  </a:lnTo>
                  <a:lnTo>
                    <a:pt x="3" y="0"/>
                  </a:lnTo>
                  <a:lnTo>
                    <a:pt x="6" y="3"/>
                  </a:lnTo>
                  <a:lnTo>
                    <a:pt x="0" y="3"/>
                  </a:lnTo>
                  <a:lnTo>
                    <a:pt x="0" y="7"/>
                  </a:lnTo>
                  <a:lnTo>
                    <a:pt x="3" y="7"/>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1" name="Google Shape;791;p3"/>
            <p:cNvSpPr/>
            <p:nvPr/>
          </p:nvSpPr>
          <p:spPr>
            <a:xfrm>
              <a:off x="4504" y="3722"/>
              <a:ext cx="40" cy="145"/>
            </a:xfrm>
            <a:custGeom>
              <a:rect b="b" l="l" r="r" t="t"/>
              <a:pathLst>
                <a:path extrusionOk="0" h="145" w="40">
                  <a:moveTo>
                    <a:pt x="33" y="0"/>
                  </a:moveTo>
                  <a:lnTo>
                    <a:pt x="30" y="21"/>
                  </a:lnTo>
                  <a:lnTo>
                    <a:pt x="26" y="38"/>
                  </a:lnTo>
                  <a:lnTo>
                    <a:pt x="20" y="55"/>
                  </a:lnTo>
                  <a:lnTo>
                    <a:pt x="16" y="73"/>
                  </a:lnTo>
                  <a:lnTo>
                    <a:pt x="13" y="90"/>
                  </a:lnTo>
                  <a:lnTo>
                    <a:pt x="6" y="111"/>
                  </a:lnTo>
                  <a:lnTo>
                    <a:pt x="3" y="128"/>
                  </a:lnTo>
                  <a:lnTo>
                    <a:pt x="0" y="145"/>
                  </a:lnTo>
                  <a:lnTo>
                    <a:pt x="6" y="145"/>
                  </a:lnTo>
                  <a:lnTo>
                    <a:pt x="10" y="128"/>
                  </a:lnTo>
                  <a:lnTo>
                    <a:pt x="13" y="111"/>
                  </a:lnTo>
                  <a:lnTo>
                    <a:pt x="16" y="93"/>
                  </a:lnTo>
                  <a:lnTo>
                    <a:pt x="23" y="76"/>
                  </a:lnTo>
                  <a:lnTo>
                    <a:pt x="26" y="59"/>
                  </a:lnTo>
                  <a:lnTo>
                    <a:pt x="33" y="38"/>
                  </a:lnTo>
                  <a:lnTo>
                    <a:pt x="36" y="21"/>
                  </a:lnTo>
                  <a:lnTo>
                    <a:pt x="40" y="3"/>
                  </a:lnTo>
                  <a:lnTo>
                    <a:pt x="3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2" name="Google Shape;792;p3"/>
            <p:cNvSpPr/>
            <p:nvPr/>
          </p:nvSpPr>
          <p:spPr>
            <a:xfrm>
              <a:off x="4537" y="3535"/>
              <a:ext cx="70" cy="190"/>
            </a:xfrm>
            <a:custGeom>
              <a:rect b="b" l="l" r="r" t="t"/>
              <a:pathLst>
                <a:path extrusionOk="0" h="190" w="70">
                  <a:moveTo>
                    <a:pt x="67" y="0"/>
                  </a:moveTo>
                  <a:lnTo>
                    <a:pt x="63" y="3"/>
                  </a:lnTo>
                  <a:lnTo>
                    <a:pt x="53" y="27"/>
                  </a:lnTo>
                  <a:lnTo>
                    <a:pt x="47" y="48"/>
                  </a:lnTo>
                  <a:lnTo>
                    <a:pt x="37" y="72"/>
                  </a:lnTo>
                  <a:lnTo>
                    <a:pt x="30" y="97"/>
                  </a:lnTo>
                  <a:lnTo>
                    <a:pt x="23" y="118"/>
                  </a:lnTo>
                  <a:lnTo>
                    <a:pt x="17" y="142"/>
                  </a:lnTo>
                  <a:lnTo>
                    <a:pt x="10" y="166"/>
                  </a:lnTo>
                  <a:lnTo>
                    <a:pt x="0" y="187"/>
                  </a:lnTo>
                  <a:lnTo>
                    <a:pt x="7" y="190"/>
                  </a:lnTo>
                  <a:lnTo>
                    <a:pt x="17" y="166"/>
                  </a:lnTo>
                  <a:lnTo>
                    <a:pt x="23" y="145"/>
                  </a:lnTo>
                  <a:lnTo>
                    <a:pt x="30" y="121"/>
                  </a:lnTo>
                  <a:lnTo>
                    <a:pt x="37" y="97"/>
                  </a:lnTo>
                  <a:lnTo>
                    <a:pt x="43" y="76"/>
                  </a:lnTo>
                  <a:lnTo>
                    <a:pt x="53" y="52"/>
                  </a:lnTo>
                  <a:lnTo>
                    <a:pt x="60" y="27"/>
                  </a:lnTo>
                  <a:lnTo>
                    <a:pt x="70" y="7"/>
                  </a:lnTo>
                  <a:lnTo>
                    <a:pt x="63" y="7"/>
                  </a:lnTo>
                  <a:lnTo>
                    <a:pt x="67" y="0"/>
                  </a:lnTo>
                  <a:lnTo>
                    <a:pt x="63" y="0"/>
                  </a:lnTo>
                  <a:lnTo>
                    <a:pt x="63" y="3"/>
                  </a:lnTo>
                  <a:lnTo>
                    <a:pt x="6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3" name="Google Shape;793;p3"/>
            <p:cNvSpPr/>
            <p:nvPr/>
          </p:nvSpPr>
          <p:spPr>
            <a:xfrm>
              <a:off x="4600" y="3535"/>
              <a:ext cx="194" cy="107"/>
            </a:xfrm>
            <a:custGeom>
              <a:rect b="b" l="l" r="r" t="t"/>
              <a:pathLst>
                <a:path extrusionOk="0" h="107" w="194">
                  <a:moveTo>
                    <a:pt x="194" y="100"/>
                  </a:moveTo>
                  <a:lnTo>
                    <a:pt x="180" y="97"/>
                  </a:lnTo>
                  <a:lnTo>
                    <a:pt x="170" y="93"/>
                  </a:lnTo>
                  <a:lnTo>
                    <a:pt x="157" y="86"/>
                  </a:lnTo>
                  <a:lnTo>
                    <a:pt x="144" y="79"/>
                  </a:lnTo>
                  <a:lnTo>
                    <a:pt x="134" y="72"/>
                  </a:lnTo>
                  <a:lnTo>
                    <a:pt x="120" y="66"/>
                  </a:lnTo>
                  <a:lnTo>
                    <a:pt x="110" y="59"/>
                  </a:lnTo>
                  <a:lnTo>
                    <a:pt x="100" y="52"/>
                  </a:lnTo>
                  <a:lnTo>
                    <a:pt x="87" y="45"/>
                  </a:lnTo>
                  <a:lnTo>
                    <a:pt x="74" y="38"/>
                  </a:lnTo>
                  <a:lnTo>
                    <a:pt x="64" y="34"/>
                  </a:lnTo>
                  <a:lnTo>
                    <a:pt x="54" y="24"/>
                  </a:lnTo>
                  <a:lnTo>
                    <a:pt x="40" y="17"/>
                  </a:lnTo>
                  <a:lnTo>
                    <a:pt x="30" y="14"/>
                  </a:lnTo>
                  <a:lnTo>
                    <a:pt x="17" y="7"/>
                  </a:lnTo>
                  <a:lnTo>
                    <a:pt x="4" y="0"/>
                  </a:lnTo>
                  <a:lnTo>
                    <a:pt x="0" y="7"/>
                  </a:lnTo>
                  <a:lnTo>
                    <a:pt x="14" y="14"/>
                  </a:lnTo>
                  <a:lnTo>
                    <a:pt x="27" y="21"/>
                  </a:lnTo>
                  <a:lnTo>
                    <a:pt x="37" y="24"/>
                  </a:lnTo>
                  <a:lnTo>
                    <a:pt x="47" y="34"/>
                  </a:lnTo>
                  <a:lnTo>
                    <a:pt x="60" y="38"/>
                  </a:lnTo>
                  <a:lnTo>
                    <a:pt x="70" y="45"/>
                  </a:lnTo>
                  <a:lnTo>
                    <a:pt x="84" y="52"/>
                  </a:lnTo>
                  <a:lnTo>
                    <a:pt x="97" y="59"/>
                  </a:lnTo>
                  <a:lnTo>
                    <a:pt x="107" y="66"/>
                  </a:lnTo>
                  <a:lnTo>
                    <a:pt x="120" y="72"/>
                  </a:lnTo>
                  <a:lnTo>
                    <a:pt x="130" y="79"/>
                  </a:lnTo>
                  <a:lnTo>
                    <a:pt x="140" y="86"/>
                  </a:lnTo>
                  <a:lnTo>
                    <a:pt x="154" y="93"/>
                  </a:lnTo>
                  <a:lnTo>
                    <a:pt x="167" y="97"/>
                  </a:lnTo>
                  <a:lnTo>
                    <a:pt x="177" y="104"/>
                  </a:lnTo>
                  <a:lnTo>
                    <a:pt x="190" y="107"/>
                  </a:lnTo>
                  <a:lnTo>
                    <a:pt x="194" y="1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4" name="Google Shape;794;p3"/>
            <p:cNvSpPr/>
            <p:nvPr/>
          </p:nvSpPr>
          <p:spPr>
            <a:xfrm>
              <a:off x="4104" y="3562"/>
              <a:ext cx="66" cy="35"/>
            </a:xfrm>
            <a:custGeom>
              <a:rect b="b" l="l" r="r" t="t"/>
              <a:pathLst>
                <a:path extrusionOk="0" h="35" w="66">
                  <a:moveTo>
                    <a:pt x="66" y="0"/>
                  </a:moveTo>
                  <a:lnTo>
                    <a:pt x="63" y="11"/>
                  </a:lnTo>
                  <a:lnTo>
                    <a:pt x="60" y="18"/>
                  </a:lnTo>
                  <a:lnTo>
                    <a:pt x="56" y="28"/>
                  </a:lnTo>
                  <a:lnTo>
                    <a:pt x="53" y="35"/>
                  </a:lnTo>
                  <a:lnTo>
                    <a:pt x="0" y="35"/>
                  </a:lnTo>
                  <a:lnTo>
                    <a:pt x="3" y="32"/>
                  </a:lnTo>
                  <a:lnTo>
                    <a:pt x="3" y="25"/>
                  </a:lnTo>
                  <a:lnTo>
                    <a:pt x="10" y="18"/>
                  </a:lnTo>
                  <a:lnTo>
                    <a:pt x="10" y="11"/>
                  </a:lnTo>
                  <a:lnTo>
                    <a:pt x="16" y="4"/>
                  </a:lnTo>
                  <a:lnTo>
                    <a:pt x="16" y="0"/>
                  </a:lnTo>
                  <a:lnTo>
                    <a:pt x="66" y="0"/>
                  </a:lnTo>
                  <a:close/>
                </a:path>
              </a:pathLst>
            </a:custGeom>
            <a:solidFill>
              <a:srgbClr val="FFF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5" name="Google Shape;795;p3"/>
            <p:cNvSpPr/>
            <p:nvPr/>
          </p:nvSpPr>
          <p:spPr>
            <a:xfrm>
              <a:off x="4154" y="3562"/>
              <a:ext cx="20" cy="39"/>
            </a:xfrm>
            <a:custGeom>
              <a:rect b="b" l="l" r="r" t="t"/>
              <a:pathLst>
                <a:path extrusionOk="0" h="39" w="20">
                  <a:moveTo>
                    <a:pt x="3" y="39"/>
                  </a:moveTo>
                  <a:lnTo>
                    <a:pt x="3" y="35"/>
                  </a:lnTo>
                  <a:lnTo>
                    <a:pt x="10" y="28"/>
                  </a:lnTo>
                  <a:lnTo>
                    <a:pt x="13" y="21"/>
                  </a:lnTo>
                  <a:lnTo>
                    <a:pt x="16" y="11"/>
                  </a:lnTo>
                  <a:lnTo>
                    <a:pt x="20" y="0"/>
                  </a:lnTo>
                  <a:lnTo>
                    <a:pt x="13" y="0"/>
                  </a:lnTo>
                  <a:lnTo>
                    <a:pt x="10" y="11"/>
                  </a:lnTo>
                  <a:lnTo>
                    <a:pt x="6" y="18"/>
                  </a:lnTo>
                  <a:lnTo>
                    <a:pt x="3" y="25"/>
                  </a:lnTo>
                  <a:lnTo>
                    <a:pt x="0" y="32"/>
                  </a:lnTo>
                  <a:lnTo>
                    <a:pt x="3" y="32"/>
                  </a:lnTo>
                  <a:lnTo>
                    <a:pt x="3" y="39"/>
                  </a:lnTo>
                  <a:lnTo>
                    <a:pt x="3" y="35"/>
                  </a:lnTo>
                  <a:lnTo>
                    <a:pt x="3" y="3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6" name="Google Shape;796;p3"/>
            <p:cNvSpPr/>
            <p:nvPr/>
          </p:nvSpPr>
          <p:spPr>
            <a:xfrm>
              <a:off x="4097" y="3594"/>
              <a:ext cx="60" cy="7"/>
            </a:xfrm>
            <a:custGeom>
              <a:rect b="b" l="l" r="r" t="t"/>
              <a:pathLst>
                <a:path extrusionOk="0" h="7" w="60">
                  <a:moveTo>
                    <a:pt x="3" y="0"/>
                  </a:moveTo>
                  <a:lnTo>
                    <a:pt x="7" y="7"/>
                  </a:lnTo>
                  <a:lnTo>
                    <a:pt x="60" y="7"/>
                  </a:lnTo>
                  <a:lnTo>
                    <a:pt x="60" y="0"/>
                  </a:lnTo>
                  <a:lnTo>
                    <a:pt x="7" y="0"/>
                  </a:lnTo>
                  <a:lnTo>
                    <a:pt x="10" y="3"/>
                  </a:lnTo>
                  <a:lnTo>
                    <a:pt x="3" y="0"/>
                  </a:lnTo>
                  <a:lnTo>
                    <a:pt x="0" y="7"/>
                  </a:lnTo>
                  <a:lnTo>
                    <a:pt x="7" y="7"/>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7" name="Google Shape;797;p3"/>
            <p:cNvSpPr/>
            <p:nvPr/>
          </p:nvSpPr>
          <p:spPr>
            <a:xfrm>
              <a:off x="4100" y="3559"/>
              <a:ext cx="24" cy="38"/>
            </a:xfrm>
            <a:custGeom>
              <a:rect b="b" l="l" r="r" t="t"/>
              <a:pathLst>
                <a:path extrusionOk="0" h="38" w="24">
                  <a:moveTo>
                    <a:pt x="20" y="0"/>
                  </a:moveTo>
                  <a:lnTo>
                    <a:pt x="20" y="3"/>
                  </a:lnTo>
                  <a:lnTo>
                    <a:pt x="10" y="14"/>
                  </a:lnTo>
                  <a:lnTo>
                    <a:pt x="10" y="17"/>
                  </a:lnTo>
                  <a:lnTo>
                    <a:pt x="7" y="24"/>
                  </a:lnTo>
                  <a:lnTo>
                    <a:pt x="4" y="28"/>
                  </a:lnTo>
                  <a:lnTo>
                    <a:pt x="4" y="31"/>
                  </a:lnTo>
                  <a:lnTo>
                    <a:pt x="0" y="35"/>
                  </a:lnTo>
                  <a:lnTo>
                    <a:pt x="7" y="38"/>
                  </a:lnTo>
                  <a:lnTo>
                    <a:pt x="10" y="35"/>
                  </a:lnTo>
                  <a:lnTo>
                    <a:pt x="10" y="31"/>
                  </a:lnTo>
                  <a:lnTo>
                    <a:pt x="14" y="24"/>
                  </a:lnTo>
                  <a:lnTo>
                    <a:pt x="14" y="21"/>
                  </a:lnTo>
                  <a:lnTo>
                    <a:pt x="20" y="14"/>
                  </a:lnTo>
                  <a:lnTo>
                    <a:pt x="20" y="10"/>
                  </a:lnTo>
                  <a:lnTo>
                    <a:pt x="24" y="7"/>
                  </a:lnTo>
                  <a:lnTo>
                    <a:pt x="20" y="10"/>
                  </a:lnTo>
                  <a:lnTo>
                    <a:pt x="20" y="0"/>
                  </a:lnTo>
                  <a:lnTo>
                    <a:pt x="20" y="3"/>
                  </a:lnTo>
                  <a:lnTo>
                    <a:pt x="2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8" name="Google Shape;798;p3"/>
            <p:cNvSpPr/>
            <p:nvPr/>
          </p:nvSpPr>
          <p:spPr>
            <a:xfrm>
              <a:off x="4120" y="3559"/>
              <a:ext cx="54" cy="10"/>
            </a:xfrm>
            <a:custGeom>
              <a:rect b="b" l="l" r="r" t="t"/>
              <a:pathLst>
                <a:path extrusionOk="0" h="10" w="54">
                  <a:moveTo>
                    <a:pt x="54" y="3"/>
                  </a:moveTo>
                  <a:lnTo>
                    <a:pt x="50" y="0"/>
                  </a:lnTo>
                  <a:lnTo>
                    <a:pt x="0" y="0"/>
                  </a:lnTo>
                  <a:lnTo>
                    <a:pt x="0" y="10"/>
                  </a:lnTo>
                  <a:lnTo>
                    <a:pt x="50" y="10"/>
                  </a:lnTo>
                  <a:lnTo>
                    <a:pt x="47" y="3"/>
                  </a:lnTo>
                  <a:lnTo>
                    <a:pt x="54" y="3"/>
                  </a:lnTo>
                  <a:lnTo>
                    <a:pt x="54" y="0"/>
                  </a:lnTo>
                  <a:lnTo>
                    <a:pt x="50" y="0"/>
                  </a:lnTo>
                  <a:lnTo>
                    <a:pt x="54"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9" name="Google Shape;799;p3"/>
            <p:cNvSpPr/>
            <p:nvPr/>
          </p:nvSpPr>
          <p:spPr>
            <a:xfrm>
              <a:off x="4614" y="3607"/>
              <a:ext cx="106" cy="167"/>
            </a:xfrm>
            <a:custGeom>
              <a:rect b="b" l="l" r="r" t="t"/>
              <a:pathLst>
                <a:path extrusionOk="0" h="167" w="106">
                  <a:moveTo>
                    <a:pt x="106" y="77"/>
                  </a:moveTo>
                  <a:lnTo>
                    <a:pt x="106" y="84"/>
                  </a:lnTo>
                  <a:lnTo>
                    <a:pt x="100" y="91"/>
                  </a:lnTo>
                  <a:lnTo>
                    <a:pt x="96" y="91"/>
                  </a:lnTo>
                  <a:lnTo>
                    <a:pt x="93" y="94"/>
                  </a:lnTo>
                  <a:lnTo>
                    <a:pt x="86" y="94"/>
                  </a:lnTo>
                  <a:lnTo>
                    <a:pt x="80" y="98"/>
                  </a:lnTo>
                  <a:lnTo>
                    <a:pt x="66" y="98"/>
                  </a:lnTo>
                  <a:lnTo>
                    <a:pt x="60" y="101"/>
                  </a:lnTo>
                  <a:lnTo>
                    <a:pt x="53" y="101"/>
                  </a:lnTo>
                  <a:lnTo>
                    <a:pt x="46" y="104"/>
                  </a:lnTo>
                  <a:lnTo>
                    <a:pt x="40" y="104"/>
                  </a:lnTo>
                  <a:lnTo>
                    <a:pt x="33" y="108"/>
                  </a:lnTo>
                  <a:lnTo>
                    <a:pt x="40" y="115"/>
                  </a:lnTo>
                  <a:lnTo>
                    <a:pt x="46" y="118"/>
                  </a:lnTo>
                  <a:lnTo>
                    <a:pt x="53" y="125"/>
                  </a:lnTo>
                  <a:lnTo>
                    <a:pt x="60" y="129"/>
                  </a:lnTo>
                  <a:lnTo>
                    <a:pt x="63" y="136"/>
                  </a:lnTo>
                  <a:lnTo>
                    <a:pt x="70" y="139"/>
                  </a:lnTo>
                  <a:lnTo>
                    <a:pt x="73" y="146"/>
                  </a:lnTo>
                  <a:lnTo>
                    <a:pt x="80" y="153"/>
                  </a:lnTo>
                  <a:lnTo>
                    <a:pt x="80" y="163"/>
                  </a:lnTo>
                  <a:lnTo>
                    <a:pt x="76" y="167"/>
                  </a:lnTo>
                  <a:lnTo>
                    <a:pt x="73" y="167"/>
                  </a:lnTo>
                  <a:lnTo>
                    <a:pt x="56" y="149"/>
                  </a:lnTo>
                  <a:lnTo>
                    <a:pt x="50" y="139"/>
                  </a:lnTo>
                  <a:lnTo>
                    <a:pt x="40" y="129"/>
                  </a:lnTo>
                  <a:lnTo>
                    <a:pt x="30" y="122"/>
                  </a:lnTo>
                  <a:lnTo>
                    <a:pt x="20" y="115"/>
                  </a:lnTo>
                  <a:lnTo>
                    <a:pt x="13" y="108"/>
                  </a:lnTo>
                  <a:lnTo>
                    <a:pt x="0" y="101"/>
                  </a:lnTo>
                  <a:lnTo>
                    <a:pt x="3" y="98"/>
                  </a:lnTo>
                  <a:lnTo>
                    <a:pt x="16" y="98"/>
                  </a:lnTo>
                  <a:lnTo>
                    <a:pt x="23" y="94"/>
                  </a:lnTo>
                  <a:lnTo>
                    <a:pt x="53" y="94"/>
                  </a:lnTo>
                  <a:lnTo>
                    <a:pt x="60" y="91"/>
                  </a:lnTo>
                  <a:lnTo>
                    <a:pt x="66" y="91"/>
                  </a:lnTo>
                  <a:lnTo>
                    <a:pt x="73" y="87"/>
                  </a:lnTo>
                  <a:lnTo>
                    <a:pt x="80" y="87"/>
                  </a:lnTo>
                  <a:lnTo>
                    <a:pt x="86" y="84"/>
                  </a:lnTo>
                  <a:lnTo>
                    <a:pt x="93" y="80"/>
                  </a:lnTo>
                  <a:lnTo>
                    <a:pt x="93" y="77"/>
                  </a:lnTo>
                  <a:lnTo>
                    <a:pt x="66" y="49"/>
                  </a:lnTo>
                  <a:lnTo>
                    <a:pt x="60" y="39"/>
                  </a:lnTo>
                  <a:lnTo>
                    <a:pt x="50" y="32"/>
                  </a:lnTo>
                  <a:lnTo>
                    <a:pt x="43" y="21"/>
                  </a:lnTo>
                  <a:lnTo>
                    <a:pt x="33" y="14"/>
                  </a:lnTo>
                  <a:lnTo>
                    <a:pt x="23" y="7"/>
                  </a:lnTo>
                  <a:lnTo>
                    <a:pt x="23" y="4"/>
                  </a:lnTo>
                  <a:lnTo>
                    <a:pt x="26" y="0"/>
                  </a:lnTo>
                  <a:lnTo>
                    <a:pt x="33" y="0"/>
                  </a:lnTo>
                  <a:lnTo>
                    <a:pt x="36" y="4"/>
                  </a:lnTo>
                  <a:lnTo>
                    <a:pt x="46" y="11"/>
                  </a:lnTo>
                  <a:lnTo>
                    <a:pt x="56" y="18"/>
                  </a:lnTo>
                  <a:lnTo>
                    <a:pt x="66" y="28"/>
                  </a:lnTo>
                  <a:lnTo>
                    <a:pt x="73" y="39"/>
                  </a:lnTo>
                  <a:lnTo>
                    <a:pt x="83" y="46"/>
                  </a:lnTo>
                  <a:lnTo>
                    <a:pt x="90" y="56"/>
                  </a:lnTo>
                  <a:lnTo>
                    <a:pt x="100" y="66"/>
                  </a:lnTo>
                  <a:lnTo>
                    <a:pt x="106" y="7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0" name="Google Shape;800;p3"/>
            <p:cNvSpPr/>
            <p:nvPr/>
          </p:nvSpPr>
          <p:spPr>
            <a:xfrm>
              <a:off x="4700" y="3684"/>
              <a:ext cx="24" cy="21"/>
            </a:xfrm>
            <a:custGeom>
              <a:rect b="b" l="l" r="r" t="t"/>
              <a:pathLst>
                <a:path extrusionOk="0" h="21" w="24">
                  <a:moveTo>
                    <a:pt x="0" y="21"/>
                  </a:moveTo>
                  <a:lnTo>
                    <a:pt x="7" y="21"/>
                  </a:lnTo>
                  <a:lnTo>
                    <a:pt x="10" y="17"/>
                  </a:lnTo>
                  <a:lnTo>
                    <a:pt x="17" y="14"/>
                  </a:lnTo>
                  <a:lnTo>
                    <a:pt x="20" y="10"/>
                  </a:lnTo>
                  <a:lnTo>
                    <a:pt x="20" y="7"/>
                  </a:lnTo>
                  <a:lnTo>
                    <a:pt x="24" y="3"/>
                  </a:lnTo>
                  <a:lnTo>
                    <a:pt x="24" y="0"/>
                  </a:lnTo>
                  <a:lnTo>
                    <a:pt x="17" y="0"/>
                  </a:lnTo>
                  <a:lnTo>
                    <a:pt x="17" y="3"/>
                  </a:lnTo>
                  <a:lnTo>
                    <a:pt x="14" y="7"/>
                  </a:lnTo>
                  <a:lnTo>
                    <a:pt x="14" y="10"/>
                  </a:lnTo>
                  <a:lnTo>
                    <a:pt x="10" y="10"/>
                  </a:lnTo>
                  <a:lnTo>
                    <a:pt x="4" y="14"/>
                  </a:lnTo>
                  <a:lnTo>
                    <a:pt x="0" y="14"/>
                  </a:lnTo>
                  <a:lnTo>
                    <a:pt x="0"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1" name="Google Shape;801;p3"/>
            <p:cNvSpPr/>
            <p:nvPr/>
          </p:nvSpPr>
          <p:spPr>
            <a:xfrm>
              <a:off x="4644" y="3698"/>
              <a:ext cx="56" cy="20"/>
            </a:xfrm>
            <a:custGeom>
              <a:rect b="b" l="l" r="r" t="t"/>
              <a:pathLst>
                <a:path extrusionOk="0" h="20" w="56">
                  <a:moveTo>
                    <a:pt x="6" y="13"/>
                  </a:moveTo>
                  <a:lnTo>
                    <a:pt x="6" y="20"/>
                  </a:lnTo>
                  <a:lnTo>
                    <a:pt x="13" y="17"/>
                  </a:lnTo>
                  <a:lnTo>
                    <a:pt x="20" y="17"/>
                  </a:lnTo>
                  <a:lnTo>
                    <a:pt x="23" y="13"/>
                  </a:lnTo>
                  <a:lnTo>
                    <a:pt x="36" y="13"/>
                  </a:lnTo>
                  <a:lnTo>
                    <a:pt x="43" y="10"/>
                  </a:lnTo>
                  <a:lnTo>
                    <a:pt x="50" y="10"/>
                  </a:lnTo>
                  <a:lnTo>
                    <a:pt x="56" y="7"/>
                  </a:lnTo>
                  <a:lnTo>
                    <a:pt x="56" y="0"/>
                  </a:lnTo>
                  <a:lnTo>
                    <a:pt x="50" y="3"/>
                  </a:lnTo>
                  <a:lnTo>
                    <a:pt x="43" y="3"/>
                  </a:lnTo>
                  <a:lnTo>
                    <a:pt x="36" y="7"/>
                  </a:lnTo>
                  <a:lnTo>
                    <a:pt x="23" y="7"/>
                  </a:lnTo>
                  <a:lnTo>
                    <a:pt x="16" y="10"/>
                  </a:lnTo>
                  <a:lnTo>
                    <a:pt x="10" y="10"/>
                  </a:lnTo>
                  <a:lnTo>
                    <a:pt x="3" y="13"/>
                  </a:lnTo>
                  <a:lnTo>
                    <a:pt x="3" y="20"/>
                  </a:lnTo>
                  <a:lnTo>
                    <a:pt x="3" y="13"/>
                  </a:lnTo>
                  <a:lnTo>
                    <a:pt x="0" y="17"/>
                  </a:lnTo>
                  <a:lnTo>
                    <a:pt x="3" y="20"/>
                  </a:lnTo>
                  <a:lnTo>
                    <a:pt x="6" y="1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2" name="Google Shape;802;p3"/>
            <p:cNvSpPr/>
            <p:nvPr/>
          </p:nvSpPr>
          <p:spPr>
            <a:xfrm>
              <a:off x="4647" y="3711"/>
              <a:ext cx="50" cy="52"/>
            </a:xfrm>
            <a:custGeom>
              <a:rect b="b" l="l" r="r" t="t"/>
              <a:pathLst>
                <a:path extrusionOk="0" h="52" w="50">
                  <a:moveTo>
                    <a:pt x="50" y="49"/>
                  </a:moveTo>
                  <a:lnTo>
                    <a:pt x="43" y="42"/>
                  </a:lnTo>
                  <a:lnTo>
                    <a:pt x="40" y="35"/>
                  </a:lnTo>
                  <a:lnTo>
                    <a:pt x="27" y="21"/>
                  </a:lnTo>
                  <a:lnTo>
                    <a:pt x="20" y="18"/>
                  </a:lnTo>
                  <a:lnTo>
                    <a:pt x="17" y="11"/>
                  </a:lnTo>
                  <a:lnTo>
                    <a:pt x="10" y="7"/>
                  </a:lnTo>
                  <a:lnTo>
                    <a:pt x="3" y="0"/>
                  </a:lnTo>
                  <a:lnTo>
                    <a:pt x="0" y="7"/>
                  </a:lnTo>
                  <a:lnTo>
                    <a:pt x="7" y="11"/>
                  </a:lnTo>
                  <a:lnTo>
                    <a:pt x="13" y="18"/>
                  </a:lnTo>
                  <a:lnTo>
                    <a:pt x="17" y="25"/>
                  </a:lnTo>
                  <a:lnTo>
                    <a:pt x="23" y="28"/>
                  </a:lnTo>
                  <a:lnTo>
                    <a:pt x="40" y="45"/>
                  </a:lnTo>
                  <a:lnTo>
                    <a:pt x="43" y="52"/>
                  </a:lnTo>
                  <a:lnTo>
                    <a:pt x="50" y="4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3" name="Google Shape;803;p3"/>
            <p:cNvSpPr/>
            <p:nvPr/>
          </p:nvSpPr>
          <p:spPr>
            <a:xfrm>
              <a:off x="4687" y="3760"/>
              <a:ext cx="10" cy="17"/>
            </a:xfrm>
            <a:custGeom>
              <a:rect b="b" l="l" r="r" t="t"/>
              <a:pathLst>
                <a:path extrusionOk="0" h="17" w="10">
                  <a:moveTo>
                    <a:pt x="3" y="17"/>
                  </a:moveTo>
                  <a:lnTo>
                    <a:pt x="10" y="10"/>
                  </a:lnTo>
                  <a:lnTo>
                    <a:pt x="10" y="0"/>
                  </a:lnTo>
                  <a:lnTo>
                    <a:pt x="3" y="3"/>
                  </a:lnTo>
                  <a:lnTo>
                    <a:pt x="3" y="10"/>
                  </a:lnTo>
                  <a:lnTo>
                    <a:pt x="0" y="14"/>
                  </a:lnTo>
                  <a:lnTo>
                    <a:pt x="3" y="10"/>
                  </a:lnTo>
                  <a:lnTo>
                    <a:pt x="3" y="17"/>
                  </a:lnTo>
                  <a:lnTo>
                    <a:pt x="7" y="17"/>
                  </a:lnTo>
                  <a:lnTo>
                    <a:pt x="7" y="14"/>
                  </a:lnTo>
                  <a:lnTo>
                    <a:pt x="3"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4" name="Google Shape;804;p3"/>
            <p:cNvSpPr/>
            <p:nvPr/>
          </p:nvSpPr>
          <p:spPr>
            <a:xfrm>
              <a:off x="4684" y="3770"/>
              <a:ext cx="6" cy="7"/>
            </a:xfrm>
            <a:custGeom>
              <a:rect b="b" l="l" r="r" t="t"/>
              <a:pathLst>
                <a:path extrusionOk="0" h="7" w="6">
                  <a:moveTo>
                    <a:pt x="0" y="7"/>
                  </a:moveTo>
                  <a:lnTo>
                    <a:pt x="6" y="7"/>
                  </a:lnTo>
                  <a:lnTo>
                    <a:pt x="6" y="0"/>
                  </a:lnTo>
                  <a:lnTo>
                    <a:pt x="3" y="0"/>
                  </a:lnTo>
                  <a:lnTo>
                    <a:pt x="0" y="7"/>
                  </a:lnTo>
                  <a:lnTo>
                    <a:pt x="3" y="7"/>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5" name="Google Shape;805;p3"/>
            <p:cNvSpPr/>
            <p:nvPr/>
          </p:nvSpPr>
          <p:spPr>
            <a:xfrm>
              <a:off x="4607" y="3705"/>
              <a:ext cx="80" cy="72"/>
            </a:xfrm>
            <a:custGeom>
              <a:rect b="b" l="l" r="r" t="t"/>
              <a:pathLst>
                <a:path extrusionOk="0" h="72" w="80">
                  <a:moveTo>
                    <a:pt x="3" y="3"/>
                  </a:moveTo>
                  <a:lnTo>
                    <a:pt x="7" y="6"/>
                  </a:lnTo>
                  <a:lnTo>
                    <a:pt x="17" y="13"/>
                  </a:lnTo>
                  <a:lnTo>
                    <a:pt x="27" y="17"/>
                  </a:lnTo>
                  <a:lnTo>
                    <a:pt x="43" y="34"/>
                  </a:lnTo>
                  <a:lnTo>
                    <a:pt x="53" y="41"/>
                  </a:lnTo>
                  <a:lnTo>
                    <a:pt x="60" y="51"/>
                  </a:lnTo>
                  <a:lnTo>
                    <a:pt x="70" y="62"/>
                  </a:lnTo>
                  <a:lnTo>
                    <a:pt x="77" y="72"/>
                  </a:lnTo>
                  <a:lnTo>
                    <a:pt x="80" y="65"/>
                  </a:lnTo>
                  <a:lnTo>
                    <a:pt x="73" y="58"/>
                  </a:lnTo>
                  <a:lnTo>
                    <a:pt x="67" y="48"/>
                  </a:lnTo>
                  <a:lnTo>
                    <a:pt x="60" y="38"/>
                  </a:lnTo>
                  <a:lnTo>
                    <a:pt x="50" y="27"/>
                  </a:lnTo>
                  <a:lnTo>
                    <a:pt x="40" y="20"/>
                  </a:lnTo>
                  <a:lnTo>
                    <a:pt x="30" y="13"/>
                  </a:lnTo>
                  <a:lnTo>
                    <a:pt x="20" y="6"/>
                  </a:lnTo>
                  <a:lnTo>
                    <a:pt x="7" y="0"/>
                  </a:lnTo>
                  <a:lnTo>
                    <a:pt x="10" y="6"/>
                  </a:lnTo>
                  <a:lnTo>
                    <a:pt x="3" y="3"/>
                  </a:lnTo>
                  <a:lnTo>
                    <a:pt x="0" y="6"/>
                  </a:lnTo>
                  <a:lnTo>
                    <a:pt x="7" y="6"/>
                  </a:lnTo>
                  <a:lnTo>
                    <a:pt x="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6" name="Google Shape;806;p3"/>
            <p:cNvSpPr/>
            <p:nvPr/>
          </p:nvSpPr>
          <p:spPr>
            <a:xfrm>
              <a:off x="4610" y="3698"/>
              <a:ext cx="44" cy="13"/>
            </a:xfrm>
            <a:custGeom>
              <a:rect b="b" l="l" r="r" t="t"/>
              <a:pathLst>
                <a:path extrusionOk="0" h="13" w="44">
                  <a:moveTo>
                    <a:pt x="44" y="0"/>
                  </a:moveTo>
                  <a:lnTo>
                    <a:pt x="27" y="0"/>
                  </a:lnTo>
                  <a:lnTo>
                    <a:pt x="20" y="3"/>
                  </a:lnTo>
                  <a:lnTo>
                    <a:pt x="10" y="3"/>
                  </a:lnTo>
                  <a:lnTo>
                    <a:pt x="7" y="7"/>
                  </a:lnTo>
                  <a:lnTo>
                    <a:pt x="0" y="10"/>
                  </a:lnTo>
                  <a:lnTo>
                    <a:pt x="7" y="13"/>
                  </a:lnTo>
                  <a:lnTo>
                    <a:pt x="10" y="10"/>
                  </a:lnTo>
                  <a:lnTo>
                    <a:pt x="14" y="10"/>
                  </a:lnTo>
                  <a:lnTo>
                    <a:pt x="17" y="7"/>
                  </a:lnTo>
                  <a:lnTo>
                    <a:pt x="44" y="7"/>
                  </a:lnTo>
                  <a:lnTo>
                    <a:pt x="4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7" name="Google Shape;807;p3"/>
            <p:cNvSpPr/>
            <p:nvPr/>
          </p:nvSpPr>
          <p:spPr>
            <a:xfrm>
              <a:off x="4654" y="3684"/>
              <a:ext cx="56" cy="21"/>
            </a:xfrm>
            <a:custGeom>
              <a:rect b="b" l="l" r="r" t="t"/>
              <a:pathLst>
                <a:path extrusionOk="0" h="21" w="56">
                  <a:moveTo>
                    <a:pt x="50" y="3"/>
                  </a:moveTo>
                  <a:lnTo>
                    <a:pt x="50" y="0"/>
                  </a:lnTo>
                  <a:lnTo>
                    <a:pt x="46" y="3"/>
                  </a:lnTo>
                  <a:lnTo>
                    <a:pt x="40" y="7"/>
                  </a:lnTo>
                  <a:lnTo>
                    <a:pt x="33" y="7"/>
                  </a:lnTo>
                  <a:lnTo>
                    <a:pt x="26" y="10"/>
                  </a:lnTo>
                  <a:lnTo>
                    <a:pt x="20" y="10"/>
                  </a:lnTo>
                  <a:lnTo>
                    <a:pt x="13" y="14"/>
                  </a:lnTo>
                  <a:lnTo>
                    <a:pt x="0" y="14"/>
                  </a:lnTo>
                  <a:lnTo>
                    <a:pt x="0" y="21"/>
                  </a:lnTo>
                  <a:lnTo>
                    <a:pt x="13" y="21"/>
                  </a:lnTo>
                  <a:lnTo>
                    <a:pt x="20" y="17"/>
                  </a:lnTo>
                  <a:lnTo>
                    <a:pt x="30" y="17"/>
                  </a:lnTo>
                  <a:lnTo>
                    <a:pt x="33" y="14"/>
                  </a:lnTo>
                  <a:lnTo>
                    <a:pt x="43" y="14"/>
                  </a:lnTo>
                  <a:lnTo>
                    <a:pt x="50" y="10"/>
                  </a:lnTo>
                  <a:lnTo>
                    <a:pt x="56" y="3"/>
                  </a:lnTo>
                  <a:lnTo>
                    <a:pt x="53" y="7"/>
                  </a:lnTo>
                  <a:lnTo>
                    <a:pt x="56" y="7"/>
                  </a:lnTo>
                  <a:lnTo>
                    <a:pt x="56" y="3"/>
                  </a:lnTo>
                  <a:lnTo>
                    <a:pt x="5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8" name="Google Shape;808;p3"/>
            <p:cNvSpPr/>
            <p:nvPr/>
          </p:nvSpPr>
          <p:spPr>
            <a:xfrm>
              <a:off x="4704" y="3680"/>
              <a:ext cx="6" cy="7"/>
            </a:xfrm>
            <a:custGeom>
              <a:rect b="b" l="l" r="r" t="t"/>
              <a:pathLst>
                <a:path extrusionOk="0" h="7" w="6">
                  <a:moveTo>
                    <a:pt x="0" y="7"/>
                  </a:moveTo>
                  <a:lnTo>
                    <a:pt x="0" y="4"/>
                  </a:lnTo>
                  <a:lnTo>
                    <a:pt x="0" y="7"/>
                  </a:lnTo>
                  <a:lnTo>
                    <a:pt x="6" y="7"/>
                  </a:lnTo>
                  <a:lnTo>
                    <a:pt x="6" y="0"/>
                  </a:lnTo>
                  <a:lnTo>
                    <a:pt x="6" y="4"/>
                  </a:lnTo>
                  <a:lnTo>
                    <a:pt x="6"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9" name="Google Shape;809;p3"/>
            <p:cNvSpPr/>
            <p:nvPr/>
          </p:nvSpPr>
          <p:spPr>
            <a:xfrm>
              <a:off x="4634" y="3611"/>
              <a:ext cx="76" cy="76"/>
            </a:xfrm>
            <a:custGeom>
              <a:rect b="b" l="l" r="r" t="t"/>
              <a:pathLst>
                <a:path extrusionOk="0" h="76" w="76">
                  <a:moveTo>
                    <a:pt x="0" y="3"/>
                  </a:moveTo>
                  <a:lnTo>
                    <a:pt x="0" y="7"/>
                  </a:lnTo>
                  <a:lnTo>
                    <a:pt x="10" y="14"/>
                  </a:lnTo>
                  <a:lnTo>
                    <a:pt x="20" y="21"/>
                  </a:lnTo>
                  <a:lnTo>
                    <a:pt x="30" y="28"/>
                  </a:lnTo>
                  <a:lnTo>
                    <a:pt x="36" y="38"/>
                  </a:lnTo>
                  <a:lnTo>
                    <a:pt x="43" y="48"/>
                  </a:lnTo>
                  <a:lnTo>
                    <a:pt x="53" y="55"/>
                  </a:lnTo>
                  <a:lnTo>
                    <a:pt x="63" y="66"/>
                  </a:lnTo>
                  <a:lnTo>
                    <a:pt x="70" y="76"/>
                  </a:lnTo>
                  <a:lnTo>
                    <a:pt x="76" y="69"/>
                  </a:lnTo>
                  <a:lnTo>
                    <a:pt x="66" y="62"/>
                  </a:lnTo>
                  <a:lnTo>
                    <a:pt x="60" y="52"/>
                  </a:lnTo>
                  <a:lnTo>
                    <a:pt x="50" y="42"/>
                  </a:lnTo>
                  <a:lnTo>
                    <a:pt x="40" y="35"/>
                  </a:lnTo>
                  <a:lnTo>
                    <a:pt x="33" y="24"/>
                  </a:lnTo>
                  <a:lnTo>
                    <a:pt x="23" y="14"/>
                  </a:lnTo>
                  <a:lnTo>
                    <a:pt x="13" y="7"/>
                  </a:lnTo>
                  <a:lnTo>
                    <a:pt x="3" y="0"/>
                  </a:lnTo>
                  <a:lnTo>
                    <a:pt x="6" y="3"/>
                  </a:lnTo>
                  <a:lnTo>
                    <a:pt x="0" y="3"/>
                  </a:lnTo>
                  <a:lnTo>
                    <a:pt x="0" y="7"/>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0" name="Google Shape;810;p3"/>
            <p:cNvSpPr/>
            <p:nvPr/>
          </p:nvSpPr>
          <p:spPr>
            <a:xfrm>
              <a:off x="4634" y="3604"/>
              <a:ext cx="20" cy="10"/>
            </a:xfrm>
            <a:custGeom>
              <a:rect b="b" l="l" r="r" t="t"/>
              <a:pathLst>
                <a:path extrusionOk="0" h="10" w="20">
                  <a:moveTo>
                    <a:pt x="16" y="3"/>
                  </a:moveTo>
                  <a:lnTo>
                    <a:pt x="20" y="3"/>
                  </a:lnTo>
                  <a:lnTo>
                    <a:pt x="13" y="0"/>
                  </a:lnTo>
                  <a:lnTo>
                    <a:pt x="6" y="0"/>
                  </a:lnTo>
                  <a:lnTo>
                    <a:pt x="0" y="3"/>
                  </a:lnTo>
                  <a:lnTo>
                    <a:pt x="0" y="10"/>
                  </a:lnTo>
                  <a:lnTo>
                    <a:pt x="6" y="10"/>
                  </a:lnTo>
                  <a:lnTo>
                    <a:pt x="6" y="7"/>
                  </a:lnTo>
                  <a:lnTo>
                    <a:pt x="13" y="7"/>
                  </a:lnTo>
                  <a:lnTo>
                    <a:pt x="16"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1" name="Google Shape;811;p3"/>
            <p:cNvSpPr/>
            <p:nvPr/>
          </p:nvSpPr>
          <p:spPr>
            <a:xfrm>
              <a:off x="4647" y="3607"/>
              <a:ext cx="77" cy="77"/>
            </a:xfrm>
            <a:custGeom>
              <a:rect b="b" l="l" r="r" t="t"/>
              <a:pathLst>
                <a:path extrusionOk="0" h="77" w="77">
                  <a:moveTo>
                    <a:pt x="77" y="77"/>
                  </a:moveTo>
                  <a:lnTo>
                    <a:pt x="77" y="73"/>
                  </a:lnTo>
                  <a:lnTo>
                    <a:pt x="70" y="63"/>
                  </a:lnTo>
                  <a:lnTo>
                    <a:pt x="60" y="56"/>
                  </a:lnTo>
                  <a:lnTo>
                    <a:pt x="53" y="46"/>
                  </a:lnTo>
                  <a:lnTo>
                    <a:pt x="43" y="35"/>
                  </a:lnTo>
                  <a:lnTo>
                    <a:pt x="37" y="25"/>
                  </a:lnTo>
                  <a:lnTo>
                    <a:pt x="27" y="14"/>
                  </a:lnTo>
                  <a:lnTo>
                    <a:pt x="17" y="7"/>
                  </a:lnTo>
                  <a:lnTo>
                    <a:pt x="3" y="0"/>
                  </a:lnTo>
                  <a:lnTo>
                    <a:pt x="0" y="4"/>
                  </a:lnTo>
                  <a:lnTo>
                    <a:pt x="10" y="14"/>
                  </a:lnTo>
                  <a:lnTo>
                    <a:pt x="20" y="21"/>
                  </a:lnTo>
                  <a:lnTo>
                    <a:pt x="30" y="28"/>
                  </a:lnTo>
                  <a:lnTo>
                    <a:pt x="37" y="39"/>
                  </a:lnTo>
                  <a:lnTo>
                    <a:pt x="57" y="59"/>
                  </a:lnTo>
                  <a:lnTo>
                    <a:pt x="63" y="70"/>
                  </a:lnTo>
                  <a:lnTo>
                    <a:pt x="73" y="77"/>
                  </a:lnTo>
                  <a:lnTo>
                    <a:pt x="70" y="77"/>
                  </a:lnTo>
                  <a:lnTo>
                    <a:pt x="77" y="77"/>
                  </a:lnTo>
                  <a:lnTo>
                    <a:pt x="77" y="73"/>
                  </a:lnTo>
                  <a:lnTo>
                    <a:pt x="77" y="7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818" name="Google Shape;818;p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819" name="Google Shape;819;p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820" name="Google Shape;820;p4"/>
          <p:cNvSpPr txBox="1"/>
          <p:nvPr/>
        </p:nvSpPr>
        <p:spPr>
          <a:xfrm>
            <a:off x="457200" y="1752600"/>
            <a:ext cx="4114800" cy="4419600"/>
          </a:xfrm>
          <a:prstGeom prst="rect">
            <a:avLst/>
          </a:prstGeom>
          <a:gradFill>
            <a:gsLst>
              <a:gs pos="0">
                <a:srgbClr val="DCDCDC"/>
              </a:gs>
              <a:gs pos="50000">
                <a:schemeClr val="lt1"/>
              </a:gs>
              <a:gs pos="100000">
                <a:srgbClr val="DCDCDC"/>
              </a:gs>
            </a:gsLst>
            <a:lin ang="27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1" name="Google Shape;821;p4"/>
          <p:cNvSpPr txBox="1"/>
          <p:nvPr/>
        </p:nvSpPr>
        <p:spPr>
          <a:xfrm>
            <a:off x="4572000" y="1752600"/>
            <a:ext cx="4114800" cy="4419600"/>
          </a:xfrm>
          <a:prstGeom prst="rect">
            <a:avLst/>
          </a:prstGeom>
          <a:gradFill>
            <a:gsLst>
              <a:gs pos="0">
                <a:srgbClr val="DCDCDC"/>
              </a:gs>
              <a:gs pos="50000">
                <a:schemeClr val="lt1"/>
              </a:gs>
              <a:gs pos="100000">
                <a:srgbClr val="DCDCDC"/>
              </a:gs>
            </a:gsLst>
            <a:lin ang="27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2" name="Google Shape;822;p4"/>
          <p:cNvSpPr txBox="1"/>
          <p:nvPr>
            <p:ph type="title"/>
          </p:nvPr>
        </p:nvSpPr>
        <p:spPr>
          <a:xfrm>
            <a:off x="457200" y="381000"/>
            <a:ext cx="8229600" cy="13716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Gauge the Audience</a:t>
            </a:r>
            <a:endParaRPr/>
          </a:p>
        </p:txBody>
      </p:sp>
      <p:sp>
        <p:nvSpPr>
          <p:cNvPr id="823" name="Google Shape;823;p4"/>
          <p:cNvSpPr txBox="1"/>
          <p:nvPr/>
        </p:nvSpPr>
        <p:spPr>
          <a:xfrm>
            <a:off x="5257800" y="3810000"/>
            <a:ext cx="2514600" cy="533400"/>
          </a:xfrm>
          <a:prstGeom prst="rect">
            <a:avLst/>
          </a:prstGeom>
          <a:gradFill>
            <a:gsLst>
              <a:gs pos="0">
                <a:srgbClr val="DBDBDB"/>
              </a:gs>
              <a:gs pos="50000">
                <a:srgbClr val="FFFFFF"/>
              </a:gs>
              <a:gs pos="100000">
                <a:srgbClr val="DBDBDB"/>
              </a:gs>
            </a:gsLst>
            <a:lin ang="5400000" scaled="0"/>
          </a:grad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Attitudes</a:t>
            </a:r>
            <a:endParaRPr/>
          </a:p>
        </p:txBody>
      </p:sp>
      <p:sp>
        <p:nvSpPr>
          <p:cNvPr id="824" name="Google Shape;824;p4"/>
          <p:cNvSpPr txBox="1"/>
          <p:nvPr/>
        </p:nvSpPr>
        <p:spPr>
          <a:xfrm>
            <a:off x="5257800" y="2971800"/>
            <a:ext cx="2514600" cy="533400"/>
          </a:xfrm>
          <a:prstGeom prst="rect">
            <a:avLst/>
          </a:prstGeom>
          <a:gradFill>
            <a:gsLst>
              <a:gs pos="0">
                <a:srgbClr val="DBDBDB"/>
              </a:gs>
              <a:gs pos="50000">
                <a:srgbClr val="FFFFFF"/>
              </a:gs>
              <a:gs pos="100000">
                <a:srgbClr val="DBDBDB"/>
              </a:gs>
            </a:gsLst>
            <a:lin ang="5400000" scaled="0"/>
          </a:grad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Personality</a:t>
            </a:r>
            <a:endParaRPr/>
          </a:p>
        </p:txBody>
      </p:sp>
      <p:sp>
        <p:nvSpPr>
          <p:cNvPr id="825" name="Google Shape;825;p4"/>
          <p:cNvSpPr txBox="1"/>
          <p:nvPr/>
        </p:nvSpPr>
        <p:spPr>
          <a:xfrm>
            <a:off x="5257800" y="4648200"/>
            <a:ext cx="2514600" cy="533400"/>
          </a:xfrm>
          <a:prstGeom prst="rect">
            <a:avLst/>
          </a:prstGeom>
          <a:gradFill>
            <a:gsLst>
              <a:gs pos="0">
                <a:srgbClr val="DBDBDB"/>
              </a:gs>
              <a:gs pos="50000">
                <a:srgbClr val="FFFFFF"/>
              </a:gs>
              <a:gs pos="100000">
                <a:srgbClr val="DBDBDB"/>
              </a:gs>
            </a:gsLst>
            <a:lin ang="5400000" scaled="0"/>
          </a:grad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Lifestyle</a:t>
            </a:r>
            <a:endParaRPr/>
          </a:p>
        </p:txBody>
      </p:sp>
      <p:sp>
        <p:nvSpPr>
          <p:cNvPr id="826" name="Google Shape;826;p4"/>
          <p:cNvSpPr txBox="1"/>
          <p:nvPr/>
        </p:nvSpPr>
        <p:spPr>
          <a:xfrm>
            <a:off x="5257800" y="5486400"/>
            <a:ext cx="2514600" cy="533400"/>
          </a:xfrm>
          <a:prstGeom prst="rect">
            <a:avLst/>
          </a:prstGeom>
          <a:gradFill>
            <a:gsLst>
              <a:gs pos="0">
                <a:srgbClr val="DBDBDB"/>
              </a:gs>
              <a:gs pos="50000">
                <a:srgbClr val="FFFFFF"/>
              </a:gs>
              <a:gs pos="100000">
                <a:srgbClr val="DBDBDB"/>
              </a:gs>
            </a:gsLst>
            <a:lin ang="5400000" scaled="0"/>
          </a:grad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Other Factors</a:t>
            </a:r>
            <a:endParaRPr/>
          </a:p>
        </p:txBody>
      </p:sp>
      <p:sp>
        <p:nvSpPr>
          <p:cNvPr id="827" name="Google Shape;827;p4"/>
          <p:cNvSpPr txBox="1"/>
          <p:nvPr/>
        </p:nvSpPr>
        <p:spPr>
          <a:xfrm>
            <a:off x="4800600" y="1905000"/>
            <a:ext cx="3429000" cy="838200"/>
          </a:xfrm>
          <a:prstGeom prst="rect">
            <a:avLst/>
          </a:prstGeom>
          <a:gradFill>
            <a:gsLst>
              <a:gs pos="0">
                <a:srgbClr val="DBDBDB"/>
              </a:gs>
              <a:gs pos="50000">
                <a:srgbClr val="FFFFFF"/>
              </a:gs>
              <a:gs pos="100000">
                <a:srgbClr val="DBDBDB"/>
              </a:gs>
            </a:gsLst>
            <a:lin ang="5400000" scaled="0"/>
          </a:grad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Psychographics</a:t>
            </a:r>
            <a:endParaRPr/>
          </a:p>
        </p:txBody>
      </p:sp>
      <p:sp>
        <p:nvSpPr>
          <p:cNvPr id="828" name="Google Shape;828;p4"/>
          <p:cNvSpPr txBox="1"/>
          <p:nvPr/>
        </p:nvSpPr>
        <p:spPr>
          <a:xfrm>
            <a:off x="1371600" y="3810000"/>
            <a:ext cx="2514600" cy="533400"/>
          </a:xfrm>
          <a:prstGeom prst="rect">
            <a:avLst/>
          </a:prstGeom>
          <a:gradFill>
            <a:gsLst>
              <a:gs pos="0">
                <a:srgbClr val="DBDBDB"/>
              </a:gs>
              <a:gs pos="50000">
                <a:srgbClr val="FFFFFF"/>
              </a:gs>
              <a:gs pos="100000">
                <a:srgbClr val="DBDBDB"/>
              </a:gs>
            </a:gsLst>
            <a:lin ang="5400000" scaled="0"/>
          </a:grad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Income</a:t>
            </a:r>
            <a:endParaRPr/>
          </a:p>
        </p:txBody>
      </p:sp>
      <p:sp>
        <p:nvSpPr>
          <p:cNvPr id="829" name="Google Shape;829;p4"/>
          <p:cNvSpPr txBox="1"/>
          <p:nvPr/>
        </p:nvSpPr>
        <p:spPr>
          <a:xfrm>
            <a:off x="1371600" y="2971800"/>
            <a:ext cx="2514600" cy="533400"/>
          </a:xfrm>
          <a:prstGeom prst="rect">
            <a:avLst/>
          </a:prstGeom>
          <a:gradFill>
            <a:gsLst>
              <a:gs pos="0">
                <a:srgbClr val="DBDBDB"/>
              </a:gs>
              <a:gs pos="50000">
                <a:srgbClr val="FFFFFF"/>
              </a:gs>
              <a:gs pos="100000">
                <a:srgbClr val="DBDBDB"/>
              </a:gs>
            </a:gsLst>
            <a:lin ang="5400000" scaled="0"/>
          </a:grad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Gender</a:t>
            </a:r>
            <a:endParaRPr/>
          </a:p>
        </p:txBody>
      </p:sp>
      <p:sp>
        <p:nvSpPr>
          <p:cNvPr id="830" name="Google Shape;830;p4"/>
          <p:cNvSpPr txBox="1"/>
          <p:nvPr/>
        </p:nvSpPr>
        <p:spPr>
          <a:xfrm>
            <a:off x="1371600" y="4648200"/>
            <a:ext cx="2514600" cy="533400"/>
          </a:xfrm>
          <a:prstGeom prst="rect">
            <a:avLst/>
          </a:prstGeom>
          <a:gradFill>
            <a:gsLst>
              <a:gs pos="0">
                <a:srgbClr val="DBDBDB"/>
              </a:gs>
              <a:gs pos="50000">
                <a:srgbClr val="FFFFFF"/>
              </a:gs>
              <a:gs pos="100000">
                <a:srgbClr val="DBDBDB"/>
              </a:gs>
            </a:gsLst>
            <a:lin ang="5400000" scaled="0"/>
          </a:grad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Education</a:t>
            </a:r>
            <a:endParaRPr/>
          </a:p>
        </p:txBody>
      </p:sp>
      <p:sp>
        <p:nvSpPr>
          <p:cNvPr id="831" name="Google Shape;831;p4"/>
          <p:cNvSpPr txBox="1"/>
          <p:nvPr/>
        </p:nvSpPr>
        <p:spPr>
          <a:xfrm>
            <a:off x="1371600" y="5486400"/>
            <a:ext cx="2514600" cy="533400"/>
          </a:xfrm>
          <a:prstGeom prst="rect">
            <a:avLst/>
          </a:prstGeom>
          <a:gradFill>
            <a:gsLst>
              <a:gs pos="0">
                <a:srgbClr val="DBDBDB"/>
              </a:gs>
              <a:gs pos="50000">
                <a:srgbClr val="FFFFFF"/>
              </a:gs>
              <a:gs pos="100000">
                <a:srgbClr val="DBDBDB"/>
              </a:gs>
            </a:gsLst>
            <a:lin ang="5400000" scaled="0"/>
          </a:grad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Other Factors</a:t>
            </a:r>
            <a:endParaRPr/>
          </a:p>
        </p:txBody>
      </p:sp>
      <p:sp>
        <p:nvSpPr>
          <p:cNvPr id="832" name="Google Shape;832;p4"/>
          <p:cNvSpPr txBox="1"/>
          <p:nvPr/>
        </p:nvSpPr>
        <p:spPr>
          <a:xfrm>
            <a:off x="914400" y="1905000"/>
            <a:ext cx="3429000" cy="838200"/>
          </a:xfrm>
          <a:prstGeom prst="rect">
            <a:avLst/>
          </a:prstGeom>
          <a:gradFill>
            <a:gsLst>
              <a:gs pos="0">
                <a:srgbClr val="DBDBDB"/>
              </a:gs>
              <a:gs pos="50000">
                <a:srgbClr val="FFFFFF"/>
              </a:gs>
              <a:gs pos="100000">
                <a:srgbClr val="DBDBDB"/>
              </a:gs>
            </a:gsLst>
            <a:lin ang="5400000" scaled="0"/>
          </a:grad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Demographics</a:t>
            </a:r>
            <a:endParaRPr/>
          </a:p>
        </p:txBody>
      </p:sp>
      <p:cxnSp>
        <p:nvCxnSpPr>
          <p:cNvPr id="833" name="Google Shape;833;p4"/>
          <p:cNvCxnSpPr/>
          <p:nvPr/>
        </p:nvCxnSpPr>
        <p:spPr>
          <a:xfrm flipH="1" rot="-5400000">
            <a:off x="685800" y="2552700"/>
            <a:ext cx="914400" cy="4572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834" name="Google Shape;834;p4"/>
          <p:cNvCxnSpPr/>
          <p:nvPr/>
        </p:nvCxnSpPr>
        <p:spPr>
          <a:xfrm flipH="1" rot="-5400000">
            <a:off x="953250" y="36568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835" name="Google Shape;835;p4"/>
          <p:cNvCxnSpPr/>
          <p:nvPr/>
        </p:nvCxnSpPr>
        <p:spPr>
          <a:xfrm flipH="1" rot="-5400000">
            <a:off x="953250" y="44950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836" name="Google Shape;836;p4"/>
          <p:cNvCxnSpPr/>
          <p:nvPr/>
        </p:nvCxnSpPr>
        <p:spPr>
          <a:xfrm flipH="1" rot="-5400000">
            <a:off x="953250" y="53332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837" name="Google Shape;837;p4"/>
          <p:cNvCxnSpPr/>
          <p:nvPr/>
        </p:nvCxnSpPr>
        <p:spPr>
          <a:xfrm rot="5400000">
            <a:off x="7543800" y="2552700"/>
            <a:ext cx="914400" cy="4572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838" name="Google Shape;838;p4"/>
          <p:cNvCxnSpPr/>
          <p:nvPr/>
        </p:nvCxnSpPr>
        <p:spPr>
          <a:xfrm flipH="1" rot="-5400000">
            <a:off x="7354050" y="36568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839" name="Google Shape;839;p4"/>
          <p:cNvCxnSpPr/>
          <p:nvPr/>
        </p:nvCxnSpPr>
        <p:spPr>
          <a:xfrm flipH="1" rot="-5400000">
            <a:off x="7354050" y="44950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840" name="Google Shape;840;p4"/>
          <p:cNvCxnSpPr/>
          <p:nvPr/>
        </p:nvCxnSpPr>
        <p:spPr>
          <a:xfrm flipH="1" rot="-5400000">
            <a:off x="7354050" y="53332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spTree>
  </p:cSld>
  <p:clrMapOvr>
    <a:masterClrMapping/>
  </p:clrMapOvr>
  <p:transition spd="slow">
    <p:spli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5"/>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847" name="Google Shape;847;p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848" name="Google Shape;848;p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849" name="Google Shape;849;p5"/>
          <p:cNvSpPr txBox="1"/>
          <p:nvPr/>
        </p:nvSpPr>
        <p:spPr>
          <a:xfrm>
            <a:off x="457200" y="2438400"/>
            <a:ext cx="4114800" cy="3733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50" name="Google Shape;850;p5"/>
          <p:cNvSpPr txBox="1"/>
          <p:nvPr/>
        </p:nvSpPr>
        <p:spPr>
          <a:xfrm>
            <a:off x="457200" y="381000"/>
            <a:ext cx="8229600" cy="20574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Consider</a:t>
            </a:r>
            <a:br>
              <a:rPr b="1" i="0" lang="en-US" sz="5400" u="none">
                <a:solidFill>
                  <a:schemeClr val="lt1"/>
                </a:solidFill>
                <a:latin typeface="Tahoma"/>
                <a:ea typeface="Tahoma"/>
                <a:cs typeface="Tahoma"/>
                <a:sym typeface="Tahoma"/>
              </a:rPr>
            </a:br>
            <a:r>
              <a:rPr b="1" i="0" lang="en-US" sz="5400" u="none">
                <a:solidFill>
                  <a:schemeClr val="lt1"/>
                </a:solidFill>
                <a:latin typeface="Tahoma"/>
                <a:ea typeface="Tahoma"/>
                <a:cs typeface="Tahoma"/>
                <a:sym typeface="Tahoma"/>
              </a:rPr>
              <a:t>Cultural Differences</a:t>
            </a:r>
            <a:endParaRPr/>
          </a:p>
        </p:txBody>
      </p:sp>
      <p:grpSp>
        <p:nvGrpSpPr>
          <p:cNvPr id="851" name="Google Shape;851;p5"/>
          <p:cNvGrpSpPr/>
          <p:nvPr/>
        </p:nvGrpSpPr>
        <p:grpSpPr>
          <a:xfrm>
            <a:off x="4572000" y="2438400"/>
            <a:ext cx="4114800" cy="3733800"/>
            <a:chOff x="288" y="1104"/>
            <a:chExt cx="2592" cy="2784"/>
          </a:xfrm>
        </p:grpSpPr>
        <p:sp>
          <p:nvSpPr>
            <p:cNvPr id="852" name="Google Shape;852;p5"/>
            <p:cNvSpPr txBox="1"/>
            <p:nvPr/>
          </p:nvSpPr>
          <p:spPr>
            <a:xfrm>
              <a:off x="288" y="2496"/>
              <a:ext cx="2592" cy="139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dk1"/>
                </a:buClr>
                <a:buSzPts val="3600"/>
                <a:buFont typeface="Tahoma"/>
                <a:buNone/>
              </a:pPr>
              <a:r>
                <a:rPr b="1" i="0" lang="en-US" sz="3600" u="none">
                  <a:solidFill>
                    <a:schemeClr val="dk1"/>
                  </a:solidFill>
                  <a:latin typeface="Tahoma"/>
                  <a:ea typeface="Tahoma"/>
                  <a:cs typeface="Tahoma"/>
                  <a:sym typeface="Tahoma"/>
                </a:rPr>
                <a:t>Individual</a:t>
              </a:r>
              <a:endParaRPr/>
            </a:p>
            <a:p>
              <a:pPr indent="0" lvl="0" marL="0" marR="0" rtl="0" algn="ctr">
                <a:lnSpc>
                  <a:spcPct val="110000"/>
                </a:lnSpc>
                <a:spcBef>
                  <a:spcPts val="0"/>
                </a:spcBef>
                <a:spcAft>
                  <a:spcPts val="0"/>
                </a:spcAft>
                <a:buClr>
                  <a:schemeClr val="dk1"/>
                </a:buClr>
                <a:buSzPts val="3600"/>
                <a:buFont typeface="Tahoma"/>
                <a:buNone/>
              </a:pPr>
              <a:r>
                <a:rPr b="1" i="0" lang="en-US" sz="3600" u="none">
                  <a:solidFill>
                    <a:schemeClr val="dk1"/>
                  </a:solidFill>
                  <a:latin typeface="Tahoma"/>
                  <a:ea typeface="Tahoma"/>
                  <a:cs typeface="Tahoma"/>
                  <a:sym typeface="Tahoma"/>
                </a:rPr>
                <a:t>Differences</a:t>
              </a:r>
              <a:endParaRPr/>
            </a:p>
          </p:txBody>
        </p:sp>
        <p:sp>
          <p:nvSpPr>
            <p:cNvPr id="853" name="Google Shape;853;p5"/>
            <p:cNvSpPr txBox="1"/>
            <p:nvPr/>
          </p:nvSpPr>
          <p:spPr>
            <a:xfrm>
              <a:off x="288" y="1104"/>
              <a:ext cx="2592" cy="139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dk1"/>
                </a:buClr>
                <a:buSzPts val="3600"/>
                <a:buFont typeface="Tahoma"/>
                <a:buNone/>
              </a:pPr>
              <a:r>
                <a:rPr b="1" i="0" lang="en-US" sz="3600" u="none">
                  <a:solidFill>
                    <a:schemeClr val="dk1"/>
                  </a:solidFill>
                  <a:latin typeface="Tahoma"/>
                  <a:ea typeface="Tahoma"/>
                  <a:cs typeface="Tahoma"/>
                  <a:sym typeface="Tahoma"/>
                </a:rPr>
                <a:t>Organizational</a:t>
              </a:r>
              <a:endParaRPr/>
            </a:p>
            <a:p>
              <a:pPr indent="0" lvl="0" marL="0" marR="0" rtl="0" algn="ctr">
                <a:lnSpc>
                  <a:spcPct val="110000"/>
                </a:lnSpc>
                <a:spcBef>
                  <a:spcPts val="0"/>
                </a:spcBef>
                <a:spcAft>
                  <a:spcPts val="0"/>
                </a:spcAft>
                <a:buClr>
                  <a:schemeClr val="dk1"/>
                </a:buClr>
                <a:buSzPts val="3600"/>
                <a:buFont typeface="Tahoma"/>
                <a:buNone/>
              </a:pPr>
              <a:r>
                <a:rPr b="1" i="0" lang="en-US" sz="3600" u="none">
                  <a:solidFill>
                    <a:schemeClr val="dk1"/>
                  </a:solidFill>
                  <a:latin typeface="Tahoma"/>
                  <a:ea typeface="Tahoma"/>
                  <a:cs typeface="Tahoma"/>
                  <a:sym typeface="Tahoma"/>
                </a:rPr>
                <a:t>Differences</a:t>
              </a:r>
              <a:endParaRPr/>
            </a:p>
          </p:txBody>
        </p:sp>
      </p:grpSp>
      <p:grpSp>
        <p:nvGrpSpPr>
          <p:cNvPr id="854" name="Google Shape;854;p5"/>
          <p:cNvGrpSpPr/>
          <p:nvPr/>
        </p:nvGrpSpPr>
        <p:grpSpPr>
          <a:xfrm>
            <a:off x="817562" y="2674937"/>
            <a:ext cx="3394075" cy="3260725"/>
            <a:chOff x="3532" y="1543"/>
            <a:chExt cx="1754" cy="1695"/>
          </a:xfrm>
        </p:grpSpPr>
        <p:sp>
          <p:nvSpPr>
            <p:cNvPr id="855" name="Google Shape;855;p5"/>
            <p:cNvSpPr/>
            <p:nvPr/>
          </p:nvSpPr>
          <p:spPr>
            <a:xfrm>
              <a:off x="3806" y="2740"/>
              <a:ext cx="401" cy="336"/>
            </a:xfrm>
            <a:custGeom>
              <a:rect b="b" l="l" r="r" t="t"/>
              <a:pathLst>
                <a:path extrusionOk="0" h="336" w="401">
                  <a:moveTo>
                    <a:pt x="401" y="336"/>
                  </a:moveTo>
                  <a:lnTo>
                    <a:pt x="396" y="336"/>
                  </a:lnTo>
                  <a:lnTo>
                    <a:pt x="382" y="336"/>
                  </a:lnTo>
                  <a:lnTo>
                    <a:pt x="359" y="336"/>
                  </a:lnTo>
                  <a:lnTo>
                    <a:pt x="333" y="336"/>
                  </a:lnTo>
                  <a:lnTo>
                    <a:pt x="301" y="336"/>
                  </a:lnTo>
                  <a:lnTo>
                    <a:pt x="268" y="336"/>
                  </a:lnTo>
                  <a:lnTo>
                    <a:pt x="236" y="336"/>
                  </a:lnTo>
                  <a:lnTo>
                    <a:pt x="206" y="336"/>
                  </a:lnTo>
                  <a:lnTo>
                    <a:pt x="153" y="329"/>
                  </a:lnTo>
                  <a:lnTo>
                    <a:pt x="106" y="312"/>
                  </a:lnTo>
                  <a:lnTo>
                    <a:pt x="64" y="282"/>
                  </a:lnTo>
                  <a:lnTo>
                    <a:pt x="30" y="241"/>
                  </a:lnTo>
                  <a:lnTo>
                    <a:pt x="9" y="194"/>
                  </a:lnTo>
                  <a:lnTo>
                    <a:pt x="0" y="136"/>
                  </a:lnTo>
                  <a:lnTo>
                    <a:pt x="9" y="71"/>
                  </a:lnTo>
                  <a:lnTo>
                    <a:pt x="34" y="0"/>
                  </a:lnTo>
                  <a:lnTo>
                    <a:pt x="401" y="0"/>
                  </a:lnTo>
                  <a:lnTo>
                    <a:pt x="401" y="336"/>
                  </a:lnTo>
                  <a:close/>
                </a:path>
              </a:pathLst>
            </a:custGeom>
            <a:gradFill>
              <a:gsLst>
                <a:gs pos="0">
                  <a:srgbClr val="00CC00"/>
                </a:gs>
                <a:gs pos="100000">
                  <a:srgbClr val="005E00"/>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56" name="Google Shape;856;p5"/>
            <p:cNvSpPr/>
            <p:nvPr/>
          </p:nvSpPr>
          <p:spPr>
            <a:xfrm>
              <a:off x="4869" y="2269"/>
              <a:ext cx="417" cy="484"/>
            </a:xfrm>
            <a:custGeom>
              <a:rect b="b" l="l" r="r" t="t"/>
              <a:pathLst>
                <a:path extrusionOk="0" h="484" w="417">
                  <a:moveTo>
                    <a:pt x="294" y="0"/>
                  </a:moveTo>
                  <a:lnTo>
                    <a:pt x="295" y="5"/>
                  </a:lnTo>
                  <a:lnTo>
                    <a:pt x="302" y="18"/>
                  </a:lnTo>
                  <a:lnTo>
                    <a:pt x="315" y="37"/>
                  </a:lnTo>
                  <a:lnTo>
                    <a:pt x="327" y="62"/>
                  </a:lnTo>
                  <a:lnTo>
                    <a:pt x="343" y="88"/>
                  </a:lnTo>
                  <a:lnTo>
                    <a:pt x="359" y="116"/>
                  </a:lnTo>
                  <a:lnTo>
                    <a:pt x="375" y="144"/>
                  </a:lnTo>
                  <a:lnTo>
                    <a:pt x="389" y="171"/>
                  </a:lnTo>
                  <a:lnTo>
                    <a:pt x="408" y="218"/>
                  </a:lnTo>
                  <a:lnTo>
                    <a:pt x="417" y="269"/>
                  </a:lnTo>
                  <a:lnTo>
                    <a:pt x="412" y="320"/>
                  </a:lnTo>
                  <a:lnTo>
                    <a:pt x="392" y="368"/>
                  </a:lnTo>
                  <a:lnTo>
                    <a:pt x="360" y="410"/>
                  </a:lnTo>
                  <a:lnTo>
                    <a:pt x="315" y="445"/>
                  </a:lnTo>
                  <a:lnTo>
                    <a:pt x="253" y="471"/>
                  </a:lnTo>
                  <a:lnTo>
                    <a:pt x="179" y="484"/>
                  </a:lnTo>
                  <a:lnTo>
                    <a:pt x="0" y="164"/>
                  </a:lnTo>
                  <a:lnTo>
                    <a:pt x="294" y="0"/>
                  </a:lnTo>
                  <a:close/>
                </a:path>
              </a:pathLst>
            </a:custGeom>
            <a:gradFill>
              <a:gsLst>
                <a:gs pos="0">
                  <a:srgbClr val="00CC00"/>
                </a:gs>
                <a:gs pos="100000">
                  <a:srgbClr val="005E00"/>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57" name="Google Shape;857;p5"/>
            <p:cNvSpPr/>
            <p:nvPr/>
          </p:nvSpPr>
          <p:spPr>
            <a:xfrm>
              <a:off x="3982" y="1575"/>
              <a:ext cx="477" cy="443"/>
            </a:xfrm>
            <a:custGeom>
              <a:rect b="b" l="l" r="r" t="t"/>
              <a:pathLst>
                <a:path extrusionOk="0" h="443" w="477">
                  <a:moveTo>
                    <a:pt x="0" y="270"/>
                  </a:moveTo>
                  <a:lnTo>
                    <a:pt x="4" y="265"/>
                  </a:lnTo>
                  <a:lnTo>
                    <a:pt x="11" y="253"/>
                  </a:lnTo>
                  <a:lnTo>
                    <a:pt x="21" y="233"/>
                  </a:lnTo>
                  <a:lnTo>
                    <a:pt x="36" y="211"/>
                  </a:lnTo>
                  <a:lnTo>
                    <a:pt x="51" y="184"/>
                  </a:lnTo>
                  <a:lnTo>
                    <a:pt x="69" y="156"/>
                  </a:lnTo>
                  <a:lnTo>
                    <a:pt x="85" y="128"/>
                  </a:lnTo>
                  <a:lnTo>
                    <a:pt x="101" y="102"/>
                  </a:lnTo>
                  <a:lnTo>
                    <a:pt x="115" y="79"/>
                  </a:lnTo>
                  <a:lnTo>
                    <a:pt x="132" y="59"/>
                  </a:lnTo>
                  <a:lnTo>
                    <a:pt x="152" y="42"/>
                  </a:lnTo>
                  <a:lnTo>
                    <a:pt x="173" y="28"/>
                  </a:lnTo>
                  <a:lnTo>
                    <a:pt x="196" y="15"/>
                  </a:lnTo>
                  <a:lnTo>
                    <a:pt x="220" y="8"/>
                  </a:lnTo>
                  <a:lnTo>
                    <a:pt x="245" y="1"/>
                  </a:lnTo>
                  <a:lnTo>
                    <a:pt x="271" y="0"/>
                  </a:lnTo>
                  <a:lnTo>
                    <a:pt x="298" y="1"/>
                  </a:lnTo>
                  <a:lnTo>
                    <a:pt x="324" y="7"/>
                  </a:lnTo>
                  <a:lnTo>
                    <a:pt x="350" y="15"/>
                  </a:lnTo>
                  <a:lnTo>
                    <a:pt x="377" y="29"/>
                  </a:lnTo>
                  <a:lnTo>
                    <a:pt x="403" y="45"/>
                  </a:lnTo>
                  <a:lnTo>
                    <a:pt x="430" y="68"/>
                  </a:lnTo>
                  <a:lnTo>
                    <a:pt x="454" y="94"/>
                  </a:lnTo>
                  <a:lnTo>
                    <a:pt x="477" y="126"/>
                  </a:lnTo>
                  <a:lnTo>
                    <a:pt x="289" y="443"/>
                  </a:lnTo>
                  <a:lnTo>
                    <a:pt x="0" y="270"/>
                  </a:lnTo>
                  <a:close/>
                </a:path>
              </a:pathLst>
            </a:custGeom>
            <a:gradFill>
              <a:gsLst>
                <a:gs pos="0">
                  <a:srgbClr val="00CC00"/>
                </a:gs>
                <a:gs pos="100000">
                  <a:srgbClr val="005E00"/>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58" name="Google Shape;858;p5"/>
            <p:cNvSpPr/>
            <p:nvPr/>
          </p:nvSpPr>
          <p:spPr>
            <a:xfrm>
              <a:off x="3845" y="1787"/>
              <a:ext cx="1219" cy="1219"/>
            </a:xfrm>
            <a:custGeom>
              <a:rect b="b" l="l" r="r" t="t"/>
              <a:pathLst>
                <a:path extrusionOk="0" h="1219" w="1219">
                  <a:moveTo>
                    <a:pt x="167" y="1027"/>
                  </a:moveTo>
                  <a:lnTo>
                    <a:pt x="173" y="1034"/>
                  </a:lnTo>
                  <a:lnTo>
                    <a:pt x="180" y="1040"/>
                  </a:lnTo>
                  <a:lnTo>
                    <a:pt x="185" y="1047"/>
                  </a:lnTo>
                  <a:lnTo>
                    <a:pt x="192" y="1052"/>
                  </a:lnTo>
                  <a:lnTo>
                    <a:pt x="215" y="1071"/>
                  </a:lnTo>
                  <a:lnTo>
                    <a:pt x="238" y="1091"/>
                  </a:lnTo>
                  <a:lnTo>
                    <a:pt x="260" y="1108"/>
                  </a:lnTo>
                  <a:lnTo>
                    <a:pt x="287" y="1126"/>
                  </a:lnTo>
                  <a:lnTo>
                    <a:pt x="311" y="1140"/>
                  </a:lnTo>
                  <a:lnTo>
                    <a:pt x="338" y="1154"/>
                  </a:lnTo>
                  <a:lnTo>
                    <a:pt x="364" y="1168"/>
                  </a:lnTo>
                  <a:lnTo>
                    <a:pt x="392" y="1178"/>
                  </a:lnTo>
                  <a:lnTo>
                    <a:pt x="399" y="1180"/>
                  </a:lnTo>
                  <a:lnTo>
                    <a:pt x="405" y="1182"/>
                  </a:lnTo>
                  <a:lnTo>
                    <a:pt x="410" y="1185"/>
                  </a:lnTo>
                  <a:lnTo>
                    <a:pt x="415" y="1187"/>
                  </a:lnTo>
                  <a:lnTo>
                    <a:pt x="438" y="1194"/>
                  </a:lnTo>
                  <a:lnTo>
                    <a:pt x="463" y="1200"/>
                  </a:lnTo>
                  <a:lnTo>
                    <a:pt x="486" y="1207"/>
                  </a:lnTo>
                  <a:lnTo>
                    <a:pt x="510" y="1210"/>
                  </a:lnTo>
                  <a:lnTo>
                    <a:pt x="535" y="1214"/>
                  </a:lnTo>
                  <a:lnTo>
                    <a:pt x="559" y="1217"/>
                  </a:lnTo>
                  <a:lnTo>
                    <a:pt x="584" y="1219"/>
                  </a:lnTo>
                  <a:lnTo>
                    <a:pt x="611" y="1219"/>
                  </a:lnTo>
                  <a:lnTo>
                    <a:pt x="644" y="1217"/>
                  </a:lnTo>
                  <a:lnTo>
                    <a:pt x="679" y="1215"/>
                  </a:lnTo>
                  <a:lnTo>
                    <a:pt x="713" y="1210"/>
                  </a:lnTo>
                  <a:lnTo>
                    <a:pt x="746" y="1203"/>
                  </a:lnTo>
                  <a:lnTo>
                    <a:pt x="778" y="1194"/>
                  </a:lnTo>
                  <a:lnTo>
                    <a:pt x="809" y="1185"/>
                  </a:lnTo>
                  <a:lnTo>
                    <a:pt x="841" y="1173"/>
                  </a:lnTo>
                  <a:lnTo>
                    <a:pt x="871" y="1159"/>
                  </a:lnTo>
                  <a:lnTo>
                    <a:pt x="910" y="1140"/>
                  </a:lnTo>
                  <a:lnTo>
                    <a:pt x="945" y="1117"/>
                  </a:lnTo>
                  <a:lnTo>
                    <a:pt x="980" y="1094"/>
                  </a:lnTo>
                  <a:lnTo>
                    <a:pt x="1012" y="1066"/>
                  </a:lnTo>
                  <a:lnTo>
                    <a:pt x="1043" y="1038"/>
                  </a:lnTo>
                  <a:lnTo>
                    <a:pt x="1071" y="1006"/>
                  </a:lnTo>
                  <a:lnTo>
                    <a:pt x="1098" y="974"/>
                  </a:lnTo>
                  <a:lnTo>
                    <a:pt x="1122" y="939"/>
                  </a:lnTo>
                  <a:lnTo>
                    <a:pt x="1144" y="902"/>
                  </a:lnTo>
                  <a:lnTo>
                    <a:pt x="1163" y="864"/>
                  </a:lnTo>
                  <a:lnTo>
                    <a:pt x="1180" y="825"/>
                  </a:lnTo>
                  <a:lnTo>
                    <a:pt x="1195" y="785"/>
                  </a:lnTo>
                  <a:lnTo>
                    <a:pt x="1205" y="742"/>
                  </a:lnTo>
                  <a:lnTo>
                    <a:pt x="1212" y="698"/>
                  </a:lnTo>
                  <a:lnTo>
                    <a:pt x="1217" y="654"/>
                  </a:lnTo>
                  <a:lnTo>
                    <a:pt x="1219" y="610"/>
                  </a:lnTo>
                  <a:lnTo>
                    <a:pt x="1217" y="575"/>
                  </a:lnTo>
                  <a:lnTo>
                    <a:pt x="1216" y="542"/>
                  </a:lnTo>
                  <a:lnTo>
                    <a:pt x="1210" y="507"/>
                  </a:lnTo>
                  <a:lnTo>
                    <a:pt x="1203" y="473"/>
                  </a:lnTo>
                  <a:lnTo>
                    <a:pt x="1195" y="442"/>
                  </a:lnTo>
                  <a:lnTo>
                    <a:pt x="1186" y="410"/>
                  </a:lnTo>
                  <a:lnTo>
                    <a:pt x="1173" y="378"/>
                  </a:lnTo>
                  <a:lnTo>
                    <a:pt x="1159" y="348"/>
                  </a:lnTo>
                  <a:lnTo>
                    <a:pt x="1140" y="312"/>
                  </a:lnTo>
                  <a:lnTo>
                    <a:pt x="1119" y="276"/>
                  </a:lnTo>
                  <a:lnTo>
                    <a:pt x="1096" y="243"/>
                  </a:lnTo>
                  <a:lnTo>
                    <a:pt x="1070" y="211"/>
                  </a:lnTo>
                  <a:lnTo>
                    <a:pt x="1041" y="181"/>
                  </a:lnTo>
                  <a:lnTo>
                    <a:pt x="1012" y="153"/>
                  </a:lnTo>
                  <a:lnTo>
                    <a:pt x="980" y="127"/>
                  </a:lnTo>
                  <a:lnTo>
                    <a:pt x="946" y="102"/>
                  </a:lnTo>
                  <a:lnTo>
                    <a:pt x="918" y="85"/>
                  </a:lnTo>
                  <a:lnTo>
                    <a:pt x="888" y="69"/>
                  </a:lnTo>
                  <a:lnTo>
                    <a:pt x="859" y="53"/>
                  </a:lnTo>
                  <a:lnTo>
                    <a:pt x="827" y="41"/>
                  </a:lnTo>
                  <a:lnTo>
                    <a:pt x="795" y="30"/>
                  </a:lnTo>
                  <a:lnTo>
                    <a:pt x="762" y="20"/>
                  </a:lnTo>
                  <a:lnTo>
                    <a:pt x="728" y="13"/>
                  </a:lnTo>
                  <a:lnTo>
                    <a:pt x="695" y="7"/>
                  </a:lnTo>
                  <a:lnTo>
                    <a:pt x="684" y="6"/>
                  </a:lnTo>
                  <a:lnTo>
                    <a:pt x="674" y="4"/>
                  </a:lnTo>
                  <a:lnTo>
                    <a:pt x="663" y="2"/>
                  </a:lnTo>
                  <a:lnTo>
                    <a:pt x="653" y="2"/>
                  </a:lnTo>
                  <a:lnTo>
                    <a:pt x="642" y="0"/>
                  </a:lnTo>
                  <a:lnTo>
                    <a:pt x="632" y="0"/>
                  </a:lnTo>
                  <a:lnTo>
                    <a:pt x="621" y="0"/>
                  </a:lnTo>
                  <a:lnTo>
                    <a:pt x="611" y="0"/>
                  </a:lnTo>
                  <a:lnTo>
                    <a:pt x="547" y="4"/>
                  </a:lnTo>
                  <a:lnTo>
                    <a:pt x="487" y="13"/>
                  </a:lnTo>
                  <a:lnTo>
                    <a:pt x="429" y="28"/>
                  </a:lnTo>
                  <a:lnTo>
                    <a:pt x="373" y="48"/>
                  </a:lnTo>
                  <a:lnTo>
                    <a:pt x="319" y="74"/>
                  </a:lnTo>
                  <a:lnTo>
                    <a:pt x="269" y="104"/>
                  </a:lnTo>
                  <a:lnTo>
                    <a:pt x="222" y="139"/>
                  </a:lnTo>
                  <a:lnTo>
                    <a:pt x="180" y="178"/>
                  </a:lnTo>
                  <a:lnTo>
                    <a:pt x="139" y="222"/>
                  </a:lnTo>
                  <a:lnTo>
                    <a:pt x="104" y="269"/>
                  </a:lnTo>
                  <a:lnTo>
                    <a:pt x="74" y="319"/>
                  </a:lnTo>
                  <a:lnTo>
                    <a:pt x="48" y="373"/>
                  </a:lnTo>
                  <a:lnTo>
                    <a:pt x="28" y="429"/>
                  </a:lnTo>
                  <a:lnTo>
                    <a:pt x="12" y="487"/>
                  </a:lnTo>
                  <a:lnTo>
                    <a:pt x="4" y="547"/>
                  </a:lnTo>
                  <a:lnTo>
                    <a:pt x="0" y="610"/>
                  </a:lnTo>
                  <a:lnTo>
                    <a:pt x="4" y="670"/>
                  </a:lnTo>
                  <a:lnTo>
                    <a:pt x="12" y="728"/>
                  </a:lnTo>
                  <a:lnTo>
                    <a:pt x="26" y="785"/>
                  </a:lnTo>
                  <a:lnTo>
                    <a:pt x="44" y="837"/>
                  </a:lnTo>
                  <a:lnTo>
                    <a:pt x="69" y="890"/>
                  </a:lnTo>
                  <a:lnTo>
                    <a:pt x="97" y="939"/>
                  </a:lnTo>
                  <a:lnTo>
                    <a:pt x="130" y="985"/>
                  </a:lnTo>
                  <a:lnTo>
                    <a:pt x="167" y="1027"/>
                  </a:lnTo>
                  <a:close/>
                </a:path>
              </a:pathLst>
            </a:custGeom>
            <a:solidFill>
              <a:srgbClr val="007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59" name="Google Shape;859;p5"/>
            <p:cNvSpPr/>
            <p:nvPr/>
          </p:nvSpPr>
          <p:spPr>
            <a:xfrm>
              <a:off x="4459" y="2118"/>
              <a:ext cx="605" cy="828"/>
            </a:xfrm>
            <a:custGeom>
              <a:rect b="b" l="l" r="r" t="t"/>
              <a:pathLst>
                <a:path extrusionOk="0" h="828" w="605">
                  <a:moveTo>
                    <a:pt x="257" y="828"/>
                  </a:moveTo>
                  <a:lnTo>
                    <a:pt x="296" y="809"/>
                  </a:lnTo>
                  <a:lnTo>
                    <a:pt x="331" y="786"/>
                  </a:lnTo>
                  <a:lnTo>
                    <a:pt x="366" y="763"/>
                  </a:lnTo>
                  <a:lnTo>
                    <a:pt x="398" y="735"/>
                  </a:lnTo>
                  <a:lnTo>
                    <a:pt x="429" y="707"/>
                  </a:lnTo>
                  <a:lnTo>
                    <a:pt x="457" y="675"/>
                  </a:lnTo>
                  <a:lnTo>
                    <a:pt x="484" y="643"/>
                  </a:lnTo>
                  <a:lnTo>
                    <a:pt x="508" y="608"/>
                  </a:lnTo>
                  <a:lnTo>
                    <a:pt x="530" y="571"/>
                  </a:lnTo>
                  <a:lnTo>
                    <a:pt x="549" y="533"/>
                  </a:lnTo>
                  <a:lnTo>
                    <a:pt x="566" y="494"/>
                  </a:lnTo>
                  <a:lnTo>
                    <a:pt x="581" y="454"/>
                  </a:lnTo>
                  <a:lnTo>
                    <a:pt x="591" y="411"/>
                  </a:lnTo>
                  <a:lnTo>
                    <a:pt x="598" y="367"/>
                  </a:lnTo>
                  <a:lnTo>
                    <a:pt x="603" y="323"/>
                  </a:lnTo>
                  <a:lnTo>
                    <a:pt x="605" y="279"/>
                  </a:lnTo>
                  <a:lnTo>
                    <a:pt x="603" y="244"/>
                  </a:lnTo>
                  <a:lnTo>
                    <a:pt x="602" y="211"/>
                  </a:lnTo>
                  <a:lnTo>
                    <a:pt x="596" y="176"/>
                  </a:lnTo>
                  <a:lnTo>
                    <a:pt x="589" y="142"/>
                  </a:lnTo>
                  <a:lnTo>
                    <a:pt x="581" y="111"/>
                  </a:lnTo>
                  <a:lnTo>
                    <a:pt x="572" y="79"/>
                  </a:lnTo>
                  <a:lnTo>
                    <a:pt x="559" y="47"/>
                  </a:lnTo>
                  <a:lnTo>
                    <a:pt x="545" y="17"/>
                  </a:lnTo>
                  <a:lnTo>
                    <a:pt x="535" y="24"/>
                  </a:lnTo>
                  <a:lnTo>
                    <a:pt x="528" y="32"/>
                  </a:lnTo>
                  <a:lnTo>
                    <a:pt x="524" y="40"/>
                  </a:lnTo>
                  <a:lnTo>
                    <a:pt x="522" y="49"/>
                  </a:lnTo>
                  <a:lnTo>
                    <a:pt x="522" y="58"/>
                  </a:lnTo>
                  <a:lnTo>
                    <a:pt x="521" y="68"/>
                  </a:lnTo>
                  <a:lnTo>
                    <a:pt x="519" y="77"/>
                  </a:lnTo>
                  <a:lnTo>
                    <a:pt x="517" y="83"/>
                  </a:lnTo>
                  <a:lnTo>
                    <a:pt x="514" y="86"/>
                  </a:lnTo>
                  <a:lnTo>
                    <a:pt x="508" y="90"/>
                  </a:lnTo>
                  <a:lnTo>
                    <a:pt x="503" y="91"/>
                  </a:lnTo>
                  <a:lnTo>
                    <a:pt x="498" y="91"/>
                  </a:lnTo>
                  <a:lnTo>
                    <a:pt x="489" y="90"/>
                  </a:lnTo>
                  <a:lnTo>
                    <a:pt x="478" y="86"/>
                  </a:lnTo>
                  <a:lnTo>
                    <a:pt x="468" y="83"/>
                  </a:lnTo>
                  <a:lnTo>
                    <a:pt x="461" y="77"/>
                  </a:lnTo>
                  <a:lnTo>
                    <a:pt x="456" y="77"/>
                  </a:lnTo>
                  <a:lnTo>
                    <a:pt x="449" y="77"/>
                  </a:lnTo>
                  <a:lnTo>
                    <a:pt x="443" y="79"/>
                  </a:lnTo>
                  <a:lnTo>
                    <a:pt x="436" y="81"/>
                  </a:lnTo>
                  <a:lnTo>
                    <a:pt x="419" y="74"/>
                  </a:lnTo>
                  <a:lnTo>
                    <a:pt x="405" y="67"/>
                  </a:lnTo>
                  <a:lnTo>
                    <a:pt x="396" y="58"/>
                  </a:lnTo>
                  <a:lnTo>
                    <a:pt x="391" y="53"/>
                  </a:lnTo>
                  <a:lnTo>
                    <a:pt x="385" y="46"/>
                  </a:lnTo>
                  <a:lnTo>
                    <a:pt x="380" y="39"/>
                  </a:lnTo>
                  <a:lnTo>
                    <a:pt x="375" y="30"/>
                  </a:lnTo>
                  <a:lnTo>
                    <a:pt x="369" y="21"/>
                  </a:lnTo>
                  <a:lnTo>
                    <a:pt x="368" y="16"/>
                  </a:lnTo>
                  <a:lnTo>
                    <a:pt x="362" y="10"/>
                  </a:lnTo>
                  <a:lnTo>
                    <a:pt x="359" y="7"/>
                  </a:lnTo>
                  <a:lnTo>
                    <a:pt x="352" y="3"/>
                  </a:lnTo>
                  <a:lnTo>
                    <a:pt x="343" y="0"/>
                  </a:lnTo>
                  <a:lnTo>
                    <a:pt x="334" y="0"/>
                  </a:lnTo>
                  <a:lnTo>
                    <a:pt x="324" y="0"/>
                  </a:lnTo>
                  <a:lnTo>
                    <a:pt x="311" y="3"/>
                  </a:lnTo>
                  <a:lnTo>
                    <a:pt x="317" y="14"/>
                  </a:lnTo>
                  <a:lnTo>
                    <a:pt x="320" y="26"/>
                  </a:lnTo>
                  <a:lnTo>
                    <a:pt x="318" y="40"/>
                  </a:lnTo>
                  <a:lnTo>
                    <a:pt x="308" y="53"/>
                  </a:lnTo>
                  <a:lnTo>
                    <a:pt x="299" y="51"/>
                  </a:lnTo>
                  <a:lnTo>
                    <a:pt x="290" y="51"/>
                  </a:lnTo>
                  <a:lnTo>
                    <a:pt x="283" y="49"/>
                  </a:lnTo>
                  <a:lnTo>
                    <a:pt x="278" y="49"/>
                  </a:lnTo>
                  <a:lnTo>
                    <a:pt x="271" y="56"/>
                  </a:lnTo>
                  <a:lnTo>
                    <a:pt x="264" y="61"/>
                  </a:lnTo>
                  <a:lnTo>
                    <a:pt x="257" y="67"/>
                  </a:lnTo>
                  <a:lnTo>
                    <a:pt x="248" y="72"/>
                  </a:lnTo>
                  <a:lnTo>
                    <a:pt x="248" y="77"/>
                  </a:lnTo>
                  <a:lnTo>
                    <a:pt x="248" y="83"/>
                  </a:lnTo>
                  <a:lnTo>
                    <a:pt x="246" y="88"/>
                  </a:lnTo>
                  <a:lnTo>
                    <a:pt x="245" y="93"/>
                  </a:lnTo>
                  <a:lnTo>
                    <a:pt x="241" y="93"/>
                  </a:lnTo>
                  <a:lnTo>
                    <a:pt x="237" y="93"/>
                  </a:lnTo>
                  <a:lnTo>
                    <a:pt x="236" y="95"/>
                  </a:lnTo>
                  <a:lnTo>
                    <a:pt x="234" y="95"/>
                  </a:lnTo>
                  <a:lnTo>
                    <a:pt x="223" y="109"/>
                  </a:lnTo>
                  <a:lnTo>
                    <a:pt x="209" y="130"/>
                  </a:lnTo>
                  <a:lnTo>
                    <a:pt x="195" y="151"/>
                  </a:lnTo>
                  <a:lnTo>
                    <a:pt x="183" y="169"/>
                  </a:lnTo>
                  <a:lnTo>
                    <a:pt x="174" y="177"/>
                  </a:lnTo>
                  <a:lnTo>
                    <a:pt x="165" y="183"/>
                  </a:lnTo>
                  <a:lnTo>
                    <a:pt x="157" y="186"/>
                  </a:lnTo>
                  <a:lnTo>
                    <a:pt x="143" y="186"/>
                  </a:lnTo>
                  <a:lnTo>
                    <a:pt x="130" y="188"/>
                  </a:lnTo>
                  <a:lnTo>
                    <a:pt x="123" y="195"/>
                  </a:lnTo>
                  <a:lnTo>
                    <a:pt x="120" y="200"/>
                  </a:lnTo>
                  <a:lnTo>
                    <a:pt x="116" y="206"/>
                  </a:lnTo>
                  <a:lnTo>
                    <a:pt x="123" y="211"/>
                  </a:lnTo>
                  <a:lnTo>
                    <a:pt x="130" y="218"/>
                  </a:lnTo>
                  <a:lnTo>
                    <a:pt x="134" y="223"/>
                  </a:lnTo>
                  <a:lnTo>
                    <a:pt x="135" y="225"/>
                  </a:lnTo>
                  <a:lnTo>
                    <a:pt x="135" y="225"/>
                  </a:lnTo>
                  <a:lnTo>
                    <a:pt x="139" y="225"/>
                  </a:lnTo>
                  <a:lnTo>
                    <a:pt x="141" y="225"/>
                  </a:lnTo>
                  <a:lnTo>
                    <a:pt x="143" y="227"/>
                  </a:lnTo>
                  <a:lnTo>
                    <a:pt x="143" y="230"/>
                  </a:lnTo>
                  <a:lnTo>
                    <a:pt x="143" y="234"/>
                  </a:lnTo>
                  <a:lnTo>
                    <a:pt x="141" y="241"/>
                  </a:lnTo>
                  <a:lnTo>
                    <a:pt x="139" y="248"/>
                  </a:lnTo>
                  <a:lnTo>
                    <a:pt x="151" y="258"/>
                  </a:lnTo>
                  <a:lnTo>
                    <a:pt x="165" y="267"/>
                  </a:lnTo>
                  <a:lnTo>
                    <a:pt x="183" y="276"/>
                  </a:lnTo>
                  <a:lnTo>
                    <a:pt x="201" y="285"/>
                  </a:lnTo>
                  <a:lnTo>
                    <a:pt x="216" y="292"/>
                  </a:lnTo>
                  <a:lnTo>
                    <a:pt x="230" y="297"/>
                  </a:lnTo>
                  <a:lnTo>
                    <a:pt x="239" y="301"/>
                  </a:lnTo>
                  <a:lnTo>
                    <a:pt x="243" y="304"/>
                  </a:lnTo>
                  <a:lnTo>
                    <a:pt x="245" y="309"/>
                  </a:lnTo>
                  <a:lnTo>
                    <a:pt x="246" y="318"/>
                  </a:lnTo>
                  <a:lnTo>
                    <a:pt x="250" y="327"/>
                  </a:lnTo>
                  <a:lnTo>
                    <a:pt x="253" y="332"/>
                  </a:lnTo>
                  <a:lnTo>
                    <a:pt x="260" y="336"/>
                  </a:lnTo>
                  <a:lnTo>
                    <a:pt x="269" y="343"/>
                  </a:lnTo>
                  <a:lnTo>
                    <a:pt x="280" y="350"/>
                  </a:lnTo>
                  <a:lnTo>
                    <a:pt x="285" y="353"/>
                  </a:lnTo>
                  <a:lnTo>
                    <a:pt x="287" y="355"/>
                  </a:lnTo>
                  <a:lnTo>
                    <a:pt x="287" y="359"/>
                  </a:lnTo>
                  <a:lnTo>
                    <a:pt x="289" y="360"/>
                  </a:lnTo>
                  <a:lnTo>
                    <a:pt x="289" y="364"/>
                  </a:lnTo>
                  <a:lnTo>
                    <a:pt x="285" y="364"/>
                  </a:lnTo>
                  <a:lnTo>
                    <a:pt x="281" y="364"/>
                  </a:lnTo>
                  <a:lnTo>
                    <a:pt x="280" y="366"/>
                  </a:lnTo>
                  <a:lnTo>
                    <a:pt x="281" y="369"/>
                  </a:lnTo>
                  <a:lnTo>
                    <a:pt x="290" y="380"/>
                  </a:lnTo>
                  <a:lnTo>
                    <a:pt x="303" y="403"/>
                  </a:lnTo>
                  <a:lnTo>
                    <a:pt x="313" y="429"/>
                  </a:lnTo>
                  <a:lnTo>
                    <a:pt x="313" y="452"/>
                  </a:lnTo>
                  <a:lnTo>
                    <a:pt x="320" y="448"/>
                  </a:lnTo>
                  <a:lnTo>
                    <a:pt x="331" y="468"/>
                  </a:lnTo>
                  <a:lnTo>
                    <a:pt x="341" y="490"/>
                  </a:lnTo>
                  <a:lnTo>
                    <a:pt x="352" y="510"/>
                  </a:lnTo>
                  <a:lnTo>
                    <a:pt x="357" y="524"/>
                  </a:lnTo>
                  <a:lnTo>
                    <a:pt x="364" y="533"/>
                  </a:lnTo>
                  <a:lnTo>
                    <a:pt x="369" y="541"/>
                  </a:lnTo>
                  <a:lnTo>
                    <a:pt x="373" y="550"/>
                  </a:lnTo>
                  <a:lnTo>
                    <a:pt x="373" y="557"/>
                  </a:lnTo>
                  <a:lnTo>
                    <a:pt x="368" y="563"/>
                  </a:lnTo>
                  <a:lnTo>
                    <a:pt x="357" y="573"/>
                  </a:lnTo>
                  <a:lnTo>
                    <a:pt x="343" y="587"/>
                  </a:lnTo>
                  <a:lnTo>
                    <a:pt x="325" y="603"/>
                  </a:lnTo>
                  <a:lnTo>
                    <a:pt x="310" y="619"/>
                  </a:lnTo>
                  <a:lnTo>
                    <a:pt x="294" y="633"/>
                  </a:lnTo>
                  <a:lnTo>
                    <a:pt x="281" y="645"/>
                  </a:lnTo>
                  <a:lnTo>
                    <a:pt x="274" y="654"/>
                  </a:lnTo>
                  <a:lnTo>
                    <a:pt x="257" y="663"/>
                  </a:lnTo>
                  <a:lnTo>
                    <a:pt x="236" y="672"/>
                  </a:lnTo>
                  <a:lnTo>
                    <a:pt x="211" y="679"/>
                  </a:lnTo>
                  <a:lnTo>
                    <a:pt x="186" y="686"/>
                  </a:lnTo>
                  <a:lnTo>
                    <a:pt x="158" y="693"/>
                  </a:lnTo>
                  <a:lnTo>
                    <a:pt x="134" y="698"/>
                  </a:lnTo>
                  <a:lnTo>
                    <a:pt x="109" y="701"/>
                  </a:lnTo>
                  <a:lnTo>
                    <a:pt x="88" y="703"/>
                  </a:lnTo>
                  <a:lnTo>
                    <a:pt x="91" y="709"/>
                  </a:lnTo>
                  <a:lnTo>
                    <a:pt x="95" y="714"/>
                  </a:lnTo>
                  <a:lnTo>
                    <a:pt x="97" y="717"/>
                  </a:lnTo>
                  <a:lnTo>
                    <a:pt x="97" y="719"/>
                  </a:lnTo>
                  <a:lnTo>
                    <a:pt x="91" y="719"/>
                  </a:lnTo>
                  <a:lnTo>
                    <a:pt x="86" y="719"/>
                  </a:lnTo>
                  <a:lnTo>
                    <a:pt x="81" y="717"/>
                  </a:lnTo>
                  <a:lnTo>
                    <a:pt x="72" y="712"/>
                  </a:lnTo>
                  <a:lnTo>
                    <a:pt x="62" y="712"/>
                  </a:lnTo>
                  <a:lnTo>
                    <a:pt x="53" y="712"/>
                  </a:lnTo>
                  <a:lnTo>
                    <a:pt x="42" y="714"/>
                  </a:lnTo>
                  <a:lnTo>
                    <a:pt x="32" y="714"/>
                  </a:lnTo>
                  <a:lnTo>
                    <a:pt x="23" y="716"/>
                  </a:lnTo>
                  <a:lnTo>
                    <a:pt x="14" y="717"/>
                  </a:lnTo>
                  <a:lnTo>
                    <a:pt x="7" y="717"/>
                  </a:lnTo>
                  <a:lnTo>
                    <a:pt x="0" y="719"/>
                  </a:lnTo>
                  <a:lnTo>
                    <a:pt x="12" y="728"/>
                  </a:lnTo>
                  <a:lnTo>
                    <a:pt x="26" y="735"/>
                  </a:lnTo>
                  <a:lnTo>
                    <a:pt x="40" y="740"/>
                  </a:lnTo>
                  <a:lnTo>
                    <a:pt x="55" y="745"/>
                  </a:lnTo>
                  <a:lnTo>
                    <a:pt x="70" y="747"/>
                  </a:lnTo>
                  <a:lnTo>
                    <a:pt x="86" y="749"/>
                  </a:lnTo>
                  <a:lnTo>
                    <a:pt x="102" y="749"/>
                  </a:lnTo>
                  <a:lnTo>
                    <a:pt x="120" y="747"/>
                  </a:lnTo>
                  <a:lnTo>
                    <a:pt x="135" y="744"/>
                  </a:lnTo>
                  <a:lnTo>
                    <a:pt x="151" y="740"/>
                  </a:lnTo>
                  <a:lnTo>
                    <a:pt x="165" y="737"/>
                  </a:lnTo>
                  <a:lnTo>
                    <a:pt x="178" y="731"/>
                  </a:lnTo>
                  <a:lnTo>
                    <a:pt x="188" y="728"/>
                  </a:lnTo>
                  <a:lnTo>
                    <a:pt x="197" y="724"/>
                  </a:lnTo>
                  <a:lnTo>
                    <a:pt x="202" y="721"/>
                  </a:lnTo>
                  <a:lnTo>
                    <a:pt x="208" y="719"/>
                  </a:lnTo>
                  <a:lnTo>
                    <a:pt x="215" y="716"/>
                  </a:lnTo>
                  <a:lnTo>
                    <a:pt x="223" y="716"/>
                  </a:lnTo>
                  <a:lnTo>
                    <a:pt x="229" y="723"/>
                  </a:lnTo>
                  <a:lnTo>
                    <a:pt x="232" y="735"/>
                  </a:lnTo>
                  <a:lnTo>
                    <a:pt x="234" y="737"/>
                  </a:lnTo>
                  <a:lnTo>
                    <a:pt x="237" y="737"/>
                  </a:lnTo>
                  <a:lnTo>
                    <a:pt x="241" y="733"/>
                  </a:lnTo>
                  <a:lnTo>
                    <a:pt x="245" y="726"/>
                  </a:lnTo>
                  <a:lnTo>
                    <a:pt x="248" y="716"/>
                  </a:lnTo>
                  <a:lnTo>
                    <a:pt x="253" y="703"/>
                  </a:lnTo>
                  <a:lnTo>
                    <a:pt x="260" y="694"/>
                  </a:lnTo>
                  <a:lnTo>
                    <a:pt x="267" y="693"/>
                  </a:lnTo>
                  <a:lnTo>
                    <a:pt x="274" y="698"/>
                  </a:lnTo>
                  <a:lnTo>
                    <a:pt x="281" y="703"/>
                  </a:lnTo>
                  <a:lnTo>
                    <a:pt x="283" y="712"/>
                  </a:lnTo>
                  <a:lnTo>
                    <a:pt x="283" y="721"/>
                  </a:lnTo>
                  <a:lnTo>
                    <a:pt x="281" y="730"/>
                  </a:lnTo>
                  <a:lnTo>
                    <a:pt x="280" y="735"/>
                  </a:lnTo>
                  <a:lnTo>
                    <a:pt x="278" y="740"/>
                  </a:lnTo>
                  <a:lnTo>
                    <a:pt x="274" y="744"/>
                  </a:lnTo>
                  <a:lnTo>
                    <a:pt x="269" y="749"/>
                  </a:lnTo>
                  <a:lnTo>
                    <a:pt x="264" y="752"/>
                  </a:lnTo>
                  <a:lnTo>
                    <a:pt x="260" y="760"/>
                  </a:lnTo>
                  <a:lnTo>
                    <a:pt x="259" y="768"/>
                  </a:lnTo>
                  <a:lnTo>
                    <a:pt x="262" y="774"/>
                  </a:lnTo>
                  <a:lnTo>
                    <a:pt x="264" y="781"/>
                  </a:lnTo>
                  <a:lnTo>
                    <a:pt x="262" y="789"/>
                  </a:lnTo>
                  <a:lnTo>
                    <a:pt x="259" y="795"/>
                  </a:lnTo>
                  <a:lnTo>
                    <a:pt x="255" y="802"/>
                  </a:lnTo>
                  <a:lnTo>
                    <a:pt x="255" y="811"/>
                  </a:lnTo>
                  <a:lnTo>
                    <a:pt x="255" y="819"/>
                  </a:lnTo>
                  <a:lnTo>
                    <a:pt x="257" y="828"/>
                  </a:lnTo>
                  <a:close/>
                </a:path>
              </a:pathLst>
            </a:custGeom>
            <a:solidFill>
              <a:srgbClr val="3F9BD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60" name="Google Shape;860;p5"/>
            <p:cNvSpPr/>
            <p:nvPr/>
          </p:nvSpPr>
          <p:spPr>
            <a:xfrm>
              <a:off x="3982" y="2102"/>
              <a:ext cx="576" cy="712"/>
            </a:xfrm>
            <a:custGeom>
              <a:rect b="b" l="l" r="r" t="t"/>
              <a:pathLst>
                <a:path extrusionOk="0" h="712" w="576">
                  <a:moveTo>
                    <a:pt x="0" y="215"/>
                  </a:moveTo>
                  <a:lnTo>
                    <a:pt x="4" y="204"/>
                  </a:lnTo>
                  <a:lnTo>
                    <a:pt x="9" y="192"/>
                  </a:lnTo>
                  <a:lnTo>
                    <a:pt x="16" y="179"/>
                  </a:lnTo>
                  <a:lnTo>
                    <a:pt x="25" y="167"/>
                  </a:lnTo>
                  <a:lnTo>
                    <a:pt x="36" y="157"/>
                  </a:lnTo>
                  <a:lnTo>
                    <a:pt x="48" y="146"/>
                  </a:lnTo>
                  <a:lnTo>
                    <a:pt x="60" y="137"/>
                  </a:lnTo>
                  <a:lnTo>
                    <a:pt x="76" y="132"/>
                  </a:lnTo>
                  <a:lnTo>
                    <a:pt x="94" y="128"/>
                  </a:lnTo>
                  <a:lnTo>
                    <a:pt x="111" y="127"/>
                  </a:lnTo>
                  <a:lnTo>
                    <a:pt x="130" y="127"/>
                  </a:lnTo>
                  <a:lnTo>
                    <a:pt x="152" y="128"/>
                  </a:lnTo>
                  <a:lnTo>
                    <a:pt x="171" y="132"/>
                  </a:lnTo>
                  <a:lnTo>
                    <a:pt x="190" y="137"/>
                  </a:lnTo>
                  <a:lnTo>
                    <a:pt x="206" y="144"/>
                  </a:lnTo>
                  <a:lnTo>
                    <a:pt x="220" y="153"/>
                  </a:lnTo>
                  <a:lnTo>
                    <a:pt x="231" y="160"/>
                  </a:lnTo>
                  <a:lnTo>
                    <a:pt x="240" y="165"/>
                  </a:lnTo>
                  <a:lnTo>
                    <a:pt x="248" y="169"/>
                  </a:lnTo>
                  <a:lnTo>
                    <a:pt x="255" y="167"/>
                  </a:lnTo>
                  <a:lnTo>
                    <a:pt x="261" y="165"/>
                  </a:lnTo>
                  <a:lnTo>
                    <a:pt x="266" y="160"/>
                  </a:lnTo>
                  <a:lnTo>
                    <a:pt x="269" y="155"/>
                  </a:lnTo>
                  <a:lnTo>
                    <a:pt x="275" y="146"/>
                  </a:lnTo>
                  <a:lnTo>
                    <a:pt x="289" y="150"/>
                  </a:lnTo>
                  <a:lnTo>
                    <a:pt x="301" y="153"/>
                  </a:lnTo>
                  <a:lnTo>
                    <a:pt x="313" y="157"/>
                  </a:lnTo>
                  <a:lnTo>
                    <a:pt x="326" y="160"/>
                  </a:lnTo>
                  <a:lnTo>
                    <a:pt x="338" y="165"/>
                  </a:lnTo>
                  <a:lnTo>
                    <a:pt x="347" y="171"/>
                  </a:lnTo>
                  <a:lnTo>
                    <a:pt x="357" y="176"/>
                  </a:lnTo>
                  <a:lnTo>
                    <a:pt x="364" y="183"/>
                  </a:lnTo>
                  <a:lnTo>
                    <a:pt x="379" y="195"/>
                  </a:lnTo>
                  <a:lnTo>
                    <a:pt x="393" y="206"/>
                  </a:lnTo>
                  <a:lnTo>
                    <a:pt x="403" y="209"/>
                  </a:lnTo>
                  <a:lnTo>
                    <a:pt x="414" y="208"/>
                  </a:lnTo>
                  <a:lnTo>
                    <a:pt x="415" y="202"/>
                  </a:lnTo>
                  <a:lnTo>
                    <a:pt x="415" y="193"/>
                  </a:lnTo>
                  <a:lnTo>
                    <a:pt x="410" y="183"/>
                  </a:lnTo>
                  <a:lnTo>
                    <a:pt x="403" y="169"/>
                  </a:lnTo>
                  <a:lnTo>
                    <a:pt x="393" y="157"/>
                  </a:lnTo>
                  <a:lnTo>
                    <a:pt x="380" y="142"/>
                  </a:lnTo>
                  <a:lnTo>
                    <a:pt x="368" y="128"/>
                  </a:lnTo>
                  <a:lnTo>
                    <a:pt x="354" y="116"/>
                  </a:lnTo>
                  <a:lnTo>
                    <a:pt x="336" y="104"/>
                  </a:lnTo>
                  <a:lnTo>
                    <a:pt x="317" y="91"/>
                  </a:lnTo>
                  <a:lnTo>
                    <a:pt x="298" y="79"/>
                  </a:lnTo>
                  <a:lnTo>
                    <a:pt x="278" y="69"/>
                  </a:lnTo>
                  <a:lnTo>
                    <a:pt x="261" y="58"/>
                  </a:lnTo>
                  <a:lnTo>
                    <a:pt x="245" y="49"/>
                  </a:lnTo>
                  <a:lnTo>
                    <a:pt x="234" y="40"/>
                  </a:lnTo>
                  <a:lnTo>
                    <a:pt x="229" y="33"/>
                  </a:lnTo>
                  <a:lnTo>
                    <a:pt x="236" y="25"/>
                  </a:lnTo>
                  <a:lnTo>
                    <a:pt x="243" y="18"/>
                  </a:lnTo>
                  <a:lnTo>
                    <a:pt x="250" y="11"/>
                  </a:lnTo>
                  <a:lnTo>
                    <a:pt x="259" y="7"/>
                  </a:lnTo>
                  <a:lnTo>
                    <a:pt x="268" y="4"/>
                  </a:lnTo>
                  <a:lnTo>
                    <a:pt x="276" y="2"/>
                  </a:lnTo>
                  <a:lnTo>
                    <a:pt x="284" y="0"/>
                  </a:lnTo>
                  <a:lnTo>
                    <a:pt x="291" y="0"/>
                  </a:lnTo>
                  <a:lnTo>
                    <a:pt x="298" y="0"/>
                  </a:lnTo>
                  <a:lnTo>
                    <a:pt x="305" y="4"/>
                  </a:lnTo>
                  <a:lnTo>
                    <a:pt x="312" y="5"/>
                  </a:lnTo>
                  <a:lnTo>
                    <a:pt x="319" y="11"/>
                  </a:lnTo>
                  <a:lnTo>
                    <a:pt x="328" y="16"/>
                  </a:lnTo>
                  <a:lnTo>
                    <a:pt x="335" y="23"/>
                  </a:lnTo>
                  <a:lnTo>
                    <a:pt x="340" y="30"/>
                  </a:lnTo>
                  <a:lnTo>
                    <a:pt x="347" y="37"/>
                  </a:lnTo>
                  <a:lnTo>
                    <a:pt x="357" y="51"/>
                  </a:lnTo>
                  <a:lnTo>
                    <a:pt x="366" y="58"/>
                  </a:lnTo>
                  <a:lnTo>
                    <a:pt x="377" y="58"/>
                  </a:lnTo>
                  <a:lnTo>
                    <a:pt x="394" y="44"/>
                  </a:lnTo>
                  <a:lnTo>
                    <a:pt x="400" y="69"/>
                  </a:lnTo>
                  <a:lnTo>
                    <a:pt x="407" y="91"/>
                  </a:lnTo>
                  <a:lnTo>
                    <a:pt x="414" y="113"/>
                  </a:lnTo>
                  <a:lnTo>
                    <a:pt x="422" y="132"/>
                  </a:lnTo>
                  <a:lnTo>
                    <a:pt x="430" y="150"/>
                  </a:lnTo>
                  <a:lnTo>
                    <a:pt x="437" y="164"/>
                  </a:lnTo>
                  <a:lnTo>
                    <a:pt x="444" y="176"/>
                  </a:lnTo>
                  <a:lnTo>
                    <a:pt x="449" y="185"/>
                  </a:lnTo>
                  <a:lnTo>
                    <a:pt x="459" y="202"/>
                  </a:lnTo>
                  <a:lnTo>
                    <a:pt x="474" y="223"/>
                  </a:lnTo>
                  <a:lnTo>
                    <a:pt x="486" y="243"/>
                  </a:lnTo>
                  <a:lnTo>
                    <a:pt x="496" y="255"/>
                  </a:lnTo>
                  <a:lnTo>
                    <a:pt x="502" y="260"/>
                  </a:lnTo>
                  <a:lnTo>
                    <a:pt x="510" y="266"/>
                  </a:lnTo>
                  <a:lnTo>
                    <a:pt x="519" y="273"/>
                  </a:lnTo>
                  <a:lnTo>
                    <a:pt x="530" y="283"/>
                  </a:lnTo>
                  <a:lnTo>
                    <a:pt x="542" y="295"/>
                  </a:lnTo>
                  <a:lnTo>
                    <a:pt x="553" y="311"/>
                  </a:lnTo>
                  <a:lnTo>
                    <a:pt x="565" y="329"/>
                  </a:lnTo>
                  <a:lnTo>
                    <a:pt x="576" y="350"/>
                  </a:lnTo>
                  <a:lnTo>
                    <a:pt x="561" y="359"/>
                  </a:lnTo>
                  <a:lnTo>
                    <a:pt x="547" y="369"/>
                  </a:lnTo>
                  <a:lnTo>
                    <a:pt x="535" y="380"/>
                  </a:lnTo>
                  <a:lnTo>
                    <a:pt x="530" y="387"/>
                  </a:lnTo>
                  <a:lnTo>
                    <a:pt x="530" y="424"/>
                  </a:lnTo>
                  <a:lnTo>
                    <a:pt x="533" y="477"/>
                  </a:lnTo>
                  <a:lnTo>
                    <a:pt x="537" y="524"/>
                  </a:lnTo>
                  <a:lnTo>
                    <a:pt x="537" y="550"/>
                  </a:lnTo>
                  <a:lnTo>
                    <a:pt x="532" y="557"/>
                  </a:lnTo>
                  <a:lnTo>
                    <a:pt x="521" y="568"/>
                  </a:lnTo>
                  <a:lnTo>
                    <a:pt x="507" y="582"/>
                  </a:lnTo>
                  <a:lnTo>
                    <a:pt x="491" y="598"/>
                  </a:lnTo>
                  <a:lnTo>
                    <a:pt x="474" y="614"/>
                  </a:lnTo>
                  <a:lnTo>
                    <a:pt x="458" y="628"/>
                  </a:lnTo>
                  <a:lnTo>
                    <a:pt x="442" y="640"/>
                  </a:lnTo>
                  <a:lnTo>
                    <a:pt x="431" y="649"/>
                  </a:lnTo>
                  <a:lnTo>
                    <a:pt x="422" y="654"/>
                  </a:lnTo>
                  <a:lnTo>
                    <a:pt x="414" y="659"/>
                  </a:lnTo>
                  <a:lnTo>
                    <a:pt x="405" y="663"/>
                  </a:lnTo>
                  <a:lnTo>
                    <a:pt x="396" y="666"/>
                  </a:lnTo>
                  <a:lnTo>
                    <a:pt x="389" y="666"/>
                  </a:lnTo>
                  <a:lnTo>
                    <a:pt x="382" y="663"/>
                  </a:lnTo>
                  <a:lnTo>
                    <a:pt x="377" y="658"/>
                  </a:lnTo>
                  <a:lnTo>
                    <a:pt x="371" y="647"/>
                  </a:lnTo>
                  <a:lnTo>
                    <a:pt x="366" y="621"/>
                  </a:lnTo>
                  <a:lnTo>
                    <a:pt x="361" y="593"/>
                  </a:lnTo>
                  <a:lnTo>
                    <a:pt x="354" y="572"/>
                  </a:lnTo>
                  <a:lnTo>
                    <a:pt x="343" y="561"/>
                  </a:lnTo>
                  <a:lnTo>
                    <a:pt x="331" y="570"/>
                  </a:lnTo>
                  <a:lnTo>
                    <a:pt x="326" y="589"/>
                  </a:lnTo>
                  <a:lnTo>
                    <a:pt x="322" y="614"/>
                  </a:lnTo>
                  <a:lnTo>
                    <a:pt x="320" y="635"/>
                  </a:lnTo>
                  <a:lnTo>
                    <a:pt x="320" y="656"/>
                  </a:lnTo>
                  <a:lnTo>
                    <a:pt x="319" y="679"/>
                  </a:lnTo>
                  <a:lnTo>
                    <a:pt x="315" y="700"/>
                  </a:lnTo>
                  <a:lnTo>
                    <a:pt x="308" y="712"/>
                  </a:lnTo>
                  <a:lnTo>
                    <a:pt x="292" y="695"/>
                  </a:lnTo>
                  <a:lnTo>
                    <a:pt x="271" y="670"/>
                  </a:lnTo>
                  <a:lnTo>
                    <a:pt x="245" y="638"/>
                  </a:lnTo>
                  <a:lnTo>
                    <a:pt x="217" y="603"/>
                  </a:lnTo>
                  <a:lnTo>
                    <a:pt x="187" y="566"/>
                  </a:lnTo>
                  <a:lnTo>
                    <a:pt x="160" y="533"/>
                  </a:lnTo>
                  <a:lnTo>
                    <a:pt x="136" y="503"/>
                  </a:lnTo>
                  <a:lnTo>
                    <a:pt x="118" y="480"/>
                  </a:lnTo>
                  <a:lnTo>
                    <a:pt x="102" y="461"/>
                  </a:lnTo>
                  <a:lnTo>
                    <a:pt x="85" y="436"/>
                  </a:lnTo>
                  <a:lnTo>
                    <a:pt x="65" y="410"/>
                  </a:lnTo>
                  <a:lnTo>
                    <a:pt x="48" y="382"/>
                  </a:lnTo>
                  <a:lnTo>
                    <a:pt x="34" y="353"/>
                  </a:lnTo>
                  <a:lnTo>
                    <a:pt x="21" y="324"/>
                  </a:lnTo>
                  <a:lnTo>
                    <a:pt x="16" y="295"/>
                  </a:lnTo>
                  <a:lnTo>
                    <a:pt x="18" y="269"/>
                  </a:lnTo>
                  <a:lnTo>
                    <a:pt x="21" y="237"/>
                  </a:lnTo>
                  <a:lnTo>
                    <a:pt x="18" y="222"/>
                  </a:lnTo>
                  <a:lnTo>
                    <a:pt x="11" y="216"/>
                  </a:lnTo>
                  <a:lnTo>
                    <a:pt x="0" y="215"/>
                  </a:lnTo>
                  <a:close/>
                </a:path>
              </a:pathLst>
            </a:custGeom>
            <a:solidFill>
              <a:srgbClr val="3F9BD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61" name="Google Shape;861;p5"/>
            <p:cNvSpPr/>
            <p:nvPr/>
          </p:nvSpPr>
          <p:spPr>
            <a:xfrm>
              <a:off x="4299" y="1794"/>
              <a:ext cx="533" cy="1087"/>
            </a:xfrm>
            <a:custGeom>
              <a:rect b="b" l="l" r="r" t="t"/>
              <a:pathLst>
                <a:path extrusionOk="0" h="1087" w="533">
                  <a:moveTo>
                    <a:pt x="160" y="1043"/>
                  </a:moveTo>
                  <a:lnTo>
                    <a:pt x="167" y="1041"/>
                  </a:lnTo>
                  <a:lnTo>
                    <a:pt x="174" y="1041"/>
                  </a:lnTo>
                  <a:lnTo>
                    <a:pt x="183" y="1040"/>
                  </a:lnTo>
                  <a:lnTo>
                    <a:pt x="192" y="1038"/>
                  </a:lnTo>
                  <a:lnTo>
                    <a:pt x="202" y="1038"/>
                  </a:lnTo>
                  <a:lnTo>
                    <a:pt x="213" y="1036"/>
                  </a:lnTo>
                  <a:lnTo>
                    <a:pt x="222" y="1036"/>
                  </a:lnTo>
                  <a:lnTo>
                    <a:pt x="232" y="1036"/>
                  </a:lnTo>
                  <a:lnTo>
                    <a:pt x="241" y="1041"/>
                  </a:lnTo>
                  <a:lnTo>
                    <a:pt x="246" y="1043"/>
                  </a:lnTo>
                  <a:lnTo>
                    <a:pt x="251" y="1043"/>
                  </a:lnTo>
                  <a:lnTo>
                    <a:pt x="257" y="1043"/>
                  </a:lnTo>
                  <a:lnTo>
                    <a:pt x="257" y="1041"/>
                  </a:lnTo>
                  <a:lnTo>
                    <a:pt x="255" y="1038"/>
                  </a:lnTo>
                  <a:lnTo>
                    <a:pt x="251" y="1033"/>
                  </a:lnTo>
                  <a:lnTo>
                    <a:pt x="248" y="1027"/>
                  </a:lnTo>
                  <a:lnTo>
                    <a:pt x="269" y="1025"/>
                  </a:lnTo>
                  <a:lnTo>
                    <a:pt x="294" y="1022"/>
                  </a:lnTo>
                  <a:lnTo>
                    <a:pt x="318" y="1017"/>
                  </a:lnTo>
                  <a:lnTo>
                    <a:pt x="346" y="1010"/>
                  </a:lnTo>
                  <a:lnTo>
                    <a:pt x="371" y="1003"/>
                  </a:lnTo>
                  <a:lnTo>
                    <a:pt x="396" y="996"/>
                  </a:lnTo>
                  <a:lnTo>
                    <a:pt x="417" y="987"/>
                  </a:lnTo>
                  <a:lnTo>
                    <a:pt x="434" y="978"/>
                  </a:lnTo>
                  <a:lnTo>
                    <a:pt x="441" y="969"/>
                  </a:lnTo>
                  <a:lnTo>
                    <a:pt x="454" y="957"/>
                  </a:lnTo>
                  <a:lnTo>
                    <a:pt x="470" y="943"/>
                  </a:lnTo>
                  <a:lnTo>
                    <a:pt x="485" y="927"/>
                  </a:lnTo>
                  <a:lnTo>
                    <a:pt x="503" y="911"/>
                  </a:lnTo>
                  <a:lnTo>
                    <a:pt x="517" y="897"/>
                  </a:lnTo>
                  <a:lnTo>
                    <a:pt x="528" y="887"/>
                  </a:lnTo>
                  <a:lnTo>
                    <a:pt x="533" y="881"/>
                  </a:lnTo>
                  <a:lnTo>
                    <a:pt x="533" y="874"/>
                  </a:lnTo>
                  <a:lnTo>
                    <a:pt x="529" y="865"/>
                  </a:lnTo>
                  <a:lnTo>
                    <a:pt x="524" y="857"/>
                  </a:lnTo>
                  <a:lnTo>
                    <a:pt x="517" y="848"/>
                  </a:lnTo>
                  <a:lnTo>
                    <a:pt x="512" y="834"/>
                  </a:lnTo>
                  <a:lnTo>
                    <a:pt x="501" y="814"/>
                  </a:lnTo>
                  <a:lnTo>
                    <a:pt x="491" y="792"/>
                  </a:lnTo>
                  <a:lnTo>
                    <a:pt x="480" y="772"/>
                  </a:lnTo>
                  <a:lnTo>
                    <a:pt x="473" y="776"/>
                  </a:lnTo>
                  <a:lnTo>
                    <a:pt x="473" y="753"/>
                  </a:lnTo>
                  <a:lnTo>
                    <a:pt x="463" y="727"/>
                  </a:lnTo>
                  <a:lnTo>
                    <a:pt x="450" y="704"/>
                  </a:lnTo>
                  <a:lnTo>
                    <a:pt x="441" y="693"/>
                  </a:lnTo>
                  <a:lnTo>
                    <a:pt x="440" y="690"/>
                  </a:lnTo>
                  <a:lnTo>
                    <a:pt x="441" y="688"/>
                  </a:lnTo>
                  <a:lnTo>
                    <a:pt x="445" y="688"/>
                  </a:lnTo>
                  <a:lnTo>
                    <a:pt x="449" y="688"/>
                  </a:lnTo>
                  <a:lnTo>
                    <a:pt x="449" y="684"/>
                  </a:lnTo>
                  <a:lnTo>
                    <a:pt x="447" y="683"/>
                  </a:lnTo>
                  <a:lnTo>
                    <a:pt x="447" y="679"/>
                  </a:lnTo>
                  <a:lnTo>
                    <a:pt x="445" y="677"/>
                  </a:lnTo>
                  <a:lnTo>
                    <a:pt x="440" y="674"/>
                  </a:lnTo>
                  <a:lnTo>
                    <a:pt x="429" y="667"/>
                  </a:lnTo>
                  <a:lnTo>
                    <a:pt x="420" y="660"/>
                  </a:lnTo>
                  <a:lnTo>
                    <a:pt x="413" y="656"/>
                  </a:lnTo>
                  <a:lnTo>
                    <a:pt x="410" y="651"/>
                  </a:lnTo>
                  <a:lnTo>
                    <a:pt x="406" y="642"/>
                  </a:lnTo>
                  <a:lnTo>
                    <a:pt x="405" y="633"/>
                  </a:lnTo>
                  <a:lnTo>
                    <a:pt x="403" y="628"/>
                  </a:lnTo>
                  <a:lnTo>
                    <a:pt x="399" y="625"/>
                  </a:lnTo>
                  <a:lnTo>
                    <a:pt x="390" y="621"/>
                  </a:lnTo>
                  <a:lnTo>
                    <a:pt x="376" y="616"/>
                  </a:lnTo>
                  <a:lnTo>
                    <a:pt x="361" y="609"/>
                  </a:lnTo>
                  <a:lnTo>
                    <a:pt x="343" y="600"/>
                  </a:lnTo>
                  <a:lnTo>
                    <a:pt x="325" y="591"/>
                  </a:lnTo>
                  <a:lnTo>
                    <a:pt x="311" y="582"/>
                  </a:lnTo>
                  <a:lnTo>
                    <a:pt x="299" y="572"/>
                  </a:lnTo>
                  <a:lnTo>
                    <a:pt x="301" y="565"/>
                  </a:lnTo>
                  <a:lnTo>
                    <a:pt x="303" y="558"/>
                  </a:lnTo>
                  <a:lnTo>
                    <a:pt x="303" y="554"/>
                  </a:lnTo>
                  <a:lnTo>
                    <a:pt x="303" y="551"/>
                  </a:lnTo>
                  <a:lnTo>
                    <a:pt x="301" y="549"/>
                  </a:lnTo>
                  <a:lnTo>
                    <a:pt x="299" y="549"/>
                  </a:lnTo>
                  <a:lnTo>
                    <a:pt x="295" y="549"/>
                  </a:lnTo>
                  <a:lnTo>
                    <a:pt x="295" y="549"/>
                  </a:lnTo>
                  <a:lnTo>
                    <a:pt x="294" y="547"/>
                  </a:lnTo>
                  <a:lnTo>
                    <a:pt x="290" y="542"/>
                  </a:lnTo>
                  <a:lnTo>
                    <a:pt x="283" y="535"/>
                  </a:lnTo>
                  <a:lnTo>
                    <a:pt x="276" y="530"/>
                  </a:lnTo>
                  <a:lnTo>
                    <a:pt x="280" y="524"/>
                  </a:lnTo>
                  <a:lnTo>
                    <a:pt x="283" y="519"/>
                  </a:lnTo>
                  <a:lnTo>
                    <a:pt x="290" y="512"/>
                  </a:lnTo>
                  <a:lnTo>
                    <a:pt x="303" y="510"/>
                  </a:lnTo>
                  <a:lnTo>
                    <a:pt x="317" y="510"/>
                  </a:lnTo>
                  <a:lnTo>
                    <a:pt x="325" y="507"/>
                  </a:lnTo>
                  <a:lnTo>
                    <a:pt x="334" y="501"/>
                  </a:lnTo>
                  <a:lnTo>
                    <a:pt x="343" y="493"/>
                  </a:lnTo>
                  <a:lnTo>
                    <a:pt x="355" y="475"/>
                  </a:lnTo>
                  <a:lnTo>
                    <a:pt x="369" y="454"/>
                  </a:lnTo>
                  <a:lnTo>
                    <a:pt x="383" y="433"/>
                  </a:lnTo>
                  <a:lnTo>
                    <a:pt x="394" y="419"/>
                  </a:lnTo>
                  <a:lnTo>
                    <a:pt x="396" y="419"/>
                  </a:lnTo>
                  <a:lnTo>
                    <a:pt x="397" y="417"/>
                  </a:lnTo>
                  <a:lnTo>
                    <a:pt x="401" y="417"/>
                  </a:lnTo>
                  <a:lnTo>
                    <a:pt x="405" y="417"/>
                  </a:lnTo>
                  <a:lnTo>
                    <a:pt x="406" y="412"/>
                  </a:lnTo>
                  <a:lnTo>
                    <a:pt x="408" y="407"/>
                  </a:lnTo>
                  <a:lnTo>
                    <a:pt x="408" y="401"/>
                  </a:lnTo>
                  <a:lnTo>
                    <a:pt x="408" y="396"/>
                  </a:lnTo>
                  <a:lnTo>
                    <a:pt x="417" y="391"/>
                  </a:lnTo>
                  <a:lnTo>
                    <a:pt x="424" y="385"/>
                  </a:lnTo>
                  <a:lnTo>
                    <a:pt x="431" y="380"/>
                  </a:lnTo>
                  <a:lnTo>
                    <a:pt x="438" y="373"/>
                  </a:lnTo>
                  <a:lnTo>
                    <a:pt x="443" y="373"/>
                  </a:lnTo>
                  <a:lnTo>
                    <a:pt x="450" y="375"/>
                  </a:lnTo>
                  <a:lnTo>
                    <a:pt x="459" y="375"/>
                  </a:lnTo>
                  <a:lnTo>
                    <a:pt x="468" y="377"/>
                  </a:lnTo>
                  <a:lnTo>
                    <a:pt x="478" y="364"/>
                  </a:lnTo>
                  <a:lnTo>
                    <a:pt x="480" y="350"/>
                  </a:lnTo>
                  <a:lnTo>
                    <a:pt x="477" y="338"/>
                  </a:lnTo>
                  <a:lnTo>
                    <a:pt x="471" y="327"/>
                  </a:lnTo>
                  <a:lnTo>
                    <a:pt x="461" y="312"/>
                  </a:lnTo>
                  <a:lnTo>
                    <a:pt x="452" y="296"/>
                  </a:lnTo>
                  <a:lnTo>
                    <a:pt x="443" y="280"/>
                  </a:lnTo>
                  <a:lnTo>
                    <a:pt x="440" y="269"/>
                  </a:lnTo>
                  <a:lnTo>
                    <a:pt x="450" y="269"/>
                  </a:lnTo>
                  <a:lnTo>
                    <a:pt x="464" y="266"/>
                  </a:lnTo>
                  <a:lnTo>
                    <a:pt x="478" y="264"/>
                  </a:lnTo>
                  <a:lnTo>
                    <a:pt x="487" y="259"/>
                  </a:lnTo>
                  <a:lnTo>
                    <a:pt x="484" y="220"/>
                  </a:lnTo>
                  <a:lnTo>
                    <a:pt x="491" y="185"/>
                  </a:lnTo>
                  <a:lnTo>
                    <a:pt x="503" y="159"/>
                  </a:lnTo>
                  <a:lnTo>
                    <a:pt x="510" y="146"/>
                  </a:lnTo>
                  <a:lnTo>
                    <a:pt x="512" y="143"/>
                  </a:lnTo>
                  <a:lnTo>
                    <a:pt x="512" y="137"/>
                  </a:lnTo>
                  <a:lnTo>
                    <a:pt x="508" y="132"/>
                  </a:lnTo>
                  <a:lnTo>
                    <a:pt x="503" y="125"/>
                  </a:lnTo>
                  <a:lnTo>
                    <a:pt x="498" y="118"/>
                  </a:lnTo>
                  <a:lnTo>
                    <a:pt x="494" y="109"/>
                  </a:lnTo>
                  <a:lnTo>
                    <a:pt x="492" y="102"/>
                  </a:lnTo>
                  <a:lnTo>
                    <a:pt x="492" y="95"/>
                  </a:lnTo>
                  <a:lnTo>
                    <a:pt x="464" y="78"/>
                  </a:lnTo>
                  <a:lnTo>
                    <a:pt x="434" y="62"/>
                  </a:lnTo>
                  <a:lnTo>
                    <a:pt x="405" y="46"/>
                  </a:lnTo>
                  <a:lnTo>
                    <a:pt x="373" y="34"/>
                  </a:lnTo>
                  <a:lnTo>
                    <a:pt x="341" y="23"/>
                  </a:lnTo>
                  <a:lnTo>
                    <a:pt x="308" y="13"/>
                  </a:lnTo>
                  <a:lnTo>
                    <a:pt x="274" y="6"/>
                  </a:lnTo>
                  <a:lnTo>
                    <a:pt x="241" y="0"/>
                  </a:lnTo>
                  <a:lnTo>
                    <a:pt x="248" y="9"/>
                  </a:lnTo>
                  <a:lnTo>
                    <a:pt x="259" y="18"/>
                  </a:lnTo>
                  <a:lnTo>
                    <a:pt x="269" y="27"/>
                  </a:lnTo>
                  <a:lnTo>
                    <a:pt x="281" y="34"/>
                  </a:lnTo>
                  <a:lnTo>
                    <a:pt x="295" y="43"/>
                  </a:lnTo>
                  <a:lnTo>
                    <a:pt x="310" y="48"/>
                  </a:lnTo>
                  <a:lnTo>
                    <a:pt x="325" y="53"/>
                  </a:lnTo>
                  <a:lnTo>
                    <a:pt x="341" y="58"/>
                  </a:lnTo>
                  <a:lnTo>
                    <a:pt x="336" y="78"/>
                  </a:lnTo>
                  <a:lnTo>
                    <a:pt x="324" y="94"/>
                  </a:lnTo>
                  <a:lnTo>
                    <a:pt x="310" y="109"/>
                  </a:lnTo>
                  <a:lnTo>
                    <a:pt x="299" y="118"/>
                  </a:lnTo>
                  <a:lnTo>
                    <a:pt x="287" y="122"/>
                  </a:lnTo>
                  <a:lnTo>
                    <a:pt x="274" y="120"/>
                  </a:lnTo>
                  <a:lnTo>
                    <a:pt x="262" y="116"/>
                  </a:lnTo>
                  <a:lnTo>
                    <a:pt x="250" y="108"/>
                  </a:lnTo>
                  <a:lnTo>
                    <a:pt x="237" y="99"/>
                  </a:lnTo>
                  <a:lnTo>
                    <a:pt x="225" y="90"/>
                  </a:lnTo>
                  <a:lnTo>
                    <a:pt x="216" y="81"/>
                  </a:lnTo>
                  <a:lnTo>
                    <a:pt x="208" y="76"/>
                  </a:lnTo>
                  <a:lnTo>
                    <a:pt x="200" y="72"/>
                  </a:lnTo>
                  <a:lnTo>
                    <a:pt x="192" y="67"/>
                  </a:lnTo>
                  <a:lnTo>
                    <a:pt x="183" y="64"/>
                  </a:lnTo>
                  <a:lnTo>
                    <a:pt x="172" y="60"/>
                  </a:lnTo>
                  <a:lnTo>
                    <a:pt x="164" y="57"/>
                  </a:lnTo>
                  <a:lnTo>
                    <a:pt x="157" y="53"/>
                  </a:lnTo>
                  <a:lnTo>
                    <a:pt x="151" y="51"/>
                  </a:lnTo>
                  <a:lnTo>
                    <a:pt x="148" y="50"/>
                  </a:lnTo>
                  <a:lnTo>
                    <a:pt x="144" y="46"/>
                  </a:lnTo>
                  <a:lnTo>
                    <a:pt x="141" y="39"/>
                  </a:lnTo>
                  <a:lnTo>
                    <a:pt x="137" y="34"/>
                  </a:lnTo>
                  <a:lnTo>
                    <a:pt x="135" y="28"/>
                  </a:lnTo>
                  <a:lnTo>
                    <a:pt x="130" y="27"/>
                  </a:lnTo>
                  <a:lnTo>
                    <a:pt x="123" y="28"/>
                  </a:lnTo>
                  <a:lnTo>
                    <a:pt x="113" y="30"/>
                  </a:lnTo>
                  <a:lnTo>
                    <a:pt x="104" y="34"/>
                  </a:lnTo>
                  <a:lnTo>
                    <a:pt x="104" y="44"/>
                  </a:lnTo>
                  <a:lnTo>
                    <a:pt x="102" y="53"/>
                  </a:lnTo>
                  <a:lnTo>
                    <a:pt x="98" y="60"/>
                  </a:lnTo>
                  <a:lnTo>
                    <a:pt x="91" y="62"/>
                  </a:lnTo>
                  <a:lnTo>
                    <a:pt x="84" y="60"/>
                  </a:lnTo>
                  <a:lnTo>
                    <a:pt x="81" y="55"/>
                  </a:lnTo>
                  <a:lnTo>
                    <a:pt x="77" y="48"/>
                  </a:lnTo>
                  <a:lnTo>
                    <a:pt x="74" y="44"/>
                  </a:lnTo>
                  <a:lnTo>
                    <a:pt x="70" y="43"/>
                  </a:lnTo>
                  <a:lnTo>
                    <a:pt x="65" y="43"/>
                  </a:lnTo>
                  <a:lnTo>
                    <a:pt x="58" y="41"/>
                  </a:lnTo>
                  <a:lnTo>
                    <a:pt x="47" y="37"/>
                  </a:lnTo>
                  <a:lnTo>
                    <a:pt x="37" y="35"/>
                  </a:lnTo>
                  <a:lnTo>
                    <a:pt x="25" y="34"/>
                  </a:lnTo>
                  <a:lnTo>
                    <a:pt x="12" y="30"/>
                  </a:lnTo>
                  <a:lnTo>
                    <a:pt x="0" y="28"/>
                  </a:lnTo>
                  <a:lnTo>
                    <a:pt x="12" y="34"/>
                  </a:lnTo>
                  <a:lnTo>
                    <a:pt x="23" y="41"/>
                  </a:lnTo>
                  <a:lnTo>
                    <a:pt x="33" y="50"/>
                  </a:lnTo>
                  <a:lnTo>
                    <a:pt x="40" y="57"/>
                  </a:lnTo>
                  <a:lnTo>
                    <a:pt x="46" y="67"/>
                  </a:lnTo>
                  <a:lnTo>
                    <a:pt x="46" y="78"/>
                  </a:lnTo>
                  <a:lnTo>
                    <a:pt x="44" y="90"/>
                  </a:lnTo>
                  <a:lnTo>
                    <a:pt x="40" y="101"/>
                  </a:lnTo>
                  <a:lnTo>
                    <a:pt x="35" y="109"/>
                  </a:lnTo>
                  <a:lnTo>
                    <a:pt x="30" y="118"/>
                  </a:lnTo>
                  <a:lnTo>
                    <a:pt x="25" y="127"/>
                  </a:lnTo>
                  <a:lnTo>
                    <a:pt x="23" y="136"/>
                  </a:lnTo>
                  <a:lnTo>
                    <a:pt x="33" y="137"/>
                  </a:lnTo>
                  <a:lnTo>
                    <a:pt x="44" y="139"/>
                  </a:lnTo>
                  <a:lnTo>
                    <a:pt x="56" y="141"/>
                  </a:lnTo>
                  <a:lnTo>
                    <a:pt x="69" y="145"/>
                  </a:lnTo>
                  <a:lnTo>
                    <a:pt x="79" y="148"/>
                  </a:lnTo>
                  <a:lnTo>
                    <a:pt x="88" y="152"/>
                  </a:lnTo>
                  <a:lnTo>
                    <a:pt x="97" y="155"/>
                  </a:lnTo>
                  <a:lnTo>
                    <a:pt x="102" y="159"/>
                  </a:lnTo>
                  <a:lnTo>
                    <a:pt x="111" y="166"/>
                  </a:lnTo>
                  <a:lnTo>
                    <a:pt x="114" y="174"/>
                  </a:lnTo>
                  <a:lnTo>
                    <a:pt x="116" y="185"/>
                  </a:lnTo>
                  <a:lnTo>
                    <a:pt x="118" y="197"/>
                  </a:lnTo>
                  <a:lnTo>
                    <a:pt x="116" y="210"/>
                  </a:lnTo>
                  <a:lnTo>
                    <a:pt x="114" y="222"/>
                  </a:lnTo>
                  <a:lnTo>
                    <a:pt x="109" y="234"/>
                  </a:lnTo>
                  <a:lnTo>
                    <a:pt x="104" y="246"/>
                  </a:lnTo>
                  <a:lnTo>
                    <a:pt x="98" y="266"/>
                  </a:lnTo>
                  <a:lnTo>
                    <a:pt x="91" y="292"/>
                  </a:lnTo>
                  <a:lnTo>
                    <a:pt x="84" y="322"/>
                  </a:lnTo>
                  <a:lnTo>
                    <a:pt x="77" y="352"/>
                  </a:lnTo>
                  <a:lnTo>
                    <a:pt x="83" y="377"/>
                  </a:lnTo>
                  <a:lnTo>
                    <a:pt x="90" y="399"/>
                  </a:lnTo>
                  <a:lnTo>
                    <a:pt x="97" y="421"/>
                  </a:lnTo>
                  <a:lnTo>
                    <a:pt x="105" y="440"/>
                  </a:lnTo>
                  <a:lnTo>
                    <a:pt x="113" y="458"/>
                  </a:lnTo>
                  <a:lnTo>
                    <a:pt x="120" y="472"/>
                  </a:lnTo>
                  <a:lnTo>
                    <a:pt x="127" y="484"/>
                  </a:lnTo>
                  <a:lnTo>
                    <a:pt x="132" y="493"/>
                  </a:lnTo>
                  <a:lnTo>
                    <a:pt x="142" y="510"/>
                  </a:lnTo>
                  <a:lnTo>
                    <a:pt x="157" y="531"/>
                  </a:lnTo>
                  <a:lnTo>
                    <a:pt x="169" y="551"/>
                  </a:lnTo>
                  <a:lnTo>
                    <a:pt x="179" y="563"/>
                  </a:lnTo>
                  <a:lnTo>
                    <a:pt x="185" y="568"/>
                  </a:lnTo>
                  <a:lnTo>
                    <a:pt x="193" y="574"/>
                  </a:lnTo>
                  <a:lnTo>
                    <a:pt x="202" y="581"/>
                  </a:lnTo>
                  <a:lnTo>
                    <a:pt x="213" y="591"/>
                  </a:lnTo>
                  <a:lnTo>
                    <a:pt x="225" y="603"/>
                  </a:lnTo>
                  <a:lnTo>
                    <a:pt x="236" y="619"/>
                  </a:lnTo>
                  <a:lnTo>
                    <a:pt x="248" y="637"/>
                  </a:lnTo>
                  <a:lnTo>
                    <a:pt x="259" y="658"/>
                  </a:lnTo>
                  <a:lnTo>
                    <a:pt x="244" y="667"/>
                  </a:lnTo>
                  <a:lnTo>
                    <a:pt x="230" y="677"/>
                  </a:lnTo>
                  <a:lnTo>
                    <a:pt x="218" y="688"/>
                  </a:lnTo>
                  <a:lnTo>
                    <a:pt x="213" y="695"/>
                  </a:lnTo>
                  <a:lnTo>
                    <a:pt x="213" y="732"/>
                  </a:lnTo>
                  <a:lnTo>
                    <a:pt x="216" y="785"/>
                  </a:lnTo>
                  <a:lnTo>
                    <a:pt x="220" y="832"/>
                  </a:lnTo>
                  <a:lnTo>
                    <a:pt x="220" y="858"/>
                  </a:lnTo>
                  <a:lnTo>
                    <a:pt x="215" y="865"/>
                  </a:lnTo>
                  <a:lnTo>
                    <a:pt x="204" y="876"/>
                  </a:lnTo>
                  <a:lnTo>
                    <a:pt x="190" y="890"/>
                  </a:lnTo>
                  <a:lnTo>
                    <a:pt x="174" y="906"/>
                  </a:lnTo>
                  <a:lnTo>
                    <a:pt x="157" y="922"/>
                  </a:lnTo>
                  <a:lnTo>
                    <a:pt x="141" y="936"/>
                  </a:lnTo>
                  <a:lnTo>
                    <a:pt x="125" y="948"/>
                  </a:lnTo>
                  <a:lnTo>
                    <a:pt x="114" y="957"/>
                  </a:lnTo>
                  <a:lnTo>
                    <a:pt x="105" y="964"/>
                  </a:lnTo>
                  <a:lnTo>
                    <a:pt x="95" y="974"/>
                  </a:lnTo>
                  <a:lnTo>
                    <a:pt x="83" y="989"/>
                  </a:lnTo>
                  <a:lnTo>
                    <a:pt x="70" y="1003"/>
                  </a:lnTo>
                  <a:lnTo>
                    <a:pt x="60" y="1018"/>
                  </a:lnTo>
                  <a:lnTo>
                    <a:pt x="53" y="1038"/>
                  </a:lnTo>
                  <a:lnTo>
                    <a:pt x="51" y="1055"/>
                  </a:lnTo>
                  <a:lnTo>
                    <a:pt x="56" y="1075"/>
                  </a:lnTo>
                  <a:lnTo>
                    <a:pt x="63" y="1080"/>
                  </a:lnTo>
                  <a:lnTo>
                    <a:pt x="70" y="1085"/>
                  </a:lnTo>
                  <a:lnTo>
                    <a:pt x="77" y="1087"/>
                  </a:lnTo>
                  <a:lnTo>
                    <a:pt x="83" y="1087"/>
                  </a:lnTo>
                  <a:lnTo>
                    <a:pt x="84" y="1085"/>
                  </a:lnTo>
                  <a:lnTo>
                    <a:pt x="88" y="1080"/>
                  </a:lnTo>
                  <a:lnTo>
                    <a:pt x="91" y="1075"/>
                  </a:lnTo>
                  <a:lnTo>
                    <a:pt x="98" y="1068"/>
                  </a:lnTo>
                  <a:lnTo>
                    <a:pt x="107" y="1061"/>
                  </a:lnTo>
                  <a:lnTo>
                    <a:pt x="121" y="1054"/>
                  </a:lnTo>
                  <a:lnTo>
                    <a:pt x="139" y="1047"/>
                  </a:lnTo>
                  <a:lnTo>
                    <a:pt x="160" y="1043"/>
                  </a:lnTo>
                  <a:close/>
                </a:path>
              </a:pathLst>
            </a:custGeom>
            <a:solidFill>
              <a:srgbClr val="A5D8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62" name="Google Shape;862;p5"/>
            <p:cNvSpPr/>
            <p:nvPr/>
          </p:nvSpPr>
          <p:spPr>
            <a:xfrm>
              <a:off x="4436" y="2888"/>
              <a:ext cx="23" cy="28"/>
            </a:xfrm>
            <a:custGeom>
              <a:rect b="b" l="l" r="r" t="t"/>
              <a:pathLst>
                <a:path extrusionOk="0" h="28" w="23">
                  <a:moveTo>
                    <a:pt x="2" y="23"/>
                  </a:moveTo>
                  <a:lnTo>
                    <a:pt x="0" y="18"/>
                  </a:lnTo>
                  <a:lnTo>
                    <a:pt x="2" y="9"/>
                  </a:lnTo>
                  <a:lnTo>
                    <a:pt x="5" y="4"/>
                  </a:lnTo>
                  <a:lnTo>
                    <a:pt x="11" y="0"/>
                  </a:lnTo>
                  <a:lnTo>
                    <a:pt x="16" y="2"/>
                  </a:lnTo>
                  <a:lnTo>
                    <a:pt x="20" y="5"/>
                  </a:lnTo>
                  <a:lnTo>
                    <a:pt x="23" y="9"/>
                  </a:lnTo>
                  <a:lnTo>
                    <a:pt x="23" y="12"/>
                  </a:lnTo>
                  <a:lnTo>
                    <a:pt x="21" y="18"/>
                  </a:lnTo>
                  <a:lnTo>
                    <a:pt x="18" y="25"/>
                  </a:lnTo>
                  <a:lnTo>
                    <a:pt x="11" y="28"/>
                  </a:lnTo>
                  <a:lnTo>
                    <a:pt x="2" y="23"/>
                  </a:lnTo>
                  <a:close/>
                </a:path>
              </a:pathLst>
            </a:custGeom>
            <a:solidFill>
              <a:srgbClr val="8CCC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63" name="Google Shape;863;p5"/>
            <p:cNvSpPr/>
            <p:nvPr/>
          </p:nvSpPr>
          <p:spPr>
            <a:xfrm>
              <a:off x="4809" y="2000"/>
              <a:ext cx="16" cy="35"/>
            </a:xfrm>
            <a:custGeom>
              <a:rect b="b" l="l" r="r" t="t"/>
              <a:pathLst>
                <a:path extrusionOk="0" h="35" w="16">
                  <a:moveTo>
                    <a:pt x="9" y="0"/>
                  </a:moveTo>
                  <a:lnTo>
                    <a:pt x="14" y="5"/>
                  </a:lnTo>
                  <a:lnTo>
                    <a:pt x="16" y="14"/>
                  </a:lnTo>
                  <a:lnTo>
                    <a:pt x="14" y="25"/>
                  </a:lnTo>
                  <a:lnTo>
                    <a:pt x="7" y="35"/>
                  </a:lnTo>
                  <a:lnTo>
                    <a:pt x="4" y="32"/>
                  </a:lnTo>
                  <a:lnTo>
                    <a:pt x="2" y="26"/>
                  </a:lnTo>
                  <a:lnTo>
                    <a:pt x="0" y="21"/>
                  </a:lnTo>
                  <a:lnTo>
                    <a:pt x="0" y="18"/>
                  </a:lnTo>
                  <a:lnTo>
                    <a:pt x="2" y="14"/>
                  </a:lnTo>
                  <a:lnTo>
                    <a:pt x="5" y="9"/>
                  </a:lnTo>
                  <a:lnTo>
                    <a:pt x="7" y="2"/>
                  </a:lnTo>
                  <a:lnTo>
                    <a:pt x="9" y="0"/>
                  </a:lnTo>
                  <a:close/>
                </a:path>
              </a:pathLst>
            </a:custGeom>
            <a:solidFill>
              <a:srgbClr val="8CCC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64" name="Google Shape;864;p5"/>
            <p:cNvSpPr/>
            <p:nvPr/>
          </p:nvSpPr>
          <p:spPr>
            <a:xfrm>
              <a:off x="4352" y="1961"/>
              <a:ext cx="33" cy="30"/>
            </a:xfrm>
            <a:custGeom>
              <a:rect b="b" l="l" r="r" t="t"/>
              <a:pathLst>
                <a:path extrusionOk="0" h="30" w="33">
                  <a:moveTo>
                    <a:pt x="0" y="13"/>
                  </a:moveTo>
                  <a:lnTo>
                    <a:pt x="7" y="7"/>
                  </a:lnTo>
                  <a:lnTo>
                    <a:pt x="17" y="4"/>
                  </a:lnTo>
                  <a:lnTo>
                    <a:pt x="28" y="4"/>
                  </a:lnTo>
                  <a:lnTo>
                    <a:pt x="33" y="0"/>
                  </a:lnTo>
                  <a:lnTo>
                    <a:pt x="33" y="9"/>
                  </a:lnTo>
                  <a:lnTo>
                    <a:pt x="31" y="18"/>
                  </a:lnTo>
                  <a:lnTo>
                    <a:pt x="28" y="25"/>
                  </a:lnTo>
                  <a:lnTo>
                    <a:pt x="28" y="27"/>
                  </a:lnTo>
                  <a:lnTo>
                    <a:pt x="26" y="27"/>
                  </a:lnTo>
                  <a:lnTo>
                    <a:pt x="23" y="29"/>
                  </a:lnTo>
                  <a:lnTo>
                    <a:pt x="19" y="30"/>
                  </a:lnTo>
                  <a:lnTo>
                    <a:pt x="16" y="29"/>
                  </a:lnTo>
                  <a:lnTo>
                    <a:pt x="14" y="25"/>
                  </a:lnTo>
                  <a:lnTo>
                    <a:pt x="10" y="20"/>
                  </a:lnTo>
                  <a:lnTo>
                    <a:pt x="7" y="14"/>
                  </a:lnTo>
                  <a:lnTo>
                    <a:pt x="0" y="13"/>
                  </a:lnTo>
                  <a:close/>
                </a:path>
              </a:pathLst>
            </a:custGeom>
            <a:solidFill>
              <a:srgbClr val="8CCC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65" name="Google Shape;865;p5"/>
            <p:cNvSpPr/>
            <p:nvPr/>
          </p:nvSpPr>
          <p:spPr>
            <a:xfrm>
              <a:off x="4610" y="2320"/>
              <a:ext cx="86" cy="79"/>
            </a:xfrm>
            <a:custGeom>
              <a:rect b="b" l="l" r="r" t="t"/>
              <a:pathLst>
                <a:path extrusionOk="0" h="79" w="86">
                  <a:moveTo>
                    <a:pt x="0" y="16"/>
                  </a:moveTo>
                  <a:lnTo>
                    <a:pt x="4" y="14"/>
                  </a:lnTo>
                  <a:lnTo>
                    <a:pt x="7" y="14"/>
                  </a:lnTo>
                  <a:lnTo>
                    <a:pt x="11" y="11"/>
                  </a:lnTo>
                  <a:lnTo>
                    <a:pt x="14" y="7"/>
                  </a:lnTo>
                  <a:lnTo>
                    <a:pt x="18" y="4"/>
                  </a:lnTo>
                  <a:lnTo>
                    <a:pt x="23" y="2"/>
                  </a:lnTo>
                  <a:lnTo>
                    <a:pt x="27" y="0"/>
                  </a:lnTo>
                  <a:lnTo>
                    <a:pt x="32" y="2"/>
                  </a:lnTo>
                  <a:lnTo>
                    <a:pt x="35" y="7"/>
                  </a:lnTo>
                  <a:lnTo>
                    <a:pt x="41" y="14"/>
                  </a:lnTo>
                  <a:lnTo>
                    <a:pt x="44" y="21"/>
                  </a:lnTo>
                  <a:lnTo>
                    <a:pt x="48" y="26"/>
                  </a:lnTo>
                  <a:lnTo>
                    <a:pt x="57" y="30"/>
                  </a:lnTo>
                  <a:lnTo>
                    <a:pt x="69" y="32"/>
                  </a:lnTo>
                  <a:lnTo>
                    <a:pt x="81" y="35"/>
                  </a:lnTo>
                  <a:lnTo>
                    <a:pt x="86" y="37"/>
                  </a:lnTo>
                  <a:lnTo>
                    <a:pt x="86" y="44"/>
                  </a:lnTo>
                  <a:lnTo>
                    <a:pt x="86" y="56"/>
                  </a:lnTo>
                  <a:lnTo>
                    <a:pt x="86" y="70"/>
                  </a:lnTo>
                  <a:lnTo>
                    <a:pt x="86" y="79"/>
                  </a:lnTo>
                  <a:lnTo>
                    <a:pt x="81" y="70"/>
                  </a:lnTo>
                  <a:lnTo>
                    <a:pt x="78" y="63"/>
                  </a:lnTo>
                  <a:lnTo>
                    <a:pt x="74" y="58"/>
                  </a:lnTo>
                  <a:lnTo>
                    <a:pt x="71" y="55"/>
                  </a:lnTo>
                  <a:lnTo>
                    <a:pt x="65" y="49"/>
                  </a:lnTo>
                  <a:lnTo>
                    <a:pt x="58" y="44"/>
                  </a:lnTo>
                  <a:lnTo>
                    <a:pt x="53" y="39"/>
                  </a:lnTo>
                  <a:lnTo>
                    <a:pt x="50" y="34"/>
                  </a:lnTo>
                  <a:lnTo>
                    <a:pt x="41" y="32"/>
                  </a:lnTo>
                  <a:lnTo>
                    <a:pt x="32" y="32"/>
                  </a:lnTo>
                  <a:lnTo>
                    <a:pt x="25" y="30"/>
                  </a:lnTo>
                  <a:lnTo>
                    <a:pt x="20" y="28"/>
                  </a:lnTo>
                  <a:lnTo>
                    <a:pt x="16" y="26"/>
                  </a:lnTo>
                  <a:lnTo>
                    <a:pt x="11" y="21"/>
                  </a:lnTo>
                  <a:lnTo>
                    <a:pt x="6" y="18"/>
                  </a:lnTo>
                  <a:lnTo>
                    <a:pt x="0" y="16"/>
                  </a:lnTo>
                  <a:close/>
                </a:path>
              </a:pathLst>
            </a:custGeom>
            <a:solidFill>
              <a:srgbClr val="8CCC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66" name="Google Shape;866;p5"/>
            <p:cNvSpPr/>
            <p:nvPr/>
          </p:nvSpPr>
          <p:spPr>
            <a:xfrm>
              <a:off x="4369" y="2438"/>
              <a:ext cx="449" cy="415"/>
            </a:xfrm>
            <a:custGeom>
              <a:rect b="b" l="l" r="r" t="t"/>
              <a:pathLst>
                <a:path extrusionOk="0" h="415" w="449">
                  <a:moveTo>
                    <a:pt x="0" y="415"/>
                  </a:moveTo>
                  <a:lnTo>
                    <a:pt x="2" y="404"/>
                  </a:lnTo>
                  <a:lnTo>
                    <a:pt x="7" y="392"/>
                  </a:lnTo>
                  <a:lnTo>
                    <a:pt x="18" y="378"/>
                  </a:lnTo>
                  <a:lnTo>
                    <a:pt x="35" y="364"/>
                  </a:lnTo>
                  <a:lnTo>
                    <a:pt x="46" y="355"/>
                  </a:lnTo>
                  <a:lnTo>
                    <a:pt x="60" y="343"/>
                  </a:lnTo>
                  <a:lnTo>
                    <a:pt x="76" y="330"/>
                  </a:lnTo>
                  <a:lnTo>
                    <a:pt x="92" y="315"/>
                  </a:lnTo>
                  <a:lnTo>
                    <a:pt x="108" y="301"/>
                  </a:lnTo>
                  <a:lnTo>
                    <a:pt x="123" y="288"/>
                  </a:lnTo>
                  <a:lnTo>
                    <a:pt x="134" y="276"/>
                  </a:lnTo>
                  <a:lnTo>
                    <a:pt x="143" y="267"/>
                  </a:lnTo>
                  <a:lnTo>
                    <a:pt x="157" y="251"/>
                  </a:lnTo>
                  <a:lnTo>
                    <a:pt x="173" y="232"/>
                  </a:lnTo>
                  <a:lnTo>
                    <a:pt x="185" y="216"/>
                  </a:lnTo>
                  <a:lnTo>
                    <a:pt x="192" y="206"/>
                  </a:lnTo>
                  <a:lnTo>
                    <a:pt x="189" y="199"/>
                  </a:lnTo>
                  <a:lnTo>
                    <a:pt x="187" y="192"/>
                  </a:lnTo>
                  <a:lnTo>
                    <a:pt x="185" y="186"/>
                  </a:lnTo>
                  <a:lnTo>
                    <a:pt x="183" y="179"/>
                  </a:lnTo>
                  <a:lnTo>
                    <a:pt x="181" y="170"/>
                  </a:lnTo>
                  <a:lnTo>
                    <a:pt x="180" y="158"/>
                  </a:lnTo>
                  <a:lnTo>
                    <a:pt x="174" y="144"/>
                  </a:lnTo>
                  <a:lnTo>
                    <a:pt x="166" y="130"/>
                  </a:lnTo>
                  <a:lnTo>
                    <a:pt x="164" y="118"/>
                  </a:lnTo>
                  <a:lnTo>
                    <a:pt x="162" y="107"/>
                  </a:lnTo>
                  <a:lnTo>
                    <a:pt x="162" y="97"/>
                  </a:lnTo>
                  <a:lnTo>
                    <a:pt x="164" y="90"/>
                  </a:lnTo>
                  <a:lnTo>
                    <a:pt x="167" y="83"/>
                  </a:lnTo>
                  <a:lnTo>
                    <a:pt x="169" y="76"/>
                  </a:lnTo>
                  <a:lnTo>
                    <a:pt x="173" y="68"/>
                  </a:lnTo>
                  <a:lnTo>
                    <a:pt x="174" y="63"/>
                  </a:lnTo>
                  <a:lnTo>
                    <a:pt x="181" y="58"/>
                  </a:lnTo>
                  <a:lnTo>
                    <a:pt x="192" y="49"/>
                  </a:lnTo>
                  <a:lnTo>
                    <a:pt x="203" y="39"/>
                  </a:lnTo>
                  <a:lnTo>
                    <a:pt x="215" y="26"/>
                  </a:lnTo>
                  <a:lnTo>
                    <a:pt x="227" y="16"/>
                  </a:lnTo>
                  <a:lnTo>
                    <a:pt x="240" y="5"/>
                  </a:lnTo>
                  <a:lnTo>
                    <a:pt x="252" y="0"/>
                  </a:lnTo>
                  <a:lnTo>
                    <a:pt x="262" y="0"/>
                  </a:lnTo>
                  <a:lnTo>
                    <a:pt x="273" y="3"/>
                  </a:lnTo>
                  <a:lnTo>
                    <a:pt x="285" y="9"/>
                  </a:lnTo>
                  <a:lnTo>
                    <a:pt x="299" y="17"/>
                  </a:lnTo>
                  <a:lnTo>
                    <a:pt x="313" y="32"/>
                  </a:lnTo>
                  <a:lnTo>
                    <a:pt x="326" y="47"/>
                  </a:lnTo>
                  <a:lnTo>
                    <a:pt x="338" y="61"/>
                  </a:lnTo>
                  <a:lnTo>
                    <a:pt x="350" y="72"/>
                  </a:lnTo>
                  <a:lnTo>
                    <a:pt x="361" y="81"/>
                  </a:lnTo>
                  <a:lnTo>
                    <a:pt x="371" y="88"/>
                  </a:lnTo>
                  <a:lnTo>
                    <a:pt x="380" y="97"/>
                  </a:lnTo>
                  <a:lnTo>
                    <a:pt x="386" y="105"/>
                  </a:lnTo>
                  <a:lnTo>
                    <a:pt x="387" y="116"/>
                  </a:lnTo>
                  <a:lnTo>
                    <a:pt x="386" y="127"/>
                  </a:lnTo>
                  <a:lnTo>
                    <a:pt x="384" y="137"/>
                  </a:lnTo>
                  <a:lnTo>
                    <a:pt x="382" y="146"/>
                  </a:lnTo>
                  <a:lnTo>
                    <a:pt x="387" y="156"/>
                  </a:lnTo>
                  <a:lnTo>
                    <a:pt x="398" y="169"/>
                  </a:lnTo>
                  <a:lnTo>
                    <a:pt x="408" y="178"/>
                  </a:lnTo>
                  <a:lnTo>
                    <a:pt x="419" y="188"/>
                  </a:lnTo>
                  <a:lnTo>
                    <a:pt x="428" y="195"/>
                  </a:lnTo>
                  <a:lnTo>
                    <a:pt x="435" y="202"/>
                  </a:lnTo>
                  <a:lnTo>
                    <a:pt x="442" y="211"/>
                  </a:lnTo>
                  <a:lnTo>
                    <a:pt x="447" y="220"/>
                  </a:lnTo>
                  <a:lnTo>
                    <a:pt x="449" y="227"/>
                  </a:lnTo>
                  <a:lnTo>
                    <a:pt x="438" y="232"/>
                  </a:lnTo>
                  <a:lnTo>
                    <a:pt x="428" y="239"/>
                  </a:lnTo>
                  <a:lnTo>
                    <a:pt x="419" y="246"/>
                  </a:lnTo>
                  <a:lnTo>
                    <a:pt x="412" y="251"/>
                  </a:lnTo>
                  <a:lnTo>
                    <a:pt x="403" y="258"/>
                  </a:lnTo>
                  <a:lnTo>
                    <a:pt x="398" y="265"/>
                  </a:lnTo>
                  <a:lnTo>
                    <a:pt x="393" y="271"/>
                  </a:lnTo>
                  <a:lnTo>
                    <a:pt x="389" y="276"/>
                  </a:lnTo>
                  <a:lnTo>
                    <a:pt x="382" y="287"/>
                  </a:lnTo>
                  <a:lnTo>
                    <a:pt x="373" y="295"/>
                  </a:lnTo>
                  <a:lnTo>
                    <a:pt x="363" y="306"/>
                  </a:lnTo>
                  <a:lnTo>
                    <a:pt x="352" y="313"/>
                  </a:lnTo>
                  <a:lnTo>
                    <a:pt x="345" y="316"/>
                  </a:lnTo>
                  <a:lnTo>
                    <a:pt x="338" y="320"/>
                  </a:lnTo>
                  <a:lnTo>
                    <a:pt x="327" y="323"/>
                  </a:lnTo>
                  <a:lnTo>
                    <a:pt x="317" y="329"/>
                  </a:lnTo>
                  <a:lnTo>
                    <a:pt x="305" y="332"/>
                  </a:lnTo>
                  <a:lnTo>
                    <a:pt x="289" y="336"/>
                  </a:lnTo>
                  <a:lnTo>
                    <a:pt x="273" y="339"/>
                  </a:lnTo>
                  <a:lnTo>
                    <a:pt x="255" y="341"/>
                  </a:lnTo>
                  <a:lnTo>
                    <a:pt x="247" y="343"/>
                  </a:lnTo>
                  <a:lnTo>
                    <a:pt x="240" y="343"/>
                  </a:lnTo>
                  <a:lnTo>
                    <a:pt x="231" y="345"/>
                  </a:lnTo>
                  <a:lnTo>
                    <a:pt x="224" y="346"/>
                  </a:lnTo>
                  <a:lnTo>
                    <a:pt x="210" y="352"/>
                  </a:lnTo>
                  <a:lnTo>
                    <a:pt x="197" y="357"/>
                  </a:lnTo>
                  <a:lnTo>
                    <a:pt x="187" y="362"/>
                  </a:lnTo>
                  <a:lnTo>
                    <a:pt x="181" y="362"/>
                  </a:lnTo>
                  <a:lnTo>
                    <a:pt x="176" y="359"/>
                  </a:lnTo>
                  <a:lnTo>
                    <a:pt x="171" y="355"/>
                  </a:lnTo>
                  <a:lnTo>
                    <a:pt x="167" y="352"/>
                  </a:lnTo>
                  <a:lnTo>
                    <a:pt x="166" y="350"/>
                  </a:lnTo>
                  <a:lnTo>
                    <a:pt x="160" y="357"/>
                  </a:lnTo>
                  <a:lnTo>
                    <a:pt x="155" y="364"/>
                  </a:lnTo>
                  <a:lnTo>
                    <a:pt x="148" y="371"/>
                  </a:lnTo>
                  <a:lnTo>
                    <a:pt x="143" y="374"/>
                  </a:lnTo>
                  <a:lnTo>
                    <a:pt x="136" y="374"/>
                  </a:lnTo>
                  <a:lnTo>
                    <a:pt x="127" y="371"/>
                  </a:lnTo>
                  <a:lnTo>
                    <a:pt x="118" y="369"/>
                  </a:lnTo>
                  <a:lnTo>
                    <a:pt x="106" y="367"/>
                  </a:lnTo>
                  <a:lnTo>
                    <a:pt x="92" y="369"/>
                  </a:lnTo>
                  <a:lnTo>
                    <a:pt x="78" y="374"/>
                  </a:lnTo>
                  <a:lnTo>
                    <a:pt x="65" y="381"/>
                  </a:lnTo>
                  <a:lnTo>
                    <a:pt x="57" y="390"/>
                  </a:lnTo>
                  <a:lnTo>
                    <a:pt x="53" y="389"/>
                  </a:lnTo>
                  <a:lnTo>
                    <a:pt x="50" y="385"/>
                  </a:lnTo>
                  <a:lnTo>
                    <a:pt x="46" y="385"/>
                  </a:lnTo>
                  <a:lnTo>
                    <a:pt x="41" y="387"/>
                  </a:lnTo>
                  <a:lnTo>
                    <a:pt x="35" y="390"/>
                  </a:lnTo>
                  <a:lnTo>
                    <a:pt x="34" y="394"/>
                  </a:lnTo>
                  <a:lnTo>
                    <a:pt x="34" y="397"/>
                  </a:lnTo>
                  <a:lnTo>
                    <a:pt x="34" y="403"/>
                  </a:lnTo>
                  <a:lnTo>
                    <a:pt x="25" y="406"/>
                  </a:lnTo>
                  <a:lnTo>
                    <a:pt x="14" y="408"/>
                  </a:lnTo>
                  <a:lnTo>
                    <a:pt x="6" y="411"/>
                  </a:lnTo>
                  <a:lnTo>
                    <a:pt x="0" y="415"/>
                  </a:lnTo>
                  <a:close/>
                </a:path>
              </a:pathLst>
            </a:custGeom>
            <a:solidFill>
              <a:srgbClr val="0072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67" name="Google Shape;867;p5"/>
            <p:cNvSpPr/>
            <p:nvPr/>
          </p:nvSpPr>
          <p:spPr>
            <a:xfrm>
              <a:off x="4357" y="1868"/>
              <a:ext cx="380" cy="563"/>
            </a:xfrm>
            <a:custGeom>
              <a:rect b="b" l="l" r="r" t="t"/>
              <a:pathLst>
                <a:path extrusionOk="0" h="563" w="380">
                  <a:moveTo>
                    <a:pt x="222" y="563"/>
                  </a:moveTo>
                  <a:lnTo>
                    <a:pt x="215" y="558"/>
                  </a:lnTo>
                  <a:lnTo>
                    <a:pt x="209" y="551"/>
                  </a:lnTo>
                  <a:lnTo>
                    <a:pt x="202" y="545"/>
                  </a:lnTo>
                  <a:lnTo>
                    <a:pt x="193" y="540"/>
                  </a:lnTo>
                  <a:lnTo>
                    <a:pt x="195" y="533"/>
                  </a:lnTo>
                  <a:lnTo>
                    <a:pt x="199" y="524"/>
                  </a:lnTo>
                  <a:lnTo>
                    <a:pt x="199" y="517"/>
                  </a:lnTo>
                  <a:lnTo>
                    <a:pt x="193" y="512"/>
                  </a:lnTo>
                  <a:lnTo>
                    <a:pt x="188" y="510"/>
                  </a:lnTo>
                  <a:lnTo>
                    <a:pt x="183" y="507"/>
                  </a:lnTo>
                  <a:lnTo>
                    <a:pt x="176" y="503"/>
                  </a:lnTo>
                  <a:lnTo>
                    <a:pt x="171" y="498"/>
                  </a:lnTo>
                  <a:lnTo>
                    <a:pt x="165" y="493"/>
                  </a:lnTo>
                  <a:lnTo>
                    <a:pt x="158" y="486"/>
                  </a:lnTo>
                  <a:lnTo>
                    <a:pt x="151" y="478"/>
                  </a:lnTo>
                  <a:lnTo>
                    <a:pt x="142" y="468"/>
                  </a:lnTo>
                  <a:lnTo>
                    <a:pt x="134" y="459"/>
                  </a:lnTo>
                  <a:lnTo>
                    <a:pt x="127" y="452"/>
                  </a:lnTo>
                  <a:lnTo>
                    <a:pt x="121" y="445"/>
                  </a:lnTo>
                  <a:lnTo>
                    <a:pt x="116" y="440"/>
                  </a:lnTo>
                  <a:lnTo>
                    <a:pt x="109" y="431"/>
                  </a:lnTo>
                  <a:lnTo>
                    <a:pt x="102" y="424"/>
                  </a:lnTo>
                  <a:lnTo>
                    <a:pt x="95" y="419"/>
                  </a:lnTo>
                  <a:lnTo>
                    <a:pt x="93" y="412"/>
                  </a:lnTo>
                  <a:lnTo>
                    <a:pt x="93" y="403"/>
                  </a:lnTo>
                  <a:lnTo>
                    <a:pt x="93" y="394"/>
                  </a:lnTo>
                  <a:lnTo>
                    <a:pt x="91" y="387"/>
                  </a:lnTo>
                  <a:lnTo>
                    <a:pt x="90" y="378"/>
                  </a:lnTo>
                  <a:lnTo>
                    <a:pt x="86" y="368"/>
                  </a:lnTo>
                  <a:lnTo>
                    <a:pt x="81" y="354"/>
                  </a:lnTo>
                  <a:lnTo>
                    <a:pt x="74" y="336"/>
                  </a:lnTo>
                  <a:lnTo>
                    <a:pt x="70" y="318"/>
                  </a:lnTo>
                  <a:lnTo>
                    <a:pt x="69" y="329"/>
                  </a:lnTo>
                  <a:lnTo>
                    <a:pt x="67" y="340"/>
                  </a:lnTo>
                  <a:lnTo>
                    <a:pt x="65" y="350"/>
                  </a:lnTo>
                  <a:lnTo>
                    <a:pt x="67" y="359"/>
                  </a:lnTo>
                  <a:lnTo>
                    <a:pt x="63" y="354"/>
                  </a:lnTo>
                  <a:lnTo>
                    <a:pt x="60" y="350"/>
                  </a:lnTo>
                  <a:lnTo>
                    <a:pt x="58" y="345"/>
                  </a:lnTo>
                  <a:lnTo>
                    <a:pt x="56" y="338"/>
                  </a:lnTo>
                  <a:lnTo>
                    <a:pt x="55" y="329"/>
                  </a:lnTo>
                  <a:lnTo>
                    <a:pt x="55" y="322"/>
                  </a:lnTo>
                  <a:lnTo>
                    <a:pt x="53" y="315"/>
                  </a:lnTo>
                  <a:lnTo>
                    <a:pt x="53" y="311"/>
                  </a:lnTo>
                  <a:lnTo>
                    <a:pt x="55" y="308"/>
                  </a:lnTo>
                  <a:lnTo>
                    <a:pt x="56" y="301"/>
                  </a:lnTo>
                  <a:lnTo>
                    <a:pt x="56" y="292"/>
                  </a:lnTo>
                  <a:lnTo>
                    <a:pt x="55" y="285"/>
                  </a:lnTo>
                  <a:lnTo>
                    <a:pt x="53" y="276"/>
                  </a:lnTo>
                  <a:lnTo>
                    <a:pt x="49" y="264"/>
                  </a:lnTo>
                  <a:lnTo>
                    <a:pt x="46" y="253"/>
                  </a:lnTo>
                  <a:lnTo>
                    <a:pt x="46" y="246"/>
                  </a:lnTo>
                  <a:lnTo>
                    <a:pt x="53" y="236"/>
                  </a:lnTo>
                  <a:lnTo>
                    <a:pt x="65" y="216"/>
                  </a:lnTo>
                  <a:lnTo>
                    <a:pt x="77" y="197"/>
                  </a:lnTo>
                  <a:lnTo>
                    <a:pt x="84" y="185"/>
                  </a:lnTo>
                  <a:lnTo>
                    <a:pt x="84" y="176"/>
                  </a:lnTo>
                  <a:lnTo>
                    <a:pt x="86" y="164"/>
                  </a:lnTo>
                  <a:lnTo>
                    <a:pt x="86" y="151"/>
                  </a:lnTo>
                  <a:lnTo>
                    <a:pt x="86" y="144"/>
                  </a:lnTo>
                  <a:lnTo>
                    <a:pt x="90" y="141"/>
                  </a:lnTo>
                  <a:lnTo>
                    <a:pt x="95" y="134"/>
                  </a:lnTo>
                  <a:lnTo>
                    <a:pt x="99" y="127"/>
                  </a:lnTo>
                  <a:lnTo>
                    <a:pt x="99" y="122"/>
                  </a:lnTo>
                  <a:lnTo>
                    <a:pt x="95" y="113"/>
                  </a:lnTo>
                  <a:lnTo>
                    <a:pt x="88" y="100"/>
                  </a:lnTo>
                  <a:lnTo>
                    <a:pt x="77" y="86"/>
                  </a:lnTo>
                  <a:lnTo>
                    <a:pt x="70" y="74"/>
                  </a:lnTo>
                  <a:lnTo>
                    <a:pt x="67" y="69"/>
                  </a:lnTo>
                  <a:lnTo>
                    <a:pt x="63" y="63"/>
                  </a:lnTo>
                  <a:lnTo>
                    <a:pt x="58" y="60"/>
                  </a:lnTo>
                  <a:lnTo>
                    <a:pt x="51" y="55"/>
                  </a:lnTo>
                  <a:lnTo>
                    <a:pt x="44" y="53"/>
                  </a:lnTo>
                  <a:lnTo>
                    <a:pt x="32" y="51"/>
                  </a:lnTo>
                  <a:lnTo>
                    <a:pt x="18" y="49"/>
                  </a:lnTo>
                  <a:lnTo>
                    <a:pt x="0" y="51"/>
                  </a:lnTo>
                  <a:lnTo>
                    <a:pt x="4" y="41"/>
                  </a:lnTo>
                  <a:lnTo>
                    <a:pt x="9" y="30"/>
                  </a:lnTo>
                  <a:lnTo>
                    <a:pt x="16" y="21"/>
                  </a:lnTo>
                  <a:lnTo>
                    <a:pt x="21" y="14"/>
                  </a:lnTo>
                  <a:lnTo>
                    <a:pt x="28" y="18"/>
                  </a:lnTo>
                  <a:lnTo>
                    <a:pt x="33" y="23"/>
                  </a:lnTo>
                  <a:lnTo>
                    <a:pt x="37" y="27"/>
                  </a:lnTo>
                  <a:lnTo>
                    <a:pt x="40" y="32"/>
                  </a:lnTo>
                  <a:lnTo>
                    <a:pt x="46" y="25"/>
                  </a:lnTo>
                  <a:lnTo>
                    <a:pt x="51" y="16"/>
                  </a:lnTo>
                  <a:lnTo>
                    <a:pt x="53" y="9"/>
                  </a:lnTo>
                  <a:lnTo>
                    <a:pt x="53" y="0"/>
                  </a:lnTo>
                  <a:lnTo>
                    <a:pt x="62" y="5"/>
                  </a:lnTo>
                  <a:lnTo>
                    <a:pt x="74" y="11"/>
                  </a:lnTo>
                  <a:lnTo>
                    <a:pt x="84" y="16"/>
                  </a:lnTo>
                  <a:lnTo>
                    <a:pt x="97" y="23"/>
                  </a:lnTo>
                  <a:lnTo>
                    <a:pt x="107" y="30"/>
                  </a:lnTo>
                  <a:lnTo>
                    <a:pt x="116" y="35"/>
                  </a:lnTo>
                  <a:lnTo>
                    <a:pt x="125" y="41"/>
                  </a:lnTo>
                  <a:lnTo>
                    <a:pt x="130" y="46"/>
                  </a:lnTo>
                  <a:lnTo>
                    <a:pt x="135" y="51"/>
                  </a:lnTo>
                  <a:lnTo>
                    <a:pt x="142" y="58"/>
                  </a:lnTo>
                  <a:lnTo>
                    <a:pt x="151" y="67"/>
                  </a:lnTo>
                  <a:lnTo>
                    <a:pt x="162" y="74"/>
                  </a:lnTo>
                  <a:lnTo>
                    <a:pt x="172" y="83"/>
                  </a:lnTo>
                  <a:lnTo>
                    <a:pt x="181" y="92"/>
                  </a:lnTo>
                  <a:lnTo>
                    <a:pt x="190" y="100"/>
                  </a:lnTo>
                  <a:lnTo>
                    <a:pt x="197" y="107"/>
                  </a:lnTo>
                  <a:lnTo>
                    <a:pt x="204" y="99"/>
                  </a:lnTo>
                  <a:lnTo>
                    <a:pt x="215" y="104"/>
                  </a:lnTo>
                  <a:lnTo>
                    <a:pt x="227" y="107"/>
                  </a:lnTo>
                  <a:lnTo>
                    <a:pt x="237" y="111"/>
                  </a:lnTo>
                  <a:lnTo>
                    <a:pt x="246" y="111"/>
                  </a:lnTo>
                  <a:lnTo>
                    <a:pt x="246" y="122"/>
                  </a:lnTo>
                  <a:lnTo>
                    <a:pt x="245" y="139"/>
                  </a:lnTo>
                  <a:lnTo>
                    <a:pt x="239" y="155"/>
                  </a:lnTo>
                  <a:lnTo>
                    <a:pt x="236" y="165"/>
                  </a:lnTo>
                  <a:lnTo>
                    <a:pt x="234" y="171"/>
                  </a:lnTo>
                  <a:lnTo>
                    <a:pt x="234" y="176"/>
                  </a:lnTo>
                  <a:lnTo>
                    <a:pt x="234" y="183"/>
                  </a:lnTo>
                  <a:lnTo>
                    <a:pt x="239" y="188"/>
                  </a:lnTo>
                  <a:lnTo>
                    <a:pt x="248" y="194"/>
                  </a:lnTo>
                  <a:lnTo>
                    <a:pt x="259" y="202"/>
                  </a:lnTo>
                  <a:lnTo>
                    <a:pt x="267" y="209"/>
                  </a:lnTo>
                  <a:lnTo>
                    <a:pt x="273" y="216"/>
                  </a:lnTo>
                  <a:lnTo>
                    <a:pt x="274" y="223"/>
                  </a:lnTo>
                  <a:lnTo>
                    <a:pt x="276" y="229"/>
                  </a:lnTo>
                  <a:lnTo>
                    <a:pt x="280" y="236"/>
                  </a:lnTo>
                  <a:lnTo>
                    <a:pt x="281" y="241"/>
                  </a:lnTo>
                  <a:lnTo>
                    <a:pt x="287" y="236"/>
                  </a:lnTo>
                  <a:lnTo>
                    <a:pt x="288" y="225"/>
                  </a:lnTo>
                  <a:lnTo>
                    <a:pt x="290" y="216"/>
                  </a:lnTo>
                  <a:lnTo>
                    <a:pt x="288" y="206"/>
                  </a:lnTo>
                  <a:lnTo>
                    <a:pt x="287" y="197"/>
                  </a:lnTo>
                  <a:lnTo>
                    <a:pt x="283" y="188"/>
                  </a:lnTo>
                  <a:lnTo>
                    <a:pt x="283" y="180"/>
                  </a:lnTo>
                  <a:lnTo>
                    <a:pt x="283" y="171"/>
                  </a:lnTo>
                  <a:lnTo>
                    <a:pt x="290" y="169"/>
                  </a:lnTo>
                  <a:lnTo>
                    <a:pt x="297" y="167"/>
                  </a:lnTo>
                  <a:lnTo>
                    <a:pt x="303" y="167"/>
                  </a:lnTo>
                  <a:lnTo>
                    <a:pt x="304" y="167"/>
                  </a:lnTo>
                  <a:lnTo>
                    <a:pt x="313" y="176"/>
                  </a:lnTo>
                  <a:lnTo>
                    <a:pt x="313" y="181"/>
                  </a:lnTo>
                  <a:lnTo>
                    <a:pt x="313" y="188"/>
                  </a:lnTo>
                  <a:lnTo>
                    <a:pt x="313" y="194"/>
                  </a:lnTo>
                  <a:lnTo>
                    <a:pt x="315" y="195"/>
                  </a:lnTo>
                  <a:lnTo>
                    <a:pt x="318" y="195"/>
                  </a:lnTo>
                  <a:lnTo>
                    <a:pt x="324" y="194"/>
                  </a:lnTo>
                  <a:lnTo>
                    <a:pt x="329" y="194"/>
                  </a:lnTo>
                  <a:lnTo>
                    <a:pt x="332" y="194"/>
                  </a:lnTo>
                  <a:lnTo>
                    <a:pt x="336" y="199"/>
                  </a:lnTo>
                  <a:lnTo>
                    <a:pt x="341" y="206"/>
                  </a:lnTo>
                  <a:lnTo>
                    <a:pt x="347" y="213"/>
                  </a:lnTo>
                  <a:lnTo>
                    <a:pt x="352" y="218"/>
                  </a:lnTo>
                  <a:lnTo>
                    <a:pt x="359" y="225"/>
                  </a:lnTo>
                  <a:lnTo>
                    <a:pt x="369" y="236"/>
                  </a:lnTo>
                  <a:lnTo>
                    <a:pt x="378" y="248"/>
                  </a:lnTo>
                  <a:lnTo>
                    <a:pt x="380" y="255"/>
                  </a:lnTo>
                  <a:lnTo>
                    <a:pt x="378" y="259"/>
                  </a:lnTo>
                  <a:lnTo>
                    <a:pt x="375" y="260"/>
                  </a:lnTo>
                  <a:lnTo>
                    <a:pt x="373" y="260"/>
                  </a:lnTo>
                  <a:lnTo>
                    <a:pt x="369" y="260"/>
                  </a:lnTo>
                  <a:lnTo>
                    <a:pt x="366" y="260"/>
                  </a:lnTo>
                  <a:lnTo>
                    <a:pt x="361" y="260"/>
                  </a:lnTo>
                  <a:lnTo>
                    <a:pt x="354" y="260"/>
                  </a:lnTo>
                  <a:lnTo>
                    <a:pt x="348" y="262"/>
                  </a:lnTo>
                  <a:lnTo>
                    <a:pt x="341" y="266"/>
                  </a:lnTo>
                  <a:lnTo>
                    <a:pt x="332" y="271"/>
                  </a:lnTo>
                  <a:lnTo>
                    <a:pt x="324" y="280"/>
                  </a:lnTo>
                  <a:lnTo>
                    <a:pt x="317" y="290"/>
                  </a:lnTo>
                  <a:lnTo>
                    <a:pt x="320" y="290"/>
                  </a:lnTo>
                  <a:lnTo>
                    <a:pt x="322" y="290"/>
                  </a:lnTo>
                  <a:lnTo>
                    <a:pt x="325" y="290"/>
                  </a:lnTo>
                  <a:lnTo>
                    <a:pt x="327" y="289"/>
                  </a:lnTo>
                  <a:lnTo>
                    <a:pt x="331" y="287"/>
                  </a:lnTo>
                  <a:lnTo>
                    <a:pt x="336" y="283"/>
                  </a:lnTo>
                  <a:lnTo>
                    <a:pt x="341" y="280"/>
                  </a:lnTo>
                  <a:lnTo>
                    <a:pt x="343" y="278"/>
                  </a:lnTo>
                  <a:lnTo>
                    <a:pt x="345" y="280"/>
                  </a:lnTo>
                  <a:lnTo>
                    <a:pt x="350" y="285"/>
                  </a:lnTo>
                  <a:lnTo>
                    <a:pt x="355" y="290"/>
                  </a:lnTo>
                  <a:lnTo>
                    <a:pt x="355" y="294"/>
                  </a:lnTo>
                  <a:lnTo>
                    <a:pt x="354" y="296"/>
                  </a:lnTo>
                  <a:lnTo>
                    <a:pt x="348" y="301"/>
                  </a:lnTo>
                  <a:lnTo>
                    <a:pt x="339" y="306"/>
                  </a:lnTo>
                  <a:lnTo>
                    <a:pt x="332" y="315"/>
                  </a:lnTo>
                  <a:lnTo>
                    <a:pt x="322" y="322"/>
                  </a:lnTo>
                  <a:lnTo>
                    <a:pt x="313" y="329"/>
                  </a:lnTo>
                  <a:lnTo>
                    <a:pt x="304" y="336"/>
                  </a:lnTo>
                  <a:lnTo>
                    <a:pt x="297" y="341"/>
                  </a:lnTo>
                  <a:lnTo>
                    <a:pt x="296" y="352"/>
                  </a:lnTo>
                  <a:lnTo>
                    <a:pt x="290" y="364"/>
                  </a:lnTo>
                  <a:lnTo>
                    <a:pt x="281" y="373"/>
                  </a:lnTo>
                  <a:lnTo>
                    <a:pt x="267" y="380"/>
                  </a:lnTo>
                  <a:lnTo>
                    <a:pt x="266" y="394"/>
                  </a:lnTo>
                  <a:lnTo>
                    <a:pt x="262" y="408"/>
                  </a:lnTo>
                  <a:lnTo>
                    <a:pt x="259" y="420"/>
                  </a:lnTo>
                  <a:lnTo>
                    <a:pt x="255" y="429"/>
                  </a:lnTo>
                  <a:lnTo>
                    <a:pt x="246" y="422"/>
                  </a:lnTo>
                  <a:lnTo>
                    <a:pt x="243" y="412"/>
                  </a:lnTo>
                  <a:lnTo>
                    <a:pt x="241" y="398"/>
                  </a:lnTo>
                  <a:lnTo>
                    <a:pt x="241" y="382"/>
                  </a:lnTo>
                  <a:lnTo>
                    <a:pt x="232" y="378"/>
                  </a:lnTo>
                  <a:lnTo>
                    <a:pt x="223" y="375"/>
                  </a:lnTo>
                  <a:lnTo>
                    <a:pt x="215" y="373"/>
                  </a:lnTo>
                  <a:lnTo>
                    <a:pt x="206" y="373"/>
                  </a:lnTo>
                  <a:lnTo>
                    <a:pt x="197" y="373"/>
                  </a:lnTo>
                  <a:lnTo>
                    <a:pt x="186" y="371"/>
                  </a:lnTo>
                  <a:lnTo>
                    <a:pt x="179" y="371"/>
                  </a:lnTo>
                  <a:lnTo>
                    <a:pt x="174" y="371"/>
                  </a:lnTo>
                  <a:lnTo>
                    <a:pt x="169" y="380"/>
                  </a:lnTo>
                  <a:lnTo>
                    <a:pt x="162" y="391"/>
                  </a:lnTo>
                  <a:lnTo>
                    <a:pt x="157" y="405"/>
                  </a:lnTo>
                  <a:lnTo>
                    <a:pt x="153" y="422"/>
                  </a:lnTo>
                  <a:lnTo>
                    <a:pt x="153" y="426"/>
                  </a:lnTo>
                  <a:lnTo>
                    <a:pt x="153" y="431"/>
                  </a:lnTo>
                  <a:lnTo>
                    <a:pt x="151" y="435"/>
                  </a:lnTo>
                  <a:lnTo>
                    <a:pt x="151" y="440"/>
                  </a:lnTo>
                  <a:lnTo>
                    <a:pt x="160" y="447"/>
                  </a:lnTo>
                  <a:lnTo>
                    <a:pt x="167" y="452"/>
                  </a:lnTo>
                  <a:lnTo>
                    <a:pt x="174" y="457"/>
                  </a:lnTo>
                  <a:lnTo>
                    <a:pt x="179" y="459"/>
                  </a:lnTo>
                  <a:lnTo>
                    <a:pt x="185" y="454"/>
                  </a:lnTo>
                  <a:lnTo>
                    <a:pt x="188" y="449"/>
                  </a:lnTo>
                  <a:lnTo>
                    <a:pt x="190" y="445"/>
                  </a:lnTo>
                  <a:lnTo>
                    <a:pt x="193" y="445"/>
                  </a:lnTo>
                  <a:lnTo>
                    <a:pt x="197" y="447"/>
                  </a:lnTo>
                  <a:lnTo>
                    <a:pt x="202" y="450"/>
                  </a:lnTo>
                  <a:lnTo>
                    <a:pt x="206" y="452"/>
                  </a:lnTo>
                  <a:lnTo>
                    <a:pt x="206" y="456"/>
                  </a:lnTo>
                  <a:lnTo>
                    <a:pt x="204" y="459"/>
                  </a:lnTo>
                  <a:lnTo>
                    <a:pt x="204" y="463"/>
                  </a:lnTo>
                  <a:lnTo>
                    <a:pt x="202" y="466"/>
                  </a:lnTo>
                  <a:lnTo>
                    <a:pt x="201" y="470"/>
                  </a:lnTo>
                  <a:lnTo>
                    <a:pt x="197" y="473"/>
                  </a:lnTo>
                  <a:lnTo>
                    <a:pt x="195" y="475"/>
                  </a:lnTo>
                  <a:lnTo>
                    <a:pt x="193" y="478"/>
                  </a:lnTo>
                  <a:lnTo>
                    <a:pt x="193" y="482"/>
                  </a:lnTo>
                  <a:lnTo>
                    <a:pt x="201" y="487"/>
                  </a:lnTo>
                  <a:lnTo>
                    <a:pt x="208" y="493"/>
                  </a:lnTo>
                  <a:lnTo>
                    <a:pt x="215" y="494"/>
                  </a:lnTo>
                  <a:lnTo>
                    <a:pt x="218" y="498"/>
                  </a:lnTo>
                  <a:lnTo>
                    <a:pt x="220" y="501"/>
                  </a:lnTo>
                  <a:lnTo>
                    <a:pt x="222" y="507"/>
                  </a:lnTo>
                  <a:lnTo>
                    <a:pt x="223" y="510"/>
                  </a:lnTo>
                  <a:lnTo>
                    <a:pt x="222" y="514"/>
                  </a:lnTo>
                  <a:lnTo>
                    <a:pt x="218" y="517"/>
                  </a:lnTo>
                  <a:lnTo>
                    <a:pt x="216" y="521"/>
                  </a:lnTo>
                  <a:lnTo>
                    <a:pt x="215" y="526"/>
                  </a:lnTo>
                  <a:lnTo>
                    <a:pt x="213" y="531"/>
                  </a:lnTo>
                  <a:lnTo>
                    <a:pt x="215" y="538"/>
                  </a:lnTo>
                  <a:lnTo>
                    <a:pt x="218" y="547"/>
                  </a:lnTo>
                  <a:lnTo>
                    <a:pt x="220" y="556"/>
                  </a:lnTo>
                  <a:lnTo>
                    <a:pt x="222" y="563"/>
                  </a:lnTo>
                  <a:close/>
                </a:path>
              </a:pathLst>
            </a:custGeom>
            <a:solidFill>
              <a:srgbClr val="0072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68" name="Google Shape;868;p5"/>
            <p:cNvSpPr/>
            <p:nvPr/>
          </p:nvSpPr>
          <p:spPr>
            <a:xfrm>
              <a:off x="4739" y="2135"/>
              <a:ext cx="24" cy="23"/>
            </a:xfrm>
            <a:custGeom>
              <a:rect b="b" l="l" r="r" t="t"/>
              <a:pathLst>
                <a:path extrusionOk="0" h="23" w="24">
                  <a:moveTo>
                    <a:pt x="0" y="11"/>
                  </a:moveTo>
                  <a:lnTo>
                    <a:pt x="0" y="7"/>
                  </a:lnTo>
                  <a:lnTo>
                    <a:pt x="5" y="2"/>
                  </a:lnTo>
                  <a:lnTo>
                    <a:pt x="10" y="0"/>
                  </a:lnTo>
                  <a:lnTo>
                    <a:pt x="16" y="0"/>
                  </a:lnTo>
                  <a:lnTo>
                    <a:pt x="19" y="2"/>
                  </a:lnTo>
                  <a:lnTo>
                    <a:pt x="23" y="7"/>
                  </a:lnTo>
                  <a:lnTo>
                    <a:pt x="24" y="15"/>
                  </a:lnTo>
                  <a:lnTo>
                    <a:pt x="23" y="20"/>
                  </a:lnTo>
                  <a:lnTo>
                    <a:pt x="17" y="23"/>
                  </a:lnTo>
                  <a:lnTo>
                    <a:pt x="10" y="23"/>
                  </a:lnTo>
                  <a:lnTo>
                    <a:pt x="5" y="20"/>
                  </a:lnTo>
                  <a:lnTo>
                    <a:pt x="0" y="11"/>
                  </a:lnTo>
                  <a:close/>
                </a:path>
              </a:pathLst>
            </a:custGeom>
            <a:solidFill>
              <a:srgbClr val="0072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69" name="Google Shape;869;p5"/>
            <p:cNvSpPr/>
            <p:nvPr/>
          </p:nvSpPr>
          <p:spPr>
            <a:xfrm>
              <a:off x="4357" y="1882"/>
              <a:ext cx="218" cy="426"/>
            </a:xfrm>
            <a:custGeom>
              <a:rect b="b" l="l" r="r" t="t"/>
              <a:pathLst>
                <a:path extrusionOk="0" h="426" w="218">
                  <a:moveTo>
                    <a:pt x="185" y="109"/>
                  </a:moveTo>
                  <a:lnTo>
                    <a:pt x="179" y="99"/>
                  </a:lnTo>
                  <a:lnTo>
                    <a:pt x="171" y="90"/>
                  </a:lnTo>
                  <a:lnTo>
                    <a:pt x="158" y="81"/>
                  </a:lnTo>
                  <a:lnTo>
                    <a:pt x="148" y="72"/>
                  </a:lnTo>
                  <a:lnTo>
                    <a:pt x="135" y="64"/>
                  </a:lnTo>
                  <a:lnTo>
                    <a:pt x="123" y="55"/>
                  </a:lnTo>
                  <a:lnTo>
                    <a:pt x="111" y="48"/>
                  </a:lnTo>
                  <a:lnTo>
                    <a:pt x="102" y="39"/>
                  </a:lnTo>
                  <a:lnTo>
                    <a:pt x="93" y="32"/>
                  </a:lnTo>
                  <a:lnTo>
                    <a:pt x="84" y="25"/>
                  </a:lnTo>
                  <a:lnTo>
                    <a:pt x="76" y="21"/>
                  </a:lnTo>
                  <a:lnTo>
                    <a:pt x="67" y="20"/>
                  </a:lnTo>
                  <a:lnTo>
                    <a:pt x="58" y="18"/>
                  </a:lnTo>
                  <a:lnTo>
                    <a:pt x="51" y="18"/>
                  </a:lnTo>
                  <a:lnTo>
                    <a:pt x="46" y="18"/>
                  </a:lnTo>
                  <a:lnTo>
                    <a:pt x="40" y="18"/>
                  </a:lnTo>
                  <a:lnTo>
                    <a:pt x="37" y="13"/>
                  </a:lnTo>
                  <a:lnTo>
                    <a:pt x="33" y="9"/>
                  </a:lnTo>
                  <a:lnTo>
                    <a:pt x="28" y="4"/>
                  </a:lnTo>
                  <a:lnTo>
                    <a:pt x="21" y="0"/>
                  </a:lnTo>
                  <a:lnTo>
                    <a:pt x="16" y="7"/>
                  </a:lnTo>
                  <a:lnTo>
                    <a:pt x="9" y="16"/>
                  </a:lnTo>
                  <a:lnTo>
                    <a:pt x="4" y="27"/>
                  </a:lnTo>
                  <a:lnTo>
                    <a:pt x="0" y="37"/>
                  </a:lnTo>
                  <a:lnTo>
                    <a:pt x="18" y="35"/>
                  </a:lnTo>
                  <a:lnTo>
                    <a:pt x="32" y="37"/>
                  </a:lnTo>
                  <a:lnTo>
                    <a:pt x="44" y="39"/>
                  </a:lnTo>
                  <a:lnTo>
                    <a:pt x="51" y="41"/>
                  </a:lnTo>
                  <a:lnTo>
                    <a:pt x="58" y="46"/>
                  </a:lnTo>
                  <a:lnTo>
                    <a:pt x="63" y="49"/>
                  </a:lnTo>
                  <a:lnTo>
                    <a:pt x="67" y="55"/>
                  </a:lnTo>
                  <a:lnTo>
                    <a:pt x="70" y="60"/>
                  </a:lnTo>
                  <a:lnTo>
                    <a:pt x="77" y="72"/>
                  </a:lnTo>
                  <a:lnTo>
                    <a:pt x="88" y="86"/>
                  </a:lnTo>
                  <a:lnTo>
                    <a:pt x="95" y="99"/>
                  </a:lnTo>
                  <a:lnTo>
                    <a:pt x="99" y="108"/>
                  </a:lnTo>
                  <a:lnTo>
                    <a:pt x="99" y="113"/>
                  </a:lnTo>
                  <a:lnTo>
                    <a:pt x="95" y="120"/>
                  </a:lnTo>
                  <a:lnTo>
                    <a:pt x="90" y="127"/>
                  </a:lnTo>
                  <a:lnTo>
                    <a:pt x="86" y="130"/>
                  </a:lnTo>
                  <a:lnTo>
                    <a:pt x="86" y="137"/>
                  </a:lnTo>
                  <a:lnTo>
                    <a:pt x="86" y="150"/>
                  </a:lnTo>
                  <a:lnTo>
                    <a:pt x="84" y="162"/>
                  </a:lnTo>
                  <a:lnTo>
                    <a:pt x="84" y="171"/>
                  </a:lnTo>
                  <a:lnTo>
                    <a:pt x="77" y="183"/>
                  </a:lnTo>
                  <a:lnTo>
                    <a:pt x="65" y="202"/>
                  </a:lnTo>
                  <a:lnTo>
                    <a:pt x="53" y="222"/>
                  </a:lnTo>
                  <a:lnTo>
                    <a:pt x="46" y="232"/>
                  </a:lnTo>
                  <a:lnTo>
                    <a:pt x="46" y="239"/>
                  </a:lnTo>
                  <a:lnTo>
                    <a:pt x="49" y="250"/>
                  </a:lnTo>
                  <a:lnTo>
                    <a:pt x="53" y="262"/>
                  </a:lnTo>
                  <a:lnTo>
                    <a:pt x="55" y="271"/>
                  </a:lnTo>
                  <a:lnTo>
                    <a:pt x="56" y="278"/>
                  </a:lnTo>
                  <a:lnTo>
                    <a:pt x="56" y="287"/>
                  </a:lnTo>
                  <a:lnTo>
                    <a:pt x="55" y="294"/>
                  </a:lnTo>
                  <a:lnTo>
                    <a:pt x="53" y="297"/>
                  </a:lnTo>
                  <a:lnTo>
                    <a:pt x="53" y="301"/>
                  </a:lnTo>
                  <a:lnTo>
                    <a:pt x="55" y="308"/>
                  </a:lnTo>
                  <a:lnTo>
                    <a:pt x="55" y="315"/>
                  </a:lnTo>
                  <a:lnTo>
                    <a:pt x="56" y="324"/>
                  </a:lnTo>
                  <a:lnTo>
                    <a:pt x="58" y="331"/>
                  </a:lnTo>
                  <a:lnTo>
                    <a:pt x="60" y="336"/>
                  </a:lnTo>
                  <a:lnTo>
                    <a:pt x="63" y="340"/>
                  </a:lnTo>
                  <a:lnTo>
                    <a:pt x="67" y="345"/>
                  </a:lnTo>
                  <a:lnTo>
                    <a:pt x="65" y="336"/>
                  </a:lnTo>
                  <a:lnTo>
                    <a:pt x="67" y="326"/>
                  </a:lnTo>
                  <a:lnTo>
                    <a:pt x="69" y="315"/>
                  </a:lnTo>
                  <a:lnTo>
                    <a:pt x="70" y="304"/>
                  </a:lnTo>
                  <a:lnTo>
                    <a:pt x="74" y="322"/>
                  </a:lnTo>
                  <a:lnTo>
                    <a:pt x="81" y="340"/>
                  </a:lnTo>
                  <a:lnTo>
                    <a:pt x="86" y="354"/>
                  </a:lnTo>
                  <a:lnTo>
                    <a:pt x="90" y="364"/>
                  </a:lnTo>
                  <a:lnTo>
                    <a:pt x="91" y="373"/>
                  </a:lnTo>
                  <a:lnTo>
                    <a:pt x="93" y="380"/>
                  </a:lnTo>
                  <a:lnTo>
                    <a:pt x="93" y="389"/>
                  </a:lnTo>
                  <a:lnTo>
                    <a:pt x="93" y="398"/>
                  </a:lnTo>
                  <a:lnTo>
                    <a:pt x="95" y="405"/>
                  </a:lnTo>
                  <a:lnTo>
                    <a:pt x="102" y="410"/>
                  </a:lnTo>
                  <a:lnTo>
                    <a:pt x="109" y="417"/>
                  </a:lnTo>
                  <a:lnTo>
                    <a:pt x="116" y="426"/>
                  </a:lnTo>
                  <a:lnTo>
                    <a:pt x="113" y="419"/>
                  </a:lnTo>
                  <a:lnTo>
                    <a:pt x="109" y="413"/>
                  </a:lnTo>
                  <a:lnTo>
                    <a:pt x="109" y="408"/>
                  </a:lnTo>
                  <a:lnTo>
                    <a:pt x="113" y="405"/>
                  </a:lnTo>
                  <a:lnTo>
                    <a:pt x="116" y="401"/>
                  </a:lnTo>
                  <a:lnTo>
                    <a:pt x="120" y="396"/>
                  </a:lnTo>
                  <a:lnTo>
                    <a:pt x="121" y="392"/>
                  </a:lnTo>
                  <a:lnTo>
                    <a:pt x="121" y="389"/>
                  </a:lnTo>
                  <a:lnTo>
                    <a:pt x="123" y="385"/>
                  </a:lnTo>
                  <a:lnTo>
                    <a:pt x="127" y="384"/>
                  </a:lnTo>
                  <a:lnTo>
                    <a:pt x="130" y="385"/>
                  </a:lnTo>
                  <a:lnTo>
                    <a:pt x="134" y="389"/>
                  </a:lnTo>
                  <a:lnTo>
                    <a:pt x="134" y="394"/>
                  </a:lnTo>
                  <a:lnTo>
                    <a:pt x="135" y="399"/>
                  </a:lnTo>
                  <a:lnTo>
                    <a:pt x="137" y="405"/>
                  </a:lnTo>
                  <a:lnTo>
                    <a:pt x="141" y="406"/>
                  </a:lnTo>
                  <a:lnTo>
                    <a:pt x="144" y="406"/>
                  </a:lnTo>
                  <a:lnTo>
                    <a:pt x="150" y="406"/>
                  </a:lnTo>
                  <a:lnTo>
                    <a:pt x="151" y="408"/>
                  </a:lnTo>
                  <a:lnTo>
                    <a:pt x="153" y="408"/>
                  </a:lnTo>
                  <a:lnTo>
                    <a:pt x="157" y="391"/>
                  </a:lnTo>
                  <a:lnTo>
                    <a:pt x="162" y="377"/>
                  </a:lnTo>
                  <a:lnTo>
                    <a:pt x="169" y="366"/>
                  </a:lnTo>
                  <a:lnTo>
                    <a:pt x="174" y="357"/>
                  </a:lnTo>
                  <a:lnTo>
                    <a:pt x="179" y="357"/>
                  </a:lnTo>
                  <a:lnTo>
                    <a:pt x="186" y="357"/>
                  </a:lnTo>
                  <a:lnTo>
                    <a:pt x="197" y="359"/>
                  </a:lnTo>
                  <a:lnTo>
                    <a:pt x="206" y="359"/>
                  </a:lnTo>
                  <a:lnTo>
                    <a:pt x="208" y="348"/>
                  </a:lnTo>
                  <a:lnTo>
                    <a:pt x="213" y="340"/>
                  </a:lnTo>
                  <a:lnTo>
                    <a:pt x="218" y="333"/>
                  </a:lnTo>
                  <a:lnTo>
                    <a:pt x="218" y="322"/>
                  </a:lnTo>
                  <a:lnTo>
                    <a:pt x="215" y="308"/>
                  </a:lnTo>
                  <a:lnTo>
                    <a:pt x="211" y="294"/>
                  </a:lnTo>
                  <a:lnTo>
                    <a:pt x="206" y="282"/>
                  </a:lnTo>
                  <a:lnTo>
                    <a:pt x="201" y="271"/>
                  </a:lnTo>
                  <a:lnTo>
                    <a:pt x="195" y="260"/>
                  </a:lnTo>
                  <a:lnTo>
                    <a:pt x="188" y="248"/>
                  </a:lnTo>
                  <a:lnTo>
                    <a:pt x="185" y="234"/>
                  </a:lnTo>
                  <a:lnTo>
                    <a:pt x="186" y="222"/>
                  </a:lnTo>
                  <a:lnTo>
                    <a:pt x="192" y="209"/>
                  </a:lnTo>
                  <a:lnTo>
                    <a:pt x="195" y="199"/>
                  </a:lnTo>
                  <a:lnTo>
                    <a:pt x="197" y="190"/>
                  </a:lnTo>
                  <a:lnTo>
                    <a:pt x="193" y="181"/>
                  </a:lnTo>
                  <a:lnTo>
                    <a:pt x="183" y="171"/>
                  </a:lnTo>
                  <a:lnTo>
                    <a:pt x="174" y="160"/>
                  </a:lnTo>
                  <a:lnTo>
                    <a:pt x="167" y="151"/>
                  </a:lnTo>
                  <a:lnTo>
                    <a:pt x="165" y="141"/>
                  </a:lnTo>
                  <a:lnTo>
                    <a:pt x="169" y="132"/>
                  </a:lnTo>
                  <a:lnTo>
                    <a:pt x="172" y="125"/>
                  </a:lnTo>
                  <a:lnTo>
                    <a:pt x="179" y="116"/>
                  </a:lnTo>
                  <a:lnTo>
                    <a:pt x="185" y="109"/>
                  </a:lnTo>
                  <a:close/>
                </a:path>
              </a:pathLst>
            </a:custGeom>
            <a:solidFill>
              <a:srgbClr val="0072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0" name="Google Shape;870;p5"/>
            <p:cNvSpPr/>
            <p:nvPr/>
          </p:nvSpPr>
          <p:spPr>
            <a:xfrm>
              <a:off x="4369" y="2470"/>
              <a:ext cx="449" cy="383"/>
            </a:xfrm>
            <a:custGeom>
              <a:rect b="b" l="l" r="r" t="t"/>
              <a:pathLst>
                <a:path extrusionOk="0" h="383" w="449">
                  <a:moveTo>
                    <a:pt x="389" y="244"/>
                  </a:moveTo>
                  <a:lnTo>
                    <a:pt x="393" y="239"/>
                  </a:lnTo>
                  <a:lnTo>
                    <a:pt x="398" y="233"/>
                  </a:lnTo>
                  <a:lnTo>
                    <a:pt x="403" y="226"/>
                  </a:lnTo>
                  <a:lnTo>
                    <a:pt x="412" y="219"/>
                  </a:lnTo>
                  <a:lnTo>
                    <a:pt x="419" y="214"/>
                  </a:lnTo>
                  <a:lnTo>
                    <a:pt x="428" y="207"/>
                  </a:lnTo>
                  <a:lnTo>
                    <a:pt x="438" y="200"/>
                  </a:lnTo>
                  <a:lnTo>
                    <a:pt x="449" y="195"/>
                  </a:lnTo>
                  <a:lnTo>
                    <a:pt x="447" y="188"/>
                  </a:lnTo>
                  <a:lnTo>
                    <a:pt x="442" y="179"/>
                  </a:lnTo>
                  <a:lnTo>
                    <a:pt x="435" y="170"/>
                  </a:lnTo>
                  <a:lnTo>
                    <a:pt x="428" y="163"/>
                  </a:lnTo>
                  <a:lnTo>
                    <a:pt x="419" y="156"/>
                  </a:lnTo>
                  <a:lnTo>
                    <a:pt x="408" y="146"/>
                  </a:lnTo>
                  <a:lnTo>
                    <a:pt x="398" y="137"/>
                  </a:lnTo>
                  <a:lnTo>
                    <a:pt x="387" y="124"/>
                  </a:lnTo>
                  <a:lnTo>
                    <a:pt x="382" y="114"/>
                  </a:lnTo>
                  <a:lnTo>
                    <a:pt x="384" y="105"/>
                  </a:lnTo>
                  <a:lnTo>
                    <a:pt x="386" y="95"/>
                  </a:lnTo>
                  <a:lnTo>
                    <a:pt x="387" y="84"/>
                  </a:lnTo>
                  <a:lnTo>
                    <a:pt x="386" y="73"/>
                  </a:lnTo>
                  <a:lnTo>
                    <a:pt x="380" y="65"/>
                  </a:lnTo>
                  <a:lnTo>
                    <a:pt x="371" y="56"/>
                  </a:lnTo>
                  <a:lnTo>
                    <a:pt x="361" y="49"/>
                  </a:lnTo>
                  <a:lnTo>
                    <a:pt x="350" y="40"/>
                  </a:lnTo>
                  <a:lnTo>
                    <a:pt x="338" y="29"/>
                  </a:lnTo>
                  <a:lnTo>
                    <a:pt x="326" y="15"/>
                  </a:lnTo>
                  <a:lnTo>
                    <a:pt x="313" y="0"/>
                  </a:lnTo>
                  <a:lnTo>
                    <a:pt x="315" y="8"/>
                  </a:lnTo>
                  <a:lnTo>
                    <a:pt x="315" y="15"/>
                  </a:lnTo>
                  <a:lnTo>
                    <a:pt x="315" y="21"/>
                  </a:lnTo>
                  <a:lnTo>
                    <a:pt x="315" y="26"/>
                  </a:lnTo>
                  <a:lnTo>
                    <a:pt x="317" y="29"/>
                  </a:lnTo>
                  <a:lnTo>
                    <a:pt x="317" y="35"/>
                  </a:lnTo>
                  <a:lnTo>
                    <a:pt x="313" y="38"/>
                  </a:lnTo>
                  <a:lnTo>
                    <a:pt x="310" y="42"/>
                  </a:lnTo>
                  <a:lnTo>
                    <a:pt x="308" y="45"/>
                  </a:lnTo>
                  <a:lnTo>
                    <a:pt x="308" y="49"/>
                  </a:lnTo>
                  <a:lnTo>
                    <a:pt x="310" y="52"/>
                  </a:lnTo>
                  <a:lnTo>
                    <a:pt x="315" y="54"/>
                  </a:lnTo>
                  <a:lnTo>
                    <a:pt x="322" y="58"/>
                  </a:lnTo>
                  <a:lnTo>
                    <a:pt x="336" y="63"/>
                  </a:lnTo>
                  <a:lnTo>
                    <a:pt x="349" y="70"/>
                  </a:lnTo>
                  <a:lnTo>
                    <a:pt x="356" y="75"/>
                  </a:lnTo>
                  <a:lnTo>
                    <a:pt x="361" y="80"/>
                  </a:lnTo>
                  <a:lnTo>
                    <a:pt x="368" y="91"/>
                  </a:lnTo>
                  <a:lnTo>
                    <a:pt x="375" y="105"/>
                  </a:lnTo>
                  <a:lnTo>
                    <a:pt x="377" y="123"/>
                  </a:lnTo>
                  <a:lnTo>
                    <a:pt x="377" y="133"/>
                  </a:lnTo>
                  <a:lnTo>
                    <a:pt x="375" y="144"/>
                  </a:lnTo>
                  <a:lnTo>
                    <a:pt x="371" y="154"/>
                  </a:lnTo>
                  <a:lnTo>
                    <a:pt x="368" y="165"/>
                  </a:lnTo>
                  <a:lnTo>
                    <a:pt x="359" y="174"/>
                  </a:lnTo>
                  <a:lnTo>
                    <a:pt x="349" y="182"/>
                  </a:lnTo>
                  <a:lnTo>
                    <a:pt x="335" y="189"/>
                  </a:lnTo>
                  <a:lnTo>
                    <a:pt x="315" y="195"/>
                  </a:lnTo>
                  <a:lnTo>
                    <a:pt x="315" y="174"/>
                  </a:lnTo>
                  <a:lnTo>
                    <a:pt x="313" y="149"/>
                  </a:lnTo>
                  <a:lnTo>
                    <a:pt x="308" y="126"/>
                  </a:lnTo>
                  <a:lnTo>
                    <a:pt x="301" y="114"/>
                  </a:lnTo>
                  <a:lnTo>
                    <a:pt x="291" y="107"/>
                  </a:lnTo>
                  <a:lnTo>
                    <a:pt x="278" y="102"/>
                  </a:lnTo>
                  <a:lnTo>
                    <a:pt x="266" y="100"/>
                  </a:lnTo>
                  <a:lnTo>
                    <a:pt x="257" y="102"/>
                  </a:lnTo>
                  <a:lnTo>
                    <a:pt x="248" y="107"/>
                  </a:lnTo>
                  <a:lnTo>
                    <a:pt x="240" y="116"/>
                  </a:lnTo>
                  <a:lnTo>
                    <a:pt x="231" y="121"/>
                  </a:lnTo>
                  <a:lnTo>
                    <a:pt x="218" y="119"/>
                  </a:lnTo>
                  <a:lnTo>
                    <a:pt x="218" y="130"/>
                  </a:lnTo>
                  <a:lnTo>
                    <a:pt x="231" y="137"/>
                  </a:lnTo>
                  <a:lnTo>
                    <a:pt x="238" y="147"/>
                  </a:lnTo>
                  <a:lnTo>
                    <a:pt x="240" y="161"/>
                  </a:lnTo>
                  <a:lnTo>
                    <a:pt x="234" y="175"/>
                  </a:lnTo>
                  <a:lnTo>
                    <a:pt x="224" y="189"/>
                  </a:lnTo>
                  <a:lnTo>
                    <a:pt x="215" y="198"/>
                  </a:lnTo>
                  <a:lnTo>
                    <a:pt x="206" y="209"/>
                  </a:lnTo>
                  <a:lnTo>
                    <a:pt x="196" y="219"/>
                  </a:lnTo>
                  <a:lnTo>
                    <a:pt x="190" y="226"/>
                  </a:lnTo>
                  <a:lnTo>
                    <a:pt x="183" y="233"/>
                  </a:lnTo>
                  <a:lnTo>
                    <a:pt x="176" y="240"/>
                  </a:lnTo>
                  <a:lnTo>
                    <a:pt x="167" y="249"/>
                  </a:lnTo>
                  <a:lnTo>
                    <a:pt x="160" y="256"/>
                  </a:lnTo>
                  <a:lnTo>
                    <a:pt x="153" y="265"/>
                  </a:lnTo>
                  <a:lnTo>
                    <a:pt x="146" y="272"/>
                  </a:lnTo>
                  <a:lnTo>
                    <a:pt x="139" y="279"/>
                  </a:lnTo>
                  <a:lnTo>
                    <a:pt x="118" y="286"/>
                  </a:lnTo>
                  <a:lnTo>
                    <a:pt x="108" y="291"/>
                  </a:lnTo>
                  <a:lnTo>
                    <a:pt x="92" y="300"/>
                  </a:lnTo>
                  <a:lnTo>
                    <a:pt x="76" y="309"/>
                  </a:lnTo>
                  <a:lnTo>
                    <a:pt x="58" y="321"/>
                  </a:lnTo>
                  <a:lnTo>
                    <a:pt x="41" y="335"/>
                  </a:lnTo>
                  <a:lnTo>
                    <a:pt x="25" y="349"/>
                  </a:lnTo>
                  <a:lnTo>
                    <a:pt x="11" y="365"/>
                  </a:lnTo>
                  <a:lnTo>
                    <a:pt x="0" y="383"/>
                  </a:lnTo>
                  <a:lnTo>
                    <a:pt x="6" y="379"/>
                  </a:lnTo>
                  <a:lnTo>
                    <a:pt x="14" y="376"/>
                  </a:lnTo>
                  <a:lnTo>
                    <a:pt x="25" y="374"/>
                  </a:lnTo>
                  <a:lnTo>
                    <a:pt x="34" y="371"/>
                  </a:lnTo>
                  <a:lnTo>
                    <a:pt x="34" y="365"/>
                  </a:lnTo>
                  <a:lnTo>
                    <a:pt x="34" y="362"/>
                  </a:lnTo>
                  <a:lnTo>
                    <a:pt x="35" y="358"/>
                  </a:lnTo>
                  <a:lnTo>
                    <a:pt x="41" y="355"/>
                  </a:lnTo>
                  <a:lnTo>
                    <a:pt x="46" y="353"/>
                  </a:lnTo>
                  <a:lnTo>
                    <a:pt x="50" y="353"/>
                  </a:lnTo>
                  <a:lnTo>
                    <a:pt x="53" y="357"/>
                  </a:lnTo>
                  <a:lnTo>
                    <a:pt x="57" y="358"/>
                  </a:lnTo>
                  <a:lnTo>
                    <a:pt x="65" y="349"/>
                  </a:lnTo>
                  <a:lnTo>
                    <a:pt x="78" y="342"/>
                  </a:lnTo>
                  <a:lnTo>
                    <a:pt x="92" y="337"/>
                  </a:lnTo>
                  <a:lnTo>
                    <a:pt x="106" y="335"/>
                  </a:lnTo>
                  <a:lnTo>
                    <a:pt x="118" y="337"/>
                  </a:lnTo>
                  <a:lnTo>
                    <a:pt x="127" y="339"/>
                  </a:lnTo>
                  <a:lnTo>
                    <a:pt x="136" y="342"/>
                  </a:lnTo>
                  <a:lnTo>
                    <a:pt x="143" y="342"/>
                  </a:lnTo>
                  <a:lnTo>
                    <a:pt x="148" y="339"/>
                  </a:lnTo>
                  <a:lnTo>
                    <a:pt x="155" y="332"/>
                  </a:lnTo>
                  <a:lnTo>
                    <a:pt x="160" y="325"/>
                  </a:lnTo>
                  <a:lnTo>
                    <a:pt x="166" y="318"/>
                  </a:lnTo>
                  <a:lnTo>
                    <a:pt x="167" y="320"/>
                  </a:lnTo>
                  <a:lnTo>
                    <a:pt x="171" y="323"/>
                  </a:lnTo>
                  <a:lnTo>
                    <a:pt x="176" y="327"/>
                  </a:lnTo>
                  <a:lnTo>
                    <a:pt x="181" y="330"/>
                  </a:lnTo>
                  <a:lnTo>
                    <a:pt x="187" y="330"/>
                  </a:lnTo>
                  <a:lnTo>
                    <a:pt x="197" y="325"/>
                  </a:lnTo>
                  <a:lnTo>
                    <a:pt x="210" y="320"/>
                  </a:lnTo>
                  <a:lnTo>
                    <a:pt x="224" y="314"/>
                  </a:lnTo>
                  <a:lnTo>
                    <a:pt x="231" y="313"/>
                  </a:lnTo>
                  <a:lnTo>
                    <a:pt x="240" y="311"/>
                  </a:lnTo>
                  <a:lnTo>
                    <a:pt x="247" y="311"/>
                  </a:lnTo>
                  <a:lnTo>
                    <a:pt x="255" y="309"/>
                  </a:lnTo>
                  <a:lnTo>
                    <a:pt x="250" y="304"/>
                  </a:lnTo>
                  <a:lnTo>
                    <a:pt x="248" y="295"/>
                  </a:lnTo>
                  <a:lnTo>
                    <a:pt x="248" y="288"/>
                  </a:lnTo>
                  <a:lnTo>
                    <a:pt x="250" y="277"/>
                  </a:lnTo>
                  <a:lnTo>
                    <a:pt x="255" y="265"/>
                  </a:lnTo>
                  <a:lnTo>
                    <a:pt x="264" y="251"/>
                  </a:lnTo>
                  <a:lnTo>
                    <a:pt x="273" y="239"/>
                  </a:lnTo>
                  <a:lnTo>
                    <a:pt x="280" y="235"/>
                  </a:lnTo>
                  <a:lnTo>
                    <a:pt x="278" y="244"/>
                  </a:lnTo>
                  <a:lnTo>
                    <a:pt x="276" y="253"/>
                  </a:lnTo>
                  <a:lnTo>
                    <a:pt x="276" y="262"/>
                  </a:lnTo>
                  <a:lnTo>
                    <a:pt x="285" y="269"/>
                  </a:lnTo>
                  <a:lnTo>
                    <a:pt x="292" y="270"/>
                  </a:lnTo>
                  <a:lnTo>
                    <a:pt x="301" y="269"/>
                  </a:lnTo>
                  <a:lnTo>
                    <a:pt x="312" y="267"/>
                  </a:lnTo>
                  <a:lnTo>
                    <a:pt x="322" y="263"/>
                  </a:lnTo>
                  <a:lnTo>
                    <a:pt x="335" y="258"/>
                  </a:lnTo>
                  <a:lnTo>
                    <a:pt x="343" y="251"/>
                  </a:lnTo>
                  <a:lnTo>
                    <a:pt x="352" y="242"/>
                  </a:lnTo>
                  <a:lnTo>
                    <a:pt x="359" y="233"/>
                  </a:lnTo>
                  <a:lnTo>
                    <a:pt x="368" y="232"/>
                  </a:lnTo>
                  <a:lnTo>
                    <a:pt x="377" y="233"/>
                  </a:lnTo>
                  <a:lnTo>
                    <a:pt x="386" y="237"/>
                  </a:lnTo>
                  <a:lnTo>
                    <a:pt x="389" y="244"/>
                  </a:lnTo>
                  <a:close/>
                </a:path>
              </a:pathLst>
            </a:custGeom>
            <a:solidFill>
              <a:srgbClr val="8C4C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1" name="Google Shape;871;p5"/>
            <p:cNvSpPr/>
            <p:nvPr/>
          </p:nvSpPr>
          <p:spPr>
            <a:xfrm>
              <a:off x="4617" y="1956"/>
              <a:ext cx="67" cy="72"/>
            </a:xfrm>
            <a:custGeom>
              <a:rect b="b" l="l" r="r" t="t"/>
              <a:pathLst>
                <a:path extrusionOk="0" h="72" w="67">
                  <a:moveTo>
                    <a:pt x="0" y="16"/>
                  </a:moveTo>
                  <a:lnTo>
                    <a:pt x="4" y="11"/>
                  </a:lnTo>
                  <a:lnTo>
                    <a:pt x="9" y="5"/>
                  </a:lnTo>
                  <a:lnTo>
                    <a:pt x="14" y="2"/>
                  </a:lnTo>
                  <a:lnTo>
                    <a:pt x="18" y="0"/>
                  </a:lnTo>
                  <a:lnTo>
                    <a:pt x="21" y="4"/>
                  </a:lnTo>
                  <a:lnTo>
                    <a:pt x="27" y="7"/>
                  </a:lnTo>
                  <a:lnTo>
                    <a:pt x="32" y="12"/>
                  </a:lnTo>
                  <a:lnTo>
                    <a:pt x="37" y="18"/>
                  </a:lnTo>
                  <a:lnTo>
                    <a:pt x="43" y="21"/>
                  </a:lnTo>
                  <a:lnTo>
                    <a:pt x="48" y="26"/>
                  </a:lnTo>
                  <a:lnTo>
                    <a:pt x="51" y="30"/>
                  </a:lnTo>
                  <a:lnTo>
                    <a:pt x="53" y="35"/>
                  </a:lnTo>
                  <a:lnTo>
                    <a:pt x="57" y="41"/>
                  </a:lnTo>
                  <a:lnTo>
                    <a:pt x="60" y="48"/>
                  </a:lnTo>
                  <a:lnTo>
                    <a:pt x="65" y="53"/>
                  </a:lnTo>
                  <a:lnTo>
                    <a:pt x="67" y="56"/>
                  </a:lnTo>
                  <a:lnTo>
                    <a:pt x="67" y="62"/>
                  </a:lnTo>
                  <a:lnTo>
                    <a:pt x="65" y="67"/>
                  </a:lnTo>
                  <a:lnTo>
                    <a:pt x="62" y="70"/>
                  </a:lnTo>
                  <a:lnTo>
                    <a:pt x="60" y="72"/>
                  </a:lnTo>
                  <a:lnTo>
                    <a:pt x="57" y="72"/>
                  </a:lnTo>
                  <a:lnTo>
                    <a:pt x="50" y="70"/>
                  </a:lnTo>
                  <a:lnTo>
                    <a:pt x="44" y="70"/>
                  </a:lnTo>
                  <a:lnTo>
                    <a:pt x="39" y="67"/>
                  </a:lnTo>
                  <a:lnTo>
                    <a:pt x="36" y="62"/>
                  </a:lnTo>
                  <a:lnTo>
                    <a:pt x="32" y="53"/>
                  </a:lnTo>
                  <a:lnTo>
                    <a:pt x="30" y="44"/>
                  </a:lnTo>
                  <a:lnTo>
                    <a:pt x="30" y="39"/>
                  </a:lnTo>
                  <a:lnTo>
                    <a:pt x="28" y="34"/>
                  </a:lnTo>
                  <a:lnTo>
                    <a:pt x="25" y="28"/>
                  </a:lnTo>
                  <a:lnTo>
                    <a:pt x="23" y="25"/>
                  </a:lnTo>
                  <a:lnTo>
                    <a:pt x="20" y="23"/>
                  </a:lnTo>
                  <a:lnTo>
                    <a:pt x="14" y="21"/>
                  </a:lnTo>
                  <a:lnTo>
                    <a:pt x="7" y="19"/>
                  </a:lnTo>
                  <a:lnTo>
                    <a:pt x="2" y="16"/>
                  </a:lnTo>
                  <a:lnTo>
                    <a:pt x="0" y="16"/>
                  </a:lnTo>
                  <a:close/>
                </a:path>
              </a:pathLst>
            </a:custGeom>
            <a:solidFill>
              <a:srgbClr val="8C4C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2" name="Google Shape;872;p5"/>
            <p:cNvSpPr/>
            <p:nvPr/>
          </p:nvSpPr>
          <p:spPr>
            <a:xfrm>
              <a:off x="4397" y="1868"/>
              <a:ext cx="340" cy="267"/>
            </a:xfrm>
            <a:custGeom>
              <a:rect b="b" l="l" r="r" t="t"/>
              <a:pathLst>
                <a:path extrusionOk="0" h="267" w="340">
                  <a:moveTo>
                    <a:pt x="308" y="262"/>
                  </a:moveTo>
                  <a:lnTo>
                    <a:pt x="314" y="260"/>
                  </a:lnTo>
                  <a:lnTo>
                    <a:pt x="321" y="260"/>
                  </a:lnTo>
                  <a:lnTo>
                    <a:pt x="326" y="260"/>
                  </a:lnTo>
                  <a:lnTo>
                    <a:pt x="329" y="260"/>
                  </a:lnTo>
                  <a:lnTo>
                    <a:pt x="333" y="260"/>
                  </a:lnTo>
                  <a:lnTo>
                    <a:pt x="335" y="260"/>
                  </a:lnTo>
                  <a:lnTo>
                    <a:pt x="338" y="259"/>
                  </a:lnTo>
                  <a:lnTo>
                    <a:pt x="340" y="255"/>
                  </a:lnTo>
                  <a:lnTo>
                    <a:pt x="338" y="248"/>
                  </a:lnTo>
                  <a:lnTo>
                    <a:pt x="329" y="236"/>
                  </a:lnTo>
                  <a:lnTo>
                    <a:pt x="319" y="225"/>
                  </a:lnTo>
                  <a:lnTo>
                    <a:pt x="312" y="218"/>
                  </a:lnTo>
                  <a:lnTo>
                    <a:pt x="307" y="213"/>
                  </a:lnTo>
                  <a:lnTo>
                    <a:pt x="301" y="206"/>
                  </a:lnTo>
                  <a:lnTo>
                    <a:pt x="296" y="199"/>
                  </a:lnTo>
                  <a:lnTo>
                    <a:pt x="292" y="194"/>
                  </a:lnTo>
                  <a:lnTo>
                    <a:pt x="289" y="194"/>
                  </a:lnTo>
                  <a:lnTo>
                    <a:pt x="284" y="194"/>
                  </a:lnTo>
                  <a:lnTo>
                    <a:pt x="278" y="195"/>
                  </a:lnTo>
                  <a:lnTo>
                    <a:pt x="275" y="195"/>
                  </a:lnTo>
                  <a:lnTo>
                    <a:pt x="273" y="194"/>
                  </a:lnTo>
                  <a:lnTo>
                    <a:pt x="273" y="188"/>
                  </a:lnTo>
                  <a:lnTo>
                    <a:pt x="273" y="181"/>
                  </a:lnTo>
                  <a:lnTo>
                    <a:pt x="273" y="176"/>
                  </a:lnTo>
                  <a:lnTo>
                    <a:pt x="264" y="167"/>
                  </a:lnTo>
                  <a:lnTo>
                    <a:pt x="263" y="167"/>
                  </a:lnTo>
                  <a:lnTo>
                    <a:pt x="257" y="167"/>
                  </a:lnTo>
                  <a:lnTo>
                    <a:pt x="250" y="169"/>
                  </a:lnTo>
                  <a:lnTo>
                    <a:pt x="243" y="171"/>
                  </a:lnTo>
                  <a:lnTo>
                    <a:pt x="243" y="180"/>
                  </a:lnTo>
                  <a:lnTo>
                    <a:pt x="243" y="188"/>
                  </a:lnTo>
                  <a:lnTo>
                    <a:pt x="247" y="197"/>
                  </a:lnTo>
                  <a:lnTo>
                    <a:pt x="248" y="206"/>
                  </a:lnTo>
                  <a:lnTo>
                    <a:pt x="250" y="216"/>
                  </a:lnTo>
                  <a:lnTo>
                    <a:pt x="248" y="225"/>
                  </a:lnTo>
                  <a:lnTo>
                    <a:pt x="247" y="236"/>
                  </a:lnTo>
                  <a:lnTo>
                    <a:pt x="241" y="241"/>
                  </a:lnTo>
                  <a:lnTo>
                    <a:pt x="240" y="236"/>
                  </a:lnTo>
                  <a:lnTo>
                    <a:pt x="236" y="229"/>
                  </a:lnTo>
                  <a:lnTo>
                    <a:pt x="234" y="223"/>
                  </a:lnTo>
                  <a:lnTo>
                    <a:pt x="233" y="216"/>
                  </a:lnTo>
                  <a:lnTo>
                    <a:pt x="227" y="209"/>
                  </a:lnTo>
                  <a:lnTo>
                    <a:pt x="219" y="202"/>
                  </a:lnTo>
                  <a:lnTo>
                    <a:pt x="208" y="194"/>
                  </a:lnTo>
                  <a:lnTo>
                    <a:pt x="199" y="188"/>
                  </a:lnTo>
                  <a:lnTo>
                    <a:pt x="194" y="183"/>
                  </a:lnTo>
                  <a:lnTo>
                    <a:pt x="194" y="176"/>
                  </a:lnTo>
                  <a:lnTo>
                    <a:pt x="194" y="171"/>
                  </a:lnTo>
                  <a:lnTo>
                    <a:pt x="196" y="165"/>
                  </a:lnTo>
                  <a:lnTo>
                    <a:pt x="199" y="155"/>
                  </a:lnTo>
                  <a:lnTo>
                    <a:pt x="205" y="139"/>
                  </a:lnTo>
                  <a:lnTo>
                    <a:pt x="206" y="122"/>
                  </a:lnTo>
                  <a:lnTo>
                    <a:pt x="206" y="111"/>
                  </a:lnTo>
                  <a:lnTo>
                    <a:pt x="197" y="111"/>
                  </a:lnTo>
                  <a:lnTo>
                    <a:pt x="187" y="107"/>
                  </a:lnTo>
                  <a:lnTo>
                    <a:pt x="175" y="104"/>
                  </a:lnTo>
                  <a:lnTo>
                    <a:pt x="164" y="99"/>
                  </a:lnTo>
                  <a:lnTo>
                    <a:pt x="157" y="107"/>
                  </a:lnTo>
                  <a:lnTo>
                    <a:pt x="150" y="100"/>
                  </a:lnTo>
                  <a:lnTo>
                    <a:pt x="141" y="92"/>
                  </a:lnTo>
                  <a:lnTo>
                    <a:pt x="132" y="83"/>
                  </a:lnTo>
                  <a:lnTo>
                    <a:pt x="122" y="74"/>
                  </a:lnTo>
                  <a:lnTo>
                    <a:pt x="111" y="67"/>
                  </a:lnTo>
                  <a:lnTo>
                    <a:pt x="102" y="58"/>
                  </a:lnTo>
                  <a:lnTo>
                    <a:pt x="95" y="51"/>
                  </a:lnTo>
                  <a:lnTo>
                    <a:pt x="90" y="46"/>
                  </a:lnTo>
                  <a:lnTo>
                    <a:pt x="85" y="41"/>
                  </a:lnTo>
                  <a:lnTo>
                    <a:pt x="76" y="35"/>
                  </a:lnTo>
                  <a:lnTo>
                    <a:pt x="67" y="30"/>
                  </a:lnTo>
                  <a:lnTo>
                    <a:pt x="57" y="23"/>
                  </a:lnTo>
                  <a:lnTo>
                    <a:pt x="44" y="16"/>
                  </a:lnTo>
                  <a:lnTo>
                    <a:pt x="34" y="11"/>
                  </a:lnTo>
                  <a:lnTo>
                    <a:pt x="22" y="5"/>
                  </a:lnTo>
                  <a:lnTo>
                    <a:pt x="13" y="0"/>
                  </a:lnTo>
                  <a:lnTo>
                    <a:pt x="13" y="9"/>
                  </a:lnTo>
                  <a:lnTo>
                    <a:pt x="11" y="16"/>
                  </a:lnTo>
                  <a:lnTo>
                    <a:pt x="6" y="25"/>
                  </a:lnTo>
                  <a:lnTo>
                    <a:pt x="0" y="32"/>
                  </a:lnTo>
                  <a:lnTo>
                    <a:pt x="6" y="32"/>
                  </a:lnTo>
                  <a:lnTo>
                    <a:pt x="11" y="32"/>
                  </a:lnTo>
                  <a:lnTo>
                    <a:pt x="18" y="32"/>
                  </a:lnTo>
                  <a:lnTo>
                    <a:pt x="27" y="34"/>
                  </a:lnTo>
                  <a:lnTo>
                    <a:pt x="36" y="35"/>
                  </a:lnTo>
                  <a:lnTo>
                    <a:pt x="44" y="39"/>
                  </a:lnTo>
                  <a:lnTo>
                    <a:pt x="53" y="46"/>
                  </a:lnTo>
                  <a:lnTo>
                    <a:pt x="62" y="53"/>
                  </a:lnTo>
                  <a:lnTo>
                    <a:pt x="71" y="62"/>
                  </a:lnTo>
                  <a:lnTo>
                    <a:pt x="83" y="69"/>
                  </a:lnTo>
                  <a:lnTo>
                    <a:pt x="95" y="78"/>
                  </a:lnTo>
                  <a:lnTo>
                    <a:pt x="108" y="86"/>
                  </a:lnTo>
                  <a:lnTo>
                    <a:pt x="118" y="95"/>
                  </a:lnTo>
                  <a:lnTo>
                    <a:pt x="131" y="104"/>
                  </a:lnTo>
                  <a:lnTo>
                    <a:pt x="139" y="113"/>
                  </a:lnTo>
                  <a:lnTo>
                    <a:pt x="145" y="123"/>
                  </a:lnTo>
                  <a:lnTo>
                    <a:pt x="153" y="141"/>
                  </a:lnTo>
                  <a:lnTo>
                    <a:pt x="161" y="157"/>
                  </a:lnTo>
                  <a:lnTo>
                    <a:pt x="164" y="165"/>
                  </a:lnTo>
                  <a:lnTo>
                    <a:pt x="166" y="169"/>
                  </a:lnTo>
                  <a:lnTo>
                    <a:pt x="173" y="171"/>
                  </a:lnTo>
                  <a:lnTo>
                    <a:pt x="182" y="176"/>
                  </a:lnTo>
                  <a:lnTo>
                    <a:pt x="187" y="188"/>
                  </a:lnTo>
                  <a:lnTo>
                    <a:pt x="192" y="209"/>
                  </a:lnTo>
                  <a:lnTo>
                    <a:pt x="201" y="215"/>
                  </a:lnTo>
                  <a:lnTo>
                    <a:pt x="210" y="222"/>
                  </a:lnTo>
                  <a:lnTo>
                    <a:pt x="215" y="231"/>
                  </a:lnTo>
                  <a:lnTo>
                    <a:pt x="220" y="239"/>
                  </a:lnTo>
                  <a:lnTo>
                    <a:pt x="224" y="248"/>
                  </a:lnTo>
                  <a:lnTo>
                    <a:pt x="227" y="257"/>
                  </a:lnTo>
                  <a:lnTo>
                    <a:pt x="233" y="262"/>
                  </a:lnTo>
                  <a:lnTo>
                    <a:pt x="236" y="266"/>
                  </a:lnTo>
                  <a:lnTo>
                    <a:pt x="241" y="267"/>
                  </a:lnTo>
                  <a:lnTo>
                    <a:pt x="250" y="267"/>
                  </a:lnTo>
                  <a:lnTo>
                    <a:pt x="257" y="266"/>
                  </a:lnTo>
                  <a:lnTo>
                    <a:pt x="261" y="262"/>
                  </a:lnTo>
                  <a:lnTo>
                    <a:pt x="261" y="257"/>
                  </a:lnTo>
                  <a:lnTo>
                    <a:pt x="261" y="248"/>
                  </a:lnTo>
                  <a:lnTo>
                    <a:pt x="261" y="241"/>
                  </a:lnTo>
                  <a:lnTo>
                    <a:pt x="264" y="236"/>
                  </a:lnTo>
                  <a:lnTo>
                    <a:pt x="268" y="232"/>
                  </a:lnTo>
                  <a:lnTo>
                    <a:pt x="273" y="229"/>
                  </a:lnTo>
                  <a:lnTo>
                    <a:pt x="278" y="227"/>
                  </a:lnTo>
                  <a:lnTo>
                    <a:pt x="285" y="227"/>
                  </a:lnTo>
                  <a:lnTo>
                    <a:pt x="292" y="229"/>
                  </a:lnTo>
                  <a:lnTo>
                    <a:pt x="299" y="236"/>
                  </a:lnTo>
                  <a:lnTo>
                    <a:pt x="305" y="246"/>
                  </a:lnTo>
                  <a:lnTo>
                    <a:pt x="308" y="262"/>
                  </a:lnTo>
                  <a:close/>
                </a:path>
              </a:pathLst>
            </a:custGeom>
            <a:solidFill>
              <a:srgbClr val="8C4C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3" name="Google Shape;873;p5"/>
            <p:cNvSpPr/>
            <p:nvPr/>
          </p:nvSpPr>
          <p:spPr>
            <a:xfrm>
              <a:off x="4410" y="2116"/>
              <a:ext cx="68" cy="176"/>
            </a:xfrm>
            <a:custGeom>
              <a:rect b="b" l="l" r="r" t="t"/>
              <a:pathLst>
                <a:path extrusionOk="0" h="176" w="68">
                  <a:moveTo>
                    <a:pt x="40" y="164"/>
                  </a:moveTo>
                  <a:lnTo>
                    <a:pt x="40" y="155"/>
                  </a:lnTo>
                  <a:lnTo>
                    <a:pt x="40" y="146"/>
                  </a:lnTo>
                  <a:lnTo>
                    <a:pt x="38" y="139"/>
                  </a:lnTo>
                  <a:lnTo>
                    <a:pt x="37" y="130"/>
                  </a:lnTo>
                  <a:lnTo>
                    <a:pt x="33" y="120"/>
                  </a:lnTo>
                  <a:lnTo>
                    <a:pt x="28" y="106"/>
                  </a:lnTo>
                  <a:lnTo>
                    <a:pt x="21" y="88"/>
                  </a:lnTo>
                  <a:lnTo>
                    <a:pt x="17" y="70"/>
                  </a:lnTo>
                  <a:lnTo>
                    <a:pt x="16" y="81"/>
                  </a:lnTo>
                  <a:lnTo>
                    <a:pt x="14" y="92"/>
                  </a:lnTo>
                  <a:lnTo>
                    <a:pt x="12" y="102"/>
                  </a:lnTo>
                  <a:lnTo>
                    <a:pt x="14" y="111"/>
                  </a:lnTo>
                  <a:lnTo>
                    <a:pt x="10" y="106"/>
                  </a:lnTo>
                  <a:lnTo>
                    <a:pt x="7" y="102"/>
                  </a:lnTo>
                  <a:lnTo>
                    <a:pt x="5" y="97"/>
                  </a:lnTo>
                  <a:lnTo>
                    <a:pt x="3" y="90"/>
                  </a:lnTo>
                  <a:lnTo>
                    <a:pt x="2" y="81"/>
                  </a:lnTo>
                  <a:lnTo>
                    <a:pt x="2" y="74"/>
                  </a:lnTo>
                  <a:lnTo>
                    <a:pt x="0" y="67"/>
                  </a:lnTo>
                  <a:lnTo>
                    <a:pt x="0" y="63"/>
                  </a:lnTo>
                  <a:lnTo>
                    <a:pt x="2" y="60"/>
                  </a:lnTo>
                  <a:lnTo>
                    <a:pt x="3" y="53"/>
                  </a:lnTo>
                  <a:lnTo>
                    <a:pt x="3" y="44"/>
                  </a:lnTo>
                  <a:lnTo>
                    <a:pt x="2" y="37"/>
                  </a:lnTo>
                  <a:lnTo>
                    <a:pt x="9" y="37"/>
                  </a:lnTo>
                  <a:lnTo>
                    <a:pt x="16" y="34"/>
                  </a:lnTo>
                  <a:lnTo>
                    <a:pt x="21" y="28"/>
                  </a:lnTo>
                  <a:lnTo>
                    <a:pt x="23" y="25"/>
                  </a:lnTo>
                  <a:lnTo>
                    <a:pt x="24" y="19"/>
                  </a:lnTo>
                  <a:lnTo>
                    <a:pt x="28" y="12"/>
                  </a:lnTo>
                  <a:lnTo>
                    <a:pt x="30" y="7"/>
                  </a:lnTo>
                  <a:lnTo>
                    <a:pt x="31" y="4"/>
                  </a:lnTo>
                  <a:lnTo>
                    <a:pt x="35" y="4"/>
                  </a:lnTo>
                  <a:lnTo>
                    <a:pt x="38" y="2"/>
                  </a:lnTo>
                  <a:lnTo>
                    <a:pt x="40" y="0"/>
                  </a:lnTo>
                  <a:lnTo>
                    <a:pt x="44" y="2"/>
                  </a:lnTo>
                  <a:lnTo>
                    <a:pt x="49" y="5"/>
                  </a:lnTo>
                  <a:lnTo>
                    <a:pt x="53" y="11"/>
                  </a:lnTo>
                  <a:lnTo>
                    <a:pt x="56" y="18"/>
                  </a:lnTo>
                  <a:lnTo>
                    <a:pt x="58" y="23"/>
                  </a:lnTo>
                  <a:lnTo>
                    <a:pt x="54" y="21"/>
                  </a:lnTo>
                  <a:lnTo>
                    <a:pt x="53" y="21"/>
                  </a:lnTo>
                  <a:lnTo>
                    <a:pt x="49" y="23"/>
                  </a:lnTo>
                  <a:lnTo>
                    <a:pt x="46" y="23"/>
                  </a:lnTo>
                  <a:lnTo>
                    <a:pt x="46" y="26"/>
                  </a:lnTo>
                  <a:lnTo>
                    <a:pt x="47" y="32"/>
                  </a:lnTo>
                  <a:lnTo>
                    <a:pt x="53" y="37"/>
                  </a:lnTo>
                  <a:lnTo>
                    <a:pt x="56" y="41"/>
                  </a:lnTo>
                  <a:lnTo>
                    <a:pt x="60" y="44"/>
                  </a:lnTo>
                  <a:lnTo>
                    <a:pt x="63" y="49"/>
                  </a:lnTo>
                  <a:lnTo>
                    <a:pt x="65" y="55"/>
                  </a:lnTo>
                  <a:lnTo>
                    <a:pt x="65" y="60"/>
                  </a:lnTo>
                  <a:lnTo>
                    <a:pt x="65" y="65"/>
                  </a:lnTo>
                  <a:lnTo>
                    <a:pt x="65" y="70"/>
                  </a:lnTo>
                  <a:lnTo>
                    <a:pt x="67" y="74"/>
                  </a:lnTo>
                  <a:lnTo>
                    <a:pt x="68" y="77"/>
                  </a:lnTo>
                  <a:lnTo>
                    <a:pt x="63" y="83"/>
                  </a:lnTo>
                  <a:lnTo>
                    <a:pt x="60" y="90"/>
                  </a:lnTo>
                  <a:lnTo>
                    <a:pt x="56" y="99"/>
                  </a:lnTo>
                  <a:lnTo>
                    <a:pt x="56" y="104"/>
                  </a:lnTo>
                  <a:lnTo>
                    <a:pt x="56" y="109"/>
                  </a:lnTo>
                  <a:lnTo>
                    <a:pt x="54" y="116"/>
                  </a:lnTo>
                  <a:lnTo>
                    <a:pt x="53" y="123"/>
                  </a:lnTo>
                  <a:lnTo>
                    <a:pt x="54" y="130"/>
                  </a:lnTo>
                  <a:lnTo>
                    <a:pt x="58" y="137"/>
                  </a:lnTo>
                  <a:lnTo>
                    <a:pt x="58" y="144"/>
                  </a:lnTo>
                  <a:lnTo>
                    <a:pt x="58" y="153"/>
                  </a:lnTo>
                  <a:lnTo>
                    <a:pt x="58" y="158"/>
                  </a:lnTo>
                  <a:lnTo>
                    <a:pt x="58" y="164"/>
                  </a:lnTo>
                  <a:lnTo>
                    <a:pt x="56" y="169"/>
                  </a:lnTo>
                  <a:lnTo>
                    <a:pt x="54" y="174"/>
                  </a:lnTo>
                  <a:lnTo>
                    <a:pt x="53" y="176"/>
                  </a:lnTo>
                  <a:lnTo>
                    <a:pt x="49" y="174"/>
                  </a:lnTo>
                  <a:lnTo>
                    <a:pt x="47" y="172"/>
                  </a:lnTo>
                  <a:lnTo>
                    <a:pt x="44" y="169"/>
                  </a:lnTo>
                  <a:lnTo>
                    <a:pt x="40" y="164"/>
                  </a:lnTo>
                  <a:close/>
                </a:path>
              </a:pathLst>
            </a:custGeom>
            <a:solidFill>
              <a:srgbClr val="8C4C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4" name="Google Shape;874;p5"/>
            <p:cNvSpPr/>
            <p:nvPr/>
          </p:nvSpPr>
          <p:spPr>
            <a:xfrm>
              <a:off x="4575" y="2116"/>
              <a:ext cx="67" cy="67"/>
            </a:xfrm>
            <a:custGeom>
              <a:rect b="b" l="l" r="r" t="t"/>
              <a:pathLst>
                <a:path extrusionOk="0" h="67" w="67">
                  <a:moveTo>
                    <a:pt x="21" y="0"/>
                  </a:moveTo>
                  <a:lnTo>
                    <a:pt x="32" y="11"/>
                  </a:lnTo>
                  <a:lnTo>
                    <a:pt x="39" y="19"/>
                  </a:lnTo>
                  <a:lnTo>
                    <a:pt x="44" y="26"/>
                  </a:lnTo>
                  <a:lnTo>
                    <a:pt x="49" y="34"/>
                  </a:lnTo>
                  <a:lnTo>
                    <a:pt x="56" y="41"/>
                  </a:lnTo>
                  <a:lnTo>
                    <a:pt x="63" y="49"/>
                  </a:lnTo>
                  <a:lnTo>
                    <a:pt x="67" y="56"/>
                  </a:lnTo>
                  <a:lnTo>
                    <a:pt x="67" y="60"/>
                  </a:lnTo>
                  <a:lnTo>
                    <a:pt x="62" y="63"/>
                  </a:lnTo>
                  <a:lnTo>
                    <a:pt x="56" y="65"/>
                  </a:lnTo>
                  <a:lnTo>
                    <a:pt x="49" y="67"/>
                  </a:lnTo>
                  <a:lnTo>
                    <a:pt x="44" y="65"/>
                  </a:lnTo>
                  <a:lnTo>
                    <a:pt x="42" y="62"/>
                  </a:lnTo>
                  <a:lnTo>
                    <a:pt x="39" y="56"/>
                  </a:lnTo>
                  <a:lnTo>
                    <a:pt x="37" y="49"/>
                  </a:lnTo>
                  <a:lnTo>
                    <a:pt x="34" y="44"/>
                  </a:lnTo>
                  <a:lnTo>
                    <a:pt x="30" y="48"/>
                  </a:lnTo>
                  <a:lnTo>
                    <a:pt x="25" y="51"/>
                  </a:lnTo>
                  <a:lnTo>
                    <a:pt x="21" y="55"/>
                  </a:lnTo>
                  <a:lnTo>
                    <a:pt x="18" y="56"/>
                  </a:lnTo>
                  <a:lnTo>
                    <a:pt x="14" y="53"/>
                  </a:lnTo>
                  <a:lnTo>
                    <a:pt x="12" y="46"/>
                  </a:lnTo>
                  <a:lnTo>
                    <a:pt x="11" y="39"/>
                  </a:lnTo>
                  <a:lnTo>
                    <a:pt x="11" y="35"/>
                  </a:lnTo>
                  <a:lnTo>
                    <a:pt x="14" y="34"/>
                  </a:lnTo>
                  <a:lnTo>
                    <a:pt x="16" y="32"/>
                  </a:lnTo>
                  <a:lnTo>
                    <a:pt x="19" y="28"/>
                  </a:lnTo>
                  <a:lnTo>
                    <a:pt x="19" y="25"/>
                  </a:lnTo>
                  <a:lnTo>
                    <a:pt x="16" y="23"/>
                  </a:lnTo>
                  <a:lnTo>
                    <a:pt x="9" y="21"/>
                  </a:lnTo>
                  <a:lnTo>
                    <a:pt x="4" y="21"/>
                  </a:lnTo>
                  <a:lnTo>
                    <a:pt x="0" y="25"/>
                  </a:lnTo>
                  <a:lnTo>
                    <a:pt x="0" y="18"/>
                  </a:lnTo>
                  <a:lnTo>
                    <a:pt x="0" y="12"/>
                  </a:lnTo>
                  <a:lnTo>
                    <a:pt x="2" y="9"/>
                  </a:lnTo>
                  <a:lnTo>
                    <a:pt x="4" y="5"/>
                  </a:lnTo>
                  <a:lnTo>
                    <a:pt x="7" y="4"/>
                  </a:lnTo>
                  <a:lnTo>
                    <a:pt x="12" y="0"/>
                  </a:lnTo>
                  <a:lnTo>
                    <a:pt x="16" y="0"/>
                  </a:lnTo>
                  <a:lnTo>
                    <a:pt x="21" y="0"/>
                  </a:lnTo>
                  <a:close/>
                </a:path>
              </a:pathLst>
            </a:custGeom>
            <a:solidFill>
              <a:srgbClr val="A5D8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5" name="Google Shape;875;p5"/>
            <p:cNvSpPr/>
            <p:nvPr/>
          </p:nvSpPr>
          <p:spPr>
            <a:xfrm>
              <a:off x="3532" y="2297"/>
              <a:ext cx="522" cy="651"/>
            </a:xfrm>
            <a:custGeom>
              <a:rect b="b" l="l" r="r" t="t"/>
              <a:pathLst>
                <a:path extrusionOk="0" h="651" w="522">
                  <a:moveTo>
                    <a:pt x="248" y="651"/>
                  </a:moveTo>
                  <a:lnTo>
                    <a:pt x="237" y="591"/>
                  </a:lnTo>
                  <a:lnTo>
                    <a:pt x="239" y="531"/>
                  </a:lnTo>
                  <a:lnTo>
                    <a:pt x="253" y="473"/>
                  </a:lnTo>
                  <a:lnTo>
                    <a:pt x="276" y="417"/>
                  </a:lnTo>
                  <a:lnTo>
                    <a:pt x="303" y="366"/>
                  </a:lnTo>
                  <a:lnTo>
                    <a:pt x="332" y="319"/>
                  </a:lnTo>
                  <a:lnTo>
                    <a:pt x="361" y="276"/>
                  </a:lnTo>
                  <a:lnTo>
                    <a:pt x="383" y="241"/>
                  </a:lnTo>
                  <a:lnTo>
                    <a:pt x="522" y="326"/>
                  </a:lnTo>
                  <a:lnTo>
                    <a:pt x="357" y="23"/>
                  </a:lnTo>
                  <a:lnTo>
                    <a:pt x="0" y="0"/>
                  </a:lnTo>
                  <a:lnTo>
                    <a:pt x="123" y="86"/>
                  </a:lnTo>
                  <a:lnTo>
                    <a:pt x="109" y="109"/>
                  </a:lnTo>
                  <a:lnTo>
                    <a:pt x="95" y="136"/>
                  </a:lnTo>
                  <a:lnTo>
                    <a:pt x="79" y="166"/>
                  </a:lnTo>
                  <a:lnTo>
                    <a:pt x="65" y="194"/>
                  </a:lnTo>
                  <a:lnTo>
                    <a:pt x="56" y="225"/>
                  </a:lnTo>
                  <a:lnTo>
                    <a:pt x="51" y="253"/>
                  </a:lnTo>
                  <a:lnTo>
                    <a:pt x="51" y="282"/>
                  </a:lnTo>
                  <a:lnTo>
                    <a:pt x="60" y="308"/>
                  </a:lnTo>
                  <a:lnTo>
                    <a:pt x="88" y="357"/>
                  </a:lnTo>
                  <a:lnTo>
                    <a:pt x="118" y="413"/>
                  </a:lnTo>
                  <a:lnTo>
                    <a:pt x="150" y="470"/>
                  </a:lnTo>
                  <a:lnTo>
                    <a:pt x="179" y="526"/>
                  </a:lnTo>
                  <a:lnTo>
                    <a:pt x="206" y="575"/>
                  </a:lnTo>
                  <a:lnTo>
                    <a:pt x="229" y="614"/>
                  </a:lnTo>
                  <a:lnTo>
                    <a:pt x="243" y="640"/>
                  </a:lnTo>
                  <a:lnTo>
                    <a:pt x="248" y="651"/>
                  </a:lnTo>
                  <a:close/>
                </a:path>
              </a:pathLst>
            </a:custGeom>
            <a:gradFill>
              <a:gsLst>
                <a:gs pos="0">
                  <a:srgbClr val="00CC00"/>
                </a:gs>
                <a:gs pos="100000">
                  <a:srgbClr val="005E00"/>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6" name="Google Shape;876;p5"/>
            <p:cNvSpPr/>
            <p:nvPr/>
          </p:nvSpPr>
          <p:spPr>
            <a:xfrm>
              <a:off x="4311" y="1543"/>
              <a:ext cx="686" cy="417"/>
            </a:xfrm>
            <a:custGeom>
              <a:rect b="b" l="l" r="r" t="t"/>
              <a:pathLst>
                <a:path extrusionOk="0" h="417" w="686">
                  <a:moveTo>
                    <a:pt x="0" y="0"/>
                  </a:moveTo>
                  <a:lnTo>
                    <a:pt x="58" y="21"/>
                  </a:lnTo>
                  <a:lnTo>
                    <a:pt x="108" y="54"/>
                  </a:lnTo>
                  <a:lnTo>
                    <a:pt x="150" y="95"/>
                  </a:lnTo>
                  <a:lnTo>
                    <a:pt x="185" y="142"/>
                  </a:lnTo>
                  <a:lnTo>
                    <a:pt x="217" y="193"/>
                  </a:lnTo>
                  <a:lnTo>
                    <a:pt x="241" y="243"/>
                  </a:lnTo>
                  <a:lnTo>
                    <a:pt x="262" y="286"/>
                  </a:lnTo>
                  <a:lnTo>
                    <a:pt x="280" y="325"/>
                  </a:lnTo>
                  <a:lnTo>
                    <a:pt x="139" y="403"/>
                  </a:lnTo>
                  <a:lnTo>
                    <a:pt x="484" y="417"/>
                  </a:lnTo>
                  <a:lnTo>
                    <a:pt x="686" y="121"/>
                  </a:lnTo>
                  <a:lnTo>
                    <a:pt x="549" y="184"/>
                  </a:lnTo>
                  <a:lnTo>
                    <a:pt x="535" y="160"/>
                  </a:lnTo>
                  <a:lnTo>
                    <a:pt x="521" y="134"/>
                  </a:lnTo>
                  <a:lnTo>
                    <a:pt x="503" y="105"/>
                  </a:lnTo>
                  <a:lnTo>
                    <a:pt x="484" y="77"/>
                  </a:lnTo>
                  <a:lnTo>
                    <a:pt x="463" y="54"/>
                  </a:lnTo>
                  <a:lnTo>
                    <a:pt x="440" y="33"/>
                  </a:lnTo>
                  <a:lnTo>
                    <a:pt x="415" y="19"/>
                  </a:lnTo>
                  <a:lnTo>
                    <a:pt x="389" y="14"/>
                  </a:lnTo>
                  <a:lnTo>
                    <a:pt x="361" y="12"/>
                  </a:lnTo>
                  <a:lnTo>
                    <a:pt x="333" y="12"/>
                  </a:lnTo>
                  <a:lnTo>
                    <a:pt x="301" y="10"/>
                  </a:lnTo>
                  <a:lnTo>
                    <a:pt x="269" y="9"/>
                  </a:lnTo>
                  <a:lnTo>
                    <a:pt x="236" y="9"/>
                  </a:lnTo>
                  <a:lnTo>
                    <a:pt x="204" y="7"/>
                  </a:lnTo>
                  <a:lnTo>
                    <a:pt x="173" y="7"/>
                  </a:lnTo>
                  <a:lnTo>
                    <a:pt x="143" y="5"/>
                  </a:lnTo>
                  <a:lnTo>
                    <a:pt x="113" y="3"/>
                  </a:lnTo>
                  <a:lnTo>
                    <a:pt x="86" y="3"/>
                  </a:lnTo>
                  <a:lnTo>
                    <a:pt x="62" y="2"/>
                  </a:lnTo>
                  <a:lnTo>
                    <a:pt x="41" y="2"/>
                  </a:lnTo>
                  <a:lnTo>
                    <a:pt x="25" y="0"/>
                  </a:lnTo>
                  <a:lnTo>
                    <a:pt x="11" y="0"/>
                  </a:lnTo>
                  <a:lnTo>
                    <a:pt x="4" y="0"/>
                  </a:lnTo>
                  <a:lnTo>
                    <a:pt x="0" y="0"/>
                  </a:lnTo>
                  <a:close/>
                </a:path>
              </a:pathLst>
            </a:custGeom>
            <a:gradFill>
              <a:gsLst>
                <a:gs pos="0">
                  <a:srgbClr val="00CC00"/>
                </a:gs>
                <a:gs pos="100000">
                  <a:srgbClr val="005E00"/>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7" name="Google Shape;877;p5"/>
            <p:cNvSpPr/>
            <p:nvPr/>
          </p:nvSpPr>
          <p:spPr>
            <a:xfrm>
              <a:off x="4656" y="2623"/>
              <a:ext cx="603" cy="615"/>
            </a:xfrm>
            <a:custGeom>
              <a:rect b="b" l="l" r="r" t="t"/>
              <a:pathLst>
                <a:path extrusionOk="0" h="615" w="603">
                  <a:moveTo>
                    <a:pt x="603" y="80"/>
                  </a:moveTo>
                  <a:lnTo>
                    <a:pt x="581" y="102"/>
                  </a:lnTo>
                  <a:lnTo>
                    <a:pt x="556" y="119"/>
                  </a:lnTo>
                  <a:lnTo>
                    <a:pt x="531" y="135"/>
                  </a:lnTo>
                  <a:lnTo>
                    <a:pt x="503" y="145"/>
                  </a:lnTo>
                  <a:lnTo>
                    <a:pt x="475" y="154"/>
                  </a:lnTo>
                  <a:lnTo>
                    <a:pt x="445" y="161"/>
                  </a:lnTo>
                  <a:lnTo>
                    <a:pt x="415" y="167"/>
                  </a:lnTo>
                  <a:lnTo>
                    <a:pt x="387" y="170"/>
                  </a:lnTo>
                  <a:lnTo>
                    <a:pt x="357" y="172"/>
                  </a:lnTo>
                  <a:lnTo>
                    <a:pt x="327" y="172"/>
                  </a:lnTo>
                  <a:lnTo>
                    <a:pt x="299" y="170"/>
                  </a:lnTo>
                  <a:lnTo>
                    <a:pt x="273" y="168"/>
                  </a:lnTo>
                  <a:lnTo>
                    <a:pt x="246" y="167"/>
                  </a:lnTo>
                  <a:lnTo>
                    <a:pt x="222" y="165"/>
                  </a:lnTo>
                  <a:lnTo>
                    <a:pt x="199" y="163"/>
                  </a:lnTo>
                  <a:lnTo>
                    <a:pt x="179" y="161"/>
                  </a:lnTo>
                  <a:lnTo>
                    <a:pt x="186" y="0"/>
                  </a:lnTo>
                  <a:lnTo>
                    <a:pt x="0" y="291"/>
                  </a:lnTo>
                  <a:lnTo>
                    <a:pt x="155" y="615"/>
                  </a:lnTo>
                  <a:lnTo>
                    <a:pt x="167" y="464"/>
                  </a:lnTo>
                  <a:lnTo>
                    <a:pt x="195" y="464"/>
                  </a:lnTo>
                  <a:lnTo>
                    <a:pt x="227" y="466"/>
                  </a:lnTo>
                  <a:lnTo>
                    <a:pt x="259" y="464"/>
                  </a:lnTo>
                  <a:lnTo>
                    <a:pt x="292" y="462"/>
                  </a:lnTo>
                  <a:lnTo>
                    <a:pt x="324" y="457"/>
                  </a:lnTo>
                  <a:lnTo>
                    <a:pt x="352" y="446"/>
                  </a:lnTo>
                  <a:lnTo>
                    <a:pt x="376" y="432"/>
                  </a:lnTo>
                  <a:lnTo>
                    <a:pt x="396" y="411"/>
                  </a:lnTo>
                  <a:lnTo>
                    <a:pt x="426" y="362"/>
                  </a:lnTo>
                  <a:lnTo>
                    <a:pt x="459" y="309"/>
                  </a:lnTo>
                  <a:lnTo>
                    <a:pt x="494" y="255"/>
                  </a:lnTo>
                  <a:lnTo>
                    <a:pt x="528" y="200"/>
                  </a:lnTo>
                  <a:lnTo>
                    <a:pt x="558" y="154"/>
                  </a:lnTo>
                  <a:lnTo>
                    <a:pt x="581" y="116"/>
                  </a:lnTo>
                  <a:lnTo>
                    <a:pt x="598" y="89"/>
                  </a:lnTo>
                  <a:lnTo>
                    <a:pt x="603" y="80"/>
                  </a:lnTo>
                  <a:close/>
                </a:path>
              </a:pathLst>
            </a:custGeom>
            <a:gradFill>
              <a:gsLst>
                <a:gs pos="0">
                  <a:srgbClr val="00CC00"/>
                </a:gs>
                <a:gs pos="100000">
                  <a:srgbClr val="005E00"/>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transition spd="slow">
    <p:checker dir="ver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6"/>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884" name="Google Shape;884;p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885" name="Google Shape;885;p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886" name="Google Shape;886;p6"/>
          <p:cNvSpPr txBox="1"/>
          <p:nvPr>
            <p:ph type="title"/>
          </p:nvPr>
        </p:nvSpPr>
        <p:spPr>
          <a:xfrm>
            <a:off x="457200" y="381000"/>
            <a:ext cx="8229600" cy="15240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Establish Credibility</a:t>
            </a:r>
            <a:endParaRPr/>
          </a:p>
        </p:txBody>
      </p:sp>
      <p:sp>
        <p:nvSpPr>
          <p:cNvPr id="887" name="Google Shape;887;p6"/>
          <p:cNvSpPr txBox="1"/>
          <p:nvPr/>
        </p:nvSpPr>
        <p:spPr>
          <a:xfrm>
            <a:off x="457200" y="1905000"/>
            <a:ext cx="8229600" cy="4267200"/>
          </a:xfrm>
          <a:prstGeom prst="rect">
            <a:avLst/>
          </a:prstGeom>
          <a:gradFill>
            <a:gsLst>
              <a:gs pos="0">
                <a:srgbClr val="D1C39F"/>
              </a:gs>
              <a:gs pos="17500">
                <a:srgbClr val="F0EBD5"/>
              </a:gs>
              <a:gs pos="50000">
                <a:srgbClr val="FFEFD1"/>
              </a:gs>
              <a:gs pos="82499">
                <a:srgbClr val="F0EBD5"/>
              </a:gs>
              <a:gs pos="100000">
                <a:srgbClr val="D1C39F"/>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888" name="Google Shape;888;p6"/>
          <p:cNvGrpSpPr/>
          <p:nvPr/>
        </p:nvGrpSpPr>
        <p:grpSpPr>
          <a:xfrm>
            <a:off x="609600" y="2133600"/>
            <a:ext cx="7924800" cy="3886200"/>
            <a:chOff x="624" y="1445"/>
            <a:chExt cx="4512" cy="1910"/>
          </a:xfrm>
        </p:grpSpPr>
        <p:sp>
          <p:nvSpPr>
            <p:cNvPr id="889" name="Google Shape;889;p6"/>
            <p:cNvSpPr txBox="1"/>
            <p:nvPr/>
          </p:nvSpPr>
          <p:spPr>
            <a:xfrm>
              <a:off x="2160" y="1445"/>
              <a:ext cx="1440" cy="571"/>
            </a:xfrm>
            <a:prstGeom prst="rect">
              <a:avLst/>
            </a:prstGeom>
            <a:gradFill>
              <a:gsLst>
                <a:gs pos="0">
                  <a:srgbClr val="FFEFD1"/>
                </a:gs>
                <a:gs pos="64999">
                  <a:srgbClr val="F0EBD5"/>
                </a:gs>
                <a:gs pos="100000">
                  <a:srgbClr val="D1C39F"/>
                </a:gs>
              </a:gsLst>
              <a:path path="circle">
                <a:fillToRect b="50%" l="50%" r="50%" t="50%"/>
              </a:path>
              <a:tileRect/>
            </a:gra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Sources</a:t>
              </a:r>
              <a:endParaRPr/>
            </a:p>
          </p:txBody>
        </p:sp>
        <p:sp>
          <p:nvSpPr>
            <p:cNvPr id="890" name="Google Shape;890;p6"/>
            <p:cNvSpPr txBox="1"/>
            <p:nvPr/>
          </p:nvSpPr>
          <p:spPr>
            <a:xfrm>
              <a:off x="2160" y="2114"/>
              <a:ext cx="1440" cy="572"/>
            </a:xfrm>
            <a:prstGeom prst="rect">
              <a:avLst/>
            </a:prstGeom>
            <a:gradFill>
              <a:gsLst>
                <a:gs pos="0">
                  <a:srgbClr val="FFEFD1"/>
                </a:gs>
                <a:gs pos="64999">
                  <a:srgbClr val="F0EBD5"/>
                </a:gs>
                <a:gs pos="100000">
                  <a:srgbClr val="D1C39F"/>
                </a:gs>
              </a:gsLst>
              <a:path path="circle">
                <a:fillToRect b="50%" l="50%" r="50%" t="50%"/>
              </a:path>
              <a:tileRect/>
            </a:gra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Enthusiasm</a:t>
              </a:r>
              <a:endParaRPr/>
            </a:p>
          </p:txBody>
        </p:sp>
        <p:sp>
          <p:nvSpPr>
            <p:cNvPr id="891" name="Google Shape;891;p6"/>
            <p:cNvSpPr txBox="1"/>
            <p:nvPr/>
          </p:nvSpPr>
          <p:spPr>
            <a:xfrm>
              <a:off x="2160" y="2784"/>
              <a:ext cx="1440" cy="571"/>
            </a:xfrm>
            <a:prstGeom prst="rect">
              <a:avLst/>
            </a:prstGeom>
            <a:gradFill>
              <a:gsLst>
                <a:gs pos="0">
                  <a:srgbClr val="FFEFD1"/>
                </a:gs>
                <a:gs pos="64999">
                  <a:srgbClr val="F0EBD5"/>
                </a:gs>
                <a:gs pos="100000">
                  <a:srgbClr val="D1C39F"/>
                </a:gs>
              </a:gsLst>
              <a:path path="circle">
                <a:fillToRect b="50%" l="50%" r="50%" t="50%"/>
              </a:path>
              <a:tileRect/>
            </a:gra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Trust</a:t>
              </a:r>
              <a:endParaRPr/>
            </a:p>
          </p:txBody>
        </p:sp>
        <p:sp>
          <p:nvSpPr>
            <p:cNvPr id="892" name="Google Shape;892;p6"/>
            <p:cNvSpPr txBox="1"/>
            <p:nvPr/>
          </p:nvSpPr>
          <p:spPr>
            <a:xfrm>
              <a:off x="3696" y="1445"/>
              <a:ext cx="1440" cy="571"/>
            </a:xfrm>
            <a:prstGeom prst="rect">
              <a:avLst/>
            </a:prstGeom>
            <a:gradFill>
              <a:gsLst>
                <a:gs pos="0">
                  <a:srgbClr val="FFEFD1"/>
                </a:gs>
                <a:gs pos="64999">
                  <a:srgbClr val="F0EBD5"/>
                </a:gs>
                <a:gs pos="100000">
                  <a:srgbClr val="D1C39F"/>
                </a:gs>
              </a:gsLst>
              <a:path path="circle">
                <a:fillToRect b="50%" l="50%" r="50%" t="50%"/>
              </a:path>
              <a:tileRect/>
            </a:gra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Expertise</a:t>
              </a:r>
              <a:endParaRPr/>
            </a:p>
          </p:txBody>
        </p:sp>
        <p:sp>
          <p:nvSpPr>
            <p:cNvPr id="893" name="Google Shape;893;p6"/>
            <p:cNvSpPr txBox="1"/>
            <p:nvPr/>
          </p:nvSpPr>
          <p:spPr>
            <a:xfrm>
              <a:off x="3696" y="2114"/>
              <a:ext cx="1440" cy="572"/>
            </a:xfrm>
            <a:prstGeom prst="rect">
              <a:avLst/>
            </a:prstGeom>
            <a:gradFill>
              <a:gsLst>
                <a:gs pos="0">
                  <a:srgbClr val="FFEFD1"/>
                </a:gs>
                <a:gs pos="64999">
                  <a:srgbClr val="F0EBD5"/>
                </a:gs>
                <a:gs pos="100000">
                  <a:srgbClr val="D1C39F"/>
                </a:gs>
              </a:gsLst>
              <a:path path="circle">
                <a:fillToRect b="50%" l="50%" r="50%" t="50%"/>
              </a:path>
              <a:tileRect/>
            </a:gra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Objectivity</a:t>
              </a:r>
              <a:endParaRPr/>
            </a:p>
          </p:txBody>
        </p:sp>
        <p:sp>
          <p:nvSpPr>
            <p:cNvPr id="894" name="Google Shape;894;p6"/>
            <p:cNvSpPr txBox="1"/>
            <p:nvPr/>
          </p:nvSpPr>
          <p:spPr>
            <a:xfrm>
              <a:off x="3696" y="2784"/>
              <a:ext cx="1440" cy="571"/>
            </a:xfrm>
            <a:prstGeom prst="rect">
              <a:avLst/>
            </a:prstGeom>
            <a:gradFill>
              <a:gsLst>
                <a:gs pos="0">
                  <a:srgbClr val="FFEFD1"/>
                </a:gs>
                <a:gs pos="64999">
                  <a:srgbClr val="F0EBD5"/>
                </a:gs>
                <a:gs pos="100000">
                  <a:srgbClr val="D1C39F"/>
                </a:gs>
              </a:gsLst>
              <a:path path="circle">
                <a:fillToRect b="50%" l="50%" r="50%" t="50%"/>
              </a:path>
              <a:tileRect/>
            </a:gra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Good</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Intentions</a:t>
              </a:r>
              <a:endParaRPr/>
            </a:p>
          </p:txBody>
        </p:sp>
        <p:sp>
          <p:nvSpPr>
            <p:cNvPr id="895" name="Google Shape;895;p6"/>
            <p:cNvSpPr txBox="1"/>
            <p:nvPr/>
          </p:nvSpPr>
          <p:spPr>
            <a:xfrm>
              <a:off x="624" y="1445"/>
              <a:ext cx="1440" cy="571"/>
            </a:xfrm>
            <a:prstGeom prst="rect">
              <a:avLst/>
            </a:prstGeom>
            <a:gradFill>
              <a:gsLst>
                <a:gs pos="0">
                  <a:srgbClr val="FFEFD1"/>
                </a:gs>
                <a:gs pos="64999">
                  <a:srgbClr val="F0EBD5"/>
                </a:gs>
                <a:gs pos="100000">
                  <a:srgbClr val="D1C39F"/>
                </a:gs>
              </a:gsLst>
              <a:path path="circle">
                <a:fillToRect b="50%" l="50%" r="50%" t="50%"/>
              </a:path>
              <a:tileRect/>
            </a:gra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Facts</a:t>
              </a:r>
              <a:endParaRPr/>
            </a:p>
          </p:txBody>
        </p:sp>
        <p:sp>
          <p:nvSpPr>
            <p:cNvPr id="896" name="Google Shape;896;p6"/>
            <p:cNvSpPr txBox="1"/>
            <p:nvPr/>
          </p:nvSpPr>
          <p:spPr>
            <a:xfrm>
              <a:off x="624" y="2114"/>
              <a:ext cx="1440" cy="572"/>
            </a:xfrm>
            <a:prstGeom prst="rect">
              <a:avLst/>
            </a:prstGeom>
            <a:gradFill>
              <a:gsLst>
                <a:gs pos="0">
                  <a:srgbClr val="FFEFD1"/>
                </a:gs>
                <a:gs pos="64999">
                  <a:srgbClr val="F0EBD5"/>
                </a:gs>
                <a:gs pos="100000">
                  <a:srgbClr val="D1C39F"/>
                </a:gs>
              </a:gsLst>
              <a:path path="circle">
                <a:fillToRect b="50%" l="50%" r="50%" t="50%"/>
              </a:path>
              <a:tileRect/>
            </a:gra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Common</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Ground</a:t>
              </a:r>
              <a:endParaRPr/>
            </a:p>
          </p:txBody>
        </p:sp>
        <p:sp>
          <p:nvSpPr>
            <p:cNvPr id="897" name="Google Shape;897;p6"/>
            <p:cNvSpPr txBox="1"/>
            <p:nvPr/>
          </p:nvSpPr>
          <p:spPr>
            <a:xfrm>
              <a:off x="624" y="2784"/>
              <a:ext cx="1440" cy="571"/>
            </a:xfrm>
            <a:prstGeom prst="rect">
              <a:avLst/>
            </a:prstGeom>
            <a:gradFill>
              <a:gsLst>
                <a:gs pos="0">
                  <a:srgbClr val="FFEFD1"/>
                </a:gs>
                <a:gs pos="64999">
                  <a:srgbClr val="F0EBD5"/>
                </a:gs>
                <a:gs pos="100000">
                  <a:srgbClr val="D1C39F"/>
                </a:gs>
              </a:gsLst>
              <a:path path="circle">
                <a:fillToRect b="50%" l="50%" r="50%" t="50%"/>
              </a:path>
              <a:tileRect/>
            </a:gradFill>
            <a:ln cap="flat" cmpd="sng" w="9525">
              <a:solidFill>
                <a:schemeClr val="dk1"/>
              </a:solidFill>
              <a:prstDash val="solid"/>
              <a:miter lim="800000"/>
              <a:headEnd len="sm" w="sm" type="none"/>
              <a:tailEnd len="sm" w="sm" type="none"/>
            </a:ln>
            <a:effectLst>
              <a:outerShdw blurRad="63500" dir="2700000" dist="35921">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Sincerity</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7"/>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904" name="Google Shape;904;p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905" name="Google Shape;905;p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906" name="Google Shape;906;p7"/>
          <p:cNvSpPr txBox="1"/>
          <p:nvPr/>
        </p:nvSpPr>
        <p:spPr>
          <a:xfrm>
            <a:off x="4572000" y="2057400"/>
            <a:ext cx="4114800" cy="41148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7" name="Google Shape;907;p7"/>
          <p:cNvSpPr txBox="1"/>
          <p:nvPr/>
        </p:nvSpPr>
        <p:spPr>
          <a:xfrm>
            <a:off x="457200" y="2057400"/>
            <a:ext cx="4114800" cy="41148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8" name="Google Shape;908;p7"/>
          <p:cNvSpPr txBox="1"/>
          <p:nvPr>
            <p:ph type="title"/>
          </p:nvPr>
        </p:nvSpPr>
        <p:spPr>
          <a:xfrm>
            <a:off x="457200" y="381000"/>
            <a:ext cx="8229600" cy="16764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Strive for High</a:t>
            </a:r>
            <a:br>
              <a:rPr b="1" i="0" lang="en-US" sz="4800" u="none">
                <a:solidFill>
                  <a:schemeClr val="lt1"/>
                </a:solidFill>
                <a:latin typeface="Tahoma"/>
                <a:ea typeface="Tahoma"/>
                <a:cs typeface="Tahoma"/>
                <a:sym typeface="Tahoma"/>
              </a:rPr>
            </a:br>
            <a:r>
              <a:rPr b="1" i="0" lang="en-US" sz="4800" u="none">
                <a:solidFill>
                  <a:schemeClr val="lt1"/>
                </a:solidFill>
                <a:latin typeface="Tahoma"/>
                <a:ea typeface="Tahoma"/>
                <a:cs typeface="Tahoma"/>
                <a:sym typeface="Tahoma"/>
              </a:rPr>
              <a:t>Ethical Standards</a:t>
            </a:r>
            <a:endParaRPr/>
          </a:p>
        </p:txBody>
      </p:sp>
      <p:sp>
        <p:nvSpPr>
          <p:cNvPr id="909" name="Google Shape;909;p7"/>
          <p:cNvSpPr txBox="1"/>
          <p:nvPr>
            <p:ph idx="1" type="body"/>
          </p:nvPr>
        </p:nvSpPr>
        <p:spPr>
          <a:xfrm>
            <a:off x="457200" y="1905000"/>
            <a:ext cx="4191000" cy="4267200"/>
          </a:xfrm>
          <a:prstGeom prst="rect">
            <a:avLst/>
          </a:prstGeom>
          <a:noFill/>
          <a:ln>
            <a:noFill/>
          </a:ln>
        </p:spPr>
        <p:txBody>
          <a:bodyPr anchorCtr="0" anchor="t" bIns="45700" lIns="91425" spcFirstLastPara="1" rIns="91425" wrap="square" tIns="45700">
            <a:noAutofit/>
          </a:bodyPr>
          <a:lstStyle/>
          <a:p>
            <a:pPr indent="-342900" lvl="0" marL="342900" rtl="0" algn="l">
              <a:lnSpc>
                <a:spcPct val="22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Provide information</a:t>
            </a:r>
            <a:endParaRPr/>
          </a:p>
          <a:p>
            <a:pPr indent="-342900" lvl="0" marL="342900" rtl="0" algn="l">
              <a:lnSpc>
                <a:spcPct val="22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Boost understanding</a:t>
            </a:r>
            <a:endParaRPr/>
          </a:p>
          <a:p>
            <a:pPr indent="-342900" lvl="0" marL="342900" rtl="0" algn="l">
              <a:lnSpc>
                <a:spcPct val="22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Promote free choice</a:t>
            </a:r>
            <a:endParaRPr/>
          </a:p>
          <a:p>
            <a:pPr indent="-342900" lvl="0" marL="342900" rtl="0" algn="l">
              <a:lnSpc>
                <a:spcPct val="22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Avoid manipulation</a:t>
            </a:r>
            <a:endParaRPr/>
          </a:p>
        </p:txBody>
      </p:sp>
      <p:graphicFrame>
        <p:nvGraphicFramePr>
          <p:cNvPr id="910" name="Google Shape;910;p7"/>
          <p:cNvGraphicFramePr/>
          <p:nvPr/>
        </p:nvGraphicFramePr>
        <p:xfrm>
          <a:off x="5029200" y="2308225"/>
          <a:ext cx="3149600" cy="3863975"/>
        </p:xfrm>
        <a:graphic>
          <a:graphicData uri="http://schemas.openxmlformats.org/presentationml/2006/ole">
            <mc:AlternateContent>
              <mc:Choice Requires="v">
                <p:oleObj r:id="rId4" imgH="3863975" imgW="3149600" progId="MS_ClipArt_Gallery.5" spid="_x0000_s1">
                  <p:embed/>
                </p:oleObj>
              </mc:Choice>
              <mc:Fallback>
                <p:oleObj r:id="rId5" imgH="3863975" imgW="3149600" progId="MS_ClipArt_Gallery.5">
                  <p:embed/>
                  <p:pic>
                    <p:nvPicPr>
                      <p:cNvPr id="910" name="Google Shape;910;p7"/>
                      <p:cNvPicPr preferRelativeResize="0"/>
                      <p:nvPr/>
                    </p:nvPicPr>
                    <p:blipFill rotWithShape="1">
                      <a:blip r:embed="rId6">
                        <a:alphaModFix/>
                      </a:blip>
                      <a:srcRect b="0" l="0" r="0" t="0"/>
                      <a:stretch/>
                    </p:blipFill>
                    <p:spPr>
                      <a:xfrm>
                        <a:off x="5029200" y="2308225"/>
                        <a:ext cx="3149600" cy="3863975"/>
                      </a:xfrm>
                      <a:prstGeom prst="rect">
                        <a:avLst/>
                      </a:prstGeom>
                      <a:noFill/>
                      <a:ln>
                        <a:noFill/>
                      </a:ln>
                    </p:spPr>
                  </p:pic>
                </p:oleObj>
              </mc:Fallback>
            </mc:AlternateContent>
          </a:graphicData>
        </a:graphic>
      </p:graphicFrame>
    </p:spTree>
  </p:cSld>
  <p:clrMapOvr>
    <a:masterClrMapping/>
  </p:clrMapOvr>
  <p:transition spd="slow">
    <p:checker dir="ver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8"/>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917" name="Google Shape;917;p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918" name="Google Shape;918;p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919" name="Google Shape;919;p8"/>
          <p:cNvSpPr txBox="1"/>
          <p:nvPr>
            <p:ph type="title"/>
          </p:nvPr>
        </p:nvSpPr>
        <p:spPr>
          <a:xfrm>
            <a:off x="457200" y="381000"/>
            <a:ext cx="8229600" cy="12192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Writing Persuasive Messages</a:t>
            </a:r>
            <a:endParaRPr/>
          </a:p>
        </p:txBody>
      </p:sp>
      <p:sp>
        <p:nvSpPr>
          <p:cNvPr id="920" name="Google Shape;920;p8"/>
          <p:cNvSpPr txBox="1"/>
          <p:nvPr/>
        </p:nvSpPr>
        <p:spPr>
          <a:xfrm>
            <a:off x="2987675" y="2682875"/>
            <a:ext cx="3168650" cy="685800"/>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p>
            <a:pPr indent="0" lvl="0" marL="0" marR="0" rtl="0" algn="ctr">
              <a:lnSpc>
                <a:spcPct val="13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Define the Main Idea</a:t>
            </a:r>
            <a:endParaRPr/>
          </a:p>
        </p:txBody>
      </p:sp>
      <p:sp>
        <p:nvSpPr>
          <p:cNvPr id="921" name="Google Shape;921;p8"/>
          <p:cNvSpPr txBox="1"/>
          <p:nvPr/>
        </p:nvSpPr>
        <p:spPr>
          <a:xfrm>
            <a:off x="2987675" y="4435475"/>
            <a:ext cx="3168650" cy="685800"/>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p>
            <a:pPr indent="0" lvl="0" marL="0" marR="0" rtl="0" algn="ctr">
              <a:lnSpc>
                <a:spcPct val="13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Group Major Points</a:t>
            </a:r>
            <a:endParaRPr/>
          </a:p>
        </p:txBody>
      </p:sp>
      <p:sp>
        <p:nvSpPr>
          <p:cNvPr id="922" name="Google Shape;922;p8"/>
          <p:cNvSpPr txBox="1"/>
          <p:nvPr/>
        </p:nvSpPr>
        <p:spPr>
          <a:xfrm>
            <a:off x="2987675" y="3557587"/>
            <a:ext cx="3168650" cy="685800"/>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p>
            <a:pPr indent="0" lvl="0" marL="0" marR="0" rtl="0" algn="ctr">
              <a:lnSpc>
                <a:spcPct val="13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Limit the Scope</a:t>
            </a:r>
            <a:endParaRPr/>
          </a:p>
        </p:txBody>
      </p:sp>
      <p:sp>
        <p:nvSpPr>
          <p:cNvPr id="923" name="Google Shape;923;p8"/>
          <p:cNvSpPr txBox="1"/>
          <p:nvPr/>
        </p:nvSpPr>
        <p:spPr>
          <a:xfrm>
            <a:off x="1371600" y="3551237"/>
            <a:ext cx="115570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Direct</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Approach</a:t>
            </a:r>
            <a:endParaRPr/>
          </a:p>
        </p:txBody>
      </p:sp>
      <p:sp>
        <p:nvSpPr>
          <p:cNvPr id="924" name="Google Shape;924;p8"/>
          <p:cNvSpPr txBox="1"/>
          <p:nvPr/>
        </p:nvSpPr>
        <p:spPr>
          <a:xfrm>
            <a:off x="6692900" y="3549650"/>
            <a:ext cx="115570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Indirect</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Approach</a:t>
            </a:r>
            <a:endParaRPr/>
          </a:p>
        </p:txBody>
      </p:sp>
      <p:sp>
        <p:nvSpPr>
          <p:cNvPr id="925" name="Google Shape;925;p8"/>
          <p:cNvSpPr txBox="1"/>
          <p:nvPr/>
        </p:nvSpPr>
        <p:spPr>
          <a:xfrm>
            <a:off x="4008437" y="1752600"/>
            <a:ext cx="112236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Power or</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Expertise</a:t>
            </a:r>
            <a:endParaRPr/>
          </a:p>
        </p:txBody>
      </p:sp>
      <p:sp>
        <p:nvSpPr>
          <p:cNvPr id="926" name="Google Shape;926;p8"/>
          <p:cNvSpPr txBox="1"/>
          <p:nvPr/>
        </p:nvSpPr>
        <p:spPr>
          <a:xfrm rot="-5400000">
            <a:off x="231775" y="3679825"/>
            <a:ext cx="1120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Audience</a:t>
            </a:r>
            <a:endParaRPr/>
          </a:p>
        </p:txBody>
      </p:sp>
      <p:sp>
        <p:nvSpPr>
          <p:cNvPr id="927" name="Google Shape;927;p8"/>
          <p:cNvSpPr txBox="1"/>
          <p:nvPr/>
        </p:nvSpPr>
        <p:spPr>
          <a:xfrm rot="5400000">
            <a:off x="7843043" y="3686968"/>
            <a:ext cx="1017587"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Purpose</a:t>
            </a:r>
            <a:endParaRPr/>
          </a:p>
        </p:txBody>
      </p:sp>
      <p:cxnSp>
        <p:nvCxnSpPr>
          <p:cNvPr id="928" name="Google Shape;928;p8"/>
          <p:cNvCxnSpPr/>
          <p:nvPr/>
        </p:nvCxnSpPr>
        <p:spPr>
          <a:xfrm flipH="1" rot="10800000">
            <a:off x="790575" y="2103387"/>
            <a:ext cx="3217800" cy="1212900"/>
          </a:xfrm>
          <a:prstGeom prst="bentConnector2">
            <a:avLst/>
          </a:prstGeom>
          <a:noFill/>
          <a:ln cap="flat" cmpd="sng" w="19050">
            <a:solidFill>
              <a:schemeClr val="dk1"/>
            </a:solidFill>
            <a:prstDash val="solid"/>
            <a:miter lim="800000"/>
            <a:headEnd len="med" w="med" type="none"/>
            <a:tailEnd len="med" w="med" type="none"/>
          </a:ln>
        </p:spPr>
      </p:cxnSp>
      <p:cxnSp>
        <p:nvCxnSpPr>
          <p:cNvPr id="929" name="Google Shape;929;p8"/>
          <p:cNvCxnSpPr/>
          <p:nvPr/>
        </p:nvCxnSpPr>
        <p:spPr>
          <a:xfrm>
            <a:off x="5130800" y="2103437"/>
            <a:ext cx="3221100" cy="1273200"/>
          </a:xfrm>
          <a:prstGeom prst="bentConnector2">
            <a:avLst/>
          </a:prstGeom>
          <a:noFill/>
          <a:ln cap="flat" cmpd="sng" w="19050">
            <a:solidFill>
              <a:schemeClr val="dk1"/>
            </a:solidFill>
            <a:prstDash val="solid"/>
            <a:miter lim="800000"/>
            <a:headEnd len="med" w="med" type="none"/>
            <a:tailEnd len="med" w="med" type="none"/>
          </a:ln>
        </p:spPr>
      </p:cxnSp>
      <p:cxnSp>
        <p:nvCxnSpPr>
          <p:cNvPr id="930" name="Google Shape;930;p8"/>
          <p:cNvCxnSpPr/>
          <p:nvPr/>
        </p:nvCxnSpPr>
        <p:spPr>
          <a:xfrm flipH="1">
            <a:off x="5348237" y="4392612"/>
            <a:ext cx="3003600" cy="1352700"/>
          </a:xfrm>
          <a:prstGeom prst="bentConnector2">
            <a:avLst/>
          </a:prstGeom>
          <a:noFill/>
          <a:ln cap="flat" cmpd="sng" w="19050">
            <a:solidFill>
              <a:schemeClr val="dk1"/>
            </a:solidFill>
            <a:prstDash val="solid"/>
            <a:miter lim="800000"/>
            <a:headEnd len="med" w="med" type="none"/>
            <a:tailEnd len="med" w="med" type="none"/>
          </a:ln>
        </p:spPr>
      </p:cxnSp>
      <p:cxnSp>
        <p:nvCxnSpPr>
          <p:cNvPr id="931" name="Google Shape;931;p8"/>
          <p:cNvCxnSpPr/>
          <p:nvPr/>
        </p:nvCxnSpPr>
        <p:spPr>
          <a:xfrm rot="10800000">
            <a:off x="790612" y="4437162"/>
            <a:ext cx="2928900" cy="1308000"/>
          </a:xfrm>
          <a:prstGeom prst="bentConnector2">
            <a:avLst/>
          </a:prstGeom>
          <a:noFill/>
          <a:ln cap="flat" cmpd="sng" w="19050">
            <a:solidFill>
              <a:schemeClr val="dk1"/>
            </a:solidFill>
            <a:prstDash val="solid"/>
            <a:miter lim="800000"/>
            <a:headEnd len="med" w="med" type="none"/>
            <a:tailEnd len="med" w="med" type="none"/>
          </a:ln>
        </p:spPr>
      </p:cxnSp>
      <p:sp>
        <p:nvSpPr>
          <p:cNvPr id="932" name="Google Shape;932;p8"/>
          <p:cNvSpPr txBox="1"/>
          <p:nvPr/>
        </p:nvSpPr>
        <p:spPr>
          <a:xfrm>
            <a:off x="3719512" y="5394325"/>
            <a:ext cx="1628775"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Organizational</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Culture</a:t>
            </a:r>
            <a:endParaRPr/>
          </a:p>
        </p:txBody>
      </p:sp>
      <p:cxnSp>
        <p:nvCxnSpPr>
          <p:cNvPr id="933" name="Google Shape;933;p8"/>
          <p:cNvCxnSpPr/>
          <p:nvPr/>
        </p:nvCxnSpPr>
        <p:spPr>
          <a:xfrm rot="-5400000">
            <a:off x="2319400" y="3233675"/>
            <a:ext cx="876300" cy="4605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934" name="Google Shape;934;p8"/>
          <p:cNvCxnSpPr/>
          <p:nvPr/>
        </p:nvCxnSpPr>
        <p:spPr>
          <a:xfrm flipH="1" rot="-5400000">
            <a:off x="2319400" y="4109975"/>
            <a:ext cx="876300" cy="4605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935" name="Google Shape;935;p8"/>
          <p:cNvCxnSpPr/>
          <p:nvPr/>
        </p:nvCxnSpPr>
        <p:spPr>
          <a:xfrm flipH="1" rot="10800000">
            <a:off x="2527300" y="3900487"/>
            <a:ext cx="460375" cy="1587"/>
          </a:xfrm>
          <a:prstGeom prst="straightConnector1">
            <a:avLst/>
          </a:prstGeom>
          <a:noFill/>
          <a:ln cap="flat" cmpd="sng" w="9525">
            <a:solidFill>
              <a:schemeClr val="dk1"/>
            </a:solidFill>
            <a:prstDash val="solid"/>
            <a:miter lim="800000"/>
            <a:headEnd len="med" w="med" type="none"/>
            <a:tailEnd len="med" w="med" type="none"/>
          </a:ln>
        </p:spPr>
      </p:cxnSp>
      <p:cxnSp>
        <p:nvCxnSpPr>
          <p:cNvPr id="936" name="Google Shape;936;p8"/>
          <p:cNvCxnSpPr/>
          <p:nvPr/>
        </p:nvCxnSpPr>
        <p:spPr>
          <a:xfrm flipH="1" rot="5400000">
            <a:off x="5987150" y="3194737"/>
            <a:ext cx="874800" cy="5367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937" name="Google Shape;937;p8"/>
          <p:cNvCxnSpPr/>
          <p:nvPr/>
        </p:nvCxnSpPr>
        <p:spPr>
          <a:xfrm rot="5400000">
            <a:off x="5985650" y="4071037"/>
            <a:ext cx="877800" cy="5367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938" name="Google Shape;938;p8"/>
          <p:cNvCxnSpPr/>
          <p:nvPr/>
        </p:nvCxnSpPr>
        <p:spPr>
          <a:xfrm rot="10800000">
            <a:off x="6156325" y="3900487"/>
            <a:ext cx="536575" cy="0"/>
          </a:xfrm>
          <a:prstGeom prst="straightConnector1">
            <a:avLst/>
          </a:prstGeom>
          <a:noFill/>
          <a:ln cap="flat" cmpd="sng" w="9525">
            <a:solidFill>
              <a:schemeClr val="dk1"/>
            </a:solidFill>
            <a:prstDash val="solid"/>
            <a:miter lim="800000"/>
            <a:headEnd len="med" w="med" type="none"/>
            <a:tailEnd len="med" w="med" type="none"/>
          </a:ln>
        </p:spPr>
      </p:cxnSp>
      <p:sp>
        <p:nvSpPr>
          <p:cNvPr id="939" name="Google Shape;939;p8"/>
          <p:cNvSpPr txBox="1"/>
          <p:nvPr/>
        </p:nvSpPr>
        <p:spPr>
          <a:xfrm>
            <a:off x="457200" y="1600200"/>
            <a:ext cx="8229600" cy="4572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transition spd="slow">
    <p:spli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9"/>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946" name="Google Shape;946;p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947" name="Google Shape;947;p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948" name="Google Shape;948;p9"/>
          <p:cNvSpPr txBox="1"/>
          <p:nvPr/>
        </p:nvSpPr>
        <p:spPr>
          <a:xfrm>
            <a:off x="457200" y="2209800"/>
            <a:ext cx="8229600" cy="3962400"/>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49" name="Google Shape;949;p9"/>
          <p:cNvSpPr txBox="1"/>
          <p:nvPr>
            <p:ph type="title"/>
          </p:nvPr>
        </p:nvSpPr>
        <p:spPr>
          <a:xfrm>
            <a:off x="457200" y="381000"/>
            <a:ext cx="8229600" cy="1828800"/>
          </a:xfrm>
          <a:prstGeom prst="rect">
            <a:avLst/>
          </a:prstGeom>
          <a:solidFill>
            <a:srgbClr val="000099"/>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Completing the Message</a:t>
            </a:r>
            <a:endParaRPr/>
          </a:p>
        </p:txBody>
      </p:sp>
      <p:sp>
        <p:nvSpPr>
          <p:cNvPr id="950" name="Google Shape;950;p9"/>
          <p:cNvSpPr txBox="1"/>
          <p:nvPr/>
        </p:nvSpPr>
        <p:spPr>
          <a:xfrm>
            <a:off x="609600" y="2362200"/>
            <a:ext cx="3825875" cy="1670050"/>
          </a:xfrm>
          <a:prstGeom prst="rect">
            <a:avLst/>
          </a:prstGeom>
          <a:solidFill>
            <a:srgbClr val="000099"/>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2800"/>
              <a:buFont typeface="Tahoma"/>
              <a:buNone/>
            </a:pPr>
            <a:r>
              <a:rPr b="1" i="0" lang="en-US" sz="2800" u="none">
                <a:solidFill>
                  <a:schemeClr val="lt1"/>
                </a:solidFill>
                <a:latin typeface="Tahoma"/>
                <a:ea typeface="Tahoma"/>
                <a:cs typeface="Tahoma"/>
                <a:sym typeface="Tahoma"/>
              </a:rPr>
              <a:t>Evaluate</a:t>
            </a:r>
            <a:endParaRPr/>
          </a:p>
          <a:p>
            <a:pPr indent="0" lvl="0" marL="0" marR="0" rtl="0" algn="ctr">
              <a:lnSpc>
                <a:spcPct val="110000"/>
              </a:lnSpc>
              <a:spcBef>
                <a:spcPts val="0"/>
              </a:spcBef>
              <a:spcAft>
                <a:spcPts val="0"/>
              </a:spcAft>
              <a:buClr>
                <a:schemeClr val="lt1"/>
              </a:buClr>
              <a:buSzPts val="2800"/>
              <a:buFont typeface="Tahoma"/>
              <a:buNone/>
            </a:pPr>
            <a:r>
              <a:rPr b="1" i="0" lang="en-US" sz="2800" u="none">
                <a:solidFill>
                  <a:schemeClr val="lt1"/>
                </a:solidFill>
                <a:latin typeface="Tahoma"/>
                <a:ea typeface="Tahoma"/>
                <a:cs typeface="Tahoma"/>
                <a:sym typeface="Tahoma"/>
              </a:rPr>
              <a:t>the Content</a:t>
            </a:r>
            <a:endParaRPr/>
          </a:p>
        </p:txBody>
      </p:sp>
      <p:sp>
        <p:nvSpPr>
          <p:cNvPr id="951" name="Google Shape;951;p9"/>
          <p:cNvSpPr txBox="1"/>
          <p:nvPr/>
        </p:nvSpPr>
        <p:spPr>
          <a:xfrm>
            <a:off x="4708525" y="2362200"/>
            <a:ext cx="3825875" cy="1670050"/>
          </a:xfrm>
          <a:prstGeom prst="rect">
            <a:avLst/>
          </a:prstGeom>
          <a:solidFill>
            <a:srgbClr val="000099"/>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2800"/>
              <a:buFont typeface="Tahoma"/>
              <a:buNone/>
            </a:pPr>
            <a:r>
              <a:rPr b="1" i="0" lang="en-US" sz="2800" u="none">
                <a:solidFill>
                  <a:schemeClr val="lt1"/>
                </a:solidFill>
                <a:latin typeface="Tahoma"/>
                <a:ea typeface="Tahoma"/>
                <a:cs typeface="Tahoma"/>
                <a:sym typeface="Tahoma"/>
              </a:rPr>
              <a:t>Revise for Clarity</a:t>
            </a:r>
            <a:endParaRPr/>
          </a:p>
          <a:p>
            <a:pPr indent="0" lvl="0" marL="0" marR="0" rtl="0" algn="ctr">
              <a:lnSpc>
                <a:spcPct val="110000"/>
              </a:lnSpc>
              <a:spcBef>
                <a:spcPts val="0"/>
              </a:spcBef>
              <a:spcAft>
                <a:spcPts val="0"/>
              </a:spcAft>
              <a:buClr>
                <a:schemeClr val="lt1"/>
              </a:buClr>
              <a:buSzPts val="2800"/>
              <a:buFont typeface="Tahoma"/>
              <a:buNone/>
            </a:pPr>
            <a:r>
              <a:rPr b="1" i="0" lang="en-US" sz="2800" u="none">
                <a:solidFill>
                  <a:schemeClr val="lt1"/>
                </a:solidFill>
                <a:latin typeface="Tahoma"/>
                <a:ea typeface="Tahoma"/>
                <a:cs typeface="Tahoma"/>
                <a:sym typeface="Tahoma"/>
              </a:rPr>
              <a:t>and Conciseness</a:t>
            </a:r>
            <a:endParaRPr/>
          </a:p>
        </p:txBody>
      </p:sp>
      <p:sp>
        <p:nvSpPr>
          <p:cNvPr id="952" name="Google Shape;952;p9"/>
          <p:cNvSpPr txBox="1"/>
          <p:nvPr/>
        </p:nvSpPr>
        <p:spPr>
          <a:xfrm>
            <a:off x="609600" y="4191000"/>
            <a:ext cx="3825875" cy="1670050"/>
          </a:xfrm>
          <a:prstGeom prst="rect">
            <a:avLst/>
          </a:prstGeom>
          <a:solidFill>
            <a:srgbClr val="000099"/>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2800"/>
              <a:buFont typeface="Tahoma"/>
              <a:buNone/>
            </a:pPr>
            <a:r>
              <a:rPr b="1" i="0" lang="en-US" sz="2800" u="none">
                <a:solidFill>
                  <a:schemeClr val="lt1"/>
                </a:solidFill>
                <a:latin typeface="Tahoma"/>
                <a:ea typeface="Tahoma"/>
                <a:cs typeface="Tahoma"/>
                <a:sym typeface="Tahoma"/>
              </a:rPr>
              <a:t>Evaluate Design </a:t>
            </a:r>
            <a:endParaRPr/>
          </a:p>
          <a:p>
            <a:pPr indent="0" lvl="0" marL="0" marR="0" rtl="0" algn="ctr">
              <a:lnSpc>
                <a:spcPct val="110000"/>
              </a:lnSpc>
              <a:spcBef>
                <a:spcPts val="0"/>
              </a:spcBef>
              <a:spcAft>
                <a:spcPts val="0"/>
              </a:spcAft>
              <a:buClr>
                <a:schemeClr val="lt1"/>
              </a:buClr>
              <a:buSzPts val="2800"/>
              <a:buFont typeface="Tahoma"/>
              <a:buNone/>
            </a:pPr>
            <a:r>
              <a:rPr b="1" i="0" lang="en-US" sz="2800" u="none">
                <a:solidFill>
                  <a:schemeClr val="lt1"/>
                </a:solidFill>
                <a:latin typeface="Tahoma"/>
                <a:ea typeface="Tahoma"/>
                <a:cs typeface="Tahoma"/>
                <a:sym typeface="Tahoma"/>
              </a:rPr>
              <a:t>and Delivery</a:t>
            </a:r>
            <a:endParaRPr/>
          </a:p>
        </p:txBody>
      </p:sp>
      <p:sp>
        <p:nvSpPr>
          <p:cNvPr id="953" name="Google Shape;953;p9"/>
          <p:cNvSpPr txBox="1"/>
          <p:nvPr/>
        </p:nvSpPr>
        <p:spPr>
          <a:xfrm>
            <a:off x="4708525" y="4191000"/>
            <a:ext cx="3825875" cy="1670050"/>
          </a:xfrm>
          <a:prstGeom prst="rect">
            <a:avLst/>
          </a:prstGeom>
          <a:solidFill>
            <a:srgbClr val="000099"/>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2800"/>
              <a:buFont typeface="Tahoma"/>
              <a:buNone/>
            </a:pPr>
            <a:r>
              <a:rPr b="1" i="0" lang="en-US" sz="2800" u="none">
                <a:solidFill>
                  <a:schemeClr val="lt1"/>
                </a:solidFill>
                <a:latin typeface="Tahoma"/>
                <a:ea typeface="Tahoma"/>
                <a:cs typeface="Tahoma"/>
                <a:sym typeface="Tahoma"/>
              </a:rPr>
              <a:t>Proofread</a:t>
            </a:r>
            <a:endParaRPr/>
          </a:p>
          <a:p>
            <a:pPr indent="0" lvl="0" marL="0" marR="0" rtl="0" algn="ctr">
              <a:lnSpc>
                <a:spcPct val="110000"/>
              </a:lnSpc>
              <a:spcBef>
                <a:spcPts val="0"/>
              </a:spcBef>
              <a:spcAft>
                <a:spcPts val="0"/>
              </a:spcAft>
              <a:buClr>
                <a:schemeClr val="lt1"/>
              </a:buClr>
              <a:buSzPts val="2800"/>
              <a:buFont typeface="Tahoma"/>
              <a:buNone/>
            </a:pPr>
            <a:r>
              <a:rPr b="1" i="0" lang="en-US" sz="2800" u="none">
                <a:solidFill>
                  <a:schemeClr val="lt1"/>
                </a:solidFill>
                <a:latin typeface="Tahoma"/>
                <a:ea typeface="Tahoma"/>
                <a:cs typeface="Tahoma"/>
                <a:sym typeface="Tahoma"/>
              </a:rPr>
              <a:t>the Message</a:t>
            </a:r>
            <a:endParaRPr/>
          </a:p>
        </p:txBody>
      </p:sp>
    </p:spTree>
  </p:cSld>
  <p:clrMapOvr>
    <a:masterClrMapping/>
  </p:clrMapOvr>
  <p:transition spd="slow">
    <p:wipe dir="d"/>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10"/>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960" name="Google Shape;960;p1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961" name="Google Shape;961;p1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962" name="Google Shape;962;p10"/>
          <p:cNvSpPr txBox="1"/>
          <p:nvPr/>
        </p:nvSpPr>
        <p:spPr>
          <a:xfrm>
            <a:off x="457200" y="2133600"/>
            <a:ext cx="8229600" cy="40386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63" name="Google Shape;963;p10"/>
          <p:cNvSpPr txBox="1"/>
          <p:nvPr>
            <p:ph type="title"/>
          </p:nvPr>
        </p:nvSpPr>
        <p:spPr>
          <a:xfrm>
            <a:off x="457200" y="381000"/>
            <a:ext cx="8229600" cy="1752600"/>
          </a:xfrm>
          <a:prstGeom prst="rect">
            <a:avLst/>
          </a:prstGeom>
          <a:solidFill>
            <a:srgbClr val="000066"/>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Logic and Emotions</a:t>
            </a:r>
            <a:endParaRPr/>
          </a:p>
        </p:txBody>
      </p:sp>
      <p:sp>
        <p:nvSpPr>
          <p:cNvPr id="964" name="Google Shape;964;p10"/>
          <p:cNvSpPr txBox="1"/>
          <p:nvPr/>
        </p:nvSpPr>
        <p:spPr>
          <a:xfrm>
            <a:off x="3694112" y="2286000"/>
            <a:ext cx="17573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The Message</a:t>
            </a:r>
            <a:endParaRPr/>
          </a:p>
        </p:txBody>
      </p:sp>
      <p:sp>
        <p:nvSpPr>
          <p:cNvPr id="965" name="Google Shape;965;p10"/>
          <p:cNvSpPr txBox="1"/>
          <p:nvPr/>
        </p:nvSpPr>
        <p:spPr>
          <a:xfrm>
            <a:off x="838200" y="4084637"/>
            <a:ext cx="1354137" cy="10969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Feelings</a:t>
            </a:r>
            <a:endParaRPr/>
          </a:p>
          <a:p>
            <a:pPr indent="0" lvl="0" marL="0" marR="0" rtl="0" algn="ctr">
              <a:lnSpc>
                <a:spcPct val="11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Sympathies</a:t>
            </a:r>
            <a:endParaRPr/>
          </a:p>
          <a:p>
            <a:pPr indent="0" lvl="0" marL="0" marR="0" rtl="0" algn="ctr">
              <a:lnSpc>
                <a:spcPct val="11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Needs</a:t>
            </a:r>
            <a:endParaRPr/>
          </a:p>
        </p:txBody>
      </p:sp>
      <p:sp>
        <p:nvSpPr>
          <p:cNvPr id="966" name="Google Shape;966;p10"/>
          <p:cNvSpPr txBox="1"/>
          <p:nvPr/>
        </p:nvSpPr>
        <p:spPr>
          <a:xfrm>
            <a:off x="7104062" y="4084637"/>
            <a:ext cx="1201737" cy="10969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Analogy</a:t>
            </a:r>
            <a:endParaRPr/>
          </a:p>
          <a:p>
            <a:pPr indent="0" lvl="0" marL="0" marR="0" rtl="0" algn="ctr">
              <a:lnSpc>
                <a:spcPct val="11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Induction</a:t>
            </a:r>
            <a:endParaRPr/>
          </a:p>
          <a:p>
            <a:pPr indent="0" lvl="0" marL="0" marR="0" rtl="0" algn="ctr">
              <a:lnSpc>
                <a:spcPct val="11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Deduction</a:t>
            </a:r>
            <a:endParaRPr/>
          </a:p>
        </p:txBody>
      </p:sp>
      <p:sp>
        <p:nvSpPr>
          <p:cNvPr id="967" name="Google Shape;967;p10"/>
          <p:cNvSpPr txBox="1"/>
          <p:nvPr/>
        </p:nvSpPr>
        <p:spPr>
          <a:xfrm>
            <a:off x="852487" y="2286000"/>
            <a:ext cx="13223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Emotions</a:t>
            </a:r>
            <a:endParaRPr/>
          </a:p>
        </p:txBody>
      </p:sp>
      <p:sp>
        <p:nvSpPr>
          <p:cNvPr id="968" name="Google Shape;968;p10"/>
          <p:cNvSpPr txBox="1"/>
          <p:nvPr/>
        </p:nvSpPr>
        <p:spPr>
          <a:xfrm>
            <a:off x="7278687" y="2286000"/>
            <a:ext cx="8509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Logic</a:t>
            </a:r>
            <a:endParaRPr/>
          </a:p>
        </p:txBody>
      </p:sp>
      <p:cxnSp>
        <p:nvCxnSpPr>
          <p:cNvPr id="969" name="Google Shape;969;p10"/>
          <p:cNvCxnSpPr/>
          <p:nvPr/>
        </p:nvCxnSpPr>
        <p:spPr>
          <a:xfrm rot="10800000">
            <a:off x="2174875" y="2514600"/>
            <a:ext cx="1519237" cy="0"/>
          </a:xfrm>
          <a:prstGeom prst="straightConnector1">
            <a:avLst/>
          </a:prstGeom>
          <a:noFill/>
          <a:ln cap="flat" cmpd="sng" w="19050">
            <a:solidFill>
              <a:schemeClr val="dk1"/>
            </a:solidFill>
            <a:prstDash val="solid"/>
            <a:miter lim="800000"/>
            <a:headEnd len="med" w="med" type="none"/>
            <a:tailEnd len="med" w="med" type="triangle"/>
          </a:ln>
        </p:spPr>
      </p:cxnSp>
      <p:cxnSp>
        <p:nvCxnSpPr>
          <p:cNvPr id="970" name="Google Shape;970;p10"/>
          <p:cNvCxnSpPr/>
          <p:nvPr/>
        </p:nvCxnSpPr>
        <p:spPr>
          <a:xfrm>
            <a:off x="5451475" y="2514600"/>
            <a:ext cx="1827212" cy="0"/>
          </a:xfrm>
          <a:prstGeom prst="straightConnector1">
            <a:avLst/>
          </a:prstGeom>
          <a:noFill/>
          <a:ln cap="flat" cmpd="sng" w="19050">
            <a:solidFill>
              <a:schemeClr val="dk1"/>
            </a:solidFill>
            <a:prstDash val="solid"/>
            <a:miter lim="800000"/>
            <a:headEnd len="med" w="med" type="none"/>
            <a:tailEnd len="med" w="med" type="triangle"/>
          </a:ln>
        </p:spPr>
      </p:cxnSp>
      <p:cxnSp>
        <p:nvCxnSpPr>
          <p:cNvPr id="971" name="Google Shape;971;p10"/>
          <p:cNvCxnSpPr/>
          <p:nvPr/>
        </p:nvCxnSpPr>
        <p:spPr>
          <a:xfrm>
            <a:off x="1514475" y="2743200"/>
            <a:ext cx="1587" cy="1341437"/>
          </a:xfrm>
          <a:prstGeom prst="straightConnector1">
            <a:avLst/>
          </a:prstGeom>
          <a:noFill/>
          <a:ln cap="flat" cmpd="sng" w="19050">
            <a:solidFill>
              <a:schemeClr val="dk1"/>
            </a:solidFill>
            <a:prstDash val="solid"/>
            <a:miter lim="800000"/>
            <a:headEnd len="med" w="med" type="none"/>
            <a:tailEnd len="med" w="med" type="none"/>
          </a:ln>
        </p:spPr>
      </p:cxnSp>
      <p:cxnSp>
        <p:nvCxnSpPr>
          <p:cNvPr id="972" name="Google Shape;972;p10"/>
          <p:cNvCxnSpPr/>
          <p:nvPr/>
        </p:nvCxnSpPr>
        <p:spPr>
          <a:xfrm>
            <a:off x="7704137" y="2743200"/>
            <a:ext cx="1587" cy="1341437"/>
          </a:xfrm>
          <a:prstGeom prst="straightConnector1">
            <a:avLst/>
          </a:prstGeom>
          <a:noFill/>
          <a:ln cap="flat" cmpd="sng" w="19050">
            <a:solidFill>
              <a:schemeClr val="dk1"/>
            </a:solidFill>
            <a:prstDash val="solid"/>
            <a:miter lim="800000"/>
            <a:headEnd len="med" w="med" type="none"/>
            <a:tailEnd len="med" w="med" type="none"/>
          </a:ln>
        </p:spPr>
      </p:cxnSp>
      <p:sp>
        <p:nvSpPr>
          <p:cNvPr id="973" name="Google Shape;973;p10"/>
          <p:cNvSpPr txBox="1"/>
          <p:nvPr/>
        </p:nvSpPr>
        <p:spPr>
          <a:xfrm>
            <a:off x="2743200" y="3324225"/>
            <a:ext cx="3657600" cy="2619375"/>
          </a:xfrm>
          <a:prstGeom prst="rect">
            <a:avLst/>
          </a:prstGeom>
          <a:blipFill rotWithShape="1">
            <a:blip r:embed="rId3">
              <a:alphaModFix/>
            </a:blip>
            <a:tile algn="tl" flip="none" tx="0" sx="100000" ty="0" sy="100000"/>
          </a:blip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7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Promote Action</a:t>
            </a:r>
            <a:endParaRPr/>
          </a:p>
          <a:p>
            <a:pPr indent="0" lvl="0" marL="0" marR="0" rtl="0" algn="ctr">
              <a:lnSpc>
                <a:spcPct val="17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Understand Expectations</a:t>
            </a:r>
            <a:endParaRPr/>
          </a:p>
          <a:p>
            <a:pPr indent="0" lvl="0" marL="0" marR="0" rtl="0" algn="ctr">
              <a:lnSpc>
                <a:spcPct val="17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Overcome Resistance</a:t>
            </a:r>
            <a:endParaRPr/>
          </a:p>
          <a:p>
            <a:pPr indent="0" lvl="0" marL="0" marR="0" rtl="0" algn="ctr">
              <a:lnSpc>
                <a:spcPct val="17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Sell Your Point of View</a:t>
            </a:r>
            <a:endParaRPr/>
          </a:p>
        </p:txBody>
      </p:sp>
      <p:cxnSp>
        <p:nvCxnSpPr>
          <p:cNvPr id="974" name="Google Shape;974;p10"/>
          <p:cNvCxnSpPr/>
          <p:nvPr/>
        </p:nvCxnSpPr>
        <p:spPr>
          <a:xfrm>
            <a:off x="2192337" y="4633912"/>
            <a:ext cx="541337" cy="0"/>
          </a:xfrm>
          <a:prstGeom prst="straightConnector1">
            <a:avLst/>
          </a:prstGeom>
          <a:noFill/>
          <a:ln cap="flat" cmpd="sng" w="19050">
            <a:solidFill>
              <a:schemeClr val="dk1"/>
            </a:solidFill>
            <a:prstDash val="solid"/>
            <a:miter lim="800000"/>
            <a:headEnd len="med" w="med" type="none"/>
            <a:tailEnd len="med" w="med" type="none"/>
          </a:ln>
        </p:spPr>
      </p:cxnSp>
      <p:cxnSp>
        <p:nvCxnSpPr>
          <p:cNvPr id="975" name="Google Shape;975;p10"/>
          <p:cNvCxnSpPr/>
          <p:nvPr/>
        </p:nvCxnSpPr>
        <p:spPr>
          <a:xfrm rot="10800000">
            <a:off x="6410325" y="4633912"/>
            <a:ext cx="693737" cy="0"/>
          </a:xfrm>
          <a:prstGeom prst="straightConnector1">
            <a:avLst/>
          </a:prstGeom>
          <a:noFill/>
          <a:ln cap="flat" cmpd="sng" w="19050">
            <a:solidFill>
              <a:schemeClr val="dk1"/>
            </a:solidFill>
            <a:prstDash val="solid"/>
            <a:miter lim="800000"/>
            <a:headEnd len="med" w="med" type="none"/>
            <a:tailEnd len="med" w="med" type="none"/>
          </a:ln>
        </p:spPr>
      </p:cxnSp>
      <p:cxnSp>
        <p:nvCxnSpPr>
          <p:cNvPr id="976" name="Google Shape;976;p10"/>
          <p:cNvCxnSpPr/>
          <p:nvPr/>
        </p:nvCxnSpPr>
        <p:spPr>
          <a:xfrm>
            <a:off x="3694112" y="2514600"/>
            <a:ext cx="877800" cy="800100"/>
          </a:xfrm>
          <a:prstGeom prst="bentConnector4">
            <a:avLst>
              <a:gd fmla="val -5626" name="adj1"/>
              <a:gd fmla="val 14014" name="adj2"/>
            </a:avLst>
          </a:prstGeom>
          <a:noFill/>
          <a:ln cap="flat" cmpd="sng" w="19050">
            <a:solidFill>
              <a:schemeClr val="dk1"/>
            </a:solidFill>
            <a:prstDash val="solid"/>
            <a:miter lim="800000"/>
            <a:headEnd len="med" w="med" type="none"/>
            <a:tailEnd len="med" w="med" type="none"/>
          </a:ln>
        </p:spPr>
      </p:cxnSp>
      <p:cxnSp>
        <p:nvCxnSpPr>
          <p:cNvPr id="977" name="Google Shape;977;p10"/>
          <p:cNvCxnSpPr/>
          <p:nvPr/>
        </p:nvCxnSpPr>
        <p:spPr>
          <a:xfrm flipH="1">
            <a:off x="4571875" y="2514600"/>
            <a:ext cx="879600" cy="800100"/>
          </a:xfrm>
          <a:prstGeom prst="bentConnector4">
            <a:avLst>
              <a:gd fmla="val -5613" name="adj1"/>
              <a:gd fmla="val 14014" name="adj2"/>
            </a:avLst>
          </a:prstGeom>
          <a:noFill/>
          <a:ln cap="flat" cmpd="sng" w="19050">
            <a:solidFill>
              <a:schemeClr val="dk1"/>
            </a:solidFill>
            <a:prstDash val="solid"/>
            <a:miter lim="800000"/>
            <a:headEnd len="med" w="med" type="none"/>
            <a:tailEnd len="med" w="med" type="triangle"/>
          </a:ln>
        </p:spPr>
      </p:cxnSp>
    </p:spTree>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1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984" name="Google Shape;984;p1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985" name="Google Shape;985;p1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986" name="Google Shape;986;p11"/>
          <p:cNvSpPr txBox="1"/>
          <p:nvPr/>
        </p:nvSpPr>
        <p:spPr>
          <a:xfrm>
            <a:off x="457200" y="381000"/>
            <a:ext cx="8229600" cy="57912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7" name="Google Shape;987;p11"/>
          <p:cNvSpPr/>
          <p:nvPr/>
        </p:nvSpPr>
        <p:spPr>
          <a:xfrm>
            <a:off x="457200" y="457200"/>
            <a:ext cx="8153400" cy="5657850"/>
          </a:xfrm>
          <a:custGeom>
            <a:rect b="b" l="l" r="r" t="t"/>
            <a:pathLst>
              <a:path extrusionOk="0" h="4596" w="4596">
                <a:moveTo>
                  <a:pt x="2295" y="0"/>
                </a:moveTo>
                <a:lnTo>
                  <a:pt x="1958" y="606"/>
                </a:lnTo>
                <a:lnTo>
                  <a:pt x="1413" y="169"/>
                </a:lnTo>
                <a:lnTo>
                  <a:pt x="1335" y="860"/>
                </a:lnTo>
                <a:lnTo>
                  <a:pt x="668" y="668"/>
                </a:lnTo>
                <a:lnTo>
                  <a:pt x="860" y="1335"/>
                </a:lnTo>
                <a:lnTo>
                  <a:pt x="169" y="1413"/>
                </a:lnTo>
                <a:lnTo>
                  <a:pt x="606" y="1958"/>
                </a:lnTo>
                <a:lnTo>
                  <a:pt x="0" y="2295"/>
                </a:lnTo>
                <a:lnTo>
                  <a:pt x="606" y="2632"/>
                </a:lnTo>
                <a:lnTo>
                  <a:pt x="169" y="3177"/>
                </a:lnTo>
                <a:lnTo>
                  <a:pt x="860" y="3253"/>
                </a:lnTo>
                <a:lnTo>
                  <a:pt x="668" y="3921"/>
                </a:lnTo>
                <a:lnTo>
                  <a:pt x="1335" y="3728"/>
                </a:lnTo>
                <a:lnTo>
                  <a:pt x="1413" y="4420"/>
                </a:lnTo>
                <a:lnTo>
                  <a:pt x="1958" y="3982"/>
                </a:lnTo>
                <a:lnTo>
                  <a:pt x="2295" y="4596"/>
                </a:lnTo>
                <a:lnTo>
                  <a:pt x="2632" y="3982"/>
                </a:lnTo>
                <a:lnTo>
                  <a:pt x="3177" y="4420"/>
                </a:lnTo>
                <a:lnTo>
                  <a:pt x="3253" y="3728"/>
                </a:lnTo>
                <a:lnTo>
                  <a:pt x="3921" y="3921"/>
                </a:lnTo>
                <a:lnTo>
                  <a:pt x="3728" y="3253"/>
                </a:lnTo>
                <a:lnTo>
                  <a:pt x="4420" y="3177"/>
                </a:lnTo>
                <a:lnTo>
                  <a:pt x="3982" y="2632"/>
                </a:lnTo>
                <a:lnTo>
                  <a:pt x="4596" y="2295"/>
                </a:lnTo>
                <a:lnTo>
                  <a:pt x="3982" y="1958"/>
                </a:lnTo>
                <a:lnTo>
                  <a:pt x="4420" y="1413"/>
                </a:lnTo>
                <a:lnTo>
                  <a:pt x="3728" y="1335"/>
                </a:lnTo>
                <a:lnTo>
                  <a:pt x="3921" y="668"/>
                </a:lnTo>
                <a:lnTo>
                  <a:pt x="3253" y="860"/>
                </a:lnTo>
                <a:lnTo>
                  <a:pt x="3177" y="169"/>
                </a:lnTo>
                <a:lnTo>
                  <a:pt x="2632" y="606"/>
                </a:lnTo>
                <a:lnTo>
                  <a:pt x="2295" y="0"/>
                </a:lnTo>
                <a:close/>
              </a:path>
            </a:pathLst>
          </a:custGeom>
          <a:gradFill>
            <a:gsLst>
              <a:gs pos="0">
                <a:srgbClr val="FFFF99"/>
              </a:gs>
              <a:gs pos="100000">
                <a:srgbClr val="767647"/>
              </a:gs>
            </a:gsLst>
            <a:path path="circle">
              <a:fillToRect b="50%" l="50%" r="50%" t="50%"/>
            </a:path>
            <a:tileRect/>
          </a:gradFill>
          <a:ln>
            <a:noFill/>
          </a:ln>
          <a:effectLst>
            <a:outerShdw blurRad="63500" dir="2700000" dist="35921">
              <a:srgbClr val="80808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8" name="Google Shape;988;p11"/>
          <p:cNvSpPr txBox="1"/>
          <p:nvPr/>
        </p:nvSpPr>
        <p:spPr>
          <a:xfrm>
            <a:off x="5980112" y="381000"/>
            <a:ext cx="2706687" cy="2133600"/>
          </a:xfrm>
          <a:prstGeom prst="rect">
            <a:avLst/>
          </a:prstGeom>
          <a:solidFill>
            <a:srgbClr val="99003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rPr b="1" i="0" lang="en-US" sz="3600" u="none">
                <a:solidFill>
                  <a:schemeClr val="lt1"/>
                </a:solidFill>
                <a:latin typeface="Tahoma"/>
                <a:ea typeface="Tahoma"/>
                <a:cs typeface="Tahoma"/>
                <a:sym typeface="Tahoma"/>
              </a:rPr>
              <a:t>Interest</a:t>
            </a:r>
            <a:endParaRPr/>
          </a:p>
        </p:txBody>
      </p:sp>
      <p:sp>
        <p:nvSpPr>
          <p:cNvPr id="989" name="Google Shape;989;p11"/>
          <p:cNvSpPr txBox="1"/>
          <p:nvPr/>
        </p:nvSpPr>
        <p:spPr>
          <a:xfrm>
            <a:off x="457200" y="381000"/>
            <a:ext cx="2706687" cy="2133600"/>
          </a:xfrm>
          <a:prstGeom prst="rect">
            <a:avLst/>
          </a:prstGeom>
          <a:solidFill>
            <a:srgbClr val="99003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rPr b="1" i="0" lang="en-US" sz="3600" u="none">
                <a:solidFill>
                  <a:schemeClr val="lt1"/>
                </a:solidFill>
                <a:latin typeface="Tahoma"/>
                <a:ea typeface="Tahoma"/>
                <a:cs typeface="Tahoma"/>
                <a:sym typeface="Tahoma"/>
              </a:rPr>
              <a:t>Attention</a:t>
            </a:r>
            <a:endParaRPr/>
          </a:p>
        </p:txBody>
      </p:sp>
      <p:sp>
        <p:nvSpPr>
          <p:cNvPr id="990" name="Google Shape;990;p11"/>
          <p:cNvSpPr txBox="1"/>
          <p:nvPr/>
        </p:nvSpPr>
        <p:spPr>
          <a:xfrm>
            <a:off x="5980112" y="4038600"/>
            <a:ext cx="2706687" cy="2133600"/>
          </a:xfrm>
          <a:prstGeom prst="rect">
            <a:avLst/>
          </a:prstGeom>
          <a:solidFill>
            <a:srgbClr val="99003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rPr b="1" i="0" lang="en-US" sz="3600" u="none">
                <a:solidFill>
                  <a:schemeClr val="lt1"/>
                </a:solidFill>
                <a:latin typeface="Tahoma"/>
                <a:ea typeface="Tahoma"/>
                <a:cs typeface="Tahoma"/>
                <a:sym typeface="Tahoma"/>
              </a:rPr>
              <a:t>Desire</a:t>
            </a:r>
            <a:endParaRPr/>
          </a:p>
        </p:txBody>
      </p:sp>
      <p:sp>
        <p:nvSpPr>
          <p:cNvPr id="991" name="Google Shape;991;p11"/>
          <p:cNvSpPr txBox="1"/>
          <p:nvPr/>
        </p:nvSpPr>
        <p:spPr>
          <a:xfrm>
            <a:off x="457200" y="4038600"/>
            <a:ext cx="2706687" cy="2133600"/>
          </a:xfrm>
          <a:prstGeom prst="rect">
            <a:avLst/>
          </a:prstGeom>
          <a:solidFill>
            <a:srgbClr val="99003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rPr b="1" i="0" lang="en-US" sz="3600" u="none">
                <a:solidFill>
                  <a:schemeClr val="lt1"/>
                </a:solidFill>
                <a:latin typeface="Tahoma"/>
                <a:ea typeface="Tahoma"/>
                <a:cs typeface="Tahoma"/>
                <a:sym typeface="Tahoma"/>
              </a:rPr>
              <a:t>Action</a:t>
            </a:r>
            <a:endParaRPr/>
          </a:p>
        </p:txBody>
      </p:sp>
      <p:sp>
        <p:nvSpPr>
          <p:cNvPr id="992" name="Google Shape;992;p11"/>
          <p:cNvSpPr/>
          <p:nvPr/>
        </p:nvSpPr>
        <p:spPr>
          <a:xfrm>
            <a:off x="2476500" y="1219200"/>
            <a:ext cx="4191000" cy="4191000"/>
          </a:xfrm>
          <a:prstGeom prst="ellipse">
            <a:avLst/>
          </a:prstGeom>
          <a:solidFill>
            <a:srgbClr val="99003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AIDA  PLAN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1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999" name="Google Shape;999;p1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000" name="Google Shape;1000;p1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1001" name="Google Shape;1001;p12"/>
          <p:cNvSpPr txBox="1"/>
          <p:nvPr/>
        </p:nvSpPr>
        <p:spPr>
          <a:xfrm>
            <a:off x="457200" y="381000"/>
            <a:ext cx="4114800" cy="25908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002" name="Google Shape;1002;p12"/>
          <p:cNvGrpSpPr/>
          <p:nvPr/>
        </p:nvGrpSpPr>
        <p:grpSpPr>
          <a:xfrm>
            <a:off x="5943600" y="2971800"/>
            <a:ext cx="2743200" cy="3200400"/>
            <a:chOff x="3888" y="1824"/>
            <a:chExt cx="1440" cy="1872"/>
          </a:xfrm>
        </p:grpSpPr>
        <p:sp>
          <p:nvSpPr>
            <p:cNvPr id="1003" name="Google Shape;1003;p12"/>
            <p:cNvSpPr txBox="1"/>
            <p:nvPr/>
          </p:nvSpPr>
          <p:spPr>
            <a:xfrm>
              <a:off x="3888" y="1824"/>
              <a:ext cx="1440" cy="624"/>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Features</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and Benefits</a:t>
              </a:r>
              <a:endParaRPr/>
            </a:p>
          </p:txBody>
        </p:sp>
        <p:sp>
          <p:nvSpPr>
            <p:cNvPr id="1004" name="Google Shape;1004;p12"/>
            <p:cNvSpPr txBox="1"/>
            <p:nvPr/>
          </p:nvSpPr>
          <p:spPr>
            <a:xfrm>
              <a:off x="3888" y="2448"/>
              <a:ext cx="1440" cy="624"/>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Stories and</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Illustrations</a:t>
              </a:r>
              <a:endParaRPr/>
            </a:p>
          </p:txBody>
        </p:sp>
        <p:sp>
          <p:nvSpPr>
            <p:cNvPr id="1005" name="Google Shape;1005;p12"/>
            <p:cNvSpPr txBox="1"/>
            <p:nvPr/>
          </p:nvSpPr>
          <p:spPr>
            <a:xfrm>
              <a:off x="3888" y="3072"/>
              <a:ext cx="1440" cy="624"/>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Solutions</a:t>
              </a:r>
              <a:endParaRPr/>
            </a:p>
          </p:txBody>
        </p:sp>
      </p:grpSp>
      <p:grpSp>
        <p:nvGrpSpPr>
          <p:cNvPr id="1006" name="Google Shape;1006;p12"/>
          <p:cNvGrpSpPr/>
          <p:nvPr/>
        </p:nvGrpSpPr>
        <p:grpSpPr>
          <a:xfrm>
            <a:off x="457200" y="2971800"/>
            <a:ext cx="2743200" cy="3200400"/>
            <a:chOff x="432" y="1824"/>
            <a:chExt cx="1440" cy="1872"/>
          </a:xfrm>
        </p:grpSpPr>
        <p:sp>
          <p:nvSpPr>
            <p:cNvPr id="1007" name="Google Shape;1007;p12"/>
            <p:cNvSpPr txBox="1"/>
            <p:nvPr/>
          </p:nvSpPr>
          <p:spPr>
            <a:xfrm>
              <a:off x="432" y="1824"/>
              <a:ext cx="1440" cy="624"/>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News Items</a:t>
              </a:r>
              <a:endParaRPr/>
            </a:p>
          </p:txBody>
        </p:sp>
        <p:sp>
          <p:nvSpPr>
            <p:cNvPr id="1008" name="Google Shape;1008;p12"/>
            <p:cNvSpPr txBox="1"/>
            <p:nvPr/>
          </p:nvSpPr>
          <p:spPr>
            <a:xfrm>
              <a:off x="432" y="2448"/>
              <a:ext cx="1440" cy="624"/>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Numbers</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or Questions</a:t>
              </a:r>
              <a:endParaRPr/>
            </a:p>
          </p:txBody>
        </p:sp>
        <p:sp>
          <p:nvSpPr>
            <p:cNvPr id="1009" name="Google Shape;1009;p12"/>
            <p:cNvSpPr txBox="1"/>
            <p:nvPr/>
          </p:nvSpPr>
          <p:spPr>
            <a:xfrm>
              <a:off x="432" y="3072"/>
              <a:ext cx="1440" cy="624"/>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Shared</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Traits</a:t>
              </a:r>
              <a:endParaRPr/>
            </a:p>
          </p:txBody>
        </p:sp>
      </p:grpSp>
      <p:grpSp>
        <p:nvGrpSpPr>
          <p:cNvPr id="1010" name="Google Shape;1010;p12"/>
          <p:cNvGrpSpPr/>
          <p:nvPr/>
        </p:nvGrpSpPr>
        <p:grpSpPr>
          <a:xfrm>
            <a:off x="1143000" y="609600"/>
            <a:ext cx="3733800" cy="2644775"/>
            <a:chOff x="720" y="398"/>
            <a:chExt cx="2352" cy="1666"/>
          </a:xfrm>
        </p:grpSpPr>
        <p:sp>
          <p:nvSpPr>
            <p:cNvPr id="1011" name="Google Shape;1011;p12"/>
            <p:cNvSpPr/>
            <p:nvPr/>
          </p:nvSpPr>
          <p:spPr>
            <a:xfrm>
              <a:off x="1919" y="1207"/>
              <a:ext cx="429" cy="679"/>
            </a:xfrm>
            <a:custGeom>
              <a:rect b="b" l="l" r="r" t="t"/>
              <a:pathLst>
                <a:path extrusionOk="0" h="1318" w="859">
                  <a:moveTo>
                    <a:pt x="645" y="0"/>
                  </a:moveTo>
                  <a:lnTo>
                    <a:pt x="761" y="148"/>
                  </a:lnTo>
                  <a:lnTo>
                    <a:pt x="859" y="1318"/>
                  </a:lnTo>
                  <a:lnTo>
                    <a:pt x="0" y="1318"/>
                  </a:lnTo>
                  <a:lnTo>
                    <a:pt x="645" y="0"/>
                  </a:lnTo>
                  <a:lnTo>
                    <a:pt x="645" y="0"/>
                  </a:lnTo>
                  <a:lnTo>
                    <a:pt x="645" y="0"/>
                  </a:lnTo>
                  <a:close/>
                </a:path>
              </a:pathLst>
            </a:custGeom>
            <a:solidFill>
              <a:srgbClr val="DCD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12" name="Google Shape;1012;p12"/>
            <p:cNvSpPr/>
            <p:nvPr/>
          </p:nvSpPr>
          <p:spPr>
            <a:xfrm>
              <a:off x="744" y="491"/>
              <a:ext cx="1501" cy="1508"/>
            </a:xfrm>
            <a:custGeom>
              <a:rect b="b" l="l" r="r" t="t"/>
              <a:pathLst>
                <a:path extrusionOk="0" h="2929" w="3001">
                  <a:moveTo>
                    <a:pt x="1357" y="123"/>
                  </a:moveTo>
                  <a:lnTo>
                    <a:pt x="1186" y="365"/>
                  </a:lnTo>
                  <a:lnTo>
                    <a:pt x="1085" y="714"/>
                  </a:lnTo>
                  <a:lnTo>
                    <a:pt x="870" y="1328"/>
                  </a:lnTo>
                  <a:lnTo>
                    <a:pt x="659" y="1422"/>
                  </a:lnTo>
                  <a:lnTo>
                    <a:pt x="551" y="1555"/>
                  </a:lnTo>
                  <a:lnTo>
                    <a:pt x="513" y="1756"/>
                  </a:lnTo>
                  <a:lnTo>
                    <a:pt x="777" y="2068"/>
                  </a:lnTo>
                  <a:lnTo>
                    <a:pt x="652" y="2169"/>
                  </a:lnTo>
                  <a:lnTo>
                    <a:pt x="480" y="2106"/>
                  </a:lnTo>
                  <a:lnTo>
                    <a:pt x="357" y="2153"/>
                  </a:lnTo>
                  <a:lnTo>
                    <a:pt x="302" y="2239"/>
                  </a:lnTo>
                  <a:lnTo>
                    <a:pt x="186" y="2269"/>
                  </a:lnTo>
                  <a:lnTo>
                    <a:pt x="77" y="2425"/>
                  </a:lnTo>
                  <a:lnTo>
                    <a:pt x="0" y="2650"/>
                  </a:lnTo>
                  <a:lnTo>
                    <a:pt x="148" y="2743"/>
                  </a:lnTo>
                  <a:lnTo>
                    <a:pt x="233" y="2929"/>
                  </a:lnTo>
                  <a:lnTo>
                    <a:pt x="380" y="2914"/>
                  </a:lnTo>
                  <a:lnTo>
                    <a:pt x="488" y="2874"/>
                  </a:lnTo>
                  <a:lnTo>
                    <a:pt x="591" y="2929"/>
                  </a:lnTo>
                  <a:lnTo>
                    <a:pt x="946" y="2899"/>
                  </a:lnTo>
                  <a:lnTo>
                    <a:pt x="1093" y="2709"/>
                  </a:lnTo>
                  <a:lnTo>
                    <a:pt x="1558" y="2709"/>
                  </a:lnTo>
                  <a:lnTo>
                    <a:pt x="2513" y="2709"/>
                  </a:lnTo>
                  <a:lnTo>
                    <a:pt x="2815" y="2325"/>
                  </a:lnTo>
                  <a:lnTo>
                    <a:pt x="2923" y="1874"/>
                  </a:lnTo>
                  <a:lnTo>
                    <a:pt x="3001" y="1353"/>
                  </a:lnTo>
                  <a:lnTo>
                    <a:pt x="2963" y="1026"/>
                  </a:lnTo>
                  <a:lnTo>
                    <a:pt x="2893" y="808"/>
                  </a:lnTo>
                  <a:lnTo>
                    <a:pt x="2893" y="543"/>
                  </a:lnTo>
                  <a:lnTo>
                    <a:pt x="2830" y="435"/>
                  </a:lnTo>
                  <a:lnTo>
                    <a:pt x="2667" y="397"/>
                  </a:lnTo>
                  <a:lnTo>
                    <a:pt x="2496" y="458"/>
                  </a:lnTo>
                  <a:lnTo>
                    <a:pt x="2420" y="598"/>
                  </a:lnTo>
                  <a:lnTo>
                    <a:pt x="2294" y="551"/>
                  </a:lnTo>
                  <a:lnTo>
                    <a:pt x="2155" y="412"/>
                  </a:lnTo>
                  <a:lnTo>
                    <a:pt x="1885" y="85"/>
                  </a:lnTo>
                  <a:lnTo>
                    <a:pt x="1659" y="0"/>
                  </a:lnTo>
                  <a:lnTo>
                    <a:pt x="1412" y="62"/>
                  </a:lnTo>
                  <a:lnTo>
                    <a:pt x="1357" y="123"/>
                  </a:lnTo>
                  <a:lnTo>
                    <a:pt x="1357" y="123"/>
                  </a:lnTo>
                  <a:lnTo>
                    <a:pt x="1357" y="123"/>
                  </a:lnTo>
                  <a:close/>
                </a:path>
              </a:pathLst>
            </a:custGeom>
            <a:solidFill>
              <a:srgbClr val="FFCF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13" name="Google Shape;1013;p12"/>
            <p:cNvSpPr/>
            <p:nvPr/>
          </p:nvSpPr>
          <p:spPr>
            <a:xfrm>
              <a:off x="1179" y="399"/>
              <a:ext cx="607" cy="288"/>
            </a:xfrm>
            <a:custGeom>
              <a:rect b="b" l="l" r="r" t="t"/>
              <a:pathLst>
                <a:path extrusionOk="0" h="561" w="1215">
                  <a:moveTo>
                    <a:pt x="696" y="133"/>
                  </a:moveTo>
                  <a:lnTo>
                    <a:pt x="494" y="38"/>
                  </a:lnTo>
                  <a:lnTo>
                    <a:pt x="278" y="63"/>
                  </a:lnTo>
                  <a:lnTo>
                    <a:pt x="76" y="148"/>
                  </a:lnTo>
                  <a:lnTo>
                    <a:pt x="0" y="272"/>
                  </a:lnTo>
                  <a:lnTo>
                    <a:pt x="86" y="272"/>
                  </a:lnTo>
                  <a:lnTo>
                    <a:pt x="230" y="179"/>
                  </a:lnTo>
                  <a:lnTo>
                    <a:pt x="441" y="156"/>
                  </a:lnTo>
                  <a:lnTo>
                    <a:pt x="160" y="272"/>
                  </a:lnTo>
                  <a:lnTo>
                    <a:pt x="69" y="373"/>
                  </a:lnTo>
                  <a:lnTo>
                    <a:pt x="114" y="490"/>
                  </a:lnTo>
                  <a:lnTo>
                    <a:pt x="238" y="561"/>
                  </a:lnTo>
                  <a:lnTo>
                    <a:pt x="464" y="342"/>
                  </a:lnTo>
                  <a:lnTo>
                    <a:pt x="572" y="264"/>
                  </a:lnTo>
                  <a:lnTo>
                    <a:pt x="696" y="234"/>
                  </a:lnTo>
                  <a:lnTo>
                    <a:pt x="829" y="234"/>
                  </a:lnTo>
                  <a:lnTo>
                    <a:pt x="1093" y="312"/>
                  </a:lnTo>
                  <a:lnTo>
                    <a:pt x="1215" y="241"/>
                  </a:lnTo>
                  <a:lnTo>
                    <a:pt x="1177" y="133"/>
                  </a:lnTo>
                  <a:lnTo>
                    <a:pt x="1093" y="85"/>
                  </a:lnTo>
                  <a:lnTo>
                    <a:pt x="1076" y="15"/>
                  </a:lnTo>
                  <a:lnTo>
                    <a:pt x="937" y="0"/>
                  </a:lnTo>
                  <a:lnTo>
                    <a:pt x="789" y="70"/>
                  </a:lnTo>
                  <a:lnTo>
                    <a:pt x="696" y="133"/>
                  </a:lnTo>
                  <a:lnTo>
                    <a:pt x="696" y="133"/>
                  </a:lnTo>
                  <a:lnTo>
                    <a:pt x="696" y="133"/>
                  </a:lnTo>
                  <a:close/>
                </a:path>
              </a:pathLst>
            </a:custGeom>
            <a:solidFill>
              <a:srgbClr val="CE8D6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14" name="Google Shape;1014;p12"/>
            <p:cNvSpPr/>
            <p:nvPr/>
          </p:nvSpPr>
          <p:spPr>
            <a:xfrm>
              <a:off x="1348" y="1083"/>
              <a:ext cx="675" cy="569"/>
            </a:xfrm>
            <a:custGeom>
              <a:rect b="b" l="l" r="r" t="t"/>
              <a:pathLst>
                <a:path extrusionOk="0" h="1104" w="1349">
                  <a:moveTo>
                    <a:pt x="0" y="561"/>
                  </a:moveTo>
                  <a:lnTo>
                    <a:pt x="281" y="538"/>
                  </a:lnTo>
                  <a:lnTo>
                    <a:pt x="520" y="483"/>
                  </a:lnTo>
                  <a:lnTo>
                    <a:pt x="906" y="304"/>
                  </a:lnTo>
                  <a:lnTo>
                    <a:pt x="1264" y="0"/>
                  </a:lnTo>
                  <a:lnTo>
                    <a:pt x="1349" y="93"/>
                  </a:lnTo>
                  <a:lnTo>
                    <a:pt x="1311" y="606"/>
                  </a:lnTo>
                  <a:lnTo>
                    <a:pt x="1203" y="870"/>
                  </a:lnTo>
                  <a:lnTo>
                    <a:pt x="1047" y="1011"/>
                  </a:lnTo>
                  <a:lnTo>
                    <a:pt x="838" y="1104"/>
                  </a:lnTo>
                  <a:lnTo>
                    <a:pt x="629" y="1089"/>
                  </a:lnTo>
                  <a:lnTo>
                    <a:pt x="427" y="996"/>
                  </a:lnTo>
                  <a:lnTo>
                    <a:pt x="195" y="777"/>
                  </a:lnTo>
                  <a:lnTo>
                    <a:pt x="0" y="561"/>
                  </a:lnTo>
                  <a:lnTo>
                    <a:pt x="0" y="561"/>
                  </a:lnTo>
                  <a:lnTo>
                    <a:pt x="0" y="56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15" name="Google Shape;1015;p12"/>
            <p:cNvSpPr/>
            <p:nvPr/>
          </p:nvSpPr>
          <p:spPr>
            <a:xfrm>
              <a:off x="1164" y="408"/>
              <a:ext cx="349" cy="152"/>
            </a:xfrm>
            <a:custGeom>
              <a:rect b="b" l="l" r="r" t="t"/>
              <a:pathLst>
                <a:path extrusionOk="0" h="293" w="697">
                  <a:moveTo>
                    <a:pt x="697" y="106"/>
                  </a:moveTo>
                  <a:lnTo>
                    <a:pt x="583" y="27"/>
                  </a:lnTo>
                  <a:lnTo>
                    <a:pt x="431" y="0"/>
                  </a:lnTo>
                  <a:lnTo>
                    <a:pt x="277" y="13"/>
                  </a:lnTo>
                  <a:lnTo>
                    <a:pt x="133" y="80"/>
                  </a:lnTo>
                  <a:lnTo>
                    <a:pt x="26" y="179"/>
                  </a:lnTo>
                  <a:lnTo>
                    <a:pt x="0" y="239"/>
                  </a:lnTo>
                  <a:lnTo>
                    <a:pt x="45" y="293"/>
                  </a:lnTo>
                  <a:lnTo>
                    <a:pt x="125" y="274"/>
                  </a:lnTo>
                  <a:lnTo>
                    <a:pt x="224" y="207"/>
                  </a:lnTo>
                  <a:lnTo>
                    <a:pt x="344" y="165"/>
                  </a:lnTo>
                  <a:lnTo>
                    <a:pt x="450" y="146"/>
                  </a:lnTo>
                  <a:lnTo>
                    <a:pt x="570" y="146"/>
                  </a:lnTo>
                  <a:lnTo>
                    <a:pt x="445" y="125"/>
                  </a:lnTo>
                  <a:lnTo>
                    <a:pt x="296" y="146"/>
                  </a:lnTo>
                  <a:lnTo>
                    <a:pt x="171" y="186"/>
                  </a:lnTo>
                  <a:lnTo>
                    <a:pt x="83" y="226"/>
                  </a:lnTo>
                  <a:lnTo>
                    <a:pt x="114" y="171"/>
                  </a:lnTo>
                  <a:lnTo>
                    <a:pt x="144" y="139"/>
                  </a:lnTo>
                  <a:lnTo>
                    <a:pt x="243" y="85"/>
                  </a:lnTo>
                  <a:lnTo>
                    <a:pt x="384" y="66"/>
                  </a:lnTo>
                  <a:lnTo>
                    <a:pt x="504" y="59"/>
                  </a:lnTo>
                  <a:lnTo>
                    <a:pt x="610" y="80"/>
                  </a:lnTo>
                  <a:lnTo>
                    <a:pt x="697" y="106"/>
                  </a:lnTo>
                  <a:lnTo>
                    <a:pt x="697" y="106"/>
                  </a:lnTo>
                  <a:lnTo>
                    <a:pt x="697" y="10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16" name="Google Shape;1016;p12"/>
            <p:cNvSpPr/>
            <p:nvPr/>
          </p:nvSpPr>
          <p:spPr>
            <a:xfrm>
              <a:off x="1509" y="398"/>
              <a:ext cx="439" cy="411"/>
            </a:xfrm>
            <a:custGeom>
              <a:rect b="b" l="l" r="r" t="t"/>
              <a:pathLst>
                <a:path extrusionOk="0" h="798" w="878">
                  <a:moveTo>
                    <a:pt x="34" y="106"/>
                  </a:moveTo>
                  <a:lnTo>
                    <a:pt x="160" y="27"/>
                  </a:lnTo>
                  <a:lnTo>
                    <a:pt x="281" y="0"/>
                  </a:lnTo>
                  <a:lnTo>
                    <a:pt x="388" y="0"/>
                  </a:lnTo>
                  <a:lnTo>
                    <a:pt x="454" y="34"/>
                  </a:lnTo>
                  <a:lnTo>
                    <a:pt x="460" y="80"/>
                  </a:lnTo>
                  <a:lnTo>
                    <a:pt x="519" y="120"/>
                  </a:lnTo>
                  <a:lnTo>
                    <a:pt x="585" y="181"/>
                  </a:lnTo>
                  <a:lnTo>
                    <a:pt x="604" y="295"/>
                  </a:lnTo>
                  <a:lnTo>
                    <a:pt x="599" y="361"/>
                  </a:lnTo>
                  <a:lnTo>
                    <a:pt x="639" y="534"/>
                  </a:lnTo>
                  <a:lnTo>
                    <a:pt x="692" y="641"/>
                  </a:lnTo>
                  <a:lnTo>
                    <a:pt x="785" y="728"/>
                  </a:lnTo>
                  <a:lnTo>
                    <a:pt x="878" y="768"/>
                  </a:lnTo>
                  <a:lnTo>
                    <a:pt x="861" y="798"/>
                  </a:lnTo>
                  <a:lnTo>
                    <a:pt x="726" y="728"/>
                  </a:lnTo>
                  <a:lnTo>
                    <a:pt x="604" y="622"/>
                  </a:lnTo>
                  <a:lnTo>
                    <a:pt x="460" y="433"/>
                  </a:lnTo>
                  <a:lnTo>
                    <a:pt x="361" y="335"/>
                  </a:lnTo>
                  <a:lnTo>
                    <a:pt x="247" y="274"/>
                  </a:lnTo>
                  <a:lnTo>
                    <a:pt x="141" y="234"/>
                  </a:lnTo>
                  <a:lnTo>
                    <a:pt x="255" y="200"/>
                  </a:lnTo>
                  <a:lnTo>
                    <a:pt x="401" y="221"/>
                  </a:lnTo>
                  <a:lnTo>
                    <a:pt x="481" y="228"/>
                  </a:lnTo>
                  <a:lnTo>
                    <a:pt x="511" y="200"/>
                  </a:lnTo>
                  <a:lnTo>
                    <a:pt x="473" y="160"/>
                  </a:lnTo>
                  <a:lnTo>
                    <a:pt x="401" y="127"/>
                  </a:lnTo>
                  <a:lnTo>
                    <a:pt x="300" y="114"/>
                  </a:lnTo>
                  <a:lnTo>
                    <a:pt x="397" y="76"/>
                  </a:lnTo>
                  <a:lnTo>
                    <a:pt x="353" y="34"/>
                  </a:lnTo>
                  <a:lnTo>
                    <a:pt x="255" y="34"/>
                  </a:lnTo>
                  <a:lnTo>
                    <a:pt x="154" y="74"/>
                  </a:lnTo>
                  <a:lnTo>
                    <a:pt x="80" y="127"/>
                  </a:lnTo>
                  <a:lnTo>
                    <a:pt x="47" y="160"/>
                  </a:lnTo>
                  <a:lnTo>
                    <a:pt x="0" y="127"/>
                  </a:lnTo>
                  <a:lnTo>
                    <a:pt x="34" y="106"/>
                  </a:lnTo>
                  <a:lnTo>
                    <a:pt x="34" y="106"/>
                  </a:lnTo>
                  <a:lnTo>
                    <a:pt x="34" y="10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17" name="Google Shape;1017;p12"/>
            <p:cNvSpPr/>
            <p:nvPr/>
          </p:nvSpPr>
          <p:spPr>
            <a:xfrm>
              <a:off x="980" y="508"/>
              <a:ext cx="460" cy="1051"/>
            </a:xfrm>
            <a:custGeom>
              <a:rect b="b" l="l" r="r" t="t"/>
              <a:pathLst>
                <a:path extrusionOk="0" h="2042" w="918">
                  <a:moveTo>
                    <a:pt x="918" y="0"/>
                  </a:moveTo>
                  <a:lnTo>
                    <a:pt x="777" y="13"/>
                  </a:lnTo>
                  <a:lnTo>
                    <a:pt x="650" y="53"/>
                  </a:lnTo>
                  <a:lnTo>
                    <a:pt x="526" y="112"/>
                  </a:lnTo>
                  <a:lnTo>
                    <a:pt x="447" y="179"/>
                  </a:lnTo>
                  <a:lnTo>
                    <a:pt x="426" y="239"/>
                  </a:lnTo>
                  <a:lnTo>
                    <a:pt x="447" y="293"/>
                  </a:lnTo>
                  <a:lnTo>
                    <a:pt x="500" y="306"/>
                  </a:lnTo>
                  <a:lnTo>
                    <a:pt x="485" y="426"/>
                  </a:lnTo>
                  <a:lnTo>
                    <a:pt x="492" y="526"/>
                  </a:lnTo>
                  <a:lnTo>
                    <a:pt x="551" y="566"/>
                  </a:lnTo>
                  <a:lnTo>
                    <a:pt x="597" y="585"/>
                  </a:lnTo>
                  <a:lnTo>
                    <a:pt x="557" y="766"/>
                  </a:lnTo>
                  <a:lnTo>
                    <a:pt x="504" y="941"/>
                  </a:lnTo>
                  <a:lnTo>
                    <a:pt x="452" y="1101"/>
                  </a:lnTo>
                  <a:lnTo>
                    <a:pt x="346" y="1287"/>
                  </a:lnTo>
                  <a:lnTo>
                    <a:pt x="199" y="1321"/>
                  </a:lnTo>
                  <a:lnTo>
                    <a:pt x="106" y="1401"/>
                  </a:lnTo>
                  <a:lnTo>
                    <a:pt x="40" y="1521"/>
                  </a:lnTo>
                  <a:lnTo>
                    <a:pt x="0" y="1648"/>
                  </a:lnTo>
                  <a:lnTo>
                    <a:pt x="0" y="1734"/>
                  </a:lnTo>
                  <a:lnTo>
                    <a:pt x="40" y="1789"/>
                  </a:lnTo>
                  <a:lnTo>
                    <a:pt x="139" y="1895"/>
                  </a:lnTo>
                  <a:lnTo>
                    <a:pt x="218" y="1988"/>
                  </a:lnTo>
                  <a:lnTo>
                    <a:pt x="258" y="2042"/>
                  </a:lnTo>
                  <a:lnTo>
                    <a:pt x="327" y="1988"/>
                  </a:lnTo>
                  <a:lnTo>
                    <a:pt x="258" y="1908"/>
                  </a:lnTo>
                  <a:lnTo>
                    <a:pt x="160" y="1829"/>
                  </a:lnTo>
                  <a:lnTo>
                    <a:pt x="146" y="1802"/>
                  </a:lnTo>
                  <a:lnTo>
                    <a:pt x="120" y="1741"/>
                  </a:lnTo>
                  <a:lnTo>
                    <a:pt x="120" y="1661"/>
                  </a:lnTo>
                  <a:lnTo>
                    <a:pt x="173" y="1675"/>
                  </a:lnTo>
                  <a:lnTo>
                    <a:pt x="218" y="1667"/>
                  </a:lnTo>
                  <a:lnTo>
                    <a:pt x="258" y="1627"/>
                  </a:lnTo>
                  <a:lnTo>
                    <a:pt x="266" y="1754"/>
                  </a:lnTo>
                  <a:lnTo>
                    <a:pt x="314" y="1855"/>
                  </a:lnTo>
                  <a:lnTo>
                    <a:pt x="372" y="1927"/>
                  </a:lnTo>
                  <a:lnTo>
                    <a:pt x="327" y="1754"/>
                  </a:lnTo>
                  <a:lnTo>
                    <a:pt x="327" y="1648"/>
                  </a:lnTo>
                  <a:lnTo>
                    <a:pt x="327" y="1561"/>
                  </a:lnTo>
                  <a:lnTo>
                    <a:pt x="359" y="1446"/>
                  </a:lnTo>
                  <a:lnTo>
                    <a:pt x="293" y="1494"/>
                  </a:lnTo>
                  <a:lnTo>
                    <a:pt x="226" y="1488"/>
                  </a:lnTo>
                  <a:lnTo>
                    <a:pt x="139" y="1534"/>
                  </a:lnTo>
                  <a:lnTo>
                    <a:pt x="139" y="1467"/>
                  </a:lnTo>
                  <a:lnTo>
                    <a:pt x="192" y="1420"/>
                  </a:lnTo>
                  <a:lnTo>
                    <a:pt x="279" y="1388"/>
                  </a:lnTo>
                  <a:lnTo>
                    <a:pt x="346" y="1361"/>
                  </a:lnTo>
                  <a:lnTo>
                    <a:pt x="386" y="1401"/>
                  </a:lnTo>
                  <a:lnTo>
                    <a:pt x="479" y="1199"/>
                  </a:lnTo>
                  <a:lnTo>
                    <a:pt x="538" y="1034"/>
                  </a:lnTo>
                  <a:lnTo>
                    <a:pt x="591" y="886"/>
                  </a:lnTo>
                  <a:lnTo>
                    <a:pt x="618" y="787"/>
                  </a:lnTo>
                  <a:lnTo>
                    <a:pt x="658" y="734"/>
                  </a:lnTo>
                  <a:lnTo>
                    <a:pt x="730" y="667"/>
                  </a:lnTo>
                  <a:lnTo>
                    <a:pt x="817" y="612"/>
                  </a:lnTo>
                  <a:lnTo>
                    <a:pt x="884" y="612"/>
                  </a:lnTo>
                  <a:lnTo>
                    <a:pt x="865" y="559"/>
                  </a:lnTo>
                  <a:lnTo>
                    <a:pt x="798" y="540"/>
                  </a:lnTo>
                  <a:lnTo>
                    <a:pt x="717" y="559"/>
                  </a:lnTo>
                  <a:lnTo>
                    <a:pt x="650" y="593"/>
                  </a:lnTo>
                  <a:lnTo>
                    <a:pt x="717" y="407"/>
                  </a:lnTo>
                  <a:lnTo>
                    <a:pt x="770" y="272"/>
                  </a:lnTo>
                  <a:lnTo>
                    <a:pt x="825" y="179"/>
                  </a:lnTo>
                  <a:lnTo>
                    <a:pt x="878" y="133"/>
                  </a:lnTo>
                  <a:lnTo>
                    <a:pt x="770" y="179"/>
                  </a:lnTo>
                  <a:lnTo>
                    <a:pt x="650" y="245"/>
                  </a:lnTo>
                  <a:lnTo>
                    <a:pt x="591" y="245"/>
                  </a:lnTo>
                  <a:lnTo>
                    <a:pt x="538" y="226"/>
                  </a:lnTo>
                  <a:lnTo>
                    <a:pt x="599" y="148"/>
                  </a:lnTo>
                  <a:lnTo>
                    <a:pt x="743" y="85"/>
                  </a:lnTo>
                  <a:lnTo>
                    <a:pt x="918" y="0"/>
                  </a:lnTo>
                  <a:lnTo>
                    <a:pt x="918" y="0"/>
                  </a:lnTo>
                  <a:lnTo>
                    <a:pt x="91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18" name="Google Shape;1018;p12"/>
            <p:cNvSpPr/>
            <p:nvPr/>
          </p:nvSpPr>
          <p:spPr>
            <a:xfrm>
              <a:off x="1536" y="666"/>
              <a:ext cx="216" cy="89"/>
            </a:xfrm>
            <a:custGeom>
              <a:rect b="b" l="l" r="r" t="t"/>
              <a:pathLst>
                <a:path extrusionOk="0" h="173" w="434">
                  <a:moveTo>
                    <a:pt x="0" y="80"/>
                  </a:moveTo>
                  <a:lnTo>
                    <a:pt x="141" y="7"/>
                  </a:lnTo>
                  <a:lnTo>
                    <a:pt x="255" y="0"/>
                  </a:lnTo>
                  <a:lnTo>
                    <a:pt x="348" y="13"/>
                  </a:lnTo>
                  <a:lnTo>
                    <a:pt x="434" y="80"/>
                  </a:lnTo>
                  <a:lnTo>
                    <a:pt x="321" y="40"/>
                  </a:lnTo>
                  <a:lnTo>
                    <a:pt x="202" y="53"/>
                  </a:lnTo>
                  <a:lnTo>
                    <a:pt x="120" y="114"/>
                  </a:lnTo>
                  <a:lnTo>
                    <a:pt x="53" y="173"/>
                  </a:lnTo>
                  <a:lnTo>
                    <a:pt x="13" y="141"/>
                  </a:lnTo>
                  <a:lnTo>
                    <a:pt x="0" y="80"/>
                  </a:lnTo>
                  <a:lnTo>
                    <a:pt x="0" y="80"/>
                  </a:lnTo>
                  <a:lnTo>
                    <a:pt x="0" y="8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19" name="Google Shape;1019;p12"/>
            <p:cNvSpPr/>
            <p:nvPr/>
          </p:nvSpPr>
          <p:spPr>
            <a:xfrm>
              <a:off x="1289" y="907"/>
              <a:ext cx="177" cy="116"/>
            </a:xfrm>
            <a:custGeom>
              <a:rect b="b" l="l" r="r" t="t"/>
              <a:pathLst>
                <a:path extrusionOk="0" h="226" w="353">
                  <a:moveTo>
                    <a:pt x="353" y="32"/>
                  </a:moveTo>
                  <a:lnTo>
                    <a:pt x="199" y="72"/>
                  </a:lnTo>
                  <a:lnTo>
                    <a:pt x="119" y="125"/>
                  </a:lnTo>
                  <a:lnTo>
                    <a:pt x="59" y="186"/>
                  </a:lnTo>
                  <a:lnTo>
                    <a:pt x="32" y="226"/>
                  </a:lnTo>
                  <a:lnTo>
                    <a:pt x="0" y="180"/>
                  </a:lnTo>
                  <a:lnTo>
                    <a:pt x="66" y="106"/>
                  </a:lnTo>
                  <a:lnTo>
                    <a:pt x="173" y="32"/>
                  </a:lnTo>
                  <a:lnTo>
                    <a:pt x="292" y="0"/>
                  </a:lnTo>
                  <a:lnTo>
                    <a:pt x="353" y="32"/>
                  </a:lnTo>
                  <a:lnTo>
                    <a:pt x="353" y="32"/>
                  </a:lnTo>
                  <a:lnTo>
                    <a:pt x="353"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20" name="Google Shape;1020;p12"/>
            <p:cNvSpPr/>
            <p:nvPr/>
          </p:nvSpPr>
          <p:spPr>
            <a:xfrm>
              <a:off x="1602" y="783"/>
              <a:ext cx="183" cy="110"/>
            </a:xfrm>
            <a:custGeom>
              <a:rect b="b" l="l" r="r" t="t"/>
              <a:pathLst>
                <a:path extrusionOk="0" h="215" w="365">
                  <a:moveTo>
                    <a:pt x="29" y="215"/>
                  </a:moveTo>
                  <a:lnTo>
                    <a:pt x="141" y="122"/>
                  </a:lnTo>
                  <a:lnTo>
                    <a:pt x="261" y="67"/>
                  </a:lnTo>
                  <a:lnTo>
                    <a:pt x="365" y="61"/>
                  </a:lnTo>
                  <a:lnTo>
                    <a:pt x="348" y="0"/>
                  </a:lnTo>
                  <a:lnTo>
                    <a:pt x="221" y="0"/>
                  </a:lnTo>
                  <a:lnTo>
                    <a:pt x="101" y="61"/>
                  </a:lnTo>
                  <a:lnTo>
                    <a:pt x="0" y="148"/>
                  </a:lnTo>
                  <a:lnTo>
                    <a:pt x="29" y="215"/>
                  </a:lnTo>
                  <a:lnTo>
                    <a:pt x="29" y="215"/>
                  </a:lnTo>
                  <a:lnTo>
                    <a:pt x="29" y="21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21" name="Google Shape;1021;p12"/>
            <p:cNvSpPr/>
            <p:nvPr/>
          </p:nvSpPr>
          <p:spPr>
            <a:xfrm>
              <a:off x="1415" y="1027"/>
              <a:ext cx="407" cy="216"/>
            </a:xfrm>
            <a:custGeom>
              <a:rect b="b" l="l" r="r" t="t"/>
              <a:pathLst>
                <a:path extrusionOk="0" h="420" w="813">
                  <a:moveTo>
                    <a:pt x="36" y="293"/>
                  </a:moveTo>
                  <a:lnTo>
                    <a:pt x="175" y="320"/>
                  </a:lnTo>
                  <a:lnTo>
                    <a:pt x="336" y="299"/>
                  </a:lnTo>
                  <a:lnTo>
                    <a:pt x="473" y="228"/>
                  </a:lnTo>
                  <a:lnTo>
                    <a:pt x="549" y="133"/>
                  </a:lnTo>
                  <a:lnTo>
                    <a:pt x="581" y="67"/>
                  </a:lnTo>
                  <a:lnTo>
                    <a:pt x="688" y="0"/>
                  </a:lnTo>
                  <a:lnTo>
                    <a:pt x="813" y="27"/>
                  </a:lnTo>
                  <a:lnTo>
                    <a:pt x="699" y="67"/>
                  </a:lnTo>
                  <a:lnTo>
                    <a:pt x="688" y="160"/>
                  </a:lnTo>
                  <a:lnTo>
                    <a:pt x="669" y="261"/>
                  </a:lnTo>
                  <a:lnTo>
                    <a:pt x="595" y="354"/>
                  </a:lnTo>
                  <a:lnTo>
                    <a:pt x="483" y="400"/>
                  </a:lnTo>
                  <a:lnTo>
                    <a:pt x="355" y="420"/>
                  </a:lnTo>
                  <a:lnTo>
                    <a:pt x="228" y="413"/>
                  </a:lnTo>
                  <a:lnTo>
                    <a:pt x="148" y="373"/>
                  </a:lnTo>
                  <a:lnTo>
                    <a:pt x="0" y="350"/>
                  </a:lnTo>
                  <a:lnTo>
                    <a:pt x="36" y="293"/>
                  </a:lnTo>
                  <a:lnTo>
                    <a:pt x="36" y="293"/>
                  </a:lnTo>
                  <a:lnTo>
                    <a:pt x="36" y="2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22" name="Google Shape;1022;p12"/>
            <p:cNvSpPr/>
            <p:nvPr/>
          </p:nvSpPr>
          <p:spPr>
            <a:xfrm>
              <a:off x="1539" y="972"/>
              <a:ext cx="593" cy="678"/>
            </a:xfrm>
            <a:custGeom>
              <a:rect b="b" l="l" r="r" t="t"/>
              <a:pathLst>
                <a:path extrusionOk="0" h="1317" w="1184">
                  <a:moveTo>
                    <a:pt x="678" y="61"/>
                  </a:moveTo>
                  <a:lnTo>
                    <a:pt x="884" y="13"/>
                  </a:lnTo>
                  <a:lnTo>
                    <a:pt x="1024" y="0"/>
                  </a:lnTo>
                  <a:lnTo>
                    <a:pt x="1091" y="13"/>
                  </a:lnTo>
                  <a:lnTo>
                    <a:pt x="1152" y="122"/>
                  </a:lnTo>
                  <a:lnTo>
                    <a:pt x="1184" y="241"/>
                  </a:lnTo>
                  <a:lnTo>
                    <a:pt x="1078" y="154"/>
                  </a:lnTo>
                  <a:lnTo>
                    <a:pt x="1003" y="148"/>
                  </a:lnTo>
                  <a:lnTo>
                    <a:pt x="1017" y="382"/>
                  </a:lnTo>
                  <a:lnTo>
                    <a:pt x="990" y="627"/>
                  </a:lnTo>
                  <a:lnTo>
                    <a:pt x="950" y="855"/>
                  </a:lnTo>
                  <a:lnTo>
                    <a:pt x="870" y="1028"/>
                  </a:lnTo>
                  <a:lnTo>
                    <a:pt x="771" y="1196"/>
                  </a:lnTo>
                  <a:lnTo>
                    <a:pt x="549" y="1317"/>
                  </a:lnTo>
                  <a:lnTo>
                    <a:pt x="543" y="1279"/>
                  </a:lnTo>
                  <a:lnTo>
                    <a:pt x="764" y="1103"/>
                  </a:lnTo>
                  <a:lnTo>
                    <a:pt x="844" y="962"/>
                  </a:lnTo>
                  <a:lnTo>
                    <a:pt x="865" y="855"/>
                  </a:lnTo>
                  <a:lnTo>
                    <a:pt x="844" y="776"/>
                  </a:lnTo>
                  <a:lnTo>
                    <a:pt x="791" y="741"/>
                  </a:lnTo>
                  <a:lnTo>
                    <a:pt x="724" y="802"/>
                  </a:lnTo>
                  <a:lnTo>
                    <a:pt x="604" y="869"/>
                  </a:lnTo>
                  <a:lnTo>
                    <a:pt x="484" y="943"/>
                  </a:lnTo>
                  <a:lnTo>
                    <a:pt x="340" y="989"/>
                  </a:lnTo>
                  <a:lnTo>
                    <a:pt x="458" y="909"/>
                  </a:lnTo>
                  <a:lnTo>
                    <a:pt x="551" y="874"/>
                  </a:lnTo>
                  <a:lnTo>
                    <a:pt x="618" y="816"/>
                  </a:lnTo>
                  <a:lnTo>
                    <a:pt x="711" y="762"/>
                  </a:lnTo>
                  <a:lnTo>
                    <a:pt x="777" y="654"/>
                  </a:lnTo>
                  <a:lnTo>
                    <a:pt x="851" y="616"/>
                  </a:lnTo>
                  <a:lnTo>
                    <a:pt x="870" y="502"/>
                  </a:lnTo>
                  <a:lnTo>
                    <a:pt x="910" y="382"/>
                  </a:lnTo>
                  <a:lnTo>
                    <a:pt x="884" y="274"/>
                  </a:lnTo>
                  <a:lnTo>
                    <a:pt x="811" y="321"/>
                  </a:lnTo>
                  <a:lnTo>
                    <a:pt x="711" y="422"/>
                  </a:lnTo>
                  <a:lnTo>
                    <a:pt x="524" y="534"/>
                  </a:lnTo>
                  <a:lnTo>
                    <a:pt x="340" y="648"/>
                  </a:lnTo>
                  <a:lnTo>
                    <a:pt x="167" y="709"/>
                  </a:lnTo>
                  <a:lnTo>
                    <a:pt x="0" y="736"/>
                  </a:lnTo>
                  <a:lnTo>
                    <a:pt x="93" y="688"/>
                  </a:lnTo>
                  <a:lnTo>
                    <a:pt x="407" y="561"/>
                  </a:lnTo>
                  <a:lnTo>
                    <a:pt x="657" y="375"/>
                  </a:lnTo>
                  <a:lnTo>
                    <a:pt x="884" y="181"/>
                  </a:lnTo>
                  <a:lnTo>
                    <a:pt x="931" y="87"/>
                  </a:lnTo>
                  <a:lnTo>
                    <a:pt x="830" y="101"/>
                  </a:lnTo>
                  <a:lnTo>
                    <a:pt x="724" y="95"/>
                  </a:lnTo>
                  <a:lnTo>
                    <a:pt x="678" y="61"/>
                  </a:lnTo>
                  <a:lnTo>
                    <a:pt x="678" y="61"/>
                  </a:lnTo>
                  <a:lnTo>
                    <a:pt x="678"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23" name="Google Shape;1023;p12"/>
            <p:cNvSpPr/>
            <p:nvPr/>
          </p:nvSpPr>
          <p:spPr>
            <a:xfrm>
              <a:off x="1217" y="1246"/>
              <a:ext cx="670" cy="428"/>
            </a:xfrm>
            <a:custGeom>
              <a:rect b="b" l="l" r="r" t="t"/>
              <a:pathLst>
                <a:path extrusionOk="0" h="829" w="1340">
                  <a:moveTo>
                    <a:pt x="291" y="40"/>
                  </a:moveTo>
                  <a:lnTo>
                    <a:pt x="177" y="120"/>
                  </a:lnTo>
                  <a:lnTo>
                    <a:pt x="158" y="188"/>
                  </a:lnTo>
                  <a:lnTo>
                    <a:pt x="297" y="221"/>
                  </a:lnTo>
                  <a:lnTo>
                    <a:pt x="451" y="215"/>
                  </a:lnTo>
                  <a:lnTo>
                    <a:pt x="631" y="202"/>
                  </a:lnTo>
                  <a:lnTo>
                    <a:pt x="472" y="247"/>
                  </a:lnTo>
                  <a:lnTo>
                    <a:pt x="339" y="274"/>
                  </a:lnTo>
                  <a:lnTo>
                    <a:pt x="418" y="396"/>
                  </a:lnTo>
                  <a:lnTo>
                    <a:pt x="517" y="455"/>
                  </a:lnTo>
                  <a:lnTo>
                    <a:pt x="658" y="494"/>
                  </a:lnTo>
                  <a:lnTo>
                    <a:pt x="770" y="515"/>
                  </a:lnTo>
                  <a:lnTo>
                    <a:pt x="879" y="502"/>
                  </a:lnTo>
                  <a:lnTo>
                    <a:pt x="785" y="542"/>
                  </a:lnTo>
                  <a:lnTo>
                    <a:pt x="671" y="569"/>
                  </a:lnTo>
                  <a:lnTo>
                    <a:pt x="677" y="616"/>
                  </a:lnTo>
                  <a:lnTo>
                    <a:pt x="751" y="688"/>
                  </a:lnTo>
                  <a:lnTo>
                    <a:pt x="884" y="755"/>
                  </a:lnTo>
                  <a:lnTo>
                    <a:pt x="1031" y="776"/>
                  </a:lnTo>
                  <a:lnTo>
                    <a:pt x="1156" y="755"/>
                  </a:lnTo>
                  <a:lnTo>
                    <a:pt x="1209" y="728"/>
                  </a:lnTo>
                  <a:lnTo>
                    <a:pt x="1340" y="702"/>
                  </a:lnTo>
                  <a:lnTo>
                    <a:pt x="1095" y="821"/>
                  </a:lnTo>
                  <a:lnTo>
                    <a:pt x="977" y="829"/>
                  </a:lnTo>
                  <a:lnTo>
                    <a:pt x="831" y="789"/>
                  </a:lnTo>
                  <a:lnTo>
                    <a:pt x="671" y="715"/>
                  </a:lnTo>
                  <a:lnTo>
                    <a:pt x="557" y="609"/>
                  </a:lnTo>
                  <a:lnTo>
                    <a:pt x="411" y="475"/>
                  </a:lnTo>
                  <a:lnTo>
                    <a:pt x="257" y="340"/>
                  </a:lnTo>
                  <a:lnTo>
                    <a:pt x="118" y="268"/>
                  </a:lnTo>
                  <a:lnTo>
                    <a:pt x="84" y="335"/>
                  </a:lnTo>
                  <a:lnTo>
                    <a:pt x="78" y="436"/>
                  </a:lnTo>
                  <a:lnTo>
                    <a:pt x="6" y="401"/>
                  </a:lnTo>
                  <a:lnTo>
                    <a:pt x="0" y="268"/>
                  </a:lnTo>
                  <a:lnTo>
                    <a:pt x="27" y="154"/>
                  </a:lnTo>
                  <a:lnTo>
                    <a:pt x="105" y="93"/>
                  </a:lnTo>
                  <a:lnTo>
                    <a:pt x="204" y="34"/>
                  </a:lnTo>
                  <a:lnTo>
                    <a:pt x="318" y="0"/>
                  </a:lnTo>
                  <a:lnTo>
                    <a:pt x="291" y="40"/>
                  </a:lnTo>
                  <a:lnTo>
                    <a:pt x="291" y="40"/>
                  </a:lnTo>
                  <a:lnTo>
                    <a:pt x="291" y="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24" name="Google Shape;1024;p12"/>
            <p:cNvSpPr/>
            <p:nvPr/>
          </p:nvSpPr>
          <p:spPr>
            <a:xfrm>
              <a:off x="1905" y="680"/>
              <a:ext cx="346" cy="1206"/>
            </a:xfrm>
            <a:custGeom>
              <a:rect b="b" l="l" r="r" t="t"/>
              <a:pathLst>
                <a:path extrusionOk="0" h="2342" w="692">
                  <a:moveTo>
                    <a:pt x="66" y="207"/>
                  </a:moveTo>
                  <a:lnTo>
                    <a:pt x="138" y="87"/>
                  </a:lnTo>
                  <a:lnTo>
                    <a:pt x="258" y="7"/>
                  </a:lnTo>
                  <a:lnTo>
                    <a:pt x="412" y="0"/>
                  </a:lnTo>
                  <a:lnTo>
                    <a:pt x="526" y="34"/>
                  </a:lnTo>
                  <a:lnTo>
                    <a:pt x="585" y="106"/>
                  </a:lnTo>
                  <a:lnTo>
                    <a:pt x="612" y="233"/>
                  </a:lnTo>
                  <a:lnTo>
                    <a:pt x="606" y="414"/>
                  </a:lnTo>
                  <a:lnTo>
                    <a:pt x="638" y="534"/>
                  </a:lnTo>
                  <a:lnTo>
                    <a:pt x="678" y="634"/>
                  </a:lnTo>
                  <a:lnTo>
                    <a:pt x="692" y="787"/>
                  </a:lnTo>
                  <a:lnTo>
                    <a:pt x="692" y="935"/>
                  </a:lnTo>
                  <a:lnTo>
                    <a:pt x="692" y="1254"/>
                  </a:lnTo>
                  <a:lnTo>
                    <a:pt x="665" y="1488"/>
                  </a:lnTo>
                  <a:lnTo>
                    <a:pt x="619" y="1743"/>
                  </a:lnTo>
                  <a:lnTo>
                    <a:pt x="539" y="1956"/>
                  </a:lnTo>
                  <a:lnTo>
                    <a:pt x="420" y="2136"/>
                  </a:lnTo>
                  <a:lnTo>
                    <a:pt x="235" y="2342"/>
                  </a:lnTo>
                  <a:lnTo>
                    <a:pt x="89" y="2342"/>
                  </a:lnTo>
                  <a:lnTo>
                    <a:pt x="412" y="2026"/>
                  </a:lnTo>
                  <a:lnTo>
                    <a:pt x="492" y="1796"/>
                  </a:lnTo>
                  <a:lnTo>
                    <a:pt x="566" y="1515"/>
                  </a:lnTo>
                  <a:lnTo>
                    <a:pt x="612" y="1188"/>
                  </a:lnTo>
                  <a:lnTo>
                    <a:pt x="633" y="893"/>
                  </a:lnTo>
                  <a:lnTo>
                    <a:pt x="612" y="680"/>
                  </a:lnTo>
                  <a:lnTo>
                    <a:pt x="585" y="593"/>
                  </a:lnTo>
                  <a:lnTo>
                    <a:pt x="564" y="543"/>
                  </a:lnTo>
                  <a:lnTo>
                    <a:pt x="553" y="473"/>
                  </a:lnTo>
                  <a:lnTo>
                    <a:pt x="431" y="364"/>
                  </a:lnTo>
                  <a:lnTo>
                    <a:pt x="532" y="361"/>
                  </a:lnTo>
                  <a:lnTo>
                    <a:pt x="539" y="279"/>
                  </a:lnTo>
                  <a:lnTo>
                    <a:pt x="539" y="172"/>
                  </a:lnTo>
                  <a:lnTo>
                    <a:pt x="505" y="127"/>
                  </a:lnTo>
                  <a:lnTo>
                    <a:pt x="431" y="172"/>
                  </a:lnTo>
                  <a:lnTo>
                    <a:pt x="412" y="252"/>
                  </a:lnTo>
                  <a:lnTo>
                    <a:pt x="372" y="307"/>
                  </a:lnTo>
                  <a:lnTo>
                    <a:pt x="319" y="239"/>
                  </a:lnTo>
                  <a:lnTo>
                    <a:pt x="353" y="180"/>
                  </a:lnTo>
                  <a:lnTo>
                    <a:pt x="420" y="114"/>
                  </a:lnTo>
                  <a:lnTo>
                    <a:pt x="473" y="100"/>
                  </a:lnTo>
                  <a:lnTo>
                    <a:pt x="439" y="66"/>
                  </a:lnTo>
                  <a:lnTo>
                    <a:pt x="319" y="66"/>
                  </a:lnTo>
                  <a:lnTo>
                    <a:pt x="239" y="106"/>
                  </a:lnTo>
                  <a:lnTo>
                    <a:pt x="199" y="193"/>
                  </a:lnTo>
                  <a:lnTo>
                    <a:pt x="258" y="233"/>
                  </a:lnTo>
                  <a:lnTo>
                    <a:pt x="311" y="294"/>
                  </a:lnTo>
                  <a:lnTo>
                    <a:pt x="178" y="266"/>
                  </a:lnTo>
                  <a:lnTo>
                    <a:pt x="72" y="252"/>
                  </a:lnTo>
                  <a:lnTo>
                    <a:pt x="0" y="212"/>
                  </a:lnTo>
                  <a:lnTo>
                    <a:pt x="66" y="207"/>
                  </a:lnTo>
                  <a:lnTo>
                    <a:pt x="66" y="207"/>
                  </a:lnTo>
                  <a:lnTo>
                    <a:pt x="66" y="20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25" name="Google Shape;1025;p12"/>
            <p:cNvSpPr/>
            <p:nvPr/>
          </p:nvSpPr>
          <p:spPr>
            <a:xfrm>
              <a:off x="1352" y="1680"/>
              <a:ext cx="234" cy="206"/>
            </a:xfrm>
            <a:custGeom>
              <a:rect b="b" l="l" r="r" t="t"/>
              <a:pathLst>
                <a:path extrusionOk="0" h="400" w="468">
                  <a:moveTo>
                    <a:pt x="420" y="400"/>
                  </a:moveTo>
                  <a:lnTo>
                    <a:pt x="468" y="285"/>
                  </a:lnTo>
                  <a:lnTo>
                    <a:pt x="468" y="171"/>
                  </a:lnTo>
                  <a:lnTo>
                    <a:pt x="407" y="67"/>
                  </a:lnTo>
                  <a:lnTo>
                    <a:pt x="340" y="14"/>
                  </a:lnTo>
                  <a:lnTo>
                    <a:pt x="242" y="0"/>
                  </a:lnTo>
                  <a:lnTo>
                    <a:pt x="167" y="46"/>
                  </a:lnTo>
                  <a:lnTo>
                    <a:pt x="88" y="145"/>
                  </a:lnTo>
                  <a:lnTo>
                    <a:pt x="48" y="213"/>
                  </a:lnTo>
                  <a:lnTo>
                    <a:pt x="0" y="291"/>
                  </a:lnTo>
                  <a:lnTo>
                    <a:pt x="95" y="272"/>
                  </a:lnTo>
                  <a:lnTo>
                    <a:pt x="154" y="221"/>
                  </a:lnTo>
                  <a:lnTo>
                    <a:pt x="207" y="128"/>
                  </a:lnTo>
                  <a:lnTo>
                    <a:pt x="255" y="101"/>
                  </a:lnTo>
                  <a:lnTo>
                    <a:pt x="340" y="160"/>
                  </a:lnTo>
                  <a:lnTo>
                    <a:pt x="367" y="247"/>
                  </a:lnTo>
                  <a:lnTo>
                    <a:pt x="340" y="306"/>
                  </a:lnTo>
                  <a:lnTo>
                    <a:pt x="228" y="400"/>
                  </a:lnTo>
                  <a:lnTo>
                    <a:pt x="420" y="400"/>
                  </a:lnTo>
                  <a:lnTo>
                    <a:pt x="420" y="400"/>
                  </a:lnTo>
                  <a:lnTo>
                    <a:pt x="420" y="4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26" name="Google Shape;1026;p12"/>
            <p:cNvSpPr/>
            <p:nvPr/>
          </p:nvSpPr>
          <p:spPr>
            <a:xfrm>
              <a:off x="870" y="1539"/>
              <a:ext cx="455" cy="522"/>
            </a:xfrm>
            <a:custGeom>
              <a:rect b="b" l="l" r="r" t="t"/>
              <a:pathLst>
                <a:path extrusionOk="0" h="1013" w="911">
                  <a:moveTo>
                    <a:pt x="381" y="114"/>
                  </a:moveTo>
                  <a:lnTo>
                    <a:pt x="493" y="26"/>
                  </a:lnTo>
                  <a:lnTo>
                    <a:pt x="554" y="0"/>
                  </a:lnTo>
                  <a:lnTo>
                    <a:pt x="641" y="32"/>
                  </a:lnTo>
                  <a:lnTo>
                    <a:pt x="715" y="117"/>
                  </a:lnTo>
                  <a:lnTo>
                    <a:pt x="806" y="252"/>
                  </a:lnTo>
                  <a:lnTo>
                    <a:pt x="888" y="422"/>
                  </a:lnTo>
                  <a:lnTo>
                    <a:pt x="911" y="572"/>
                  </a:lnTo>
                  <a:lnTo>
                    <a:pt x="898" y="673"/>
                  </a:lnTo>
                  <a:lnTo>
                    <a:pt x="791" y="789"/>
                  </a:lnTo>
                  <a:lnTo>
                    <a:pt x="755" y="935"/>
                  </a:lnTo>
                  <a:lnTo>
                    <a:pt x="694" y="986"/>
                  </a:lnTo>
                  <a:lnTo>
                    <a:pt x="614" y="1000"/>
                  </a:lnTo>
                  <a:lnTo>
                    <a:pt x="554" y="979"/>
                  </a:lnTo>
                  <a:lnTo>
                    <a:pt x="506" y="931"/>
                  </a:lnTo>
                  <a:lnTo>
                    <a:pt x="439" y="986"/>
                  </a:lnTo>
                  <a:lnTo>
                    <a:pt x="346" y="1013"/>
                  </a:lnTo>
                  <a:lnTo>
                    <a:pt x="287" y="1000"/>
                  </a:lnTo>
                  <a:lnTo>
                    <a:pt x="240" y="952"/>
                  </a:lnTo>
                  <a:lnTo>
                    <a:pt x="221" y="904"/>
                  </a:lnTo>
                  <a:lnTo>
                    <a:pt x="247" y="773"/>
                  </a:lnTo>
                  <a:lnTo>
                    <a:pt x="242" y="673"/>
                  </a:lnTo>
                  <a:lnTo>
                    <a:pt x="261" y="557"/>
                  </a:lnTo>
                  <a:lnTo>
                    <a:pt x="327" y="745"/>
                  </a:lnTo>
                  <a:lnTo>
                    <a:pt x="394" y="811"/>
                  </a:lnTo>
                  <a:lnTo>
                    <a:pt x="479" y="792"/>
                  </a:lnTo>
                  <a:lnTo>
                    <a:pt x="514" y="673"/>
                  </a:lnTo>
                  <a:lnTo>
                    <a:pt x="493" y="494"/>
                  </a:lnTo>
                  <a:lnTo>
                    <a:pt x="460" y="357"/>
                  </a:lnTo>
                  <a:lnTo>
                    <a:pt x="407" y="226"/>
                  </a:lnTo>
                  <a:lnTo>
                    <a:pt x="487" y="340"/>
                  </a:lnTo>
                  <a:lnTo>
                    <a:pt x="548" y="538"/>
                  </a:lnTo>
                  <a:lnTo>
                    <a:pt x="574" y="673"/>
                  </a:lnTo>
                  <a:lnTo>
                    <a:pt x="593" y="758"/>
                  </a:lnTo>
                  <a:lnTo>
                    <a:pt x="673" y="785"/>
                  </a:lnTo>
                  <a:lnTo>
                    <a:pt x="751" y="731"/>
                  </a:lnTo>
                  <a:lnTo>
                    <a:pt x="799" y="640"/>
                  </a:lnTo>
                  <a:lnTo>
                    <a:pt x="812" y="494"/>
                  </a:lnTo>
                  <a:lnTo>
                    <a:pt x="778" y="313"/>
                  </a:lnTo>
                  <a:lnTo>
                    <a:pt x="700" y="180"/>
                  </a:lnTo>
                  <a:lnTo>
                    <a:pt x="641" y="106"/>
                  </a:lnTo>
                  <a:lnTo>
                    <a:pt x="565" y="83"/>
                  </a:lnTo>
                  <a:lnTo>
                    <a:pt x="506" y="106"/>
                  </a:lnTo>
                  <a:lnTo>
                    <a:pt x="441" y="155"/>
                  </a:lnTo>
                  <a:lnTo>
                    <a:pt x="394" y="193"/>
                  </a:lnTo>
                  <a:lnTo>
                    <a:pt x="301" y="133"/>
                  </a:lnTo>
                  <a:lnTo>
                    <a:pt x="227" y="106"/>
                  </a:lnTo>
                  <a:lnTo>
                    <a:pt x="139" y="144"/>
                  </a:lnTo>
                  <a:lnTo>
                    <a:pt x="105" y="211"/>
                  </a:lnTo>
                  <a:lnTo>
                    <a:pt x="86" y="273"/>
                  </a:lnTo>
                  <a:lnTo>
                    <a:pt x="0" y="201"/>
                  </a:lnTo>
                  <a:lnTo>
                    <a:pt x="80" y="66"/>
                  </a:lnTo>
                  <a:lnTo>
                    <a:pt x="160" y="32"/>
                  </a:lnTo>
                  <a:lnTo>
                    <a:pt x="247" y="32"/>
                  </a:lnTo>
                  <a:lnTo>
                    <a:pt x="381" y="114"/>
                  </a:lnTo>
                  <a:lnTo>
                    <a:pt x="381" y="114"/>
                  </a:lnTo>
                  <a:lnTo>
                    <a:pt x="381" y="1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27" name="Google Shape;1027;p12"/>
            <p:cNvSpPr/>
            <p:nvPr/>
          </p:nvSpPr>
          <p:spPr>
            <a:xfrm>
              <a:off x="720" y="1646"/>
              <a:ext cx="285" cy="418"/>
            </a:xfrm>
            <a:custGeom>
              <a:rect b="b" l="l" r="r" t="t"/>
              <a:pathLst>
                <a:path extrusionOk="0" h="812" w="570">
                  <a:moveTo>
                    <a:pt x="388" y="76"/>
                  </a:moveTo>
                  <a:lnTo>
                    <a:pt x="481" y="178"/>
                  </a:lnTo>
                  <a:lnTo>
                    <a:pt x="563" y="351"/>
                  </a:lnTo>
                  <a:lnTo>
                    <a:pt x="570" y="591"/>
                  </a:lnTo>
                  <a:lnTo>
                    <a:pt x="523" y="724"/>
                  </a:lnTo>
                  <a:lnTo>
                    <a:pt x="437" y="798"/>
                  </a:lnTo>
                  <a:lnTo>
                    <a:pt x="344" y="812"/>
                  </a:lnTo>
                  <a:lnTo>
                    <a:pt x="257" y="785"/>
                  </a:lnTo>
                  <a:lnTo>
                    <a:pt x="190" y="697"/>
                  </a:lnTo>
                  <a:lnTo>
                    <a:pt x="129" y="564"/>
                  </a:lnTo>
                  <a:lnTo>
                    <a:pt x="84" y="466"/>
                  </a:lnTo>
                  <a:lnTo>
                    <a:pt x="0" y="466"/>
                  </a:lnTo>
                  <a:lnTo>
                    <a:pt x="36" y="331"/>
                  </a:lnTo>
                  <a:lnTo>
                    <a:pt x="97" y="184"/>
                  </a:lnTo>
                  <a:lnTo>
                    <a:pt x="177" y="45"/>
                  </a:lnTo>
                  <a:lnTo>
                    <a:pt x="251" y="0"/>
                  </a:lnTo>
                  <a:lnTo>
                    <a:pt x="291" y="13"/>
                  </a:lnTo>
                  <a:lnTo>
                    <a:pt x="243" y="59"/>
                  </a:lnTo>
                  <a:lnTo>
                    <a:pt x="181" y="146"/>
                  </a:lnTo>
                  <a:lnTo>
                    <a:pt x="131" y="277"/>
                  </a:lnTo>
                  <a:lnTo>
                    <a:pt x="105" y="357"/>
                  </a:lnTo>
                  <a:lnTo>
                    <a:pt x="217" y="410"/>
                  </a:lnTo>
                  <a:lnTo>
                    <a:pt x="264" y="505"/>
                  </a:lnTo>
                  <a:lnTo>
                    <a:pt x="283" y="585"/>
                  </a:lnTo>
                  <a:lnTo>
                    <a:pt x="344" y="618"/>
                  </a:lnTo>
                  <a:lnTo>
                    <a:pt x="416" y="612"/>
                  </a:lnTo>
                  <a:lnTo>
                    <a:pt x="470" y="545"/>
                  </a:lnTo>
                  <a:lnTo>
                    <a:pt x="490" y="391"/>
                  </a:lnTo>
                  <a:lnTo>
                    <a:pt x="452" y="236"/>
                  </a:lnTo>
                  <a:lnTo>
                    <a:pt x="388" y="76"/>
                  </a:lnTo>
                  <a:lnTo>
                    <a:pt x="388" y="76"/>
                  </a:lnTo>
                  <a:lnTo>
                    <a:pt x="388" y="7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28" name="Google Shape;1028;p12"/>
            <p:cNvSpPr/>
            <p:nvPr/>
          </p:nvSpPr>
          <p:spPr>
            <a:xfrm>
              <a:off x="2228" y="1125"/>
              <a:ext cx="502" cy="761"/>
            </a:xfrm>
            <a:custGeom>
              <a:rect b="b" l="l" r="r" t="t"/>
              <a:pathLst>
                <a:path extrusionOk="0" h="1478" w="1004">
                  <a:moveTo>
                    <a:pt x="44" y="196"/>
                  </a:moveTo>
                  <a:lnTo>
                    <a:pt x="63" y="565"/>
                  </a:lnTo>
                  <a:lnTo>
                    <a:pt x="82" y="805"/>
                  </a:lnTo>
                  <a:lnTo>
                    <a:pt x="95" y="1014"/>
                  </a:lnTo>
                  <a:lnTo>
                    <a:pt x="57" y="1204"/>
                  </a:lnTo>
                  <a:lnTo>
                    <a:pt x="0" y="1478"/>
                  </a:lnTo>
                  <a:lnTo>
                    <a:pt x="694" y="1478"/>
                  </a:lnTo>
                  <a:lnTo>
                    <a:pt x="667" y="1343"/>
                  </a:lnTo>
                  <a:lnTo>
                    <a:pt x="738" y="1299"/>
                  </a:lnTo>
                  <a:lnTo>
                    <a:pt x="751" y="1190"/>
                  </a:lnTo>
                  <a:lnTo>
                    <a:pt x="705" y="1128"/>
                  </a:lnTo>
                  <a:lnTo>
                    <a:pt x="629" y="1109"/>
                  </a:lnTo>
                  <a:lnTo>
                    <a:pt x="580" y="1109"/>
                  </a:lnTo>
                  <a:lnTo>
                    <a:pt x="542" y="989"/>
                  </a:lnTo>
                  <a:lnTo>
                    <a:pt x="629" y="938"/>
                  </a:lnTo>
                  <a:lnTo>
                    <a:pt x="642" y="848"/>
                  </a:lnTo>
                  <a:lnTo>
                    <a:pt x="629" y="774"/>
                  </a:lnTo>
                  <a:lnTo>
                    <a:pt x="580" y="742"/>
                  </a:lnTo>
                  <a:lnTo>
                    <a:pt x="479" y="734"/>
                  </a:lnTo>
                  <a:lnTo>
                    <a:pt x="441" y="590"/>
                  </a:lnTo>
                  <a:lnTo>
                    <a:pt x="580" y="533"/>
                  </a:lnTo>
                  <a:lnTo>
                    <a:pt x="604" y="590"/>
                  </a:lnTo>
                  <a:lnTo>
                    <a:pt x="686" y="603"/>
                  </a:lnTo>
                  <a:lnTo>
                    <a:pt x="743" y="552"/>
                  </a:lnTo>
                  <a:lnTo>
                    <a:pt x="738" y="476"/>
                  </a:lnTo>
                  <a:lnTo>
                    <a:pt x="800" y="457"/>
                  </a:lnTo>
                  <a:lnTo>
                    <a:pt x="751" y="405"/>
                  </a:lnTo>
                  <a:lnTo>
                    <a:pt x="675" y="424"/>
                  </a:lnTo>
                  <a:lnTo>
                    <a:pt x="719" y="255"/>
                  </a:lnTo>
                  <a:lnTo>
                    <a:pt x="770" y="141"/>
                  </a:lnTo>
                  <a:lnTo>
                    <a:pt x="846" y="65"/>
                  </a:lnTo>
                  <a:lnTo>
                    <a:pt x="914" y="46"/>
                  </a:lnTo>
                  <a:lnTo>
                    <a:pt x="990" y="65"/>
                  </a:lnTo>
                  <a:lnTo>
                    <a:pt x="1004" y="27"/>
                  </a:lnTo>
                  <a:lnTo>
                    <a:pt x="903" y="0"/>
                  </a:lnTo>
                  <a:lnTo>
                    <a:pt x="800" y="38"/>
                  </a:lnTo>
                  <a:lnTo>
                    <a:pt x="732" y="103"/>
                  </a:lnTo>
                  <a:lnTo>
                    <a:pt x="694" y="147"/>
                  </a:lnTo>
                  <a:lnTo>
                    <a:pt x="561" y="84"/>
                  </a:lnTo>
                  <a:lnTo>
                    <a:pt x="403" y="52"/>
                  </a:lnTo>
                  <a:lnTo>
                    <a:pt x="226" y="38"/>
                  </a:lnTo>
                  <a:lnTo>
                    <a:pt x="30" y="46"/>
                  </a:lnTo>
                  <a:lnTo>
                    <a:pt x="44" y="196"/>
                  </a:lnTo>
                  <a:lnTo>
                    <a:pt x="44" y="196"/>
                  </a:lnTo>
                  <a:lnTo>
                    <a:pt x="44" y="19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29" name="Google Shape;1029;p12"/>
            <p:cNvSpPr/>
            <p:nvPr/>
          </p:nvSpPr>
          <p:spPr>
            <a:xfrm>
              <a:off x="2256" y="1104"/>
              <a:ext cx="816" cy="864"/>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1030" name="Google Shape;1030;p12"/>
          <p:cNvGrpSpPr/>
          <p:nvPr/>
        </p:nvGrpSpPr>
        <p:grpSpPr>
          <a:xfrm>
            <a:off x="3200400" y="2971800"/>
            <a:ext cx="2743200" cy="3200400"/>
            <a:chOff x="2160" y="1824"/>
            <a:chExt cx="1440" cy="1872"/>
          </a:xfrm>
        </p:grpSpPr>
        <p:sp>
          <p:nvSpPr>
            <p:cNvPr id="1031" name="Google Shape;1031;p12"/>
            <p:cNvSpPr txBox="1"/>
            <p:nvPr/>
          </p:nvSpPr>
          <p:spPr>
            <a:xfrm>
              <a:off x="2160" y="1824"/>
              <a:ext cx="1440" cy="624"/>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Emotions</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or Values</a:t>
              </a:r>
              <a:endParaRPr/>
            </a:p>
          </p:txBody>
        </p:sp>
        <p:sp>
          <p:nvSpPr>
            <p:cNvPr id="1032" name="Google Shape;1032;p12"/>
            <p:cNvSpPr txBox="1"/>
            <p:nvPr/>
          </p:nvSpPr>
          <p:spPr>
            <a:xfrm>
              <a:off x="2160" y="2448"/>
              <a:ext cx="1440" cy="624"/>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Product</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Samples</a:t>
              </a:r>
              <a:endParaRPr/>
            </a:p>
          </p:txBody>
        </p:sp>
        <p:sp>
          <p:nvSpPr>
            <p:cNvPr id="1033" name="Google Shape;1033;p12"/>
            <p:cNvSpPr txBox="1"/>
            <p:nvPr/>
          </p:nvSpPr>
          <p:spPr>
            <a:xfrm>
              <a:off x="2160" y="3072"/>
              <a:ext cx="1440" cy="624"/>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Challenges</a:t>
              </a:r>
              <a:endParaRPr/>
            </a:p>
          </p:txBody>
        </p:sp>
      </p:grpSp>
      <p:sp>
        <p:nvSpPr>
          <p:cNvPr id="1034" name="Google Shape;1034;p12"/>
          <p:cNvSpPr txBox="1"/>
          <p:nvPr>
            <p:ph type="title"/>
          </p:nvPr>
        </p:nvSpPr>
        <p:spPr>
          <a:xfrm>
            <a:off x="4572000" y="381000"/>
            <a:ext cx="4114800" cy="2590800"/>
          </a:xfrm>
          <a:prstGeom prst="rect">
            <a:avLst/>
          </a:prstGeom>
          <a:blipFill rotWithShape="1">
            <a:blip r:embed="rId3">
              <a:alphaModFix/>
            </a:blip>
            <a:tile algn="tl" flip="none" tx="0" sx="100000" ty="0" sy="100000"/>
          </a:blip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5400"/>
              <a:buFont typeface="Tahoma"/>
              <a:buNone/>
            </a:pPr>
            <a:r>
              <a:rPr b="1" i="0" lang="en-US" sz="5400" u="none">
                <a:solidFill>
                  <a:schemeClr val="dk1"/>
                </a:solidFill>
                <a:latin typeface="Tahoma"/>
                <a:ea typeface="Tahoma"/>
                <a:cs typeface="Tahoma"/>
                <a:sym typeface="Tahoma"/>
              </a:rPr>
              <a:t>Getting Attention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1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041" name="Google Shape;1041;p1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042" name="Google Shape;1042;p1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1043" name="Google Shape;1043;p13"/>
          <p:cNvSpPr txBox="1"/>
          <p:nvPr/>
        </p:nvSpPr>
        <p:spPr>
          <a:xfrm>
            <a:off x="457200" y="381000"/>
            <a:ext cx="4343400" cy="5791200"/>
          </a:xfrm>
          <a:prstGeom prst="rect">
            <a:avLst/>
          </a:prstGeom>
          <a:solidFill>
            <a:srgbClr val="FF7C80"/>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rgbClr val="FFFFFF"/>
              </a:buClr>
              <a:buSzPts val="4400"/>
              <a:buFont typeface="Tahoma"/>
              <a:buNone/>
            </a:pPr>
            <a:r>
              <a:rPr b="1" i="0" lang="en-US" sz="4400" u="none">
                <a:solidFill>
                  <a:srgbClr val="FFFFFF"/>
                </a:solidFill>
                <a:latin typeface="Tahoma"/>
                <a:ea typeface="Tahoma"/>
                <a:cs typeface="Tahoma"/>
                <a:sym typeface="Tahoma"/>
              </a:rPr>
              <a:t>The Central</a:t>
            </a:r>
            <a:endParaRPr/>
          </a:p>
          <a:p>
            <a:pPr indent="0" lvl="0" marL="0" marR="0" rtl="0" algn="ctr">
              <a:lnSpc>
                <a:spcPct val="110000"/>
              </a:lnSpc>
              <a:spcBef>
                <a:spcPts val="0"/>
              </a:spcBef>
              <a:spcAft>
                <a:spcPts val="0"/>
              </a:spcAft>
              <a:buClr>
                <a:srgbClr val="FFFFFF"/>
              </a:buClr>
              <a:buSzPts val="4400"/>
              <a:buFont typeface="Tahoma"/>
              <a:buNone/>
            </a:pPr>
            <a:r>
              <a:rPr b="1" i="0" lang="en-US" sz="4400" u="none">
                <a:solidFill>
                  <a:srgbClr val="FFFFFF"/>
                </a:solidFill>
                <a:latin typeface="Tahoma"/>
                <a:ea typeface="Tahoma"/>
                <a:cs typeface="Tahoma"/>
                <a:sym typeface="Tahoma"/>
              </a:rPr>
              <a:t>Selling Point</a:t>
            </a:r>
            <a:endParaRPr/>
          </a:p>
          <a:p>
            <a:pPr indent="0" lvl="0" marL="0" marR="0" rtl="0" algn="ctr">
              <a:lnSpc>
                <a:spcPct val="110000"/>
              </a:lnSpc>
              <a:spcBef>
                <a:spcPts val="0"/>
              </a:spcBef>
              <a:spcAft>
                <a:spcPts val="0"/>
              </a:spcAft>
              <a:buClr>
                <a:schemeClr val="dk1"/>
              </a:buClr>
              <a:buSzPts val="4400"/>
              <a:buFont typeface="Times New Roman"/>
              <a:buNone/>
            </a:pPr>
            <a:r>
              <a:t/>
            </a:r>
            <a:endParaRPr b="1" i="0" sz="4400" u="none">
              <a:solidFill>
                <a:srgbClr val="FFFFFF"/>
              </a:solidFill>
              <a:latin typeface="Tahoma"/>
              <a:ea typeface="Tahoma"/>
              <a:cs typeface="Tahoma"/>
              <a:sym typeface="Tahoma"/>
            </a:endParaRPr>
          </a:p>
          <a:p>
            <a:pPr indent="0" lvl="0" marL="0" marR="0" rtl="0" algn="ctr">
              <a:lnSpc>
                <a:spcPct val="110000"/>
              </a:lnSpc>
              <a:spcBef>
                <a:spcPts val="0"/>
              </a:spcBef>
              <a:spcAft>
                <a:spcPts val="0"/>
              </a:spcAft>
              <a:buClr>
                <a:schemeClr val="dk1"/>
              </a:buClr>
              <a:buSzPts val="4400"/>
              <a:buFont typeface="Times New Roman"/>
              <a:buNone/>
            </a:pPr>
            <a:r>
              <a:t/>
            </a:r>
            <a:endParaRPr b="1" i="0" sz="4400" u="none">
              <a:solidFill>
                <a:srgbClr val="FFFFFF"/>
              </a:solidFill>
              <a:latin typeface="Tahoma"/>
              <a:ea typeface="Tahoma"/>
              <a:cs typeface="Tahoma"/>
              <a:sym typeface="Tahoma"/>
            </a:endParaRPr>
          </a:p>
          <a:p>
            <a:pPr indent="0" lvl="0" marL="0" marR="0" rtl="0" algn="ctr">
              <a:lnSpc>
                <a:spcPct val="110000"/>
              </a:lnSpc>
              <a:spcBef>
                <a:spcPts val="0"/>
              </a:spcBef>
              <a:spcAft>
                <a:spcPts val="0"/>
              </a:spcAft>
              <a:buClr>
                <a:schemeClr val="dk1"/>
              </a:buClr>
              <a:buSzPts val="4400"/>
              <a:buFont typeface="Times New Roman"/>
              <a:buNone/>
            </a:pPr>
            <a:r>
              <a:t/>
            </a:r>
            <a:endParaRPr b="1" i="0" sz="4400" u="none">
              <a:solidFill>
                <a:srgbClr val="FFFFFF"/>
              </a:solidFill>
              <a:latin typeface="Tahoma"/>
              <a:ea typeface="Tahoma"/>
              <a:cs typeface="Tahoma"/>
              <a:sym typeface="Tahoma"/>
            </a:endParaRPr>
          </a:p>
          <a:p>
            <a:pPr indent="0" lvl="0" marL="0" marR="0" rtl="0" algn="ctr">
              <a:lnSpc>
                <a:spcPct val="110000"/>
              </a:lnSpc>
              <a:spcBef>
                <a:spcPts val="0"/>
              </a:spcBef>
              <a:spcAft>
                <a:spcPts val="0"/>
              </a:spcAft>
              <a:buClr>
                <a:schemeClr val="dk1"/>
              </a:buClr>
              <a:buSzPts val="4400"/>
              <a:buFont typeface="Times New Roman"/>
              <a:buNone/>
            </a:pPr>
            <a:r>
              <a:t/>
            </a:r>
            <a:endParaRPr b="1" i="0" sz="4400" u="none">
              <a:solidFill>
                <a:srgbClr val="FFFFFF"/>
              </a:solidFill>
              <a:latin typeface="Tahoma"/>
              <a:ea typeface="Tahoma"/>
              <a:cs typeface="Tahoma"/>
              <a:sym typeface="Tahoma"/>
            </a:endParaRPr>
          </a:p>
          <a:p>
            <a:pPr indent="0" lvl="0" marL="0" marR="0" rtl="0" algn="ctr">
              <a:lnSpc>
                <a:spcPct val="110000"/>
              </a:lnSpc>
              <a:spcBef>
                <a:spcPts val="0"/>
              </a:spcBef>
              <a:spcAft>
                <a:spcPts val="0"/>
              </a:spcAft>
              <a:buClr>
                <a:schemeClr val="dk1"/>
              </a:buClr>
              <a:buSzPts val="4400"/>
              <a:buFont typeface="Times New Roman"/>
              <a:buNone/>
            </a:pPr>
            <a:r>
              <a:t/>
            </a:r>
            <a:endParaRPr b="1" i="0" sz="4400" u="none">
              <a:solidFill>
                <a:srgbClr val="FFFFFF"/>
              </a:solidFill>
              <a:latin typeface="Tahoma"/>
              <a:ea typeface="Tahoma"/>
              <a:cs typeface="Tahoma"/>
              <a:sym typeface="Tahoma"/>
            </a:endParaRPr>
          </a:p>
          <a:p>
            <a:pPr indent="0" lvl="0" marL="0" marR="0" rtl="0" algn="ctr">
              <a:lnSpc>
                <a:spcPct val="110000"/>
              </a:lnSpc>
              <a:spcBef>
                <a:spcPts val="0"/>
              </a:spcBef>
              <a:spcAft>
                <a:spcPts val="0"/>
              </a:spcAft>
              <a:buClr>
                <a:srgbClr val="FFFFFF"/>
              </a:buClr>
              <a:buSzPts val="2800"/>
              <a:buFont typeface="Tahoma"/>
              <a:buNone/>
            </a:pPr>
            <a:r>
              <a:rPr b="1" i="1" lang="en-US" sz="2800" u="none">
                <a:solidFill>
                  <a:srgbClr val="FFFFFF"/>
                </a:solidFill>
                <a:latin typeface="Tahoma"/>
                <a:ea typeface="Tahoma"/>
                <a:cs typeface="Tahoma"/>
                <a:sym typeface="Tahoma"/>
              </a:rPr>
              <a:t>Building Interest</a:t>
            </a:r>
            <a:endParaRPr/>
          </a:p>
        </p:txBody>
      </p:sp>
      <p:sp>
        <p:nvSpPr>
          <p:cNvPr id="1044" name="Google Shape;1044;p13"/>
          <p:cNvSpPr txBox="1"/>
          <p:nvPr/>
        </p:nvSpPr>
        <p:spPr>
          <a:xfrm>
            <a:off x="4800600" y="381000"/>
            <a:ext cx="3886200" cy="5791200"/>
          </a:xfrm>
          <a:prstGeom prst="rect">
            <a:avLst/>
          </a:prstGeom>
          <a:solidFill>
            <a:srgbClr val="FF7C80"/>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45" name="Google Shape;1045;p13"/>
          <p:cNvSpPr txBox="1"/>
          <p:nvPr/>
        </p:nvSpPr>
        <p:spPr>
          <a:xfrm>
            <a:off x="4800600" y="381000"/>
            <a:ext cx="3886200" cy="1524000"/>
          </a:xfrm>
          <a:prstGeom prst="rect">
            <a:avLst/>
          </a:prstGeom>
          <a:solidFill>
            <a:srgbClr val="FF7C8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Tahoma"/>
              <a:buNone/>
            </a:pPr>
            <a:r>
              <a:rPr b="1" i="0" lang="en-US" sz="3200" u="none">
                <a:solidFill>
                  <a:srgbClr val="FFFFFF"/>
                </a:solidFill>
                <a:latin typeface="Tahoma"/>
                <a:ea typeface="Tahoma"/>
                <a:cs typeface="Tahoma"/>
                <a:sym typeface="Tahoma"/>
              </a:rPr>
              <a:t>Study the</a:t>
            </a:r>
            <a:endParaRPr/>
          </a:p>
          <a:p>
            <a:pPr indent="0" lvl="0" marL="0" marR="0" rtl="0" algn="ctr">
              <a:lnSpc>
                <a:spcPct val="100000"/>
              </a:lnSpc>
              <a:spcBef>
                <a:spcPts val="0"/>
              </a:spcBef>
              <a:spcAft>
                <a:spcPts val="0"/>
              </a:spcAft>
              <a:buClr>
                <a:srgbClr val="FFFFFF"/>
              </a:buClr>
              <a:buSzPts val="3200"/>
              <a:buFont typeface="Tahoma"/>
              <a:buNone/>
            </a:pPr>
            <a:r>
              <a:rPr b="1" i="0" lang="en-US" sz="3200" u="none">
                <a:solidFill>
                  <a:srgbClr val="FFFFFF"/>
                </a:solidFill>
                <a:latin typeface="Tahoma"/>
                <a:ea typeface="Tahoma"/>
                <a:cs typeface="Tahoma"/>
                <a:sym typeface="Tahoma"/>
              </a:rPr>
              <a:t>Competition</a:t>
            </a:r>
            <a:endParaRPr/>
          </a:p>
        </p:txBody>
      </p:sp>
      <p:sp>
        <p:nvSpPr>
          <p:cNvPr id="1046" name="Google Shape;1046;p13"/>
          <p:cNvSpPr txBox="1"/>
          <p:nvPr/>
        </p:nvSpPr>
        <p:spPr>
          <a:xfrm>
            <a:off x="4800600" y="2514600"/>
            <a:ext cx="3886200" cy="1524000"/>
          </a:xfrm>
          <a:prstGeom prst="rect">
            <a:avLst/>
          </a:prstGeom>
          <a:solidFill>
            <a:srgbClr val="FF7C8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Tahoma"/>
              <a:buNone/>
            </a:pPr>
            <a:r>
              <a:rPr b="1" i="0" lang="en-US" sz="3200" u="none">
                <a:solidFill>
                  <a:srgbClr val="FFFFFF"/>
                </a:solidFill>
                <a:latin typeface="Tahoma"/>
                <a:ea typeface="Tahoma"/>
                <a:cs typeface="Tahoma"/>
                <a:sym typeface="Tahoma"/>
              </a:rPr>
              <a:t>Know </a:t>
            </a:r>
            <a:endParaRPr/>
          </a:p>
          <a:p>
            <a:pPr indent="0" lvl="0" marL="0" marR="0" rtl="0" algn="ctr">
              <a:lnSpc>
                <a:spcPct val="100000"/>
              </a:lnSpc>
              <a:spcBef>
                <a:spcPts val="0"/>
              </a:spcBef>
              <a:spcAft>
                <a:spcPts val="0"/>
              </a:spcAft>
              <a:buClr>
                <a:srgbClr val="FFFFFF"/>
              </a:buClr>
              <a:buSzPts val="3200"/>
              <a:buFont typeface="Tahoma"/>
              <a:buNone/>
            </a:pPr>
            <a:r>
              <a:rPr b="1" i="0" lang="en-US" sz="3200" u="none">
                <a:solidFill>
                  <a:srgbClr val="FFFFFF"/>
                </a:solidFill>
                <a:latin typeface="Tahoma"/>
                <a:ea typeface="Tahoma"/>
                <a:cs typeface="Tahoma"/>
                <a:sym typeface="Tahoma"/>
              </a:rPr>
              <a:t>the Product</a:t>
            </a:r>
            <a:endParaRPr/>
          </a:p>
        </p:txBody>
      </p:sp>
      <p:sp>
        <p:nvSpPr>
          <p:cNvPr id="1047" name="Google Shape;1047;p13"/>
          <p:cNvSpPr txBox="1"/>
          <p:nvPr/>
        </p:nvSpPr>
        <p:spPr>
          <a:xfrm>
            <a:off x="4800600" y="4648200"/>
            <a:ext cx="3886200" cy="1524000"/>
          </a:xfrm>
          <a:prstGeom prst="rect">
            <a:avLst/>
          </a:prstGeom>
          <a:solidFill>
            <a:srgbClr val="FF7C8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Tahoma"/>
              <a:buNone/>
            </a:pPr>
            <a:r>
              <a:rPr b="1" i="0" lang="en-US" sz="3200" u="none">
                <a:solidFill>
                  <a:srgbClr val="FFFFFF"/>
                </a:solidFill>
                <a:latin typeface="Tahoma"/>
                <a:ea typeface="Tahoma"/>
                <a:cs typeface="Tahoma"/>
                <a:sym typeface="Tahoma"/>
              </a:rPr>
              <a:t>Analyze </a:t>
            </a:r>
            <a:endParaRPr/>
          </a:p>
          <a:p>
            <a:pPr indent="0" lvl="0" marL="0" marR="0" rtl="0" algn="ctr">
              <a:lnSpc>
                <a:spcPct val="100000"/>
              </a:lnSpc>
              <a:spcBef>
                <a:spcPts val="0"/>
              </a:spcBef>
              <a:spcAft>
                <a:spcPts val="0"/>
              </a:spcAft>
              <a:buClr>
                <a:srgbClr val="FFFFFF"/>
              </a:buClr>
              <a:buSzPts val="3200"/>
              <a:buFont typeface="Tahoma"/>
              <a:buNone/>
            </a:pPr>
            <a:r>
              <a:rPr b="1" i="0" lang="en-US" sz="3200" u="none">
                <a:solidFill>
                  <a:srgbClr val="FFFFFF"/>
                </a:solidFill>
                <a:latin typeface="Tahoma"/>
                <a:ea typeface="Tahoma"/>
                <a:cs typeface="Tahoma"/>
                <a:sym typeface="Tahoma"/>
              </a:rPr>
              <a:t>the Audience</a:t>
            </a:r>
            <a:endParaRPr/>
          </a:p>
        </p:txBody>
      </p:sp>
      <p:pic>
        <p:nvPicPr>
          <p:cNvPr id="1048" name="Google Shape;1048;p13"/>
          <p:cNvPicPr preferRelativeResize="0"/>
          <p:nvPr/>
        </p:nvPicPr>
        <p:blipFill rotWithShape="1">
          <a:blip r:embed="rId3">
            <a:alphaModFix/>
          </a:blip>
          <a:srcRect b="0" l="0" r="0" t="0"/>
          <a:stretch/>
        </p:blipFill>
        <p:spPr>
          <a:xfrm>
            <a:off x="914400" y="2203450"/>
            <a:ext cx="3370262" cy="3435350"/>
          </a:xfrm>
          <a:prstGeom prst="rect">
            <a:avLst/>
          </a:prstGeom>
          <a:noFill/>
          <a:ln>
            <a:noFill/>
          </a:ln>
        </p:spPr>
      </p:pic>
    </p:spTree>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1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055" name="Google Shape;1055;p1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056" name="Google Shape;1056;p1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1057" name="Google Shape;1057;p14"/>
          <p:cNvSpPr txBox="1"/>
          <p:nvPr>
            <p:ph type="title"/>
          </p:nvPr>
        </p:nvSpPr>
        <p:spPr>
          <a:xfrm>
            <a:off x="457200" y="381000"/>
            <a:ext cx="8229600" cy="16002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Increasing Desire</a:t>
            </a:r>
            <a:endParaRPr/>
          </a:p>
        </p:txBody>
      </p:sp>
      <p:sp>
        <p:nvSpPr>
          <p:cNvPr id="1058" name="Google Shape;1058;p14"/>
          <p:cNvSpPr txBox="1"/>
          <p:nvPr/>
        </p:nvSpPr>
        <p:spPr>
          <a:xfrm>
            <a:off x="4343400" y="1981200"/>
            <a:ext cx="4343400" cy="41910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59" name="Google Shape;1059;p14"/>
          <p:cNvPicPr preferRelativeResize="0"/>
          <p:nvPr/>
        </p:nvPicPr>
        <p:blipFill rotWithShape="1">
          <a:blip r:embed="rId3">
            <a:alphaModFix/>
          </a:blip>
          <a:srcRect b="0" l="0" r="0" t="0"/>
          <a:stretch/>
        </p:blipFill>
        <p:spPr>
          <a:xfrm>
            <a:off x="4832350" y="2374900"/>
            <a:ext cx="3330575" cy="3702050"/>
          </a:xfrm>
          <a:prstGeom prst="rect">
            <a:avLst/>
          </a:prstGeom>
          <a:noFill/>
          <a:ln>
            <a:noFill/>
          </a:ln>
        </p:spPr>
      </p:pic>
      <p:grpSp>
        <p:nvGrpSpPr>
          <p:cNvPr id="1060" name="Google Shape;1060;p14"/>
          <p:cNvGrpSpPr/>
          <p:nvPr/>
        </p:nvGrpSpPr>
        <p:grpSpPr>
          <a:xfrm>
            <a:off x="457200" y="1981200"/>
            <a:ext cx="3886200" cy="4191000"/>
            <a:chOff x="3024" y="1008"/>
            <a:chExt cx="2448" cy="2880"/>
          </a:xfrm>
        </p:grpSpPr>
        <p:sp>
          <p:nvSpPr>
            <p:cNvPr id="1061" name="Google Shape;1061;p14"/>
            <p:cNvSpPr txBox="1"/>
            <p:nvPr/>
          </p:nvSpPr>
          <p:spPr>
            <a:xfrm>
              <a:off x="3024" y="1008"/>
              <a:ext cx="2448" cy="96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Stress the</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Main Benefit</a:t>
              </a:r>
              <a:endParaRPr/>
            </a:p>
          </p:txBody>
        </p:sp>
        <p:sp>
          <p:nvSpPr>
            <p:cNvPr id="1062" name="Google Shape;1062;p14"/>
            <p:cNvSpPr txBox="1"/>
            <p:nvPr/>
          </p:nvSpPr>
          <p:spPr>
            <a:xfrm>
              <a:off x="3024" y="1968"/>
              <a:ext cx="2448" cy="96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Refer to</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Other Benefits</a:t>
              </a:r>
              <a:endParaRPr/>
            </a:p>
          </p:txBody>
        </p:sp>
        <p:sp>
          <p:nvSpPr>
            <p:cNvPr id="1063" name="Google Shape;1063;p14"/>
            <p:cNvSpPr txBox="1"/>
            <p:nvPr/>
          </p:nvSpPr>
          <p:spPr>
            <a:xfrm>
              <a:off x="3024" y="2928"/>
              <a:ext cx="2448" cy="96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Provide</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Essential Details</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5"/>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070" name="Google Shape;1070;p1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071" name="Google Shape;1071;p1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1072" name="Google Shape;1072;p15"/>
          <p:cNvSpPr txBox="1"/>
          <p:nvPr>
            <p:ph type="title"/>
          </p:nvPr>
        </p:nvSpPr>
        <p:spPr>
          <a:xfrm>
            <a:off x="457200" y="381000"/>
            <a:ext cx="8229600" cy="16002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Motivating Action</a:t>
            </a:r>
            <a:endParaRPr/>
          </a:p>
        </p:txBody>
      </p:sp>
      <p:grpSp>
        <p:nvGrpSpPr>
          <p:cNvPr id="1073" name="Google Shape;1073;p15"/>
          <p:cNvGrpSpPr/>
          <p:nvPr/>
        </p:nvGrpSpPr>
        <p:grpSpPr>
          <a:xfrm>
            <a:off x="457200" y="1981200"/>
            <a:ext cx="4114800" cy="4191000"/>
            <a:chOff x="288" y="1104"/>
            <a:chExt cx="2592" cy="2496"/>
          </a:xfrm>
        </p:grpSpPr>
        <p:sp>
          <p:nvSpPr>
            <p:cNvPr id="1074" name="Google Shape;1074;p15"/>
            <p:cNvSpPr txBox="1"/>
            <p:nvPr/>
          </p:nvSpPr>
          <p:spPr>
            <a:xfrm>
              <a:off x="288" y="1104"/>
              <a:ext cx="2592" cy="624"/>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Explain the Next Step</a:t>
              </a:r>
              <a:endParaRPr/>
            </a:p>
          </p:txBody>
        </p:sp>
        <p:sp>
          <p:nvSpPr>
            <p:cNvPr id="1075" name="Google Shape;1075;p15"/>
            <p:cNvSpPr txBox="1"/>
            <p:nvPr/>
          </p:nvSpPr>
          <p:spPr>
            <a:xfrm>
              <a:off x="288" y="1728"/>
              <a:ext cx="2592" cy="624"/>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Create Urgency</a:t>
              </a:r>
              <a:endParaRPr/>
            </a:p>
          </p:txBody>
        </p:sp>
        <p:sp>
          <p:nvSpPr>
            <p:cNvPr id="1076" name="Google Shape;1076;p15"/>
            <p:cNvSpPr txBox="1"/>
            <p:nvPr/>
          </p:nvSpPr>
          <p:spPr>
            <a:xfrm>
              <a:off x="288" y="2352"/>
              <a:ext cx="2592" cy="624"/>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Use a Post Script</a:t>
              </a:r>
              <a:endParaRPr/>
            </a:p>
          </p:txBody>
        </p:sp>
        <p:sp>
          <p:nvSpPr>
            <p:cNvPr id="1077" name="Google Shape;1077;p15"/>
            <p:cNvSpPr txBox="1"/>
            <p:nvPr/>
          </p:nvSpPr>
          <p:spPr>
            <a:xfrm>
              <a:off x="288" y="2976"/>
              <a:ext cx="2592" cy="624"/>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Apply Good Judgment</a:t>
              </a:r>
              <a:endParaRPr/>
            </a:p>
          </p:txBody>
        </p:sp>
      </p:grpSp>
      <p:sp>
        <p:nvSpPr>
          <p:cNvPr id="1078" name="Google Shape;1078;p15"/>
          <p:cNvSpPr txBox="1"/>
          <p:nvPr/>
        </p:nvSpPr>
        <p:spPr>
          <a:xfrm>
            <a:off x="4572000" y="1981200"/>
            <a:ext cx="4114800" cy="41910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79" name="Google Shape;1079;p15"/>
          <p:cNvPicPr preferRelativeResize="0"/>
          <p:nvPr/>
        </p:nvPicPr>
        <p:blipFill rotWithShape="1">
          <a:blip r:embed="rId3">
            <a:alphaModFix/>
          </a:blip>
          <a:srcRect b="0" l="0" r="0" t="0"/>
          <a:stretch/>
        </p:blipFill>
        <p:spPr>
          <a:xfrm>
            <a:off x="5029200" y="2514600"/>
            <a:ext cx="3505200" cy="3435350"/>
          </a:xfrm>
          <a:prstGeom prst="rect">
            <a:avLst/>
          </a:prstGeom>
          <a:noFill/>
          <a:ln>
            <a:noFill/>
          </a:ln>
        </p:spPr>
      </p:pic>
    </p:spTree>
  </p:cSld>
  <p:clrMapOvr>
    <a:masterClrMapping/>
  </p:clrMapOvr>
  <p:transition spd="slow">
    <p:spli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16"/>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086" name="Google Shape;1086;p1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087" name="Google Shape;1087;p1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1088" name="Google Shape;1088;p16"/>
          <p:cNvSpPr txBox="1"/>
          <p:nvPr/>
        </p:nvSpPr>
        <p:spPr>
          <a:xfrm>
            <a:off x="457200" y="381000"/>
            <a:ext cx="4114800" cy="5791200"/>
          </a:xfrm>
          <a:prstGeom prst="rect">
            <a:avLst/>
          </a:prstGeom>
          <a:solidFill>
            <a:srgbClr val="FF66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89" name="Google Shape;1089;p16"/>
          <p:cNvSpPr txBox="1"/>
          <p:nvPr/>
        </p:nvSpPr>
        <p:spPr>
          <a:xfrm>
            <a:off x="609600" y="571500"/>
            <a:ext cx="3746500" cy="2576512"/>
          </a:xfrm>
          <a:prstGeom prst="rect">
            <a:avLst/>
          </a:prstGeom>
          <a:solidFill>
            <a:srgbClr val="FF6600"/>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3600"/>
              <a:buFont typeface="Tahoma"/>
              <a:buNone/>
            </a:pPr>
            <a:r>
              <a:rPr b="1" i="0" lang="en-US" sz="3600" u="none">
                <a:solidFill>
                  <a:schemeClr val="lt1"/>
                </a:solidFill>
                <a:latin typeface="Tahoma"/>
                <a:ea typeface="Tahoma"/>
                <a:cs typeface="Tahoma"/>
                <a:sym typeface="Tahoma"/>
              </a:rPr>
              <a:t>Action</a:t>
            </a:r>
            <a:endParaRPr/>
          </a:p>
          <a:p>
            <a:pPr indent="0" lvl="0" marL="0" marR="0" rtl="0" algn="ctr">
              <a:lnSpc>
                <a:spcPct val="110000"/>
              </a:lnSpc>
              <a:spcBef>
                <a:spcPts val="0"/>
              </a:spcBef>
              <a:spcAft>
                <a:spcPts val="0"/>
              </a:spcAft>
              <a:buClr>
                <a:schemeClr val="lt1"/>
              </a:buClr>
              <a:buSzPts val="3600"/>
              <a:buFont typeface="Tahoma"/>
              <a:buNone/>
            </a:pPr>
            <a:r>
              <a:rPr b="1" i="0" lang="en-US" sz="3600" u="none">
                <a:solidFill>
                  <a:schemeClr val="lt1"/>
                </a:solidFill>
                <a:latin typeface="Tahoma"/>
                <a:ea typeface="Tahoma"/>
                <a:cs typeface="Tahoma"/>
                <a:sym typeface="Tahoma"/>
              </a:rPr>
              <a:t>Requests</a:t>
            </a:r>
            <a:endParaRPr/>
          </a:p>
        </p:txBody>
      </p:sp>
      <p:sp>
        <p:nvSpPr>
          <p:cNvPr id="1090" name="Google Shape;1090;p16"/>
          <p:cNvSpPr txBox="1"/>
          <p:nvPr/>
        </p:nvSpPr>
        <p:spPr>
          <a:xfrm>
            <a:off x="609600" y="3352800"/>
            <a:ext cx="3746500" cy="2578100"/>
          </a:xfrm>
          <a:prstGeom prst="rect">
            <a:avLst/>
          </a:prstGeom>
          <a:solidFill>
            <a:srgbClr val="FF6600"/>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3600"/>
              <a:buFont typeface="Tahoma"/>
              <a:buNone/>
            </a:pPr>
            <a:r>
              <a:rPr b="1" i="0" lang="en-US" sz="3600" u="none">
                <a:solidFill>
                  <a:schemeClr val="lt1"/>
                </a:solidFill>
                <a:latin typeface="Tahoma"/>
                <a:ea typeface="Tahoma"/>
                <a:cs typeface="Tahoma"/>
                <a:sym typeface="Tahoma"/>
              </a:rPr>
              <a:t>Claims and</a:t>
            </a:r>
            <a:endParaRPr/>
          </a:p>
          <a:p>
            <a:pPr indent="0" lvl="0" marL="0" marR="0" rtl="0" algn="ctr">
              <a:lnSpc>
                <a:spcPct val="110000"/>
              </a:lnSpc>
              <a:spcBef>
                <a:spcPts val="0"/>
              </a:spcBef>
              <a:spcAft>
                <a:spcPts val="0"/>
              </a:spcAft>
              <a:buClr>
                <a:schemeClr val="lt1"/>
              </a:buClr>
              <a:buSzPts val="3600"/>
              <a:buFont typeface="Tahoma"/>
              <a:buNone/>
            </a:pPr>
            <a:r>
              <a:rPr b="1" i="0" lang="en-US" sz="3600" u="none">
                <a:solidFill>
                  <a:schemeClr val="lt1"/>
                </a:solidFill>
                <a:latin typeface="Tahoma"/>
                <a:ea typeface="Tahoma"/>
                <a:cs typeface="Tahoma"/>
                <a:sym typeface="Tahoma"/>
              </a:rPr>
              <a:t>Adjustments</a:t>
            </a:r>
            <a:endParaRPr/>
          </a:p>
        </p:txBody>
      </p:sp>
      <p:sp>
        <p:nvSpPr>
          <p:cNvPr id="1091" name="Google Shape;1091;p16"/>
          <p:cNvSpPr txBox="1"/>
          <p:nvPr/>
        </p:nvSpPr>
        <p:spPr>
          <a:xfrm>
            <a:off x="4572000" y="381000"/>
            <a:ext cx="4114800" cy="5791200"/>
          </a:xfrm>
          <a:prstGeom prst="rect">
            <a:avLst/>
          </a:prstGeom>
          <a:solidFill>
            <a:srgbClr val="FF66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Persuasive</a:t>
            </a:r>
            <a:endParaRPr/>
          </a:p>
          <a:p>
            <a:pPr indent="0" lvl="0" marL="0" marR="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Requests</a:t>
            </a:r>
            <a:endParaRPr/>
          </a:p>
          <a:p>
            <a:pPr indent="0" lvl="0" marL="0" marR="0" rtl="0" algn="ctr">
              <a:lnSpc>
                <a:spcPct val="100000"/>
              </a:lnSpc>
              <a:spcBef>
                <a:spcPts val="0"/>
              </a:spcBef>
              <a:spcAft>
                <a:spcPts val="0"/>
              </a:spcAft>
              <a:buClr>
                <a:schemeClr val="dk1"/>
              </a:buClr>
              <a:buSzPts val="4800"/>
              <a:buFont typeface="Times New Roman"/>
              <a:buNone/>
            </a:pPr>
            <a:r>
              <a:t/>
            </a:r>
            <a:endParaRPr b="1" i="0" sz="4800" u="none">
              <a:solidFill>
                <a:schemeClr val="lt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800"/>
              <a:buFont typeface="Times New Roman"/>
              <a:buNone/>
            </a:pPr>
            <a:r>
              <a:t/>
            </a:r>
            <a:endParaRPr b="1" i="0" sz="4800" u="none">
              <a:solidFill>
                <a:schemeClr val="lt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800"/>
              <a:buFont typeface="Times New Roman"/>
              <a:buNone/>
            </a:pPr>
            <a:r>
              <a:t/>
            </a:r>
            <a:endParaRPr b="1" i="0" sz="4800" u="none">
              <a:solidFill>
                <a:schemeClr val="lt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800"/>
              <a:buFont typeface="Times New Roman"/>
              <a:buNone/>
            </a:pPr>
            <a:r>
              <a:t/>
            </a:r>
            <a:endParaRPr b="1" i="0" sz="4800" u="none">
              <a:solidFill>
                <a:schemeClr val="lt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800"/>
              <a:buFont typeface="Times New Roman"/>
              <a:buNone/>
            </a:pPr>
            <a:r>
              <a:t/>
            </a:r>
            <a:endParaRPr b="1" i="0" sz="4800" u="none">
              <a:solidFill>
                <a:schemeClr val="lt1"/>
              </a:solidFill>
              <a:latin typeface="Tahoma"/>
              <a:ea typeface="Tahoma"/>
              <a:cs typeface="Tahoma"/>
              <a:sym typeface="Tahoma"/>
            </a:endParaRPr>
          </a:p>
          <a:p>
            <a:pPr indent="0" lvl="0" marL="0" marR="0" rtl="0" algn="ctr">
              <a:lnSpc>
                <a:spcPct val="100000"/>
              </a:lnSpc>
              <a:spcBef>
                <a:spcPts val="0"/>
              </a:spcBef>
              <a:spcAft>
                <a:spcPts val="0"/>
              </a:spcAft>
              <a:buClr>
                <a:schemeClr val="lt1"/>
              </a:buClr>
              <a:buSzPts val="2400"/>
              <a:buFont typeface="Tahoma"/>
              <a:buNone/>
            </a:pPr>
            <a:r>
              <a:rPr b="1" i="1" lang="en-US" sz="2400" u="none">
                <a:solidFill>
                  <a:schemeClr val="lt1"/>
                </a:solidFill>
                <a:latin typeface="Tahoma"/>
                <a:ea typeface="Tahoma"/>
                <a:cs typeface="Tahoma"/>
                <a:sym typeface="Tahoma"/>
              </a:rPr>
              <a:t>Types of Messages</a:t>
            </a:r>
            <a:endParaRPr/>
          </a:p>
        </p:txBody>
      </p:sp>
      <p:graphicFrame>
        <p:nvGraphicFramePr>
          <p:cNvPr id="1092" name="Google Shape;1092;p16"/>
          <p:cNvGraphicFramePr/>
          <p:nvPr/>
        </p:nvGraphicFramePr>
        <p:xfrm>
          <a:off x="4895850" y="2209800"/>
          <a:ext cx="3465512" cy="3435350"/>
        </p:xfrm>
        <a:graphic>
          <a:graphicData uri="http://schemas.openxmlformats.org/presentationml/2006/ole">
            <mc:AlternateContent>
              <mc:Choice Requires="v">
                <p:oleObj r:id="rId4" imgH="3435350" imgW="3465512" progId="MS_ClipArt_Gallery.5" spid="_x0000_s1">
                  <p:embed/>
                </p:oleObj>
              </mc:Choice>
              <mc:Fallback>
                <p:oleObj r:id="rId5" imgH="3435350" imgW="3465512" progId="MS_ClipArt_Gallery.5">
                  <p:embed/>
                  <p:pic>
                    <p:nvPicPr>
                      <p:cNvPr id="1092" name="Google Shape;1092;p16"/>
                      <p:cNvPicPr preferRelativeResize="0"/>
                      <p:nvPr/>
                    </p:nvPicPr>
                    <p:blipFill rotWithShape="1">
                      <a:blip r:embed="rId6">
                        <a:alphaModFix/>
                      </a:blip>
                      <a:srcRect b="0" l="0" r="0" t="0"/>
                      <a:stretch/>
                    </p:blipFill>
                    <p:spPr>
                      <a:xfrm>
                        <a:off x="4895850" y="2209800"/>
                        <a:ext cx="3465512" cy="3435350"/>
                      </a:xfrm>
                      <a:prstGeom prst="rect">
                        <a:avLst/>
                      </a:prstGeom>
                      <a:noFill/>
                      <a:ln>
                        <a:noFill/>
                      </a:ln>
                    </p:spPr>
                  </p:pic>
                </p:oleObj>
              </mc:Fallback>
            </mc:AlternateContent>
          </a:graphicData>
        </a:graphic>
      </p:graphicFrame>
    </p:spTree>
  </p:cSld>
  <p:clrMapOvr>
    <a:masterClrMapping/>
  </p:clrMapOvr>
  <p:transition spd="slow">
    <p:wipe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89"/>
                                        </p:tgtEl>
                                        <p:attrNameLst>
                                          <p:attrName>style.visibility</p:attrName>
                                        </p:attrNameLst>
                                      </p:cBhvr>
                                      <p:to>
                                        <p:strVal val="visible"/>
                                      </p:to>
                                    </p:set>
                                    <p:animEffect filter="fade" transition="in">
                                      <p:cBhvr>
                                        <p:cTn dur="500"/>
                                        <p:tgtEl>
                                          <p:spTgt spid="108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90"/>
                                        </p:tgtEl>
                                        <p:attrNameLst>
                                          <p:attrName>style.visibility</p:attrName>
                                        </p:attrNameLst>
                                      </p:cBhvr>
                                      <p:to>
                                        <p:strVal val="visible"/>
                                      </p:to>
                                    </p:set>
                                    <p:animEffect filter="fade" transition="in">
                                      <p:cBhvr>
                                        <p:cTn dur="500"/>
                                        <p:tgtEl>
                                          <p:spTgt spid="10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7"/>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099" name="Google Shape;1099;p1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100" name="Google Shape;1100;p1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1101" name="Google Shape;1101;p17"/>
          <p:cNvSpPr txBox="1"/>
          <p:nvPr/>
        </p:nvSpPr>
        <p:spPr>
          <a:xfrm>
            <a:off x="457200" y="1752600"/>
            <a:ext cx="8229600" cy="4419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02" name="Google Shape;1102;p17"/>
          <p:cNvSpPr txBox="1"/>
          <p:nvPr>
            <p:ph type="title"/>
          </p:nvPr>
        </p:nvSpPr>
        <p:spPr>
          <a:xfrm>
            <a:off x="457200" y="457200"/>
            <a:ext cx="8229600" cy="12954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Requests for Action</a:t>
            </a:r>
            <a:endParaRPr/>
          </a:p>
        </p:txBody>
      </p:sp>
      <p:sp>
        <p:nvSpPr>
          <p:cNvPr id="1103" name="Google Shape;1103;p17"/>
          <p:cNvSpPr txBox="1"/>
          <p:nvPr/>
        </p:nvSpPr>
        <p:spPr>
          <a:xfrm>
            <a:off x="6629400" y="3276600"/>
            <a:ext cx="19812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Action</a:t>
            </a:r>
            <a:endParaRPr/>
          </a:p>
        </p:txBody>
      </p:sp>
      <p:sp>
        <p:nvSpPr>
          <p:cNvPr id="1104" name="Google Shape;1104;p17"/>
          <p:cNvSpPr txBox="1"/>
          <p:nvPr/>
        </p:nvSpPr>
        <p:spPr>
          <a:xfrm>
            <a:off x="533400" y="3276600"/>
            <a:ext cx="19812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Written</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Request</a:t>
            </a:r>
            <a:endParaRPr/>
          </a:p>
        </p:txBody>
      </p:sp>
      <p:sp>
        <p:nvSpPr>
          <p:cNvPr id="1105" name="Google Shape;1105;p17"/>
          <p:cNvSpPr txBox="1"/>
          <p:nvPr/>
        </p:nvSpPr>
        <p:spPr>
          <a:xfrm>
            <a:off x="3086100" y="1981200"/>
            <a:ext cx="2971800" cy="1354137"/>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Gain</a:t>
            </a:r>
            <a:endParaRPr/>
          </a:p>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Attention</a:t>
            </a:r>
            <a:endParaRPr/>
          </a:p>
        </p:txBody>
      </p:sp>
      <p:sp>
        <p:nvSpPr>
          <p:cNvPr id="1106" name="Google Shape;1106;p17"/>
          <p:cNvSpPr txBox="1"/>
          <p:nvPr/>
        </p:nvSpPr>
        <p:spPr>
          <a:xfrm>
            <a:off x="3086100" y="3278187"/>
            <a:ext cx="2971800" cy="1355725"/>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Use Facts,</a:t>
            </a:r>
            <a:endParaRPr/>
          </a:p>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Figures and Benefits</a:t>
            </a:r>
            <a:endParaRPr/>
          </a:p>
        </p:txBody>
      </p:sp>
      <p:sp>
        <p:nvSpPr>
          <p:cNvPr id="1107" name="Google Shape;1107;p17"/>
          <p:cNvSpPr txBox="1"/>
          <p:nvPr/>
        </p:nvSpPr>
        <p:spPr>
          <a:xfrm>
            <a:off x="3086100" y="4589462"/>
            <a:ext cx="2971800" cy="1354137"/>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Request Some</a:t>
            </a:r>
            <a:endParaRPr/>
          </a:p>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Specific Action</a:t>
            </a:r>
            <a:endParaRPr/>
          </a:p>
        </p:txBody>
      </p:sp>
      <p:cxnSp>
        <p:nvCxnSpPr>
          <p:cNvPr id="1108" name="Google Shape;1108;p17"/>
          <p:cNvCxnSpPr/>
          <p:nvPr/>
        </p:nvCxnSpPr>
        <p:spPr>
          <a:xfrm rot="-5400000">
            <a:off x="2167800" y="3005999"/>
            <a:ext cx="1265100" cy="5715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1109" name="Google Shape;1109;p17"/>
          <p:cNvCxnSpPr/>
          <p:nvPr/>
        </p:nvCxnSpPr>
        <p:spPr>
          <a:xfrm flipH="1" rot="-5400000">
            <a:off x="2128800" y="4310100"/>
            <a:ext cx="1343100" cy="5715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1110" name="Google Shape;1110;p17"/>
          <p:cNvCxnSpPr/>
          <p:nvPr/>
        </p:nvCxnSpPr>
        <p:spPr>
          <a:xfrm flipH="1" rot="-5400000">
            <a:off x="5711100" y="3005862"/>
            <a:ext cx="1265100" cy="571500"/>
          </a:xfrm>
          <a:prstGeom prst="bentConnector3">
            <a:avLst>
              <a:gd fmla="val 50000" name="adj1"/>
            </a:avLst>
          </a:prstGeom>
          <a:noFill/>
          <a:ln cap="flat" cmpd="sng" w="9525">
            <a:solidFill>
              <a:schemeClr val="dk1"/>
            </a:solidFill>
            <a:prstDash val="solid"/>
            <a:miter lim="800000"/>
            <a:headEnd len="med" w="med" type="none"/>
            <a:tailEnd len="med" w="med" type="triangle"/>
          </a:ln>
        </p:spPr>
      </p:cxnSp>
      <p:cxnSp>
        <p:nvCxnSpPr>
          <p:cNvPr id="1111" name="Google Shape;1111;p17"/>
          <p:cNvCxnSpPr/>
          <p:nvPr/>
        </p:nvCxnSpPr>
        <p:spPr>
          <a:xfrm rot="-5400000">
            <a:off x="5672100" y="4310025"/>
            <a:ext cx="1343100" cy="571500"/>
          </a:xfrm>
          <a:prstGeom prst="bentConnector3">
            <a:avLst>
              <a:gd fmla="val 50000" name="adj1"/>
            </a:avLst>
          </a:prstGeom>
          <a:noFill/>
          <a:ln cap="flat" cmpd="sng" w="9525">
            <a:solidFill>
              <a:schemeClr val="dk1"/>
            </a:solidFill>
            <a:prstDash val="solid"/>
            <a:miter lim="800000"/>
            <a:headEnd len="med" w="med" type="none"/>
            <a:tailEnd len="med" w="med" type="triangle"/>
          </a:ln>
        </p:spPr>
      </p:cxnSp>
    </p:spTree>
  </p:cSld>
  <p:clrMapOvr>
    <a:masterClrMapping/>
  </p:clrMapOvr>
  <p:transition spd="slow">
    <p:checker dir="ver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18"/>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117" name="Google Shape;1117;p1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118" name="Google Shape;1118;p1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pic>
        <p:nvPicPr>
          <p:cNvPr id="1119" name="Google Shape;1119;p18"/>
          <p:cNvPicPr preferRelativeResize="0"/>
          <p:nvPr/>
        </p:nvPicPr>
        <p:blipFill rotWithShape="1">
          <a:blip r:embed="rId3">
            <a:alphaModFix/>
          </a:blip>
          <a:srcRect b="0" l="0" r="0" t="0"/>
          <a:stretch/>
        </p:blipFill>
        <p:spPr>
          <a:xfrm>
            <a:off x="768350" y="0"/>
            <a:ext cx="7607300"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19"/>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126" name="Google Shape;1126;p1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127" name="Google Shape;1127;p1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1128" name="Google Shape;1128;p19"/>
          <p:cNvSpPr txBox="1"/>
          <p:nvPr/>
        </p:nvSpPr>
        <p:spPr>
          <a:xfrm>
            <a:off x="457200" y="1752600"/>
            <a:ext cx="8229600" cy="4419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29" name="Google Shape;1129;p19"/>
          <p:cNvSpPr txBox="1"/>
          <p:nvPr>
            <p:ph type="title"/>
          </p:nvPr>
        </p:nvSpPr>
        <p:spPr>
          <a:xfrm>
            <a:off x="457200" y="457200"/>
            <a:ext cx="8229600" cy="12954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Claims and Adjustments</a:t>
            </a:r>
            <a:endParaRPr/>
          </a:p>
        </p:txBody>
      </p:sp>
      <p:sp>
        <p:nvSpPr>
          <p:cNvPr id="1130" name="Google Shape;1130;p19"/>
          <p:cNvSpPr txBox="1"/>
          <p:nvPr/>
        </p:nvSpPr>
        <p:spPr>
          <a:xfrm>
            <a:off x="6629400" y="3276600"/>
            <a:ext cx="19812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Claim or</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Adjustment</a:t>
            </a:r>
            <a:endParaRPr/>
          </a:p>
        </p:txBody>
      </p:sp>
      <p:sp>
        <p:nvSpPr>
          <p:cNvPr id="1131" name="Google Shape;1131;p19"/>
          <p:cNvSpPr txBox="1"/>
          <p:nvPr/>
        </p:nvSpPr>
        <p:spPr>
          <a:xfrm>
            <a:off x="533400" y="3276600"/>
            <a:ext cx="19812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Written</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Request</a:t>
            </a:r>
            <a:endParaRPr/>
          </a:p>
        </p:txBody>
      </p:sp>
      <p:sp>
        <p:nvSpPr>
          <p:cNvPr id="1132" name="Google Shape;1132;p19"/>
          <p:cNvSpPr txBox="1"/>
          <p:nvPr/>
        </p:nvSpPr>
        <p:spPr>
          <a:xfrm>
            <a:off x="3086100" y="1981200"/>
            <a:ext cx="2971800" cy="9906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State the Problem</a:t>
            </a:r>
            <a:endParaRPr/>
          </a:p>
        </p:txBody>
      </p:sp>
      <p:sp>
        <p:nvSpPr>
          <p:cNvPr id="1133" name="Google Shape;1133;p19"/>
          <p:cNvSpPr txBox="1"/>
          <p:nvPr/>
        </p:nvSpPr>
        <p:spPr>
          <a:xfrm>
            <a:off x="3086100" y="2971800"/>
            <a:ext cx="2971800" cy="9906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Review the Facts</a:t>
            </a:r>
            <a:endParaRPr/>
          </a:p>
        </p:txBody>
      </p:sp>
      <p:sp>
        <p:nvSpPr>
          <p:cNvPr id="1134" name="Google Shape;1134;p19"/>
          <p:cNvSpPr txBox="1"/>
          <p:nvPr/>
        </p:nvSpPr>
        <p:spPr>
          <a:xfrm>
            <a:off x="3086100" y="3962400"/>
            <a:ext cx="2971800" cy="9906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Motivate the Reader</a:t>
            </a:r>
            <a:endParaRPr/>
          </a:p>
        </p:txBody>
      </p:sp>
      <p:sp>
        <p:nvSpPr>
          <p:cNvPr id="1135" name="Google Shape;1135;p19"/>
          <p:cNvSpPr txBox="1"/>
          <p:nvPr/>
        </p:nvSpPr>
        <p:spPr>
          <a:xfrm>
            <a:off x="3086100" y="4953000"/>
            <a:ext cx="2971800" cy="9906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Make Your Request</a:t>
            </a:r>
            <a:endParaRPr/>
          </a:p>
        </p:txBody>
      </p:sp>
      <p:cxnSp>
        <p:nvCxnSpPr>
          <p:cNvPr id="1136" name="Google Shape;1136;p19"/>
          <p:cNvCxnSpPr/>
          <p:nvPr/>
        </p:nvCxnSpPr>
        <p:spPr>
          <a:xfrm rot="-5400000">
            <a:off x="2076450" y="2914650"/>
            <a:ext cx="1447800" cy="5715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1137" name="Google Shape;1137;p19"/>
          <p:cNvCxnSpPr/>
          <p:nvPr/>
        </p:nvCxnSpPr>
        <p:spPr>
          <a:xfrm flipH="1" rot="-5400000">
            <a:off x="2038350" y="4400550"/>
            <a:ext cx="1524000" cy="5715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1138" name="Google Shape;1138;p19"/>
          <p:cNvCxnSpPr/>
          <p:nvPr/>
        </p:nvCxnSpPr>
        <p:spPr>
          <a:xfrm flipH="1" rot="-5400000">
            <a:off x="5619750" y="2914650"/>
            <a:ext cx="1447800" cy="571500"/>
          </a:xfrm>
          <a:prstGeom prst="bentConnector3">
            <a:avLst>
              <a:gd fmla="val 50000" name="adj1"/>
            </a:avLst>
          </a:prstGeom>
          <a:noFill/>
          <a:ln cap="flat" cmpd="sng" w="9525">
            <a:solidFill>
              <a:schemeClr val="dk1"/>
            </a:solidFill>
            <a:prstDash val="solid"/>
            <a:miter lim="800000"/>
            <a:headEnd len="med" w="med" type="none"/>
            <a:tailEnd len="med" w="med" type="triangle"/>
          </a:ln>
        </p:spPr>
      </p:cxnSp>
      <p:cxnSp>
        <p:nvCxnSpPr>
          <p:cNvPr id="1139" name="Google Shape;1139;p19"/>
          <p:cNvCxnSpPr/>
          <p:nvPr/>
        </p:nvCxnSpPr>
        <p:spPr>
          <a:xfrm rot="-5400000">
            <a:off x="5581650" y="4400550"/>
            <a:ext cx="1524000" cy="571500"/>
          </a:xfrm>
          <a:prstGeom prst="bentConnector3">
            <a:avLst>
              <a:gd fmla="val 50000" name="adj1"/>
            </a:avLst>
          </a:prstGeom>
          <a:noFill/>
          <a:ln cap="flat" cmpd="sng" w="9525">
            <a:solidFill>
              <a:schemeClr val="dk1"/>
            </a:solidFill>
            <a:prstDash val="solid"/>
            <a:miter lim="800000"/>
            <a:headEnd len="med" w="med" type="none"/>
            <a:tailEnd len="med" w="med" type="triangle"/>
          </a:ln>
        </p:spPr>
      </p:cxnSp>
    </p:spTree>
  </p:cSld>
  <p:clrMapOvr>
    <a:masterClrMapping/>
  </p:clrMapOvr>
  <p:transition spd="slow">
    <p:checker dir="ver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20"/>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146" name="Google Shape;1146;p2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147" name="Google Shape;1147;p2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1148" name="Google Shape;1148;p20"/>
          <p:cNvSpPr txBox="1"/>
          <p:nvPr/>
        </p:nvSpPr>
        <p:spPr>
          <a:xfrm>
            <a:off x="457200" y="1447800"/>
            <a:ext cx="8229600" cy="4724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49" name="Google Shape;1149;p20"/>
          <p:cNvSpPr txBox="1"/>
          <p:nvPr/>
        </p:nvSpPr>
        <p:spPr>
          <a:xfrm>
            <a:off x="898525" y="5791200"/>
            <a:ext cx="596900" cy="393700"/>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Low</a:t>
            </a:r>
            <a:endParaRPr/>
          </a:p>
        </p:txBody>
      </p:sp>
      <p:cxnSp>
        <p:nvCxnSpPr>
          <p:cNvPr id="1150" name="Google Shape;1150;p20"/>
          <p:cNvCxnSpPr/>
          <p:nvPr/>
        </p:nvCxnSpPr>
        <p:spPr>
          <a:xfrm>
            <a:off x="1173162" y="1812925"/>
            <a:ext cx="0" cy="4033837"/>
          </a:xfrm>
          <a:prstGeom prst="straightConnector1">
            <a:avLst/>
          </a:prstGeom>
          <a:noFill/>
          <a:ln cap="flat" cmpd="sng" w="38100">
            <a:solidFill>
              <a:schemeClr val="dk1"/>
            </a:solidFill>
            <a:prstDash val="solid"/>
            <a:miter lim="800000"/>
            <a:headEnd len="med" w="med" type="triangle"/>
            <a:tailEnd len="med" w="med" type="triangle"/>
          </a:ln>
        </p:spPr>
      </p:cxnSp>
      <p:cxnSp>
        <p:nvCxnSpPr>
          <p:cNvPr id="1151" name="Google Shape;1151;p20"/>
          <p:cNvCxnSpPr/>
          <p:nvPr/>
        </p:nvCxnSpPr>
        <p:spPr>
          <a:xfrm>
            <a:off x="7943850" y="1812925"/>
            <a:ext cx="0" cy="4033837"/>
          </a:xfrm>
          <a:prstGeom prst="straightConnector1">
            <a:avLst/>
          </a:prstGeom>
          <a:noFill/>
          <a:ln cap="flat" cmpd="sng" w="38100">
            <a:solidFill>
              <a:schemeClr val="dk1"/>
            </a:solidFill>
            <a:prstDash val="solid"/>
            <a:miter lim="800000"/>
            <a:headEnd len="med" w="med" type="triangle"/>
            <a:tailEnd len="med" w="med" type="triangle"/>
          </a:ln>
        </p:spPr>
      </p:cxnSp>
      <p:sp>
        <p:nvSpPr>
          <p:cNvPr id="1152" name="Google Shape;1152;p20"/>
          <p:cNvSpPr/>
          <p:nvPr/>
        </p:nvSpPr>
        <p:spPr>
          <a:xfrm rot="10800000">
            <a:off x="1676400" y="1981200"/>
            <a:ext cx="5867400" cy="3616325"/>
          </a:xfrm>
          <a:prstGeom prst="rtTriangle">
            <a:avLst/>
          </a:prstGeom>
          <a:solidFill>
            <a:srgbClr val="990033"/>
          </a:solidFill>
          <a:ln>
            <a:noFill/>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53" name="Google Shape;1153;p20"/>
          <p:cNvSpPr/>
          <p:nvPr/>
        </p:nvSpPr>
        <p:spPr>
          <a:xfrm>
            <a:off x="1600200" y="2054225"/>
            <a:ext cx="5867400" cy="3616325"/>
          </a:xfrm>
          <a:prstGeom prst="rtTriangle">
            <a:avLst/>
          </a:prstGeom>
          <a:solidFill>
            <a:srgbClr val="336600"/>
          </a:solidFill>
          <a:ln>
            <a:noFill/>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54" name="Google Shape;1154;p20"/>
          <p:cNvSpPr txBox="1"/>
          <p:nvPr/>
        </p:nvSpPr>
        <p:spPr>
          <a:xfrm>
            <a:off x="1636712" y="4619625"/>
            <a:ext cx="2554287" cy="9429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F8F8"/>
              </a:buClr>
              <a:buSzPts val="2800"/>
              <a:buFont typeface="Arial"/>
              <a:buNone/>
            </a:pPr>
            <a:r>
              <a:rPr b="1" i="0" lang="en-US" sz="2800" u="none">
                <a:solidFill>
                  <a:srgbClr val="F8F8F8"/>
                </a:solidFill>
                <a:latin typeface="Arial"/>
                <a:ea typeface="Arial"/>
                <a:cs typeface="Arial"/>
                <a:sym typeface="Arial"/>
              </a:rPr>
              <a:t>Non-Profit</a:t>
            </a:r>
            <a:endParaRPr/>
          </a:p>
          <a:p>
            <a:pPr indent="0" lvl="0" marL="0" marR="0" rtl="0" algn="ctr">
              <a:lnSpc>
                <a:spcPct val="100000"/>
              </a:lnSpc>
              <a:spcBef>
                <a:spcPts val="0"/>
              </a:spcBef>
              <a:spcAft>
                <a:spcPts val="0"/>
              </a:spcAft>
              <a:buClr>
                <a:srgbClr val="F8F8F8"/>
              </a:buClr>
              <a:buSzPts val="2800"/>
              <a:buFont typeface="Arial"/>
              <a:buNone/>
            </a:pPr>
            <a:r>
              <a:rPr b="1" i="0" lang="en-US" sz="2800" u="none">
                <a:solidFill>
                  <a:srgbClr val="F8F8F8"/>
                </a:solidFill>
                <a:latin typeface="Arial"/>
                <a:ea typeface="Arial"/>
                <a:cs typeface="Arial"/>
                <a:sym typeface="Arial"/>
              </a:rPr>
              <a:t>Organizations</a:t>
            </a:r>
            <a:endParaRPr/>
          </a:p>
        </p:txBody>
      </p:sp>
      <p:sp>
        <p:nvSpPr>
          <p:cNvPr id="1155" name="Google Shape;1155;p20"/>
          <p:cNvSpPr txBox="1"/>
          <p:nvPr/>
        </p:nvSpPr>
        <p:spPr>
          <a:xfrm>
            <a:off x="4953000" y="2057400"/>
            <a:ext cx="2554287" cy="9429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For-Profit</a:t>
            </a:r>
            <a:endParaRPr/>
          </a:p>
          <a:p>
            <a:pPr indent="0" lvl="0" marL="0" marR="0" rtl="0" algn="ctr">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Organizations</a:t>
            </a:r>
            <a:endParaRPr/>
          </a:p>
        </p:txBody>
      </p:sp>
      <p:sp>
        <p:nvSpPr>
          <p:cNvPr id="1156" name="Google Shape;1156;p20"/>
          <p:cNvSpPr txBox="1"/>
          <p:nvPr/>
        </p:nvSpPr>
        <p:spPr>
          <a:xfrm>
            <a:off x="7624762" y="1435100"/>
            <a:ext cx="596900" cy="393700"/>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Low</a:t>
            </a:r>
            <a:endParaRPr/>
          </a:p>
        </p:txBody>
      </p:sp>
      <p:sp>
        <p:nvSpPr>
          <p:cNvPr id="1157" name="Google Shape;1157;p20"/>
          <p:cNvSpPr txBox="1"/>
          <p:nvPr/>
        </p:nvSpPr>
        <p:spPr>
          <a:xfrm>
            <a:off x="881062" y="1435100"/>
            <a:ext cx="642937" cy="393700"/>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High</a:t>
            </a:r>
            <a:endParaRPr/>
          </a:p>
        </p:txBody>
      </p:sp>
      <p:sp>
        <p:nvSpPr>
          <p:cNvPr id="1158" name="Google Shape;1158;p20"/>
          <p:cNvSpPr txBox="1"/>
          <p:nvPr/>
        </p:nvSpPr>
        <p:spPr>
          <a:xfrm rot="-5400000">
            <a:off x="-57943" y="3607593"/>
            <a:ext cx="2459037" cy="393700"/>
          </a:xfrm>
          <a:prstGeom prst="rect">
            <a:avLst/>
          </a:prstGeom>
          <a:solidFill>
            <a:srgbClr val="F8F8F8"/>
          </a:solid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Personal Consumption</a:t>
            </a:r>
            <a:endParaRPr/>
          </a:p>
        </p:txBody>
      </p:sp>
      <p:sp>
        <p:nvSpPr>
          <p:cNvPr id="1159" name="Google Shape;1159;p20"/>
          <p:cNvSpPr txBox="1"/>
          <p:nvPr/>
        </p:nvSpPr>
        <p:spPr>
          <a:xfrm>
            <a:off x="7618412" y="5791200"/>
            <a:ext cx="642937" cy="393700"/>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High</a:t>
            </a:r>
            <a:endParaRPr/>
          </a:p>
        </p:txBody>
      </p:sp>
      <p:sp>
        <p:nvSpPr>
          <p:cNvPr id="1160" name="Google Shape;1160;p20"/>
          <p:cNvSpPr txBox="1"/>
          <p:nvPr/>
        </p:nvSpPr>
        <p:spPr>
          <a:xfrm rot="5400000">
            <a:off x="7130256" y="3607593"/>
            <a:ext cx="1671637" cy="393700"/>
          </a:xfrm>
          <a:prstGeom prst="rect">
            <a:avLst/>
          </a:prstGeom>
          <a:solidFill>
            <a:srgbClr val="F8F8F8"/>
          </a:solid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Helping Others</a:t>
            </a:r>
            <a:endParaRPr/>
          </a:p>
        </p:txBody>
      </p:sp>
      <p:sp>
        <p:nvSpPr>
          <p:cNvPr id="1161" name="Google Shape;1161;p20"/>
          <p:cNvSpPr txBox="1"/>
          <p:nvPr>
            <p:ph type="title"/>
          </p:nvPr>
        </p:nvSpPr>
        <p:spPr>
          <a:xfrm>
            <a:off x="457200" y="381000"/>
            <a:ext cx="8229600" cy="10668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600"/>
              <a:buFont typeface="Tahoma"/>
              <a:buNone/>
            </a:pPr>
            <a:r>
              <a:rPr b="1" i="0" lang="en-US" sz="3600" u="none">
                <a:solidFill>
                  <a:schemeClr val="lt1"/>
                </a:solidFill>
                <a:latin typeface="Tahoma"/>
                <a:ea typeface="Tahoma"/>
                <a:cs typeface="Tahoma"/>
                <a:sym typeface="Tahoma"/>
              </a:rPr>
              <a:t>Sales and Fundraising Messages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2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168" name="Google Shape;1168;p2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169" name="Google Shape;1169;p2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1170" name="Google Shape;1170;p21"/>
          <p:cNvSpPr txBox="1"/>
          <p:nvPr/>
        </p:nvSpPr>
        <p:spPr>
          <a:xfrm>
            <a:off x="457200" y="1981200"/>
            <a:ext cx="8229600" cy="41910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71" name="Google Shape;1171;p21"/>
          <p:cNvSpPr txBox="1"/>
          <p:nvPr>
            <p:ph type="title"/>
          </p:nvPr>
        </p:nvSpPr>
        <p:spPr>
          <a:xfrm>
            <a:off x="457200" y="381000"/>
            <a:ext cx="8229600" cy="1600200"/>
          </a:xfrm>
          <a:prstGeom prst="rect">
            <a:avLst/>
          </a:prstGeom>
          <a:solidFill>
            <a:srgbClr val="0033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Sales Message Strategies</a:t>
            </a:r>
            <a:endParaRPr/>
          </a:p>
        </p:txBody>
      </p:sp>
      <p:grpSp>
        <p:nvGrpSpPr>
          <p:cNvPr id="1172" name="Google Shape;1172;p21"/>
          <p:cNvGrpSpPr/>
          <p:nvPr/>
        </p:nvGrpSpPr>
        <p:grpSpPr>
          <a:xfrm>
            <a:off x="4572000" y="1981200"/>
            <a:ext cx="4114800" cy="4191000"/>
            <a:chOff x="2880" y="1248"/>
            <a:chExt cx="2592" cy="1980"/>
          </a:xfrm>
        </p:grpSpPr>
        <p:sp>
          <p:nvSpPr>
            <p:cNvPr id="1173" name="Google Shape;1173;p21"/>
            <p:cNvSpPr txBox="1"/>
            <p:nvPr/>
          </p:nvSpPr>
          <p:spPr>
            <a:xfrm>
              <a:off x="2880" y="1248"/>
              <a:ext cx="2592" cy="66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Emphasizing</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Selling Points</a:t>
              </a:r>
              <a:endParaRPr/>
            </a:p>
          </p:txBody>
        </p:sp>
        <p:sp>
          <p:nvSpPr>
            <p:cNvPr id="1174" name="Google Shape;1174;p21"/>
            <p:cNvSpPr txBox="1"/>
            <p:nvPr/>
          </p:nvSpPr>
          <p:spPr>
            <a:xfrm>
              <a:off x="2880" y="1908"/>
              <a:ext cx="2592" cy="66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Stressing Benefits</a:t>
              </a:r>
              <a:endParaRPr/>
            </a:p>
          </p:txBody>
        </p:sp>
        <p:sp>
          <p:nvSpPr>
            <p:cNvPr id="1175" name="Google Shape;1175;p21"/>
            <p:cNvSpPr txBox="1"/>
            <p:nvPr/>
          </p:nvSpPr>
          <p:spPr>
            <a:xfrm>
              <a:off x="2880" y="2568"/>
              <a:ext cx="2592" cy="66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Remembering</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Legal Issues</a:t>
              </a:r>
              <a:endParaRPr/>
            </a:p>
          </p:txBody>
        </p:sp>
      </p:grpSp>
      <p:grpSp>
        <p:nvGrpSpPr>
          <p:cNvPr id="1176" name="Google Shape;1176;p21"/>
          <p:cNvGrpSpPr/>
          <p:nvPr/>
        </p:nvGrpSpPr>
        <p:grpSpPr>
          <a:xfrm>
            <a:off x="781050" y="2362200"/>
            <a:ext cx="3333750" cy="3727450"/>
            <a:chOff x="492" y="1488"/>
            <a:chExt cx="2100" cy="2348"/>
          </a:xfrm>
        </p:grpSpPr>
        <p:sp>
          <p:nvSpPr>
            <p:cNvPr id="1177" name="Google Shape;1177;p21"/>
            <p:cNvSpPr/>
            <p:nvPr/>
          </p:nvSpPr>
          <p:spPr>
            <a:xfrm>
              <a:off x="885" y="1499"/>
              <a:ext cx="789" cy="459"/>
            </a:xfrm>
            <a:custGeom>
              <a:rect b="b" l="l" r="r" t="t"/>
              <a:pathLst>
                <a:path extrusionOk="0" h="422" w="761">
                  <a:moveTo>
                    <a:pt x="761" y="116"/>
                  </a:moveTo>
                  <a:lnTo>
                    <a:pt x="739" y="30"/>
                  </a:lnTo>
                  <a:lnTo>
                    <a:pt x="672" y="8"/>
                  </a:lnTo>
                  <a:lnTo>
                    <a:pt x="606" y="13"/>
                  </a:lnTo>
                  <a:lnTo>
                    <a:pt x="516" y="4"/>
                  </a:lnTo>
                  <a:lnTo>
                    <a:pt x="409" y="0"/>
                  </a:lnTo>
                  <a:lnTo>
                    <a:pt x="317" y="22"/>
                  </a:lnTo>
                  <a:lnTo>
                    <a:pt x="254" y="58"/>
                  </a:lnTo>
                  <a:lnTo>
                    <a:pt x="160" y="84"/>
                  </a:lnTo>
                  <a:lnTo>
                    <a:pt x="80" y="111"/>
                  </a:lnTo>
                  <a:lnTo>
                    <a:pt x="36" y="204"/>
                  </a:lnTo>
                  <a:lnTo>
                    <a:pt x="71" y="258"/>
                  </a:lnTo>
                  <a:lnTo>
                    <a:pt x="0" y="298"/>
                  </a:lnTo>
                  <a:lnTo>
                    <a:pt x="102" y="377"/>
                  </a:lnTo>
                  <a:lnTo>
                    <a:pt x="249" y="422"/>
                  </a:lnTo>
                  <a:lnTo>
                    <a:pt x="761" y="116"/>
                  </a:lnTo>
                  <a:lnTo>
                    <a:pt x="761" y="116"/>
                  </a:lnTo>
                  <a:close/>
                </a:path>
              </a:pathLst>
            </a:custGeom>
            <a:solidFill>
              <a:srgbClr val="8C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78" name="Google Shape;1178;p21"/>
            <p:cNvSpPr/>
            <p:nvPr/>
          </p:nvSpPr>
          <p:spPr>
            <a:xfrm>
              <a:off x="1974" y="2361"/>
              <a:ext cx="614" cy="679"/>
            </a:xfrm>
            <a:custGeom>
              <a:rect b="b" l="l" r="r" t="t"/>
              <a:pathLst>
                <a:path extrusionOk="0" h="624" w="593">
                  <a:moveTo>
                    <a:pt x="93" y="169"/>
                  </a:moveTo>
                  <a:lnTo>
                    <a:pt x="165" y="142"/>
                  </a:lnTo>
                  <a:lnTo>
                    <a:pt x="227" y="0"/>
                  </a:lnTo>
                  <a:lnTo>
                    <a:pt x="570" y="58"/>
                  </a:lnTo>
                  <a:lnTo>
                    <a:pt x="593" y="124"/>
                  </a:lnTo>
                  <a:lnTo>
                    <a:pt x="370" y="624"/>
                  </a:lnTo>
                  <a:lnTo>
                    <a:pt x="17" y="534"/>
                  </a:lnTo>
                  <a:lnTo>
                    <a:pt x="0" y="472"/>
                  </a:lnTo>
                  <a:lnTo>
                    <a:pt x="93" y="253"/>
                  </a:lnTo>
                  <a:lnTo>
                    <a:pt x="67" y="200"/>
                  </a:lnTo>
                  <a:lnTo>
                    <a:pt x="93" y="169"/>
                  </a:lnTo>
                  <a:lnTo>
                    <a:pt x="93" y="169"/>
                  </a:lnTo>
                  <a:close/>
                </a:path>
              </a:pathLst>
            </a:custGeom>
            <a:solidFill>
              <a:srgbClr val="EBC5B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79" name="Google Shape;1179;p21"/>
            <p:cNvSpPr/>
            <p:nvPr/>
          </p:nvSpPr>
          <p:spPr>
            <a:xfrm>
              <a:off x="502" y="2235"/>
              <a:ext cx="310" cy="610"/>
            </a:xfrm>
            <a:custGeom>
              <a:rect b="b" l="l" r="r" t="t"/>
              <a:pathLst>
                <a:path extrusionOk="0" h="561" w="299">
                  <a:moveTo>
                    <a:pt x="103" y="22"/>
                  </a:moveTo>
                  <a:lnTo>
                    <a:pt x="13" y="0"/>
                  </a:lnTo>
                  <a:lnTo>
                    <a:pt x="0" y="561"/>
                  </a:lnTo>
                  <a:lnTo>
                    <a:pt x="299" y="516"/>
                  </a:lnTo>
                  <a:lnTo>
                    <a:pt x="259" y="90"/>
                  </a:lnTo>
                  <a:lnTo>
                    <a:pt x="103" y="22"/>
                  </a:lnTo>
                  <a:lnTo>
                    <a:pt x="103" y="22"/>
                  </a:lnTo>
                  <a:close/>
                </a:path>
              </a:pathLst>
            </a:custGeom>
            <a:solidFill>
              <a:srgbClr val="F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0" name="Google Shape;1180;p21"/>
            <p:cNvSpPr/>
            <p:nvPr/>
          </p:nvSpPr>
          <p:spPr>
            <a:xfrm>
              <a:off x="549" y="2138"/>
              <a:ext cx="271" cy="654"/>
            </a:xfrm>
            <a:custGeom>
              <a:rect b="b" l="l" r="r" t="t"/>
              <a:pathLst>
                <a:path extrusionOk="0" h="601" w="262">
                  <a:moveTo>
                    <a:pt x="115" y="40"/>
                  </a:moveTo>
                  <a:lnTo>
                    <a:pt x="26" y="0"/>
                  </a:lnTo>
                  <a:lnTo>
                    <a:pt x="0" y="601"/>
                  </a:lnTo>
                  <a:lnTo>
                    <a:pt x="262" y="556"/>
                  </a:lnTo>
                  <a:lnTo>
                    <a:pt x="115" y="40"/>
                  </a:lnTo>
                  <a:lnTo>
                    <a:pt x="115" y="40"/>
                  </a:lnTo>
                  <a:close/>
                </a:path>
              </a:pathLst>
            </a:custGeom>
            <a:solidFill>
              <a:srgbClr val="E5CB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1" name="Google Shape;1181;p21"/>
            <p:cNvSpPr/>
            <p:nvPr/>
          </p:nvSpPr>
          <p:spPr>
            <a:xfrm>
              <a:off x="572" y="2110"/>
              <a:ext cx="383" cy="664"/>
            </a:xfrm>
            <a:custGeom>
              <a:rect b="b" l="l" r="r" t="t"/>
              <a:pathLst>
                <a:path extrusionOk="0" h="610" w="370">
                  <a:moveTo>
                    <a:pt x="80" y="0"/>
                  </a:moveTo>
                  <a:lnTo>
                    <a:pt x="370" y="129"/>
                  </a:lnTo>
                  <a:lnTo>
                    <a:pt x="263" y="587"/>
                  </a:lnTo>
                  <a:lnTo>
                    <a:pt x="0" y="610"/>
                  </a:lnTo>
                  <a:lnTo>
                    <a:pt x="80" y="0"/>
                  </a:lnTo>
                  <a:lnTo>
                    <a:pt x="80" y="0"/>
                  </a:lnTo>
                  <a:close/>
                </a:path>
              </a:pathLst>
            </a:custGeom>
            <a:solidFill>
              <a:srgbClr val="FFF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2" name="Google Shape;1182;p21"/>
            <p:cNvSpPr/>
            <p:nvPr/>
          </p:nvSpPr>
          <p:spPr>
            <a:xfrm>
              <a:off x="540" y="2559"/>
              <a:ext cx="1489" cy="1266"/>
            </a:xfrm>
            <a:custGeom>
              <a:rect b="b" l="l" r="r" t="t"/>
              <a:pathLst>
                <a:path extrusionOk="0" h="1163" w="1438">
                  <a:moveTo>
                    <a:pt x="334" y="0"/>
                  </a:moveTo>
                  <a:lnTo>
                    <a:pt x="476" y="32"/>
                  </a:lnTo>
                  <a:lnTo>
                    <a:pt x="690" y="5"/>
                  </a:lnTo>
                  <a:lnTo>
                    <a:pt x="1167" y="85"/>
                  </a:lnTo>
                  <a:lnTo>
                    <a:pt x="1331" y="50"/>
                  </a:lnTo>
                  <a:lnTo>
                    <a:pt x="1435" y="14"/>
                  </a:lnTo>
                  <a:lnTo>
                    <a:pt x="1438" y="81"/>
                  </a:lnTo>
                  <a:lnTo>
                    <a:pt x="1327" y="187"/>
                  </a:lnTo>
                  <a:lnTo>
                    <a:pt x="1247" y="240"/>
                  </a:lnTo>
                  <a:lnTo>
                    <a:pt x="1163" y="277"/>
                  </a:lnTo>
                  <a:lnTo>
                    <a:pt x="1158" y="472"/>
                  </a:lnTo>
                  <a:lnTo>
                    <a:pt x="1216" y="517"/>
                  </a:lnTo>
                  <a:lnTo>
                    <a:pt x="1037" y="553"/>
                  </a:lnTo>
                  <a:lnTo>
                    <a:pt x="1105" y="753"/>
                  </a:lnTo>
                  <a:lnTo>
                    <a:pt x="1095" y="913"/>
                  </a:lnTo>
                  <a:lnTo>
                    <a:pt x="984" y="1092"/>
                  </a:lnTo>
                  <a:lnTo>
                    <a:pt x="958" y="1163"/>
                  </a:lnTo>
                  <a:lnTo>
                    <a:pt x="895" y="1019"/>
                  </a:lnTo>
                  <a:lnTo>
                    <a:pt x="890" y="887"/>
                  </a:lnTo>
                  <a:lnTo>
                    <a:pt x="832" y="771"/>
                  </a:lnTo>
                  <a:lnTo>
                    <a:pt x="766" y="718"/>
                  </a:lnTo>
                  <a:lnTo>
                    <a:pt x="690" y="703"/>
                  </a:lnTo>
                  <a:lnTo>
                    <a:pt x="588" y="722"/>
                  </a:lnTo>
                  <a:lnTo>
                    <a:pt x="481" y="771"/>
                  </a:lnTo>
                  <a:lnTo>
                    <a:pt x="375" y="815"/>
                  </a:lnTo>
                  <a:lnTo>
                    <a:pt x="258" y="837"/>
                  </a:lnTo>
                  <a:lnTo>
                    <a:pt x="147" y="832"/>
                  </a:lnTo>
                  <a:lnTo>
                    <a:pt x="98" y="819"/>
                  </a:lnTo>
                  <a:lnTo>
                    <a:pt x="0" y="832"/>
                  </a:lnTo>
                  <a:lnTo>
                    <a:pt x="45" y="700"/>
                  </a:lnTo>
                  <a:lnTo>
                    <a:pt x="178" y="664"/>
                  </a:lnTo>
                  <a:lnTo>
                    <a:pt x="299" y="495"/>
                  </a:lnTo>
                  <a:lnTo>
                    <a:pt x="334" y="392"/>
                  </a:lnTo>
                  <a:lnTo>
                    <a:pt x="200" y="348"/>
                  </a:lnTo>
                  <a:lnTo>
                    <a:pt x="436" y="187"/>
                  </a:lnTo>
                  <a:lnTo>
                    <a:pt x="316" y="27"/>
                  </a:lnTo>
                  <a:lnTo>
                    <a:pt x="334" y="0"/>
                  </a:lnTo>
                  <a:lnTo>
                    <a:pt x="334" y="0"/>
                  </a:lnTo>
                  <a:close/>
                </a:path>
              </a:pathLst>
            </a:custGeom>
            <a:solidFill>
              <a:srgbClr val="CCA6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3" name="Google Shape;1183;p21"/>
            <p:cNvSpPr/>
            <p:nvPr/>
          </p:nvSpPr>
          <p:spPr>
            <a:xfrm>
              <a:off x="1138" y="2685"/>
              <a:ext cx="559" cy="320"/>
            </a:xfrm>
            <a:custGeom>
              <a:rect b="b" l="l" r="r" t="t"/>
              <a:pathLst>
                <a:path extrusionOk="0" h="294" w="540">
                  <a:moveTo>
                    <a:pt x="206" y="13"/>
                  </a:moveTo>
                  <a:lnTo>
                    <a:pt x="0" y="223"/>
                  </a:lnTo>
                  <a:lnTo>
                    <a:pt x="147" y="276"/>
                  </a:lnTo>
                  <a:lnTo>
                    <a:pt x="312" y="290"/>
                  </a:lnTo>
                  <a:lnTo>
                    <a:pt x="442" y="294"/>
                  </a:lnTo>
                  <a:lnTo>
                    <a:pt x="540" y="253"/>
                  </a:lnTo>
                  <a:lnTo>
                    <a:pt x="474" y="0"/>
                  </a:lnTo>
                  <a:lnTo>
                    <a:pt x="206" y="13"/>
                  </a:lnTo>
                  <a:lnTo>
                    <a:pt x="206" y="13"/>
                  </a:lnTo>
                  <a:close/>
                </a:path>
              </a:pathLst>
            </a:custGeom>
            <a:solidFill>
              <a:srgbClr val="003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4" name="Google Shape;1184;p21"/>
            <p:cNvSpPr/>
            <p:nvPr/>
          </p:nvSpPr>
          <p:spPr>
            <a:xfrm>
              <a:off x="1222" y="2729"/>
              <a:ext cx="250" cy="436"/>
            </a:xfrm>
            <a:custGeom>
              <a:rect b="b" l="l" r="r" t="t"/>
              <a:pathLst>
                <a:path extrusionOk="0" h="401" w="241">
                  <a:moveTo>
                    <a:pt x="200" y="10"/>
                  </a:moveTo>
                  <a:lnTo>
                    <a:pt x="152" y="121"/>
                  </a:lnTo>
                  <a:lnTo>
                    <a:pt x="102" y="200"/>
                  </a:lnTo>
                  <a:lnTo>
                    <a:pt x="0" y="286"/>
                  </a:lnTo>
                  <a:lnTo>
                    <a:pt x="36" y="401"/>
                  </a:lnTo>
                  <a:lnTo>
                    <a:pt x="138" y="392"/>
                  </a:lnTo>
                  <a:lnTo>
                    <a:pt x="196" y="271"/>
                  </a:lnTo>
                  <a:lnTo>
                    <a:pt x="231" y="139"/>
                  </a:lnTo>
                  <a:lnTo>
                    <a:pt x="241" y="0"/>
                  </a:lnTo>
                  <a:lnTo>
                    <a:pt x="200" y="10"/>
                  </a:lnTo>
                  <a:lnTo>
                    <a:pt x="200" y="10"/>
                  </a:lnTo>
                  <a:close/>
                </a:path>
              </a:pathLst>
            </a:custGeom>
            <a:solidFill>
              <a:srgbClr val="FF99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5" name="Google Shape;1185;p21"/>
            <p:cNvSpPr/>
            <p:nvPr/>
          </p:nvSpPr>
          <p:spPr>
            <a:xfrm>
              <a:off x="1978" y="2535"/>
              <a:ext cx="124" cy="107"/>
            </a:xfrm>
            <a:custGeom>
              <a:rect b="b" l="l" r="r" t="t"/>
              <a:pathLst>
                <a:path extrusionOk="0" h="98" w="120">
                  <a:moveTo>
                    <a:pt x="0" y="49"/>
                  </a:moveTo>
                  <a:lnTo>
                    <a:pt x="63" y="0"/>
                  </a:lnTo>
                  <a:lnTo>
                    <a:pt x="107" y="4"/>
                  </a:lnTo>
                  <a:lnTo>
                    <a:pt x="120" y="54"/>
                  </a:lnTo>
                  <a:lnTo>
                    <a:pt x="23" y="98"/>
                  </a:lnTo>
                  <a:lnTo>
                    <a:pt x="0" y="49"/>
                  </a:lnTo>
                  <a:lnTo>
                    <a:pt x="0" y="49"/>
                  </a:lnTo>
                  <a:close/>
                </a:path>
              </a:pathLst>
            </a:custGeom>
            <a:solidFill>
              <a:srgbClr val="F2D8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6" name="Google Shape;1186;p21"/>
            <p:cNvSpPr/>
            <p:nvPr/>
          </p:nvSpPr>
          <p:spPr>
            <a:xfrm>
              <a:off x="771" y="2482"/>
              <a:ext cx="141" cy="121"/>
            </a:xfrm>
            <a:custGeom>
              <a:rect b="b" l="l" r="r" t="t"/>
              <a:pathLst>
                <a:path extrusionOk="0" h="111" w="137">
                  <a:moveTo>
                    <a:pt x="137" y="67"/>
                  </a:moveTo>
                  <a:lnTo>
                    <a:pt x="63" y="0"/>
                  </a:lnTo>
                  <a:lnTo>
                    <a:pt x="0" y="45"/>
                  </a:lnTo>
                  <a:lnTo>
                    <a:pt x="93" y="111"/>
                  </a:lnTo>
                  <a:lnTo>
                    <a:pt x="137" y="67"/>
                  </a:lnTo>
                  <a:lnTo>
                    <a:pt x="137" y="67"/>
                  </a:lnTo>
                  <a:close/>
                </a:path>
              </a:pathLst>
            </a:custGeom>
            <a:solidFill>
              <a:srgbClr val="F2D8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7" name="Google Shape;1187;p21"/>
            <p:cNvSpPr/>
            <p:nvPr/>
          </p:nvSpPr>
          <p:spPr>
            <a:xfrm>
              <a:off x="1015" y="1586"/>
              <a:ext cx="973" cy="1139"/>
            </a:xfrm>
            <a:custGeom>
              <a:rect b="b" l="l" r="r" t="t"/>
              <a:pathLst>
                <a:path extrusionOk="0" h="1046" w="940">
                  <a:moveTo>
                    <a:pt x="446" y="0"/>
                  </a:moveTo>
                  <a:lnTo>
                    <a:pt x="352" y="0"/>
                  </a:lnTo>
                  <a:lnTo>
                    <a:pt x="289" y="31"/>
                  </a:lnTo>
                  <a:lnTo>
                    <a:pt x="240" y="84"/>
                  </a:lnTo>
                  <a:lnTo>
                    <a:pt x="192" y="147"/>
                  </a:lnTo>
                  <a:lnTo>
                    <a:pt x="160" y="200"/>
                  </a:lnTo>
                  <a:lnTo>
                    <a:pt x="111" y="253"/>
                  </a:lnTo>
                  <a:lnTo>
                    <a:pt x="80" y="315"/>
                  </a:lnTo>
                  <a:lnTo>
                    <a:pt x="63" y="391"/>
                  </a:lnTo>
                  <a:lnTo>
                    <a:pt x="0" y="431"/>
                  </a:lnTo>
                  <a:lnTo>
                    <a:pt x="4" y="542"/>
                  </a:lnTo>
                  <a:lnTo>
                    <a:pt x="155" y="823"/>
                  </a:lnTo>
                  <a:lnTo>
                    <a:pt x="253" y="939"/>
                  </a:lnTo>
                  <a:lnTo>
                    <a:pt x="365" y="1037"/>
                  </a:lnTo>
                  <a:lnTo>
                    <a:pt x="463" y="1046"/>
                  </a:lnTo>
                  <a:lnTo>
                    <a:pt x="565" y="1023"/>
                  </a:lnTo>
                  <a:lnTo>
                    <a:pt x="811" y="850"/>
                  </a:lnTo>
                  <a:lnTo>
                    <a:pt x="908" y="694"/>
                  </a:lnTo>
                  <a:lnTo>
                    <a:pt x="940" y="587"/>
                  </a:lnTo>
                  <a:lnTo>
                    <a:pt x="930" y="454"/>
                  </a:lnTo>
                  <a:lnTo>
                    <a:pt x="922" y="355"/>
                  </a:lnTo>
                  <a:lnTo>
                    <a:pt x="903" y="297"/>
                  </a:lnTo>
                  <a:lnTo>
                    <a:pt x="832" y="280"/>
                  </a:lnTo>
                  <a:lnTo>
                    <a:pt x="659" y="75"/>
                  </a:lnTo>
                  <a:lnTo>
                    <a:pt x="578" y="13"/>
                  </a:lnTo>
                  <a:lnTo>
                    <a:pt x="446" y="0"/>
                  </a:lnTo>
                  <a:lnTo>
                    <a:pt x="446" y="0"/>
                  </a:lnTo>
                  <a:close/>
                </a:path>
              </a:pathLst>
            </a:custGeom>
            <a:solidFill>
              <a:srgbClr val="F2D8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8" name="Google Shape;1188;p21"/>
            <p:cNvSpPr/>
            <p:nvPr/>
          </p:nvSpPr>
          <p:spPr>
            <a:xfrm>
              <a:off x="1157" y="1644"/>
              <a:ext cx="743" cy="954"/>
            </a:xfrm>
            <a:custGeom>
              <a:rect b="b" l="l" r="r" t="t"/>
              <a:pathLst>
                <a:path extrusionOk="0" h="877" w="718">
                  <a:moveTo>
                    <a:pt x="268" y="4"/>
                  </a:moveTo>
                  <a:lnTo>
                    <a:pt x="179" y="22"/>
                  </a:lnTo>
                  <a:lnTo>
                    <a:pt x="129" y="67"/>
                  </a:lnTo>
                  <a:lnTo>
                    <a:pt x="81" y="142"/>
                  </a:lnTo>
                  <a:lnTo>
                    <a:pt x="36" y="241"/>
                  </a:lnTo>
                  <a:lnTo>
                    <a:pt x="0" y="383"/>
                  </a:lnTo>
                  <a:lnTo>
                    <a:pt x="5" y="512"/>
                  </a:lnTo>
                  <a:lnTo>
                    <a:pt x="36" y="601"/>
                  </a:lnTo>
                  <a:lnTo>
                    <a:pt x="86" y="699"/>
                  </a:lnTo>
                  <a:lnTo>
                    <a:pt x="144" y="775"/>
                  </a:lnTo>
                  <a:lnTo>
                    <a:pt x="201" y="837"/>
                  </a:lnTo>
                  <a:lnTo>
                    <a:pt x="250" y="868"/>
                  </a:lnTo>
                  <a:lnTo>
                    <a:pt x="309" y="877"/>
                  </a:lnTo>
                  <a:lnTo>
                    <a:pt x="375" y="873"/>
                  </a:lnTo>
                  <a:lnTo>
                    <a:pt x="495" y="806"/>
                  </a:lnTo>
                  <a:lnTo>
                    <a:pt x="585" y="721"/>
                  </a:lnTo>
                  <a:lnTo>
                    <a:pt x="659" y="628"/>
                  </a:lnTo>
                  <a:lnTo>
                    <a:pt x="713" y="517"/>
                  </a:lnTo>
                  <a:lnTo>
                    <a:pt x="718" y="428"/>
                  </a:lnTo>
                  <a:lnTo>
                    <a:pt x="691" y="330"/>
                  </a:lnTo>
                  <a:lnTo>
                    <a:pt x="616" y="223"/>
                  </a:lnTo>
                  <a:lnTo>
                    <a:pt x="469" y="94"/>
                  </a:lnTo>
                  <a:lnTo>
                    <a:pt x="397" y="36"/>
                  </a:lnTo>
                  <a:lnTo>
                    <a:pt x="335" y="0"/>
                  </a:lnTo>
                  <a:lnTo>
                    <a:pt x="268" y="4"/>
                  </a:lnTo>
                  <a:lnTo>
                    <a:pt x="268" y="4"/>
                  </a:lnTo>
                  <a:close/>
                </a:path>
              </a:pathLst>
            </a:custGeom>
            <a:solidFill>
              <a:srgbClr val="FFE5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9" name="Google Shape;1189;p21"/>
            <p:cNvSpPr/>
            <p:nvPr/>
          </p:nvSpPr>
          <p:spPr>
            <a:xfrm>
              <a:off x="1980" y="2344"/>
              <a:ext cx="612" cy="682"/>
            </a:xfrm>
            <a:custGeom>
              <a:rect b="b" l="l" r="r" t="t"/>
              <a:pathLst>
                <a:path extrusionOk="0" h="627" w="591">
                  <a:moveTo>
                    <a:pt x="85" y="174"/>
                  </a:moveTo>
                  <a:lnTo>
                    <a:pt x="129" y="155"/>
                  </a:lnTo>
                  <a:lnTo>
                    <a:pt x="156" y="146"/>
                  </a:lnTo>
                  <a:lnTo>
                    <a:pt x="223" y="0"/>
                  </a:lnTo>
                  <a:lnTo>
                    <a:pt x="404" y="33"/>
                  </a:lnTo>
                  <a:lnTo>
                    <a:pt x="534" y="59"/>
                  </a:lnTo>
                  <a:lnTo>
                    <a:pt x="570" y="75"/>
                  </a:lnTo>
                  <a:lnTo>
                    <a:pt x="591" y="114"/>
                  </a:lnTo>
                  <a:lnTo>
                    <a:pt x="585" y="165"/>
                  </a:lnTo>
                  <a:lnTo>
                    <a:pt x="536" y="281"/>
                  </a:lnTo>
                  <a:lnTo>
                    <a:pt x="444" y="487"/>
                  </a:lnTo>
                  <a:lnTo>
                    <a:pt x="403" y="583"/>
                  </a:lnTo>
                  <a:lnTo>
                    <a:pt x="378" y="617"/>
                  </a:lnTo>
                  <a:lnTo>
                    <a:pt x="354" y="627"/>
                  </a:lnTo>
                  <a:lnTo>
                    <a:pt x="309" y="625"/>
                  </a:lnTo>
                  <a:lnTo>
                    <a:pt x="223" y="601"/>
                  </a:lnTo>
                  <a:lnTo>
                    <a:pt x="89" y="577"/>
                  </a:lnTo>
                  <a:lnTo>
                    <a:pt x="34" y="558"/>
                  </a:lnTo>
                  <a:lnTo>
                    <a:pt x="6" y="530"/>
                  </a:lnTo>
                  <a:lnTo>
                    <a:pt x="0" y="492"/>
                  </a:lnTo>
                  <a:lnTo>
                    <a:pt x="38" y="402"/>
                  </a:lnTo>
                  <a:lnTo>
                    <a:pt x="81" y="281"/>
                  </a:lnTo>
                  <a:lnTo>
                    <a:pt x="66" y="262"/>
                  </a:lnTo>
                  <a:lnTo>
                    <a:pt x="91" y="237"/>
                  </a:lnTo>
                  <a:lnTo>
                    <a:pt x="119" y="295"/>
                  </a:lnTo>
                  <a:lnTo>
                    <a:pt x="123" y="305"/>
                  </a:lnTo>
                  <a:lnTo>
                    <a:pt x="121" y="318"/>
                  </a:lnTo>
                  <a:lnTo>
                    <a:pt x="80" y="403"/>
                  </a:lnTo>
                  <a:lnTo>
                    <a:pt x="44" y="476"/>
                  </a:lnTo>
                  <a:lnTo>
                    <a:pt x="44" y="508"/>
                  </a:lnTo>
                  <a:lnTo>
                    <a:pt x="60" y="526"/>
                  </a:lnTo>
                  <a:lnTo>
                    <a:pt x="207" y="557"/>
                  </a:lnTo>
                  <a:lnTo>
                    <a:pt x="319" y="582"/>
                  </a:lnTo>
                  <a:lnTo>
                    <a:pt x="351" y="583"/>
                  </a:lnTo>
                  <a:lnTo>
                    <a:pt x="372" y="541"/>
                  </a:lnTo>
                  <a:lnTo>
                    <a:pt x="467" y="342"/>
                  </a:lnTo>
                  <a:lnTo>
                    <a:pt x="550" y="153"/>
                  </a:lnTo>
                  <a:lnTo>
                    <a:pt x="551" y="125"/>
                  </a:lnTo>
                  <a:lnTo>
                    <a:pt x="523" y="102"/>
                  </a:lnTo>
                  <a:lnTo>
                    <a:pt x="288" y="49"/>
                  </a:lnTo>
                  <a:lnTo>
                    <a:pt x="250" y="39"/>
                  </a:lnTo>
                  <a:lnTo>
                    <a:pt x="228" y="59"/>
                  </a:lnTo>
                  <a:lnTo>
                    <a:pt x="188" y="146"/>
                  </a:lnTo>
                  <a:lnTo>
                    <a:pt x="159" y="177"/>
                  </a:lnTo>
                  <a:lnTo>
                    <a:pt x="137" y="180"/>
                  </a:lnTo>
                  <a:lnTo>
                    <a:pt x="112" y="187"/>
                  </a:lnTo>
                  <a:lnTo>
                    <a:pt x="96" y="209"/>
                  </a:lnTo>
                  <a:lnTo>
                    <a:pt x="85" y="174"/>
                  </a:lnTo>
                  <a:lnTo>
                    <a:pt x="85" y="174"/>
                  </a:lnTo>
                  <a:lnTo>
                    <a:pt x="8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90" name="Google Shape;1190;p21"/>
            <p:cNvSpPr/>
            <p:nvPr/>
          </p:nvSpPr>
          <p:spPr>
            <a:xfrm>
              <a:off x="2235" y="2360"/>
              <a:ext cx="128" cy="336"/>
            </a:xfrm>
            <a:custGeom>
              <a:rect b="b" l="l" r="r" t="t"/>
              <a:pathLst>
                <a:path extrusionOk="0" h="309" w="124">
                  <a:moveTo>
                    <a:pt x="0" y="0"/>
                  </a:moveTo>
                  <a:lnTo>
                    <a:pt x="79" y="140"/>
                  </a:lnTo>
                  <a:lnTo>
                    <a:pt x="86" y="183"/>
                  </a:lnTo>
                  <a:lnTo>
                    <a:pt x="61" y="241"/>
                  </a:lnTo>
                  <a:lnTo>
                    <a:pt x="32" y="309"/>
                  </a:lnTo>
                  <a:lnTo>
                    <a:pt x="48" y="309"/>
                  </a:lnTo>
                  <a:lnTo>
                    <a:pt x="105" y="209"/>
                  </a:lnTo>
                  <a:lnTo>
                    <a:pt x="124" y="157"/>
                  </a:lnTo>
                  <a:lnTo>
                    <a:pt x="111" y="121"/>
                  </a:lnTo>
                  <a:lnTo>
                    <a:pt x="38" y="9"/>
                  </a:lnTo>
                  <a:lnTo>
                    <a:pt x="0" y="0"/>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91" name="Google Shape;1191;p21"/>
            <p:cNvSpPr/>
            <p:nvPr/>
          </p:nvSpPr>
          <p:spPr>
            <a:xfrm>
              <a:off x="2000" y="2740"/>
              <a:ext cx="265" cy="167"/>
            </a:xfrm>
            <a:custGeom>
              <a:rect b="b" l="l" r="r" t="t"/>
              <a:pathLst>
                <a:path extrusionOk="0" h="154" w="256">
                  <a:moveTo>
                    <a:pt x="0" y="125"/>
                  </a:moveTo>
                  <a:lnTo>
                    <a:pt x="87" y="87"/>
                  </a:lnTo>
                  <a:lnTo>
                    <a:pt x="173" y="54"/>
                  </a:lnTo>
                  <a:lnTo>
                    <a:pt x="209" y="45"/>
                  </a:lnTo>
                  <a:lnTo>
                    <a:pt x="228" y="22"/>
                  </a:lnTo>
                  <a:lnTo>
                    <a:pt x="244" y="0"/>
                  </a:lnTo>
                  <a:lnTo>
                    <a:pt x="256" y="10"/>
                  </a:lnTo>
                  <a:lnTo>
                    <a:pt x="244" y="39"/>
                  </a:lnTo>
                  <a:lnTo>
                    <a:pt x="227" y="60"/>
                  </a:lnTo>
                  <a:lnTo>
                    <a:pt x="140" y="91"/>
                  </a:lnTo>
                  <a:lnTo>
                    <a:pt x="0" y="154"/>
                  </a:lnTo>
                  <a:lnTo>
                    <a:pt x="0" y="125"/>
                  </a:lnTo>
                  <a:lnTo>
                    <a:pt x="0" y="125"/>
                  </a:lnTo>
                  <a:lnTo>
                    <a:pt x="0" y="1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92" name="Google Shape;1192;p21"/>
            <p:cNvSpPr/>
            <p:nvPr/>
          </p:nvSpPr>
          <p:spPr>
            <a:xfrm>
              <a:off x="2284" y="2615"/>
              <a:ext cx="88" cy="110"/>
            </a:xfrm>
            <a:custGeom>
              <a:rect b="b" l="l" r="r" t="t"/>
              <a:pathLst>
                <a:path extrusionOk="0" h="101" w="85">
                  <a:moveTo>
                    <a:pt x="35" y="0"/>
                  </a:moveTo>
                  <a:lnTo>
                    <a:pt x="76" y="3"/>
                  </a:lnTo>
                  <a:lnTo>
                    <a:pt x="85" y="25"/>
                  </a:lnTo>
                  <a:lnTo>
                    <a:pt x="79" y="59"/>
                  </a:lnTo>
                  <a:lnTo>
                    <a:pt x="60" y="85"/>
                  </a:lnTo>
                  <a:lnTo>
                    <a:pt x="44" y="101"/>
                  </a:lnTo>
                  <a:lnTo>
                    <a:pt x="22" y="93"/>
                  </a:lnTo>
                  <a:lnTo>
                    <a:pt x="0" y="75"/>
                  </a:lnTo>
                  <a:lnTo>
                    <a:pt x="6" y="51"/>
                  </a:lnTo>
                  <a:lnTo>
                    <a:pt x="31" y="62"/>
                  </a:lnTo>
                  <a:lnTo>
                    <a:pt x="47" y="72"/>
                  </a:lnTo>
                  <a:lnTo>
                    <a:pt x="55" y="50"/>
                  </a:lnTo>
                  <a:lnTo>
                    <a:pt x="38" y="34"/>
                  </a:lnTo>
                  <a:lnTo>
                    <a:pt x="25" y="27"/>
                  </a:lnTo>
                  <a:lnTo>
                    <a:pt x="35" y="0"/>
                  </a:lnTo>
                  <a:lnTo>
                    <a:pt x="35" y="0"/>
                  </a:lnTo>
                  <a:lnTo>
                    <a:pt x="3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93" name="Google Shape;1193;p21"/>
            <p:cNvSpPr/>
            <p:nvPr/>
          </p:nvSpPr>
          <p:spPr>
            <a:xfrm>
              <a:off x="1981" y="2535"/>
              <a:ext cx="154" cy="136"/>
            </a:xfrm>
            <a:custGeom>
              <a:rect b="b" l="l" r="r" t="t"/>
              <a:pathLst>
                <a:path extrusionOk="0" h="125" w="149">
                  <a:moveTo>
                    <a:pt x="80" y="0"/>
                  </a:moveTo>
                  <a:lnTo>
                    <a:pt x="84" y="24"/>
                  </a:lnTo>
                  <a:lnTo>
                    <a:pt x="50" y="30"/>
                  </a:lnTo>
                  <a:lnTo>
                    <a:pt x="31" y="54"/>
                  </a:lnTo>
                  <a:lnTo>
                    <a:pt x="29" y="71"/>
                  </a:lnTo>
                  <a:lnTo>
                    <a:pt x="52" y="73"/>
                  </a:lnTo>
                  <a:lnTo>
                    <a:pt x="77" y="54"/>
                  </a:lnTo>
                  <a:lnTo>
                    <a:pt x="96" y="39"/>
                  </a:lnTo>
                  <a:lnTo>
                    <a:pt x="92" y="26"/>
                  </a:lnTo>
                  <a:lnTo>
                    <a:pt x="124" y="2"/>
                  </a:lnTo>
                  <a:lnTo>
                    <a:pt x="149" y="26"/>
                  </a:lnTo>
                  <a:lnTo>
                    <a:pt x="147" y="50"/>
                  </a:lnTo>
                  <a:lnTo>
                    <a:pt x="111" y="69"/>
                  </a:lnTo>
                  <a:lnTo>
                    <a:pt x="75" y="88"/>
                  </a:lnTo>
                  <a:lnTo>
                    <a:pt x="54" y="107"/>
                  </a:lnTo>
                  <a:lnTo>
                    <a:pt x="31" y="125"/>
                  </a:lnTo>
                  <a:lnTo>
                    <a:pt x="13" y="108"/>
                  </a:lnTo>
                  <a:lnTo>
                    <a:pt x="2" y="76"/>
                  </a:lnTo>
                  <a:lnTo>
                    <a:pt x="0" y="50"/>
                  </a:lnTo>
                  <a:lnTo>
                    <a:pt x="21" y="20"/>
                  </a:lnTo>
                  <a:lnTo>
                    <a:pt x="51" y="1"/>
                  </a:lnTo>
                  <a:lnTo>
                    <a:pt x="80" y="0"/>
                  </a:lnTo>
                  <a:lnTo>
                    <a:pt x="80" y="0"/>
                  </a:lnTo>
                  <a:lnTo>
                    <a:pt x="8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94" name="Google Shape;1194;p21"/>
            <p:cNvSpPr/>
            <p:nvPr/>
          </p:nvSpPr>
          <p:spPr>
            <a:xfrm>
              <a:off x="943" y="1488"/>
              <a:ext cx="514" cy="231"/>
            </a:xfrm>
            <a:custGeom>
              <a:rect b="b" l="l" r="r" t="t"/>
              <a:pathLst>
                <a:path extrusionOk="0" h="212" w="496">
                  <a:moveTo>
                    <a:pt x="0" y="212"/>
                  </a:moveTo>
                  <a:lnTo>
                    <a:pt x="22" y="140"/>
                  </a:lnTo>
                  <a:lnTo>
                    <a:pt x="56" y="101"/>
                  </a:lnTo>
                  <a:lnTo>
                    <a:pt x="95" y="82"/>
                  </a:lnTo>
                  <a:lnTo>
                    <a:pt x="140" y="74"/>
                  </a:lnTo>
                  <a:lnTo>
                    <a:pt x="185" y="70"/>
                  </a:lnTo>
                  <a:lnTo>
                    <a:pt x="235" y="57"/>
                  </a:lnTo>
                  <a:lnTo>
                    <a:pt x="262" y="37"/>
                  </a:lnTo>
                  <a:lnTo>
                    <a:pt x="341" y="10"/>
                  </a:lnTo>
                  <a:lnTo>
                    <a:pt x="391" y="0"/>
                  </a:lnTo>
                  <a:lnTo>
                    <a:pt x="445" y="7"/>
                  </a:lnTo>
                  <a:lnTo>
                    <a:pt x="496" y="30"/>
                  </a:lnTo>
                  <a:lnTo>
                    <a:pt x="493" y="55"/>
                  </a:lnTo>
                  <a:lnTo>
                    <a:pt x="480" y="66"/>
                  </a:lnTo>
                  <a:lnTo>
                    <a:pt x="452" y="51"/>
                  </a:lnTo>
                  <a:lnTo>
                    <a:pt x="414" y="38"/>
                  </a:lnTo>
                  <a:lnTo>
                    <a:pt x="372" y="37"/>
                  </a:lnTo>
                  <a:lnTo>
                    <a:pt x="296" y="61"/>
                  </a:lnTo>
                  <a:lnTo>
                    <a:pt x="250" y="90"/>
                  </a:lnTo>
                  <a:lnTo>
                    <a:pt x="213" y="109"/>
                  </a:lnTo>
                  <a:lnTo>
                    <a:pt x="175" y="106"/>
                  </a:lnTo>
                  <a:lnTo>
                    <a:pt x="126" y="111"/>
                  </a:lnTo>
                  <a:lnTo>
                    <a:pt x="94" y="123"/>
                  </a:lnTo>
                  <a:lnTo>
                    <a:pt x="68" y="140"/>
                  </a:lnTo>
                  <a:lnTo>
                    <a:pt x="38" y="181"/>
                  </a:lnTo>
                  <a:lnTo>
                    <a:pt x="18" y="210"/>
                  </a:lnTo>
                  <a:lnTo>
                    <a:pt x="0" y="212"/>
                  </a:lnTo>
                  <a:lnTo>
                    <a:pt x="0" y="212"/>
                  </a:lnTo>
                  <a:lnTo>
                    <a:pt x="0" y="2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95" name="Google Shape;1195;p21"/>
            <p:cNvSpPr/>
            <p:nvPr/>
          </p:nvSpPr>
          <p:spPr>
            <a:xfrm>
              <a:off x="969" y="1636"/>
              <a:ext cx="159" cy="146"/>
            </a:xfrm>
            <a:custGeom>
              <a:rect b="b" l="l" r="r" t="t"/>
              <a:pathLst>
                <a:path extrusionOk="0" h="134" w="153">
                  <a:moveTo>
                    <a:pt x="0" y="134"/>
                  </a:moveTo>
                  <a:lnTo>
                    <a:pt x="20" y="71"/>
                  </a:lnTo>
                  <a:lnTo>
                    <a:pt x="54" y="29"/>
                  </a:lnTo>
                  <a:lnTo>
                    <a:pt x="92" y="4"/>
                  </a:lnTo>
                  <a:lnTo>
                    <a:pt x="146" y="0"/>
                  </a:lnTo>
                  <a:lnTo>
                    <a:pt x="153" y="22"/>
                  </a:lnTo>
                  <a:lnTo>
                    <a:pt x="126" y="25"/>
                  </a:lnTo>
                  <a:lnTo>
                    <a:pt x="91" y="33"/>
                  </a:lnTo>
                  <a:lnTo>
                    <a:pt x="59" y="63"/>
                  </a:lnTo>
                  <a:lnTo>
                    <a:pt x="19" y="114"/>
                  </a:lnTo>
                  <a:lnTo>
                    <a:pt x="0" y="134"/>
                  </a:lnTo>
                  <a:lnTo>
                    <a:pt x="0" y="134"/>
                  </a:lnTo>
                  <a:lnTo>
                    <a:pt x="0" y="1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96" name="Google Shape;1196;p21"/>
            <p:cNvSpPr/>
            <p:nvPr/>
          </p:nvSpPr>
          <p:spPr>
            <a:xfrm>
              <a:off x="903" y="1718"/>
              <a:ext cx="210" cy="139"/>
            </a:xfrm>
            <a:custGeom>
              <a:rect b="b" l="l" r="r" t="t"/>
              <a:pathLst>
                <a:path extrusionOk="0" h="128" w="203">
                  <a:moveTo>
                    <a:pt x="0" y="105"/>
                  </a:moveTo>
                  <a:lnTo>
                    <a:pt x="48" y="102"/>
                  </a:lnTo>
                  <a:lnTo>
                    <a:pt x="84" y="79"/>
                  </a:lnTo>
                  <a:lnTo>
                    <a:pt x="118" y="48"/>
                  </a:lnTo>
                  <a:lnTo>
                    <a:pt x="153" y="20"/>
                  </a:lnTo>
                  <a:lnTo>
                    <a:pt x="172" y="3"/>
                  </a:lnTo>
                  <a:lnTo>
                    <a:pt x="201" y="0"/>
                  </a:lnTo>
                  <a:lnTo>
                    <a:pt x="203" y="15"/>
                  </a:lnTo>
                  <a:lnTo>
                    <a:pt x="194" y="31"/>
                  </a:lnTo>
                  <a:lnTo>
                    <a:pt x="167" y="43"/>
                  </a:lnTo>
                  <a:lnTo>
                    <a:pt x="140" y="72"/>
                  </a:lnTo>
                  <a:lnTo>
                    <a:pt x="122" y="93"/>
                  </a:lnTo>
                  <a:lnTo>
                    <a:pt x="79" y="117"/>
                  </a:lnTo>
                  <a:lnTo>
                    <a:pt x="41" y="128"/>
                  </a:lnTo>
                  <a:lnTo>
                    <a:pt x="3" y="122"/>
                  </a:lnTo>
                  <a:lnTo>
                    <a:pt x="0" y="105"/>
                  </a:lnTo>
                  <a:lnTo>
                    <a:pt x="0" y="105"/>
                  </a:lnTo>
                  <a:lnTo>
                    <a:pt x="0" y="10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97" name="Google Shape;1197;p21"/>
            <p:cNvSpPr/>
            <p:nvPr/>
          </p:nvSpPr>
          <p:spPr>
            <a:xfrm>
              <a:off x="1014" y="1809"/>
              <a:ext cx="87" cy="62"/>
            </a:xfrm>
            <a:custGeom>
              <a:rect b="b" l="l" r="r" t="t"/>
              <a:pathLst>
                <a:path extrusionOk="0" h="57" w="84">
                  <a:moveTo>
                    <a:pt x="0" y="48"/>
                  </a:moveTo>
                  <a:lnTo>
                    <a:pt x="35" y="22"/>
                  </a:lnTo>
                  <a:lnTo>
                    <a:pt x="67" y="0"/>
                  </a:lnTo>
                  <a:lnTo>
                    <a:pt x="84" y="9"/>
                  </a:lnTo>
                  <a:lnTo>
                    <a:pt x="80" y="25"/>
                  </a:lnTo>
                  <a:lnTo>
                    <a:pt x="61" y="38"/>
                  </a:lnTo>
                  <a:lnTo>
                    <a:pt x="26" y="57"/>
                  </a:lnTo>
                  <a:lnTo>
                    <a:pt x="0" y="48"/>
                  </a:lnTo>
                  <a:lnTo>
                    <a:pt x="0" y="48"/>
                  </a:lnTo>
                  <a:lnTo>
                    <a:pt x="0" y="4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98" name="Google Shape;1198;p21"/>
            <p:cNvSpPr/>
            <p:nvPr/>
          </p:nvSpPr>
          <p:spPr>
            <a:xfrm>
              <a:off x="1171" y="1770"/>
              <a:ext cx="85" cy="70"/>
            </a:xfrm>
            <a:custGeom>
              <a:rect b="b" l="l" r="r" t="t"/>
              <a:pathLst>
                <a:path extrusionOk="0" h="64" w="82">
                  <a:moveTo>
                    <a:pt x="0" y="43"/>
                  </a:moveTo>
                  <a:lnTo>
                    <a:pt x="34" y="16"/>
                  </a:lnTo>
                  <a:lnTo>
                    <a:pt x="50" y="0"/>
                  </a:lnTo>
                  <a:lnTo>
                    <a:pt x="75" y="0"/>
                  </a:lnTo>
                  <a:lnTo>
                    <a:pt x="82" y="17"/>
                  </a:lnTo>
                  <a:lnTo>
                    <a:pt x="74" y="36"/>
                  </a:lnTo>
                  <a:lnTo>
                    <a:pt x="22" y="64"/>
                  </a:lnTo>
                  <a:lnTo>
                    <a:pt x="0" y="43"/>
                  </a:lnTo>
                  <a:lnTo>
                    <a:pt x="0" y="43"/>
                  </a:lnTo>
                  <a:lnTo>
                    <a:pt x="0" y="4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99" name="Google Shape;1199;p21"/>
            <p:cNvSpPr/>
            <p:nvPr/>
          </p:nvSpPr>
          <p:spPr>
            <a:xfrm>
              <a:off x="1160" y="1936"/>
              <a:ext cx="97" cy="61"/>
            </a:xfrm>
            <a:custGeom>
              <a:rect b="b" l="l" r="r" t="t"/>
              <a:pathLst>
                <a:path extrusionOk="0" h="56" w="94">
                  <a:moveTo>
                    <a:pt x="0" y="34"/>
                  </a:moveTo>
                  <a:lnTo>
                    <a:pt x="22" y="11"/>
                  </a:lnTo>
                  <a:lnTo>
                    <a:pt x="53" y="0"/>
                  </a:lnTo>
                  <a:lnTo>
                    <a:pt x="72" y="3"/>
                  </a:lnTo>
                  <a:lnTo>
                    <a:pt x="94" y="14"/>
                  </a:lnTo>
                  <a:lnTo>
                    <a:pt x="75" y="33"/>
                  </a:lnTo>
                  <a:lnTo>
                    <a:pt x="36" y="55"/>
                  </a:lnTo>
                  <a:lnTo>
                    <a:pt x="4" y="56"/>
                  </a:lnTo>
                  <a:lnTo>
                    <a:pt x="0" y="34"/>
                  </a:lnTo>
                  <a:lnTo>
                    <a:pt x="0" y="34"/>
                  </a:lnTo>
                  <a:lnTo>
                    <a:pt x="0"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00" name="Google Shape;1200;p21"/>
            <p:cNvSpPr/>
            <p:nvPr/>
          </p:nvSpPr>
          <p:spPr>
            <a:xfrm>
              <a:off x="1250" y="1577"/>
              <a:ext cx="172" cy="125"/>
            </a:xfrm>
            <a:custGeom>
              <a:rect b="b" l="l" r="r" t="t"/>
              <a:pathLst>
                <a:path extrusionOk="0" h="115" w="166">
                  <a:moveTo>
                    <a:pt x="0" y="99"/>
                  </a:moveTo>
                  <a:lnTo>
                    <a:pt x="41" y="42"/>
                  </a:lnTo>
                  <a:lnTo>
                    <a:pt x="64" y="20"/>
                  </a:lnTo>
                  <a:lnTo>
                    <a:pt x="109" y="3"/>
                  </a:lnTo>
                  <a:lnTo>
                    <a:pt x="166" y="0"/>
                  </a:lnTo>
                  <a:lnTo>
                    <a:pt x="149" y="15"/>
                  </a:lnTo>
                  <a:lnTo>
                    <a:pt x="101" y="27"/>
                  </a:lnTo>
                  <a:lnTo>
                    <a:pt x="67" y="50"/>
                  </a:lnTo>
                  <a:lnTo>
                    <a:pt x="35" y="80"/>
                  </a:lnTo>
                  <a:lnTo>
                    <a:pt x="10" y="115"/>
                  </a:lnTo>
                  <a:lnTo>
                    <a:pt x="0" y="99"/>
                  </a:lnTo>
                  <a:lnTo>
                    <a:pt x="0" y="99"/>
                  </a:lnTo>
                  <a:lnTo>
                    <a:pt x="0"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01" name="Google Shape;1201;p21"/>
            <p:cNvSpPr/>
            <p:nvPr/>
          </p:nvSpPr>
          <p:spPr>
            <a:xfrm>
              <a:off x="1535" y="1824"/>
              <a:ext cx="41" cy="135"/>
            </a:xfrm>
            <a:custGeom>
              <a:rect b="b" l="l" r="r" t="t"/>
              <a:pathLst>
                <a:path extrusionOk="0" h="124" w="40">
                  <a:moveTo>
                    <a:pt x="5" y="4"/>
                  </a:moveTo>
                  <a:lnTo>
                    <a:pt x="0" y="46"/>
                  </a:lnTo>
                  <a:lnTo>
                    <a:pt x="5" y="97"/>
                  </a:lnTo>
                  <a:lnTo>
                    <a:pt x="16" y="119"/>
                  </a:lnTo>
                  <a:lnTo>
                    <a:pt x="32" y="124"/>
                  </a:lnTo>
                  <a:lnTo>
                    <a:pt x="40" y="97"/>
                  </a:lnTo>
                  <a:lnTo>
                    <a:pt x="35" y="68"/>
                  </a:lnTo>
                  <a:lnTo>
                    <a:pt x="36" y="34"/>
                  </a:lnTo>
                  <a:lnTo>
                    <a:pt x="35" y="7"/>
                  </a:lnTo>
                  <a:lnTo>
                    <a:pt x="16" y="0"/>
                  </a:lnTo>
                  <a:lnTo>
                    <a:pt x="5" y="4"/>
                  </a:lnTo>
                  <a:lnTo>
                    <a:pt x="5" y="4"/>
                  </a:lnTo>
                  <a:lnTo>
                    <a:pt x="5"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02" name="Google Shape;1202;p21"/>
            <p:cNvSpPr/>
            <p:nvPr/>
          </p:nvSpPr>
          <p:spPr>
            <a:xfrm>
              <a:off x="1679" y="1731"/>
              <a:ext cx="49" cy="41"/>
            </a:xfrm>
            <a:custGeom>
              <a:rect b="b" l="l" r="r" t="t"/>
              <a:pathLst>
                <a:path extrusionOk="0" h="38" w="48">
                  <a:moveTo>
                    <a:pt x="6" y="0"/>
                  </a:moveTo>
                  <a:lnTo>
                    <a:pt x="48" y="17"/>
                  </a:lnTo>
                  <a:lnTo>
                    <a:pt x="37" y="38"/>
                  </a:lnTo>
                  <a:lnTo>
                    <a:pt x="17" y="36"/>
                  </a:lnTo>
                  <a:lnTo>
                    <a:pt x="4" y="23"/>
                  </a:lnTo>
                  <a:lnTo>
                    <a:pt x="0" y="10"/>
                  </a:lnTo>
                  <a:lnTo>
                    <a:pt x="6" y="0"/>
                  </a:lnTo>
                  <a:lnTo>
                    <a:pt x="6" y="0"/>
                  </a:lnTo>
                  <a:lnTo>
                    <a:pt x="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03" name="Google Shape;1203;p21"/>
            <p:cNvSpPr/>
            <p:nvPr/>
          </p:nvSpPr>
          <p:spPr>
            <a:xfrm>
              <a:off x="1486" y="1505"/>
              <a:ext cx="176" cy="118"/>
            </a:xfrm>
            <a:custGeom>
              <a:rect b="b" l="l" r="r" t="t"/>
              <a:pathLst>
                <a:path extrusionOk="0" h="108" w="170">
                  <a:moveTo>
                    <a:pt x="0" y="33"/>
                  </a:moveTo>
                  <a:lnTo>
                    <a:pt x="45" y="13"/>
                  </a:lnTo>
                  <a:lnTo>
                    <a:pt x="76" y="3"/>
                  </a:lnTo>
                  <a:lnTo>
                    <a:pt x="113" y="0"/>
                  </a:lnTo>
                  <a:lnTo>
                    <a:pt x="148" y="14"/>
                  </a:lnTo>
                  <a:lnTo>
                    <a:pt x="164" y="35"/>
                  </a:lnTo>
                  <a:lnTo>
                    <a:pt x="170" y="63"/>
                  </a:lnTo>
                  <a:lnTo>
                    <a:pt x="170" y="108"/>
                  </a:lnTo>
                  <a:lnTo>
                    <a:pt x="143" y="97"/>
                  </a:lnTo>
                  <a:lnTo>
                    <a:pt x="146" y="63"/>
                  </a:lnTo>
                  <a:lnTo>
                    <a:pt x="128" y="40"/>
                  </a:lnTo>
                  <a:lnTo>
                    <a:pt x="95" y="33"/>
                  </a:lnTo>
                  <a:lnTo>
                    <a:pt x="52" y="40"/>
                  </a:lnTo>
                  <a:lnTo>
                    <a:pt x="2" y="43"/>
                  </a:lnTo>
                  <a:lnTo>
                    <a:pt x="0" y="33"/>
                  </a:lnTo>
                  <a:lnTo>
                    <a:pt x="0" y="33"/>
                  </a:lnTo>
                  <a:lnTo>
                    <a:pt x="0"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04" name="Google Shape;1204;p21"/>
            <p:cNvSpPr/>
            <p:nvPr/>
          </p:nvSpPr>
          <p:spPr>
            <a:xfrm>
              <a:off x="995" y="1573"/>
              <a:ext cx="1012" cy="1206"/>
            </a:xfrm>
            <a:custGeom>
              <a:rect b="b" l="l" r="r" t="t"/>
              <a:pathLst>
                <a:path extrusionOk="0" h="1108" w="977">
                  <a:moveTo>
                    <a:pt x="116" y="258"/>
                  </a:moveTo>
                  <a:lnTo>
                    <a:pt x="95" y="284"/>
                  </a:lnTo>
                  <a:lnTo>
                    <a:pt x="79" y="319"/>
                  </a:lnTo>
                  <a:lnTo>
                    <a:pt x="71" y="371"/>
                  </a:lnTo>
                  <a:lnTo>
                    <a:pt x="63" y="391"/>
                  </a:lnTo>
                  <a:lnTo>
                    <a:pt x="25" y="412"/>
                  </a:lnTo>
                  <a:lnTo>
                    <a:pt x="0" y="461"/>
                  </a:lnTo>
                  <a:lnTo>
                    <a:pt x="0" y="503"/>
                  </a:lnTo>
                  <a:lnTo>
                    <a:pt x="29" y="583"/>
                  </a:lnTo>
                  <a:lnTo>
                    <a:pt x="55" y="642"/>
                  </a:lnTo>
                  <a:lnTo>
                    <a:pt x="102" y="734"/>
                  </a:lnTo>
                  <a:lnTo>
                    <a:pt x="142" y="805"/>
                  </a:lnTo>
                  <a:lnTo>
                    <a:pt x="211" y="899"/>
                  </a:lnTo>
                  <a:lnTo>
                    <a:pt x="192" y="918"/>
                  </a:lnTo>
                  <a:lnTo>
                    <a:pt x="197" y="942"/>
                  </a:lnTo>
                  <a:lnTo>
                    <a:pt x="257" y="984"/>
                  </a:lnTo>
                  <a:lnTo>
                    <a:pt x="302" y="1026"/>
                  </a:lnTo>
                  <a:lnTo>
                    <a:pt x="348" y="1068"/>
                  </a:lnTo>
                  <a:lnTo>
                    <a:pt x="400" y="1098"/>
                  </a:lnTo>
                  <a:lnTo>
                    <a:pt x="448" y="1108"/>
                  </a:lnTo>
                  <a:lnTo>
                    <a:pt x="497" y="1104"/>
                  </a:lnTo>
                  <a:lnTo>
                    <a:pt x="549" y="1090"/>
                  </a:lnTo>
                  <a:lnTo>
                    <a:pt x="629" y="1060"/>
                  </a:lnTo>
                  <a:lnTo>
                    <a:pt x="690" y="976"/>
                  </a:lnTo>
                  <a:lnTo>
                    <a:pt x="714" y="964"/>
                  </a:lnTo>
                  <a:lnTo>
                    <a:pt x="749" y="933"/>
                  </a:lnTo>
                  <a:lnTo>
                    <a:pt x="789" y="893"/>
                  </a:lnTo>
                  <a:lnTo>
                    <a:pt x="838" y="850"/>
                  </a:lnTo>
                  <a:lnTo>
                    <a:pt x="885" y="797"/>
                  </a:lnTo>
                  <a:lnTo>
                    <a:pt x="920" y="750"/>
                  </a:lnTo>
                  <a:lnTo>
                    <a:pt x="946" y="705"/>
                  </a:lnTo>
                  <a:lnTo>
                    <a:pt x="968" y="643"/>
                  </a:lnTo>
                  <a:lnTo>
                    <a:pt x="977" y="585"/>
                  </a:lnTo>
                  <a:lnTo>
                    <a:pt x="976" y="525"/>
                  </a:lnTo>
                  <a:lnTo>
                    <a:pt x="970" y="493"/>
                  </a:lnTo>
                  <a:lnTo>
                    <a:pt x="952" y="430"/>
                  </a:lnTo>
                  <a:lnTo>
                    <a:pt x="872" y="290"/>
                  </a:lnTo>
                  <a:lnTo>
                    <a:pt x="789" y="189"/>
                  </a:lnTo>
                  <a:lnTo>
                    <a:pt x="704" y="80"/>
                  </a:lnTo>
                  <a:lnTo>
                    <a:pt x="655" y="36"/>
                  </a:lnTo>
                  <a:lnTo>
                    <a:pt x="606" y="12"/>
                  </a:lnTo>
                  <a:lnTo>
                    <a:pt x="575" y="0"/>
                  </a:lnTo>
                  <a:lnTo>
                    <a:pt x="526" y="5"/>
                  </a:lnTo>
                  <a:lnTo>
                    <a:pt x="508" y="9"/>
                  </a:lnTo>
                  <a:lnTo>
                    <a:pt x="557" y="23"/>
                  </a:lnTo>
                  <a:lnTo>
                    <a:pt x="594" y="36"/>
                  </a:lnTo>
                  <a:lnTo>
                    <a:pt x="647" y="71"/>
                  </a:lnTo>
                  <a:lnTo>
                    <a:pt x="697" y="117"/>
                  </a:lnTo>
                  <a:lnTo>
                    <a:pt x="754" y="183"/>
                  </a:lnTo>
                  <a:lnTo>
                    <a:pt x="812" y="261"/>
                  </a:lnTo>
                  <a:lnTo>
                    <a:pt x="866" y="340"/>
                  </a:lnTo>
                  <a:lnTo>
                    <a:pt x="904" y="411"/>
                  </a:lnTo>
                  <a:lnTo>
                    <a:pt x="926" y="464"/>
                  </a:lnTo>
                  <a:lnTo>
                    <a:pt x="944" y="545"/>
                  </a:lnTo>
                  <a:lnTo>
                    <a:pt x="945" y="591"/>
                  </a:lnTo>
                  <a:lnTo>
                    <a:pt x="933" y="638"/>
                  </a:lnTo>
                  <a:lnTo>
                    <a:pt x="909" y="696"/>
                  </a:lnTo>
                  <a:lnTo>
                    <a:pt x="861" y="775"/>
                  </a:lnTo>
                  <a:lnTo>
                    <a:pt x="808" y="833"/>
                  </a:lnTo>
                  <a:lnTo>
                    <a:pt x="728" y="904"/>
                  </a:lnTo>
                  <a:lnTo>
                    <a:pt x="660" y="958"/>
                  </a:lnTo>
                  <a:lnTo>
                    <a:pt x="587" y="1007"/>
                  </a:lnTo>
                  <a:lnTo>
                    <a:pt x="537" y="1028"/>
                  </a:lnTo>
                  <a:lnTo>
                    <a:pt x="493" y="1039"/>
                  </a:lnTo>
                  <a:lnTo>
                    <a:pt x="443" y="1033"/>
                  </a:lnTo>
                  <a:lnTo>
                    <a:pt x="414" y="1021"/>
                  </a:lnTo>
                  <a:lnTo>
                    <a:pt x="360" y="988"/>
                  </a:lnTo>
                  <a:lnTo>
                    <a:pt x="276" y="919"/>
                  </a:lnTo>
                  <a:lnTo>
                    <a:pt x="211" y="852"/>
                  </a:lnTo>
                  <a:lnTo>
                    <a:pt x="170" y="797"/>
                  </a:lnTo>
                  <a:lnTo>
                    <a:pt x="138" y="737"/>
                  </a:lnTo>
                  <a:lnTo>
                    <a:pt x="104" y="669"/>
                  </a:lnTo>
                  <a:lnTo>
                    <a:pt x="79" y="616"/>
                  </a:lnTo>
                  <a:lnTo>
                    <a:pt x="67" y="602"/>
                  </a:lnTo>
                  <a:lnTo>
                    <a:pt x="53" y="576"/>
                  </a:lnTo>
                  <a:lnTo>
                    <a:pt x="34" y="514"/>
                  </a:lnTo>
                  <a:lnTo>
                    <a:pt x="33" y="470"/>
                  </a:lnTo>
                  <a:lnTo>
                    <a:pt x="41" y="442"/>
                  </a:lnTo>
                  <a:lnTo>
                    <a:pt x="70" y="417"/>
                  </a:lnTo>
                  <a:lnTo>
                    <a:pt x="89" y="406"/>
                  </a:lnTo>
                  <a:lnTo>
                    <a:pt x="109" y="385"/>
                  </a:lnTo>
                  <a:lnTo>
                    <a:pt x="114" y="350"/>
                  </a:lnTo>
                  <a:lnTo>
                    <a:pt x="131" y="318"/>
                  </a:lnTo>
                  <a:lnTo>
                    <a:pt x="142" y="283"/>
                  </a:lnTo>
                  <a:lnTo>
                    <a:pt x="133" y="258"/>
                  </a:lnTo>
                  <a:lnTo>
                    <a:pt x="116" y="258"/>
                  </a:lnTo>
                  <a:lnTo>
                    <a:pt x="116" y="258"/>
                  </a:lnTo>
                  <a:lnTo>
                    <a:pt x="116" y="25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05" name="Google Shape;1205;p21"/>
            <p:cNvSpPr/>
            <p:nvPr/>
          </p:nvSpPr>
          <p:spPr>
            <a:xfrm>
              <a:off x="1057" y="2059"/>
              <a:ext cx="27" cy="122"/>
            </a:xfrm>
            <a:custGeom>
              <a:rect b="b" l="l" r="r" t="t"/>
              <a:pathLst>
                <a:path extrusionOk="0" h="112" w="26">
                  <a:moveTo>
                    <a:pt x="0" y="17"/>
                  </a:moveTo>
                  <a:lnTo>
                    <a:pt x="7" y="87"/>
                  </a:lnTo>
                  <a:lnTo>
                    <a:pt x="18" y="112"/>
                  </a:lnTo>
                  <a:lnTo>
                    <a:pt x="25" y="85"/>
                  </a:lnTo>
                  <a:lnTo>
                    <a:pt x="26" y="46"/>
                  </a:lnTo>
                  <a:lnTo>
                    <a:pt x="25" y="4"/>
                  </a:lnTo>
                  <a:lnTo>
                    <a:pt x="7" y="0"/>
                  </a:lnTo>
                  <a:lnTo>
                    <a:pt x="0" y="17"/>
                  </a:lnTo>
                  <a:lnTo>
                    <a:pt x="0" y="17"/>
                  </a:lnTo>
                  <a:lnTo>
                    <a:pt x="0"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06" name="Google Shape;1206;p21"/>
            <p:cNvSpPr/>
            <p:nvPr/>
          </p:nvSpPr>
          <p:spPr>
            <a:xfrm>
              <a:off x="1368" y="2042"/>
              <a:ext cx="314" cy="103"/>
            </a:xfrm>
            <a:custGeom>
              <a:rect b="b" l="l" r="r" t="t"/>
              <a:pathLst>
                <a:path extrusionOk="0" h="95" w="303">
                  <a:moveTo>
                    <a:pt x="0" y="24"/>
                  </a:moveTo>
                  <a:lnTo>
                    <a:pt x="30" y="9"/>
                  </a:lnTo>
                  <a:lnTo>
                    <a:pt x="71" y="4"/>
                  </a:lnTo>
                  <a:lnTo>
                    <a:pt x="133" y="12"/>
                  </a:lnTo>
                  <a:lnTo>
                    <a:pt x="174" y="14"/>
                  </a:lnTo>
                  <a:lnTo>
                    <a:pt x="238" y="9"/>
                  </a:lnTo>
                  <a:lnTo>
                    <a:pt x="294" y="0"/>
                  </a:lnTo>
                  <a:lnTo>
                    <a:pt x="303" y="9"/>
                  </a:lnTo>
                  <a:lnTo>
                    <a:pt x="287" y="30"/>
                  </a:lnTo>
                  <a:lnTo>
                    <a:pt x="243" y="43"/>
                  </a:lnTo>
                  <a:lnTo>
                    <a:pt x="223" y="65"/>
                  </a:lnTo>
                  <a:lnTo>
                    <a:pt x="186" y="90"/>
                  </a:lnTo>
                  <a:lnTo>
                    <a:pt x="140" y="95"/>
                  </a:lnTo>
                  <a:lnTo>
                    <a:pt x="99" y="71"/>
                  </a:lnTo>
                  <a:lnTo>
                    <a:pt x="73" y="45"/>
                  </a:lnTo>
                  <a:lnTo>
                    <a:pt x="42" y="38"/>
                  </a:lnTo>
                  <a:lnTo>
                    <a:pt x="0" y="37"/>
                  </a:lnTo>
                  <a:lnTo>
                    <a:pt x="0" y="24"/>
                  </a:lnTo>
                  <a:lnTo>
                    <a:pt x="0" y="24"/>
                  </a:lnTo>
                  <a:lnTo>
                    <a:pt x="0"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07" name="Google Shape;1207;p21"/>
            <p:cNvSpPr/>
            <p:nvPr/>
          </p:nvSpPr>
          <p:spPr>
            <a:xfrm>
              <a:off x="1682" y="2120"/>
              <a:ext cx="161" cy="90"/>
            </a:xfrm>
            <a:custGeom>
              <a:rect b="b" l="l" r="r" t="t"/>
              <a:pathLst>
                <a:path extrusionOk="0" h="82" w="156">
                  <a:moveTo>
                    <a:pt x="0" y="60"/>
                  </a:moveTo>
                  <a:lnTo>
                    <a:pt x="32" y="47"/>
                  </a:lnTo>
                  <a:lnTo>
                    <a:pt x="84" y="41"/>
                  </a:lnTo>
                  <a:lnTo>
                    <a:pt x="88" y="27"/>
                  </a:lnTo>
                  <a:lnTo>
                    <a:pt x="87" y="3"/>
                  </a:lnTo>
                  <a:lnTo>
                    <a:pt x="118" y="0"/>
                  </a:lnTo>
                  <a:lnTo>
                    <a:pt x="144" y="12"/>
                  </a:lnTo>
                  <a:lnTo>
                    <a:pt x="156" y="35"/>
                  </a:lnTo>
                  <a:lnTo>
                    <a:pt x="149" y="64"/>
                  </a:lnTo>
                  <a:lnTo>
                    <a:pt x="130" y="72"/>
                  </a:lnTo>
                  <a:lnTo>
                    <a:pt x="110" y="61"/>
                  </a:lnTo>
                  <a:lnTo>
                    <a:pt x="41" y="75"/>
                  </a:lnTo>
                  <a:lnTo>
                    <a:pt x="0" y="82"/>
                  </a:lnTo>
                  <a:lnTo>
                    <a:pt x="0" y="60"/>
                  </a:lnTo>
                  <a:lnTo>
                    <a:pt x="0" y="60"/>
                  </a:lnTo>
                  <a:lnTo>
                    <a:pt x="0" y="6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08" name="Google Shape;1208;p21"/>
            <p:cNvSpPr/>
            <p:nvPr/>
          </p:nvSpPr>
          <p:spPr>
            <a:xfrm>
              <a:off x="1751" y="1909"/>
              <a:ext cx="88" cy="39"/>
            </a:xfrm>
            <a:custGeom>
              <a:rect b="b" l="l" r="r" t="t"/>
              <a:pathLst>
                <a:path extrusionOk="0" h="36" w="85">
                  <a:moveTo>
                    <a:pt x="1" y="5"/>
                  </a:moveTo>
                  <a:lnTo>
                    <a:pt x="27" y="0"/>
                  </a:lnTo>
                  <a:lnTo>
                    <a:pt x="55" y="1"/>
                  </a:lnTo>
                  <a:lnTo>
                    <a:pt x="81" y="9"/>
                  </a:lnTo>
                  <a:lnTo>
                    <a:pt x="85" y="36"/>
                  </a:lnTo>
                  <a:lnTo>
                    <a:pt x="51" y="36"/>
                  </a:lnTo>
                  <a:lnTo>
                    <a:pt x="10" y="29"/>
                  </a:lnTo>
                  <a:lnTo>
                    <a:pt x="0" y="19"/>
                  </a:lnTo>
                  <a:lnTo>
                    <a:pt x="1" y="5"/>
                  </a:lnTo>
                  <a:lnTo>
                    <a:pt x="1" y="5"/>
                  </a:lnTo>
                  <a:lnTo>
                    <a:pt x="1"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09" name="Google Shape;1209;p21"/>
            <p:cNvSpPr/>
            <p:nvPr/>
          </p:nvSpPr>
          <p:spPr>
            <a:xfrm>
              <a:off x="1885" y="1892"/>
              <a:ext cx="102" cy="179"/>
            </a:xfrm>
            <a:custGeom>
              <a:rect b="b" l="l" r="r" t="t"/>
              <a:pathLst>
                <a:path extrusionOk="0" h="165" w="99">
                  <a:moveTo>
                    <a:pt x="0" y="0"/>
                  </a:moveTo>
                  <a:lnTo>
                    <a:pt x="54" y="9"/>
                  </a:lnTo>
                  <a:lnTo>
                    <a:pt x="77" y="32"/>
                  </a:lnTo>
                  <a:lnTo>
                    <a:pt x="92" y="67"/>
                  </a:lnTo>
                  <a:lnTo>
                    <a:pt x="99" y="97"/>
                  </a:lnTo>
                  <a:lnTo>
                    <a:pt x="93" y="165"/>
                  </a:lnTo>
                  <a:lnTo>
                    <a:pt x="63" y="118"/>
                  </a:lnTo>
                  <a:lnTo>
                    <a:pt x="70" y="83"/>
                  </a:lnTo>
                  <a:lnTo>
                    <a:pt x="63" y="55"/>
                  </a:lnTo>
                  <a:lnTo>
                    <a:pt x="50" y="33"/>
                  </a:lnTo>
                  <a:lnTo>
                    <a:pt x="16" y="22"/>
                  </a:lnTo>
                  <a:lnTo>
                    <a:pt x="0" y="0"/>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10" name="Google Shape;1210;p21"/>
            <p:cNvSpPr/>
            <p:nvPr/>
          </p:nvSpPr>
          <p:spPr>
            <a:xfrm>
              <a:off x="1206" y="2116"/>
              <a:ext cx="424" cy="115"/>
            </a:xfrm>
            <a:custGeom>
              <a:rect b="b" l="l" r="r" t="t"/>
              <a:pathLst>
                <a:path extrusionOk="0" h="106" w="409">
                  <a:moveTo>
                    <a:pt x="52" y="3"/>
                  </a:moveTo>
                  <a:lnTo>
                    <a:pt x="0" y="53"/>
                  </a:lnTo>
                  <a:lnTo>
                    <a:pt x="1" y="68"/>
                  </a:lnTo>
                  <a:lnTo>
                    <a:pt x="22" y="77"/>
                  </a:lnTo>
                  <a:lnTo>
                    <a:pt x="40" y="68"/>
                  </a:lnTo>
                  <a:lnTo>
                    <a:pt x="80" y="72"/>
                  </a:lnTo>
                  <a:lnTo>
                    <a:pt x="151" y="92"/>
                  </a:lnTo>
                  <a:lnTo>
                    <a:pt x="236" y="106"/>
                  </a:lnTo>
                  <a:lnTo>
                    <a:pt x="300" y="106"/>
                  </a:lnTo>
                  <a:lnTo>
                    <a:pt x="406" y="94"/>
                  </a:lnTo>
                  <a:lnTo>
                    <a:pt x="409" y="83"/>
                  </a:lnTo>
                  <a:lnTo>
                    <a:pt x="378" y="87"/>
                  </a:lnTo>
                  <a:lnTo>
                    <a:pt x="276" y="86"/>
                  </a:lnTo>
                  <a:lnTo>
                    <a:pt x="181" y="73"/>
                  </a:lnTo>
                  <a:lnTo>
                    <a:pt x="91" y="51"/>
                  </a:lnTo>
                  <a:lnTo>
                    <a:pt x="71" y="38"/>
                  </a:lnTo>
                  <a:lnTo>
                    <a:pt x="76" y="20"/>
                  </a:lnTo>
                  <a:lnTo>
                    <a:pt x="60" y="0"/>
                  </a:lnTo>
                  <a:lnTo>
                    <a:pt x="52" y="3"/>
                  </a:lnTo>
                  <a:lnTo>
                    <a:pt x="52" y="3"/>
                  </a:lnTo>
                  <a:lnTo>
                    <a:pt x="52"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11" name="Google Shape;1211;p21"/>
            <p:cNvSpPr/>
            <p:nvPr/>
          </p:nvSpPr>
          <p:spPr>
            <a:xfrm>
              <a:off x="1592" y="2598"/>
              <a:ext cx="437" cy="554"/>
            </a:xfrm>
            <a:custGeom>
              <a:rect b="b" l="l" r="r" t="t"/>
              <a:pathLst>
                <a:path extrusionOk="0" h="509" w="422">
                  <a:moveTo>
                    <a:pt x="102" y="18"/>
                  </a:moveTo>
                  <a:lnTo>
                    <a:pt x="166" y="29"/>
                  </a:lnTo>
                  <a:lnTo>
                    <a:pt x="202" y="22"/>
                  </a:lnTo>
                  <a:lnTo>
                    <a:pt x="292" y="15"/>
                  </a:lnTo>
                  <a:lnTo>
                    <a:pt x="338" y="0"/>
                  </a:lnTo>
                  <a:lnTo>
                    <a:pt x="346" y="7"/>
                  </a:lnTo>
                  <a:lnTo>
                    <a:pt x="311" y="36"/>
                  </a:lnTo>
                  <a:lnTo>
                    <a:pt x="276" y="56"/>
                  </a:lnTo>
                  <a:lnTo>
                    <a:pt x="242" y="65"/>
                  </a:lnTo>
                  <a:lnTo>
                    <a:pt x="190" y="71"/>
                  </a:lnTo>
                  <a:lnTo>
                    <a:pt x="174" y="78"/>
                  </a:lnTo>
                  <a:lnTo>
                    <a:pt x="164" y="105"/>
                  </a:lnTo>
                  <a:lnTo>
                    <a:pt x="160" y="148"/>
                  </a:lnTo>
                  <a:lnTo>
                    <a:pt x="162" y="184"/>
                  </a:lnTo>
                  <a:lnTo>
                    <a:pt x="174" y="207"/>
                  </a:lnTo>
                  <a:lnTo>
                    <a:pt x="205" y="204"/>
                  </a:lnTo>
                  <a:lnTo>
                    <a:pt x="274" y="166"/>
                  </a:lnTo>
                  <a:lnTo>
                    <a:pt x="345" y="113"/>
                  </a:lnTo>
                  <a:lnTo>
                    <a:pt x="414" y="48"/>
                  </a:lnTo>
                  <a:lnTo>
                    <a:pt x="422" y="56"/>
                  </a:lnTo>
                  <a:lnTo>
                    <a:pt x="383" y="101"/>
                  </a:lnTo>
                  <a:lnTo>
                    <a:pt x="334" y="148"/>
                  </a:lnTo>
                  <a:lnTo>
                    <a:pt x="287" y="185"/>
                  </a:lnTo>
                  <a:lnTo>
                    <a:pt x="230" y="221"/>
                  </a:lnTo>
                  <a:lnTo>
                    <a:pt x="170" y="241"/>
                  </a:lnTo>
                  <a:lnTo>
                    <a:pt x="160" y="249"/>
                  </a:lnTo>
                  <a:lnTo>
                    <a:pt x="143" y="260"/>
                  </a:lnTo>
                  <a:lnTo>
                    <a:pt x="140" y="280"/>
                  </a:lnTo>
                  <a:lnTo>
                    <a:pt x="154" y="351"/>
                  </a:lnTo>
                  <a:lnTo>
                    <a:pt x="164" y="404"/>
                  </a:lnTo>
                  <a:lnTo>
                    <a:pt x="202" y="464"/>
                  </a:lnTo>
                  <a:lnTo>
                    <a:pt x="223" y="486"/>
                  </a:lnTo>
                  <a:lnTo>
                    <a:pt x="216" y="505"/>
                  </a:lnTo>
                  <a:lnTo>
                    <a:pt x="204" y="509"/>
                  </a:lnTo>
                  <a:lnTo>
                    <a:pt x="190" y="505"/>
                  </a:lnTo>
                  <a:lnTo>
                    <a:pt x="147" y="460"/>
                  </a:lnTo>
                  <a:lnTo>
                    <a:pt x="97" y="395"/>
                  </a:lnTo>
                  <a:lnTo>
                    <a:pt x="62" y="333"/>
                  </a:lnTo>
                  <a:lnTo>
                    <a:pt x="56" y="267"/>
                  </a:lnTo>
                  <a:lnTo>
                    <a:pt x="46" y="198"/>
                  </a:lnTo>
                  <a:lnTo>
                    <a:pt x="34" y="156"/>
                  </a:lnTo>
                  <a:lnTo>
                    <a:pt x="0" y="110"/>
                  </a:lnTo>
                  <a:lnTo>
                    <a:pt x="102" y="18"/>
                  </a:lnTo>
                  <a:lnTo>
                    <a:pt x="102" y="18"/>
                  </a:lnTo>
                  <a:lnTo>
                    <a:pt x="102" y="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12" name="Google Shape;1212;p21"/>
            <p:cNvSpPr/>
            <p:nvPr/>
          </p:nvSpPr>
          <p:spPr>
            <a:xfrm>
              <a:off x="1222" y="2741"/>
              <a:ext cx="264" cy="433"/>
            </a:xfrm>
            <a:custGeom>
              <a:rect b="b" l="l" r="r" t="t"/>
              <a:pathLst>
                <a:path extrusionOk="0" h="398" w="255">
                  <a:moveTo>
                    <a:pt x="255" y="20"/>
                  </a:moveTo>
                  <a:lnTo>
                    <a:pt x="235" y="108"/>
                  </a:lnTo>
                  <a:lnTo>
                    <a:pt x="221" y="219"/>
                  </a:lnTo>
                  <a:lnTo>
                    <a:pt x="204" y="288"/>
                  </a:lnTo>
                  <a:lnTo>
                    <a:pt x="166" y="361"/>
                  </a:lnTo>
                  <a:lnTo>
                    <a:pt x="125" y="393"/>
                  </a:lnTo>
                  <a:lnTo>
                    <a:pt x="81" y="398"/>
                  </a:lnTo>
                  <a:lnTo>
                    <a:pt x="15" y="390"/>
                  </a:lnTo>
                  <a:lnTo>
                    <a:pt x="7" y="363"/>
                  </a:lnTo>
                  <a:lnTo>
                    <a:pt x="7" y="302"/>
                  </a:lnTo>
                  <a:lnTo>
                    <a:pt x="0" y="260"/>
                  </a:lnTo>
                  <a:lnTo>
                    <a:pt x="78" y="201"/>
                  </a:lnTo>
                  <a:lnTo>
                    <a:pt x="129" y="141"/>
                  </a:lnTo>
                  <a:lnTo>
                    <a:pt x="157" y="99"/>
                  </a:lnTo>
                  <a:lnTo>
                    <a:pt x="193" y="0"/>
                  </a:lnTo>
                  <a:lnTo>
                    <a:pt x="216" y="8"/>
                  </a:lnTo>
                  <a:lnTo>
                    <a:pt x="191" y="69"/>
                  </a:lnTo>
                  <a:lnTo>
                    <a:pt x="164" y="127"/>
                  </a:lnTo>
                  <a:lnTo>
                    <a:pt x="117" y="191"/>
                  </a:lnTo>
                  <a:lnTo>
                    <a:pt x="52" y="251"/>
                  </a:lnTo>
                  <a:lnTo>
                    <a:pt x="34" y="265"/>
                  </a:lnTo>
                  <a:lnTo>
                    <a:pt x="38" y="349"/>
                  </a:lnTo>
                  <a:lnTo>
                    <a:pt x="52" y="363"/>
                  </a:lnTo>
                  <a:lnTo>
                    <a:pt x="72" y="371"/>
                  </a:lnTo>
                  <a:lnTo>
                    <a:pt x="113" y="363"/>
                  </a:lnTo>
                  <a:lnTo>
                    <a:pt x="138" y="348"/>
                  </a:lnTo>
                  <a:lnTo>
                    <a:pt x="178" y="284"/>
                  </a:lnTo>
                  <a:lnTo>
                    <a:pt x="190" y="239"/>
                  </a:lnTo>
                  <a:lnTo>
                    <a:pt x="200" y="152"/>
                  </a:lnTo>
                  <a:lnTo>
                    <a:pt x="224" y="17"/>
                  </a:lnTo>
                  <a:lnTo>
                    <a:pt x="255" y="20"/>
                  </a:lnTo>
                  <a:lnTo>
                    <a:pt x="255" y="20"/>
                  </a:lnTo>
                  <a:lnTo>
                    <a:pt x="255" y="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13" name="Google Shape;1213;p21"/>
            <p:cNvSpPr/>
            <p:nvPr/>
          </p:nvSpPr>
          <p:spPr>
            <a:xfrm>
              <a:off x="1422" y="2936"/>
              <a:ext cx="288" cy="813"/>
            </a:xfrm>
            <a:custGeom>
              <a:rect b="b" l="l" r="r" t="t"/>
              <a:pathLst>
                <a:path extrusionOk="0" h="747" w="278">
                  <a:moveTo>
                    <a:pt x="236" y="0"/>
                  </a:moveTo>
                  <a:lnTo>
                    <a:pt x="204" y="36"/>
                  </a:lnTo>
                  <a:lnTo>
                    <a:pt x="159" y="57"/>
                  </a:lnTo>
                  <a:lnTo>
                    <a:pt x="95" y="60"/>
                  </a:lnTo>
                  <a:lnTo>
                    <a:pt x="21" y="59"/>
                  </a:lnTo>
                  <a:lnTo>
                    <a:pt x="0" y="94"/>
                  </a:lnTo>
                  <a:lnTo>
                    <a:pt x="47" y="97"/>
                  </a:lnTo>
                  <a:lnTo>
                    <a:pt x="130" y="91"/>
                  </a:lnTo>
                  <a:lnTo>
                    <a:pt x="194" y="83"/>
                  </a:lnTo>
                  <a:lnTo>
                    <a:pt x="205" y="102"/>
                  </a:lnTo>
                  <a:lnTo>
                    <a:pt x="168" y="187"/>
                  </a:lnTo>
                  <a:lnTo>
                    <a:pt x="159" y="218"/>
                  </a:lnTo>
                  <a:lnTo>
                    <a:pt x="166" y="241"/>
                  </a:lnTo>
                  <a:lnTo>
                    <a:pt x="191" y="297"/>
                  </a:lnTo>
                  <a:lnTo>
                    <a:pt x="220" y="354"/>
                  </a:lnTo>
                  <a:lnTo>
                    <a:pt x="235" y="414"/>
                  </a:lnTo>
                  <a:lnTo>
                    <a:pt x="240" y="460"/>
                  </a:lnTo>
                  <a:lnTo>
                    <a:pt x="232" y="533"/>
                  </a:lnTo>
                  <a:lnTo>
                    <a:pt x="201" y="615"/>
                  </a:lnTo>
                  <a:lnTo>
                    <a:pt x="156" y="694"/>
                  </a:lnTo>
                  <a:lnTo>
                    <a:pt x="125" y="736"/>
                  </a:lnTo>
                  <a:lnTo>
                    <a:pt x="126" y="747"/>
                  </a:lnTo>
                  <a:lnTo>
                    <a:pt x="170" y="722"/>
                  </a:lnTo>
                  <a:lnTo>
                    <a:pt x="214" y="668"/>
                  </a:lnTo>
                  <a:lnTo>
                    <a:pt x="243" y="612"/>
                  </a:lnTo>
                  <a:lnTo>
                    <a:pt x="271" y="535"/>
                  </a:lnTo>
                  <a:lnTo>
                    <a:pt x="278" y="456"/>
                  </a:lnTo>
                  <a:lnTo>
                    <a:pt x="262" y="379"/>
                  </a:lnTo>
                  <a:lnTo>
                    <a:pt x="239" y="305"/>
                  </a:lnTo>
                  <a:lnTo>
                    <a:pt x="208" y="245"/>
                  </a:lnTo>
                  <a:lnTo>
                    <a:pt x="208" y="208"/>
                  </a:lnTo>
                  <a:lnTo>
                    <a:pt x="236" y="116"/>
                  </a:lnTo>
                  <a:lnTo>
                    <a:pt x="259" y="27"/>
                  </a:lnTo>
                  <a:lnTo>
                    <a:pt x="236" y="0"/>
                  </a:lnTo>
                  <a:lnTo>
                    <a:pt x="236" y="0"/>
                  </a:lnTo>
                  <a:lnTo>
                    <a:pt x="23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14" name="Google Shape;1214;p21"/>
            <p:cNvSpPr/>
            <p:nvPr/>
          </p:nvSpPr>
          <p:spPr>
            <a:xfrm>
              <a:off x="1619" y="3103"/>
              <a:ext cx="169" cy="78"/>
            </a:xfrm>
            <a:custGeom>
              <a:rect b="b" l="l" r="r" t="t"/>
              <a:pathLst>
                <a:path extrusionOk="0" h="71" w="164">
                  <a:moveTo>
                    <a:pt x="147" y="0"/>
                  </a:moveTo>
                  <a:lnTo>
                    <a:pt x="122" y="20"/>
                  </a:lnTo>
                  <a:lnTo>
                    <a:pt x="72" y="30"/>
                  </a:lnTo>
                  <a:lnTo>
                    <a:pt x="5" y="38"/>
                  </a:lnTo>
                  <a:lnTo>
                    <a:pt x="0" y="66"/>
                  </a:lnTo>
                  <a:lnTo>
                    <a:pt x="33" y="71"/>
                  </a:lnTo>
                  <a:lnTo>
                    <a:pt x="98" y="54"/>
                  </a:lnTo>
                  <a:lnTo>
                    <a:pt x="164" y="26"/>
                  </a:lnTo>
                  <a:lnTo>
                    <a:pt x="147" y="0"/>
                  </a:lnTo>
                  <a:lnTo>
                    <a:pt x="147" y="0"/>
                  </a:lnTo>
                  <a:lnTo>
                    <a:pt x="14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15" name="Google Shape;1215;p21"/>
            <p:cNvSpPr/>
            <p:nvPr/>
          </p:nvSpPr>
          <p:spPr>
            <a:xfrm>
              <a:off x="1147" y="2897"/>
              <a:ext cx="158" cy="94"/>
            </a:xfrm>
            <a:custGeom>
              <a:rect b="b" l="l" r="r" t="t"/>
              <a:pathLst>
                <a:path extrusionOk="0" h="87" w="152">
                  <a:moveTo>
                    <a:pt x="34" y="0"/>
                  </a:moveTo>
                  <a:lnTo>
                    <a:pt x="65" y="24"/>
                  </a:lnTo>
                  <a:lnTo>
                    <a:pt x="106" y="44"/>
                  </a:lnTo>
                  <a:lnTo>
                    <a:pt x="152" y="65"/>
                  </a:lnTo>
                  <a:lnTo>
                    <a:pt x="129" y="87"/>
                  </a:lnTo>
                  <a:lnTo>
                    <a:pt x="52" y="63"/>
                  </a:lnTo>
                  <a:lnTo>
                    <a:pt x="19" y="40"/>
                  </a:lnTo>
                  <a:lnTo>
                    <a:pt x="0" y="29"/>
                  </a:lnTo>
                  <a:lnTo>
                    <a:pt x="34" y="0"/>
                  </a:lnTo>
                  <a:lnTo>
                    <a:pt x="34" y="0"/>
                  </a:lnTo>
                  <a:lnTo>
                    <a:pt x="3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16" name="Google Shape;1216;p21"/>
            <p:cNvSpPr/>
            <p:nvPr/>
          </p:nvSpPr>
          <p:spPr>
            <a:xfrm>
              <a:off x="537" y="2182"/>
              <a:ext cx="64" cy="577"/>
            </a:xfrm>
            <a:custGeom>
              <a:rect b="b" l="l" r="r" t="t"/>
              <a:pathLst>
                <a:path extrusionOk="0" h="530" w="62">
                  <a:moveTo>
                    <a:pt x="40" y="5"/>
                  </a:moveTo>
                  <a:lnTo>
                    <a:pt x="31" y="86"/>
                  </a:lnTo>
                  <a:lnTo>
                    <a:pt x="19" y="166"/>
                  </a:lnTo>
                  <a:lnTo>
                    <a:pt x="11" y="225"/>
                  </a:lnTo>
                  <a:lnTo>
                    <a:pt x="0" y="328"/>
                  </a:lnTo>
                  <a:lnTo>
                    <a:pt x="3" y="451"/>
                  </a:lnTo>
                  <a:lnTo>
                    <a:pt x="3" y="530"/>
                  </a:lnTo>
                  <a:lnTo>
                    <a:pt x="17" y="507"/>
                  </a:lnTo>
                  <a:lnTo>
                    <a:pt x="21" y="417"/>
                  </a:lnTo>
                  <a:lnTo>
                    <a:pt x="21" y="309"/>
                  </a:lnTo>
                  <a:lnTo>
                    <a:pt x="34" y="213"/>
                  </a:lnTo>
                  <a:lnTo>
                    <a:pt x="46" y="133"/>
                  </a:lnTo>
                  <a:lnTo>
                    <a:pt x="59" y="75"/>
                  </a:lnTo>
                  <a:lnTo>
                    <a:pt x="62" y="13"/>
                  </a:lnTo>
                  <a:lnTo>
                    <a:pt x="51" y="0"/>
                  </a:lnTo>
                  <a:lnTo>
                    <a:pt x="40" y="5"/>
                  </a:lnTo>
                  <a:lnTo>
                    <a:pt x="40" y="5"/>
                  </a:lnTo>
                  <a:lnTo>
                    <a:pt x="40"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17" name="Google Shape;1217;p21"/>
            <p:cNvSpPr/>
            <p:nvPr/>
          </p:nvSpPr>
          <p:spPr>
            <a:xfrm>
              <a:off x="492" y="2237"/>
              <a:ext cx="332" cy="612"/>
            </a:xfrm>
            <a:custGeom>
              <a:rect b="b" l="l" r="r" t="t"/>
              <a:pathLst>
                <a:path extrusionOk="0" h="562" w="321">
                  <a:moveTo>
                    <a:pt x="20" y="9"/>
                  </a:moveTo>
                  <a:lnTo>
                    <a:pt x="3" y="198"/>
                  </a:lnTo>
                  <a:lnTo>
                    <a:pt x="0" y="361"/>
                  </a:lnTo>
                  <a:lnTo>
                    <a:pt x="10" y="530"/>
                  </a:lnTo>
                  <a:lnTo>
                    <a:pt x="16" y="558"/>
                  </a:lnTo>
                  <a:lnTo>
                    <a:pt x="39" y="562"/>
                  </a:lnTo>
                  <a:lnTo>
                    <a:pt x="108" y="557"/>
                  </a:lnTo>
                  <a:lnTo>
                    <a:pt x="177" y="541"/>
                  </a:lnTo>
                  <a:lnTo>
                    <a:pt x="239" y="533"/>
                  </a:lnTo>
                  <a:lnTo>
                    <a:pt x="321" y="512"/>
                  </a:lnTo>
                  <a:lnTo>
                    <a:pt x="289" y="504"/>
                  </a:lnTo>
                  <a:lnTo>
                    <a:pt x="174" y="515"/>
                  </a:lnTo>
                  <a:lnTo>
                    <a:pt x="89" y="533"/>
                  </a:lnTo>
                  <a:lnTo>
                    <a:pt x="46" y="541"/>
                  </a:lnTo>
                  <a:lnTo>
                    <a:pt x="26" y="530"/>
                  </a:lnTo>
                  <a:lnTo>
                    <a:pt x="20" y="377"/>
                  </a:lnTo>
                  <a:lnTo>
                    <a:pt x="23" y="217"/>
                  </a:lnTo>
                  <a:lnTo>
                    <a:pt x="42" y="49"/>
                  </a:lnTo>
                  <a:lnTo>
                    <a:pt x="47" y="12"/>
                  </a:lnTo>
                  <a:lnTo>
                    <a:pt x="30" y="0"/>
                  </a:lnTo>
                  <a:lnTo>
                    <a:pt x="20" y="9"/>
                  </a:lnTo>
                  <a:lnTo>
                    <a:pt x="20" y="9"/>
                  </a:lnTo>
                  <a:lnTo>
                    <a:pt x="20"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18" name="Google Shape;1218;p21"/>
            <p:cNvSpPr/>
            <p:nvPr/>
          </p:nvSpPr>
          <p:spPr>
            <a:xfrm>
              <a:off x="570" y="2135"/>
              <a:ext cx="383" cy="630"/>
            </a:xfrm>
            <a:custGeom>
              <a:rect b="b" l="l" r="r" t="t"/>
              <a:pathLst>
                <a:path extrusionOk="0" h="579" w="370">
                  <a:moveTo>
                    <a:pt x="14" y="579"/>
                  </a:moveTo>
                  <a:lnTo>
                    <a:pt x="0" y="497"/>
                  </a:lnTo>
                  <a:lnTo>
                    <a:pt x="8" y="331"/>
                  </a:lnTo>
                  <a:lnTo>
                    <a:pt x="34" y="171"/>
                  </a:lnTo>
                  <a:lnTo>
                    <a:pt x="59" y="28"/>
                  </a:lnTo>
                  <a:lnTo>
                    <a:pt x="69" y="9"/>
                  </a:lnTo>
                  <a:lnTo>
                    <a:pt x="86" y="0"/>
                  </a:lnTo>
                  <a:lnTo>
                    <a:pt x="118" y="4"/>
                  </a:lnTo>
                  <a:lnTo>
                    <a:pt x="169" y="32"/>
                  </a:lnTo>
                  <a:lnTo>
                    <a:pt x="223" y="61"/>
                  </a:lnTo>
                  <a:lnTo>
                    <a:pt x="314" y="96"/>
                  </a:lnTo>
                  <a:lnTo>
                    <a:pt x="361" y="113"/>
                  </a:lnTo>
                  <a:lnTo>
                    <a:pt x="370" y="131"/>
                  </a:lnTo>
                  <a:lnTo>
                    <a:pt x="368" y="151"/>
                  </a:lnTo>
                  <a:lnTo>
                    <a:pt x="347" y="193"/>
                  </a:lnTo>
                  <a:lnTo>
                    <a:pt x="324" y="266"/>
                  </a:lnTo>
                  <a:lnTo>
                    <a:pt x="308" y="334"/>
                  </a:lnTo>
                  <a:lnTo>
                    <a:pt x="291" y="321"/>
                  </a:lnTo>
                  <a:lnTo>
                    <a:pt x="295" y="295"/>
                  </a:lnTo>
                  <a:lnTo>
                    <a:pt x="317" y="209"/>
                  </a:lnTo>
                  <a:lnTo>
                    <a:pt x="330" y="156"/>
                  </a:lnTo>
                  <a:lnTo>
                    <a:pt x="325" y="138"/>
                  </a:lnTo>
                  <a:lnTo>
                    <a:pt x="240" y="94"/>
                  </a:lnTo>
                  <a:lnTo>
                    <a:pt x="150" y="53"/>
                  </a:lnTo>
                  <a:lnTo>
                    <a:pt x="108" y="28"/>
                  </a:lnTo>
                  <a:lnTo>
                    <a:pt x="89" y="29"/>
                  </a:lnTo>
                  <a:lnTo>
                    <a:pt x="82" y="49"/>
                  </a:lnTo>
                  <a:lnTo>
                    <a:pt x="60" y="180"/>
                  </a:lnTo>
                  <a:lnTo>
                    <a:pt x="33" y="360"/>
                  </a:lnTo>
                  <a:lnTo>
                    <a:pt x="24" y="498"/>
                  </a:lnTo>
                  <a:lnTo>
                    <a:pt x="23" y="572"/>
                  </a:lnTo>
                  <a:lnTo>
                    <a:pt x="14" y="579"/>
                  </a:lnTo>
                  <a:lnTo>
                    <a:pt x="14" y="579"/>
                  </a:lnTo>
                  <a:lnTo>
                    <a:pt x="14" y="57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19" name="Google Shape;1219;p21"/>
            <p:cNvSpPr/>
            <p:nvPr/>
          </p:nvSpPr>
          <p:spPr>
            <a:xfrm>
              <a:off x="576" y="2557"/>
              <a:ext cx="293" cy="245"/>
            </a:xfrm>
            <a:custGeom>
              <a:rect b="b" l="l" r="r" t="t"/>
              <a:pathLst>
                <a:path extrusionOk="0" h="225" w="283">
                  <a:moveTo>
                    <a:pt x="2" y="204"/>
                  </a:moveTo>
                  <a:lnTo>
                    <a:pt x="28" y="187"/>
                  </a:lnTo>
                  <a:lnTo>
                    <a:pt x="86" y="177"/>
                  </a:lnTo>
                  <a:lnTo>
                    <a:pt x="188" y="174"/>
                  </a:lnTo>
                  <a:lnTo>
                    <a:pt x="229" y="171"/>
                  </a:lnTo>
                  <a:lnTo>
                    <a:pt x="240" y="165"/>
                  </a:lnTo>
                  <a:lnTo>
                    <a:pt x="246" y="152"/>
                  </a:lnTo>
                  <a:lnTo>
                    <a:pt x="254" y="58"/>
                  </a:lnTo>
                  <a:lnTo>
                    <a:pt x="255" y="0"/>
                  </a:lnTo>
                  <a:lnTo>
                    <a:pt x="283" y="15"/>
                  </a:lnTo>
                  <a:lnTo>
                    <a:pt x="272" y="104"/>
                  </a:lnTo>
                  <a:lnTo>
                    <a:pt x="264" y="189"/>
                  </a:lnTo>
                  <a:lnTo>
                    <a:pt x="259" y="197"/>
                  </a:lnTo>
                  <a:lnTo>
                    <a:pt x="251" y="200"/>
                  </a:lnTo>
                  <a:lnTo>
                    <a:pt x="221" y="200"/>
                  </a:lnTo>
                  <a:lnTo>
                    <a:pt x="121" y="203"/>
                  </a:lnTo>
                  <a:lnTo>
                    <a:pt x="54" y="214"/>
                  </a:lnTo>
                  <a:lnTo>
                    <a:pt x="13" y="225"/>
                  </a:lnTo>
                  <a:lnTo>
                    <a:pt x="0" y="223"/>
                  </a:lnTo>
                  <a:lnTo>
                    <a:pt x="2" y="204"/>
                  </a:lnTo>
                  <a:lnTo>
                    <a:pt x="2" y="204"/>
                  </a:lnTo>
                  <a:lnTo>
                    <a:pt x="2" y="20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20" name="Google Shape;1220;p21"/>
            <p:cNvSpPr/>
            <p:nvPr/>
          </p:nvSpPr>
          <p:spPr>
            <a:xfrm>
              <a:off x="786" y="2482"/>
              <a:ext cx="120" cy="121"/>
            </a:xfrm>
            <a:custGeom>
              <a:rect b="b" l="l" r="r" t="t"/>
              <a:pathLst>
                <a:path extrusionOk="0" h="111" w="116">
                  <a:moveTo>
                    <a:pt x="63" y="105"/>
                  </a:moveTo>
                  <a:lnTo>
                    <a:pt x="35" y="96"/>
                  </a:lnTo>
                  <a:lnTo>
                    <a:pt x="5" y="72"/>
                  </a:lnTo>
                  <a:lnTo>
                    <a:pt x="0" y="52"/>
                  </a:lnTo>
                  <a:lnTo>
                    <a:pt x="14" y="24"/>
                  </a:lnTo>
                  <a:lnTo>
                    <a:pt x="33" y="0"/>
                  </a:lnTo>
                  <a:lnTo>
                    <a:pt x="65" y="4"/>
                  </a:lnTo>
                  <a:lnTo>
                    <a:pt x="91" y="30"/>
                  </a:lnTo>
                  <a:lnTo>
                    <a:pt x="116" y="63"/>
                  </a:lnTo>
                  <a:lnTo>
                    <a:pt x="113" y="86"/>
                  </a:lnTo>
                  <a:lnTo>
                    <a:pt x="96" y="108"/>
                  </a:lnTo>
                  <a:lnTo>
                    <a:pt x="72" y="111"/>
                  </a:lnTo>
                  <a:lnTo>
                    <a:pt x="72" y="82"/>
                  </a:lnTo>
                  <a:lnTo>
                    <a:pt x="83" y="82"/>
                  </a:lnTo>
                  <a:lnTo>
                    <a:pt x="87" y="69"/>
                  </a:lnTo>
                  <a:lnTo>
                    <a:pt x="72" y="46"/>
                  </a:lnTo>
                  <a:lnTo>
                    <a:pt x="56" y="33"/>
                  </a:lnTo>
                  <a:lnTo>
                    <a:pt x="35" y="46"/>
                  </a:lnTo>
                  <a:lnTo>
                    <a:pt x="39" y="60"/>
                  </a:lnTo>
                  <a:lnTo>
                    <a:pt x="65" y="76"/>
                  </a:lnTo>
                  <a:lnTo>
                    <a:pt x="63" y="105"/>
                  </a:lnTo>
                  <a:lnTo>
                    <a:pt x="63" y="105"/>
                  </a:lnTo>
                  <a:lnTo>
                    <a:pt x="63" y="10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21" name="Google Shape;1221;p21"/>
            <p:cNvSpPr/>
            <p:nvPr/>
          </p:nvSpPr>
          <p:spPr>
            <a:xfrm>
              <a:off x="880" y="2533"/>
              <a:ext cx="346" cy="82"/>
            </a:xfrm>
            <a:custGeom>
              <a:rect b="b" l="l" r="r" t="t"/>
              <a:pathLst>
                <a:path extrusionOk="0" h="75" w="334">
                  <a:moveTo>
                    <a:pt x="312" y="26"/>
                  </a:moveTo>
                  <a:lnTo>
                    <a:pt x="295" y="41"/>
                  </a:lnTo>
                  <a:lnTo>
                    <a:pt x="240" y="44"/>
                  </a:lnTo>
                  <a:lnTo>
                    <a:pt x="183" y="44"/>
                  </a:lnTo>
                  <a:lnTo>
                    <a:pt x="102" y="39"/>
                  </a:lnTo>
                  <a:lnTo>
                    <a:pt x="55" y="24"/>
                  </a:lnTo>
                  <a:lnTo>
                    <a:pt x="0" y="0"/>
                  </a:lnTo>
                  <a:lnTo>
                    <a:pt x="10" y="28"/>
                  </a:lnTo>
                  <a:lnTo>
                    <a:pt x="59" y="57"/>
                  </a:lnTo>
                  <a:lnTo>
                    <a:pt x="157" y="70"/>
                  </a:lnTo>
                  <a:lnTo>
                    <a:pt x="233" y="75"/>
                  </a:lnTo>
                  <a:lnTo>
                    <a:pt x="334" y="63"/>
                  </a:lnTo>
                  <a:lnTo>
                    <a:pt x="312" y="26"/>
                  </a:lnTo>
                  <a:lnTo>
                    <a:pt x="312" y="26"/>
                  </a:lnTo>
                  <a:lnTo>
                    <a:pt x="312"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22" name="Google Shape;1222;p21"/>
            <p:cNvSpPr/>
            <p:nvPr/>
          </p:nvSpPr>
          <p:spPr>
            <a:xfrm>
              <a:off x="737" y="2575"/>
              <a:ext cx="629" cy="458"/>
            </a:xfrm>
            <a:custGeom>
              <a:rect b="b" l="l" r="r" t="t"/>
              <a:pathLst>
                <a:path extrusionOk="0" h="420" w="607">
                  <a:moveTo>
                    <a:pt x="146" y="0"/>
                  </a:moveTo>
                  <a:lnTo>
                    <a:pt x="201" y="66"/>
                  </a:lnTo>
                  <a:lnTo>
                    <a:pt x="218" y="98"/>
                  </a:lnTo>
                  <a:lnTo>
                    <a:pt x="237" y="120"/>
                  </a:lnTo>
                  <a:lnTo>
                    <a:pt x="261" y="146"/>
                  </a:lnTo>
                  <a:lnTo>
                    <a:pt x="284" y="152"/>
                  </a:lnTo>
                  <a:lnTo>
                    <a:pt x="321" y="138"/>
                  </a:lnTo>
                  <a:lnTo>
                    <a:pt x="374" y="116"/>
                  </a:lnTo>
                  <a:lnTo>
                    <a:pt x="363" y="132"/>
                  </a:lnTo>
                  <a:lnTo>
                    <a:pt x="284" y="182"/>
                  </a:lnTo>
                  <a:lnTo>
                    <a:pt x="180" y="241"/>
                  </a:lnTo>
                  <a:lnTo>
                    <a:pt x="95" y="292"/>
                  </a:lnTo>
                  <a:lnTo>
                    <a:pt x="70" y="312"/>
                  </a:lnTo>
                  <a:lnTo>
                    <a:pt x="111" y="317"/>
                  </a:lnTo>
                  <a:lnTo>
                    <a:pt x="157" y="326"/>
                  </a:lnTo>
                  <a:lnTo>
                    <a:pt x="193" y="340"/>
                  </a:lnTo>
                  <a:lnTo>
                    <a:pt x="218" y="362"/>
                  </a:lnTo>
                  <a:lnTo>
                    <a:pt x="231" y="388"/>
                  </a:lnTo>
                  <a:lnTo>
                    <a:pt x="262" y="385"/>
                  </a:lnTo>
                  <a:lnTo>
                    <a:pt x="326" y="357"/>
                  </a:lnTo>
                  <a:lnTo>
                    <a:pt x="404" y="283"/>
                  </a:lnTo>
                  <a:lnTo>
                    <a:pt x="501" y="185"/>
                  </a:lnTo>
                  <a:lnTo>
                    <a:pt x="589" y="108"/>
                  </a:lnTo>
                  <a:lnTo>
                    <a:pt x="607" y="131"/>
                  </a:lnTo>
                  <a:lnTo>
                    <a:pt x="525" y="198"/>
                  </a:lnTo>
                  <a:lnTo>
                    <a:pt x="438" y="298"/>
                  </a:lnTo>
                  <a:lnTo>
                    <a:pt x="382" y="353"/>
                  </a:lnTo>
                  <a:lnTo>
                    <a:pt x="333" y="398"/>
                  </a:lnTo>
                  <a:lnTo>
                    <a:pt x="264" y="420"/>
                  </a:lnTo>
                  <a:lnTo>
                    <a:pt x="224" y="420"/>
                  </a:lnTo>
                  <a:lnTo>
                    <a:pt x="147" y="414"/>
                  </a:lnTo>
                  <a:lnTo>
                    <a:pt x="79" y="390"/>
                  </a:lnTo>
                  <a:lnTo>
                    <a:pt x="21" y="369"/>
                  </a:lnTo>
                  <a:lnTo>
                    <a:pt x="1" y="350"/>
                  </a:lnTo>
                  <a:lnTo>
                    <a:pt x="0" y="334"/>
                  </a:lnTo>
                  <a:lnTo>
                    <a:pt x="32" y="309"/>
                  </a:lnTo>
                  <a:lnTo>
                    <a:pt x="84" y="267"/>
                  </a:lnTo>
                  <a:lnTo>
                    <a:pt x="155" y="217"/>
                  </a:lnTo>
                  <a:lnTo>
                    <a:pt x="210" y="193"/>
                  </a:lnTo>
                  <a:lnTo>
                    <a:pt x="242" y="177"/>
                  </a:lnTo>
                  <a:lnTo>
                    <a:pt x="242" y="163"/>
                  </a:lnTo>
                  <a:lnTo>
                    <a:pt x="192" y="113"/>
                  </a:lnTo>
                  <a:lnTo>
                    <a:pt x="150" y="58"/>
                  </a:lnTo>
                  <a:lnTo>
                    <a:pt x="116" y="11"/>
                  </a:lnTo>
                  <a:lnTo>
                    <a:pt x="146" y="0"/>
                  </a:lnTo>
                  <a:lnTo>
                    <a:pt x="146" y="0"/>
                  </a:lnTo>
                  <a:lnTo>
                    <a:pt x="14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23" name="Google Shape;1223;p21"/>
            <p:cNvSpPr/>
            <p:nvPr/>
          </p:nvSpPr>
          <p:spPr>
            <a:xfrm>
              <a:off x="546" y="3302"/>
              <a:ext cx="96" cy="179"/>
            </a:xfrm>
            <a:custGeom>
              <a:rect b="b" l="l" r="r" t="t"/>
              <a:pathLst>
                <a:path extrusionOk="0" h="165" w="93">
                  <a:moveTo>
                    <a:pt x="78" y="0"/>
                  </a:moveTo>
                  <a:lnTo>
                    <a:pt x="51" y="0"/>
                  </a:lnTo>
                  <a:lnTo>
                    <a:pt x="8" y="121"/>
                  </a:lnTo>
                  <a:lnTo>
                    <a:pt x="0" y="165"/>
                  </a:lnTo>
                  <a:lnTo>
                    <a:pt x="31" y="156"/>
                  </a:lnTo>
                  <a:lnTo>
                    <a:pt x="74" y="139"/>
                  </a:lnTo>
                  <a:lnTo>
                    <a:pt x="60" y="122"/>
                  </a:lnTo>
                  <a:lnTo>
                    <a:pt x="34" y="133"/>
                  </a:lnTo>
                  <a:lnTo>
                    <a:pt x="22" y="130"/>
                  </a:lnTo>
                  <a:lnTo>
                    <a:pt x="44" y="78"/>
                  </a:lnTo>
                  <a:lnTo>
                    <a:pt x="63" y="49"/>
                  </a:lnTo>
                  <a:lnTo>
                    <a:pt x="90" y="23"/>
                  </a:lnTo>
                  <a:lnTo>
                    <a:pt x="93" y="2"/>
                  </a:lnTo>
                  <a:lnTo>
                    <a:pt x="78" y="0"/>
                  </a:lnTo>
                  <a:lnTo>
                    <a:pt x="78" y="0"/>
                  </a:lnTo>
                  <a:lnTo>
                    <a:pt x="7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24" name="Google Shape;1224;p21"/>
            <p:cNvSpPr/>
            <p:nvPr/>
          </p:nvSpPr>
          <p:spPr>
            <a:xfrm>
              <a:off x="1505" y="3681"/>
              <a:ext cx="56" cy="67"/>
            </a:xfrm>
            <a:custGeom>
              <a:rect b="b" l="l" r="r" t="t"/>
              <a:pathLst>
                <a:path extrusionOk="0" h="61" w="54">
                  <a:moveTo>
                    <a:pt x="12" y="0"/>
                  </a:moveTo>
                  <a:lnTo>
                    <a:pt x="28" y="23"/>
                  </a:lnTo>
                  <a:lnTo>
                    <a:pt x="54" y="46"/>
                  </a:lnTo>
                  <a:lnTo>
                    <a:pt x="38" y="61"/>
                  </a:lnTo>
                  <a:lnTo>
                    <a:pt x="14" y="50"/>
                  </a:lnTo>
                  <a:lnTo>
                    <a:pt x="0" y="23"/>
                  </a:lnTo>
                  <a:lnTo>
                    <a:pt x="12" y="0"/>
                  </a:lnTo>
                  <a:lnTo>
                    <a:pt x="12" y="0"/>
                  </a:lnTo>
                  <a:lnTo>
                    <a:pt x="1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25" name="Google Shape;1225;p21"/>
            <p:cNvSpPr/>
            <p:nvPr/>
          </p:nvSpPr>
          <p:spPr>
            <a:xfrm>
              <a:off x="618" y="3002"/>
              <a:ext cx="950" cy="834"/>
            </a:xfrm>
            <a:custGeom>
              <a:rect b="b" l="l" r="r" t="t"/>
              <a:pathLst>
                <a:path extrusionOk="0" h="766" w="917">
                  <a:moveTo>
                    <a:pt x="253" y="0"/>
                  </a:moveTo>
                  <a:lnTo>
                    <a:pt x="221" y="74"/>
                  </a:lnTo>
                  <a:lnTo>
                    <a:pt x="195" y="116"/>
                  </a:lnTo>
                  <a:lnTo>
                    <a:pt x="137" y="190"/>
                  </a:lnTo>
                  <a:lnTo>
                    <a:pt x="92" y="234"/>
                  </a:lnTo>
                  <a:lnTo>
                    <a:pt x="50" y="251"/>
                  </a:lnTo>
                  <a:lnTo>
                    <a:pt x="22" y="254"/>
                  </a:lnTo>
                  <a:lnTo>
                    <a:pt x="14" y="266"/>
                  </a:lnTo>
                  <a:lnTo>
                    <a:pt x="0" y="320"/>
                  </a:lnTo>
                  <a:lnTo>
                    <a:pt x="2" y="371"/>
                  </a:lnTo>
                  <a:lnTo>
                    <a:pt x="18" y="402"/>
                  </a:lnTo>
                  <a:lnTo>
                    <a:pt x="72" y="431"/>
                  </a:lnTo>
                  <a:lnTo>
                    <a:pt x="151" y="448"/>
                  </a:lnTo>
                  <a:lnTo>
                    <a:pt x="242" y="440"/>
                  </a:lnTo>
                  <a:lnTo>
                    <a:pt x="350" y="402"/>
                  </a:lnTo>
                  <a:lnTo>
                    <a:pt x="427" y="371"/>
                  </a:lnTo>
                  <a:lnTo>
                    <a:pt x="491" y="335"/>
                  </a:lnTo>
                  <a:lnTo>
                    <a:pt x="557" y="309"/>
                  </a:lnTo>
                  <a:lnTo>
                    <a:pt x="640" y="300"/>
                  </a:lnTo>
                  <a:lnTo>
                    <a:pt x="709" y="335"/>
                  </a:lnTo>
                  <a:lnTo>
                    <a:pt x="770" y="408"/>
                  </a:lnTo>
                  <a:lnTo>
                    <a:pt x="802" y="479"/>
                  </a:lnTo>
                  <a:lnTo>
                    <a:pt x="811" y="551"/>
                  </a:lnTo>
                  <a:lnTo>
                    <a:pt x="806" y="601"/>
                  </a:lnTo>
                  <a:lnTo>
                    <a:pt x="876" y="766"/>
                  </a:lnTo>
                  <a:lnTo>
                    <a:pt x="900" y="766"/>
                  </a:lnTo>
                  <a:lnTo>
                    <a:pt x="917" y="720"/>
                  </a:lnTo>
                  <a:lnTo>
                    <a:pt x="916" y="685"/>
                  </a:lnTo>
                  <a:lnTo>
                    <a:pt x="885" y="688"/>
                  </a:lnTo>
                  <a:lnTo>
                    <a:pt x="885" y="728"/>
                  </a:lnTo>
                  <a:lnTo>
                    <a:pt x="844" y="644"/>
                  </a:lnTo>
                  <a:lnTo>
                    <a:pt x="844" y="609"/>
                  </a:lnTo>
                  <a:lnTo>
                    <a:pt x="844" y="533"/>
                  </a:lnTo>
                  <a:lnTo>
                    <a:pt x="832" y="463"/>
                  </a:lnTo>
                  <a:lnTo>
                    <a:pt x="808" y="411"/>
                  </a:lnTo>
                  <a:lnTo>
                    <a:pt x="774" y="365"/>
                  </a:lnTo>
                  <a:lnTo>
                    <a:pt x="727" y="314"/>
                  </a:lnTo>
                  <a:lnTo>
                    <a:pt x="678" y="277"/>
                  </a:lnTo>
                  <a:lnTo>
                    <a:pt x="613" y="260"/>
                  </a:lnTo>
                  <a:lnTo>
                    <a:pt x="551" y="269"/>
                  </a:lnTo>
                  <a:lnTo>
                    <a:pt x="463" y="298"/>
                  </a:lnTo>
                  <a:lnTo>
                    <a:pt x="352" y="357"/>
                  </a:lnTo>
                  <a:lnTo>
                    <a:pt x="262" y="391"/>
                  </a:lnTo>
                  <a:lnTo>
                    <a:pt x="186" y="410"/>
                  </a:lnTo>
                  <a:lnTo>
                    <a:pt x="142" y="414"/>
                  </a:lnTo>
                  <a:lnTo>
                    <a:pt x="86" y="403"/>
                  </a:lnTo>
                  <a:lnTo>
                    <a:pt x="42" y="390"/>
                  </a:lnTo>
                  <a:lnTo>
                    <a:pt x="23" y="356"/>
                  </a:lnTo>
                  <a:lnTo>
                    <a:pt x="28" y="318"/>
                  </a:lnTo>
                  <a:lnTo>
                    <a:pt x="44" y="292"/>
                  </a:lnTo>
                  <a:lnTo>
                    <a:pt x="93" y="269"/>
                  </a:lnTo>
                  <a:lnTo>
                    <a:pt x="124" y="254"/>
                  </a:lnTo>
                  <a:lnTo>
                    <a:pt x="166" y="212"/>
                  </a:lnTo>
                  <a:lnTo>
                    <a:pt x="216" y="150"/>
                  </a:lnTo>
                  <a:lnTo>
                    <a:pt x="263" y="76"/>
                  </a:lnTo>
                  <a:lnTo>
                    <a:pt x="315" y="3"/>
                  </a:lnTo>
                  <a:lnTo>
                    <a:pt x="253" y="0"/>
                  </a:lnTo>
                  <a:lnTo>
                    <a:pt x="253" y="0"/>
                  </a:lnTo>
                  <a:lnTo>
                    <a:pt x="25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2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232" name="Google Shape;1232;p2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233" name="Google Shape;1233;p2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1234" name="Google Shape;1234;p22"/>
          <p:cNvSpPr txBox="1"/>
          <p:nvPr/>
        </p:nvSpPr>
        <p:spPr>
          <a:xfrm>
            <a:off x="457200" y="1981200"/>
            <a:ext cx="8229600" cy="41910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35" name="Google Shape;1235;p22"/>
          <p:cNvSpPr txBox="1"/>
          <p:nvPr>
            <p:ph type="title"/>
          </p:nvPr>
        </p:nvSpPr>
        <p:spPr>
          <a:xfrm>
            <a:off x="457200" y="381000"/>
            <a:ext cx="8229600" cy="1600200"/>
          </a:xfrm>
          <a:prstGeom prst="rect">
            <a:avLst/>
          </a:prstGeom>
          <a:solidFill>
            <a:srgbClr val="0033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Sales Message Strategies</a:t>
            </a:r>
            <a:endParaRPr/>
          </a:p>
        </p:txBody>
      </p:sp>
      <p:grpSp>
        <p:nvGrpSpPr>
          <p:cNvPr id="1236" name="Google Shape;1236;p22"/>
          <p:cNvGrpSpPr/>
          <p:nvPr/>
        </p:nvGrpSpPr>
        <p:grpSpPr>
          <a:xfrm>
            <a:off x="4572000" y="1981200"/>
            <a:ext cx="4114800" cy="4191000"/>
            <a:chOff x="2880" y="1248"/>
            <a:chExt cx="2592" cy="1980"/>
          </a:xfrm>
        </p:grpSpPr>
        <p:sp>
          <p:nvSpPr>
            <p:cNvPr id="1237" name="Google Shape;1237;p22"/>
            <p:cNvSpPr txBox="1"/>
            <p:nvPr/>
          </p:nvSpPr>
          <p:spPr>
            <a:xfrm>
              <a:off x="2880" y="1248"/>
              <a:ext cx="2592" cy="66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Using Action </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Terms</a:t>
              </a:r>
              <a:endParaRPr/>
            </a:p>
          </p:txBody>
        </p:sp>
        <p:sp>
          <p:nvSpPr>
            <p:cNvPr id="1238" name="Google Shape;1238;p22"/>
            <p:cNvSpPr txBox="1"/>
            <p:nvPr/>
          </p:nvSpPr>
          <p:spPr>
            <a:xfrm>
              <a:off x="2880" y="1908"/>
              <a:ext cx="2592" cy="66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Talking </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About Price</a:t>
              </a:r>
              <a:endParaRPr/>
            </a:p>
          </p:txBody>
        </p:sp>
        <p:sp>
          <p:nvSpPr>
            <p:cNvPr id="1239" name="Google Shape;1239;p22"/>
            <p:cNvSpPr txBox="1"/>
            <p:nvPr/>
          </p:nvSpPr>
          <p:spPr>
            <a:xfrm>
              <a:off x="2880" y="2568"/>
              <a:ext cx="2592" cy="66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Supporting</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Your Claims</a:t>
              </a:r>
              <a:endParaRPr/>
            </a:p>
          </p:txBody>
        </p:sp>
      </p:grpSp>
      <p:grpSp>
        <p:nvGrpSpPr>
          <p:cNvPr id="1240" name="Google Shape;1240;p22"/>
          <p:cNvGrpSpPr/>
          <p:nvPr/>
        </p:nvGrpSpPr>
        <p:grpSpPr>
          <a:xfrm>
            <a:off x="781050" y="2362200"/>
            <a:ext cx="3333750" cy="3727450"/>
            <a:chOff x="492" y="1488"/>
            <a:chExt cx="2100" cy="2348"/>
          </a:xfrm>
        </p:grpSpPr>
        <p:sp>
          <p:nvSpPr>
            <p:cNvPr id="1241" name="Google Shape;1241;p22"/>
            <p:cNvSpPr/>
            <p:nvPr/>
          </p:nvSpPr>
          <p:spPr>
            <a:xfrm>
              <a:off x="885" y="1499"/>
              <a:ext cx="789" cy="459"/>
            </a:xfrm>
            <a:custGeom>
              <a:rect b="b" l="l" r="r" t="t"/>
              <a:pathLst>
                <a:path extrusionOk="0" h="422" w="761">
                  <a:moveTo>
                    <a:pt x="761" y="116"/>
                  </a:moveTo>
                  <a:lnTo>
                    <a:pt x="739" y="30"/>
                  </a:lnTo>
                  <a:lnTo>
                    <a:pt x="672" y="8"/>
                  </a:lnTo>
                  <a:lnTo>
                    <a:pt x="606" y="13"/>
                  </a:lnTo>
                  <a:lnTo>
                    <a:pt x="516" y="4"/>
                  </a:lnTo>
                  <a:lnTo>
                    <a:pt x="409" y="0"/>
                  </a:lnTo>
                  <a:lnTo>
                    <a:pt x="317" y="22"/>
                  </a:lnTo>
                  <a:lnTo>
                    <a:pt x="254" y="58"/>
                  </a:lnTo>
                  <a:lnTo>
                    <a:pt x="160" y="84"/>
                  </a:lnTo>
                  <a:lnTo>
                    <a:pt x="80" y="111"/>
                  </a:lnTo>
                  <a:lnTo>
                    <a:pt x="36" y="204"/>
                  </a:lnTo>
                  <a:lnTo>
                    <a:pt x="71" y="258"/>
                  </a:lnTo>
                  <a:lnTo>
                    <a:pt x="0" y="298"/>
                  </a:lnTo>
                  <a:lnTo>
                    <a:pt x="102" y="377"/>
                  </a:lnTo>
                  <a:lnTo>
                    <a:pt x="249" y="422"/>
                  </a:lnTo>
                  <a:lnTo>
                    <a:pt x="761" y="116"/>
                  </a:lnTo>
                  <a:lnTo>
                    <a:pt x="761" y="116"/>
                  </a:lnTo>
                  <a:close/>
                </a:path>
              </a:pathLst>
            </a:custGeom>
            <a:solidFill>
              <a:srgbClr val="8C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2" name="Google Shape;1242;p22"/>
            <p:cNvSpPr/>
            <p:nvPr/>
          </p:nvSpPr>
          <p:spPr>
            <a:xfrm>
              <a:off x="1974" y="2361"/>
              <a:ext cx="614" cy="679"/>
            </a:xfrm>
            <a:custGeom>
              <a:rect b="b" l="l" r="r" t="t"/>
              <a:pathLst>
                <a:path extrusionOk="0" h="624" w="593">
                  <a:moveTo>
                    <a:pt x="93" y="169"/>
                  </a:moveTo>
                  <a:lnTo>
                    <a:pt x="165" y="142"/>
                  </a:lnTo>
                  <a:lnTo>
                    <a:pt x="227" y="0"/>
                  </a:lnTo>
                  <a:lnTo>
                    <a:pt x="570" y="58"/>
                  </a:lnTo>
                  <a:lnTo>
                    <a:pt x="593" y="124"/>
                  </a:lnTo>
                  <a:lnTo>
                    <a:pt x="370" y="624"/>
                  </a:lnTo>
                  <a:lnTo>
                    <a:pt x="17" y="534"/>
                  </a:lnTo>
                  <a:lnTo>
                    <a:pt x="0" y="472"/>
                  </a:lnTo>
                  <a:lnTo>
                    <a:pt x="93" y="253"/>
                  </a:lnTo>
                  <a:lnTo>
                    <a:pt x="67" y="200"/>
                  </a:lnTo>
                  <a:lnTo>
                    <a:pt x="93" y="169"/>
                  </a:lnTo>
                  <a:lnTo>
                    <a:pt x="93" y="169"/>
                  </a:lnTo>
                  <a:close/>
                </a:path>
              </a:pathLst>
            </a:custGeom>
            <a:solidFill>
              <a:srgbClr val="EBC5B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3" name="Google Shape;1243;p22"/>
            <p:cNvSpPr/>
            <p:nvPr/>
          </p:nvSpPr>
          <p:spPr>
            <a:xfrm>
              <a:off x="502" y="2235"/>
              <a:ext cx="310" cy="610"/>
            </a:xfrm>
            <a:custGeom>
              <a:rect b="b" l="l" r="r" t="t"/>
              <a:pathLst>
                <a:path extrusionOk="0" h="561" w="299">
                  <a:moveTo>
                    <a:pt x="103" y="22"/>
                  </a:moveTo>
                  <a:lnTo>
                    <a:pt x="13" y="0"/>
                  </a:lnTo>
                  <a:lnTo>
                    <a:pt x="0" y="561"/>
                  </a:lnTo>
                  <a:lnTo>
                    <a:pt x="299" y="516"/>
                  </a:lnTo>
                  <a:lnTo>
                    <a:pt x="259" y="90"/>
                  </a:lnTo>
                  <a:lnTo>
                    <a:pt x="103" y="22"/>
                  </a:lnTo>
                  <a:lnTo>
                    <a:pt x="103" y="22"/>
                  </a:lnTo>
                  <a:close/>
                </a:path>
              </a:pathLst>
            </a:custGeom>
            <a:solidFill>
              <a:srgbClr val="F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4" name="Google Shape;1244;p22"/>
            <p:cNvSpPr/>
            <p:nvPr/>
          </p:nvSpPr>
          <p:spPr>
            <a:xfrm>
              <a:off x="549" y="2138"/>
              <a:ext cx="271" cy="654"/>
            </a:xfrm>
            <a:custGeom>
              <a:rect b="b" l="l" r="r" t="t"/>
              <a:pathLst>
                <a:path extrusionOk="0" h="601" w="262">
                  <a:moveTo>
                    <a:pt x="115" y="40"/>
                  </a:moveTo>
                  <a:lnTo>
                    <a:pt x="26" y="0"/>
                  </a:lnTo>
                  <a:lnTo>
                    <a:pt x="0" y="601"/>
                  </a:lnTo>
                  <a:lnTo>
                    <a:pt x="262" y="556"/>
                  </a:lnTo>
                  <a:lnTo>
                    <a:pt x="115" y="40"/>
                  </a:lnTo>
                  <a:lnTo>
                    <a:pt x="115" y="40"/>
                  </a:lnTo>
                  <a:close/>
                </a:path>
              </a:pathLst>
            </a:custGeom>
            <a:solidFill>
              <a:srgbClr val="E5CB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5" name="Google Shape;1245;p22"/>
            <p:cNvSpPr/>
            <p:nvPr/>
          </p:nvSpPr>
          <p:spPr>
            <a:xfrm>
              <a:off x="572" y="2110"/>
              <a:ext cx="383" cy="664"/>
            </a:xfrm>
            <a:custGeom>
              <a:rect b="b" l="l" r="r" t="t"/>
              <a:pathLst>
                <a:path extrusionOk="0" h="610" w="370">
                  <a:moveTo>
                    <a:pt x="80" y="0"/>
                  </a:moveTo>
                  <a:lnTo>
                    <a:pt x="370" y="129"/>
                  </a:lnTo>
                  <a:lnTo>
                    <a:pt x="263" y="587"/>
                  </a:lnTo>
                  <a:lnTo>
                    <a:pt x="0" y="610"/>
                  </a:lnTo>
                  <a:lnTo>
                    <a:pt x="80" y="0"/>
                  </a:lnTo>
                  <a:lnTo>
                    <a:pt x="80" y="0"/>
                  </a:lnTo>
                  <a:close/>
                </a:path>
              </a:pathLst>
            </a:custGeom>
            <a:solidFill>
              <a:srgbClr val="FFF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6" name="Google Shape;1246;p22"/>
            <p:cNvSpPr/>
            <p:nvPr/>
          </p:nvSpPr>
          <p:spPr>
            <a:xfrm>
              <a:off x="540" y="2559"/>
              <a:ext cx="1489" cy="1266"/>
            </a:xfrm>
            <a:custGeom>
              <a:rect b="b" l="l" r="r" t="t"/>
              <a:pathLst>
                <a:path extrusionOk="0" h="1163" w="1438">
                  <a:moveTo>
                    <a:pt x="334" y="0"/>
                  </a:moveTo>
                  <a:lnTo>
                    <a:pt x="476" y="32"/>
                  </a:lnTo>
                  <a:lnTo>
                    <a:pt x="690" y="5"/>
                  </a:lnTo>
                  <a:lnTo>
                    <a:pt x="1167" y="85"/>
                  </a:lnTo>
                  <a:lnTo>
                    <a:pt x="1331" y="50"/>
                  </a:lnTo>
                  <a:lnTo>
                    <a:pt x="1435" y="14"/>
                  </a:lnTo>
                  <a:lnTo>
                    <a:pt x="1438" y="81"/>
                  </a:lnTo>
                  <a:lnTo>
                    <a:pt x="1327" y="187"/>
                  </a:lnTo>
                  <a:lnTo>
                    <a:pt x="1247" y="240"/>
                  </a:lnTo>
                  <a:lnTo>
                    <a:pt x="1163" y="277"/>
                  </a:lnTo>
                  <a:lnTo>
                    <a:pt x="1158" y="472"/>
                  </a:lnTo>
                  <a:lnTo>
                    <a:pt x="1216" y="517"/>
                  </a:lnTo>
                  <a:lnTo>
                    <a:pt x="1037" y="553"/>
                  </a:lnTo>
                  <a:lnTo>
                    <a:pt x="1105" y="753"/>
                  </a:lnTo>
                  <a:lnTo>
                    <a:pt x="1095" y="913"/>
                  </a:lnTo>
                  <a:lnTo>
                    <a:pt x="984" y="1092"/>
                  </a:lnTo>
                  <a:lnTo>
                    <a:pt x="958" y="1163"/>
                  </a:lnTo>
                  <a:lnTo>
                    <a:pt x="895" y="1019"/>
                  </a:lnTo>
                  <a:lnTo>
                    <a:pt x="890" y="887"/>
                  </a:lnTo>
                  <a:lnTo>
                    <a:pt x="832" y="771"/>
                  </a:lnTo>
                  <a:lnTo>
                    <a:pt x="766" y="718"/>
                  </a:lnTo>
                  <a:lnTo>
                    <a:pt x="690" y="703"/>
                  </a:lnTo>
                  <a:lnTo>
                    <a:pt x="588" y="722"/>
                  </a:lnTo>
                  <a:lnTo>
                    <a:pt x="481" y="771"/>
                  </a:lnTo>
                  <a:lnTo>
                    <a:pt x="375" y="815"/>
                  </a:lnTo>
                  <a:lnTo>
                    <a:pt x="258" y="837"/>
                  </a:lnTo>
                  <a:lnTo>
                    <a:pt x="147" y="832"/>
                  </a:lnTo>
                  <a:lnTo>
                    <a:pt x="98" y="819"/>
                  </a:lnTo>
                  <a:lnTo>
                    <a:pt x="0" y="832"/>
                  </a:lnTo>
                  <a:lnTo>
                    <a:pt x="45" y="700"/>
                  </a:lnTo>
                  <a:lnTo>
                    <a:pt x="178" y="664"/>
                  </a:lnTo>
                  <a:lnTo>
                    <a:pt x="299" y="495"/>
                  </a:lnTo>
                  <a:lnTo>
                    <a:pt x="334" y="392"/>
                  </a:lnTo>
                  <a:lnTo>
                    <a:pt x="200" y="348"/>
                  </a:lnTo>
                  <a:lnTo>
                    <a:pt x="436" y="187"/>
                  </a:lnTo>
                  <a:lnTo>
                    <a:pt x="316" y="27"/>
                  </a:lnTo>
                  <a:lnTo>
                    <a:pt x="334" y="0"/>
                  </a:lnTo>
                  <a:lnTo>
                    <a:pt x="334" y="0"/>
                  </a:lnTo>
                  <a:close/>
                </a:path>
              </a:pathLst>
            </a:custGeom>
            <a:solidFill>
              <a:srgbClr val="CCA6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7" name="Google Shape;1247;p22"/>
            <p:cNvSpPr/>
            <p:nvPr/>
          </p:nvSpPr>
          <p:spPr>
            <a:xfrm>
              <a:off x="1138" y="2685"/>
              <a:ext cx="559" cy="320"/>
            </a:xfrm>
            <a:custGeom>
              <a:rect b="b" l="l" r="r" t="t"/>
              <a:pathLst>
                <a:path extrusionOk="0" h="294" w="540">
                  <a:moveTo>
                    <a:pt x="206" y="13"/>
                  </a:moveTo>
                  <a:lnTo>
                    <a:pt x="0" y="223"/>
                  </a:lnTo>
                  <a:lnTo>
                    <a:pt x="147" y="276"/>
                  </a:lnTo>
                  <a:lnTo>
                    <a:pt x="312" y="290"/>
                  </a:lnTo>
                  <a:lnTo>
                    <a:pt x="442" y="294"/>
                  </a:lnTo>
                  <a:lnTo>
                    <a:pt x="540" y="253"/>
                  </a:lnTo>
                  <a:lnTo>
                    <a:pt x="474" y="0"/>
                  </a:lnTo>
                  <a:lnTo>
                    <a:pt x="206" y="13"/>
                  </a:lnTo>
                  <a:lnTo>
                    <a:pt x="206" y="13"/>
                  </a:lnTo>
                  <a:close/>
                </a:path>
              </a:pathLst>
            </a:custGeom>
            <a:solidFill>
              <a:srgbClr val="003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8" name="Google Shape;1248;p22"/>
            <p:cNvSpPr/>
            <p:nvPr/>
          </p:nvSpPr>
          <p:spPr>
            <a:xfrm>
              <a:off x="1222" y="2729"/>
              <a:ext cx="250" cy="436"/>
            </a:xfrm>
            <a:custGeom>
              <a:rect b="b" l="l" r="r" t="t"/>
              <a:pathLst>
                <a:path extrusionOk="0" h="401" w="241">
                  <a:moveTo>
                    <a:pt x="200" y="10"/>
                  </a:moveTo>
                  <a:lnTo>
                    <a:pt x="152" y="121"/>
                  </a:lnTo>
                  <a:lnTo>
                    <a:pt x="102" y="200"/>
                  </a:lnTo>
                  <a:lnTo>
                    <a:pt x="0" y="286"/>
                  </a:lnTo>
                  <a:lnTo>
                    <a:pt x="36" y="401"/>
                  </a:lnTo>
                  <a:lnTo>
                    <a:pt x="138" y="392"/>
                  </a:lnTo>
                  <a:lnTo>
                    <a:pt x="196" y="271"/>
                  </a:lnTo>
                  <a:lnTo>
                    <a:pt x="231" y="139"/>
                  </a:lnTo>
                  <a:lnTo>
                    <a:pt x="241" y="0"/>
                  </a:lnTo>
                  <a:lnTo>
                    <a:pt x="200" y="10"/>
                  </a:lnTo>
                  <a:lnTo>
                    <a:pt x="200" y="10"/>
                  </a:lnTo>
                  <a:close/>
                </a:path>
              </a:pathLst>
            </a:custGeom>
            <a:solidFill>
              <a:srgbClr val="FF99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9" name="Google Shape;1249;p22"/>
            <p:cNvSpPr/>
            <p:nvPr/>
          </p:nvSpPr>
          <p:spPr>
            <a:xfrm>
              <a:off x="1978" y="2535"/>
              <a:ext cx="124" cy="107"/>
            </a:xfrm>
            <a:custGeom>
              <a:rect b="b" l="l" r="r" t="t"/>
              <a:pathLst>
                <a:path extrusionOk="0" h="98" w="120">
                  <a:moveTo>
                    <a:pt x="0" y="49"/>
                  </a:moveTo>
                  <a:lnTo>
                    <a:pt x="63" y="0"/>
                  </a:lnTo>
                  <a:lnTo>
                    <a:pt x="107" y="4"/>
                  </a:lnTo>
                  <a:lnTo>
                    <a:pt x="120" y="54"/>
                  </a:lnTo>
                  <a:lnTo>
                    <a:pt x="23" y="98"/>
                  </a:lnTo>
                  <a:lnTo>
                    <a:pt x="0" y="49"/>
                  </a:lnTo>
                  <a:lnTo>
                    <a:pt x="0" y="49"/>
                  </a:lnTo>
                  <a:close/>
                </a:path>
              </a:pathLst>
            </a:custGeom>
            <a:solidFill>
              <a:srgbClr val="F2D8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0" name="Google Shape;1250;p22"/>
            <p:cNvSpPr/>
            <p:nvPr/>
          </p:nvSpPr>
          <p:spPr>
            <a:xfrm>
              <a:off x="771" y="2482"/>
              <a:ext cx="141" cy="121"/>
            </a:xfrm>
            <a:custGeom>
              <a:rect b="b" l="l" r="r" t="t"/>
              <a:pathLst>
                <a:path extrusionOk="0" h="111" w="137">
                  <a:moveTo>
                    <a:pt x="137" y="67"/>
                  </a:moveTo>
                  <a:lnTo>
                    <a:pt x="63" y="0"/>
                  </a:lnTo>
                  <a:lnTo>
                    <a:pt x="0" y="45"/>
                  </a:lnTo>
                  <a:lnTo>
                    <a:pt x="93" y="111"/>
                  </a:lnTo>
                  <a:lnTo>
                    <a:pt x="137" y="67"/>
                  </a:lnTo>
                  <a:lnTo>
                    <a:pt x="137" y="67"/>
                  </a:lnTo>
                  <a:close/>
                </a:path>
              </a:pathLst>
            </a:custGeom>
            <a:solidFill>
              <a:srgbClr val="F2D8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1" name="Google Shape;1251;p22"/>
            <p:cNvSpPr/>
            <p:nvPr/>
          </p:nvSpPr>
          <p:spPr>
            <a:xfrm>
              <a:off x="1015" y="1586"/>
              <a:ext cx="973" cy="1139"/>
            </a:xfrm>
            <a:custGeom>
              <a:rect b="b" l="l" r="r" t="t"/>
              <a:pathLst>
                <a:path extrusionOk="0" h="1046" w="940">
                  <a:moveTo>
                    <a:pt x="446" y="0"/>
                  </a:moveTo>
                  <a:lnTo>
                    <a:pt x="352" y="0"/>
                  </a:lnTo>
                  <a:lnTo>
                    <a:pt x="289" y="31"/>
                  </a:lnTo>
                  <a:lnTo>
                    <a:pt x="240" y="84"/>
                  </a:lnTo>
                  <a:lnTo>
                    <a:pt x="192" y="147"/>
                  </a:lnTo>
                  <a:lnTo>
                    <a:pt x="160" y="200"/>
                  </a:lnTo>
                  <a:lnTo>
                    <a:pt x="111" y="253"/>
                  </a:lnTo>
                  <a:lnTo>
                    <a:pt x="80" y="315"/>
                  </a:lnTo>
                  <a:lnTo>
                    <a:pt x="63" y="391"/>
                  </a:lnTo>
                  <a:lnTo>
                    <a:pt x="0" y="431"/>
                  </a:lnTo>
                  <a:lnTo>
                    <a:pt x="4" y="542"/>
                  </a:lnTo>
                  <a:lnTo>
                    <a:pt x="155" y="823"/>
                  </a:lnTo>
                  <a:lnTo>
                    <a:pt x="253" y="939"/>
                  </a:lnTo>
                  <a:lnTo>
                    <a:pt x="365" y="1037"/>
                  </a:lnTo>
                  <a:lnTo>
                    <a:pt x="463" y="1046"/>
                  </a:lnTo>
                  <a:lnTo>
                    <a:pt x="565" y="1023"/>
                  </a:lnTo>
                  <a:lnTo>
                    <a:pt x="811" y="850"/>
                  </a:lnTo>
                  <a:lnTo>
                    <a:pt x="908" y="694"/>
                  </a:lnTo>
                  <a:lnTo>
                    <a:pt x="940" y="587"/>
                  </a:lnTo>
                  <a:lnTo>
                    <a:pt x="930" y="454"/>
                  </a:lnTo>
                  <a:lnTo>
                    <a:pt x="922" y="355"/>
                  </a:lnTo>
                  <a:lnTo>
                    <a:pt x="903" y="297"/>
                  </a:lnTo>
                  <a:lnTo>
                    <a:pt x="832" y="280"/>
                  </a:lnTo>
                  <a:lnTo>
                    <a:pt x="659" y="75"/>
                  </a:lnTo>
                  <a:lnTo>
                    <a:pt x="578" y="13"/>
                  </a:lnTo>
                  <a:lnTo>
                    <a:pt x="446" y="0"/>
                  </a:lnTo>
                  <a:lnTo>
                    <a:pt x="446" y="0"/>
                  </a:lnTo>
                  <a:close/>
                </a:path>
              </a:pathLst>
            </a:custGeom>
            <a:solidFill>
              <a:srgbClr val="F2D8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2" name="Google Shape;1252;p22"/>
            <p:cNvSpPr/>
            <p:nvPr/>
          </p:nvSpPr>
          <p:spPr>
            <a:xfrm>
              <a:off x="1157" y="1644"/>
              <a:ext cx="743" cy="954"/>
            </a:xfrm>
            <a:custGeom>
              <a:rect b="b" l="l" r="r" t="t"/>
              <a:pathLst>
                <a:path extrusionOk="0" h="877" w="718">
                  <a:moveTo>
                    <a:pt x="268" y="4"/>
                  </a:moveTo>
                  <a:lnTo>
                    <a:pt x="179" y="22"/>
                  </a:lnTo>
                  <a:lnTo>
                    <a:pt x="129" y="67"/>
                  </a:lnTo>
                  <a:lnTo>
                    <a:pt x="81" y="142"/>
                  </a:lnTo>
                  <a:lnTo>
                    <a:pt x="36" y="241"/>
                  </a:lnTo>
                  <a:lnTo>
                    <a:pt x="0" y="383"/>
                  </a:lnTo>
                  <a:lnTo>
                    <a:pt x="5" y="512"/>
                  </a:lnTo>
                  <a:lnTo>
                    <a:pt x="36" y="601"/>
                  </a:lnTo>
                  <a:lnTo>
                    <a:pt x="86" y="699"/>
                  </a:lnTo>
                  <a:lnTo>
                    <a:pt x="144" y="775"/>
                  </a:lnTo>
                  <a:lnTo>
                    <a:pt x="201" y="837"/>
                  </a:lnTo>
                  <a:lnTo>
                    <a:pt x="250" y="868"/>
                  </a:lnTo>
                  <a:lnTo>
                    <a:pt x="309" y="877"/>
                  </a:lnTo>
                  <a:lnTo>
                    <a:pt x="375" y="873"/>
                  </a:lnTo>
                  <a:lnTo>
                    <a:pt x="495" y="806"/>
                  </a:lnTo>
                  <a:lnTo>
                    <a:pt x="585" y="721"/>
                  </a:lnTo>
                  <a:lnTo>
                    <a:pt x="659" y="628"/>
                  </a:lnTo>
                  <a:lnTo>
                    <a:pt x="713" y="517"/>
                  </a:lnTo>
                  <a:lnTo>
                    <a:pt x="718" y="428"/>
                  </a:lnTo>
                  <a:lnTo>
                    <a:pt x="691" y="330"/>
                  </a:lnTo>
                  <a:lnTo>
                    <a:pt x="616" y="223"/>
                  </a:lnTo>
                  <a:lnTo>
                    <a:pt x="469" y="94"/>
                  </a:lnTo>
                  <a:lnTo>
                    <a:pt x="397" y="36"/>
                  </a:lnTo>
                  <a:lnTo>
                    <a:pt x="335" y="0"/>
                  </a:lnTo>
                  <a:lnTo>
                    <a:pt x="268" y="4"/>
                  </a:lnTo>
                  <a:lnTo>
                    <a:pt x="268" y="4"/>
                  </a:lnTo>
                  <a:close/>
                </a:path>
              </a:pathLst>
            </a:custGeom>
            <a:solidFill>
              <a:srgbClr val="FFE5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3" name="Google Shape;1253;p22"/>
            <p:cNvSpPr/>
            <p:nvPr/>
          </p:nvSpPr>
          <p:spPr>
            <a:xfrm>
              <a:off x="1980" y="2344"/>
              <a:ext cx="612" cy="682"/>
            </a:xfrm>
            <a:custGeom>
              <a:rect b="b" l="l" r="r" t="t"/>
              <a:pathLst>
                <a:path extrusionOk="0" h="627" w="591">
                  <a:moveTo>
                    <a:pt x="85" y="174"/>
                  </a:moveTo>
                  <a:lnTo>
                    <a:pt x="129" y="155"/>
                  </a:lnTo>
                  <a:lnTo>
                    <a:pt x="156" y="146"/>
                  </a:lnTo>
                  <a:lnTo>
                    <a:pt x="223" y="0"/>
                  </a:lnTo>
                  <a:lnTo>
                    <a:pt x="404" y="33"/>
                  </a:lnTo>
                  <a:lnTo>
                    <a:pt x="534" y="59"/>
                  </a:lnTo>
                  <a:lnTo>
                    <a:pt x="570" y="75"/>
                  </a:lnTo>
                  <a:lnTo>
                    <a:pt x="591" y="114"/>
                  </a:lnTo>
                  <a:lnTo>
                    <a:pt x="585" y="165"/>
                  </a:lnTo>
                  <a:lnTo>
                    <a:pt x="536" y="281"/>
                  </a:lnTo>
                  <a:lnTo>
                    <a:pt x="444" y="487"/>
                  </a:lnTo>
                  <a:lnTo>
                    <a:pt x="403" y="583"/>
                  </a:lnTo>
                  <a:lnTo>
                    <a:pt x="378" y="617"/>
                  </a:lnTo>
                  <a:lnTo>
                    <a:pt x="354" y="627"/>
                  </a:lnTo>
                  <a:lnTo>
                    <a:pt x="309" y="625"/>
                  </a:lnTo>
                  <a:lnTo>
                    <a:pt x="223" y="601"/>
                  </a:lnTo>
                  <a:lnTo>
                    <a:pt x="89" y="577"/>
                  </a:lnTo>
                  <a:lnTo>
                    <a:pt x="34" y="558"/>
                  </a:lnTo>
                  <a:lnTo>
                    <a:pt x="6" y="530"/>
                  </a:lnTo>
                  <a:lnTo>
                    <a:pt x="0" y="492"/>
                  </a:lnTo>
                  <a:lnTo>
                    <a:pt x="38" y="402"/>
                  </a:lnTo>
                  <a:lnTo>
                    <a:pt x="81" y="281"/>
                  </a:lnTo>
                  <a:lnTo>
                    <a:pt x="66" y="262"/>
                  </a:lnTo>
                  <a:lnTo>
                    <a:pt x="91" y="237"/>
                  </a:lnTo>
                  <a:lnTo>
                    <a:pt x="119" y="295"/>
                  </a:lnTo>
                  <a:lnTo>
                    <a:pt x="123" y="305"/>
                  </a:lnTo>
                  <a:lnTo>
                    <a:pt x="121" y="318"/>
                  </a:lnTo>
                  <a:lnTo>
                    <a:pt x="80" y="403"/>
                  </a:lnTo>
                  <a:lnTo>
                    <a:pt x="44" y="476"/>
                  </a:lnTo>
                  <a:lnTo>
                    <a:pt x="44" y="508"/>
                  </a:lnTo>
                  <a:lnTo>
                    <a:pt x="60" y="526"/>
                  </a:lnTo>
                  <a:lnTo>
                    <a:pt x="207" y="557"/>
                  </a:lnTo>
                  <a:lnTo>
                    <a:pt x="319" y="582"/>
                  </a:lnTo>
                  <a:lnTo>
                    <a:pt x="351" y="583"/>
                  </a:lnTo>
                  <a:lnTo>
                    <a:pt x="372" y="541"/>
                  </a:lnTo>
                  <a:lnTo>
                    <a:pt x="467" y="342"/>
                  </a:lnTo>
                  <a:lnTo>
                    <a:pt x="550" y="153"/>
                  </a:lnTo>
                  <a:lnTo>
                    <a:pt x="551" y="125"/>
                  </a:lnTo>
                  <a:lnTo>
                    <a:pt x="523" y="102"/>
                  </a:lnTo>
                  <a:lnTo>
                    <a:pt x="288" y="49"/>
                  </a:lnTo>
                  <a:lnTo>
                    <a:pt x="250" y="39"/>
                  </a:lnTo>
                  <a:lnTo>
                    <a:pt x="228" y="59"/>
                  </a:lnTo>
                  <a:lnTo>
                    <a:pt x="188" y="146"/>
                  </a:lnTo>
                  <a:lnTo>
                    <a:pt x="159" y="177"/>
                  </a:lnTo>
                  <a:lnTo>
                    <a:pt x="137" y="180"/>
                  </a:lnTo>
                  <a:lnTo>
                    <a:pt x="112" y="187"/>
                  </a:lnTo>
                  <a:lnTo>
                    <a:pt x="96" y="209"/>
                  </a:lnTo>
                  <a:lnTo>
                    <a:pt x="85" y="174"/>
                  </a:lnTo>
                  <a:lnTo>
                    <a:pt x="85" y="174"/>
                  </a:lnTo>
                  <a:lnTo>
                    <a:pt x="8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4" name="Google Shape;1254;p22"/>
            <p:cNvSpPr/>
            <p:nvPr/>
          </p:nvSpPr>
          <p:spPr>
            <a:xfrm>
              <a:off x="2235" y="2360"/>
              <a:ext cx="128" cy="336"/>
            </a:xfrm>
            <a:custGeom>
              <a:rect b="b" l="l" r="r" t="t"/>
              <a:pathLst>
                <a:path extrusionOk="0" h="309" w="124">
                  <a:moveTo>
                    <a:pt x="0" y="0"/>
                  </a:moveTo>
                  <a:lnTo>
                    <a:pt x="79" y="140"/>
                  </a:lnTo>
                  <a:lnTo>
                    <a:pt x="86" y="183"/>
                  </a:lnTo>
                  <a:lnTo>
                    <a:pt x="61" y="241"/>
                  </a:lnTo>
                  <a:lnTo>
                    <a:pt x="32" y="309"/>
                  </a:lnTo>
                  <a:lnTo>
                    <a:pt x="48" y="309"/>
                  </a:lnTo>
                  <a:lnTo>
                    <a:pt x="105" y="209"/>
                  </a:lnTo>
                  <a:lnTo>
                    <a:pt x="124" y="157"/>
                  </a:lnTo>
                  <a:lnTo>
                    <a:pt x="111" y="121"/>
                  </a:lnTo>
                  <a:lnTo>
                    <a:pt x="38" y="9"/>
                  </a:lnTo>
                  <a:lnTo>
                    <a:pt x="0" y="0"/>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5" name="Google Shape;1255;p22"/>
            <p:cNvSpPr/>
            <p:nvPr/>
          </p:nvSpPr>
          <p:spPr>
            <a:xfrm>
              <a:off x="2000" y="2740"/>
              <a:ext cx="265" cy="167"/>
            </a:xfrm>
            <a:custGeom>
              <a:rect b="b" l="l" r="r" t="t"/>
              <a:pathLst>
                <a:path extrusionOk="0" h="154" w="256">
                  <a:moveTo>
                    <a:pt x="0" y="125"/>
                  </a:moveTo>
                  <a:lnTo>
                    <a:pt x="87" y="87"/>
                  </a:lnTo>
                  <a:lnTo>
                    <a:pt x="173" y="54"/>
                  </a:lnTo>
                  <a:lnTo>
                    <a:pt x="209" y="45"/>
                  </a:lnTo>
                  <a:lnTo>
                    <a:pt x="228" y="22"/>
                  </a:lnTo>
                  <a:lnTo>
                    <a:pt x="244" y="0"/>
                  </a:lnTo>
                  <a:lnTo>
                    <a:pt x="256" y="10"/>
                  </a:lnTo>
                  <a:lnTo>
                    <a:pt x="244" y="39"/>
                  </a:lnTo>
                  <a:lnTo>
                    <a:pt x="227" y="60"/>
                  </a:lnTo>
                  <a:lnTo>
                    <a:pt x="140" y="91"/>
                  </a:lnTo>
                  <a:lnTo>
                    <a:pt x="0" y="154"/>
                  </a:lnTo>
                  <a:lnTo>
                    <a:pt x="0" y="125"/>
                  </a:lnTo>
                  <a:lnTo>
                    <a:pt x="0" y="125"/>
                  </a:lnTo>
                  <a:lnTo>
                    <a:pt x="0" y="1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6" name="Google Shape;1256;p22"/>
            <p:cNvSpPr/>
            <p:nvPr/>
          </p:nvSpPr>
          <p:spPr>
            <a:xfrm>
              <a:off x="2284" y="2615"/>
              <a:ext cx="88" cy="110"/>
            </a:xfrm>
            <a:custGeom>
              <a:rect b="b" l="l" r="r" t="t"/>
              <a:pathLst>
                <a:path extrusionOk="0" h="101" w="85">
                  <a:moveTo>
                    <a:pt x="35" y="0"/>
                  </a:moveTo>
                  <a:lnTo>
                    <a:pt x="76" y="3"/>
                  </a:lnTo>
                  <a:lnTo>
                    <a:pt x="85" y="25"/>
                  </a:lnTo>
                  <a:lnTo>
                    <a:pt x="79" y="59"/>
                  </a:lnTo>
                  <a:lnTo>
                    <a:pt x="60" y="85"/>
                  </a:lnTo>
                  <a:lnTo>
                    <a:pt x="44" y="101"/>
                  </a:lnTo>
                  <a:lnTo>
                    <a:pt x="22" y="93"/>
                  </a:lnTo>
                  <a:lnTo>
                    <a:pt x="0" y="75"/>
                  </a:lnTo>
                  <a:lnTo>
                    <a:pt x="6" y="51"/>
                  </a:lnTo>
                  <a:lnTo>
                    <a:pt x="31" y="62"/>
                  </a:lnTo>
                  <a:lnTo>
                    <a:pt x="47" y="72"/>
                  </a:lnTo>
                  <a:lnTo>
                    <a:pt x="55" y="50"/>
                  </a:lnTo>
                  <a:lnTo>
                    <a:pt x="38" y="34"/>
                  </a:lnTo>
                  <a:lnTo>
                    <a:pt x="25" y="27"/>
                  </a:lnTo>
                  <a:lnTo>
                    <a:pt x="35" y="0"/>
                  </a:lnTo>
                  <a:lnTo>
                    <a:pt x="35" y="0"/>
                  </a:lnTo>
                  <a:lnTo>
                    <a:pt x="3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7" name="Google Shape;1257;p22"/>
            <p:cNvSpPr/>
            <p:nvPr/>
          </p:nvSpPr>
          <p:spPr>
            <a:xfrm>
              <a:off x="1981" y="2535"/>
              <a:ext cx="154" cy="136"/>
            </a:xfrm>
            <a:custGeom>
              <a:rect b="b" l="l" r="r" t="t"/>
              <a:pathLst>
                <a:path extrusionOk="0" h="125" w="149">
                  <a:moveTo>
                    <a:pt x="80" y="0"/>
                  </a:moveTo>
                  <a:lnTo>
                    <a:pt x="84" y="24"/>
                  </a:lnTo>
                  <a:lnTo>
                    <a:pt x="50" y="30"/>
                  </a:lnTo>
                  <a:lnTo>
                    <a:pt x="31" y="54"/>
                  </a:lnTo>
                  <a:lnTo>
                    <a:pt x="29" y="71"/>
                  </a:lnTo>
                  <a:lnTo>
                    <a:pt x="52" y="73"/>
                  </a:lnTo>
                  <a:lnTo>
                    <a:pt x="77" y="54"/>
                  </a:lnTo>
                  <a:lnTo>
                    <a:pt x="96" y="39"/>
                  </a:lnTo>
                  <a:lnTo>
                    <a:pt x="92" y="26"/>
                  </a:lnTo>
                  <a:lnTo>
                    <a:pt x="124" y="2"/>
                  </a:lnTo>
                  <a:lnTo>
                    <a:pt x="149" y="26"/>
                  </a:lnTo>
                  <a:lnTo>
                    <a:pt x="147" y="50"/>
                  </a:lnTo>
                  <a:lnTo>
                    <a:pt x="111" y="69"/>
                  </a:lnTo>
                  <a:lnTo>
                    <a:pt x="75" y="88"/>
                  </a:lnTo>
                  <a:lnTo>
                    <a:pt x="54" y="107"/>
                  </a:lnTo>
                  <a:lnTo>
                    <a:pt x="31" y="125"/>
                  </a:lnTo>
                  <a:lnTo>
                    <a:pt x="13" y="108"/>
                  </a:lnTo>
                  <a:lnTo>
                    <a:pt x="2" y="76"/>
                  </a:lnTo>
                  <a:lnTo>
                    <a:pt x="0" y="50"/>
                  </a:lnTo>
                  <a:lnTo>
                    <a:pt x="21" y="20"/>
                  </a:lnTo>
                  <a:lnTo>
                    <a:pt x="51" y="1"/>
                  </a:lnTo>
                  <a:lnTo>
                    <a:pt x="80" y="0"/>
                  </a:lnTo>
                  <a:lnTo>
                    <a:pt x="80" y="0"/>
                  </a:lnTo>
                  <a:lnTo>
                    <a:pt x="8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8" name="Google Shape;1258;p22"/>
            <p:cNvSpPr/>
            <p:nvPr/>
          </p:nvSpPr>
          <p:spPr>
            <a:xfrm>
              <a:off x="943" y="1488"/>
              <a:ext cx="514" cy="231"/>
            </a:xfrm>
            <a:custGeom>
              <a:rect b="b" l="l" r="r" t="t"/>
              <a:pathLst>
                <a:path extrusionOk="0" h="212" w="496">
                  <a:moveTo>
                    <a:pt x="0" y="212"/>
                  </a:moveTo>
                  <a:lnTo>
                    <a:pt x="22" y="140"/>
                  </a:lnTo>
                  <a:lnTo>
                    <a:pt x="56" y="101"/>
                  </a:lnTo>
                  <a:lnTo>
                    <a:pt x="95" y="82"/>
                  </a:lnTo>
                  <a:lnTo>
                    <a:pt x="140" y="74"/>
                  </a:lnTo>
                  <a:lnTo>
                    <a:pt x="185" y="70"/>
                  </a:lnTo>
                  <a:lnTo>
                    <a:pt x="235" y="57"/>
                  </a:lnTo>
                  <a:lnTo>
                    <a:pt x="262" y="37"/>
                  </a:lnTo>
                  <a:lnTo>
                    <a:pt x="341" y="10"/>
                  </a:lnTo>
                  <a:lnTo>
                    <a:pt x="391" y="0"/>
                  </a:lnTo>
                  <a:lnTo>
                    <a:pt x="445" y="7"/>
                  </a:lnTo>
                  <a:lnTo>
                    <a:pt x="496" y="30"/>
                  </a:lnTo>
                  <a:lnTo>
                    <a:pt x="493" y="55"/>
                  </a:lnTo>
                  <a:lnTo>
                    <a:pt x="480" y="66"/>
                  </a:lnTo>
                  <a:lnTo>
                    <a:pt x="452" y="51"/>
                  </a:lnTo>
                  <a:lnTo>
                    <a:pt x="414" y="38"/>
                  </a:lnTo>
                  <a:lnTo>
                    <a:pt x="372" y="37"/>
                  </a:lnTo>
                  <a:lnTo>
                    <a:pt x="296" y="61"/>
                  </a:lnTo>
                  <a:lnTo>
                    <a:pt x="250" y="90"/>
                  </a:lnTo>
                  <a:lnTo>
                    <a:pt x="213" y="109"/>
                  </a:lnTo>
                  <a:lnTo>
                    <a:pt x="175" y="106"/>
                  </a:lnTo>
                  <a:lnTo>
                    <a:pt x="126" y="111"/>
                  </a:lnTo>
                  <a:lnTo>
                    <a:pt x="94" y="123"/>
                  </a:lnTo>
                  <a:lnTo>
                    <a:pt x="68" y="140"/>
                  </a:lnTo>
                  <a:lnTo>
                    <a:pt x="38" y="181"/>
                  </a:lnTo>
                  <a:lnTo>
                    <a:pt x="18" y="210"/>
                  </a:lnTo>
                  <a:lnTo>
                    <a:pt x="0" y="212"/>
                  </a:lnTo>
                  <a:lnTo>
                    <a:pt x="0" y="212"/>
                  </a:lnTo>
                  <a:lnTo>
                    <a:pt x="0" y="2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9" name="Google Shape;1259;p22"/>
            <p:cNvSpPr/>
            <p:nvPr/>
          </p:nvSpPr>
          <p:spPr>
            <a:xfrm>
              <a:off x="969" y="1636"/>
              <a:ext cx="159" cy="146"/>
            </a:xfrm>
            <a:custGeom>
              <a:rect b="b" l="l" r="r" t="t"/>
              <a:pathLst>
                <a:path extrusionOk="0" h="134" w="153">
                  <a:moveTo>
                    <a:pt x="0" y="134"/>
                  </a:moveTo>
                  <a:lnTo>
                    <a:pt x="20" y="71"/>
                  </a:lnTo>
                  <a:lnTo>
                    <a:pt x="54" y="29"/>
                  </a:lnTo>
                  <a:lnTo>
                    <a:pt x="92" y="4"/>
                  </a:lnTo>
                  <a:lnTo>
                    <a:pt x="146" y="0"/>
                  </a:lnTo>
                  <a:lnTo>
                    <a:pt x="153" y="22"/>
                  </a:lnTo>
                  <a:lnTo>
                    <a:pt x="126" y="25"/>
                  </a:lnTo>
                  <a:lnTo>
                    <a:pt x="91" y="33"/>
                  </a:lnTo>
                  <a:lnTo>
                    <a:pt x="59" y="63"/>
                  </a:lnTo>
                  <a:lnTo>
                    <a:pt x="19" y="114"/>
                  </a:lnTo>
                  <a:lnTo>
                    <a:pt x="0" y="134"/>
                  </a:lnTo>
                  <a:lnTo>
                    <a:pt x="0" y="134"/>
                  </a:lnTo>
                  <a:lnTo>
                    <a:pt x="0" y="1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60" name="Google Shape;1260;p22"/>
            <p:cNvSpPr/>
            <p:nvPr/>
          </p:nvSpPr>
          <p:spPr>
            <a:xfrm>
              <a:off x="903" y="1718"/>
              <a:ext cx="210" cy="139"/>
            </a:xfrm>
            <a:custGeom>
              <a:rect b="b" l="l" r="r" t="t"/>
              <a:pathLst>
                <a:path extrusionOk="0" h="128" w="203">
                  <a:moveTo>
                    <a:pt x="0" y="105"/>
                  </a:moveTo>
                  <a:lnTo>
                    <a:pt x="48" y="102"/>
                  </a:lnTo>
                  <a:lnTo>
                    <a:pt x="84" y="79"/>
                  </a:lnTo>
                  <a:lnTo>
                    <a:pt x="118" y="48"/>
                  </a:lnTo>
                  <a:lnTo>
                    <a:pt x="153" y="20"/>
                  </a:lnTo>
                  <a:lnTo>
                    <a:pt x="172" y="3"/>
                  </a:lnTo>
                  <a:lnTo>
                    <a:pt x="201" y="0"/>
                  </a:lnTo>
                  <a:lnTo>
                    <a:pt x="203" y="15"/>
                  </a:lnTo>
                  <a:lnTo>
                    <a:pt x="194" y="31"/>
                  </a:lnTo>
                  <a:lnTo>
                    <a:pt x="167" y="43"/>
                  </a:lnTo>
                  <a:lnTo>
                    <a:pt x="140" y="72"/>
                  </a:lnTo>
                  <a:lnTo>
                    <a:pt x="122" y="93"/>
                  </a:lnTo>
                  <a:lnTo>
                    <a:pt x="79" y="117"/>
                  </a:lnTo>
                  <a:lnTo>
                    <a:pt x="41" y="128"/>
                  </a:lnTo>
                  <a:lnTo>
                    <a:pt x="3" y="122"/>
                  </a:lnTo>
                  <a:lnTo>
                    <a:pt x="0" y="105"/>
                  </a:lnTo>
                  <a:lnTo>
                    <a:pt x="0" y="105"/>
                  </a:lnTo>
                  <a:lnTo>
                    <a:pt x="0" y="10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61" name="Google Shape;1261;p22"/>
            <p:cNvSpPr/>
            <p:nvPr/>
          </p:nvSpPr>
          <p:spPr>
            <a:xfrm>
              <a:off x="1014" y="1809"/>
              <a:ext cx="87" cy="62"/>
            </a:xfrm>
            <a:custGeom>
              <a:rect b="b" l="l" r="r" t="t"/>
              <a:pathLst>
                <a:path extrusionOk="0" h="57" w="84">
                  <a:moveTo>
                    <a:pt x="0" y="48"/>
                  </a:moveTo>
                  <a:lnTo>
                    <a:pt x="35" y="22"/>
                  </a:lnTo>
                  <a:lnTo>
                    <a:pt x="67" y="0"/>
                  </a:lnTo>
                  <a:lnTo>
                    <a:pt x="84" y="9"/>
                  </a:lnTo>
                  <a:lnTo>
                    <a:pt x="80" y="25"/>
                  </a:lnTo>
                  <a:lnTo>
                    <a:pt x="61" y="38"/>
                  </a:lnTo>
                  <a:lnTo>
                    <a:pt x="26" y="57"/>
                  </a:lnTo>
                  <a:lnTo>
                    <a:pt x="0" y="48"/>
                  </a:lnTo>
                  <a:lnTo>
                    <a:pt x="0" y="48"/>
                  </a:lnTo>
                  <a:lnTo>
                    <a:pt x="0" y="4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62" name="Google Shape;1262;p22"/>
            <p:cNvSpPr/>
            <p:nvPr/>
          </p:nvSpPr>
          <p:spPr>
            <a:xfrm>
              <a:off x="1171" y="1770"/>
              <a:ext cx="85" cy="70"/>
            </a:xfrm>
            <a:custGeom>
              <a:rect b="b" l="l" r="r" t="t"/>
              <a:pathLst>
                <a:path extrusionOk="0" h="64" w="82">
                  <a:moveTo>
                    <a:pt x="0" y="43"/>
                  </a:moveTo>
                  <a:lnTo>
                    <a:pt x="34" y="16"/>
                  </a:lnTo>
                  <a:lnTo>
                    <a:pt x="50" y="0"/>
                  </a:lnTo>
                  <a:lnTo>
                    <a:pt x="75" y="0"/>
                  </a:lnTo>
                  <a:lnTo>
                    <a:pt x="82" y="17"/>
                  </a:lnTo>
                  <a:lnTo>
                    <a:pt x="74" y="36"/>
                  </a:lnTo>
                  <a:lnTo>
                    <a:pt x="22" y="64"/>
                  </a:lnTo>
                  <a:lnTo>
                    <a:pt x="0" y="43"/>
                  </a:lnTo>
                  <a:lnTo>
                    <a:pt x="0" y="43"/>
                  </a:lnTo>
                  <a:lnTo>
                    <a:pt x="0" y="4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63" name="Google Shape;1263;p22"/>
            <p:cNvSpPr/>
            <p:nvPr/>
          </p:nvSpPr>
          <p:spPr>
            <a:xfrm>
              <a:off x="1160" y="1936"/>
              <a:ext cx="97" cy="61"/>
            </a:xfrm>
            <a:custGeom>
              <a:rect b="b" l="l" r="r" t="t"/>
              <a:pathLst>
                <a:path extrusionOk="0" h="56" w="94">
                  <a:moveTo>
                    <a:pt x="0" y="34"/>
                  </a:moveTo>
                  <a:lnTo>
                    <a:pt x="22" y="11"/>
                  </a:lnTo>
                  <a:lnTo>
                    <a:pt x="53" y="0"/>
                  </a:lnTo>
                  <a:lnTo>
                    <a:pt x="72" y="3"/>
                  </a:lnTo>
                  <a:lnTo>
                    <a:pt x="94" y="14"/>
                  </a:lnTo>
                  <a:lnTo>
                    <a:pt x="75" y="33"/>
                  </a:lnTo>
                  <a:lnTo>
                    <a:pt x="36" y="55"/>
                  </a:lnTo>
                  <a:lnTo>
                    <a:pt x="4" y="56"/>
                  </a:lnTo>
                  <a:lnTo>
                    <a:pt x="0" y="34"/>
                  </a:lnTo>
                  <a:lnTo>
                    <a:pt x="0" y="34"/>
                  </a:lnTo>
                  <a:lnTo>
                    <a:pt x="0"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64" name="Google Shape;1264;p22"/>
            <p:cNvSpPr/>
            <p:nvPr/>
          </p:nvSpPr>
          <p:spPr>
            <a:xfrm>
              <a:off x="1250" y="1577"/>
              <a:ext cx="172" cy="125"/>
            </a:xfrm>
            <a:custGeom>
              <a:rect b="b" l="l" r="r" t="t"/>
              <a:pathLst>
                <a:path extrusionOk="0" h="115" w="166">
                  <a:moveTo>
                    <a:pt x="0" y="99"/>
                  </a:moveTo>
                  <a:lnTo>
                    <a:pt x="41" y="42"/>
                  </a:lnTo>
                  <a:lnTo>
                    <a:pt x="64" y="20"/>
                  </a:lnTo>
                  <a:lnTo>
                    <a:pt x="109" y="3"/>
                  </a:lnTo>
                  <a:lnTo>
                    <a:pt x="166" y="0"/>
                  </a:lnTo>
                  <a:lnTo>
                    <a:pt x="149" y="15"/>
                  </a:lnTo>
                  <a:lnTo>
                    <a:pt x="101" y="27"/>
                  </a:lnTo>
                  <a:lnTo>
                    <a:pt x="67" y="50"/>
                  </a:lnTo>
                  <a:lnTo>
                    <a:pt x="35" y="80"/>
                  </a:lnTo>
                  <a:lnTo>
                    <a:pt x="10" y="115"/>
                  </a:lnTo>
                  <a:lnTo>
                    <a:pt x="0" y="99"/>
                  </a:lnTo>
                  <a:lnTo>
                    <a:pt x="0" y="99"/>
                  </a:lnTo>
                  <a:lnTo>
                    <a:pt x="0"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65" name="Google Shape;1265;p22"/>
            <p:cNvSpPr/>
            <p:nvPr/>
          </p:nvSpPr>
          <p:spPr>
            <a:xfrm>
              <a:off x="1535" y="1824"/>
              <a:ext cx="41" cy="135"/>
            </a:xfrm>
            <a:custGeom>
              <a:rect b="b" l="l" r="r" t="t"/>
              <a:pathLst>
                <a:path extrusionOk="0" h="124" w="40">
                  <a:moveTo>
                    <a:pt x="5" y="4"/>
                  </a:moveTo>
                  <a:lnTo>
                    <a:pt x="0" y="46"/>
                  </a:lnTo>
                  <a:lnTo>
                    <a:pt x="5" y="97"/>
                  </a:lnTo>
                  <a:lnTo>
                    <a:pt x="16" y="119"/>
                  </a:lnTo>
                  <a:lnTo>
                    <a:pt x="32" y="124"/>
                  </a:lnTo>
                  <a:lnTo>
                    <a:pt x="40" y="97"/>
                  </a:lnTo>
                  <a:lnTo>
                    <a:pt x="35" y="68"/>
                  </a:lnTo>
                  <a:lnTo>
                    <a:pt x="36" y="34"/>
                  </a:lnTo>
                  <a:lnTo>
                    <a:pt x="35" y="7"/>
                  </a:lnTo>
                  <a:lnTo>
                    <a:pt x="16" y="0"/>
                  </a:lnTo>
                  <a:lnTo>
                    <a:pt x="5" y="4"/>
                  </a:lnTo>
                  <a:lnTo>
                    <a:pt x="5" y="4"/>
                  </a:lnTo>
                  <a:lnTo>
                    <a:pt x="5"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66" name="Google Shape;1266;p22"/>
            <p:cNvSpPr/>
            <p:nvPr/>
          </p:nvSpPr>
          <p:spPr>
            <a:xfrm>
              <a:off x="1679" y="1731"/>
              <a:ext cx="49" cy="41"/>
            </a:xfrm>
            <a:custGeom>
              <a:rect b="b" l="l" r="r" t="t"/>
              <a:pathLst>
                <a:path extrusionOk="0" h="38" w="48">
                  <a:moveTo>
                    <a:pt x="6" y="0"/>
                  </a:moveTo>
                  <a:lnTo>
                    <a:pt x="48" y="17"/>
                  </a:lnTo>
                  <a:lnTo>
                    <a:pt x="37" y="38"/>
                  </a:lnTo>
                  <a:lnTo>
                    <a:pt x="17" y="36"/>
                  </a:lnTo>
                  <a:lnTo>
                    <a:pt x="4" y="23"/>
                  </a:lnTo>
                  <a:lnTo>
                    <a:pt x="0" y="10"/>
                  </a:lnTo>
                  <a:lnTo>
                    <a:pt x="6" y="0"/>
                  </a:lnTo>
                  <a:lnTo>
                    <a:pt x="6" y="0"/>
                  </a:lnTo>
                  <a:lnTo>
                    <a:pt x="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67" name="Google Shape;1267;p22"/>
            <p:cNvSpPr/>
            <p:nvPr/>
          </p:nvSpPr>
          <p:spPr>
            <a:xfrm>
              <a:off x="1486" y="1505"/>
              <a:ext cx="176" cy="118"/>
            </a:xfrm>
            <a:custGeom>
              <a:rect b="b" l="l" r="r" t="t"/>
              <a:pathLst>
                <a:path extrusionOk="0" h="108" w="170">
                  <a:moveTo>
                    <a:pt x="0" y="33"/>
                  </a:moveTo>
                  <a:lnTo>
                    <a:pt x="45" y="13"/>
                  </a:lnTo>
                  <a:lnTo>
                    <a:pt x="76" y="3"/>
                  </a:lnTo>
                  <a:lnTo>
                    <a:pt x="113" y="0"/>
                  </a:lnTo>
                  <a:lnTo>
                    <a:pt x="148" y="14"/>
                  </a:lnTo>
                  <a:lnTo>
                    <a:pt x="164" y="35"/>
                  </a:lnTo>
                  <a:lnTo>
                    <a:pt x="170" y="63"/>
                  </a:lnTo>
                  <a:lnTo>
                    <a:pt x="170" y="108"/>
                  </a:lnTo>
                  <a:lnTo>
                    <a:pt x="143" y="97"/>
                  </a:lnTo>
                  <a:lnTo>
                    <a:pt x="146" y="63"/>
                  </a:lnTo>
                  <a:lnTo>
                    <a:pt x="128" y="40"/>
                  </a:lnTo>
                  <a:lnTo>
                    <a:pt x="95" y="33"/>
                  </a:lnTo>
                  <a:lnTo>
                    <a:pt x="52" y="40"/>
                  </a:lnTo>
                  <a:lnTo>
                    <a:pt x="2" y="43"/>
                  </a:lnTo>
                  <a:lnTo>
                    <a:pt x="0" y="33"/>
                  </a:lnTo>
                  <a:lnTo>
                    <a:pt x="0" y="33"/>
                  </a:lnTo>
                  <a:lnTo>
                    <a:pt x="0"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68" name="Google Shape;1268;p22"/>
            <p:cNvSpPr/>
            <p:nvPr/>
          </p:nvSpPr>
          <p:spPr>
            <a:xfrm>
              <a:off x="995" y="1573"/>
              <a:ext cx="1012" cy="1206"/>
            </a:xfrm>
            <a:custGeom>
              <a:rect b="b" l="l" r="r" t="t"/>
              <a:pathLst>
                <a:path extrusionOk="0" h="1108" w="977">
                  <a:moveTo>
                    <a:pt x="116" y="258"/>
                  </a:moveTo>
                  <a:lnTo>
                    <a:pt x="95" y="284"/>
                  </a:lnTo>
                  <a:lnTo>
                    <a:pt x="79" y="319"/>
                  </a:lnTo>
                  <a:lnTo>
                    <a:pt x="71" y="371"/>
                  </a:lnTo>
                  <a:lnTo>
                    <a:pt x="63" y="391"/>
                  </a:lnTo>
                  <a:lnTo>
                    <a:pt x="25" y="412"/>
                  </a:lnTo>
                  <a:lnTo>
                    <a:pt x="0" y="461"/>
                  </a:lnTo>
                  <a:lnTo>
                    <a:pt x="0" y="503"/>
                  </a:lnTo>
                  <a:lnTo>
                    <a:pt x="29" y="583"/>
                  </a:lnTo>
                  <a:lnTo>
                    <a:pt x="55" y="642"/>
                  </a:lnTo>
                  <a:lnTo>
                    <a:pt x="102" y="734"/>
                  </a:lnTo>
                  <a:lnTo>
                    <a:pt x="142" y="805"/>
                  </a:lnTo>
                  <a:lnTo>
                    <a:pt x="211" y="899"/>
                  </a:lnTo>
                  <a:lnTo>
                    <a:pt x="192" y="918"/>
                  </a:lnTo>
                  <a:lnTo>
                    <a:pt x="197" y="942"/>
                  </a:lnTo>
                  <a:lnTo>
                    <a:pt x="257" y="984"/>
                  </a:lnTo>
                  <a:lnTo>
                    <a:pt x="302" y="1026"/>
                  </a:lnTo>
                  <a:lnTo>
                    <a:pt x="348" y="1068"/>
                  </a:lnTo>
                  <a:lnTo>
                    <a:pt x="400" y="1098"/>
                  </a:lnTo>
                  <a:lnTo>
                    <a:pt x="448" y="1108"/>
                  </a:lnTo>
                  <a:lnTo>
                    <a:pt x="497" y="1104"/>
                  </a:lnTo>
                  <a:lnTo>
                    <a:pt x="549" y="1090"/>
                  </a:lnTo>
                  <a:lnTo>
                    <a:pt x="629" y="1060"/>
                  </a:lnTo>
                  <a:lnTo>
                    <a:pt x="690" y="976"/>
                  </a:lnTo>
                  <a:lnTo>
                    <a:pt x="714" y="964"/>
                  </a:lnTo>
                  <a:lnTo>
                    <a:pt x="749" y="933"/>
                  </a:lnTo>
                  <a:lnTo>
                    <a:pt x="789" y="893"/>
                  </a:lnTo>
                  <a:lnTo>
                    <a:pt x="838" y="850"/>
                  </a:lnTo>
                  <a:lnTo>
                    <a:pt x="885" y="797"/>
                  </a:lnTo>
                  <a:lnTo>
                    <a:pt x="920" y="750"/>
                  </a:lnTo>
                  <a:lnTo>
                    <a:pt x="946" y="705"/>
                  </a:lnTo>
                  <a:lnTo>
                    <a:pt x="968" y="643"/>
                  </a:lnTo>
                  <a:lnTo>
                    <a:pt x="977" y="585"/>
                  </a:lnTo>
                  <a:lnTo>
                    <a:pt x="976" y="525"/>
                  </a:lnTo>
                  <a:lnTo>
                    <a:pt x="970" y="493"/>
                  </a:lnTo>
                  <a:lnTo>
                    <a:pt x="952" y="430"/>
                  </a:lnTo>
                  <a:lnTo>
                    <a:pt x="872" y="290"/>
                  </a:lnTo>
                  <a:lnTo>
                    <a:pt x="789" y="189"/>
                  </a:lnTo>
                  <a:lnTo>
                    <a:pt x="704" y="80"/>
                  </a:lnTo>
                  <a:lnTo>
                    <a:pt x="655" y="36"/>
                  </a:lnTo>
                  <a:lnTo>
                    <a:pt x="606" y="12"/>
                  </a:lnTo>
                  <a:lnTo>
                    <a:pt x="575" y="0"/>
                  </a:lnTo>
                  <a:lnTo>
                    <a:pt x="526" y="5"/>
                  </a:lnTo>
                  <a:lnTo>
                    <a:pt x="508" y="9"/>
                  </a:lnTo>
                  <a:lnTo>
                    <a:pt x="557" y="23"/>
                  </a:lnTo>
                  <a:lnTo>
                    <a:pt x="594" y="36"/>
                  </a:lnTo>
                  <a:lnTo>
                    <a:pt x="647" y="71"/>
                  </a:lnTo>
                  <a:lnTo>
                    <a:pt x="697" y="117"/>
                  </a:lnTo>
                  <a:lnTo>
                    <a:pt x="754" y="183"/>
                  </a:lnTo>
                  <a:lnTo>
                    <a:pt x="812" y="261"/>
                  </a:lnTo>
                  <a:lnTo>
                    <a:pt x="866" y="340"/>
                  </a:lnTo>
                  <a:lnTo>
                    <a:pt x="904" y="411"/>
                  </a:lnTo>
                  <a:lnTo>
                    <a:pt x="926" y="464"/>
                  </a:lnTo>
                  <a:lnTo>
                    <a:pt x="944" y="545"/>
                  </a:lnTo>
                  <a:lnTo>
                    <a:pt x="945" y="591"/>
                  </a:lnTo>
                  <a:lnTo>
                    <a:pt x="933" y="638"/>
                  </a:lnTo>
                  <a:lnTo>
                    <a:pt x="909" y="696"/>
                  </a:lnTo>
                  <a:lnTo>
                    <a:pt x="861" y="775"/>
                  </a:lnTo>
                  <a:lnTo>
                    <a:pt x="808" y="833"/>
                  </a:lnTo>
                  <a:lnTo>
                    <a:pt x="728" y="904"/>
                  </a:lnTo>
                  <a:lnTo>
                    <a:pt x="660" y="958"/>
                  </a:lnTo>
                  <a:lnTo>
                    <a:pt x="587" y="1007"/>
                  </a:lnTo>
                  <a:lnTo>
                    <a:pt x="537" y="1028"/>
                  </a:lnTo>
                  <a:lnTo>
                    <a:pt x="493" y="1039"/>
                  </a:lnTo>
                  <a:lnTo>
                    <a:pt x="443" y="1033"/>
                  </a:lnTo>
                  <a:lnTo>
                    <a:pt x="414" y="1021"/>
                  </a:lnTo>
                  <a:lnTo>
                    <a:pt x="360" y="988"/>
                  </a:lnTo>
                  <a:lnTo>
                    <a:pt x="276" y="919"/>
                  </a:lnTo>
                  <a:lnTo>
                    <a:pt x="211" y="852"/>
                  </a:lnTo>
                  <a:lnTo>
                    <a:pt x="170" y="797"/>
                  </a:lnTo>
                  <a:lnTo>
                    <a:pt x="138" y="737"/>
                  </a:lnTo>
                  <a:lnTo>
                    <a:pt x="104" y="669"/>
                  </a:lnTo>
                  <a:lnTo>
                    <a:pt x="79" y="616"/>
                  </a:lnTo>
                  <a:lnTo>
                    <a:pt x="67" y="602"/>
                  </a:lnTo>
                  <a:lnTo>
                    <a:pt x="53" y="576"/>
                  </a:lnTo>
                  <a:lnTo>
                    <a:pt x="34" y="514"/>
                  </a:lnTo>
                  <a:lnTo>
                    <a:pt x="33" y="470"/>
                  </a:lnTo>
                  <a:lnTo>
                    <a:pt x="41" y="442"/>
                  </a:lnTo>
                  <a:lnTo>
                    <a:pt x="70" y="417"/>
                  </a:lnTo>
                  <a:lnTo>
                    <a:pt x="89" y="406"/>
                  </a:lnTo>
                  <a:lnTo>
                    <a:pt x="109" y="385"/>
                  </a:lnTo>
                  <a:lnTo>
                    <a:pt x="114" y="350"/>
                  </a:lnTo>
                  <a:lnTo>
                    <a:pt x="131" y="318"/>
                  </a:lnTo>
                  <a:lnTo>
                    <a:pt x="142" y="283"/>
                  </a:lnTo>
                  <a:lnTo>
                    <a:pt x="133" y="258"/>
                  </a:lnTo>
                  <a:lnTo>
                    <a:pt x="116" y="258"/>
                  </a:lnTo>
                  <a:lnTo>
                    <a:pt x="116" y="258"/>
                  </a:lnTo>
                  <a:lnTo>
                    <a:pt x="116" y="25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69" name="Google Shape;1269;p22"/>
            <p:cNvSpPr/>
            <p:nvPr/>
          </p:nvSpPr>
          <p:spPr>
            <a:xfrm>
              <a:off x="1057" y="2059"/>
              <a:ext cx="27" cy="122"/>
            </a:xfrm>
            <a:custGeom>
              <a:rect b="b" l="l" r="r" t="t"/>
              <a:pathLst>
                <a:path extrusionOk="0" h="112" w="26">
                  <a:moveTo>
                    <a:pt x="0" y="17"/>
                  </a:moveTo>
                  <a:lnTo>
                    <a:pt x="7" y="87"/>
                  </a:lnTo>
                  <a:lnTo>
                    <a:pt x="18" y="112"/>
                  </a:lnTo>
                  <a:lnTo>
                    <a:pt x="25" y="85"/>
                  </a:lnTo>
                  <a:lnTo>
                    <a:pt x="26" y="46"/>
                  </a:lnTo>
                  <a:lnTo>
                    <a:pt x="25" y="4"/>
                  </a:lnTo>
                  <a:lnTo>
                    <a:pt x="7" y="0"/>
                  </a:lnTo>
                  <a:lnTo>
                    <a:pt x="0" y="17"/>
                  </a:lnTo>
                  <a:lnTo>
                    <a:pt x="0" y="17"/>
                  </a:lnTo>
                  <a:lnTo>
                    <a:pt x="0"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0" name="Google Shape;1270;p22"/>
            <p:cNvSpPr/>
            <p:nvPr/>
          </p:nvSpPr>
          <p:spPr>
            <a:xfrm>
              <a:off x="1368" y="2042"/>
              <a:ext cx="314" cy="103"/>
            </a:xfrm>
            <a:custGeom>
              <a:rect b="b" l="l" r="r" t="t"/>
              <a:pathLst>
                <a:path extrusionOk="0" h="95" w="303">
                  <a:moveTo>
                    <a:pt x="0" y="24"/>
                  </a:moveTo>
                  <a:lnTo>
                    <a:pt x="30" y="9"/>
                  </a:lnTo>
                  <a:lnTo>
                    <a:pt x="71" y="4"/>
                  </a:lnTo>
                  <a:lnTo>
                    <a:pt x="133" y="12"/>
                  </a:lnTo>
                  <a:lnTo>
                    <a:pt x="174" y="14"/>
                  </a:lnTo>
                  <a:lnTo>
                    <a:pt x="238" y="9"/>
                  </a:lnTo>
                  <a:lnTo>
                    <a:pt x="294" y="0"/>
                  </a:lnTo>
                  <a:lnTo>
                    <a:pt x="303" y="9"/>
                  </a:lnTo>
                  <a:lnTo>
                    <a:pt x="287" y="30"/>
                  </a:lnTo>
                  <a:lnTo>
                    <a:pt x="243" y="43"/>
                  </a:lnTo>
                  <a:lnTo>
                    <a:pt x="223" y="65"/>
                  </a:lnTo>
                  <a:lnTo>
                    <a:pt x="186" y="90"/>
                  </a:lnTo>
                  <a:lnTo>
                    <a:pt x="140" y="95"/>
                  </a:lnTo>
                  <a:lnTo>
                    <a:pt x="99" y="71"/>
                  </a:lnTo>
                  <a:lnTo>
                    <a:pt x="73" y="45"/>
                  </a:lnTo>
                  <a:lnTo>
                    <a:pt x="42" y="38"/>
                  </a:lnTo>
                  <a:lnTo>
                    <a:pt x="0" y="37"/>
                  </a:lnTo>
                  <a:lnTo>
                    <a:pt x="0" y="24"/>
                  </a:lnTo>
                  <a:lnTo>
                    <a:pt x="0" y="24"/>
                  </a:lnTo>
                  <a:lnTo>
                    <a:pt x="0"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1" name="Google Shape;1271;p22"/>
            <p:cNvSpPr/>
            <p:nvPr/>
          </p:nvSpPr>
          <p:spPr>
            <a:xfrm>
              <a:off x="1682" y="2120"/>
              <a:ext cx="161" cy="90"/>
            </a:xfrm>
            <a:custGeom>
              <a:rect b="b" l="l" r="r" t="t"/>
              <a:pathLst>
                <a:path extrusionOk="0" h="82" w="156">
                  <a:moveTo>
                    <a:pt x="0" y="60"/>
                  </a:moveTo>
                  <a:lnTo>
                    <a:pt x="32" y="47"/>
                  </a:lnTo>
                  <a:lnTo>
                    <a:pt x="84" y="41"/>
                  </a:lnTo>
                  <a:lnTo>
                    <a:pt x="88" y="27"/>
                  </a:lnTo>
                  <a:lnTo>
                    <a:pt x="87" y="3"/>
                  </a:lnTo>
                  <a:lnTo>
                    <a:pt x="118" y="0"/>
                  </a:lnTo>
                  <a:lnTo>
                    <a:pt x="144" y="12"/>
                  </a:lnTo>
                  <a:lnTo>
                    <a:pt x="156" y="35"/>
                  </a:lnTo>
                  <a:lnTo>
                    <a:pt x="149" y="64"/>
                  </a:lnTo>
                  <a:lnTo>
                    <a:pt x="130" y="72"/>
                  </a:lnTo>
                  <a:lnTo>
                    <a:pt x="110" y="61"/>
                  </a:lnTo>
                  <a:lnTo>
                    <a:pt x="41" y="75"/>
                  </a:lnTo>
                  <a:lnTo>
                    <a:pt x="0" y="82"/>
                  </a:lnTo>
                  <a:lnTo>
                    <a:pt x="0" y="60"/>
                  </a:lnTo>
                  <a:lnTo>
                    <a:pt x="0" y="60"/>
                  </a:lnTo>
                  <a:lnTo>
                    <a:pt x="0" y="6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2" name="Google Shape;1272;p22"/>
            <p:cNvSpPr/>
            <p:nvPr/>
          </p:nvSpPr>
          <p:spPr>
            <a:xfrm>
              <a:off x="1751" y="1909"/>
              <a:ext cx="88" cy="39"/>
            </a:xfrm>
            <a:custGeom>
              <a:rect b="b" l="l" r="r" t="t"/>
              <a:pathLst>
                <a:path extrusionOk="0" h="36" w="85">
                  <a:moveTo>
                    <a:pt x="1" y="5"/>
                  </a:moveTo>
                  <a:lnTo>
                    <a:pt x="27" y="0"/>
                  </a:lnTo>
                  <a:lnTo>
                    <a:pt x="55" y="1"/>
                  </a:lnTo>
                  <a:lnTo>
                    <a:pt x="81" y="9"/>
                  </a:lnTo>
                  <a:lnTo>
                    <a:pt x="85" y="36"/>
                  </a:lnTo>
                  <a:lnTo>
                    <a:pt x="51" y="36"/>
                  </a:lnTo>
                  <a:lnTo>
                    <a:pt x="10" y="29"/>
                  </a:lnTo>
                  <a:lnTo>
                    <a:pt x="0" y="19"/>
                  </a:lnTo>
                  <a:lnTo>
                    <a:pt x="1" y="5"/>
                  </a:lnTo>
                  <a:lnTo>
                    <a:pt x="1" y="5"/>
                  </a:lnTo>
                  <a:lnTo>
                    <a:pt x="1"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3" name="Google Shape;1273;p22"/>
            <p:cNvSpPr/>
            <p:nvPr/>
          </p:nvSpPr>
          <p:spPr>
            <a:xfrm>
              <a:off x="1885" y="1892"/>
              <a:ext cx="102" cy="179"/>
            </a:xfrm>
            <a:custGeom>
              <a:rect b="b" l="l" r="r" t="t"/>
              <a:pathLst>
                <a:path extrusionOk="0" h="165" w="99">
                  <a:moveTo>
                    <a:pt x="0" y="0"/>
                  </a:moveTo>
                  <a:lnTo>
                    <a:pt x="54" y="9"/>
                  </a:lnTo>
                  <a:lnTo>
                    <a:pt x="77" y="32"/>
                  </a:lnTo>
                  <a:lnTo>
                    <a:pt x="92" y="67"/>
                  </a:lnTo>
                  <a:lnTo>
                    <a:pt x="99" y="97"/>
                  </a:lnTo>
                  <a:lnTo>
                    <a:pt x="93" y="165"/>
                  </a:lnTo>
                  <a:lnTo>
                    <a:pt x="63" y="118"/>
                  </a:lnTo>
                  <a:lnTo>
                    <a:pt x="70" y="83"/>
                  </a:lnTo>
                  <a:lnTo>
                    <a:pt x="63" y="55"/>
                  </a:lnTo>
                  <a:lnTo>
                    <a:pt x="50" y="33"/>
                  </a:lnTo>
                  <a:lnTo>
                    <a:pt x="16" y="22"/>
                  </a:lnTo>
                  <a:lnTo>
                    <a:pt x="0" y="0"/>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4" name="Google Shape;1274;p22"/>
            <p:cNvSpPr/>
            <p:nvPr/>
          </p:nvSpPr>
          <p:spPr>
            <a:xfrm>
              <a:off x="1206" y="2116"/>
              <a:ext cx="424" cy="115"/>
            </a:xfrm>
            <a:custGeom>
              <a:rect b="b" l="l" r="r" t="t"/>
              <a:pathLst>
                <a:path extrusionOk="0" h="106" w="409">
                  <a:moveTo>
                    <a:pt x="52" y="3"/>
                  </a:moveTo>
                  <a:lnTo>
                    <a:pt x="0" y="53"/>
                  </a:lnTo>
                  <a:lnTo>
                    <a:pt x="1" y="68"/>
                  </a:lnTo>
                  <a:lnTo>
                    <a:pt x="22" y="77"/>
                  </a:lnTo>
                  <a:lnTo>
                    <a:pt x="40" y="68"/>
                  </a:lnTo>
                  <a:lnTo>
                    <a:pt x="80" y="72"/>
                  </a:lnTo>
                  <a:lnTo>
                    <a:pt x="151" y="92"/>
                  </a:lnTo>
                  <a:lnTo>
                    <a:pt x="236" y="106"/>
                  </a:lnTo>
                  <a:lnTo>
                    <a:pt x="300" y="106"/>
                  </a:lnTo>
                  <a:lnTo>
                    <a:pt x="406" y="94"/>
                  </a:lnTo>
                  <a:lnTo>
                    <a:pt x="409" y="83"/>
                  </a:lnTo>
                  <a:lnTo>
                    <a:pt x="378" y="87"/>
                  </a:lnTo>
                  <a:lnTo>
                    <a:pt x="276" y="86"/>
                  </a:lnTo>
                  <a:lnTo>
                    <a:pt x="181" y="73"/>
                  </a:lnTo>
                  <a:lnTo>
                    <a:pt x="91" y="51"/>
                  </a:lnTo>
                  <a:lnTo>
                    <a:pt x="71" y="38"/>
                  </a:lnTo>
                  <a:lnTo>
                    <a:pt x="76" y="20"/>
                  </a:lnTo>
                  <a:lnTo>
                    <a:pt x="60" y="0"/>
                  </a:lnTo>
                  <a:lnTo>
                    <a:pt x="52" y="3"/>
                  </a:lnTo>
                  <a:lnTo>
                    <a:pt x="52" y="3"/>
                  </a:lnTo>
                  <a:lnTo>
                    <a:pt x="52"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5" name="Google Shape;1275;p22"/>
            <p:cNvSpPr/>
            <p:nvPr/>
          </p:nvSpPr>
          <p:spPr>
            <a:xfrm>
              <a:off x="1592" y="2598"/>
              <a:ext cx="437" cy="554"/>
            </a:xfrm>
            <a:custGeom>
              <a:rect b="b" l="l" r="r" t="t"/>
              <a:pathLst>
                <a:path extrusionOk="0" h="509" w="422">
                  <a:moveTo>
                    <a:pt x="102" y="18"/>
                  </a:moveTo>
                  <a:lnTo>
                    <a:pt x="166" y="29"/>
                  </a:lnTo>
                  <a:lnTo>
                    <a:pt x="202" y="22"/>
                  </a:lnTo>
                  <a:lnTo>
                    <a:pt x="292" y="15"/>
                  </a:lnTo>
                  <a:lnTo>
                    <a:pt x="338" y="0"/>
                  </a:lnTo>
                  <a:lnTo>
                    <a:pt x="346" y="7"/>
                  </a:lnTo>
                  <a:lnTo>
                    <a:pt x="311" y="36"/>
                  </a:lnTo>
                  <a:lnTo>
                    <a:pt x="276" y="56"/>
                  </a:lnTo>
                  <a:lnTo>
                    <a:pt x="242" y="65"/>
                  </a:lnTo>
                  <a:lnTo>
                    <a:pt x="190" y="71"/>
                  </a:lnTo>
                  <a:lnTo>
                    <a:pt x="174" y="78"/>
                  </a:lnTo>
                  <a:lnTo>
                    <a:pt x="164" y="105"/>
                  </a:lnTo>
                  <a:lnTo>
                    <a:pt x="160" y="148"/>
                  </a:lnTo>
                  <a:lnTo>
                    <a:pt x="162" y="184"/>
                  </a:lnTo>
                  <a:lnTo>
                    <a:pt x="174" y="207"/>
                  </a:lnTo>
                  <a:lnTo>
                    <a:pt x="205" y="204"/>
                  </a:lnTo>
                  <a:lnTo>
                    <a:pt x="274" y="166"/>
                  </a:lnTo>
                  <a:lnTo>
                    <a:pt x="345" y="113"/>
                  </a:lnTo>
                  <a:lnTo>
                    <a:pt x="414" y="48"/>
                  </a:lnTo>
                  <a:lnTo>
                    <a:pt x="422" y="56"/>
                  </a:lnTo>
                  <a:lnTo>
                    <a:pt x="383" y="101"/>
                  </a:lnTo>
                  <a:lnTo>
                    <a:pt x="334" y="148"/>
                  </a:lnTo>
                  <a:lnTo>
                    <a:pt x="287" y="185"/>
                  </a:lnTo>
                  <a:lnTo>
                    <a:pt x="230" y="221"/>
                  </a:lnTo>
                  <a:lnTo>
                    <a:pt x="170" y="241"/>
                  </a:lnTo>
                  <a:lnTo>
                    <a:pt x="160" y="249"/>
                  </a:lnTo>
                  <a:lnTo>
                    <a:pt x="143" y="260"/>
                  </a:lnTo>
                  <a:lnTo>
                    <a:pt x="140" y="280"/>
                  </a:lnTo>
                  <a:lnTo>
                    <a:pt x="154" y="351"/>
                  </a:lnTo>
                  <a:lnTo>
                    <a:pt x="164" y="404"/>
                  </a:lnTo>
                  <a:lnTo>
                    <a:pt x="202" y="464"/>
                  </a:lnTo>
                  <a:lnTo>
                    <a:pt x="223" y="486"/>
                  </a:lnTo>
                  <a:lnTo>
                    <a:pt x="216" y="505"/>
                  </a:lnTo>
                  <a:lnTo>
                    <a:pt x="204" y="509"/>
                  </a:lnTo>
                  <a:lnTo>
                    <a:pt x="190" y="505"/>
                  </a:lnTo>
                  <a:lnTo>
                    <a:pt x="147" y="460"/>
                  </a:lnTo>
                  <a:lnTo>
                    <a:pt x="97" y="395"/>
                  </a:lnTo>
                  <a:lnTo>
                    <a:pt x="62" y="333"/>
                  </a:lnTo>
                  <a:lnTo>
                    <a:pt x="56" y="267"/>
                  </a:lnTo>
                  <a:lnTo>
                    <a:pt x="46" y="198"/>
                  </a:lnTo>
                  <a:lnTo>
                    <a:pt x="34" y="156"/>
                  </a:lnTo>
                  <a:lnTo>
                    <a:pt x="0" y="110"/>
                  </a:lnTo>
                  <a:lnTo>
                    <a:pt x="102" y="18"/>
                  </a:lnTo>
                  <a:lnTo>
                    <a:pt x="102" y="18"/>
                  </a:lnTo>
                  <a:lnTo>
                    <a:pt x="102" y="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6" name="Google Shape;1276;p22"/>
            <p:cNvSpPr/>
            <p:nvPr/>
          </p:nvSpPr>
          <p:spPr>
            <a:xfrm>
              <a:off x="1222" y="2741"/>
              <a:ext cx="264" cy="433"/>
            </a:xfrm>
            <a:custGeom>
              <a:rect b="b" l="l" r="r" t="t"/>
              <a:pathLst>
                <a:path extrusionOk="0" h="398" w="255">
                  <a:moveTo>
                    <a:pt x="255" y="20"/>
                  </a:moveTo>
                  <a:lnTo>
                    <a:pt x="235" y="108"/>
                  </a:lnTo>
                  <a:lnTo>
                    <a:pt x="221" y="219"/>
                  </a:lnTo>
                  <a:lnTo>
                    <a:pt x="204" y="288"/>
                  </a:lnTo>
                  <a:lnTo>
                    <a:pt x="166" y="361"/>
                  </a:lnTo>
                  <a:lnTo>
                    <a:pt x="125" y="393"/>
                  </a:lnTo>
                  <a:lnTo>
                    <a:pt x="81" y="398"/>
                  </a:lnTo>
                  <a:lnTo>
                    <a:pt x="15" y="390"/>
                  </a:lnTo>
                  <a:lnTo>
                    <a:pt x="7" y="363"/>
                  </a:lnTo>
                  <a:lnTo>
                    <a:pt x="7" y="302"/>
                  </a:lnTo>
                  <a:lnTo>
                    <a:pt x="0" y="260"/>
                  </a:lnTo>
                  <a:lnTo>
                    <a:pt x="78" y="201"/>
                  </a:lnTo>
                  <a:lnTo>
                    <a:pt x="129" y="141"/>
                  </a:lnTo>
                  <a:lnTo>
                    <a:pt x="157" y="99"/>
                  </a:lnTo>
                  <a:lnTo>
                    <a:pt x="193" y="0"/>
                  </a:lnTo>
                  <a:lnTo>
                    <a:pt x="216" y="8"/>
                  </a:lnTo>
                  <a:lnTo>
                    <a:pt x="191" y="69"/>
                  </a:lnTo>
                  <a:lnTo>
                    <a:pt x="164" y="127"/>
                  </a:lnTo>
                  <a:lnTo>
                    <a:pt x="117" y="191"/>
                  </a:lnTo>
                  <a:lnTo>
                    <a:pt x="52" y="251"/>
                  </a:lnTo>
                  <a:lnTo>
                    <a:pt x="34" y="265"/>
                  </a:lnTo>
                  <a:lnTo>
                    <a:pt x="38" y="349"/>
                  </a:lnTo>
                  <a:lnTo>
                    <a:pt x="52" y="363"/>
                  </a:lnTo>
                  <a:lnTo>
                    <a:pt x="72" y="371"/>
                  </a:lnTo>
                  <a:lnTo>
                    <a:pt x="113" y="363"/>
                  </a:lnTo>
                  <a:lnTo>
                    <a:pt x="138" y="348"/>
                  </a:lnTo>
                  <a:lnTo>
                    <a:pt x="178" y="284"/>
                  </a:lnTo>
                  <a:lnTo>
                    <a:pt x="190" y="239"/>
                  </a:lnTo>
                  <a:lnTo>
                    <a:pt x="200" y="152"/>
                  </a:lnTo>
                  <a:lnTo>
                    <a:pt x="224" y="17"/>
                  </a:lnTo>
                  <a:lnTo>
                    <a:pt x="255" y="20"/>
                  </a:lnTo>
                  <a:lnTo>
                    <a:pt x="255" y="20"/>
                  </a:lnTo>
                  <a:lnTo>
                    <a:pt x="255" y="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7" name="Google Shape;1277;p22"/>
            <p:cNvSpPr/>
            <p:nvPr/>
          </p:nvSpPr>
          <p:spPr>
            <a:xfrm>
              <a:off x="1422" y="2936"/>
              <a:ext cx="288" cy="813"/>
            </a:xfrm>
            <a:custGeom>
              <a:rect b="b" l="l" r="r" t="t"/>
              <a:pathLst>
                <a:path extrusionOk="0" h="747" w="278">
                  <a:moveTo>
                    <a:pt x="236" y="0"/>
                  </a:moveTo>
                  <a:lnTo>
                    <a:pt x="204" y="36"/>
                  </a:lnTo>
                  <a:lnTo>
                    <a:pt x="159" y="57"/>
                  </a:lnTo>
                  <a:lnTo>
                    <a:pt x="95" y="60"/>
                  </a:lnTo>
                  <a:lnTo>
                    <a:pt x="21" y="59"/>
                  </a:lnTo>
                  <a:lnTo>
                    <a:pt x="0" y="94"/>
                  </a:lnTo>
                  <a:lnTo>
                    <a:pt x="47" y="97"/>
                  </a:lnTo>
                  <a:lnTo>
                    <a:pt x="130" y="91"/>
                  </a:lnTo>
                  <a:lnTo>
                    <a:pt x="194" y="83"/>
                  </a:lnTo>
                  <a:lnTo>
                    <a:pt x="205" y="102"/>
                  </a:lnTo>
                  <a:lnTo>
                    <a:pt x="168" y="187"/>
                  </a:lnTo>
                  <a:lnTo>
                    <a:pt x="159" y="218"/>
                  </a:lnTo>
                  <a:lnTo>
                    <a:pt x="166" y="241"/>
                  </a:lnTo>
                  <a:lnTo>
                    <a:pt x="191" y="297"/>
                  </a:lnTo>
                  <a:lnTo>
                    <a:pt x="220" y="354"/>
                  </a:lnTo>
                  <a:lnTo>
                    <a:pt x="235" y="414"/>
                  </a:lnTo>
                  <a:lnTo>
                    <a:pt x="240" y="460"/>
                  </a:lnTo>
                  <a:lnTo>
                    <a:pt x="232" y="533"/>
                  </a:lnTo>
                  <a:lnTo>
                    <a:pt x="201" y="615"/>
                  </a:lnTo>
                  <a:lnTo>
                    <a:pt x="156" y="694"/>
                  </a:lnTo>
                  <a:lnTo>
                    <a:pt x="125" y="736"/>
                  </a:lnTo>
                  <a:lnTo>
                    <a:pt x="126" y="747"/>
                  </a:lnTo>
                  <a:lnTo>
                    <a:pt x="170" y="722"/>
                  </a:lnTo>
                  <a:lnTo>
                    <a:pt x="214" y="668"/>
                  </a:lnTo>
                  <a:lnTo>
                    <a:pt x="243" y="612"/>
                  </a:lnTo>
                  <a:lnTo>
                    <a:pt x="271" y="535"/>
                  </a:lnTo>
                  <a:lnTo>
                    <a:pt x="278" y="456"/>
                  </a:lnTo>
                  <a:lnTo>
                    <a:pt x="262" y="379"/>
                  </a:lnTo>
                  <a:lnTo>
                    <a:pt x="239" y="305"/>
                  </a:lnTo>
                  <a:lnTo>
                    <a:pt x="208" y="245"/>
                  </a:lnTo>
                  <a:lnTo>
                    <a:pt x="208" y="208"/>
                  </a:lnTo>
                  <a:lnTo>
                    <a:pt x="236" y="116"/>
                  </a:lnTo>
                  <a:lnTo>
                    <a:pt x="259" y="27"/>
                  </a:lnTo>
                  <a:lnTo>
                    <a:pt x="236" y="0"/>
                  </a:lnTo>
                  <a:lnTo>
                    <a:pt x="236" y="0"/>
                  </a:lnTo>
                  <a:lnTo>
                    <a:pt x="23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8" name="Google Shape;1278;p22"/>
            <p:cNvSpPr/>
            <p:nvPr/>
          </p:nvSpPr>
          <p:spPr>
            <a:xfrm>
              <a:off x="1619" y="3103"/>
              <a:ext cx="169" cy="78"/>
            </a:xfrm>
            <a:custGeom>
              <a:rect b="b" l="l" r="r" t="t"/>
              <a:pathLst>
                <a:path extrusionOk="0" h="71" w="164">
                  <a:moveTo>
                    <a:pt x="147" y="0"/>
                  </a:moveTo>
                  <a:lnTo>
                    <a:pt x="122" y="20"/>
                  </a:lnTo>
                  <a:lnTo>
                    <a:pt x="72" y="30"/>
                  </a:lnTo>
                  <a:lnTo>
                    <a:pt x="5" y="38"/>
                  </a:lnTo>
                  <a:lnTo>
                    <a:pt x="0" y="66"/>
                  </a:lnTo>
                  <a:lnTo>
                    <a:pt x="33" y="71"/>
                  </a:lnTo>
                  <a:lnTo>
                    <a:pt x="98" y="54"/>
                  </a:lnTo>
                  <a:lnTo>
                    <a:pt x="164" y="26"/>
                  </a:lnTo>
                  <a:lnTo>
                    <a:pt x="147" y="0"/>
                  </a:lnTo>
                  <a:lnTo>
                    <a:pt x="147" y="0"/>
                  </a:lnTo>
                  <a:lnTo>
                    <a:pt x="14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9" name="Google Shape;1279;p22"/>
            <p:cNvSpPr/>
            <p:nvPr/>
          </p:nvSpPr>
          <p:spPr>
            <a:xfrm>
              <a:off x="1147" y="2897"/>
              <a:ext cx="158" cy="94"/>
            </a:xfrm>
            <a:custGeom>
              <a:rect b="b" l="l" r="r" t="t"/>
              <a:pathLst>
                <a:path extrusionOk="0" h="87" w="152">
                  <a:moveTo>
                    <a:pt x="34" y="0"/>
                  </a:moveTo>
                  <a:lnTo>
                    <a:pt x="65" y="24"/>
                  </a:lnTo>
                  <a:lnTo>
                    <a:pt x="106" y="44"/>
                  </a:lnTo>
                  <a:lnTo>
                    <a:pt x="152" y="65"/>
                  </a:lnTo>
                  <a:lnTo>
                    <a:pt x="129" y="87"/>
                  </a:lnTo>
                  <a:lnTo>
                    <a:pt x="52" y="63"/>
                  </a:lnTo>
                  <a:lnTo>
                    <a:pt x="19" y="40"/>
                  </a:lnTo>
                  <a:lnTo>
                    <a:pt x="0" y="29"/>
                  </a:lnTo>
                  <a:lnTo>
                    <a:pt x="34" y="0"/>
                  </a:lnTo>
                  <a:lnTo>
                    <a:pt x="34" y="0"/>
                  </a:lnTo>
                  <a:lnTo>
                    <a:pt x="3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0" name="Google Shape;1280;p22"/>
            <p:cNvSpPr/>
            <p:nvPr/>
          </p:nvSpPr>
          <p:spPr>
            <a:xfrm>
              <a:off x="537" y="2182"/>
              <a:ext cx="64" cy="577"/>
            </a:xfrm>
            <a:custGeom>
              <a:rect b="b" l="l" r="r" t="t"/>
              <a:pathLst>
                <a:path extrusionOk="0" h="530" w="62">
                  <a:moveTo>
                    <a:pt x="40" y="5"/>
                  </a:moveTo>
                  <a:lnTo>
                    <a:pt x="31" y="86"/>
                  </a:lnTo>
                  <a:lnTo>
                    <a:pt x="19" y="166"/>
                  </a:lnTo>
                  <a:lnTo>
                    <a:pt x="11" y="225"/>
                  </a:lnTo>
                  <a:lnTo>
                    <a:pt x="0" y="328"/>
                  </a:lnTo>
                  <a:lnTo>
                    <a:pt x="3" y="451"/>
                  </a:lnTo>
                  <a:lnTo>
                    <a:pt x="3" y="530"/>
                  </a:lnTo>
                  <a:lnTo>
                    <a:pt x="17" y="507"/>
                  </a:lnTo>
                  <a:lnTo>
                    <a:pt x="21" y="417"/>
                  </a:lnTo>
                  <a:lnTo>
                    <a:pt x="21" y="309"/>
                  </a:lnTo>
                  <a:lnTo>
                    <a:pt x="34" y="213"/>
                  </a:lnTo>
                  <a:lnTo>
                    <a:pt x="46" y="133"/>
                  </a:lnTo>
                  <a:lnTo>
                    <a:pt x="59" y="75"/>
                  </a:lnTo>
                  <a:lnTo>
                    <a:pt x="62" y="13"/>
                  </a:lnTo>
                  <a:lnTo>
                    <a:pt x="51" y="0"/>
                  </a:lnTo>
                  <a:lnTo>
                    <a:pt x="40" y="5"/>
                  </a:lnTo>
                  <a:lnTo>
                    <a:pt x="40" y="5"/>
                  </a:lnTo>
                  <a:lnTo>
                    <a:pt x="40"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1" name="Google Shape;1281;p22"/>
            <p:cNvSpPr/>
            <p:nvPr/>
          </p:nvSpPr>
          <p:spPr>
            <a:xfrm>
              <a:off x="492" y="2237"/>
              <a:ext cx="332" cy="612"/>
            </a:xfrm>
            <a:custGeom>
              <a:rect b="b" l="l" r="r" t="t"/>
              <a:pathLst>
                <a:path extrusionOk="0" h="562" w="321">
                  <a:moveTo>
                    <a:pt x="20" y="9"/>
                  </a:moveTo>
                  <a:lnTo>
                    <a:pt x="3" y="198"/>
                  </a:lnTo>
                  <a:lnTo>
                    <a:pt x="0" y="361"/>
                  </a:lnTo>
                  <a:lnTo>
                    <a:pt x="10" y="530"/>
                  </a:lnTo>
                  <a:lnTo>
                    <a:pt x="16" y="558"/>
                  </a:lnTo>
                  <a:lnTo>
                    <a:pt x="39" y="562"/>
                  </a:lnTo>
                  <a:lnTo>
                    <a:pt x="108" y="557"/>
                  </a:lnTo>
                  <a:lnTo>
                    <a:pt x="177" y="541"/>
                  </a:lnTo>
                  <a:lnTo>
                    <a:pt x="239" y="533"/>
                  </a:lnTo>
                  <a:lnTo>
                    <a:pt x="321" y="512"/>
                  </a:lnTo>
                  <a:lnTo>
                    <a:pt x="289" y="504"/>
                  </a:lnTo>
                  <a:lnTo>
                    <a:pt x="174" y="515"/>
                  </a:lnTo>
                  <a:lnTo>
                    <a:pt x="89" y="533"/>
                  </a:lnTo>
                  <a:lnTo>
                    <a:pt x="46" y="541"/>
                  </a:lnTo>
                  <a:lnTo>
                    <a:pt x="26" y="530"/>
                  </a:lnTo>
                  <a:lnTo>
                    <a:pt x="20" y="377"/>
                  </a:lnTo>
                  <a:lnTo>
                    <a:pt x="23" y="217"/>
                  </a:lnTo>
                  <a:lnTo>
                    <a:pt x="42" y="49"/>
                  </a:lnTo>
                  <a:lnTo>
                    <a:pt x="47" y="12"/>
                  </a:lnTo>
                  <a:lnTo>
                    <a:pt x="30" y="0"/>
                  </a:lnTo>
                  <a:lnTo>
                    <a:pt x="20" y="9"/>
                  </a:lnTo>
                  <a:lnTo>
                    <a:pt x="20" y="9"/>
                  </a:lnTo>
                  <a:lnTo>
                    <a:pt x="20"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2" name="Google Shape;1282;p22"/>
            <p:cNvSpPr/>
            <p:nvPr/>
          </p:nvSpPr>
          <p:spPr>
            <a:xfrm>
              <a:off x="570" y="2135"/>
              <a:ext cx="383" cy="630"/>
            </a:xfrm>
            <a:custGeom>
              <a:rect b="b" l="l" r="r" t="t"/>
              <a:pathLst>
                <a:path extrusionOk="0" h="579" w="370">
                  <a:moveTo>
                    <a:pt x="14" y="579"/>
                  </a:moveTo>
                  <a:lnTo>
                    <a:pt x="0" y="497"/>
                  </a:lnTo>
                  <a:lnTo>
                    <a:pt x="8" y="331"/>
                  </a:lnTo>
                  <a:lnTo>
                    <a:pt x="34" y="171"/>
                  </a:lnTo>
                  <a:lnTo>
                    <a:pt x="59" y="28"/>
                  </a:lnTo>
                  <a:lnTo>
                    <a:pt x="69" y="9"/>
                  </a:lnTo>
                  <a:lnTo>
                    <a:pt x="86" y="0"/>
                  </a:lnTo>
                  <a:lnTo>
                    <a:pt x="118" y="4"/>
                  </a:lnTo>
                  <a:lnTo>
                    <a:pt x="169" y="32"/>
                  </a:lnTo>
                  <a:lnTo>
                    <a:pt x="223" y="61"/>
                  </a:lnTo>
                  <a:lnTo>
                    <a:pt x="314" y="96"/>
                  </a:lnTo>
                  <a:lnTo>
                    <a:pt x="361" y="113"/>
                  </a:lnTo>
                  <a:lnTo>
                    <a:pt x="370" y="131"/>
                  </a:lnTo>
                  <a:lnTo>
                    <a:pt x="368" y="151"/>
                  </a:lnTo>
                  <a:lnTo>
                    <a:pt x="347" y="193"/>
                  </a:lnTo>
                  <a:lnTo>
                    <a:pt x="324" y="266"/>
                  </a:lnTo>
                  <a:lnTo>
                    <a:pt x="308" y="334"/>
                  </a:lnTo>
                  <a:lnTo>
                    <a:pt x="291" y="321"/>
                  </a:lnTo>
                  <a:lnTo>
                    <a:pt x="295" y="295"/>
                  </a:lnTo>
                  <a:lnTo>
                    <a:pt x="317" y="209"/>
                  </a:lnTo>
                  <a:lnTo>
                    <a:pt x="330" y="156"/>
                  </a:lnTo>
                  <a:lnTo>
                    <a:pt x="325" y="138"/>
                  </a:lnTo>
                  <a:lnTo>
                    <a:pt x="240" y="94"/>
                  </a:lnTo>
                  <a:lnTo>
                    <a:pt x="150" y="53"/>
                  </a:lnTo>
                  <a:lnTo>
                    <a:pt x="108" y="28"/>
                  </a:lnTo>
                  <a:lnTo>
                    <a:pt x="89" y="29"/>
                  </a:lnTo>
                  <a:lnTo>
                    <a:pt x="82" y="49"/>
                  </a:lnTo>
                  <a:lnTo>
                    <a:pt x="60" y="180"/>
                  </a:lnTo>
                  <a:lnTo>
                    <a:pt x="33" y="360"/>
                  </a:lnTo>
                  <a:lnTo>
                    <a:pt x="24" y="498"/>
                  </a:lnTo>
                  <a:lnTo>
                    <a:pt x="23" y="572"/>
                  </a:lnTo>
                  <a:lnTo>
                    <a:pt x="14" y="579"/>
                  </a:lnTo>
                  <a:lnTo>
                    <a:pt x="14" y="579"/>
                  </a:lnTo>
                  <a:lnTo>
                    <a:pt x="14" y="57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3" name="Google Shape;1283;p22"/>
            <p:cNvSpPr/>
            <p:nvPr/>
          </p:nvSpPr>
          <p:spPr>
            <a:xfrm>
              <a:off x="576" y="2557"/>
              <a:ext cx="293" cy="245"/>
            </a:xfrm>
            <a:custGeom>
              <a:rect b="b" l="l" r="r" t="t"/>
              <a:pathLst>
                <a:path extrusionOk="0" h="225" w="283">
                  <a:moveTo>
                    <a:pt x="2" y="204"/>
                  </a:moveTo>
                  <a:lnTo>
                    <a:pt x="28" y="187"/>
                  </a:lnTo>
                  <a:lnTo>
                    <a:pt x="86" y="177"/>
                  </a:lnTo>
                  <a:lnTo>
                    <a:pt x="188" y="174"/>
                  </a:lnTo>
                  <a:lnTo>
                    <a:pt x="229" y="171"/>
                  </a:lnTo>
                  <a:lnTo>
                    <a:pt x="240" y="165"/>
                  </a:lnTo>
                  <a:lnTo>
                    <a:pt x="246" y="152"/>
                  </a:lnTo>
                  <a:lnTo>
                    <a:pt x="254" y="58"/>
                  </a:lnTo>
                  <a:lnTo>
                    <a:pt x="255" y="0"/>
                  </a:lnTo>
                  <a:lnTo>
                    <a:pt x="283" y="15"/>
                  </a:lnTo>
                  <a:lnTo>
                    <a:pt x="272" y="104"/>
                  </a:lnTo>
                  <a:lnTo>
                    <a:pt x="264" y="189"/>
                  </a:lnTo>
                  <a:lnTo>
                    <a:pt x="259" y="197"/>
                  </a:lnTo>
                  <a:lnTo>
                    <a:pt x="251" y="200"/>
                  </a:lnTo>
                  <a:lnTo>
                    <a:pt x="221" y="200"/>
                  </a:lnTo>
                  <a:lnTo>
                    <a:pt x="121" y="203"/>
                  </a:lnTo>
                  <a:lnTo>
                    <a:pt x="54" y="214"/>
                  </a:lnTo>
                  <a:lnTo>
                    <a:pt x="13" y="225"/>
                  </a:lnTo>
                  <a:lnTo>
                    <a:pt x="0" y="223"/>
                  </a:lnTo>
                  <a:lnTo>
                    <a:pt x="2" y="204"/>
                  </a:lnTo>
                  <a:lnTo>
                    <a:pt x="2" y="204"/>
                  </a:lnTo>
                  <a:lnTo>
                    <a:pt x="2" y="20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4" name="Google Shape;1284;p22"/>
            <p:cNvSpPr/>
            <p:nvPr/>
          </p:nvSpPr>
          <p:spPr>
            <a:xfrm>
              <a:off x="786" y="2482"/>
              <a:ext cx="120" cy="121"/>
            </a:xfrm>
            <a:custGeom>
              <a:rect b="b" l="l" r="r" t="t"/>
              <a:pathLst>
                <a:path extrusionOk="0" h="111" w="116">
                  <a:moveTo>
                    <a:pt x="63" y="105"/>
                  </a:moveTo>
                  <a:lnTo>
                    <a:pt x="35" y="96"/>
                  </a:lnTo>
                  <a:lnTo>
                    <a:pt x="5" y="72"/>
                  </a:lnTo>
                  <a:lnTo>
                    <a:pt x="0" y="52"/>
                  </a:lnTo>
                  <a:lnTo>
                    <a:pt x="14" y="24"/>
                  </a:lnTo>
                  <a:lnTo>
                    <a:pt x="33" y="0"/>
                  </a:lnTo>
                  <a:lnTo>
                    <a:pt x="65" y="4"/>
                  </a:lnTo>
                  <a:lnTo>
                    <a:pt x="91" y="30"/>
                  </a:lnTo>
                  <a:lnTo>
                    <a:pt x="116" y="63"/>
                  </a:lnTo>
                  <a:lnTo>
                    <a:pt x="113" y="86"/>
                  </a:lnTo>
                  <a:lnTo>
                    <a:pt x="96" y="108"/>
                  </a:lnTo>
                  <a:lnTo>
                    <a:pt x="72" y="111"/>
                  </a:lnTo>
                  <a:lnTo>
                    <a:pt x="72" y="82"/>
                  </a:lnTo>
                  <a:lnTo>
                    <a:pt x="83" y="82"/>
                  </a:lnTo>
                  <a:lnTo>
                    <a:pt x="87" y="69"/>
                  </a:lnTo>
                  <a:lnTo>
                    <a:pt x="72" y="46"/>
                  </a:lnTo>
                  <a:lnTo>
                    <a:pt x="56" y="33"/>
                  </a:lnTo>
                  <a:lnTo>
                    <a:pt x="35" y="46"/>
                  </a:lnTo>
                  <a:lnTo>
                    <a:pt x="39" y="60"/>
                  </a:lnTo>
                  <a:lnTo>
                    <a:pt x="65" y="76"/>
                  </a:lnTo>
                  <a:lnTo>
                    <a:pt x="63" y="105"/>
                  </a:lnTo>
                  <a:lnTo>
                    <a:pt x="63" y="105"/>
                  </a:lnTo>
                  <a:lnTo>
                    <a:pt x="63" y="10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5" name="Google Shape;1285;p22"/>
            <p:cNvSpPr/>
            <p:nvPr/>
          </p:nvSpPr>
          <p:spPr>
            <a:xfrm>
              <a:off x="880" y="2533"/>
              <a:ext cx="346" cy="82"/>
            </a:xfrm>
            <a:custGeom>
              <a:rect b="b" l="l" r="r" t="t"/>
              <a:pathLst>
                <a:path extrusionOk="0" h="75" w="334">
                  <a:moveTo>
                    <a:pt x="312" y="26"/>
                  </a:moveTo>
                  <a:lnTo>
                    <a:pt x="295" y="41"/>
                  </a:lnTo>
                  <a:lnTo>
                    <a:pt x="240" y="44"/>
                  </a:lnTo>
                  <a:lnTo>
                    <a:pt x="183" y="44"/>
                  </a:lnTo>
                  <a:lnTo>
                    <a:pt x="102" y="39"/>
                  </a:lnTo>
                  <a:lnTo>
                    <a:pt x="55" y="24"/>
                  </a:lnTo>
                  <a:lnTo>
                    <a:pt x="0" y="0"/>
                  </a:lnTo>
                  <a:lnTo>
                    <a:pt x="10" y="28"/>
                  </a:lnTo>
                  <a:lnTo>
                    <a:pt x="59" y="57"/>
                  </a:lnTo>
                  <a:lnTo>
                    <a:pt x="157" y="70"/>
                  </a:lnTo>
                  <a:lnTo>
                    <a:pt x="233" y="75"/>
                  </a:lnTo>
                  <a:lnTo>
                    <a:pt x="334" y="63"/>
                  </a:lnTo>
                  <a:lnTo>
                    <a:pt x="312" y="26"/>
                  </a:lnTo>
                  <a:lnTo>
                    <a:pt x="312" y="26"/>
                  </a:lnTo>
                  <a:lnTo>
                    <a:pt x="312"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6" name="Google Shape;1286;p22"/>
            <p:cNvSpPr/>
            <p:nvPr/>
          </p:nvSpPr>
          <p:spPr>
            <a:xfrm>
              <a:off x="737" y="2575"/>
              <a:ext cx="629" cy="458"/>
            </a:xfrm>
            <a:custGeom>
              <a:rect b="b" l="l" r="r" t="t"/>
              <a:pathLst>
                <a:path extrusionOk="0" h="420" w="607">
                  <a:moveTo>
                    <a:pt x="146" y="0"/>
                  </a:moveTo>
                  <a:lnTo>
                    <a:pt x="201" y="66"/>
                  </a:lnTo>
                  <a:lnTo>
                    <a:pt x="218" y="98"/>
                  </a:lnTo>
                  <a:lnTo>
                    <a:pt x="237" y="120"/>
                  </a:lnTo>
                  <a:lnTo>
                    <a:pt x="261" y="146"/>
                  </a:lnTo>
                  <a:lnTo>
                    <a:pt x="284" y="152"/>
                  </a:lnTo>
                  <a:lnTo>
                    <a:pt x="321" y="138"/>
                  </a:lnTo>
                  <a:lnTo>
                    <a:pt x="374" y="116"/>
                  </a:lnTo>
                  <a:lnTo>
                    <a:pt x="363" y="132"/>
                  </a:lnTo>
                  <a:lnTo>
                    <a:pt x="284" y="182"/>
                  </a:lnTo>
                  <a:lnTo>
                    <a:pt x="180" y="241"/>
                  </a:lnTo>
                  <a:lnTo>
                    <a:pt x="95" y="292"/>
                  </a:lnTo>
                  <a:lnTo>
                    <a:pt x="70" y="312"/>
                  </a:lnTo>
                  <a:lnTo>
                    <a:pt x="111" y="317"/>
                  </a:lnTo>
                  <a:lnTo>
                    <a:pt x="157" y="326"/>
                  </a:lnTo>
                  <a:lnTo>
                    <a:pt x="193" y="340"/>
                  </a:lnTo>
                  <a:lnTo>
                    <a:pt x="218" y="362"/>
                  </a:lnTo>
                  <a:lnTo>
                    <a:pt x="231" y="388"/>
                  </a:lnTo>
                  <a:lnTo>
                    <a:pt x="262" y="385"/>
                  </a:lnTo>
                  <a:lnTo>
                    <a:pt x="326" y="357"/>
                  </a:lnTo>
                  <a:lnTo>
                    <a:pt x="404" y="283"/>
                  </a:lnTo>
                  <a:lnTo>
                    <a:pt x="501" y="185"/>
                  </a:lnTo>
                  <a:lnTo>
                    <a:pt x="589" y="108"/>
                  </a:lnTo>
                  <a:lnTo>
                    <a:pt x="607" y="131"/>
                  </a:lnTo>
                  <a:lnTo>
                    <a:pt x="525" y="198"/>
                  </a:lnTo>
                  <a:lnTo>
                    <a:pt x="438" y="298"/>
                  </a:lnTo>
                  <a:lnTo>
                    <a:pt x="382" y="353"/>
                  </a:lnTo>
                  <a:lnTo>
                    <a:pt x="333" y="398"/>
                  </a:lnTo>
                  <a:lnTo>
                    <a:pt x="264" y="420"/>
                  </a:lnTo>
                  <a:lnTo>
                    <a:pt x="224" y="420"/>
                  </a:lnTo>
                  <a:lnTo>
                    <a:pt x="147" y="414"/>
                  </a:lnTo>
                  <a:lnTo>
                    <a:pt x="79" y="390"/>
                  </a:lnTo>
                  <a:lnTo>
                    <a:pt x="21" y="369"/>
                  </a:lnTo>
                  <a:lnTo>
                    <a:pt x="1" y="350"/>
                  </a:lnTo>
                  <a:lnTo>
                    <a:pt x="0" y="334"/>
                  </a:lnTo>
                  <a:lnTo>
                    <a:pt x="32" y="309"/>
                  </a:lnTo>
                  <a:lnTo>
                    <a:pt x="84" y="267"/>
                  </a:lnTo>
                  <a:lnTo>
                    <a:pt x="155" y="217"/>
                  </a:lnTo>
                  <a:lnTo>
                    <a:pt x="210" y="193"/>
                  </a:lnTo>
                  <a:lnTo>
                    <a:pt x="242" y="177"/>
                  </a:lnTo>
                  <a:lnTo>
                    <a:pt x="242" y="163"/>
                  </a:lnTo>
                  <a:lnTo>
                    <a:pt x="192" y="113"/>
                  </a:lnTo>
                  <a:lnTo>
                    <a:pt x="150" y="58"/>
                  </a:lnTo>
                  <a:lnTo>
                    <a:pt x="116" y="11"/>
                  </a:lnTo>
                  <a:lnTo>
                    <a:pt x="146" y="0"/>
                  </a:lnTo>
                  <a:lnTo>
                    <a:pt x="146" y="0"/>
                  </a:lnTo>
                  <a:lnTo>
                    <a:pt x="14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7" name="Google Shape;1287;p22"/>
            <p:cNvSpPr/>
            <p:nvPr/>
          </p:nvSpPr>
          <p:spPr>
            <a:xfrm>
              <a:off x="546" y="3302"/>
              <a:ext cx="96" cy="179"/>
            </a:xfrm>
            <a:custGeom>
              <a:rect b="b" l="l" r="r" t="t"/>
              <a:pathLst>
                <a:path extrusionOk="0" h="165" w="93">
                  <a:moveTo>
                    <a:pt x="78" y="0"/>
                  </a:moveTo>
                  <a:lnTo>
                    <a:pt x="51" y="0"/>
                  </a:lnTo>
                  <a:lnTo>
                    <a:pt x="8" y="121"/>
                  </a:lnTo>
                  <a:lnTo>
                    <a:pt x="0" y="165"/>
                  </a:lnTo>
                  <a:lnTo>
                    <a:pt x="31" y="156"/>
                  </a:lnTo>
                  <a:lnTo>
                    <a:pt x="74" y="139"/>
                  </a:lnTo>
                  <a:lnTo>
                    <a:pt x="60" y="122"/>
                  </a:lnTo>
                  <a:lnTo>
                    <a:pt x="34" y="133"/>
                  </a:lnTo>
                  <a:lnTo>
                    <a:pt x="22" y="130"/>
                  </a:lnTo>
                  <a:lnTo>
                    <a:pt x="44" y="78"/>
                  </a:lnTo>
                  <a:lnTo>
                    <a:pt x="63" y="49"/>
                  </a:lnTo>
                  <a:lnTo>
                    <a:pt x="90" y="23"/>
                  </a:lnTo>
                  <a:lnTo>
                    <a:pt x="93" y="2"/>
                  </a:lnTo>
                  <a:lnTo>
                    <a:pt x="78" y="0"/>
                  </a:lnTo>
                  <a:lnTo>
                    <a:pt x="78" y="0"/>
                  </a:lnTo>
                  <a:lnTo>
                    <a:pt x="7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8" name="Google Shape;1288;p22"/>
            <p:cNvSpPr/>
            <p:nvPr/>
          </p:nvSpPr>
          <p:spPr>
            <a:xfrm>
              <a:off x="1505" y="3681"/>
              <a:ext cx="56" cy="67"/>
            </a:xfrm>
            <a:custGeom>
              <a:rect b="b" l="l" r="r" t="t"/>
              <a:pathLst>
                <a:path extrusionOk="0" h="61" w="54">
                  <a:moveTo>
                    <a:pt x="12" y="0"/>
                  </a:moveTo>
                  <a:lnTo>
                    <a:pt x="28" y="23"/>
                  </a:lnTo>
                  <a:lnTo>
                    <a:pt x="54" y="46"/>
                  </a:lnTo>
                  <a:lnTo>
                    <a:pt x="38" y="61"/>
                  </a:lnTo>
                  <a:lnTo>
                    <a:pt x="14" y="50"/>
                  </a:lnTo>
                  <a:lnTo>
                    <a:pt x="0" y="23"/>
                  </a:lnTo>
                  <a:lnTo>
                    <a:pt x="12" y="0"/>
                  </a:lnTo>
                  <a:lnTo>
                    <a:pt x="12" y="0"/>
                  </a:lnTo>
                  <a:lnTo>
                    <a:pt x="1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9" name="Google Shape;1289;p22"/>
            <p:cNvSpPr/>
            <p:nvPr/>
          </p:nvSpPr>
          <p:spPr>
            <a:xfrm>
              <a:off x="618" y="3002"/>
              <a:ext cx="950" cy="834"/>
            </a:xfrm>
            <a:custGeom>
              <a:rect b="b" l="l" r="r" t="t"/>
              <a:pathLst>
                <a:path extrusionOk="0" h="766" w="917">
                  <a:moveTo>
                    <a:pt x="253" y="0"/>
                  </a:moveTo>
                  <a:lnTo>
                    <a:pt x="221" y="74"/>
                  </a:lnTo>
                  <a:lnTo>
                    <a:pt x="195" y="116"/>
                  </a:lnTo>
                  <a:lnTo>
                    <a:pt x="137" y="190"/>
                  </a:lnTo>
                  <a:lnTo>
                    <a:pt x="92" y="234"/>
                  </a:lnTo>
                  <a:lnTo>
                    <a:pt x="50" y="251"/>
                  </a:lnTo>
                  <a:lnTo>
                    <a:pt x="22" y="254"/>
                  </a:lnTo>
                  <a:lnTo>
                    <a:pt x="14" y="266"/>
                  </a:lnTo>
                  <a:lnTo>
                    <a:pt x="0" y="320"/>
                  </a:lnTo>
                  <a:lnTo>
                    <a:pt x="2" y="371"/>
                  </a:lnTo>
                  <a:lnTo>
                    <a:pt x="18" y="402"/>
                  </a:lnTo>
                  <a:lnTo>
                    <a:pt x="72" y="431"/>
                  </a:lnTo>
                  <a:lnTo>
                    <a:pt x="151" y="448"/>
                  </a:lnTo>
                  <a:lnTo>
                    <a:pt x="242" y="440"/>
                  </a:lnTo>
                  <a:lnTo>
                    <a:pt x="350" y="402"/>
                  </a:lnTo>
                  <a:lnTo>
                    <a:pt x="427" y="371"/>
                  </a:lnTo>
                  <a:lnTo>
                    <a:pt x="491" y="335"/>
                  </a:lnTo>
                  <a:lnTo>
                    <a:pt x="557" y="309"/>
                  </a:lnTo>
                  <a:lnTo>
                    <a:pt x="640" y="300"/>
                  </a:lnTo>
                  <a:lnTo>
                    <a:pt x="709" y="335"/>
                  </a:lnTo>
                  <a:lnTo>
                    <a:pt x="770" y="408"/>
                  </a:lnTo>
                  <a:lnTo>
                    <a:pt x="802" y="479"/>
                  </a:lnTo>
                  <a:lnTo>
                    <a:pt x="811" y="551"/>
                  </a:lnTo>
                  <a:lnTo>
                    <a:pt x="806" y="601"/>
                  </a:lnTo>
                  <a:lnTo>
                    <a:pt x="876" y="766"/>
                  </a:lnTo>
                  <a:lnTo>
                    <a:pt x="900" y="766"/>
                  </a:lnTo>
                  <a:lnTo>
                    <a:pt x="917" y="720"/>
                  </a:lnTo>
                  <a:lnTo>
                    <a:pt x="916" y="685"/>
                  </a:lnTo>
                  <a:lnTo>
                    <a:pt x="885" y="688"/>
                  </a:lnTo>
                  <a:lnTo>
                    <a:pt x="885" y="728"/>
                  </a:lnTo>
                  <a:lnTo>
                    <a:pt x="844" y="644"/>
                  </a:lnTo>
                  <a:lnTo>
                    <a:pt x="844" y="609"/>
                  </a:lnTo>
                  <a:lnTo>
                    <a:pt x="844" y="533"/>
                  </a:lnTo>
                  <a:lnTo>
                    <a:pt x="832" y="463"/>
                  </a:lnTo>
                  <a:lnTo>
                    <a:pt x="808" y="411"/>
                  </a:lnTo>
                  <a:lnTo>
                    <a:pt x="774" y="365"/>
                  </a:lnTo>
                  <a:lnTo>
                    <a:pt x="727" y="314"/>
                  </a:lnTo>
                  <a:lnTo>
                    <a:pt x="678" y="277"/>
                  </a:lnTo>
                  <a:lnTo>
                    <a:pt x="613" y="260"/>
                  </a:lnTo>
                  <a:lnTo>
                    <a:pt x="551" y="269"/>
                  </a:lnTo>
                  <a:lnTo>
                    <a:pt x="463" y="298"/>
                  </a:lnTo>
                  <a:lnTo>
                    <a:pt x="352" y="357"/>
                  </a:lnTo>
                  <a:lnTo>
                    <a:pt x="262" y="391"/>
                  </a:lnTo>
                  <a:lnTo>
                    <a:pt x="186" y="410"/>
                  </a:lnTo>
                  <a:lnTo>
                    <a:pt x="142" y="414"/>
                  </a:lnTo>
                  <a:lnTo>
                    <a:pt x="86" y="403"/>
                  </a:lnTo>
                  <a:lnTo>
                    <a:pt x="42" y="390"/>
                  </a:lnTo>
                  <a:lnTo>
                    <a:pt x="23" y="356"/>
                  </a:lnTo>
                  <a:lnTo>
                    <a:pt x="28" y="318"/>
                  </a:lnTo>
                  <a:lnTo>
                    <a:pt x="44" y="292"/>
                  </a:lnTo>
                  <a:lnTo>
                    <a:pt x="93" y="269"/>
                  </a:lnTo>
                  <a:lnTo>
                    <a:pt x="124" y="254"/>
                  </a:lnTo>
                  <a:lnTo>
                    <a:pt x="166" y="212"/>
                  </a:lnTo>
                  <a:lnTo>
                    <a:pt x="216" y="150"/>
                  </a:lnTo>
                  <a:lnTo>
                    <a:pt x="263" y="76"/>
                  </a:lnTo>
                  <a:lnTo>
                    <a:pt x="315" y="3"/>
                  </a:lnTo>
                  <a:lnTo>
                    <a:pt x="253" y="0"/>
                  </a:lnTo>
                  <a:lnTo>
                    <a:pt x="253" y="0"/>
                  </a:lnTo>
                  <a:lnTo>
                    <a:pt x="25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2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296" name="Google Shape;1296;p2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297" name="Google Shape;1297;p2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9 - </a:t>
            </a:r>
            <a:fld id="{00000000-1234-1234-1234-123412341234}" type="slidenum">
              <a:rPr b="1" i="0" lang="en-US" sz="1200" u="none">
                <a:solidFill>
                  <a:schemeClr val="dk1"/>
                </a:solidFill>
                <a:latin typeface="Arial"/>
                <a:ea typeface="Arial"/>
                <a:cs typeface="Arial"/>
                <a:sym typeface="Arial"/>
              </a:rPr>
              <a:t>‹#›</a:t>
            </a:fld>
            <a:endParaRPr/>
          </a:p>
        </p:txBody>
      </p:sp>
      <p:sp>
        <p:nvSpPr>
          <p:cNvPr id="1298" name="Google Shape;1298;p23"/>
          <p:cNvSpPr txBox="1"/>
          <p:nvPr/>
        </p:nvSpPr>
        <p:spPr>
          <a:xfrm>
            <a:off x="457200" y="381000"/>
            <a:ext cx="4343400" cy="57912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Tahoma"/>
              <a:buNone/>
            </a:pPr>
            <a:r>
              <a:rPr b="1" i="0" lang="en-US" sz="4400" u="none">
                <a:solidFill>
                  <a:schemeClr val="dk1"/>
                </a:solidFill>
                <a:latin typeface="Tahoma"/>
                <a:ea typeface="Tahoma"/>
                <a:cs typeface="Tahoma"/>
                <a:sym typeface="Tahoma"/>
              </a:rPr>
              <a:t>Writing</a:t>
            </a:r>
            <a:endParaRPr/>
          </a:p>
          <a:p>
            <a:pPr indent="0" lvl="0" marL="0" marR="0" rtl="0" algn="ctr">
              <a:lnSpc>
                <a:spcPct val="100000"/>
              </a:lnSpc>
              <a:spcBef>
                <a:spcPts val="0"/>
              </a:spcBef>
              <a:spcAft>
                <a:spcPts val="0"/>
              </a:spcAft>
              <a:buClr>
                <a:schemeClr val="dk1"/>
              </a:buClr>
              <a:buSzPts val="4400"/>
              <a:buFont typeface="Tahoma"/>
              <a:buNone/>
            </a:pPr>
            <a:r>
              <a:rPr b="1" i="0" lang="en-US" sz="4400" u="none">
                <a:solidFill>
                  <a:schemeClr val="dk1"/>
                </a:solidFill>
                <a:latin typeface="Tahoma"/>
                <a:ea typeface="Tahoma"/>
                <a:cs typeface="Tahoma"/>
                <a:sym typeface="Tahoma"/>
              </a:rPr>
              <a:t>Fundraising</a:t>
            </a:r>
            <a:endParaRPr/>
          </a:p>
          <a:p>
            <a:pPr indent="0" lvl="0" marL="0" marR="0" rtl="0" algn="ctr">
              <a:lnSpc>
                <a:spcPct val="100000"/>
              </a:lnSpc>
              <a:spcBef>
                <a:spcPts val="0"/>
              </a:spcBef>
              <a:spcAft>
                <a:spcPts val="0"/>
              </a:spcAft>
              <a:buClr>
                <a:schemeClr val="dk1"/>
              </a:buClr>
              <a:buSzPts val="4400"/>
              <a:buFont typeface="Tahoma"/>
              <a:buNone/>
            </a:pPr>
            <a:r>
              <a:rPr b="1" i="0" lang="en-US" sz="4400" u="none">
                <a:solidFill>
                  <a:schemeClr val="dk1"/>
                </a:solidFill>
                <a:latin typeface="Tahoma"/>
                <a:ea typeface="Tahoma"/>
                <a:cs typeface="Tahoma"/>
                <a:sym typeface="Tahoma"/>
              </a:rPr>
              <a:t>Messages</a:t>
            </a:r>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l">
              <a:lnSpc>
                <a:spcPct val="100000"/>
              </a:lnSpc>
              <a:spcBef>
                <a:spcPts val="0"/>
              </a:spcBef>
              <a:spcAft>
                <a:spcPts val="0"/>
              </a:spcAft>
              <a:buNone/>
            </a:pPr>
            <a:r>
              <a:t/>
            </a:r>
            <a:endParaRPr b="1" i="0" sz="4400" u="none">
              <a:solidFill>
                <a:schemeClr val="dk1"/>
              </a:solidFill>
              <a:latin typeface="Tahoma"/>
              <a:ea typeface="Tahoma"/>
              <a:cs typeface="Tahoma"/>
              <a:sym typeface="Tahoma"/>
            </a:endParaRPr>
          </a:p>
        </p:txBody>
      </p:sp>
      <p:grpSp>
        <p:nvGrpSpPr>
          <p:cNvPr id="1299" name="Google Shape;1299;p23"/>
          <p:cNvGrpSpPr/>
          <p:nvPr/>
        </p:nvGrpSpPr>
        <p:grpSpPr>
          <a:xfrm>
            <a:off x="4800600" y="381000"/>
            <a:ext cx="3886200" cy="5791200"/>
            <a:chOff x="3024" y="240"/>
            <a:chExt cx="2448" cy="3264"/>
          </a:xfrm>
        </p:grpSpPr>
        <p:sp>
          <p:nvSpPr>
            <p:cNvPr id="1300" name="Google Shape;1300;p23"/>
            <p:cNvSpPr txBox="1"/>
            <p:nvPr/>
          </p:nvSpPr>
          <p:spPr>
            <a:xfrm>
              <a:off x="3024" y="240"/>
              <a:ext cx="2448" cy="816"/>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Analyze the</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Audience</a:t>
              </a:r>
              <a:endParaRPr/>
            </a:p>
          </p:txBody>
        </p:sp>
        <p:sp>
          <p:nvSpPr>
            <p:cNvPr id="1301" name="Google Shape;1301;p23"/>
            <p:cNvSpPr txBox="1"/>
            <p:nvPr/>
          </p:nvSpPr>
          <p:spPr>
            <a:xfrm>
              <a:off x="3024" y="1056"/>
              <a:ext cx="2448" cy="816"/>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Study the</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Competition</a:t>
              </a:r>
              <a:endParaRPr/>
            </a:p>
          </p:txBody>
        </p:sp>
        <p:sp>
          <p:nvSpPr>
            <p:cNvPr id="1302" name="Google Shape;1302;p23"/>
            <p:cNvSpPr txBox="1"/>
            <p:nvPr/>
          </p:nvSpPr>
          <p:spPr>
            <a:xfrm>
              <a:off x="3024" y="1872"/>
              <a:ext cx="2448" cy="816"/>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Clarify Benefits</a:t>
              </a:r>
              <a:endParaRPr/>
            </a:p>
          </p:txBody>
        </p:sp>
        <p:sp>
          <p:nvSpPr>
            <p:cNvPr id="1303" name="Google Shape;1303;p23"/>
            <p:cNvSpPr txBox="1"/>
            <p:nvPr/>
          </p:nvSpPr>
          <p:spPr>
            <a:xfrm>
              <a:off x="3024" y="2688"/>
              <a:ext cx="2448" cy="816"/>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Keep the</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Message Personal</a:t>
              </a:r>
              <a:endParaRPr/>
            </a:p>
          </p:txBody>
        </p:sp>
      </p:grpSp>
      <p:pic>
        <p:nvPicPr>
          <p:cNvPr id="1304" name="Google Shape;1304;p23"/>
          <p:cNvPicPr preferRelativeResize="0"/>
          <p:nvPr/>
        </p:nvPicPr>
        <p:blipFill rotWithShape="1">
          <a:blip r:embed="rId4">
            <a:alphaModFix/>
          </a:blip>
          <a:srcRect b="0" l="0" r="0" t="0"/>
          <a:stretch/>
        </p:blipFill>
        <p:spPr>
          <a:xfrm>
            <a:off x="914400" y="2714625"/>
            <a:ext cx="3429000" cy="3457575"/>
          </a:xfrm>
          <a:prstGeom prst="rect">
            <a:avLst/>
          </a:prstGeom>
          <a:noFill/>
          <a:ln>
            <a:noFill/>
          </a:ln>
        </p:spPr>
      </p:pic>
    </p:spTree>
  </p:cSld>
  <p:clrMapOvr>
    <a:masterClrMapping/>
  </p:clrMapOvr>
  <p:transition spd="slow">
    <p:split/>
  </p:transition>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2002-06-07T19:31:40Z</dcterms:created>
  <dc:creator>Myles A. Hassell</dc:creator>
</cp:coreProperties>
</file>