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9144000"/>
  <p:notesSz cx="6858000" cy="9144000"/>
  <p:embeddedFontLst>
    <p:embeddedFont>
      <p:font typeface="Arial Narrow"/>
      <p:regular r:id="rId30"/>
      <p:bold r:id="rId31"/>
      <p:italic r:id="rId32"/>
      <p:boldItalic r:id="rId33"/>
    </p:embeddedFont>
    <p:embeddedFont>
      <p:font typeface="Tahoma"/>
      <p:regular r:id="rId34"/>
      <p:bold r:id="rId35"/>
    </p:embeddedFont>
    <p:embeddedFont>
      <p:font typeface="Arial Black"/>
      <p:regular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888">
          <p15:clr>
            <a:srgbClr val="000000"/>
          </p15:clr>
        </p15:guide>
        <p15:guide id="2" pos="288">
          <p15:clr>
            <a:srgbClr val="000000"/>
          </p15:clr>
        </p15:guide>
      </p15:sldGuideLst>
    </p:ext>
    <p:ext uri="{2D200454-40CA-4A62-9FC3-DE9A4176ACB9}">
      <p15:notesGuideLst>
        <p15:guide id="1" orient="horz" pos="2880">
          <p15:clr>
            <a:srgbClr val="000000"/>
          </p15:clr>
        </p15:guide>
        <p15:guide id="2" pos="3840">
          <p15:clr>
            <a:srgbClr val="000000"/>
          </p15:clr>
        </p15:guide>
      </p15:notesGuideLst>
    </p:ext>
    <p:ext uri="http://customooxmlschemas.google.com/">
      <go:slidesCustomData xmlns:go="http://customooxmlschemas.google.com/" r:id="rId37" roundtripDataSignature="AMtx7mhgqpne61FP0zX9OD35CCoZpzkR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88" orient="horz"/>
        <p:guide pos="288"/>
      </p:guideLst>
    </p:cSldViewPr>
  </p:slideViewPr>
  <p:notesViewPr>
    <p:cSldViewPr snapToGrid="0">
      <p:cViewPr varScale="1">
        <p:scale>
          <a:sx n="100" d="100"/>
          <a:sy n="100" d="100"/>
        </p:scale>
        <p:origin x="0" y="0"/>
      </p:cViewPr>
      <p:guideLst>
        <p:guide pos="2880" orient="horz"/>
        <p:guide pos="384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rialNarrow-bold.fntdata"/><Relationship Id="rId30" Type="http://schemas.openxmlformats.org/officeDocument/2006/relationships/font" Target="fonts/ArialNarrow-regular.fntdata"/><Relationship Id="rId11" Type="http://schemas.openxmlformats.org/officeDocument/2006/relationships/slide" Target="slides/slide6.xml"/><Relationship Id="rId33" Type="http://schemas.openxmlformats.org/officeDocument/2006/relationships/font" Target="fonts/ArialNarrow-boldItalic.fntdata"/><Relationship Id="rId10" Type="http://schemas.openxmlformats.org/officeDocument/2006/relationships/slide" Target="slides/slide5.xml"/><Relationship Id="rId32" Type="http://schemas.openxmlformats.org/officeDocument/2006/relationships/font" Target="fonts/ArialNarrow-italic.fntdata"/><Relationship Id="rId13" Type="http://schemas.openxmlformats.org/officeDocument/2006/relationships/slide" Target="slides/slide8.xml"/><Relationship Id="rId35" Type="http://schemas.openxmlformats.org/officeDocument/2006/relationships/font" Target="fonts/Tahoma-bold.fntdata"/><Relationship Id="rId12" Type="http://schemas.openxmlformats.org/officeDocument/2006/relationships/slide" Target="slides/slide7.xml"/><Relationship Id="rId34" Type="http://schemas.openxmlformats.org/officeDocument/2006/relationships/font" Target="fonts/Tahoma-regular.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ArialBlack-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1pPr>
            <a:lvl2pPr lvl="1"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2pPr>
            <a:lvl3pPr lvl="2"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3pPr>
            <a:lvl4pPr lvl="3"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4pPr>
            <a:lvl5pPr lvl="4"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5pPr>
            <a:lvl6pPr lvl="5"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6pPr>
            <a:lvl7pPr lvl="6"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7pPr>
            <a:lvl8pPr lvl="7"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8pPr>
            <a:lvl9pPr lvl="8"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1pPr>
            <a:lvl2pPr lvl="1"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2pPr>
            <a:lvl3pPr lvl="2"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3pPr>
            <a:lvl4pPr lvl="3"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4pPr>
            <a:lvl5pPr lvl="4"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5pPr>
            <a:lvl6pPr lvl="5"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6pPr>
            <a:lvl7pPr lvl="6"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7pPr>
            <a:lvl8pPr lvl="7"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8pPr>
            <a:lvl9pPr lvl="8"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1pPr>
            <a:lvl2pPr lvl="1"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2pPr>
            <a:lvl3pPr lvl="2"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3pPr>
            <a:lvl4pPr lvl="3"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4pPr>
            <a:lvl5pPr lvl="4"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5pPr>
            <a:lvl6pPr lvl="5"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6pPr>
            <a:lvl7pPr lvl="6"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7pPr>
            <a:lvl8pPr lvl="7"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8pPr>
            <a:lvl9pPr lvl="8" marR="0" rtl="0" algn="l">
              <a:lnSpc>
                <a:spcPct val="120000"/>
              </a:lnSpc>
              <a:spcBef>
                <a:spcPts val="640"/>
              </a:spcBef>
              <a:spcAft>
                <a:spcPts val="0"/>
              </a:spcAft>
              <a:buClr>
                <a:srgbClr val="000000"/>
              </a:buClr>
              <a:buSzPts val="3200"/>
              <a:buFont typeface="Arial"/>
              <a:buChar char="•"/>
              <a:defRPr b="1" i="0" sz="32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6" name="Google Shape;9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attitudes and expectations of both employers and employees are being affected not only by globalization, technology, diversity, and teams but also by deregulation, shareholder activism, corporate downsizing, mergers and acquisitions, outsourcing, and entrepreneurialism (people starting their own business or buying a franchise). The results of constant change are threefold:</a:t>
            </a:r>
            <a:endParaRPr/>
          </a:p>
          <a:p>
            <a:pPr indent="0" lvl="0" marL="0" rtl="0" algn="l">
              <a:spcBef>
                <a:spcPts val="0"/>
              </a:spcBef>
              <a:spcAft>
                <a:spcPts val="0"/>
              </a:spcAft>
              <a:buSzPts val="1800"/>
              <a:buNone/>
            </a:pPr>
            <a:r>
              <a:rPr b="1" lang="en-US"/>
              <a:t>How often people look for work.</a:t>
            </a:r>
            <a:r>
              <a:rPr lang="en-US"/>
              <a:t> Rather than looking for lifelong employees, many employers now hire temporary workers and consultants on a project-by-project basis. Likewise, rather than staying with one employer for their entire career, growing numbers of employees are moving from company to company. </a:t>
            </a:r>
            <a:endParaRPr/>
          </a:p>
          <a:p>
            <a:pPr indent="0" lvl="0" marL="0" rtl="0" algn="l">
              <a:spcBef>
                <a:spcPts val="0"/>
              </a:spcBef>
              <a:spcAft>
                <a:spcPts val="0"/>
              </a:spcAft>
              <a:buSzPts val="1800"/>
              <a:buNone/>
            </a:pPr>
            <a:r>
              <a:rPr b="1" lang="en-US"/>
              <a:t>Where people find work. </a:t>
            </a:r>
            <a:r>
              <a:rPr lang="en-US"/>
              <a:t>Fewer jobs are being created by large companies. One expert predicts that soon 80 percent of the labor force will be working for firms employing fewer than 200 people. Moreover, self-employment seems to be an increasingly attractive option for many former employees.</a:t>
            </a:r>
            <a:endParaRPr/>
          </a:p>
          <a:p>
            <a:pPr indent="0" lvl="0" marL="0" rtl="0" algn="l">
              <a:spcBef>
                <a:spcPts val="0"/>
              </a:spcBef>
              <a:spcAft>
                <a:spcPts val="0"/>
              </a:spcAft>
              <a:buSzPts val="1800"/>
              <a:buNone/>
            </a:pPr>
            <a:r>
              <a:rPr b="1" lang="en-US"/>
              <a:t>The type of people who find work.</a:t>
            </a:r>
            <a:r>
              <a:rPr lang="en-US"/>
              <a:t> Employers today are looking for people who are able and willing to adapt to diverse situations and who continue to learn throughout their careers. Companies want team players with strong work records, leaders who are versatile, and employees with diversified skills and varied job experience. Plus, most employers expect employees to be sensitive to intercultural differences. </a:t>
            </a:r>
            <a:endParaRPr/>
          </a:p>
          <a:p>
            <a:pPr indent="0" lvl="1" marL="0" rtl="0" algn="l">
              <a:spcBef>
                <a:spcPts val="0"/>
              </a:spcBef>
              <a:spcAft>
                <a:spcPts val="0"/>
              </a:spcAft>
              <a:buSzPts val="1800"/>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9" name="Google Shape;10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Before you limit your employment search to a particular industry or job, analyze what you have to offer and what you hope to get from your work. </a:t>
            </a:r>
            <a:endParaRPr/>
          </a:p>
          <a:p>
            <a:pPr indent="0" lvl="0" marL="0" rtl="0" algn="l">
              <a:spcBef>
                <a:spcPts val="0"/>
              </a:spcBef>
              <a:spcAft>
                <a:spcPts val="0"/>
              </a:spcAft>
              <a:buSzPts val="1800"/>
              <a:buNone/>
            </a:pPr>
            <a:r>
              <a:rPr lang="en-US"/>
              <a:t>Get started by jotting down 10 achievements you're proud of, such as learning to ski, taking a prize-winning photo, tutoring a child, or editing your school paper. Think carefully about what specific skills these achievements demanded. For example, leadership skills, speaking ability, and artistic talent may have helped you coordinate a winning presentation to your school's administration. As you analyze your achievements, you’ll begin to recognize a pattern of skills. Which of them might be valuable to potential employers?</a:t>
            </a:r>
            <a:endParaRPr/>
          </a:p>
          <a:p>
            <a:pPr indent="0" lvl="0" marL="0" rtl="0" algn="l">
              <a:spcBef>
                <a:spcPts val="0"/>
              </a:spcBef>
              <a:spcAft>
                <a:spcPts val="0"/>
              </a:spcAft>
              <a:buSzPts val="1800"/>
              <a:buNone/>
            </a:pPr>
            <a:r>
              <a:rPr lang="en-US"/>
              <a:t>Next, look at your education, work experience, and extracurricular activities. What do your knowledge and experience qualify you to do? What have you learned from volunteer work or class projects that could benefit you on the job? Have you held any offices, won any awards or scholarships, mastered a second language?</a:t>
            </a:r>
            <a:endParaRPr/>
          </a:p>
          <a:p>
            <a:pPr indent="0" lvl="0" marL="0" rtl="0" algn="l">
              <a:spcBef>
                <a:spcPts val="0"/>
              </a:spcBef>
              <a:spcAft>
                <a:spcPts val="0"/>
              </a:spcAft>
              <a:buSzPts val="1800"/>
              <a:buNone/>
            </a:pPr>
            <a:r>
              <a:rPr lang="en-US"/>
              <a:t>Take stock of your personal characteristics. Are you aggressive, a born leader? Or would you rather follow? Are you outgoing, articulate, great with people? Or do you prefer working alone? Make a list of what you believe are your four or five most important qualities.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1" name="Google Shape;12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Knowing what you </a:t>
            </a:r>
            <a:r>
              <a:rPr i="1" lang="en-US"/>
              <a:t>can</a:t>
            </a:r>
            <a:r>
              <a:rPr lang="en-US"/>
              <a:t> do is one thing. Knowing what you </a:t>
            </a:r>
            <a:r>
              <a:rPr i="1" lang="en-US"/>
              <a:t>want</a:t>
            </a:r>
            <a:r>
              <a:rPr lang="en-US"/>
              <a:t> to do is another. Don’t lose sight of your own values. Discover the things that will bring you satisfaction and happiness on the job. Here are some questions to ask yourself:</a:t>
            </a:r>
            <a:endParaRPr/>
          </a:p>
          <a:p>
            <a:pPr indent="0" lvl="0" marL="0" rtl="0" algn="l">
              <a:spcBef>
                <a:spcPts val="0"/>
              </a:spcBef>
              <a:spcAft>
                <a:spcPts val="0"/>
              </a:spcAft>
              <a:buNone/>
            </a:pPr>
            <a:r>
              <a:rPr lang="en-US"/>
              <a:t>What would you like to do every day? </a:t>
            </a:r>
            <a:endParaRPr/>
          </a:p>
          <a:p>
            <a:pPr indent="0" lvl="0" marL="0" rtl="0" algn="l">
              <a:spcBef>
                <a:spcPts val="0"/>
              </a:spcBef>
              <a:spcAft>
                <a:spcPts val="0"/>
              </a:spcAft>
              <a:buNone/>
            </a:pPr>
            <a:r>
              <a:rPr lang="en-US"/>
              <a:t>How would you like to work?</a:t>
            </a:r>
            <a:endParaRPr/>
          </a:p>
          <a:p>
            <a:pPr indent="0" lvl="0" marL="0" rtl="0" algn="l">
              <a:spcBef>
                <a:spcPts val="0"/>
              </a:spcBef>
              <a:spcAft>
                <a:spcPts val="0"/>
              </a:spcAft>
              <a:buNone/>
            </a:pPr>
            <a:r>
              <a:rPr lang="en-US"/>
              <a:t>What specific compensation do you expect? </a:t>
            </a:r>
            <a:endParaRPr/>
          </a:p>
          <a:p>
            <a:pPr indent="0" lvl="0" marL="0" rtl="0" algn="l">
              <a:spcBef>
                <a:spcPts val="0"/>
              </a:spcBef>
              <a:spcAft>
                <a:spcPts val="0"/>
              </a:spcAft>
              <a:buNone/>
            </a:pPr>
            <a:r>
              <a:rPr lang="en-US"/>
              <a:t>Can you establish some general career goals? </a:t>
            </a:r>
            <a:endParaRPr/>
          </a:p>
          <a:p>
            <a:pPr indent="0" lvl="0" marL="0" rtl="0" algn="l">
              <a:spcBef>
                <a:spcPts val="0"/>
              </a:spcBef>
              <a:spcAft>
                <a:spcPts val="0"/>
              </a:spcAft>
              <a:buNone/>
            </a:pPr>
            <a:r>
              <a:rPr lang="en-US"/>
              <a:t>What size company would you prefer? </a:t>
            </a:r>
            <a:endParaRPr/>
          </a:p>
          <a:p>
            <a:pPr indent="0" lvl="0" marL="0" rtl="0" algn="l">
              <a:spcBef>
                <a:spcPts val="0"/>
              </a:spcBef>
              <a:spcAft>
                <a:spcPts val="0"/>
              </a:spcAft>
              <a:buNone/>
            </a:pPr>
            <a:r>
              <a:rPr lang="en-US"/>
              <a:t>What type of operation is appealing to you? </a:t>
            </a:r>
            <a:endParaRPr/>
          </a:p>
          <a:p>
            <a:pPr indent="0" lvl="0" marL="0" rtl="0" algn="l">
              <a:spcBef>
                <a:spcPts val="0"/>
              </a:spcBef>
              <a:spcAft>
                <a:spcPts val="0"/>
              </a:spcAft>
              <a:buNone/>
            </a:pPr>
            <a:r>
              <a:rPr lang="en-US"/>
              <a:t>What location would you like? </a:t>
            </a:r>
            <a:endParaRPr/>
          </a:p>
          <a:p>
            <a:pPr indent="0" lvl="0" marL="0" rtl="0" algn="l">
              <a:spcBef>
                <a:spcPts val="0"/>
              </a:spcBef>
              <a:spcAft>
                <a:spcPts val="0"/>
              </a:spcAft>
              <a:buNone/>
            </a:pPr>
            <a:r>
              <a:rPr lang="en-US"/>
              <a:t>What facilities do you envision? </a:t>
            </a:r>
            <a:endParaRPr/>
          </a:p>
          <a:p>
            <a:pPr indent="0" lvl="0" marL="0" rtl="0" algn="l">
              <a:spcBef>
                <a:spcPts val="0"/>
              </a:spcBef>
              <a:spcAft>
                <a:spcPts val="0"/>
              </a:spcAft>
              <a:buNone/>
            </a:pPr>
            <a:r>
              <a:rPr lang="en-US"/>
              <a:t>What sort of corporate culture are you most comfortable with?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3" name="Google Shape;14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following suggestions will help potential employers recognize the value of hiring you:</a:t>
            </a:r>
            <a:endParaRPr/>
          </a:p>
          <a:p>
            <a:pPr indent="0" lvl="0" marL="0" rtl="0" algn="l">
              <a:spcBef>
                <a:spcPts val="0"/>
              </a:spcBef>
              <a:spcAft>
                <a:spcPts val="0"/>
              </a:spcAft>
              <a:buSzPts val="1800"/>
              <a:buNone/>
            </a:pPr>
            <a:r>
              <a:rPr lang="en-US"/>
              <a:t>Keep an employment portfolio. Get a three-ring notebook and a package of plastic sleeves that open at the top. Collect anything that shows your ability to perform (classroom or work evaluations, certificates, awards, papers you’ve written). Your portfolio is a great resource for writing your résumé, and it gives employers tangible evidence of your professionalism. </a:t>
            </a:r>
            <a:endParaRPr/>
          </a:p>
          <a:p>
            <a:pPr indent="0" lvl="0" marL="0" rtl="0" algn="l">
              <a:spcBef>
                <a:spcPts val="0"/>
              </a:spcBef>
              <a:spcAft>
                <a:spcPts val="0"/>
              </a:spcAft>
              <a:buSzPts val="1800"/>
              <a:buNone/>
            </a:pPr>
            <a:r>
              <a:rPr lang="en-US"/>
              <a:t>Take interim assignments. As you search for a permanent job, consider temporary or freelance work. Also gain a competitive edge by participating in an internship program. These temporary assignments not only help you gain valuable experience and relevant contacts but also provide you with important references and with items for your portfolio. </a:t>
            </a:r>
            <a:endParaRPr/>
          </a:p>
          <a:p>
            <a:pPr indent="0" lvl="0" marL="0" rtl="0" algn="l">
              <a:spcBef>
                <a:spcPts val="0"/>
              </a:spcBef>
              <a:spcAft>
                <a:spcPts val="0"/>
              </a:spcAft>
              <a:buSzPts val="1800"/>
              <a:buNone/>
            </a:pPr>
            <a:r>
              <a:rPr lang="en-US"/>
              <a:t>Work on polishing and updating your skills. Whenever possible, join networks of professional colleagues and friends who can help you keep up with your occupation and industry. While waiting for responses to your résumé, take a computer course, or seek out other educational or life experiences that would be hard to get while working full-time. </a:t>
            </a:r>
            <a:endParaRPr/>
          </a:p>
          <a:p>
            <a:pPr indent="0" lvl="0" marL="0" rtl="0" algn="l">
              <a:spcBef>
                <a:spcPts val="0"/>
              </a:spcBef>
              <a:spcAft>
                <a:spcPts val="0"/>
              </a:spcAft>
              <a:buSzPts val="1800"/>
              <a:buNone/>
            </a:pPr>
            <a:r>
              <a:rPr lang="en-US"/>
              <a:t>Becoming a lifelong learner will help you reach your personal goals in the workplace. Even after an employer hires you, continue improving your skills to distinguish yourself from your peers and to make yourself more valuable to current and potential employers.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9" name="Google Shape;15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Even armed with knowledge about today’s workplace and what you can do to adapt to it, you still need to learn about the process of seeking employment. As the slide above shows, the process of searching for employment has six steps: </a:t>
            </a:r>
            <a:endParaRPr/>
          </a:p>
          <a:p>
            <a:pPr indent="0" lvl="0" marL="0" rtl="0" algn="l">
              <a:spcBef>
                <a:spcPts val="0"/>
              </a:spcBef>
              <a:spcAft>
                <a:spcPts val="0"/>
              </a:spcAft>
              <a:buSzPts val="1800"/>
              <a:buNone/>
            </a:pPr>
            <a:r>
              <a:rPr lang="en-US"/>
              <a:t>1. 	Building toward a career.</a:t>
            </a:r>
            <a:endParaRPr/>
          </a:p>
          <a:p>
            <a:pPr indent="0" lvl="0" marL="0" rtl="0" algn="l">
              <a:spcBef>
                <a:spcPts val="0"/>
              </a:spcBef>
              <a:spcAft>
                <a:spcPts val="0"/>
              </a:spcAft>
              <a:buSzPts val="1800"/>
              <a:buNone/>
            </a:pPr>
            <a:r>
              <a:rPr lang="en-US"/>
              <a:t>2. 	Preparing a résumé.</a:t>
            </a:r>
            <a:endParaRPr/>
          </a:p>
          <a:p>
            <a:pPr indent="0" lvl="0" marL="0" rtl="0" algn="l">
              <a:spcBef>
                <a:spcPts val="0"/>
              </a:spcBef>
              <a:spcAft>
                <a:spcPts val="0"/>
              </a:spcAft>
              <a:buSzPts val="1800"/>
              <a:buNone/>
            </a:pPr>
            <a:r>
              <a:rPr lang="en-US"/>
              <a:t>3. 	Understanding the interview process.</a:t>
            </a:r>
            <a:endParaRPr/>
          </a:p>
          <a:p>
            <a:pPr indent="0" lvl="0" marL="0" rtl="0" algn="l">
              <a:spcBef>
                <a:spcPts val="0"/>
              </a:spcBef>
              <a:spcAft>
                <a:spcPts val="0"/>
              </a:spcAft>
              <a:buSzPts val="1800"/>
              <a:buNone/>
            </a:pPr>
            <a:r>
              <a:rPr lang="en-US"/>
              <a:t>4. 	Preparing for an interview.</a:t>
            </a:r>
            <a:endParaRPr/>
          </a:p>
          <a:p>
            <a:pPr indent="0" lvl="0" marL="0" rtl="0" algn="l">
              <a:spcBef>
                <a:spcPts val="0"/>
              </a:spcBef>
              <a:spcAft>
                <a:spcPts val="0"/>
              </a:spcAft>
              <a:buSzPts val="1800"/>
              <a:buNone/>
            </a:pPr>
            <a:r>
              <a:rPr lang="en-US"/>
              <a:t>5. 	Taking an interview.</a:t>
            </a:r>
            <a:endParaRPr/>
          </a:p>
          <a:p>
            <a:pPr indent="0" lvl="0" marL="0" rtl="0" algn="l">
              <a:spcBef>
                <a:spcPts val="0"/>
              </a:spcBef>
              <a:spcAft>
                <a:spcPts val="0"/>
              </a:spcAft>
              <a:buSzPts val="1800"/>
              <a:buNone/>
            </a:pPr>
            <a:r>
              <a:rPr lang="en-US"/>
              <a:t>6. 	Following up and accepting an offer.</a:t>
            </a:r>
            <a:endParaRPr/>
          </a:p>
          <a:p>
            <a:pPr indent="0" lvl="0" marL="0" rtl="0" algn="l">
              <a:spcBef>
                <a:spcPts val="0"/>
              </a:spcBef>
              <a:spcAft>
                <a:spcPts val="0"/>
              </a:spcAft>
              <a:buSzPts val="1800"/>
              <a:buNone/>
            </a:pPr>
            <a:r>
              <a:rPr lang="en-US"/>
              <a:t>The first two tasks are discussed in this chapter; the rest are discussed in Chapter 14.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6" name="Google Shape;18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Gather as much information as you can, narrowing it as you go until you know precisely the companies you want to approach. Begin by finding out where the job opportunities are, which industries are strong, which parts of the country are booming, and which specific job categories offer the best prospects for the future. From there you can investigate individual organizations, doing your best to learn as much about them as possible. </a:t>
            </a:r>
            <a:endParaRPr/>
          </a:p>
          <a:p>
            <a:pPr indent="0" lvl="0" marL="0" rtl="0" algn="l">
              <a:spcBef>
                <a:spcPts val="0"/>
              </a:spcBef>
              <a:spcAft>
                <a:spcPts val="0"/>
              </a:spcAft>
              <a:buSzPts val="1800"/>
              <a:buNone/>
            </a:pPr>
            <a:r>
              <a:rPr lang="en-US"/>
              <a:t>To prepare for and successfully complete your search for employment, do the following:</a:t>
            </a:r>
            <a:endParaRPr/>
          </a:p>
          <a:p>
            <a:pPr indent="0" lvl="0" marL="0" rtl="0" algn="l">
              <a:spcBef>
                <a:spcPts val="0"/>
              </a:spcBef>
              <a:spcAft>
                <a:spcPts val="0"/>
              </a:spcAft>
              <a:buNone/>
            </a:pPr>
            <a:r>
              <a:rPr lang="en-US"/>
              <a:t>Stay abreast of financial news.</a:t>
            </a:r>
            <a:endParaRPr/>
          </a:p>
          <a:p>
            <a:pPr indent="0" lvl="0" marL="0" rtl="0" algn="l">
              <a:spcBef>
                <a:spcPts val="0"/>
              </a:spcBef>
              <a:spcAft>
                <a:spcPts val="0"/>
              </a:spcAft>
              <a:buNone/>
            </a:pPr>
            <a:r>
              <a:rPr lang="en-US"/>
              <a:t>Research specific companies.</a:t>
            </a:r>
            <a:endParaRPr/>
          </a:p>
          <a:p>
            <a:pPr indent="0" lvl="0" marL="0" rtl="0" algn="l">
              <a:spcBef>
                <a:spcPts val="0"/>
              </a:spcBef>
              <a:spcAft>
                <a:spcPts val="0"/>
              </a:spcAft>
              <a:buNone/>
            </a:pPr>
            <a:r>
              <a:rPr lang="en-US"/>
              <a:t>Look for job openings.</a:t>
            </a:r>
            <a:endParaRPr/>
          </a:p>
          <a:p>
            <a:pPr indent="0" lvl="0" marL="0" rtl="0" algn="l">
              <a:spcBef>
                <a:spcPts val="0"/>
              </a:spcBef>
              <a:spcAft>
                <a:spcPts val="0"/>
              </a:spcAft>
              <a:buNone/>
            </a:pPr>
            <a:r>
              <a:rPr lang="en-US"/>
              <a:t>Respond to job openings.</a:t>
            </a:r>
            <a:endParaRPr/>
          </a:p>
          <a:p>
            <a:pPr indent="0" lvl="0" marL="0" rtl="0" algn="l">
              <a:spcBef>
                <a:spcPts val="0"/>
              </a:spcBef>
              <a:spcAft>
                <a:spcPts val="0"/>
              </a:spcAft>
              <a:buNone/>
            </a:pPr>
            <a:r>
              <a:rPr lang="en-US"/>
              <a:t>Network with others.</a:t>
            </a:r>
            <a:endParaRPr/>
          </a:p>
          <a:p>
            <a:pPr indent="0" lvl="0" marL="0" rtl="0" algn="l">
              <a:spcBef>
                <a:spcPts val="0"/>
              </a:spcBef>
              <a:spcAft>
                <a:spcPts val="0"/>
              </a:spcAft>
              <a:buNone/>
            </a:pPr>
            <a:r>
              <a:rPr lang="en-US"/>
              <a:t>Find career counseling.</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7" name="Google Shape;19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While looking for employment, you’ll need to send out messages such as résumés, application letters, job inquiries, and follow-up letters. Whenever you send out such employment messages, you have an opportunity to showcase your communication skills—skills valued highly by the majority of employers. So write these messages carefully by following the three-step writing process: planning, writing, and completing.</a:t>
            </a:r>
            <a:endParaRPr/>
          </a:p>
          <a:p>
            <a:pPr indent="0" lvl="0" marL="0" rtl="0" algn="l">
              <a:spcBef>
                <a:spcPts val="0"/>
              </a:spcBef>
              <a:spcAft>
                <a:spcPts val="0"/>
              </a:spcAft>
              <a:buSzPts val="1800"/>
              <a:buNone/>
            </a:pPr>
            <a:r>
              <a:rPr lang="en-US"/>
              <a:t>To distinguish you from all the other people looking for work, you need to start with a well-written résumé. In fact, you’re success in finding a job will depend on how carefully you plan, write, and complete your résumé.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1" name="Google Shape;21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Your résumé must be more than a simple list of jobs you've held. As with other business messages, planning a résumé means analyzing your purpose and your audience, gathering information, and adapting the document to your audience and purpose. </a:t>
            </a:r>
            <a:endParaRPr/>
          </a:p>
          <a:p>
            <a:pPr indent="0" lvl="0" marL="0" rtl="0" algn="l">
              <a:spcBef>
                <a:spcPts val="0"/>
              </a:spcBef>
              <a:spcAft>
                <a:spcPts val="0"/>
              </a:spcAft>
              <a:buSzPts val="1800"/>
              <a:buNone/>
            </a:pPr>
            <a:r>
              <a:rPr b="1" lang="en-US"/>
              <a:t>Analyze your purpose and audience.</a:t>
            </a:r>
            <a:r>
              <a:rPr lang="en-US"/>
              <a:t> Your résumé must be more than a simple list of jobs you've held. It is a form of advertising intended to stimulate an employer’s interest in you—in meeting you and learning more about you.</a:t>
            </a:r>
            <a:endParaRPr/>
          </a:p>
          <a:p>
            <a:pPr indent="0" lvl="0" marL="0" rtl="0" algn="l">
              <a:spcBef>
                <a:spcPts val="0"/>
              </a:spcBef>
              <a:spcAft>
                <a:spcPts val="0"/>
              </a:spcAft>
              <a:buSzPts val="1800"/>
              <a:buNone/>
            </a:pPr>
            <a:r>
              <a:rPr b="1" lang="en-US"/>
              <a:t>Investigate pertinent information.</a:t>
            </a:r>
            <a:r>
              <a:rPr lang="en-US"/>
              <a:t> Gather every scrap of pertinent personal history you can and have it ready.</a:t>
            </a:r>
            <a:endParaRPr/>
          </a:p>
          <a:p>
            <a:pPr indent="0" lvl="0" marL="0" rtl="0" algn="l">
              <a:spcBef>
                <a:spcPts val="0"/>
              </a:spcBef>
              <a:spcAft>
                <a:spcPts val="0"/>
              </a:spcAft>
              <a:buSzPts val="1800"/>
              <a:buNone/>
            </a:pPr>
            <a:r>
              <a:rPr b="1" lang="en-US"/>
              <a:t>Adapt your résumé to your audience.</a:t>
            </a:r>
            <a:r>
              <a:rPr lang="en-US"/>
              <a:t> Your résumé must make an impression quickly. Focus on your audience. Ask yourself what key qualifications this employer will be looking for. Decide which qualifications are your greatest strengths. A good résumé is flexible and can be customized for various situations and employers.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32" name="Google Shape;23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To write a successful résumé, you need to convey seven qualities that employers seek. </a:t>
            </a:r>
            <a:endParaRPr/>
          </a:p>
          <a:p>
            <a:pPr indent="0" lvl="0" marL="0" rtl="0" algn="l">
              <a:spcBef>
                <a:spcPts val="0"/>
              </a:spcBef>
              <a:spcAft>
                <a:spcPts val="0"/>
              </a:spcAft>
              <a:buSzPts val="1800"/>
              <a:buNone/>
            </a:pPr>
            <a:r>
              <a:rPr lang="en-US"/>
              <a:t>You want to show that you (1) think in terms of results, (2) know how to get things done, (3) are well rounded, (4) show signs of progress, (5) have personal standards of excellence, (6) are flexible and willing to try new things, and (7) possess strong communication skills. As you organize and compose your résumé, think about how you can convey those seven qualities. </a:t>
            </a:r>
            <a:endParaRPr/>
          </a:p>
          <a:p>
            <a:pPr indent="0" lvl="0" marL="0" rtl="0" algn="l">
              <a:spcBef>
                <a:spcPts val="0"/>
              </a:spcBef>
              <a:spcAft>
                <a:spcPts val="0"/>
              </a:spcAft>
              <a:buSzPts val="1800"/>
              <a:buNone/>
            </a:pPr>
            <a:r>
              <a:rPr lang="en-US"/>
              <a:t>Although you may want to include a little information in all categories, emphasize the information that has a bearing on your career objective, and minimize or exclude any that is irrelevant or counterproductive. To interest potential employers in your résumé, call attention to your best features and downplay your weaknesses—but be sure you do so without distorting or misrepresenting the facts.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24" name="Google Shape;52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 name="Google Shape;525;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Make your résumé chronological, functional, or a combination of the two. The "right" choice depends on your background and your goals.</a:t>
            </a:r>
            <a:endParaRPr/>
          </a:p>
          <a:p>
            <a:pPr indent="0" lvl="0" marL="0" rtl="0" algn="l">
              <a:spcBef>
                <a:spcPts val="0"/>
              </a:spcBef>
              <a:spcAft>
                <a:spcPts val="0"/>
              </a:spcAft>
              <a:buSzPts val="1800"/>
              <a:buNone/>
            </a:pPr>
            <a:r>
              <a:rPr lang="en-US"/>
              <a:t>In a </a:t>
            </a:r>
            <a:r>
              <a:rPr b="1" i="1" lang="en-US"/>
              <a:t>chronological résumé</a:t>
            </a:r>
            <a:r>
              <a:rPr lang="en-US"/>
              <a:t>,</a:t>
            </a:r>
            <a:r>
              <a:rPr b="1" lang="en-US"/>
              <a:t> </a:t>
            </a:r>
            <a:r>
              <a:rPr lang="en-US"/>
              <a:t>the "Work Experience" section dominates and is placed in the most prominent slot. This approach is the most common way to organize a résumé. It has three advantages: (1) employers are familiar with it, (2) it highlights growth and career progression, and (3) it highlights continuity and stability. The chronological approach is especially appropriate if you have a strong employment history and are aiming for a job that builds on your current career path. </a:t>
            </a:r>
            <a:endParaRPr/>
          </a:p>
          <a:p>
            <a:pPr indent="0" lvl="0" marL="0" rtl="0" algn="l">
              <a:spcBef>
                <a:spcPts val="0"/>
              </a:spcBef>
              <a:spcAft>
                <a:spcPts val="0"/>
              </a:spcAft>
              <a:buSzPts val="1800"/>
              <a:buNone/>
            </a:pPr>
            <a:r>
              <a:rPr lang="en-US"/>
              <a:t>A </a:t>
            </a:r>
            <a:r>
              <a:rPr b="1" i="1" lang="en-US"/>
              <a:t>functional résumé</a:t>
            </a:r>
            <a:r>
              <a:rPr b="1" lang="en-US"/>
              <a:t> </a:t>
            </a:r>
            <a:r>
              <a:rPr lang="en-US"/>
              <a:t>emphasizes skills and accomplishments, identifying employers and academic experience in subordinate sections. This pattern stresses individual areas of competence, so it's useful for people who are just entering the job market, want to redirect their careers, or have little continuous career-related experience. The functional approach also has three advantages: (1) without having to read through job descriptions, employers can see what you can do for them, (2) you can emphasize earlier job experience, and (3) you can de-emphasize any lack of career progress or lengthy unemployment.</a:t>
            </a:r>
            <a:endParaRPr/>
          </a:p>
          <a:p>
            <a:pPr indent="0" lvl="0" marL="0" rtl="0" algn="l">
              <a:spcBef>
                <a:spcPts val="0"/>
              </a:spcBef>
              <a:spcAft>
                <a:spcPts val="0"/>
              </a:spcAft>
              <a:buSzPts val="1800"/>
              <a:buNone/>
            </a:pPr>
            <a:r>
              <a:rPr lang="en-US"/>
              <a:t>A </a:t>
            </a:r>
            <a:r>
              <a:rPr b="1" i="1" lang="en-US"/>
              <a:t>combination résumé</a:t>
            </a:r>
            <a:r>
              <a:rPr b="1" lang="en-US"/>
              <a:t> </a:t>
            </a:r>
            <a:r>
              <a:rPr lang="en-US"/>
              <a:t>includes the best of the chronological and functional approaches. Nevertheless, it is not commonly used for two reasons: it tends to be longer, and it can be repetitious if you have to list your accomplishments and skills in both the functional section and the chronological job descriptions.</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52" name="Google Shape;55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first thing an employer needs to know is who you are and where you can be reached: your name, address, phone number, and e-mail address.  </a:t>
            </a:r>
            <a:endParaRPr/>
          </a:p>
          <a:p>
            <a:pPr indent="0" lvl="0" marL="0" rtl="0" algn="l">
              <a:spcBef>
                <a:spcPts val="0"/>
              </a:spcBef>
              <a:spcAft>
                <a:spcPts val="0"/>
              </a:spcAft>
              <a:buSzPts val="1800"/>
              <a:buNone/>
            </a:pPr>
            <a:r>
              <a:rPr lang="en-US"/>
              <a:t>Some experts argue that your objective is obvious from your qualifications. Others say that employers will categorize you anyway, so you should make sure they attach the right label. Instead of stating an objective, you could summarize your qualifications and highlight your strongest points. </a:t>
            </a:r>
            <a:endParaRPr/>
          </a:p>
          <a:p>
            <a:pPr indent="0" lvl="0" marL="0" rtl="0" algn="l">
              <a:spcBef>
                <a:spcPts val="0"/>
              </a:spcBef>
              <a:spcAft>
                <a:spcPts val="0"/>
              </a:spcAft>
              <a:buSzPts val="1800"/>
              <a:buNone/>
            </a:pPr>
            <a:r>
              <a:rPr lang="en-US"/>
              <a:t>If you're still in school, education is probably your strongest selling point. Present your educational background in depth, choosing facts that support your "theme." The education section also includes off-campus training sponsored by business or government. Education is usually given less emphasis in a résumé after you've worked in your chosen field for a year or more. </a:t>
            </a:r>
            <a:endParaRPr/>
          </a:p>
          <a:p>
            <a:pPr indent="0" lvl="0" marL="0" rtl="0" algn="l">
              <a:spcBef>
                <a:spcPts val="0"/>
              </a:spcBef>
              <a:spcAft>
                <a:spcPts val="0"/>
              </a:spcAft>
              <a:buSzPts val="1800"/>
              <a:buNone/>
            </a:pPr>
            <a:r>
              <a:rPr lang="en-US"/>
              <a:t>The work experience section focuses on your overall theme. Tailor your description to highlight the relationship between your previous responsibilities and your target field. When describing your work experience, list your jobs in chronological order, with the current or last one first. </a:t>
            </a:r>
            <a:endParaRPr/>
          </a:p>
          <a:p>
            <a:pPr indent="0" lvl="0" marL="0" rtl="0" algn="l">
              <a:spcBef>
                <a:spcPts val="0"/>
              </a:spcBef>
              <a:spcAft>
                <a:spcPts val="0"/>
              </a:spcAft>
              <a:buSzPts val="1800"/>
              <a:buNone/>
            </a:pPr>
            <a:r>
              <a:rPr lang="en-US"/>
              <a:t>Describe any volunteer activities that demonstrate your abilities. List projects that require leadership, organization, teamwork, and cooperation. </a:t>
            </a:r>
            <a:endParaRPr/>
          </a:p>
          <a:p>
            <a:pPr indent="0" lvl="0" marL="0" rtl="0" algn="l">
              <a:spcBef>
                <a:spcPts val="0"/>
              </a:spcBef>
              <a:spcAft>
                <a:spcPts val="0"/>
              </a:spcAft>
              <a:buSzPts val="1800"/>
              <a:buNone/>
            </a:pPr>
            <a:r>
              <a:rPr lang="en-US"/>
              <a:t>Experts advise you to leave personal interests off your résumé—unless including them enhances the employer’s understanding of why you would be the best candidate for the job.</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71" name="Google Shape;57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 an effort to put your best foot forward, you may be tempted to waltz around a few points that could raise questions about your résumé. Although statistics on the prevalence of résumé inflation are difficult to gather, the majority of recruiters agree that distortion is common. Avoid the most frequent forms of deception:</a:t>
            </a:r>
            <a:endParaRPr/>
          </a:p>
          <a:p>
            <a:pPr indent="0" lvl="0" marL="0" rtl="0" algn="l">
              <a:spcBef>
                <a:spcPts val="0"/>
              </a:spcBef>
              <a:spcAft>
                <a:spcPts val="0"/>
              </a:spcAft>
              <a:buNone/>
            </a:pPr>
            <a:r>
              <a:rPr lang="en-US"/>
              <a:t>Do not claim educational credits you do not have.</a:t>
            </a:r>
            <a:endParaRPr/>
          </a:p>
          <a:p>
            <a:pPr indent="0" lvl="0" marL="0" rtl="0" algn="l">
              <a:spcBef>
                <a:spcPts val="0"/>
              </a:spcBef>
              <a:spcAft>
                <a:spcPts val="0"/>
              </a:spcAft>
              <a:buNone/>
            </a:pPr>
            <a:r>
              <a:rPr lang="en-US"/>
              <a:t>Do not inflate your grade-point average.</a:t>
            </a:r>
            <a:endParaRPr/>
          </a:p>
          <a:p>
            <a:pPr indent="0" lvl="0" marL="0" rtl="0" algn="l">
              <a:spcBef>
                <a:spcPts val="0"/>
              </a:spcBef>
              <a:spcAft>
                <a:spcPts val="0"/>
              </a:spcAft>
              <a:buNone/>
            </a:pPr>
            <a:r>
              <a:rPr lang="en-US"/>
              <a:t>Do not stretch dates of employment to cover gaps.</a:t>
            </a:r>
            <a:endParaRPr/>
          </a:p>
          <a:p>
            <a:pPr indent="0" lvl="0" marL="0" rtl="0" algn="l">
              <a:spcBef>
                <a:spcPts val="0"/>
              </a:spcBef>
              <a:spcAft>
                <a:spcPts val="0"/>
              </a:spcAft>
              <a:buNone/>
            </a:pPr>
            <a:r>
              <a:rPr lang="en-US"/>
              <a:t>Do not claim to be self-employed</a:t>
            </a:r>
            <a:endParaRPr/>
          </a:p>
          <a:p>
            <a:pPr indent="0" lvl="0" marL="0" rtl="0" algn="l">
              <a:spcBef>
                <a:spcPts val="0"/>
              </a:spcBef>
              <a:spcAft>
                <a:spcPts val="0"/>
              </a:spcAft>
              <a:buNone/>
            </a:pPr>
            <a:r>
              <a:rPr lang="en-US"/>
              <a:t>Do not claim to work for companies that are out of business.</a:t>
            </a:r>
            <a:endParaRPr/>
          </a:p>
          <a:p>
            <a:pPr indent="0" lvl="0" marL="0" rtl="0" algn="l">
              <a:spcBef>
                <a:spcPts val="0"/>
              </a:spcBef>
              <a:spcAft>
                <a:spcPts val="0"/>
              </a:spcAft>
              <a:buNone/>
            </a:pPr>
            <a:r>
              <a:rPr lang="en-US"/>
              <a:t>Do not omit jobs that might cause embarrassment.</a:t>
            </a:r>
            <a:endParaRPr/>
          </a:p>
          <a:p>
            <a:pPr indent="0" lvl="0" marL="0" rtl="0" algn="l">
              <a:spcBef>
                <a:spcPts val="0"/>
              </a:spcBef>
              <a:spcAft>
                <a:spcPts val="0"/>
              </a:spcAft>
              <a:buNone/>
            </a:pPr>
            <a:r>
              <a:rPr lang="en-US"/>
              <a:t>Do not exaggerate expertise or experience.</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82" name="Google Shape;58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Employers complain about the following common problems:</a:t>
            </a:r>
            <a:endParaRPr/>
          </a:p>
          <a:p>
            <a:pPr indent="0" lvl="0" marL="0" rtl="0" algn="l">
              <a:spcBef>
                <a:spcPts val="0"/>
              </a:spcBef>
              <a:spcAft>
                <a:spcPts val="0"/>
              </a:spcAft>
              <a:buSzPts val="1800"/>
              <a:buNone/>
            </a:pPr>
            <a:r>
              <a:rPr b="1" lang="en-US"/>
              <a:t>Too long or too short or sketchy. </a:t>
            </a:r>
            <a:r>
              <a:rPr lang="en-US"/>
              <a:t>The résumé is not concise, relevant, and to the point. The résumé does not give enough information. </a:t>
            </a:r>
            <a:endParaRPr/>
          </a:p>
          <a:p>
            <a:pPr indent="0" lvl="0" marL="0" rtl="0" algn="l">
              <a:spcBef>
                <a:spcPts val="0"/>
              </a:spcBef>
              <a:spcAft>
                <a:spcPts val="0"/>
              </a:spcAft>
              <a:buSzPts val="1800"/>
              <a:buNone/>
            </a:pPr>
            <a:r>
              <a:rPr b="1" lang="en-US"/>
              <a:t>Hard to read. </a:t>
            </a:r>
            <a:r>
              <a:rPr lang="en-US"/>
              <a:t>A lack of "white space" makes the reader's job more difficult.</a:t>
            </a:r>
            <a:endParaRPr/>
          </a:p>
          <a:p>
            <a:pPr indent="0" lvl="0" marL="0" rtl="0" algn="l">
              <a:spcBef>
                <a:spcPts val="0"/>
              </a:spcBef>
              <a:spcAft>
                <a:spcPts val="0"/>
              </a:spcAft>
              <a:buSzPts val="1800"/>
              <a:buNone/>
            </a:pPr>
            <a:r>
              <a:rPr b="1" lang="en-US"/>
              <a:t>Wordy.</a:t>
            </a:r>
            <a:r>
              <a:rPr lang="en-US"/>
              <a:t> Descriptions are verbose, with numerous words used for what could be said more simply.</a:t>
            </a:r>
            <a:endParaRPr/>
          </a:p>
          <a:p>
            <a:pPr indent="0" lvl="0" marL="0" rtl="0" algn="l">
              <a:spcBef>
                <a:spcPts val="0"/>
              </a:spcBef>
              <a:spcAft>
                <a:spcPts val="0"/>
              </a:spcAft>
              <a:buSzPts val="1800"/>
              <a:buNone/>
            </a:pPr>
            <a:r>
              <a:rPr b="1" lang="en-US"/>
              <a:t>Too slick. </a:t>
            </a:r>
            <a:r>
              <a:rPr lang="en-US"/>
              <a:t>The résumé appears to have been written by someone other than the applicant, which casts doubts on the applicant’s qualifications. </a:t>
            </a:r>
            <a:endParaRPr/>
          </a:p>
          <a:p>
            <a:pPr indent="0" lvl="0" marL="0" rtl="0" algn="l">
              <a:spcBef>
                <a:spcPts val="0"/>
              </a:spcBef>
              <a:spcAft>
                <a:spcPts val="0"/>
              </a:spcAft>
              <a:buSzPts val="1800"/>
              <a:buNone/>
            </a:pPr>
            <a:r>
              <a:rPr b="1" lang="en-US"/>
              <a:t>Amateurish. </a:t>
            </a:r>
            <a:r>
              <a:rPr lang="en-US"/>
              <a:t>The applicant appears to have little understanding of the business world or of a particular industry.</a:t>
            </a:r>
            <a:endParaRPr/>
          </a:p>
          <a:p>
            <a:pPr indent="0" lvl="0" marL="0" rtl="0" algn="l">
              <a:spcBef>
                <a:spcPts val="0"/>
              </a:spcBef>
              <a:spcAft>
                <a:spcPts val="0"/>
              </a:spcAft>
              <a:buSzPts val="1800"/>
              <a:buNone/>
            </a:pPr>
            <a:r>
              <a:rPr b="1" lang="en-US"/>
              <a:t>Poorly reproduced.</a:t>
            </a:r>
            <a:r>
              <a:rPr lang="en-US"/>
              <a:t> The print is faint and difficult to read.</a:t>
            </a:r>
            <a:endParaRPr/>
          </a:p>
          <a:p>
            <a:pPr indent="0" lvl="0" marL="0" rtl="0" algn="l">
              <a:spcBef>
                <a:spcPts val="0"/>
              </a:spcBef>
              <a:spcAft>
                <a:spcPts val="0"/>
              </a:spcAft>
              <a:buSzPts val="1800"/>
              <a:buNone/>
            </a:pPr>
            <a:r>
              <a:rPr b="1" lang="en-US"/>
              <a:t>Misspelled and ungrammatical throughout. </a:t>
            </a:r>
            <a:r>
              <a:rPr lang="en-US"/>
              <a:t>Recruiters conclude that candidates who make spelling and grammar mistakes lack good verbal skills.</a:t>
            </a:r>
            <a:endParaRPr/>
          </a:p>
          <a:p>
            <a:pPr indent="0" lvl="0" marL="0" rtl="0" algn="l">
              <a:spcBef>
                <a:spcPts val="0"/>
              </a:spcBef>
              <a:spcAft>
                <a:spcPts val="0"/>
              </a:spcAft>
              <a:buSzPts val="1800"/>
              <a:buNone/>
            </a:pPr>
            <a:r>
              <a:rPr b="1" lang="en-US"/>
              <a:t>Boastful. </a:t>
            </a:r>
            <a:r>
              <a:rPr lang="en-US"/>
              <a:t>The overconfident tone makes the reader wonder whether the applicant's self-evaluation is realistic.</a:t>
            </a:r>
            <a:endParaRPr/>
          </a:p>
          <a:p>
            <a:pPr indent="0" lvl="0" marL="0" rtl="0" algn="l">
              <a:spcBef>
                <a:spcPts val="0"/>
              </a:spcBef>
              <a:spcAft>
                <a:spcPts val="0"/>
              </a:spcAft>
              <a:buSzPts val="1800"/>
              <a:buNone/>
            </a:pPr>
            <a:r>
              <a:rPr b="1" lang="en-US"/>
              <a:t>Dishonest. </a:t>
            </a:r>
            <a:r>
              <a:rPr lang="en-US"/>
              <a:t>The applicant claims to have expertise or work experience that he or she does not possess.</a:t>
            </a:r>
            <a:endParaRPr/>
          </a:p>
          <a:p>
            <a:pPr indent="0" lvl="0" marL="0" rtl="0" algn="l">
              <a:spcBef>
                <a:spcPts val="0"/>
              </a:spcBef>
              <a:spcAft>
                <a:spcPts val="0"/>
              </a:spcAft>
              <a:buSzPts val="1800"/>
              <a:buNone/>
            </a:pPr>
            <a:r>
              <a:rPr b="1" lang="en-US"/>
              <a:t>Gimmicky. </a:t>
            </a:r>
            <a:r>
              <a:rPr lang="en-US"/>
              <a:t>The words, structure, decoration, or material used in the résumé depart so far from the usual as to make the résumé ineffective.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95" name="Google Shape;59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With less than a minute to make a good impression, your résumé needs to look sharp and grab a recruiter's interest in the first few lines. If yours doesn’t stand out, the recruiter won’t look at it long enough to judge your qualifications.</a:t>
            </a:r>
            <a:endParaRPr/>
          </a:p>
          <a:p>
            <a:pPr indent="0" lvl="0" marL="0" rtl="0" algn="l">
              <a:spcBef>
                <a:spcPts val="0"/>
              </a:spcBef>
              <a:spcAft>
                <a:spcPts val="0"/>
              </a:spcAft>
              <a:buSzPts val="1800"/>
              <a:buNone/>
            </a:pPr>
            <a:r>
              <a:rPr lang="en-US"/>
              <a:t>To give your printed résumé the best appearance possible, use a clean typeface on high-grade, letter-size bond paper (in white or some light earth tone). Your stationery and envelope should match. Leave ample margins all around, and make sure that any corrections are unnoticeable. Avoid italic typefaces, which are difficult to read, and use a quality printer.</a:t>
            </a:r>
            <a:endParaRPr/>
          </a:p>
          <a:p>
            <a:pPr indent="0" lvl="0" marL="0" rtl="0" algn="l">
              <a:spcBef>
                <a:spcPts val="0"/>
              </a:spcBef>
              <a:spcAft>
                <a:spcPts val="0"/>
              </a:spcAft>
              <a:buSzPts val="1800"/>
              <a:buNone/>
            </a:pPr>
            <a:r>
              <a:rPr lang="en-US"/>
              <a:t>Try to keep your résumé to one page. If you have a great deal of experience and are applying for a higher-level position, you may need to prepare a somewhat longer résumé. </a:t>
            </a:r>
            <a:endParaRPr/>
          </a:p>
          <a:p>
            <a:pPr indent="0" lvl="0" marL="0" rtl="0" algn="l">
              <a:spcBef>
                <a:spcPts val="0"/>
              </a:spcBef>
              <a:spcAft>
                <a:spcPts val="0"/>
              </a:spcAft>
              <a:buSzPts val="1800"/>
              <a:buNone/>
            </a:pPr>
            <a:r>
              <a:rPr lang="en-US"/>
              <a:t>Lay out your résumé to make information easy to grasp. Break up the text with headings that call attention to various aspects of your background, such as work experience and education. Underline or capitalize key points, or set them off in the left margin. Use lists to itemize your most important qualifications, and leave plenty of white space.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11" name="Google Shape;61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You need to format your résumé in at least two and maybe three ways: (1) as a traditional printed document such as the one just discussed, (2) as a plain-text (or ASCII) document that can be scanned from a hard copy or submitted electronically, and (3) as an HTML-coded document that would be posted on the World Wide Web.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1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09" name="Google Shape;70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0" name="Google Shape;710;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ASCII is a common plain-text language that allows your résumé to be read by any scanner and accessed by any computer, regardless of the word-processing software you used to prepare the document. To convert your résumé to a plain- text ASCII file, remove all formatting (boldfacing, underlining, italics, bullets, centering, graphic lines, etc.) and all formatting codes such as tab settings or tables. </a:t>
            </a:r>
            <a:endParaRPr/>
          </a:p>
          <a:p>
            <a:pPr indent="0" lvl="0" marL="0" rtl="0" algn="l">
              <a:spcBef>
                <a:spcPts val="0"/>
              </a:spcBef>
              <a:spcAft>
                <a:spcPts val="0"/>
              </a:spcAft>
              <a:buSzPts val="1800"/>
              <a:buNone/>
            </a:pPr>
            <a:r>
              <a:rPr lang="en-US"/>
              <a:t>Résumés in ASCII format look plain in comparison to traditional résumés. Use the formatting techniques which are acceptable for scannable résumés to enhance the résumé’s overall look. Remember, scannable résumés are read by computers, so you can submit multiple pages. Do not fold or staple the résumé and provide a printed original, if possible.</a:t>
            </a:r>
            <a:endParaRPr/>
          </a:p>
          <a:p>
            <a:pPr indent="0" lvl="0" marL="0" rtl="0" algn="l">
              <a:spcBef>
                <a:spcPts val="0"/>
              </a:spcBef>
              <a:spcAft>
                <a:spcPts val="0"/>
              </a:spcAft>
              <a:buSzPts val="1800"/>
              <a:buNone/>
            </a:pPr>
            <a:r>
              <a:rPr lang="en-US"/>
              <a:t>Employers generally search for electronic résumés nouns rather than verbs. To maximize the number of matches (or hits) include a key word summary that defines your skills, experience, education, professional affiliations, and so on. Place this list right after your name and address. </a:t>
            </a:r>
            <a:endParaRPr/>
          </a:p>
          <a:p>
            <a:pPr indent="0" lvl="0" marL="0" rtl="0" algn="l">
              <a:spcBef>
                <a:spcPts val="0"/>
              </a:spcBef>
              <a:spcAft>
                <a:spcPts val="0"/>
              </a:spcAft>
              <a:buSzPts val="1800"/>
              <a:buNone/>
            </a:pPr>
            <a:r>
              <a:rPr lang="en-US"/>
              <a:t>Another way to maximize hits on your résumé is to use words that potential employers will understand. Also, use abbreviations sparingly (except for common ones such as BA or MBA). Learn and use the important buzzwords in your field. Look for current jargon in the want ads of major newspapers and in other résumés in your field that are posted online.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45" name="Google Shape;74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6" name="Google Shape;746;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If an employer gives you an option of submitting a scannable résumé by mail, by fax, or by e-mail, choose e-mail. E-mail puts your résumé directly into the employer’s database, bypassing the scanning process. </a:t>
            </a:r>
            <a:endParaRPr/>
          </a:p>
          <a:p>
            <a:pPr indent="0" lvl="0" marL="0" rtl="0" algn="l">
              <a:spcBef>
                <a:spcPts val="0"/>
              </a:spcBef>
              <a:spcAft>
                <a:spcPts val="0"/>
              </a:spcAft>
              <a:buSzPts val="1800"/>
              <a:buNone/>
            </a:pPr>
            <a:r>
              <a:rPr lang="en-US"/>
              <a:t>If you’re posting your scannable résumé to an employer’s online résumé builder, copy and paste the appropriate sections from your electronic file directly into the employer’s form.</a:t>
            </a:r>
            <a:endParaRPr/>
          </a:p>
          <a:p>
            <a:pPr indent="0" lvl="0" marL="0" rtl="0" algn="l">
              <a:spcBef>
                <a:spcPts val="0"/>
              </a:spcBef>
              <a:spcAft>
                <a:spcPts val="0"/>
              </a:spcAft>
              <a:buSzPts val="1800"/>
              <a:buNone/>
            </a:pPr>
            <a:r>
              <a:rPr lang="en-US"/>
              <a:t>If you fax your scannable résumé, set your machine to “fine” mode (to ensure a high-quality printout on the receiving end). </a:t>
            </a:r>
            <a:endParaRPr/>
          </a:p>
          <a:p>
            <a:pPr indent="0" lvl="0" marL="0" rtl="0" algn="l">
              <a:spcBef>
                <a:spcPts val="0"/>
              </a:spcBef>
              <a:spcAft>
                <a:spcPts val="0"/>
              </a:spcAft>
              <a:buSzPts val="1800"/>
              <a:buNone/>
            </a:pPr>
            <a:r>
              <a:rPr lang="en-US"/>
              <a:t>If you’re mailing your résumé, you may want to send both a well-designed traditional résumé and a scannable one.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41" name="Google Shape;84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2" name="Google Shape;842;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If you wish to post your résumé on your Webpage, provide employers with your URL; most recruiters won't take the time to use search engines to find your site. As you design your Website résumé, think of important key words to use as hyperlinks—words that will grab an employer’s attention and make the recruiter want to click on that hyperlink to learn more about you. </a:t>
            </a:r>
            <a:endParaRPr/>
          </a:p>
          <a:p>
            <a:pPr indent="0" lvl="0" marL="0" rtl="0" algn="l">
              <a:spcBef>
                <a:spcPts val="0"/>
              </a:spcBef>
              <a:spcAft>
                <a:spcPts val="0"/>
              </a:spcAft>
              <a:buSzPts val="1800"/>
              <a:buNone/>
            </a:pPr>
            <a:r>
              <a:rPr lang="en-US"/>
              <a:t>To post your résumé with an index service, you must convert it to an electronic format. Transmit it by mail, fax, modem, or e-mail. Once your résumé is in the service’s database, it is sent to employers who match the key words you've listed. </a:t>
            </a:r>
            <a:endParaRPr/>
          </a:p>
          <a:p>
            <a:pPr indent="0" lvl="0" marL="0" rtl="0" algn="l">
              <a:spcBef>
                <a:spcPts val="0"/>
              </a:spcBef>
              <a:spcAft>
                <a:spcPts val="0"/>
              </a:spcAft>
              <a:buSzPts val="1800"/>
              <a:buNone/>
            </a:pPr>
            <a:r>
              <a:rPr lang="en-US"/>
              <a:t>Do not use photos and avoid providing </a:t>
            </a:r>
            <a:r>
              <a:rPr i="1" lang="en-US"/>
              <a:t>personal information</a:t>
            </a:r>
            <a:r>
              <a:rPr lang="en-US"/>
              <a:t> that reveals your age, gender, race, marital status, or religion. Because a Website is a public access area, you should also leave out the names of </a:t>
            </a:r>
            <a:r>
              <a:rPr i="1" lang="en-US"/>
              <a:t>references</a:t>
            </a:r>
            <a:r>
              <a:rPr lang="en-US"/>
              <a:t> and previous employers. Either mention that references are available on request, or say nothing. When including </a:t>
            </a:r>
            <a:r>
              <a:rPr i="1" lang="en-US"/>
              <a:t>employment information</a:t>
            </a:r>
            <a:r>
              <a:rPr lang="en-US"/>
              <a:t>, rather than naming companies, simply refer to “a large accounting firm” or “a wholesale giftware importer.” Finally, include an ASCII version of your résumé on your Webpage so that prospective employers can download it into their company's database.</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63" name="Google Shape;86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4" name="Google Shape;864;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Your résumé is a concrete example of how you will prepare material on the job. So in every format, remember to pay close attention to mechanics and details. Check all headings and lists for parallelism, and be sure that your grammar, spelling, and punctuation are correct.</a:t>
            </a:r>
            <a:endParaRPr/>
          </a:p>
          <a:p>
            <a:pPr indent="0" lvl="0" marL="0" rtl="0" algn="l">
              <a:spcBef>
                <a:spcPts val="0"/>
              </a:spcBef>
              <a:spcAft>
                <a:spcPts val="0"/>
              </a:spcAft>
              <a:buSzPts val="1800"/>
              <a:buNone/>
            </a:pPr>
            <a:r>
              <a:rPr lang="en-US"/>
              <a:t>Once your résumé is complete, update it continuously. As already mentioned, employment is becoming much more flexible these days, so it’s likely you’ll want to change employers. Besides, you’ll also need your résumé to apply for membership in professional organizations and to work toward a promotion. Keeping your résumé updated is a good idea.</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74" name="Google Shape;87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5" name="Google Shape;875;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Whenever you submit your résumé, accompany it with a cover, or application, letter to let readers know what you’re sending, why you’re sending it, and how they can benefit from reading it. Always send your résumé(s) and application letter together, because each has a unique job to perform. The purpose of your résumé is to get employers interested enough to contact you for an interview. The purpose of your application letter is to get employers interested enough to read your résumé. </a:t>
            </a:r>
            <a:endParaRPr/>
          </a:p>
          <a:p>
            <a:pPr indent="0" lvl="0" marL="0" rtl="0" algn="l">
              <a:spcBef>
                <a:spcPts val="0"/>
              </a:spcBef>
              <a:spcAft>
                <a:spcPts val="0"/>
              </a:spcAft>
              <a:buSzPts val="1800"/>
              <a:buNone/>
            </a:pPr>
            <a:r>
              <a:rPr lang="en-US"/>
              <a:t>Keep your letter straightforward, fact-based, short, upbeat, and professional. Some quick tips for cover letters include the following:</a:t>
            </a:r>
            <a:endParaRPr/>
          </a:p>
          <a:p>
            <a:pPr indent="0" lvl="0" marL="0" rtl="0" algn="l">
              <a:spcBef>
                <a:spcPts val="0"/>
              </a:spcBef>
              <a:spcAft>
                <a:spcPts val="0"/>
              </a:spcAft>
              <a:buSzPts val="1800"/>
              <a:buNone/>
            </a:pPr>
            <a:r>
              <a:rPr b="1" lang="en-US"/>
              <a:t>Be specific</a:t>
            </a:r>
            <a:r>
              <a:rPr lang="en-US"/>
              <a:t>. Avoid general objectives. Be as clear as possible about the kind of opportunity and industry you’re looking for.</a:t>
            </a:r>
            <a:endParaRPr/>
          </a:p>
          <a:p>
            <a:pPr indent="0" lvl="0" marL="0" rtl="0" algn="l">
              <a:spcBef>
                <a:spcPts val="0"/>
              </a:spcBef>
              <a:spcAft>
                <a:spcPts val="0"/>
              </a:spcAft>
              <a:buSzPts val="1800"/>
              <a:buNone/>
            </a:pPr>
            <a:r>
              <a:rPr b="1" lang="en-US"/>
              <a:t>Include salary.</a:t>
            </a:r>
            <a:r>
              <a:rPr lang="en-US"/>
              <a:t> If you’ve been working in your field, include your current salary, but make sure your reader understands that this information is not a demand but intended to inform and assist.</a:t>
            </a:r>
            <a:endParaRPr/>
          </a:p>
          <a:p>
            <a:pPr indent="0" lvl="0" marL="0" rtl="0" algn="l">
              <a:spcBef>
                <a:spcPts val="0"/>
              </a:spcBef>
              <a:spcAft>
                <a:spcPts val="0"/>
              </a:spcAft>
              <a:buSzPts val="1800"/>
              <a:buNone/>
            </a:pPr>
            <a:r>
              <a:rPr b="1" lang="en-US"/>
              <a:t>Make e-mail covers even shorter.</a:t>
            </a:r>
            <a:r>
              <a:rPr lang="en-US"/>
              <a:t> When sending a cover letter by e-mail, make it a bit shorter than traditional application letters. Remember, e-mail readers want the gist very quickly.</a:t>
            </a:r>
            <a:endParaRPr/>
          </a:p>
          <a:p>
            <a:pPr indent="0" lvl="0" marL="0" rtl="0" algn="l">
              <a:spcBef>
                <a:spcPts val="0"/>
              </a:spcBef>
              <a:spcAft>
                <a:spcPts val="0"/>
              </a:spcAft>
              <a:buSzPts val="1800"/>
              <a:buNone/>
            </a:pPr>
            <a:r>
              <a:rPr b="1" lang="en-US"/>
              <a:t>Aim for high quality.</a:t>
            </a:r>
            <a:r>
              <a:rPr lang="en-US"/>
              <a:t> Meticulously check your spelling, mechanics, and grammar. Recruiters are complaining about the declining quality of written communication, including cover letters.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89" name="Google Shape;88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0" name="Google Shape;890;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If you’re sending a </a:t>
            </a:r>
            <a:r>
              <a:rPr b="1" lang="en-US"/>
              <a:t>solicited application letter</a:t>
            </a:r>
            <a:r>
              <a:rPr lang="en-US"/>
              <a:t> (in response to an announced job opening) you’ll know what qualifications the organization is seeking. You’ll also have more competition because hundreds of other job seekers will have seen the listing and may be sending applications too. In some respects, an </a:t>
            </a:r>
            <a:r>
              <a:rPr b="1" lang="en-US"/>
              <a:t>unsolicited letter</a:t>
            </a:r>
            <a:r>
              <a:rPr lang="en-US"/>
              <a:t> (sent to an organization that has not announced an opening) stands a better chance of being read and receiving individualized attention. </a:t>
            </a:r>
            <a:endParaRPr/>
          </a:p>
          <a:p>
            <a:pPr indent="0" lvl="0" marL="0" rtl="0" algn="l">
              <a:spcBef>
                <a:spcPts val="0"/>
              </a:spcBef>
              <a:spcAft>
                <a:spcPts val="0"/>
              </a:spcAft>
              <a:buSzPts val="1800"/>
              <a:buNone/>
            </a:pPr>
            <a:r>
              <a:rPr lang="en-US"/>
              <a:t>Both solicited and unsolicited letters present your qualifications similarly. The main difference is in the opening paragraph. In a solicited letter, you need no special attention-getter because you have been invited to apply. In an unsolicited letter, start by capturing the reader's attention and interest.</a:t>
            </a:r>
            <a:endParaRPr/>
          </a:p>
          <a:p>
            <a:pPr indent="0" lvl="0" marL="0" rtl="0" algn="l">
              <a:spcBef>
                <a:spcPts val="0"/>
              </a:spcBef>
              <a:spcAft>
                <a:spcPts val="0"/>
              </a:spcAft>
              <a:buSzPts val="1800"/>
              <a:buNone/>
            </a:pPr>
            <a:r>
              <a:rPr lang="en-US"/>
              <a:t>Like your résumé, your application letter is a form of advertising, so organize it as you would a sales letter: Use the AIDA approach, focus on your audience, and emphasize reader benefits (as discussed in Chapter 9). Make sure your style projects confidence. To sell a potential employer on your merits, you must believe in them and sound as though you do.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2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12" name="Google Shape;91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3" name="Google Shape;913;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AIDA approach isn't appropriate for job seekers in every culture. If you're applying for a job abroad or want to work with a subsidiary of an organization based in another country, you may need to adjust your tone. Self-promotion is considered bad form in some cultures. Other cultures stress group performance over individual contributions. </a:t>
            </a:r>
            <a:endParaRPr/>
          </a:p>
          <a:p>
            <a:pPr indent="0" lvl="0" marL="0" rtl="0" algn="l">
              <a:spcBef>
                <a:spcPts val="0"/>
              </a:spcBef>
              <a:spcAft>
                <a:spcPts val="0"/>
              </a:spcAft>
              <a:buSzPts val="1800"/>
              <a:buNone/>
            </a:pPr>
            <a:r>
              <a:rPr lang="en-US"/>
              <a:t>For U.S. and Canadian companies, let your letter reflect your personal style. Be yourself, but be businesslike too; avoid sounding cute. Don't use slang or a gimmicky layout. The only time to be unusually creative in content or format is when the job you're seeking requires imagination, such as a position in advertising.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54" name="Google Shape;105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5" name="Google Shape;1055;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Before considering you for a position, some organizations require you to fill out and submit an </a:t>
            </a:r>
            <a:r>
              <a:rPr b="1" lang="en-US"/>
              <a:t>application form,</a:t>
            </a:r>
            <a:r>
              <a:rPr lang="en-US"/>
              <a:t> a standardized data sheet that simplifies the comparison of applicants' qualifications. To request such a form, send a job-inquiry letter and include enough information about yourself in the letter to show that you have at least some of the requirements for the position you are seeking.</a:t>
            </a:r>
            <a:endParaRPr/>
          </a:p>
          <a:p>
            <a:pPr indent="0" lvl="0" marL="0" rtl="0" algn="l">
              <a:spcBef>
                <a:spcPts val="0"/>
              </a:spcBef>
              <a:spcAft>
                <a:spcPts val="0"/>
              </a:spcAft>
              <a:buSzPts val="1800"/>
              <a:buNone/>
            </a:pPr>
            <a:r>
              <a:rPr lang="en-US"/>
              <a:t>If your application letter and résumé fail to bring a response within a month or so, follow up with a second letter to keep your file active. This follow-up letter also gives you a chance to update your original application with any recent job-related information.</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8" name="Google Shape;18;p2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19" name="Google Shape;19;p2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20" name="Google Shape;20;p2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27"/>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2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24" name="Google Shape;24;p2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25" name="Google Shape;25;p2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28"/>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2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2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30" name="Google Shape;30;p2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31" name="Google Shape;31;p2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29"/>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 name="Google Shape;34;p29"/>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5" name="Google Shape;35;p29"/>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6" name="Google Shape;36;p2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37" name="Google Shape;37;p2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38" name="Google Shape;38;p2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3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41" name="Google Shape;41;p3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42" name="Google Shape;42;p3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3" name="Shape 43"/>
        <p:cNvGrpSpPr/>
        <p:nvPr/>
      </p:nvGrpSpPr>
      <p:grpSpPr>
        <a:xfrm>
          <a:off x="0" y="0"/>
          <a:ext cx="0" cy="0"/>
          <a:chOff x="0" y="0"/>
          <a:chExt cx="0" cy="0"/>
        </a:xfrm>
      </p:grpSpPr>
      <p:sp>
        <p:nvSpPr>
          <p:cNvPr id="44" name="Google Shape;44;p31"/>
          <p:cNvSpPr txBox="1"/>
          <p:nvPr>
            <p:ph type="title"/>
          </p:nvPr>
        </p:nvSpPr>
        <p:spPr>
          <a:xfrm rot="5400000">
            <a:off x="4800600" y="2209800"/>
            <a:ext cx="5715000"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31"/>
          <p:cNvSpPr txBox="1"/>
          <p:nvPr>
            <p:ph idx="1" type="body"/>
          </p:nvPr>
        </p:nvSpPr>
        <p:spPr>
          <a:xfrm rot="5400000">
            <a:off x="609600" y="228600"/>
            <a:ext cx="5715000"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3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47" name="Google Shape;47;p3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48" name="Google Shape;48;p3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9" name="Shape 49"/>
        <p:cNvGrpSpPr/>
        <p:nvPr/>
      </p:nvGrpSpPr>
      <p:grpSpPr>
        <a:xfrm>
          <a:off x="0" y="0"/>
          <a:ext cx="0" cy="0"/>
          <a:chOff x="0" y="0"/>
          <a:chExt cx="0" cy="0"/>
        </a:xfrm>
      </p:grpSpPr>
      <p:sp>
        <p:nvSpPr>
          <p:cNvPr id="50" name="Google Shape;50;p32"/>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32"/>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3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53" name="Google Shape;53;p3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54" name="Google Shape;54;p3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33"/>
          <p:cNvSpPr/>
          <p:nvPr>
            <p:ph idx="2" type="pic"/>
          </p:nvPr>
        </p:nvSpPr>
        <p:spPr>
          <a:xfrm>
            <a:off x="1792288" y="612775"/>
            <a:ext cx="5486400" cy="4114800"/>
          </a:xfrm>
          <a:prstGeom prst="rect">
            <a:avLst/>
          </a:prstGeom>
          <a:noFill/>
          <a:ln>
            <a:noFill/>
          </a:ln>
        </p:spPr>
      </p:sp>
      <p:sp>
        <p:nvSpPr>
          <p:cNvPr id="58" name="Google Shape;58;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9" name="Google Shape;59;p3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60" name="Google Shape;60;p3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61" name="Google Shape;61;p3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3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3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5" name="Google Shape;65;p3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6" name="Google Shape;66;p3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67" name="Google Shape;67;p3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68" name="Google Shape;68;p3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9" name="Shape 69"/>
        <p:cNvGrpSpPr/>
        <p:nvPr/>
      </p:nvGrpSpPr>
      <p:grpSpPr>
        <a:xfrm>
          <a:off x="0" y="0"/>
          <a:ext cx="0" cy="0"/>
          <a:chOff x="0" y="0"/>
          <a:chExt cx="0" cy="0"/>
        </a:xfrm>
      </p:grpSpPr>
      <p:sp>
        <p:nvSpPr>
          <p:cNvPr id="70" name="Google Shape;7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72" name="Google Shape;72;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3" name="Google Shape;73;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74" name="Google Shape;74;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5" name="Google Shape;75;p3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76" name="Google Shape;76;p3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77" name="Google Shape;77;p3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3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3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81" name="Google Shape;81;p3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1400"/>
              <a:buFont typeface="Arial"/>
              <a:buChar char="•"/>
              <a:defRPr sz="14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82" name="Google Shape;82;p3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dk1"/>
              </a:buClr>
              <a:buSzPts val="1200"/>
              <a:buFont typeface="Arial"/>
              <a:buChar char="•"/>
              <a:defRPr sz="1200"/>
            </a:lvl1pPr>
            <a:lvl2pPr lvl="1" algn="l">
              <a:lnSpc>
                <a:spcPct val="120000"/>
              </a:lnSpc>
              <a:spcBef>
                <a:spcPts val="360"/>
              </a:spcBef>
              <a:spcAft>
                <a:spcPts val="0"/>
              </a:spcAft>
              <a:buClr>
                <a:schemeClr val="dk1"/>
              </a:buClr>
              <a:buSzPts val="1800"/>
              <a:buChar char="•"/>
              <a:defRPr/>
            </a:lvl2pPr>
            <a:lvl3pPr lvl="2" algn="l">
              <a:lnSpc>
                <a:spcPct val="120000"/>
              </a:lnSpc>
              <a:spcBef>
                <a:spcPts val="360"/>
              </a:spcBef>
              <a:spcAft>
                <a:spcPts val="0"/>
              </a:spcAft>
              <a:buClr>
                <a:schemeClr val="dk1"/>
              </a:buClr>
              <a:buSzPts val="1800"/>
              <a:buChar char="•"/>
              <a:defRPr/>
            </a:lvl3pPr>
            <a:lvl4pPr lvl="3" algn="l">
              <a:lnSpc>
                <a:spcPct val="120000"/>
              </a:lnSpc>
              <a:spcBef>
                <a:spcPts val="360"/>
              </a:spcBef>
              <a:spcAft>
                <a:spcPts val="0"/>
              </a:spcAft>
              <a:buClr>
                <a:schemeClr val="dk1"/>
              </a:buClr>
              <a:buSzPts val="1800"/>
              <a:buChar char="•"/>
              <a:defRPr/>
            </a:lvl4pPr>
            <a:lvl5pPr lvl="4" algn="l">
              <a:lnSpc>
                <a:spcPct val="120000"/>
              </a:lnSpc>
              <a:spcBef>
                <a:spcPts val="360"/>
              </a:spcBef>
              <a:spcAft>
                <a:spcPts val="0"/>
              </a:spcAft>
              <a:buClr>
                <a:schemeClr val="dk1"/>
              </a:buClr>
              <a:buSzPts val="1800"/>
              <a:buChar char="•"/>
              <a:defRPr/>
            </a:lvl5pPr>
            <a:lvl6pPr lvl="5" algn="l">
              <a:lnSpc>
                <a:spcPct val="120000"/>
              </a:lnSpc>
              <a:spcBef>
                <a:spcPts val="360"/>
              </a:spcBef>
              <a:spcAft>
                <a:spcPts val="0"/>
              </a:spcAft>
              <a:buClr>
                <a:schemeClr val="dk1"/>
              </a:buClr>
              <a:buSzPts val="1800"/>
              <a:buChar char="•"/>
              <a:defRPr/>
            </a:lvl6pPr>
            <a:lvl7pPr lvl="6" algn="l">
              <a:lnSpc>
                <a:spcPct val="120000"/>
              </a:lnSpc>
              <a:spcBef>
                <a:spcPts val="360"/>
              </a:spcBef>
              <a:spcAft>
                <a:spcPts val="0"/>
              </a:spcAft>
              <a:buClr>
                <a:schemeClr val="dk1"/>
              </a:buClr>
              <a:buSzPts val="1800"/>
              <a:buChar char="•"/>
              <a:defRPr/>
            </a:lvl7pPr>
            <a:lvl8pPr lvl="7" algn="l">
              <a:lnSpc>
                <a:spcPct val="120000"/>
              </a:lnSpc>
              <a:spcBef>
                <a:spcPts val="360"/>
              </a:spcBef>
              <a:spcAft>
                <a:spcPts val="0"/>
              </a:spcAft>
              <a:buClr>
                <a:schemeClr val="dk1"/>
              </a:buClr>
              <a:buSzPts val="1800"/>
              <a:buChar char="•"/>
              <a:defRPr/>
            </a:lvl8pPr>
            <a:lvl9pPr lvl="8" algn="l">
              <a:lnSpc>
                <a:spcPct val="120000"/>
              </a:lnSpc>
              <a:spcBef>
                <a:spcPts val="360"/>
              </a:spcBef>
              <a:spcAft>
                <a:spcPts val="0"/>
              </a:spcAft>
              <a:buClr>
                <a:schemeClr val="dk1"/>
              </a:buClr>
              <a:buSzPts val="1800"/>
              <a:buChar char="•"/>
              <a:defRPr/>
            </a:lvl9pPr>
          </a:lstStyle>
          <a:p/>
        </p:txBody>
      </p:sp>
      <p:sp>
        <p:nvSpPr>
          <p:cNvPr id="83" name="Google Shape;83;p3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8F8"/>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1pPr>
            <a:lvl2pPr lvl="1"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2pPr>
            <a:lvl3pPr lvl="2"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3pPr>
            <a:lvl4pPr lvl="3"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4pPr>
            <a:lvl5pPr lvl="4"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5pPr>
            <a:lvl6pPr lvl="5"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6pPr>
            <a:lvl7pPr lvl="6"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7pPr>
            <a:lvl8pPr lvl="7"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8pPr>
            <a:lvl9pPr lvl="8"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9pPr>
          </a:lstStyle>
          <a:p/>
        </p:txBody>
      </p:sp>
      <p:sp>
        <p:nvSpPr>
          <p:cNvPr id="11" name="Google Shape;11;p2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1"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1"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1"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1"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1"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1"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1"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1" i="0" sz="2000" u="none" cap="none" strike="noStrike">
                <a:solidFill>
                  <a:schemeClr val="dk1"/>
                </a:solidFill>
                <a:latin typeface="Arial"/>
                <a:ea typeface="Arial"/>
                <a:cs typeface="Arial"/>
                <a:sym typeface="Arial"/>
              </a:defRPr>
            </a:lvl9pPr>
          </a:lstStyle>
          <a:p/>
        </p:txBody>
      </p:sp>
      <p:sp>
        <p:nvSpPr>
          <p:cNvPr id="12" name="Google Shape;12;p2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Arial"/>
              <a:buChar char="•"/>
              <a:defRPr b="1" i="0" sz="1400" u="none" cap="none" strike="noStrike">
                <a:solidFill>
                  <a:schemeClr val="dk1"/>
                </a:solidFill>
                <a:latin typeface="Arial"/>
                <a:ea typeface="Arial"/>
                <a:cs typeface="Arial"/>
                <a:sym typeface="Arial"/>
              </a:defRPr>
            </a:lvl1pPr>
            <a:lvl2pPr lvl="1"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2pPr>
            <a:lvl3pPr lvl="2"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3pPr>
            <a:lvl4pPr lvl="3"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4pPr>
            <a:lvl5pPr lvl="4"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5pPr>
            <a:lvl6pPr lvl="5"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6pPr>
            <a:lvl7pPr lvl="6"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7pPr>
            <a:lvl8pPr lvl="7"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8pPr>
            <a:lvl9pPr lvl="8"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9pPr>
          </a:lstStyle>
          <a:p/>
        </p:txBody>
      </p:sp>
      <p:sp>
        <p:nvSpPr>
          <p:cNvPr id="13" name="Google Shape;13;p2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1200"/>
              <a:buFont typeface="Arial"/>
              <a:buChar char="•"/>
              <a:defRPr b="1" i="0" sz="1200" u="none" cap="none" strike="noStrike">
                <a:solidFill>
                  <a:schemeClr val="dk1"/>
                </a:solidFill>
                <a:latin typeface="Arial"/>
                <a:ea typeface="Arial"/>
                <a:cs typeface="Arial"/>
                <a:sym typeface="Arial"/>
              </a:defRPr>
            </a:lvl1pPr>
            <a:lvl2pPr lvl="1"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2pPr>
            <a:lvl3pPr lvl="2"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3pPr>
            <a:lvl4pPr lvl="3"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4pPr>
            <a:lvl5pPr lvl="4"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5pPr>
            <a:lvl6pPr lvl="5"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6pPr>
            <a:lvl7pPr lvl="6"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7pPr>
            <a:lvl8pPr lvl="7"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8pPr>
            <a:lvl9pPr lvl="8" marR="0" rtl="0" algn="l">
              <a:lnSpc>
                <a:spcPct val="120000"/>
              </a:lnSpc>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9pPr>
          </a:lstStyle>
          <a:p/>
        </p:txBody>
      </p:sp>
      <p:sp>
        <p:nvSpPr>
          <p:cNvPr id="14" name="Google Shape;14;p2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13 - </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 </a:t>
            </a:r>
            <a:r>
              <a:rPr b="1" i="0" lang="en-US" sz="1200" u="none" cap="none" strike="noStrike">
                <a:solidFill>
                  <a:schemeClr val="dk1"/>
                </a:solidFill>
                <a:latin typeface="Arial"/>
                <a:ea typeface="Arial"/>
                <a:cs typeface="Arial"/>
                <a:sym typeface="Arial"/>
              </a:rPr>
              <a:t>Prentice Hall, 2004</a:t>
            </a:r>
            <a:endParaRPr/>
          </a:p>
        </p:txBody>
      </p:sp>
      <p:sp>
        <p:nvSpPr>
          <p:cNvPr id="90" name="Google Shape;90;p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a:p>
        </p:txBody>
      </p:sp>
      <p:sp>
        <p:nvSpPr>
          <p:cNvPr id="91" name="Google Shape;91;p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13 - </a:t>
            </a:r>
            <a:fld id="{00000000-1234-1234-1234-123412341234}" type="slidenum">
              <a:rPr b="1" i="0" lang="en-US" sz="1200" u="none" cap="none" strike="noStrike">
                <a:solidFill>
                  <a:schemeClr val="dk1"/>
                </a:solidFill>
                <a:latin typeface="Arial"/>
                <a:ea typeface="Arial"/>
                <a:cs typeface="Arial"/>
                <a:sym typeface="Arial"/>
              </a:rPr>
              <a:t>‹#›</a:t>
            </a:fld>
            <a:endParaRPr/>
          </a:p>
        </p:txBody>
      </p:sp>
      <p:sp>
        <p:nvSpPr>
          <p:cNvPr id="92" name="Google Shape;92;p1"/>
          <p:cNvSpPr txBox="1"/>
          <p:nvPr>
            <p:ph type="ctrTitle"/>
          </p:nvPr>
        </p:nvSpPr>
        <p:spPr>
          <a:xfrm>
            <a:off x="609600" y="3810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Searching for Employment and Preparing Employment Messages</a:t>
            </a:r>
            <a:endParaRPr/>
          </a:p>
        </p:txBody>
      </p:sp>
      <p:pic>
        <p:nvPicPr>
          <p:cNvPr id="93" name="Google Shape;93;p1"/>
          <p:cNvPicPr preferRelativeResize="0"/>
          <p:nvPr/>
        </p:nvPicPr>
        <p:blipFill rotWithShape="1">
          <a:blip r:embed="rId3">
            <a:alphaModFix/>
          </a:blip>
          <a:srcRect b="6382" l="0" r="0" t="0"/>
          <a:stretch/>
        </p:blipFill>
        <p:spPr>
          <a:xfrm>
            <a:off x="0" y="2049462"/>
            <a:ext cx="9144000" cy="48085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 </a:t>
            </a:r>
            <a:r>
              <a:rPr b="1" i="0" lang="en-US" sz="1200" u="none" cap="none" strike="noStrike">
                <a:solidFill>
                  <a:schemeClr val="dk1"/>
                </a:solidFill>
                <a:latin typeface="Arial"/>
                <a:ea typeface="Arial"/>
                <a:cs typeface="Arial"/>
                <a:sym typeface="Arial"/>
              </a:rPr>
              <a:t>Prentice Hall, 2004</a:t>
            </a:r>
            <a:endParaRPr/>
          </a:p>
        </p:txBody>
      </p:sp>
      <p:sp>
        <p:nvSpPr>
          <p:cNvPr id="100" name="Google Shape;100;p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a:p>
        </p:txBody>
      </p:sp>
      <p:sp>
        <p:nvSpPr>
          <p:cNvPr id="101" name="Google Shape;101;p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13 - </a:t>
            </a:r>
            <a:fld id="{00000000-1234-1234-1234-123412341234}" type="slidenum">
              <a:rPr b="1" i="0" lang="en-US" sz="1200" u="none" cap="none" strike="noStrike">
                <a:solidFill>
                  <a:schemeClr val="dk1"/>
                </a:solidFill>
                <a:latin typeface="Arial"/>
                <a:ea typeface="Arial"/>
                <a:cs typeface="Arial"/>
                <a:sym typeface="Arial"/>
              </a:rPr>
              <a:t>‹#›</a:t>
            </a:fld>
            <a:endParaRPr/>
          </a:p>
        </p:txBody>
      </p:sp>
      <p:sp>
        <p:nvSpPr>
          <p:cNvPr descr="Stationery" id="102" name="Google Shape;102;p2"/>
          <p:cNvSpPr txBox="1"/>
          <p:nvPr/>
        </p:nvSpPr>
        <p:spPr>
          <a:xfrm>
            <a:off x="457200" y="2057400"/>
            <a:ext cx="8229600" cy="4114800"/>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 name="Google Shape;103;p2"/>
          <p:cNvSpPr txBox="1"/>
          <p:nvPr>
            <p:ph type="title"/>
          </p:nvPr>
        </p:nvSpPr>
        <p:spPr>
          <a:xfrm>
            <a:off x="457200" y="381000"/>
            <a:ext cx="8229600" cy="1676400"/>
          </a:xfrm>
          <a:prstGeom prst="rect">
            <a:avLst/>
          </a:prstGeom>
          <a:solidFill>
            <a:schemeClr val="dk1"/>
          </a:solidFill>
          <a:ln cap="flat" cmpd="thickThin" w="5715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The Changing Workplace</a:t>
            </a:r>
            <a:endParaRPr/>
          </a:p>
        </p:txBody>
      </p:sp>
      <p:sp>
        <p:nvSpPr>
          <p:cNvPr descr="Stationery" id="104" name="Google Shape;104;p2"/>
          <p:cNvSpPr txBox="1"/>
          <p:nvPr/>
        </p:nvSpPr>
        <p:spPr>
          <a:xfrm>
            <a:off x="685800" y="2286000"/>
            <a:ext cx="7772400" cy="1066800"/>
          </a:xfrm>
          <a:prstGeom prst="rect">
            <a:avLst/>
          </a:prstGeom>
          <a:blipFill rotWithShape="1">
            <a:blip r:embed="rId3">
              <a:alphaModFix/>
            </a:blip>
            <a:tile algn="tl" flip="none" tx="0" sx="100000" ty="0" sy="100000"/>
          </a:blipFill>
          <a:ln>
            <a:noFill/>
          </a:ln>
          <a:effectLst>
            <a:outerShdw blurRad="63500" dir="13500000" dist="17960">
              <a:srgbClr val="99997A"/>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How Often People Look for Work</a:t>
            </a:r>
            <a:endParaRPr/>
          </a:p>
        </p:txBody>
      </p:sp>
      <p:sp>
        <p:nvSpPr>
          <p:cNvPr descr="Stationery" id="105" name="Google Shape;105;p2"/>
          <p:cNvSpPr txBox="1"/>
          <p:nvPr/>
        </p:nvSpPr>
        <p:spPr>
          <a:xfrm>
            <a:off x="685800" y="3581400"/>
            <a:ext cx="7772400" cy="1066800"/>
          </a:xfrm>
          <a:prstGeom prst="rect">
            <a:avLst/>
          </a:prstGeom>
          <a:blipFill rotWithShape="1">
            <a:blip r:embed="rId3">
              <a:alphaModFix/>
            </a:blip>
            <a:tile algn="tl" flip="none" tx="0" sx="100000" ty="0" sy="100000"/>
          </a:blipFill>
          <a:ln>
            <a:noFill/>
          </a:ln>
          <a:effectLst>
            <a:outerShdw blurRad="63500" dir="13500000" dist="17960">
              <a:srgbClr val="99997A"/>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Where People Find Work</a:t>
            </a:r>
            <a:endParaRPr/>
          </a:p>
        </p:txBody>
      </p:sp>
      <p:sp>
        <p:nvSpPr>
          <p:cNvPr descr="Stationery" id="106" name="Google Shape;106;p2"/>
          <p:cNvSpPr txBox="1"/>
          <p:nvPr/>
        </p:nvSpPr>
        <p:spPr>
          <a:xfrm>
            <a:off x="685800" y="4876800"/>
            <a:ext cx="7772400" cy="1066800"/>
          </a:xfrm>
          <a:prstGeom prst="rect">
            <a:avLst/>
          </a:prstGeom>
          <a:blipFill rotWithShape="1">
            <a:blip r:embed="rId3">
              <a:alphaModFix/>
            </a:blip>
            <a:tile algn="tl" flip="none" tx="0" sx="100000" ty="0" sy="100000"/>
          </a:blipFill>
          <a:ln>
            <a:noFill/>
          </a:ln>
          <a:effectLst>
            <a:outerShdw blurRad="63500" dir="13500000" dist="17960">
              <a:srgbClr val="99997A"/>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The Type of People Who Find 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113" name="Google Shape;113;p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14" name="Google Shape;114;p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115" name="Google Shape;115;p3"/>
          <p:cNvSpPr txBox="1"/>
          <p:nvPr/>
        </p:nvSpPr>
        <p:spPr>
          <a:xfrm>
            <a:off x="457200" y="2286000"/>
            <a:ext cx="8229600" cy="38862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16" name="Google Shape;116;p3"/>
          <p:cNvSpPr txBox="1"/>
          <p:nvPr>
            <p:ph type="title"/>
          </p:nvPr>
        </p:nvSpPr>
        <p:spPr>
          <a:xfrm>
            <a:off x="457200" y="381000"/>
            <a:ext cx="8229600" cy="19050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What Can You Offer?</a:t>
            </a:r>
            <a:endParaRPr/>
          </a:p>
        </p:txBody>
      </p:sp>
      <p:sp>
        <p:nvSpPr>
          <p:cNvPr id="117" name="Google Shape;117;p3"/>
          <p:cNvSpPr txBox="1"/>
          <p:nvPr>
            <p:ph idx="1" type="body"/>
          </p:nvPr>
        </p:nvSpPr>
        <p:spPr>
          <a:xfrm>
            <a:off x="609600" y="2362200"/>
            <a:ext cx="7772400" cy="3733800"/>
          </a:xfrm>
          <a:prstGeom prst="rect">
            <a:avLst/>
          </a:prstGeom>
          <a:noFill/>
          <a:ln>
            <a:noFill/>
          </a:ln>
        </p:spPr>
        <p:txBody>
          <a:bodyPr anchorCtr="0" anchor="t" bIns="45700" lIns="91425" spcFirstLastPara="1" rIns="91425" wrap="square" tIns="45700">
            <a:noAutofit/>
          </a:bodyPr>
          <a:lstStyle/>
          <a:p>
            <a:pPr indent="-323850" lvl="0" marL="342900" rtl="0" algn="l">
              <a:lnSpc>
                <a:spcPct val="150000"/>
              </a:lnSpc>
              <a:spcBef>
                <a:spcPts val="0"/>
              </a:spcBef>
              <a:spcAft>
                <a:spcPts val="0"/>
              </a:spcAft>
              <a:buClr>
                <a:schemeClr val="dk1"/>
              </a:buClr>
              <a:buSzPts val="2500"/>
              <a:buFont typeface="Tahoma"/>
              <a:buChar char="•"/>
            </a:pPr>
            <a:r>
              <a:rPr b="1" i="0" lang="en-US" sz="2500" u="none">
                <a:solidFill>
                  <a:schemeClr val="dk1"/>
                </a:solidFill>
                <a:latin typeface="Tahoma"/>
                <a:ea typeface="Tahoma"/>
                <a:cs typeface="Tahoma"/>
                <a:sym typeface="Tahoma"/>
              </a:rPr>
              <a:t>Personal achievements</a:t>
            </a:r>
            <a:endParaRPr sz="2900"/>
          </a:p>
          <a:p>
            <a:pPr indent="-323850" lvl="0" marL="342900" rtl="0" algn="l">
              <a:lnSpc>
                <a:spcPct val="150000"/>
              </a:lnSpc>
              <a:spcBef>
                <a:spcPts val="560"/>
              </a:spcBef>
              <a:spcAft>
                <a:spcPts val="0"/>
              </a:spcAft>
              <a:buClr>
                <a:schemeClr val="dk1"/>
              </a:buClr>
              <a:buSzPts val="2500"/>
              <a:buFont typeface="Tahoma"/>
              <a:buChar char="•"/>
            </a:pPr>
            <a:r>
              <a:rPr b="1" i="0" lang="en-US" sz="2500" u="none">
                <a:solidFill>
                  <a:schemeClr val="dk1"/>
                </a:solidFill>
                <a:latin typeface="Tahoma"/>
                <a:ea typeface="Tahoma"/>
                <a:cs typeface="Tahoma"/>
                <a:sym typeface="Tahoma"/>
              </a:rPr>
              <a:t>Educational preparation</a:t>
            </a:r>
            <a:endParaRPr sz="2900"/>
          </a:p>
          <a:p>
            <a:pPr indent="-323850" lvl="0" marL="342900" rtl="0" algn="l">
              <a:lnSpc>
                <a:spcPct val="150000"/>
              </a:lnSpc>
              <a:spcBef>
                <a:spcPts val="560"/>
              </a:spcBef>
              <a:spcAft>
                <a:spcPts val="0"/>
              </a:spcAft>
              <a:buClr>
                <a:schemeClr val="dk1"/>
              </a:buClr>
              <a:buSzPts val="2500"/>
              <a:buFont typeface="Tahoma"/>
              <a:buChar char="•"/>
            </a:pPr>
            <a:r>
              <a:rPr b="1" i="0" lang="en-US" sz="2500" u="none">
                <a:solidFill>
                  <a:schemeClr val="dk1"/>
                </a:solidFill>
                <a:latin typeface="Tahoma"/>
                <a:ea typeface="Tahoma"/>
                <a:cs typeface="Tahoma"/>
                <a:sym typeface="Tahoma"/>
              </a:rPr>
              <a:t>Work experience</a:t>
            </a:r>
            <a:endParaRPr b="1" i="0" sz="2500" u="none">
              <a:solidFill>
                <a:schemeClr val="dk1"/>
              </a:solidFill>
              <a:latin typeface="Tahoma"/>
              <a:ea typeface="Tahoma"/>
              <a:cs typeface="Tahoma"/>
              <a:sym typeface="Tahoma"/>
            </a:endParaRPr>
          </a:p>
          <a:p>
            <a:pPr indent="-323850" lvl="0" marL="342900" rtl="0" algn="l">
              <a:lnSpc>
                <a:spcPct val="150000"/>
              </a:lnSpc>
              <a:spcBef>
                <a:spcPts val="560"/>
              </a:spcBef>
              <a:spcAft>
                <a:spcPts val="0"/>
              </a:spcAft>
              <a:buSzPts val="2500"/>
              <a:buFont typeface="Tahoma"/>
              <a:buChar char="•"/>
            </a:pPr>
            <a:r>
              <a:rPr lang="en-US" sz="2500">
                <a:latin typeface="Tahoma"/>
                <a:ea typeface="Tahoma"/>
                <a:cs typeface="Tahoma"/>
                <a:sym typeface="Tahoma"/>
              </a:rPr>
              <a:t>Skills</a:t>
            </a:r>
            <a:endParaRPr sz="2500">
              <a:latin typeface="Tahoma"/>
              <a:ea typeface="Tahoma"/>
              <a:cs typeface="Tahoma"/>
              <a:sym typeface="Tahoma"/>
            </a:endParaRPr>
          </a:p>
          <a:p>
            <a:pPr indent="-323850" lvl="0" marL="342900" rtl="0" algn="l">
              <a:lnSpc>
                <a:spcPct val="150000"/>
              </a:lnSpc>
              <a:spcBef>
                <a:spcPts val="560"/>
              </a:spcBef>
              <a:spcAft>
                <a:spcPts val="0"/>
              </a:spcAft>
              <a:buClr>
                <a:schemeClr val="dk1"/>
              </a:buClr>
              <a:buSzPts val="2500"/>
              <a:buFont typeface="Tahoma"/>
              <a:buChar char="•"/>
            </a:pPr>
            <a:r>
              <a:rPr b="1" i="0" lang="en-US" sz="2500" u="none">
                <a:solidFill>
                  <a:schemeClr val="dk1"/>
                </a:solidFill>
                <a:latin typeface="Tahoma"/>
                <a:ea typeface="Tahoma"/>
                <a:cs typeface="Tahoma"/>
                <a:sym typeface="Tahoma"/>
              </a:rPr>
              <a:t>Extracurricular activities</a:t>
            </a:r>
            <a:endParaRPr sz="2900"/>
          </a:p>
          <a:p>
            <a:pPr indent="-323850" lvl="0" marL="342900" rtl="0" algn="l">
              <a:lnSpc>
                <a:spcPct val="150000"/>
              </a:lnSpc>
              <a:spcBef>
                <a:spcPts val="560"/>
              </a:spcBef>
              <a:spcAft>
                <a:spcPts val="0"/>
              </a:spcAft>
              <a:buClr>
                <a:schemeClr val="dk1"/>
              </a:buClr>
              <a:buSzPts val="2500"/>
              <a:buFont typeface="Tahoma"/>
              <a:buChar char="•"/>
            </a:pPr>
            <a:r>
              <a:rPr b="1" i="0" lang="en-US" sz="2500" u="none">
                <a:solidFill>
                  <a:schemeClr val="dk1"/>
                </a:solidFill>
                <a:latin typeface="Tahoma"/>
                <a:ea typeface="Tahoma"/>
                <a:cs typeface="Tahoma"/>
                <a:sym typeface="Tahoma"/>
              </a:rPr>
              <a:t>Personal characteristics</a:t>
            </a:r>
            <a:endParaRPr sz="2900"/>
          </a:p>
        </p:txBody>
      </p:sp>
      <p:graphicFrame>
        <p:nvGraphicFramePr>
          <p:cNvPr id="118" name="Google Shape;118;p3"/>
          <p:cNvGraphicFramePr/>
          <p:nvPr/>
        </p:nvGraphicFramePr>
        <p:xfrm>
          <a:off x="5741987" y="2590800"/>
          <a:ext cx="2944812" cy="3581400"/>
        </p:xfrm>
        <a:graphic>
          <a:graphicData uri="http://schemas.openxmlformats.org/presentationml/2006/ole">
            <mc:AlternateContent>
              <mc:Choice Requires="v">
                <p:oleObj r:id="rId4" imgH="3581400" imgW="2944812" progId="MS_ClipArt_Gallery.5" spid="_x0000_s1">
                  <p:embed/>
                </p:oleObj>
              </mc:Choice>
              <mc:Fallback>
                <p:oleObj r:id="rId5" imgH="3581400" imgW="2944812" progId="MS_ClipArt_Gallery.5">
                  <p:embed/>
                  <p:pic>
                    <p:nvPicPr>
                      <p:cNvPr id="118" name="Google Shape;118;p3"/>
                      <p:cNvPicPr preferRelativeResize="0"/>
                      <p:nvPr/>
                    </p:nvPicPr>
                    <p:blipFill rotWithShape="1">
                      <a:blip r:embed="rId6">
                        <a:alphaModFix/>
                      </a:blip>
                      <a:srcRect b="0" l="0" r="0" t="0"/>
                      <a:stretch/>
                    </p:blipFill>
                    <p:spPr>
                      <a:xfrm>
                        <a:off x="5741987" y="2590800"/>
                        <a:ext cx="2944812" cy="3581400"/>
                      </a:xfrm>
                      <a:prstGeom prst="rect">
                        <a:avLst/>
                      </a:prstGeom>
                      <a:noFill/>
                      <a:ln>
                        <a:noFill/>
                      </a:ln>
                    </p:spPr>
                  </p:pic>
                </p:oleObj>
              </mc:Fallback>
            </mc:AlternateContent>
          </a:graphicData>
        </a:graphic>
      </p:graphicFrame>
    </p:spTree>
  </p:cSld>
  <p:clrMapOvr>
    <a:masterClrMapping/>
  </p:clrMapOvr>
  <p:transition spd="slow">
    <p:wipe dir="d"/>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125" name="Google Shape;125;p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26" name="Google Shape;126;p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grpSp>
        <p:nvGrpSpPr>
          <p:cNvPr id="127" name="Google Shape;127;p4"/>
          <p:cNvGrpSpPr/>
          <p:nvPr/>
        </p:nvGrpSpPr>
        <p:grpSpPr>
          <a:xfrm>
            <a:off x="457200" y="2209800"/>
            <a:ext cx="8229600" cy="3962400"/>
            <a:chOff x="288" y="1440"/>
            <a:chExt cx="5184" cy="2448"/>
          </a:xfrm>
        </p:grpSpPr>
        <p:grpSp>
          <p:nvGrpSpPr>
            <p:cNvPr id="128" name="Google Shape;128;p4"/>
            <p:cNvGrpSpPr/>
            <p:nvPr/>
          </p:nvGrpSpPr>
          <p:grpSpPr>
            <a:xfrm>
              <a:off x="3744" y="1440"/>
              <a:ext cx="1728" cy="2448"/>
              <a:chOff x="3888" y="1824"/>
              <a:chExt cx="1440" cy="1872"/>
            </a:xfrm>
          </p:grpSpPr>
          <p:sp>
            <p:nvSpPr>
              <p:cNvPr id="129" name="Google Shape;129;p4"/>
              <p:cNvSpPr txBox="1"/>
              <p:nvPr/>
            </p:nvSpPr>
            <p:spPr>
              <a:xfrm>
                <a:off x="3888" y="1824"/>
                <a:ext cx="1440" cy="624"/>
              </a:xfrm>
              <a:prstGeom prst="rect">
                <a:avLst/>
              </a:prstGeom>
              <a:solidFill>
                <a:schemeClr val="lt1"/>
              </a:solidFill>
              <a:ln cap="flat" cmpd="dbl"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Specific</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Compensation</a:t>
                </a:r>
                <a:endParaRPr/>
              </a:p>
            </p:txBody>
          </p:sp>
          <p:sp>
            <p:nvSpPr>
              <p:cNvPr id="130" name="Google Shape;130;p4"/>
              <p:cNvSpPr txBox="1"/>
              <p:nvPr/>
            </p:nvSpPr>
            <p:spPr>
              <a:xfrm>
                <a:off x="3888" y="2448"/>
                <a:ext cx="1440" cy="624"/>
              </a:xfrm>
              <a:prstGeom prst="rect">
                <a:avLst/>
              </a:prstGeom>
              <a:solidFill>
                <a:schemeClr val="lt1"/>
              </a:solidFill>
              <a:ln cap="flat" cmpd="dbl"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Type of</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Operation</a:t>
                </a:r>
                <a:endParaRPr/>
              </a:p>
            </p:txBody>
          </p:sp>
          <p:sp>
            <p:nvSpPr>
              <p:cNvPr id="131" name="Google Shape;131;p4"/>
              <p:cNvSpPr txBox="1"/>
              <p:nvPr/>
            </p:nvSpPr>
            <p:spPr>
              <a:xfrm>
                <a:off x="3888" y="3072"/>
                <a:ext cx="1440" cy="624"/>
              </a:xfrm>
              <a:prstGeom prst="rect">
                <a:avLst/>
              </a:prstGeom>
              <a:solidFill>
                <a:schemeClr val="lt1"/>
              </a:solidFill>
              <a:ln cap="flat" cmpd="dbl"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Corporate</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Culture</a:t>
                </a:r>
                <a:endParaRPr/>
              </a:p>
            </p:txBody>
          </p:sp>
        </p:grpSp>
        <p:grpSp>
          <p:nvGrpSpPr>
            <p:cNvPr id="132" name="Google Shape;132;p4"/>
            <p:cNvGrpSpPr/>
            <p:nvPr/>
          </p:nvGrpSpPr>
          <p:grpSpPr>
            <a:xfrm>
              <a:off x="288" y="1440"/>
              <a:ext cx="1728" cy="2448"/>
              <a:chOff x="432" y="1824"/>
              <a:chExt cx="1440" cy="1872"/>
            </a:xfrm>
          </p:grpSpPr>
          <p:sp>
            <p:nvSpPr>
              <p:cNvPr id="133" name="Google Shape;133;p4"/>
              <p:cNvSpPr txBox="1"/>
              <p:nvPr/>
            </p:nvSpPr>
            <p:spPr>
              <a:xfrm>
                <a:off x="432" y="1824"/>
                <a:ext cx="1440" cy="624"/>
              </a:xfrm>
              <a:prstGeom prst="rect">
                <a:avLst/>
              </a:prstGeom>
              <a:solidFill>
                <a:schemeClr val="lt1"/>
              </a:solidFill>
              <a:ln cap="flat" cmpd="dbl"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Type of</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Occupation</a:t>
                </a:r>
                <a:endParaRPr/>
              </a:p>
            </p:txBody>
          </p:sp>
          <p:sp>
            <p:nvSpPr>
              <p:cNvPr id="134" name="Google Shape;134;p4"/>
              <p:cNvSpPr txBox="1"/>
              <p:nvPr/>
            </p:nvSpPr>
            <p:spPr>
              <a:xfrm>
                <a:off x="432" y="2448"/>
                <a:ext cx="1440" cy="624"/>
              </a:xfrm>
              <a:prstGeom prst="rect">
                <a:avLst/>
              </a:prstGeom>
              <a:solidFill>
                <a:schemeClr val="lt1"/>
              </a:solidFill>
              <a:ln cap="flat" cmpd="dbl"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General</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Career Goals</a:t>
                </a:r>
                <a:endParaRPr/>
              </a:p>
            </p:txBody>
          </p:sp>
          <p:sp>
            <p:nvSpPr>
              <p:cNvPr id="135" name="Google Shape;135;p4"/>
              <p:cNvSpPr txBox="1"/>
              <p:nvPr/>
            </p:nvSpPr>
            <p:spPr>
              <a:xfrm>
                <a:off x="432" y="3072"/>
                <a:ext cx="1440" cy="624"/>
              </a:xfrm>
              <a:prstGeom prst="rect">
                <a:avLst/>
              </a:prstGeom>
              <a:solidFill>
                <a:schemeClr val="lt1"/>
              </a:solidFill>
              <a:ln cap="flat" cmpd="dbl"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Location</a:t>
                </a:r>
                <a:endParaRPr/>
              </a:p>
            </p:txBody>
          </p:sp>
        </p:grpSp>
        <p:grpSp>
          <p:nvGrpSpPr>
            <p:cNvPr id="136" name="Google Shape;136;p4"/>
            <p:cNvGrpSpPr/>
            <p:nvPr/>
          </p:nvGrpSpPr>
          <p:grpSpPr>
            <a:xfrm>
              <a:off x="2016" y="1440"/>
              <a:ext cx="1728" cy="2448"/>
              <a:chOff x="2160" y="1824"/>
              <a:chExt cx="1440" cy="1872"/>
            </a:xfrm>
          </p:grpSpPr>
          <p:sp>
            <p:nvSpPr>
              <p:cNvPr id="137" name="Google Shape;137;p4"/>
              <p:cNvSpPr txBox="1"/>
              <p:nvPr/>
            </p:nvSpPr>
            <p:spPr>
              <a:xfrm>
                <a:off x="2160" y="1824"/>
                <a:ext cx="1440" cy="624"/>
              </a:xfrm>
              <a:prstGeom prst="rect">
                <a:avLst/>
              </a:prstGeom>
              <a:solidFill>
                <a:schemeClr val="lt1"/>
              </a:solidFill>
              <a:ln cap="flat" cmpd="dbl"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Nature of</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the Job</a:t>
                </a:r>
                <a:endParaRPr/>
              </a:p>
            </p:txBody>
          </p:sp>
          <p:sp>
            <p:nvSpPr>
              <p:cNvPr id="138" name="Google Shape;138;p4"/>
              <p:cNvSpPr txBox="1"/>
              <p:nvPr/>
            </p:nvSpPr>
            <p:spPr>
              <a:xfrm>
                <a:off x="2160" y="2448"/>
                <a:ext cx="1440" cy="624"/>
              </a:xfrm>
              <a:prstGeom prst="rect">
                <a:avLst/>
              </a:prstGeom>
              <a:solidFill>
                <a:schemeClr val="lt1"/>
              </a:solidFill>
              <a:ln cap="flat" cmpd="dbl"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Size of</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Company</a:t>
                </a:r>
                <a:endParaRPr/>
              </a:p>
            </p:txBody>
          </p:sp>
          <p:sp>
            <p:nvSpPr>
              <p:cNvPr id="139" name="Google Shape;139;p4"/>
              <p:cNvSpPr txBox="1"/>
              <p:nvPr/>
            </p:nvSpPr>
            <p:spPr>
              <a:xfrm>
                <a:off x="2160" y="3072"/>
                <a:ext cx="1440" cy="624"/>
              </a:xfrm>
              <a:prstGeom prst="rect">
                <a:avLst/>
              </a:prstGeom>
              <a:solidFill>
                <a:schemeClr val="lt1"/>
              </a:solidFill>
              <a:ln cap="flat" cmpd="dbl"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Facilities</a:t>
                </a:r>
                <a:endParaRPr/>
              </a:p>
            </p:txBody>
          </p:sp>
        </p:grpSp>
      </p:grpSp>
      <p:sp>
        <p:nvSpPr>
          <p:cNvPr id="140" name="Google Shape;140;p4"/>
          <p:cNvSpPr txBox="1"/>
          <p:nvPr>
            <p:ph type="title"/>
          </p:nvPr>
        </p:nvSpPr>
        <p:spPr>
          <a:xfrm>
            <a:off x="457200" y="381000"/>
            <a:ext cx="8229600" cy="1828800"/>
          </a:xfrm>
          <a:prstGeom prst="rect">
            <a:avLst/>
          </a:prstGeom>
          <a:solidFill>
            <a:schemeClr val="dk1"/>
          </a:solidFill>
          <a:ln cap="flat" cmpd="dbl" w="3810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What Do You Want To Do?</a:t>
            </a:r>
            <a:endParaRPr/>
          </a:p>
        </p:txBody>
      </p:sp>
    </p:spTree>
  </p:cSld>
  <p:clrMapOvr>
    <a:masterClrMapping/>
  </p:clrMapOvr>
  <p:transition spd="slow">
    <p:checker dir="ver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147" name="Google Shape;147;p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48" name="Google Shape;148;p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149" name="Google Shape;149;p5"/>
          <p:cNvSpPr txBox="1"/>
          <p:nvPr/>
        </p:nvSpPr>
        <p:spPr>
          <a:xfrm>
            <a:off x="457200" y="2057400"/>
            <a:ext cx="4114800" cy="4114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50" name="Google Shape;150;p5"/>
          <p:cNvSpPr txBox="1"/>
          <p:nvPr>
            <p:ph type="title"/>
          </p:nvPr>
        </p:nvSpPr>
        <p:spPr>
          <a:xfrm>
            <a:off x="457200" y="381000"/>
            <a:ext cx="8229600" cy="1676400"/>
          </a:xfrm>
          <a:prstGeom prst="rect">
            <a:avLst/>
          </a:prstGeom>
          <a:solidFill>
            <a:srgbClr val="8000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Building Your Career</a:t>
            </a:r>
            <a:endParaRPr/>
          </a:p>
        </p:txBody>
      </p:sp>
      <p:pic>
        <p:nvPicPr>
          <p:cNvPr descr="M:\PFiles\MSOffice\Clipart\standard\stddir3\pe01741_.wmf" id="151" name="Google Shape;151;p5"/>
          <p:cNvPicPr preferRelativeResize="0"/>
          <p:nvPr/>
        </p:nvPicPr>
        <p:blipFill rotWithShape="1">
          <a:blip r:embed="rId3">
            <a:alphaModFix/>
          </a:blip>
          <a:srcRect b="0" l="0" r="0" t="0"/>
          <a:stretch/>
        </p:blipFill>
        <p:spPr>
          <a:xfrm>
            <a:off x="609600" y="2362200"/>
            <a:ext cx="3605212" cy="3810000"/>
          </a:xfrm>
          <a:prstGeom prst="rect">
            <a:avLst/>
          </a:prstGeom>
          <a:noFill/>
          <a:ln>
            <a:noFill/>
          </a:ln>
        </p:spPr>
      </p:pic>
      <p:sp>
        <p:nvSpPr>
          <p:cNvPr id="152" name="Google Shape;152;p5"/>
          <p:cNvSpPr txBox="1"/>
          <p:nvPr/>
        </p:nvSpPr>
        <p:spPr>
          <a:xfrm>
            <a:off x="4572000" y="2057400"/>
            <a:ext cx="4114800" cy="4114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53" name="Google Shape;153;p5"/>
          <p:cNvSpPr txBox="1"/>
          <p:nvPr/>
        </p:nvSpPr>
        <p:spPr>
          <a:xfrm>
            <a:off x="4572000" y="2057400"/>
            <a:ext cx="4114800" cy="10287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Employment Portfolio</a:t>
            </a:r>
            <a:endParaRPr/>
          </a:p>
        </p:txBody>
      </p:sp>
      <p:sp>
        <p:nvSpPr>
          <p:cNvPr id="154" name="Google Shape;154;p5"/>
          <p:cNvSpPr txBox="1"/>
          <p:nvPr/>
        </p:nvSpPr>
        <p:spPr>
          <a:xfrm>
            <a:off x="4572000" y="3086100"/>
            <a:ext cx="4114800" cy="10287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Interim Assignments</a:t>
            </a:r>
            <a:endParaRPr/>
          </a:p>
        </p:txBody>
      </p:sp>
      <p:sp>
        <p:nvSpPr>
          <p:cNvPr id="155" name="Google Shape;155;p5"/>
          <p:cNvSpPr txBox="1"/>
          <p:nvPr/>
        </p:nvSpPr>
        <p:spPr>
          <a:xfrm>
            <a:off x="4572000" y="4114800"/>
            <a:ext cx="4114800" cy="10287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Workplace Skills, Networking</a:t>
            </a:r>
            <a:endParaRPr/>
          </a:p>
        </p:txBody>
      </p:sp>
      <p:sp>
        <p:nvSpPr>
          <p:cNvPr id="156" name="Google Shape;156;p5"/>
          <p:cNvSpPr txBox="1"/>
          <p:nvPr/>
        </p:nvSpPr>
        <p:spPr>
          <a:xfrm>
            <a:off x="4572000" y="5143500"/>
            <a:ext cx="4114800" cy="10287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Life-Long Learning</a:t>
            </a:r>
            <a:endParaRPr/>
          </a:p>
        </p:txBody>
      </p:sp>
    </p:spTree>
  </p:cSld>
  <p:clrMapOvr>
    <a:masterClrMapping/>
  </p:clrMapOvr>
  <p:transition spd="slow">
    <p:wipe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163" name="Google Shape;163;p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64" name="Google Shape;164;p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165" name="Google Shape;165;p6"/>
          <p:cNvSpPr txBox="1"/>
          <p:nvPr/>
        </p:nvSpPr>
        <p:spPr>
          <a:xfrm>
            <a:off x="457200" y="2133600"/>
            <a:ext cx="8229600" cy="40386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66" name="Google Shape;166;p6"/>
          <p:cNvSpPr txBox="1"/>
          <p:nvPr>
            <p:ph type="title"/>
          </p:nvPr>
        </p:nvSpPr>
        <p:spPr>
          <a:xfrm>
            <a:off x="457200" y="381000"/>
            <a:ext cx="8229600" cy="1752600"/>
          </a:xfrm>
          <a:prstGeom prst="rect">
            <a:avLst/>
          </a:prstGeom>
          <a:solidFill>
            <a:srgbClr val="0033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The Employment Search</a:t>
            </a:r>
            <a:endParaRPr/>
          </a:p>
        </p:txBody>
      </p:sp>
      <p:sp>
        <p:nvSpPr>
          <p:cNvPr id="167" name="Google Shape;167;p6"/>
          <p:cNvSpPr txBox="1"/>
          <p:nvPr/>
        </p:nvSpPr>
        <p:spPr>
          <a:xfrm>
            <a:off x="533400" y="2514600"/>
            <a:ext cx="22860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Build</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Toward Career</a:t>
            </a:r>
            <a:endParaRPr/>
          </a:p>
        </p:txBody>
      </p:sp>
      <p:sp>
        <p:nvSpPr>
          <p:cNvPr id="168" name="Google Shape;168;p6"/>
          <p:cNvSpPr txBox="1"/>
          <p:nvPr/>
        </p:nvSpPr>
        <p:spPr>
          <a:xfrm>
            <a:off x="533400" y="2519362"/>
            <a:ext cx="311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sng">
                <a:solidFill>
                  <a:schemeClr val="dk1"/>
                </a:solidFill>
                <a:latin typeface="Arial"/>
                <a:ea typeface="Arial"/>
                <a:cs typeface="Arial"/>
                <a:sym typeface="Arial"/>
              </a:rPr>
              <a:t>1</a:t>
            </a:r>
            <a:endParaRPr/>
          </a:p>
        </p:txBody>
      </p:sp>
      <p:sp>
        <p:nvSpPr>
          <p:cNvPr id="169" name="Google Shape;169;p6"/>
          <p:cNvSpPr txBox="1"/>
          <p:nvPr/>
        </p:nvSpPr>
        <p:spPr>
          <a:xfrm>
            <a:off x="3429000" y="2514600"/>
            <a:ext cx="22860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Prepare</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Résumé</a:t>
            </a:r>
            <a:endParaRPr/>
          </a:p>
        </p:txBody>
      </p:sp>
      <p:sp>
        <p:nvSpPr>
          <p:cNvPr id="170" name="Google Shape;170;p6"/>
          <p:cNvSpPr txBox="1"/>
          <p:nvPr/>
        </p:nvSpPr>
        <p:spPr>
          <a:xfrm>
            <a:off x="3429000" y="2519362"/>
            <a:ext cx="311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sng">
                <a:solidFill>
                  <a:schemeClr val="dk1"/>
                </a:solidFill>
                <a:latin typeface="Arial"/>
                <a:ea typeface="Arial"/>
                <a:cs typeface="Arial"/>
                <a:sym typeface="Arial"/>
              </a:rPr>
              <a:t>2</a:t>
            </a:r>
            <a:endParaRPr/>
          </a:p>
        </p:txBody>
      </p:sp>
      <p:sp>
        <p:nvSpPr>
          <p:cNvPr id="171" name="Google Shape;171;p6"/>
          <p:cNvSpPr txBox="1"/>
          <p:nvPr/>
        </p:nvSpPr>
        <p:spPr>
          <a:xfrm>
            <a:off x="533400" y="4572000"/>
            <a:ext cx="22860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Prepare</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for Interview</a:t>
            </a:r>
            <a:endParaRPr/>
          </a:p>
        </p:txBody>
      </p:sp>
      <p:sp>
        <p:nvSpPr>
          <p:cNvPr id="172" name="Google Shape;172;p6"/>
          <p:cNvSpPr txBox="1"/>
          <p:nvPr/>
        </p:nvSpPr>
        <p:spPr>
          <a:xfrm>
            <a:off x="533400" y="4572000"/>
            <a:ext cx="311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sng">
                <a:solidFill>
                  <a:schemeClr val="dk1"/>
                </a:solidFill>
                <a:latin typeface="Arial"/>
                <a:ea typeface="Arial"/>
                <a:cs typeface="Arial"/>
                <a:sym typeface="Arial"/>
              </a:rPr>
              <a:t>4</a:t>
            </a:r>
            <a:endParaRPr/>
          </a:p>
        </p:txBody>
      </p:sp>
      <p:sp>
        <p:nvSpPr>
          <p:cNvPr id="173" name="Google Shape;173;p6"/>
          <p:cNvSpPr txBox="1"/>
          <p:nvPr/>
        </p:nvSpPr>
        <p:spPr>
          <a:xfrm>
            <a:off x="6324600" y="2514600"/>
            <a:ext cx="22860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Understand</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Interview Process</a:t>
            </a:r>
            <a:endParaRPr/>
          </a:p>
        </p:txBody>
      </p:sp>
      <p:sp>
        <p:nvSpPr>
          <p:cNvPr id="174" name="Google Shape;174;p6"/>
          <p:cNvSpPr txBox="1"/>
          <p:nvPr/>
        </p:nvSpPr>
        <p:spPr>
          <a:xfrm>
            <a:off x="6324600" y="2514600"/>
            <a:ext cx="311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sng">
                <a:solidFill>
                  <a:schemeClr val="dk1"/>
                </a:solidFill>
                <a:latin typeface="Arial"/>
                <a:ea typeface="Arial"/>
                <a:cs typeface="Arial"/>
                <a:sym typeface="Arial"/>
              </a:rPr>
              <a:t>3</a:t>
            </a:r>
            <a:endParaRPr/>
          </a:p>
        </p:txBody>
      </p:sp>
      <p:sp>
        <p:nvSpPr>
          <p:cNvPr id="175" name="Google Shape;175;p6"/>
          <p:cNvSpPr txBox="1"/>
          <p:nvPr/>
        </p:nvSpPr>
        <p:spPr>
          <a:xfrm>
            <a:off x="3429000" y="4572000"/>
            <a:ext cx="22860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Take the</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Interview</a:t>
            </a:r>
            <a:endParaRPr/>
          </a:p>
        </p:txBody>
      </p:sp>
      <p:sp>
        <p:nvSpPr>
          <p:cNvPr id="176" name="Google Shape;176;p6"/>
          <p:cNvSpPr txBox="1"/>
          <p:nvPr/>
        </p:nvSpPr>
        <p:spPr>
          <a:xfrm>
            <a:off x="3429000" y="4572000"/>
            <a:ext cx="311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sng">
                <a:solidFill>
                  <a:schemeClr val="dk1"/>
                </a:solidFill>
                <a:latin typeface="Arial"/>
                <a:ea typeface="Arial"/>
                <a:cs typeface="Arial"/>
                <a:sym typeface="Arial"/>
              </a:rPr>
              <a:t>5</a:t>
            </a:r>
            <a:endParaRPr/>
          </a:p>
        </p:txBody>
      </p:sp>
      <p:sp>
        <p:nvSpPr>
          <p:cNvPr id="177" name="Google Shape;177;p6"/>
          <p:cNvSpPr txBox="1"/>
          <p:nvPr/>
        </p:nvSpPr>
        <p:spPr>
          <a:xfrm>
            <a:off x="6324600" y="4572000"/>
            <a:ext cx="22860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Follow Up</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and Accept</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Offer</a:t>
            </a:r>
            <a:endParaRPr/>
          </a:p>
        </p:txBody>
      </p:sp>
      <p:sp>
        <p:nvSpPr>
          <p:cNvPr id="178" name="Google Shape;178;p6"/>
          <p:cNvSpPr txBox="1"/>
          <p:nvPr/>
        </p:nvSpPr>
        <p:spPr>
          <a:xfrm>
            <a:off x="6324600" y="4572000"/>
            <a:ext cx="311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sng">
                <a:solidFill>
                  <a:schemeClr val="dk1"/>
                </a:solidFill>
                <a:latin typeface="Arial"/>
                <a:ea typeface="Arial"/>
                <a:cs typeface="Arial"/>
                <a:sym typeface="Arial"/>
              </a:rPr>
              <a:t>6</a:t>
            </a:r>
            <a:endParaRPr/>
          </a:p>
        </p:txBody>
      </p:sp>
      <p:cxnSp>
        <p:nvCxnSpPr>
          <p:cNvPr id="179" name="Google Shape;179;p6"/>
          <p:cNvCxnSpPr/>
          <p:nvPr/>
        </p:nvCxnSpPr>
        <p:spPr>
          <a:xfrm>
            <a:off x="2819400" y="3162300"/>
            <a:ext cx="609600" cy="0"/>
          </a:xfrm>
          <a:prstGeom prst="straightConnector1">
            <a:avLst/>
          </a:prstGeom>
          <a:noFill/>
          <a:ln cap="flat" cmpd="sng" w="19050">
            <a:solidFill>
              <a:schemeClr val="dk1"/>
            </a:solidFill>
            <a:prstDash val="solid"/>
            <a:miter lim="800000"/>
            <a:headEnd len="med" w="med" type="none"/>
            <a:tailEnd len="med" w="med" type="triangle"/>
          </a:ln>
        </p:spPr>
      </p:cxnSp>
      <p:cxnSp>
        <p:nvCxnSpPr>
          <p:cNvPr id="180" name="Google Shape;180;p6"/>
          <p:cNvCxnSpPr/>
          <p:nvPr/>
        </p:nvCxnSpPr>
        <p:spPr>
          <a:xfrm>
            <a:off x="5715000" y="3162300"/>
            <a:ext cx="609600" cy="0"/>
          </a:xfrm>
          <a:prstGeom prst="straightConnector1">
            <a:avLst/>
          </a:prstGeom>
          <a:noFill/>
          <a:ln cap="flat" cmpd="sng" w="19050">
            <a:solidFill>
              <a:schemeClr val="dk1"/>
            </a:solidFill>
            <a:prstDash val="solid"/>
            <a:miter lim="800000"/>
            <a:headEnd len="med" w="med" type="none"/>
            <a:tailEnd len="med" w="med" type="triangle"/>
          </a:ln>
        </p:spPr>
      </p:cxnSp>
      <p:cxnSp>
        <p:nvCxnSpPr>
          <p:cNvPr id="181" name="Google Shape;181;p6"/>
          <p:cNvCxnSpPr/>
          <p:nvPr/>
        </p:nvCxnSpPr>
        <p:spPr>
          <a:xfrm flipH="1">
            <a:off x="1676400" y="3810000"/>
            <a:ext cx="5791200" cy="762000"/>
          </a:xfrm>
          <a:prstGeom prst="bentConnector3">
            <a:avLst>
              <a:gd fmla="val 50000" name="adj1"/>
            </a:avLst>
          </a:prstGeom>
          <a:noFill/>
          <a:ln cap="flat" cmpd="sng" w="19050">
            <a:solidFill>
              <a:schemeClr val="dk1"/>
            </a:solidFill>
            <a:prstDash val="solid"/>
            <a:miter lim="800000"/>
            <a:headEnd len="med" w="med" type="none"/>
            <a:tailEnd len="med" w="med" type="triangle"/>
          </a:ln>
        </p:spPr>
      </p:cxnSp>
      <p:cxnSp>
        <p:nvCxnSpPr>
          <p:cNvPr id="182" name="Google Shape;182;p6"/>
          <p:cNvCxnSpPr/>
          <p:nvPr/>
        </p:nvCxnSpPr>
        <p:spPr>
          <a:xfrm>
            <a:off x="2819400" y="5219700"/>
            <a:ext cx="609600" cy="0"/>
          </a:xfrm>
          <a:prstGeom prst="straightConnector1">
            <a:avLst/>
          </a:prstGeom>
          <a:noFill/>
          <a:ln cap="flat" cmpd="sng" w="19050">
            <a:solidFill>
              <a:schemeClr val="dk1"/>
            </a:solidFill>
            <a:prstDash val="solid"/>
            <a:miter lim="800000"/>
            <a:headEnd len="med" w="med" type="none"/>
            <a:tailEnd len="med" w="med" type="triangle"/>
          </a:ln>
        </p:spPr>
      </p:cxnSp>
      <p:cxnSp>
        <p:nvCxnSpPr>
          <p:cNvPr id="183" name="Google Shape;183;p6"/>
          <p:cNvCxnSpPr/>
          <p:nvPr/>
        </p:nvCxnSpPr>
        <p:spPr>
          <a:xfrm>
            <a:off x="5715000" y="5219700"/>
            <a:ext cx="609600" cy="0"/>
          </a:xfrm>
          <a:prstGeom prst="straightConnector1">
            <a:avLst/>
          </a:prstGeom>
          <a:noFill/>
          <a:ln cap="flat" cmpd="sng" w="19050">
            <a:solidFill>
              <a:schemeClr val="dk1"/>
            </a:solidFill>
            <a:prstDash val="solid"/>
            <a:miter lim="800000"/>
            <a:headEnd len="med" w="med" type="none"/>
            <a:tailEnd len="med" w="med" type="triangle"/>
          </a:ln>
        </p:spPr>
      </p:cxnSp>
    </p:spTree>
  </p:cSld>
  <p:clrMapOvr>
    <a:masterClrMapping/>
  </p:clrMapOvr>
  <p:transition spd="slow">
    <p:spli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190" name="Google Shape;190;p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91" name="Google Shape;191;p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descr="Newsprint" id="192" name="Google Shape;192;p7"/>
          <p:cNvSpPr txBox="1"/>
          <p:nvPr/>
        </p:nvSpPr>
        <p:spPr>
          <a:xfrm>
            <a:off x="457200" y="1752600"/>
            <a:ext cx="8229600" cy="4419600"/>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93" name="Google Shape;193;p7"/>
          <p:cNvSpPr txBox="1"/>
          <p:nvPr>
            <p:ph type="title"/>
          </p:nvPr>
        </p:nvSpPr>
        <p:spPr>
          <a:xfrm>
            <a:off x="457200" y="381000"/>
            <a:ext cx="8229600" cy="1371600"/>
          </a:xfrm>
          <a:prstGeom prst="rect">
            <a:avLst/>
          </a:prstGeom>
          <a:solidFill>
            <a:srgbClr val="292929"/>
          </a:solidFill>
          <a:ln cap="flat" cmpd="thickThin" w="5715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Organize Your Approach</a:t>
            </a:r>
            <a:endParaRPr/>
          </a:p>
        </p:txBody>
      </p:sp>
      <p:sp>
        <p:nvSpPr>
          <p:cNvPr id="194" name="Google Shape;194;p7"/>
          <p:cNvSpPr txBox="1"/>
          <p:nvPr>
            <p:ph idx="1" type="body"/>
          </p:nvPr>
        </p:nvSpPr>
        <p:spPr>
          <a:xfrm>
            <a:off x="685800" y="18288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Monitor business and financial news</a:t>
            </a:r>
            <a:endParaRPr/>
          </a:p>
          <a:p>
            <a:pPr indent="-342900" lvl="0" marL="342900" rtl="0" algn="l">
              <a:lnSpc>
                <a:spcPct val="12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Research specific companies</a:t>
            </a:r>
            <a:endParaRPr/>
          </a:p>
          <a:p>
            <a:pPr indent="-342900" lvl="0" marL="342900" rtl="0" algn="l">
              <a:lnSpc>
                <a:spcPct val="12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Look for job openings</a:t>
            </a:r>
            <a:endParaRPr/>
          </a:p>
          <a:p>
            <a:pPr indent="-342900" lvl="0" marL="342900" rtl="0" algn="l">
              <a:lnSpc>
                <a:spcPct val="12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Respond to job openings</a:t>
            </a:r>
            <a:endParaRPr/>
          </a:p>
          <a:p>
            <a:pPr indent="-342900" lvl="0" marL="342900" rtl="0" algn="l">
              <a:lnSpc>
                <a:spcPct val="120000"/>
              </a:lnSpc>
              <a:spcBef>
                <a:spcPts val="640"/>
              </a:spcBef>
              <a:spcAft>
                <a:spcPts val="0"/>
              </a:spcAft>
              <a:buSzPts val="3200"/>
              <a:buFont typeface="Arial"/>
              <a:buChar char="•"/>
            </a:pPr>
            <a:r>
              <a:rPr b="1" i="0" lang="en-US" sz="3200" u="none">
                <a:latin typeface="Arial"/>
                <a:ea typeface="Arial"/>
                <a:cs typeface="Arial"/>
                <a:sym typeface="Arial"/>
              </a:rPr>
              <a:t>Build a network</a:t>
            </a:r>
            <a:endParaRPr/>
          </a:p>
          <a:p>
            <a:pPr indent="-342900" lvl="0" marL="342900" rtl="0" algn="l">
              <a:lnSpc>
                <a:spcPct val="12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Seek career counseling</a:t>
            </a:r>
            <a:endParaRPr/>
          </a:p>
        </p:txBody>
      </p:sp>
    </p:spTree>
  </p:cSld>
  <p:clrMapOvr>
    <a:masterClrMapping/>
  </p:clrMapOvr>
  <p:transition spd="slow">
    <p:checker dir="ver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201" name="Google Shape;201;p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02" name="Google Shape;202;p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203" name="Google Shape;203;p8"/>
          <p:cNvSpPr txBox="1"/>
          <p:nvPr>
            <p:ph type="title"/>
          </p:nvPr>
        </p:nvSpPr>
        <p:spPr>
          <a:xfrm>
            <a:off x="457200" y="381000"/>
            <a:ext cx="8229600" cy="22860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Three-Step</a:t>
            </a:r>
            <a:br>
              <a:rPr b="1" i="0" lang="en-US" sz="5400" u="none">
                <a:solidFill>
                  <a:schemeClr val="lt1"/>
                </a:solidFill>
                <a:latin typeface="Tahoma"/>
                <a:ea typeface="Tahoma"/>
                <a:cs typeface="Tahoma"/>
                <a:sym typeface="Tahoma"/>
              </a:rPr>
            </a:br>
            <a:r>
              <a:rPr b="1" i="0" lang="en-US" sz="5400" u="none">
                <a:solidFill>
                  <a:schemeClr val="lt1"/>
                </a:solidFill>
                <a:latin typeface="Tahoma"/>
                <a:ea typeface="Tahoma"/>
                <a:cs typeface="Tahoma"/>
                <a:sym typeface="Tahoma"/>
              </a:rPr>
              <a:t> Résumé Process </a:t>
            </a:r>
            <a:endParaRPr/>
          </a:p>
        </p:txBody>
      </p:sp>
      <p:sp>
        <p:nvSpPr>
          <p:cNvPr id="204" name="Google Shape;204;p8"/>
          <p:cNvSpPr txBox="1"/>
          <p:nvPr/>
        </p:nvSpPr>
        <p:spPr>
          <a:xfrm>
            <a:off x="458787" y="2668587"/>
            <a:ext cx="8226425" cy="3502025"/>
          </a:xfrm>
          <a:prstGeom prst="rect">
            <a:avLst/>
          </a:prstGeom>
          <a:gradFill>
            <a:gsLst>
              <a:gs pos="0">
                <a:srgbClr val="7F7F7F"/>
              </a:gs>
              <a:gs pos="21000">
                <a:srgbClr val="FFFFFF"/>
              </a:gs>
              <a:gs pos="24000">
                <a:srgbClr val="1F1F1F"/>
              </a:gs>
              <a:gs pos="33999">
                <a:srgbClr val="CFCFCF"/>
              </a:gs>
              <a:gs pos="47000">
                <a:srgbClr val="CFCFCF"/>
              </a:gs>
              <a:gs pos="58000">
                <a:srgbClr val="636363"/>
              </a:gs>
              <a:gs pos="82000">
                <a:srgbClr val="FFFFFF"/>
              </a:gs>
              <a:gs pos="83999">
                <a:srgbClr val="1F1F1F"/>
              </a:gs>
              <a:gs pos="100000">
                <a:srgbClr val="FFFFFF"/>
              </a:gs>
            </a:gsLst>
            <a:lin ang="0" scaled="0"/>
          </a:gra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grpSp>
        <p:nvGrpSpPr>
          <p:cNvPr id="205" name="Google Shape;205;p8"/>
          <p:cNvGrpSpPr/>
          <p:nvPr/>
        </p:nvGrpSpPr>
        <p:grpSpPr>
          <a:xfrm>
            <a:off x="533400" y="3149600"/>
            <a:ext cx="8077200" cy="2692400"/>
            <a:chOff x="336" y="2016"/>
            <a:chExt cx="5088" cy="1632"/>
          </a:xfrm>
        </p:grpSpPr>
        <p:sp>
          <p:nvSpPr>
            <p:cNvPr id="206" name="Google Shape;206;p8"/>
            <p:cNvSpPr/>
            <p:nvPr/>
          </p:nvSpPr>
          <p:spPr>
            <a:xfrm>
              <a:off x="336" y="2016"/>
              <a:ext cx="1776" cy="1632"/>
            </a:xfrm>
            <a:prstGeom prst="ellipse">
              <a:avLst/>
            </a:prstGeom>
            <a:gradFill>
              <a:gsLst>
                <a:gs pos="0">
                  <a:schemeClr val="accent2"/>
                </a:gs>
                <a:gs pos="100000">
                  <a:srgbClr val="1F1F7A"/>
                </a:gs>
              </a:gsLst>
              <a:path path="circle">
                <a:fillToRect b="50%" l="50%" r="50%" t="50%"/>
              </a:path>
              <a:tileRect/>
            </a:gradFill>
            <a:ln>
              <a:noFill/>
            </a:ln>
            <a:effectLst>
              <a:outerShdw blurRad="63500" dir="2700000" dist="17960">
                <a:srgbClr val="1F1F7A"/>
              </a:outerShdw>
            </a:effectLst>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Planning</a:t>
              </a:r>
              <a:endParaRPr/>
            </a:p>
          </p:txBody>
        </p:sp>
        <p:sp>
          <p:nvSpPr>
            <p:cNvPr id="207" name="Google Shape;207;p8"/>
            <p:cNvSpPr/>
            <p:nvPr/>
          </p:nvSpPr>
          <p:spPr>
            <a:xfrm>
              <a:off x="3648" y="2016"/>
              <a:ext cx="1776" cy="1632"/>
            </a:xfrm>
            <a:prstGeom prst="ellipse">
              <a:avLst/>
            </a:prstGeom>
            <a:gradFill>
              <a:gsLst>
                <a:gs pos="0">
                  <a:srgbClr val="FF0000"/>
                </a:gs>
                <a:gs pos="100000">
                  <a:srgbClr val="990000"/>
                </a:gs>
              </a:gsLst>
              <a:path path="circle">
                <a:fillToRect b="50%" l="50%" r="50%" t="50%"/>
              </a:path>
              <a:tileRect/>
            </a:gradFill>
            <a:ln>
              <a:noFill/>
            </a:ln>
            <a:effectLst>
              <a:outerShdw blurRad="63500" dir="2700000" dist="17960">
                <a:srgbClr val="990000"/>
              </a:outerShdw>
            </a:effectLst>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Completing</a:t>
              </a:r>
              <a:endParaRPr/>
            </a:p>
          </p:txBody>
        </p:sp>
        <p:sp>
          <p:nvSpPr>
            <p:cNvPr id="208" name="Google Shape;208;p8"/>
            <p:cNvSpPr/>
            <p:nvPr/>
          </p:nvSpPr>
          <p:spPr>
            <a:xfrm>
              <a:off x="1968" y="2016"/>
              <a:ext cx="1776" cy="1632"/>
            </a:xfrm>
            <a:prstGeom prst="ellipse">
              <a:avLst/>
            </a:prstGeom>
            <a:gradFill>
              <a:gsLst>
                <a:gs pos="0">
                  <a:srgbClr val="008000"/>
                </a:gs>
                <a:gs pos="100000">
                  <a:srgbClr val="004D00"/>
                </a:gs>
              </a:gsLst>
              <a:path path="circle">
                <a:fillToRect b="50%" l="50%" r="50%" t="50%"/>
              </a:path>
              <a:tileRect/>
            </a:gradFill>
            <a:ln>
              <a:noFill/>
            </a:ln>
            <a:effectLst>
              <a:outerShdw blurRad="63500" dir="2700000" dist="17960">
                <a:srgbClr val="004D00"/>
              </a:outerShdw>
            </a:effectLst>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Writing</a:t>
              </a:r>
              <a:endParaRPr/>
            </a:p>
          </p:txBody>
        </p:sp>
      </p:grpSp>
    </p:spTree>
  </p:cSld>
  <p:clrMapOvr>
    <a:masterClrMapping/>
  </p:clrMapOvr>
  <p:transition spd="slow">
    <p:checker dir="ver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215" name="Google Shape;215;p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16" name="Google Shape;216;p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217" name="Google Shape;217;p9"/>
          <p:cNvSpPr txBox="1"/>
          <p:nvPr/>
        </p:nvSpPr>
        <p:spPr>
          <a:xfrm>
            <a:off x="457200" y="2057400"/>
            <a:ext cx="8229600" cy="4114800"/>
          </a:xfrm>
          <a:prstGeom prst="rect">
            <a:avLst/>
          </a:prstGeom>
          <a:gradFill>
            <a:gsLst>
              <a:gs pos="0">
                <a:srgbClr val="DCDCDC"/>
              </a:gs>
              <a:gs pos="50000">
                <a:schemeClr val="lt1"/>
              </a:gs>
              <a:gs pos="100000">
                <a:srgbClr val="DCDCDC"/>
              </a:gs>
            </a:gsLst>
            <a:lin ang="27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18" name="Google Shape;218;p9"/>
          <p:cNvSpPr txBox="1"/>
          <p:nvPr>
            <p:ph type="title"/>
          </p:nvPr>
        </p:nvSpPr>
        <p:spPr>
          <a:xfrm>
            <a:off x="457200" y="381000"/>
            <a:ext cx="8229600" cy="1676400"/>
          </a:xfrm>
          <a:prstGeom prst="rect">
            <a:avLst/>
          </a:prstGeom>
          <a:solidFill>
            <a:srgbClr val="66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Planning Your Résumé</a:t>
            </a:r>
            <a:endParaRPr/>
          </a:p>
        </p:txBody>
      </p:sp>
      <p:sp>
        <p:nvSpPr>
          <p:cNvPr id="219" name="Google Shape;219;p9"/>
          <p:cNvSpPr txBox="1"/>
          <p:nvPr/>
        </p:nvSpPr>
        <p:spPr>
          <a:xfrm>
            <a:off x="4011613" y="2057400"/>
            <a:ext cx="11208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Audience</a:t>
            </a:r>
            <a:endParaRPr/>
          </a:p>
        </p:txBody>
      </p:sp>
      <p:sp>
        <p:nvSpPr>
          <p:cNvPr id="220" name="Google Shape;220;p9"/>
          <p:cNvSpPr txBox="1"/>
          <p:nvPr/>
        </p:nvSpPr>
        <p:spPr>
          <a:xfrm rot="-5400000">
            <a:off x="205581" y="3894931"/>
            <a:ext cx="101758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Purpose</a:t>
            </a:r>
            <a:endParaRPr/>
          </a:p>
        </p:txBody>
      </p:sp>
      <p:sp>
        <p:nvSpPr>
          <p:cNvPr id="221" name="Google Shape;221;p9"/>
          <p:cNvSpPr txBox="1"/>
          <p:nvPr/>
        </p:nvSpPr>
        <p:spPr>
          <a:xfrm rot="5400000">
            <a:off x="7993856" y="3899693"/>
            <a:ext cx="101758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Purpose</a:t>
            </a:r>
            <a:endParaRPr/>
          </a:p>
        </p:txBody>
      </p:sp>
      <p:cxnSp>
        <p:nvCxnSpPr>
          <p:cNvPr id="222" name="Google Shape;222;p9"/>
          <p:cNvCxnSpPr/>
          <p:nvPr/>
        </p:nvCxnSpPr>
        <p:spPr>
          <a:xfrm flipH="1" rot="10800000">
            <a:off x="714374" y="2316175"/>
            <a:ext cx="3292500" cy="1268400"/>
          </a:xfrm>
          <a:prstGeom prst="bentConnector2">
            <a:avLst/>
          </a:prstGeom>
          <a:noFill/>
          <a:ln cap="flat" cmpd="sng" w="19050">
            <a:solidFill>
              <a:schemeClr val="dk1"/>
            </a:solidFill>
            <a:prstDash val="solid"/>
            <a:miter lim="800000"/>
            <a:headEnd len="med" w="med" type="none"/>
            <a:tailEnd len="med" w="med" type="none"/>
          </a:ln>
        </p:spPr>
      </p:cxnSp>
      <p:cxnSp>
        <p:nvCxnSpPr>
          <p:cNvPr id="223" name="Google Shape;223;p9"/>
          <p:cNvCxnSpPr/>
          <p:nvPr/>
        </p:nvCxnSpPr>
        <p:spPr>
          <a:xfrm>
            <a:off x="5127625" y="2316162"/>
            <a:ext cx="3375000" cy="1273200"/>
          </a:xfrm>
          <a:prstGeom prst="bentConnector2">
            <a:avLst/>
          </a:prstGeom>
          <a:noFill/>
          <a:ln cap="flat" cmpd="sng" w="19050">
            <a:solidFill>
              <a:schemeClr val="dk1"/>
            </a:solidFill>
            <a:prstDash val="solid"/>
            <a:miter lim="800000"/>
            <a:headEnd len="med" w="med" type="none"/>
            <a:tailEnd len="med" w="med" type="none"/>
          </a:ln>
        </p:spPr>
      </p:cxnSp>
      <p:cxnSp>
        <p:nvCxnSpPr>
          <p:cNvPr id="224" name="Google Shape;224;p9"/>
          <p:cNvCxnSpPr/>
          <p:nvPr/>
        </p:nvCxnSpPr>
        <p:spPr>
          <a:xfrm flipH="1">
            <a:off x="5094349" y="4605337"/>
            <a:ext cx="3408300" cy="1292100"/>
          </a:xfrm>
          <a:prstGeom prst="bentConnector2">
            <a:avLst/>
          </a:prstGeom>
          <a:noFill/>
          <a:ln cap="flat" cmpd="sng" w="19050">
            <a:solidFill>
              <a:schemeClr val="dk1"/>
            </a:solidFill>
            <a:prstDash val="solid"/>
            <a:miter lim="800000"/>
            <a:headEnd len="med" w="med" type="none"/>
            <a:tailEnd len="med" w="med" type="none"/>
          </a:ln>
        </p:spPr>
      </p:cxnSp>
      <p:cxnSp>
        <p:nvCxnSpPr>
          <p:cNvPr id="225" name="Google Shape;225;p9"/>
          <p:cNvCxnSpPr/>
          <p:nvPr/>
        </p:nvCxnSpPr>
        <p:spPr>
          <a:xfrm rot="10800000">
            <a:off x="714312" y="4602162"/>
            <a:ext cx="3259200" cy="1295400"/>
          </a:xfrm>
          <a:prstGeom prst="bentConnector2">
            <a:avLst/>
          </a:prstGeom>
          <a:noFill/>
          <a:ln cap="flat" cmpd="sng" w="19050">
            <a:solidFill>
              <a:schemeClr val="dk1"/>
            </a:solidFill>
            <a:prstDash val="solid"/>
            <a:miter lim="800000"/>
            <a:headEnd len="med" w="med" type="none"/>
            <a:tailEnd len="med" w="med" type="none"/>
          </a:ln>
        </p:spPr>
      </p:cxnSp>
      <p:grpSp>
        <p:nvGrpSpPr>
          <p:cNvPr id="226" name="Google Shape;226;p9"/>
          <p:cNvGrpSpPr/>
          <p:nvPr/>
        </p:nvGrpSpPr>
        <p:grpSpPr>
          <a:xfrm>
            <a:off x="1219200" y="3048000"/>
            <a:ext cx="6705600" cy="2057400"/>
            <a:chOff x="768" y="1920"/>
            <a:chExt cx="2816" cy="1296"/>
          </a:xfrm>
        </p:grpSpPr>
        <p:sp>
          <p:nvSpPr>
            <p:cNvPr id="227" name="Google Shape;227;p9"/>
            <p:cNvSpPr txBox="1"/>
            <p:nvPr/>
          </p:nvSpPr>
          <p:spPr>
            <a:xfrm>
              <a:off x="768" y="1920"/>
              <a:ext cx="1408" cy="1296"/>
            </a:xfrm>
            <a:prstGeom prst="rect">
              <a:avLst/>
            </a:prstGeom>
            <a:gradFill>
              <a:gsLst>
                <a:gs pos="0">
                  <a:srgbClr val="DCDCDC"/>
                </a:gs>
                <a:gs pos="50000">
                  <a:schemeClr val="lt1"/>
                </a:gs>
                <a:gs pos="100000">
                  <a:srgbClr val="DCDCDC"/>
                </a:gs>
              </a:gsLst>
              <a:lin ang="5400000" scaled="0"/>
            </a:gradFill>
            <a:ln cap="flat" cmpd="sng" w="19050">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Information</a:t>
              </a:r>
              <a:endParaRPr/>
            </a:p>
          </p:txBody>
        </p:sp>
        <p:sp>
          <p:nvSpPr>
            <p:cNvPr id="228" name="Google Shape;228;p9"/>
            <p:cNvSpPr txBox="1"/>
            <p:nvPr/>
          </p:nvSpPr>
          <p:spPr>
            <a:xfrm>
              <a:off x="2176" y="1920"/>
              <a:ext cx="1408" cy="1296"/>
            </a:xfrm>
            <a:prstGeom prst="rect">
              <a:avLst/>
            </a:prstGeom>
            <a:gradFill>
              <a:gsLst>
                <a:gs pos="0">
                  <a:srgbClr val="DCDCDC"/>
                </a:gs>
                <a:gs pos="50000">
                  <a:schemeClr val="lt1"/>
                </a:gs>
                <a:gs pos="100000">
                  <a:srgbClr val="DCDCDC"/>
                </a:gs>
              </a:gsLst>
              <a:lin ang="5400000" scaled="0"/>
            </a:gradFill>
            <a:ln cap="flat" cmpd="sng" w="19050">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Adaptation</a:t>
              </a:r>
              <a:endParaRPr/>
            </a:p>
          </p:txBody>
        </p:sp>
      </p:grpSp>
      <p:sp>
        <p:nvSpPr>
          <p:cNvPr id="229" name="Google Shape;229;p9"/>
          <p:cNvSpPr txBox="1"/>
          <p:nvPr/>
        </p:nvSpPr>
        <p:spPr>
          <a:xfrm>
            <a:off x="3973512" y="5699125"/>
            <a:ext cx="1120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Audience</a:t>
            </a:r>
            <a:endParaRPr/>
          </a:p>
        </p:txBody>
      </p:sp>
    </p:spTree>
  </p:cSld>
  <p:clrMapOvr>
    <a:masterClrMapping/>
  </p:clrMapOvr>
  <p:transition spd="slow">
    <p:spli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236" name="Google Shape;236;p1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37" name="Google Shape;237;p1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238" name="Google Shape;238;p10"/>
          <p:cNvSpPr txBox="1"/>
          <p:nvPr/>
        </p:nvSpPr>
        <p:spPr>
          <a:xfrm>
            <a:off x="457200" y="1676400"/>
            <a:ext cx="8229600" cy="44958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39" name="Google Shape;239;p10"/>
          <p:cNvSpPr txBox="1"/>
          <p:nvPr>
            <p:ph type="title"/>
          </p:nvPr>
        </p:nvSpPr>
        <p:spPr>
          <a:xfrm>
            <a:off x="457200" y="381000"/>
            <a:ext cx="8229600" cy="1295400"/>
          </a:xfrm>
          <a:prstGeom prst="rect">
            <a:avLst/>
          </a:prstGeom>
          <a:solidFill>
            <a:srgbClr val="66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What Employers Seek</a:t>
            </a:r>
            <a:endParaRPr/>
          </a:p>
        </p:txBody>
      </p:sp>
      <p:sp>
        <p:nvSpPr>
          <p:cNvPr id="240" name="Google Shape;240;p10"/>
          <p:cNvSpPr txBox="1"/>
          <p:nvPr>
            <p:ph idx="1" type="body"/>
          </p:nvPr>
        </p:nvSpPr>
        <p:spPr>
          <a:xfrm>
            <a:off x="609600" y="1828800"/>
            <a:ext cx="5562600" cy="42672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Results orientation</a:t>
            </a:r>
            <a:endParaRPr/>
          </a:p>
          <a:p>
            <a:pPr indent="-342900" lvl="0" marL="342900" rtl="0" algn="l">
              <a:lnSpc>
                <a:spcPct val="12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Workplace achievements</a:t>
            </a:r>
            <a:endParaRPr/>
          </a:p>
          <a:p>
            <a:pPr indent="-342900" lvl="0" marL="342900" rtl="0" algn="l">
              <a:lnSpc>
                <a:spcPct val="12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Versatility</a:t>
            </a:r>
            <a:endParaRPr/>
          </a:p>
          <a:p>
            <a:pPr indent="-342900" lvl="0" marL="342900" rtl="0" algn="l">
              <a:lnSpc>
                <a:spcPct val="12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Signs of progress</a:t>
            </a:r>
            <a:endParaRPr/>
          </a:p>
          <a:p>
            <a:pPr indent="-342900" lvl="0" marL="342900" rtl="0" algn="l">
              <a:lnSpc>
                <a:spcPct val="12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Standards of excellence</a:t>
            </a:r>
            <a:endParaRPr/>
          </a:p>
          <a:p>
            <a:pPr indent="-342900" lvl="0" marL="342900" rtl="0" algn="l">
              <a:lnSpc>
                <a:spcPct val="120000"/>
              </a:lnSpc>
              <a:spcBef>
                <a:spcPts val="560"/>
              </a:spcBef>
              <a:spcAft>
                <a:spcPts val="0"/>
              </a:spcAft>
              <a:buClr>
                <a:schemeClr val="dk1"/>
              </a:buClr>
              <a:buSzPts val="2800"/>
              <a:buFont typeface="Arial"/>
              <a:buChar char="•"/>
            </a:pPr>
            <a:r>
              <a:rPr b="1" i="1" lang="en-US" sz="2800" u="none">
                <a:solidFill>
                  <a:schemeClr val="dk1"/>
                </a:solidFill>
                <a:latin typeface="Arial"/>
                <a:ea typeface="Arial"/>
                <a:cs typeface="Arial"/>
                <a:sym typeface="Arial"/>
              </a:rPr>
              <a:t>Flexibility</a:t>
            </a:r>
            <a:endParaRPr/>
          </a:p>
          <a:p>
            <a:pPr indent="-342900" lvl="0" marL="342900" rtl="0" algn="l">
              <a:lnSpc>
                <a:spcPct val="12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Communication skills</a:t>
            </a:r>
            <a:endParaRPr/>
          </a:p>
        </p:txBody>
      </p:sp>
      <p:grpSp>
        <p:nvGrpSpPr>
          <p:cNvPr id="241" name="Google Shape;241;p10"/>
          <p:cNvGrpSpPr/>
          <p:nvPr/>
        </p:nvGrpSpPr>
        <p:grpSpPr>
          <a:xfrm>
            <a:off x="6477000" y="1981200"/>
            <a:ext cx="2130425" cy="4171950"/>
            <a:chOff x="4080" y="1248"/>
            <a:chExt cx="1342" cy="2628"/>
          </a:xfrm>
        </p:grpSpPr>
        <p:grpSp>
          <p:nvGrpSpPr>
            <p:cNvPr id="242" name="Google Shape;242;p10"/>
            <p:cNvGrpSpPr/>
            <p:nvPr/>
          </p:nvGrpSpPr>
          <p:grpSpPr>
            <a:xfrm>
              <a:off x="4080" y="1248"/>
              <a:ext cx="1342" cy="2628"/>
              <a:chOff x="4080" y="1248"/>
              <a:chExt cx="1342" cy="2628"/>
            </a:xfrm>
          </p:grpSpPr>
          <p:sp>
            <p:nvSpPr>
              <p:cNvPr id="243" name="Google Shape;243;p10"/>
              <p:cNvSpPr/>
              <p:nvPr/>
            </p:nvSpPr>
            <p:spPr>
              <a:xfrm>
                <a:off x="4080" y="1248"/>
                <a:ext cx="1342" cy="2628"/>
              </a:xfrm>
              <a:custGeom>
                <a:rect b="b" l="l" r="r" t="t"/>
                <a:pathLst>
                  <a:path extrusionOk="0" h="2628" w="1342">
                    <a:moveTo>
                      <a:pt x="1094" y="1175"/>
                    </a:moveTo>
                    <a:lnTo>
                      <a:pt x="1096" y="1173"/>
                    </a:lnTo>
                    <a:lnTo>
                      <a:pt x="1098" y="1169"/>
                    </a:lnTo>
                    <a:lnTo>
                      <a:pt x="1099" y="1168"/>
                    </a:lnTo>
                    <a:lnTo>
                      <a:pt x="1101" y="1166"/>
                    </a:lnTo>
                    <a:lnTo>
                      <a:pt x="1103" y="1164"/>
                    </a:lnTo>
                    <a:lnTo>
                      <a:pt x="1103" y="1162"/>
                    </a:lnTo>
                    <a:lnTo>
                      <a:pt x="1104" y="1161"/>
                    </a:lnTo>
                    <a:lnTo>
                      <a:pt x="1106" y="1159"/>
                    </a:lnTo>
                    <a:lnTo>
                      <a:pt x="1108" y="1155"/>
                    </a:lnTo>
                    <a:lnTo>
                      <a:pt x="1108" y="1154"/>
                    </a:lnTo>
                    <a:lnTo>
                      <a:pt x="1110" y="1152"/>
                    </a:lnTo>
                    <a:lnTo>
                      <a:pt x="1111" y="1150"/>
                    </a:lnTo>
                    <a:lnTo>
                      <a:pt x="1113" y="1149"/>
                    </a:lnTo>
                    <a:lnTo>
                      <a:pt x="1113" y="1145"/>
                    </a:lnTo>
                    <a:lnTo>
                      <a:pt x="1115" y="1143"/>
                    </a:lnTo>
                    <a:lnTo>
                      <a:pt x="1117" y="1142"/>
                    </a:lnTo>
                    <a:lnTo>
                      <a:pt x="1118" y="1140"/>
                    </a:lnTo>
                    <a:lnTo>
                      <a:pt x="1118" y="1138"/>
                    </a:lnTo>
                    <a:lnTo>
                      <a:pt x="1120" y="1136"/>
                    </a:lnTo>
                    <a:lnTo>
                      <a:pt x="1122" y="1133"/>
                    </a:lnTo>
                    <a:lnTo>
                      <a:pt x="1124" y="1131"/>
                    </a:lnTo>
                    <a:lnTo>
                      <a:pt x="1124" y="1130"/>
                    </a:lnTo>
                    <a:lnTo>
                      <a:pt x="1125" y="1128"/>
                    </a:lnTo>
                    <a:lnTo>
                      <a:pt x="1127" y="1126"/>
                    </a:lnTo>
                    <a:lnTo>
                      <a:pt x="1129" y="1124"/>
                    </a:lnTo>
                    <a:lnTo>
                      <a:pt x="1130" y="1121"/>
                    </a:lnTo>
                    <a:lnTo>
                      <a:pt x="1130" y="1119"/>
                    </a:lnTo>
                    <a:lnTo>
                      <a:pt x="1132" y="1117"/>
                    </a:lnTo>
                    <a:lnTo>
                      <a:pt x="1134" y="1116"/>
                    </a:lnTo>
                    <a:lnTo>
                      <a:pt x="1136" y="1114"/>
                    </a:lnTo>
                    <a:lnTo>
                      <a:pt x="1137" y="1112"/>
                    </a:lnTo>
                    <a:lnTo>
                      <a:pt x="1139" y="1110"/>
                    </a:lnTo>
                    <a:lnTo>
                      <a:pt x="1141" y="1109"/>
                    </a:lnTo>
                    <a:lnTo>
                      <a:pt x="1141" y="1107"/>
                    </a:lnTo>
                    <a:lnTo>
                      <a:pt x="1143" y="1105"/>
                    </a:lnTo>
                    <a:lnTo>
                      <a:pt x="1143" y="1104"/>
                    </a:lnTo>
                    <a:lnTo>
                      <a:pt x="1144" y="1102"/>
                    </a:lnTo>
                    <a:lnTo>
                      <a:pt x="1144" y="1100"/>
                    </a:lnTo>
                    <a:lnTo>
                      <a:pt x="1144" y="1098"/>
                    </a:lnTo>
                    <a:lnTo>
                      <a:pt x="1144" y="1097"/>
                    </a:lnTo>
                    <a:lnTo>
                      <a:pt x="1144" y="1095"/>
                    </a:lnTo>
                    <a:lnTo>
                      <a:pt x="1144" y="1093"/>
                    </a:lnTo>
                    <a:lnTo>
                      <a:pt x="1144" y="1091"/>
                    </a:lnTo>
                    <a:lnTo>
                      <a:pt x="1144" y="1090"/>
                    </a:lnTo>
                    <a:lnTo>
                      <a:pt x="1144" y="1088"/>
                    </a:lnTo>
                    <a:lnTo>
                      <a:pt x="1144" y="1084"/>
                    </a:lnTo>
                    <a:lnTo>
                      <a:pt x="1143" y="1083"/>
                    </a:lnTo>
                    <a:lnTo>
                      <a:pt x="1143" y="1081"/>
                    </a:lnTo>
                    <a:lnTo>
                      <a:pt x="1143" y="1079"/>
                    </a:lnTo>
                    <a:lnTo>
                      <a:pt x="1141" y="1078"/>
                    </a:lnTo>
                    <a:lnTo>
                      <a:pt x="1141" y="1076"/>
                    </a:lnTo>
                    <a:lnTo>
                      <a:pt x="1139" y="1074"/>
                    </a:lnTo>
                    <a:lnTo>
                      <a:pt x="1139" y="1072"/>
                    </a:lnTo>
                    <a:lnTo>
                      <a:pt x="1139" y="1071"/>
                    </a:lnTo>
                    <a:lnTo>
                      <a:pt x="1137" y="1069"/>
                    </a:lnTo>
                    <a:lnTo>
                      <a:pt x="1137" y="1067"/>
                    </a:lnTo>
                    <a:lnTo>
                      <a:pt x="1136" y="1065"/>
                    </a:lnTo>
                    <a:lnTo>
                      <a:pt x="1136" y="1064"/>
                    </a:lnTo>
                    <a:lnTo>
                      <a:pt x="1134" y="1062"/>
                    </a:lnTo>
                    <a:lnTo>
                      <a:pt x="1134" y="1060"/>
                    </a:lnTo>
                    <a:lnTo>
                      <a:pt x="1134" y="1058"/>
                    </a:lnTo>
                    <a:lnTo>
                      <a:pt x="1132" y="1057"/>
                    </a:lnTo>
                    <a:lnTo>
                      <a:pt x="1132" y="1055"/>
                    </a:lnTo>
                    <a:lnTo>
                      <a:pt x="1132" y="1053"/>
                    </a:lnTo>
                    <a:lnTo>
                      <a:pt x="1132" y="1052"/>
                    </a:lnTo>
                    <a:lnTo>
                      <a:pt x="1132" y="1050"/>
                    </a:lnTo>
                    <a:lnTo>
                      <a:pt x="1134" y="1050"/>
                    </a:lnTo>
                    <a:lnTo>
                      <a:pt x="1134" y="1048"/>
                    </a:lnTo>
                    <a:lnTo>
                      <a:pt x="1136" y="1046"/>
                    </a:lnTo>
                    <a:lnTo>
                      <a:pt x="1136" y="1045"/>
                    </a:lnTo>
                    <a:lnTo>
                      <a:pt x="1137" y="1045"/>
                    </a:lnTo>
                    <a:lnTo>
                      <a:pt x="1139" y="1043"/>
                    </a:lnTo>
                    <a:lnTo>
                      <a:pt x="1139" y="1041"/>
                    </a:lnTo>
                    <a:lnTo>
                      <a:pt x="1141" y="1041"/>
                    </a:lnTo>
                    <a:lnTo>
                      <a:pt x="1143" y="1039"/>
                    </a:lnTo>
                    <a:lnTo>
                      <a:pt x="1144" y="1039"/>
                    </a:lnTo>
                    <a:lnTo>
                      <a:pt x="1144" y="1038"/>
                    </a:lnTo>
                    <a:lnTo>
                      <a:pt x="1146" y="1038"/>
                    </a:lnTo>
                    <a:lnTo>
                      <a:pt x="1148" y="1036"/>
                    </a:lnTo>
                    <a:lnTo>
                      <a:pt x="1150" y="1036"/>
                    </a:lnTo>
                    <a:lnTo>
                      <a:pt x="1150" y="1034"/>
                    </a:lnTo>
                    <a:lnTo>
                      <a:pt x="1151" y="1034"/>
                    </a:lnTo>
                    <a:lnTo>
                      <a:pt x="1151" y="1032"/>
                    </a:lnTo>
                    <a:lnTo>
                      <a:pt x="1153" y="1032"/>
                    </a:lnTo>
                    <a:lnTo>
                      <a:pt x="1108" y="958"/>
                    </a:lnTo>
                    <a:lnTo>
                      <a:pt x="1089" y="1053"/>
                    </a:lnTo>
                    <a:lnTo>
                      <a:pt x="1089" y="1055"/>
                    </a:lnTo>
                    <a:lnTo>
                      <a:pt x="1091" y="1057"/>
                    </a:lnTo>
                    <a:lnTo>
                      <a:pt x="1092" y="1058"/>
                    </a:lnTo>
                    <a:lnTo>
                      <a:pt x="1092" y="1060"/>
                    </a:lnTo>
                    <a:lnTo>
                      <a:pt x="1094" y="1062"/>
                    </a:lnTo>
                    <a:lnTo>
                      <a:pt x="1094" y="1064"/>
                    </a:lnTo>
                    <a:lnTo>
                      <a:pt x="1096" y="1064"/>
                    </a:lnTo>
                    <a:lnTo>
                      <a:pt x="1098" y="1065"/>
                    </a:lnTo>
                    <a:lnTo>
                      <a:pt x="1098" y="1067"/>
                    </a:lnTo>
                    <a:lnTo>
                      <a:pt x="1099" y="1069"/>
                    </a:lnTo>
                    <a:lnTo>
                      <a:pt x="1101" y="1069"/>
                    </a:lnTo>
                    <a:lnTo>
                      <a:pt x="1101" y="1071"/>
                    </a:lnTo>
                    <a:lnTo>
                      <a:pt x="1103" y="1072"/>
                    </a:lnTo>
                    <a:lnTo>
                      <a:pt x="1104" y="1074"/>
                    </a:lnTo>
                    <a:lnTo>
                      <a:pt x="1106" y="1074"/>
                    </a:lnTo>
                    <a:lnTo>
                      <a:pt x="1106" y="1076"/>
                    </a:lnTo>
                    <a:lnTo>
                      <a:pt x="1108" y="1078"/>
                    </a:lnTo>
                    <a:lnTo>
                      <a:pt x="1108" y="1079"/>
                    </a:lnTo>
                    <a:lnTo>
                      <a:pt x="1110" y="1081"/>
                    </a:lnTo>
                    <a:lnTo>
                      <a:pt x="1111" y="1081"/>
                    </a:lnTo>
                    <a:lnTo>
                      <a:pt x="1111" y="1083"/>
                    </a:lnTo>
                    <a:lnTo>
                      <a:pt x="1113" y="1084"/>
                    </a:lnTo>
                    <a:lnTo>
                      <a:pt x="1113" y="1086"/>
                    </a:lnTo>
                    <a:lnTo>
                      <a:pt x="1113" y="1088"/>
                    </a:lnTo>
                    <a:lnTo>
                      <a:pt x="1115" y="1090"/>
                    </a:lnTo>
                    <a:lnTo>
                      <a:pt x="1115" y="1091"/>
                    </a:lnTo>
                    <a:lnTo>
                      <a:pt x="1115" y="1093"/>
                    </a:lnTo>
                    <a:lnTo>
                      <a:pt x="1115" y="1095"/>
                    </a:lnTo>
                    <a:lnTo>
                      <a:pt x="1115" y="1097"/>
                    </a:lnTo>
                    <a:lnTo>
                      <a:pt x="1115" y="1098"/>
                    </a:lnTo>
                    <a:lnTo>
                      <a:pt x="1115" y="1100"/>
                    </a:lnTo>
                    <a:lnTo>
                      <a:pt x="1113" y="1102"/>
                    </a:lnTo>
                    <a:lnTo>
                      <a:pt x="1113" y="1105"/>
                    </a:lnTo>
                    <a:lnTo>
                      <a:pt x="1111" y="1107"/>
                    </a:lnTo>
                    <a:lnTo>
                      <a:pt x="1111" y="1109"/>
                    </a:lnTo>
                    <a:lnTo>
                      <a:pt x="1110" y="1112"/>
                    </a:lnTo>
                    <a:lnTo>
                      <a:pt x="1110" y="1114"/>
                    </a:lnTo>
                    <a:lnTo>
                      <a:pt x="1108" y="1116"/>
                    </a:lnTo>
                    <a:lnTo>
                      <a:pt x="1106" y="1117"/>
                    </a:lnTo>
                    <a:lnTo>
                      <a:pt x="1106" y="1121"/>
                    </a:lnTo>
                    <a:lnTo>
                      <a:pt x="1104" y="1123"/>
                    </a:lnTo>
                    <a:lnTo>
                      <a:pt x="1103" y="1124"/>
                    </a:lnTo>
                    <a:lnTo>
                      <a:pt x="1101" y="1126"/>
                    </a:lnTo>
                    <a:lnTo>
                      <a:pt x="1101" y="1128"/>
                    </a:lnTo>
                    <a:lnTo>
                      <a:pt x="1099" y="1131"/>
                    </a:lnTo>
                    <a:lnTo>
                      <a:pt x="1098" y="1133"/>
                    </a:lnTo>
                    <a:lnTo>
                      <a:pt x="1098" y="1135"/>
                    </a:lnTo>
                    <a:lnTo>
                      <a:pt x="1096" y="1136"/>
                    </a:lnTo>
                    <a:lnTo>
                      <a:pt x="1094" y="1138"/>
                    </a:lnTo>
                    <a:lnTo>
                      <a:pt x="1094" y="1142"/>
                    </a:lnTo>
                    <a:lnTo>
                      <a:pt x="1094" y="1143"/>
                    </a:lnTo>
                    <a:lnTo>
                      <a:pt x="1092" y="1145"/>
                    </a:lnTo>
                    <a:lnTo>
                      <a:pt x="1092" y="1149"/>
                    </a:lnTo>
                    <a:lnTo>
                      <a:pt x="1091" y="1150"/>
                    </a:lnTo>
                    <a:lnTo>
                      <a:pt x="1091" y="1152"/>
                    </a:lnTo>
                    <a:lnTo>
                      <a:pt x="1091" y="1155"/>
                    </a:lnTo>
                    <a:lnTo>
                      <a:pt x="1091" y="1157"/>
                    </a:lnTo>
                    <a:lnTo>
                      <a:pt x="1091" y="1161"/>
                    </a:lnTo>
                    <a:lnTo>
                      <a:pt x="1091" y="1162"/>
                    </a:lnTo>
                    <a:lnTo>
                      <a:pt x="1092" y="1166"/>
                    </a:lnTo>
                    <a:lnTo>
                      <a:pt x="1092" y="1168"/>
                    </a:lnTo>
                    <a:lnTo>
                      <a:pt x="1094" y="1171"/>
                    </a:lnTo>
                    <a:lnTo>
                      <a:pt x="1094" y="1175"/>
                    </a:lnTo>
                    <a:lnTo>
                      <a:pt x="1120" y="1393"/>
                    </a:lnTo>
                    <a:lnTo>
                      <a:pt x="1120" y="1396"/>
                    </a:lnTo>
                    <a:lnTo>
                      <a:pt x="1120" y="1401"/>
                    </a:lnTo>
                    <a:lnTo>
                      <a:pt x="1120" y="1407"/>
                    </a:lnTo>
                    <a:lnTo>
                      <a:pt x="1120" y="1410"/>
                    </a:lnTo>
                    <a:lnTo>
                      <a:pt x="1120" y="1415"/>
                    </a:lnTo>
                    <a:lnTo>
                      <a:pt x="1120" y="1421"/>
                    </a:lnTo>
                    <a:lnTo>
                      <a:pt x="1120" y="1426"/>
                    </a:lnTo>
                    <a:lnTo>
                      <a:pt x="1122" y="1431"/>
                    </a:lnTo>
                    <a:lnTo>
                      <a:pt x="1122" y="1436"/>
                    </a:lnTo>
                    <a:lnTo>
                      <a:pt x="1124" y="1441"/>
                    </a:lnTo>
                    <a:lnTo>
                      <a:pt x="1124" y="1447"/>
                    </a:lnTo>
                    <a:lnTo>
                      <a:pt x="1125" y="1452"/>
                    </a:lnTo>
                    <a:lnTo>
                      <a:pt x="1125" y="1455"/>
                    </a:lnTo>
                    <a:lnTo>
                      <a:pt x="1127" y="1460"/>
                    </a:lnTo>
                    <a:lnTo>
                      <a:pt x="1127" y="1466"/>
                    </a:lnTo>
                    <a:lnTo>
                      <a:pt x="1127" y="1471"/>
                    </a:lnTo>
                    <a:lnTo>
                      <a:pt x="1129" y="1476"/>
                    </a:lnTo>
                    <a:lnTo>
                      <a:pt x="1129" y="1481"/>
                    </a:lnTo>
                    <a:lnTo>
                      <a:pt x="1129" y="1485"/>
                    </a:lnTo>
                    <a:lnTo>
                      <a:pt x="1129" y="1490"/>
                    </a:lnTo>
                    <a:lnTo>
                      <a:pt x="1127" y="1495"/>
                    </a:lnTo>
                    <a:lnTo>
                      <a:pt x="1127" y="1498"/>
                    </a:lnTo>
                    <a:lnTo>
                      <a:pt x="1125" y="1502"/>
                    </a:lnTo>
                    <a:lnTo>
                      <a:pt x="1124" y="1507"/>
                    </a:lnTo>
                    <a:lnTo>
                      <a:pt x="1122" y="1511"/>
                    </a:lnTo>
                    <a:lnTo>
                      <a:pt x="1120" y="1514"/>
                    </a:lnTo>
                    <a:lnTo>
                      <a:pt x="1117" y="1518"/>
                    </a:lnTo>
                    <a:lnTo>
                      <a:pt x="1113" y="1519"/>
                    </a:lnTo>
                    <a:lnTo>
                      <a:pt x="1110" y="1523"/>
                    </a:lnTo>
                    <a:lnTo>
                      <a:pt x="1104" y="1524"/>
                    </a:lnTo>
                    <a:lnTo>
                      <a:pt x="1099" y="1528"/>
                    </a:lnTo>
                    <a:lnTo>
                      <a:pt x="1094" y="1530"/>
                    </a:lnTo>
                    <a:lnTo>
                      <a:pt x="1096" y="1561"/>
                    </a:lnTo>
                    <a:lnTo>
                      <a:pt x="1096" y="1594"/>
                    </a:lnTo>
                    <a:lnTo>
                      <a:pt x="1096" y="1627"/>
                    </a:lnTo>
                    <a:lnTo>
                      <a:pt x="1096" y="1658"/>
                    </a:lnTo>
                    <a:lnTo>
                      <a:pt x="1096" y="1691"/>
                    </a:lnTo>
                    <a:lnTo>
                      <a:pt x="1096" y="1722"/>
                    </a:lnTo>
                    <a:lnTo>
                      <a:pt x="1094" y="1755"/>
                    </a:lnTo>
                    <a:lnTo>
                      <a:pt x="1092" y="1786"/>
                    </a:lnTo>
                    <a:lnTo>
                      <a:pt x="1092" y="1817"/>
                    </a:lnTo>
                    <a:lnTo>
                      <a:pt x="1091" y="1848"/>
                    </a:lnTo>
                    <a:lnTo>
                      <a:pt x="1089" y="1881"/>
                    </a:lnTo>
                    <a:lnTo>
                      <a:pt x="1085" y="1913"/>
                    </a:lnTo>
                    <a:lnTo>
                      <a:pt x="1084" y="1944"/>
                    </a:lnTo>
                    <a:lnTo>
                      <a:pt x="1082" y="1975"/>
                    </a:lnTo>
                    <a:lnTo>
                      <a:pt x="1078" y="2006"/>
                    </a:lnTo>
                    <a:lnTo>
                      <a:pt x="1075" y="2036"/>
                    </a:lnTo>
                    <a:lnTo>
                      <a:pt x="1072" y="2067"/>
                    </a:lnTo>
                    <a:lnTo>
                      <a:pt x="1068" y="2098"/>
                    </a:lnTo>
                    <a:lnTo>
                      <a:pt x="1065" y="2129"/>
                    </a:lnTo>
                    <a:lnTo>
                      <a:pt x="1061" y="2160"/>
                    </a:lnTo>
                    <a:lnTo>
                      <a:pt x="1058" y="2190"/>
                    </a:lnTo>
                    <a:lnTo>
                      <a:pt x="1052" y="2221"/>
                    </a:lnTo>
                    <a:lnTo>
                      <a:pt x="1047" y="2252"/>
                    </a:lnTo>
                    <a:lnTo>
                      <a:pt x="1044" y="2282"/>
                    </a:lnTo>
                    <a:lnTo>
                      <a:pt x="1039" y="2313"/>
                    </a:lnTo>
                    <a:lnTo>
                      <a:pt x="1033" y="2342"/>
                    </a:lnTo>
                    <a:lnTo>
                      <a:pt x="1028" y="2373"/>
                    </a:lnTo>
                    <a:lnTo>
                      <a:pt x="1023" y="2403"/>
                    </a:lnTo>
                    <a:lnTo>
                      <a:pt x="1018" y="2434"/>
                    </a:lnTo>
                    <a:lnTo>
                      <a:pt x="1011" y="2463"/>
                    </a:lnTo>
                    <a:lnTo>
                      <a:pt x="1006" y="2495"/>
                    </a:lnTo>
                    <a:lnTo>
                      <a:pt x="999" y="2524"/>
                    </a:lnTo>
                    <a:lnTo>
                      <a:pt x="1004" y="2528"/>
                    </a:lnTo>
                    <a:lnTo>
                      <a:pt x="1007" y="2529"/>
                    </a:lnTo>
                    <a:lnTo>
                      <a:pt x="1013" y="2533"/>
                    </a:lnTo>
                    <a:lnTo>
                      <a:pt x="1016" y="2534"/>
                    </a:lnTo>
                    <a:lnTo>
                      <a:pt x="1021" y="2538"/>
                    </a:lnTo>
                    <a:lnTo>
                      <a:pt x="1025" y="2540"/>
                    </a:lnTo>
                    <a:lnTo>
                      <a:pt x="1030" y="2541"/>
                    </a:lnTo>
                    <a:lnTo>
                      <a:pt x="1033" y="2543"/>
                    </a:lnTo>
                    <a:lnTo>
                      <a:pt x="1039" y="2545"/>
                    </a:lnTo>
                    <a:lnTo>
                      <a:pt x="1042" y="2547"/>
                    </a:lnTo>
                    <a:lnTo>
                      <a:pt x="1047" y="2550"/>
                    </a:lnTo>
                    <a:lnTo>
                      <a:pt x="1052" y="2552"/>
                    </a:lnTo>
                    <a:lnTo>
                      <a:pt x="1056" y="2554"/>
                    </a:lnTo>
                    <a:lnTo>
                      <a:pt x="1061" y="2555"/>
                    </a:lnTo>
                    <a:lnTo>
                      <a:pt x="1066" y="2557"/>
                    </a:lnTo>
                    <a:lnTo>
                      <a:pt x="1070" y="2559"/>
                    </a:lnTo>
                    <a:lnTo>
                      <a:pt x="1075" y="2560"/>
                    </a:lnTo>
                    <a:lnTo>
                      <a:pt x="1080" y="2562"/>
                    </a:lnTo>
                    <a:lnTo>
                      <a:pt x="1084" y="2564"/>
                    </a:lnTo>
                    <a:lnTo>
                      <a:pt x="1089" y="2566"/>
                    </a:lnTo>
                    <a:lnTo>
                      <a:pt x="1094" y="2567"/>
                    </a:lnTo>
                    <a:lnTo>
                      <a:pt x="1098" y="2569"/>
                    </a:lnTo>
                    <a:lnTo>
                      <a:pt x="1103" y="2571"/>
                    </a:lnTo>
                    <a:lnTo>
                      <a:pt x="1106" y="2573"/>
                    </a:lnTo>
                    <a:lnTo>
                      <a:pt x="1111" y="2576"/>
                    </a:lnTo>
                    <a:lnTo>
                      <a:pt x="1115" y="2578"/>
                    </a:lnTo>
                    <a:lnTo>
                      <a:pt x="1120" y="2579"/>
                    </a:lnTo>
                    <a:lnTo>
                      <a:pt x="1124" y="2583"/>
                    </a:lnTo>
                    <a:lnTo>
                      <a:pt x="1127" y="2586"/>
                    </a:lnTo>
                    <a:lnTo>
                      <a:pt x="1132" y="2588"/>
                    </a:lnTo>
                    <a:lnTo>
                      <a:pt x="1136" y="2592"/>
                    </a:lnTo>
                    <a:lnTo>
                      <a:pt x="1139" y="2595"/>
                    </a:lnTo>
                    <a:lnTo>
                      <a:pt x="1139" y="2597"/>
                    </a:lnTo>
                    <a:lnTo>
                      <a:pt x="1139" y="2599"/>
                    </a:lnTo>
                    <a:lnTo>
                      <a:pt x="1139" y="2600"/>
                    </a:lnTo>
                    <a:lnTo>
                      <a:pt x="1139" y="2602"/>
                    </a:lnTo>
                    <a:lnTo>
                      <a:pt x="1137" y="2602"/>
                    </a:lnTo>
                    <a:lnTo>
                      <a:pt x="1137" y="2604"/>
                    </a:lnTo>
                    <a:lnTo>
                      <a:pt x="1136" y="2605"/>
                    </a:lnTo>
                    <a:lnTo>
                      <a:pt x="1136" y="2607"/>
                    </a:lnTo>
                    <a:lnTo>
                      <a:pt x="1134" y="2607"/>
                    </a:lnTo>
                    <a:lnTo>
                      <a:pt x="1134" y="2609"/>
                    </a:lnTo>
                    <a:lnTo>
                      <a:pt x="1132" y="2609"/>
                    </a:lnTo>
                    <a:lnTo>
                      <a:pt x="1132" y="2611"/>
                    </a:lnTo>
                    <a:lnTo>
                      <a:pt x="1130" y="2611"/>
                    </a:lnTo>
                    <a:lnTo>
                      <a:pt x="1129" y="2612"/>
                    </a:lnTo>
                    <a:lnTo>
                      <a:pt x="1127" y="2612"/>
                    </a:lnTo>
                    <a:lnTo>
                      <a:pt x="1127" y="2614"/>
                    </a:lnTo>
                    <a:lnTo>
                      <a:pt x="1125" y="2614"/>
                    </a:lnTo>
                    <a:lnTo>
                      <a:pt x="1120" y="2614"/>
                    </a:lnTo>
                    <a:lnTo>
                      <a:pt x="1115" y="2614"/>
                    </a:lnTo>
                    <a:lnTo>
                      <a:pt x="1108" y="2614"/>
                    </a:lnTo>
                    <a:lnTo>
                      <a:pt x="1103" y="2614"/>
                    </a:lnTo>
                    <a:lnTo>
                      <a:pt x="1098" y="2614"/>
                    </a:lnTo>
                    <a:lnTo>
                      <a:pt x="1091" y="2614"/>
                    </a:lnTo>
                    <a:lnTo>
                      <a:pt x="1085" y="2614"/>
                    </a:lnTo>
                    <a:lnTo>
                      <a:pt x="1080" y="2614"/>
                    </a:lnTo>
                    <a:lnTo>
                      <a:pt x="1073" y="2614"/>
                    </a:lnTo>
                    <a:lnTo>
                      <a:pt x="1068" y="2614"/>
                    </a:lnTo>
                    <a:lnTo>
                      <a:pt x="1063" y="2614"/>
                    </a:lnTo>
                    <a:lnTo>
                      <a:pt x="1056" y="2614"/>
                    </a:lnTo>
                    <a:lnTo>
                      <a:pt x="1051" y="2614"/>
                    </a:lnTo>
                    <a:lnTo>
                      <a:pt x="1046" y="2614"/>
                    </a:lnTo>
                    <a:lnTo>
                      <a:pt x="1039" y="2612"/>
                    </a:lnTo>
                    <a:lnTo>
                      <a:pt x="1033" y="2612"/>
                    </a:lnTo>
                    <a:lnTo>
                      <a:pt x="1028" y="2612"/>
                    </a:lnTo>
                    <a:lnTo>
                      <a:pt x="1021" y="2612"/>
                    </a:lnTo>
                    <a:lnTo>
                      <a:pt x="1016" y="2612"/>
                    </a:lnTo>
                    <a:lnTo>
                      <a:pt x="1011" y="2611"/>
                    </a:lnTo>
                    <a:lnTo>
                      <a:pt x="1006" y="2611"/>
                    </a:lnTo>
                    <a:lnTo>
                      <a:pt x="999" y="2611"/>
                    </a:lnTo>
                    <a:lnTo>
                      <a:pt x="993" y="2609"/>
                    </a:lnTo>
                    <a:lnTo>
                      <a:pt x="988" y="2609"/>
                    </a:lnTo>
                    <a:lnTo>
                      <a:pt x="981" y="2609"/>
                    </a:lnTo>
                    <a:lnTo>
                      <a:pt x="976" y="2607"/>
                    </a:lnTo>
                    <a:lnTo>
                      <a:pt x="971" y="2607"/>
                    </a:lnTo>
                    <a:lnTo>
                      <a:pt x="966" y="2605"/>
                    </a:lnTo>
                    <a:lnTo>
                      <a:pt x="961" y="2605"/>
                    </a:lnTo>
                    <a:lnTo>
                      <a:pt x="954" y="2604"/>
                    </a:lnTo>
                    <a:lnTo>
                      <a:pt x="948" y="2604"/>
                    </a:lnTo>
                    <a:lnTo>
                      <a:pt x="943" y="2602"/>
                    </a:lnTo>
                    <a:lnTo>
                      <a:pt x="941" y="2600"/>
                    </a:lnTo>
                    <a:lnTo>
                      <a:pt x="940" y="2599"/>
                    </a:lnTo>
                    <a:lnTo>
                      <a:pt x="938" y="2599"/>
                    </a:lnTo>
                    <a:lnTo>
                      <a:pt x="936" y="2597"/>
                    </a:lnTo>
                    <a:lnTo>
                      <a:pt x="935" y="2597"/>
                    </a:lnTo>
                    <a:lnTo>
                      <a:pt x="933" y="2597"/>
                    </a:lnTo>
                    <a:lnTo>
                      <a:pt x="931" y="2597"/>
                    </a:lnTo>
                    <a:lnTo>
                      <a:pt x="929" y="2597"/>
                    </a:lnTo>
                    <a:lnTo>
                      <a:pt x="928" y="2597"/>
                    </a:lnTo>
                    <a:lnTo>
                      <a:pt x="926" y="2597"/>
                    </a:lnTo>
                    <a:lnTo>
                      <a:pt x="926" y="2599"/>
                    </a:lnTo>
                    <a:lnTo>
                      <a:pt x="924" y="2599"/>
                    </a:lnTo>
                    <a:lnTo>
                      <a:pt x="922" y="2599"/>
                    </a:lnTo>
                    <a:lnTo>
                      <a:pt x="921" y="2600"/>
                    </a:lnTo>
                    <a:lnTo>
                      <a:pt x="919" y="2600"/>
                    </a:lnTo>
                    <a:lnTo>
                      <a:pt x="919" y="2602"/>
                    </a:lnTo>
                    <a:lnTo>
                      <a:pt x="917" y="2602"/>
                    </a:lnTo>
                    <a:lnTo>
                      <a:pt x="915" y="2604"/>
                    </a:lnTo>
                    <a:lnTo>
                      <a:pt x="912" y="2602"/>
                    </a:lnTo>
                    <a:lnTo>
                      <a:pt x="910" y="2602"/>
                    </a:lnTo>
                    <a:lnTo>
                      <a:pt x="909" y="2600"/>
                    </a:lnTo>
                    <a:lnTo>
                      <a:pt x="905" y="2600"/>
                    </a:lnTo>
                    <a:lnTo>
                      <a:pt x="903" y="2599"/>
                    </a:lnTo>
                    <a:lnTo>
                      <a:pt x="900" y="2599"/>
                    </a:lnTo>
                    <a:lnTo>
                      <a:pt x="898" y="2597"/>
                    </a:lnTo>
                    <a:lnTo>
                      <a:pt x="895" y="2597"/>
                    </a:lnTo>
                    <a:lnTo>
                      <a:pt x="893" y="2595"/>
                    </a:lnTo>
                    <a:lnTo>
                      <a:pt x="889" y="2595"/>
                    </a:lnTo>
                    <a:lnTo>
                      <a:pt x="888" y="2593"/>
                    </a:lnTo>
                    <a:lnTo>
                      <a:pt x="884" y="2593"/>
                    </a:lnTo>
                    <a:lnTo>
                      <a:pt x="883" y="2592"/>
                    </a:lnTo>
                    <a:lnTo>
                      <a:pt x="879" y="2590"/>
                    </a:lnTo>
                    <a:lnTo>
                      <a:pt x="877" y="2590"/>
                    </a:lnTo>
                    <a:lnTo>
                      <a:pt x="874" y="2588"/>
                    </a:lnTo>
                    <a:lnTo>
                      <a:pt x="872" y="2586"/>
                    </a:lnTo>
                    <a:lnTo>
                      <a:pt x="870" y="2586"/>
                    </a:lnTo>
                    <a:lnTo>
                      <a:pt x="867" y="2585"/>
                    </a:lnTo>
                    <a:lnTo>
                      <a:pt x="865" y="2583"/>
                    </a:lnTo>
                    <a:lnTo>
                      <a:pt x="863" y="2581"/>
                    </a:lnTo>
                    <a:lnTo>
                      <a:pt x="860" y="2581"/>
                    </a:lnTo>
                    <a:lnTo>
                      <a:pt x="858" y="2579"/>
                    </a:lnTo>
                    <a:lnTo>
                      <a:pt x="857" y="2578"/>
                    </a:lnTo>
                    <a:lnTo>
                      <a:pt x="855" y="2576"/>
                    </a:lnTo>
                    <a:lnTo>
                      <a:pt x="853" y="2573"/>
                    </a:lnTo>
                    <a:lnTo>
                      <a:pt x="851" y="2571"/>
                    </a:lnTo>
                    <a:lnTo>
                      <a:pt x="850" y="2569"/>
                    </a:lnTo>
                    <a:lnTo>
                      <a:pt x="848" y="2567"/>
                    </a:lnTo>
                    <a:lnTo>
                      <a:pt x="846" y="2564"/>
                    </a:lnTo>
                    <a:lnTo>
                      <a:pt x="846" y="2562"/>
                    </a:lnTo>
                    <a:lnTo>
                      <a:pt x="844" y="2559"/>
                    </a:lnTo>
                    <a:lnTo>
                      <a:pt x="843" y="2559"/>
                    </a:lnTo>
                    <a:lnTo>
                      <a:pt x="843" y="2560"/>
                    </a:lnTo>
                    <a:lnTo>
                      <a:pt x="841" y="2560"/>
                    </a:lnTo>
                    <a:lnTo>
                      <a:pt x="839" y="2560"/>
                    </a:lnTo>
                    <a:lnTo>
                      <a:pt x="837" y="2560"/>
                    </a:lnTo>
                    <a:lnTo>
                      <a:pt x="836" y="2559"/>
                    </a:lnTo>
                    <a:lnTo>
                      <a:pt x="834" y="2559"/>
                    </a:lnTo>
                    <a:lnTo>
                      <a:pt x="834" y="2557"/>
                    </a:lnTo>
                    <a:lnTo>
                      <a:pt x="832" y="2557"/>
                    </a:lnTo>
                    <a:lnTo>
                      <a:pt x="831" y="2555"/>
                    </a:lnTo>
                    <a:lnTo>
                      <a:pt x="829" y="2554"/>
                    </a:lnTo>
                    <a:lnTo>
                      <a:pt x="827" y="2552"/>
                    </a:lnTo>
                    <a:lnTo>
                      <a:pt x="825" y="2552"/>
                    </a:lnTo>
                    <a:lnTo>
                      <a:pt x="825" y="2550"/>
                    </a:lnTo>
                    <a:lnTo>
                      <a:pt x="824" y="2550"/>
                    </a:lnTo>
                    <a:lnTo>
                      <a:pt x="822" y="2550"/>
                    </a:lnTo>
                    <a:lnTo>
                      <a:pt x="820" y="2550"/>
                    </a:lnTo>
                    <a:lnTo>
                      <a:pt x="818" y="2550"/>
                    </a:lnTo>
                    <a:lnTo>
                      <a:pt x="817" y="2552"/>
                    </a:lnTo>
                    <a:lnTo>
                      <a:pt x="815" y="2554"/>
                    </a:lnTo>
                    <a:lnTo>
                      <a:pt x="815" y="2555"/>
                    </a:lnTo>
                    <a:lnTo>
                      <a:pt x="813" y="2557"/>
                    </a:lnTo>
                    <a:lnTo>
                      <a:pt x="810" y="2560"/>
                    </a:lnTo>
                    <a:lnTo>
                      <a:pt x="808" y="2562"/>
                    </a:lnTo>
                    <a:lnTo>
                      <a:pt x="806" y="2564"/>
                    </a:lnTo>
                    <a:lnTo>
                      <a:pt x="803" y="2566"/>
                    </a:lnTo>
                    <a:lnTo>
                      <a:pt x="801" y="2567"/>
                    </a:lnTo>
                    <a:lnTo>
                      <a:pt x="798" y="2569"/>
                    </a:lnTo>
                    <a:lnTo>
                      <a:pt x="796" y="2571"/>
                    </a:lnTo>
                    <a:lnTo>
                      <a:pt x="792" y="2573"/>
                    </a:lnTo>
                    <a:lnTo>
                      <a:pt x="791" y="2574"/>
                    </a:lnTo>
                    <a:lnTo>
                      <a:pt x="787" y="2574"/>
                    </a:lnTo>
                    <a:lnTo>
                      <a:pt x="785" y="2576"/>
                    </a:lnTo>
                    <a:lnTo>
                      <a:pt x="782" y="2578"/>
                    </a:lnTo>
                    <a:lnTo>
                      <a:pt x="780" y="2579"/>
                    </a:lnTo>
                    <a:lnTo>
                      <a:pt x="777" y="2579"/>
                    </a:lnTo>
                    <a:lnTo>
                      <a:pt x="773" y="2581"/>
                    </a:lnTo>
                    <a:lnTo>
                      <a:pt x="772" y="2583"/>
                    </a:lnTo>
                    <a:lnTo>
                      <a:pt x="768" y="2583"/>
                    </a:lnTo>
                    <a:lnTo>
                      <a:pt x="765" y="2585"/>
                    </a:lnTo>
                    <a:lnTo>
                      <a:pt x="763" y="2585"/>
                    </a:lnTo>
                    <a:lnTo>
                      <a:pt x="759" y="2586"/>
                    </a:lnTo>
                    <a:lnTo>
                      <a:pt x="756" y="2586"/>
                    </a:lnTo>
                    <a:lnTo>
                      <a:pt x="754" y="2588"/>
                    </a:lnTo>
                    <a:lnTo>
                      <a:pt x="751" y="2588"/>
                    </a:lnTo>
                    <a:lnTo>
                      <a:pt x="747" y="2590"/>
                    </a:lnTo>
                    <a:lnTo>
                      <a:pt x="744" y="2590"/>
                    </a:lnTo>
                    <a:lnTo>
                      <a:pt x="742" y="2592"/>
                    </a:lnTo>
                    <a:lnTo>
                      <a:pt x="739" y="2592"/>
                    </a:lnTo>
                    <a:lnTo>
                      <a:pt x="735" y="2593"/>
                    </a:lnTo>
                    <a:lnTo>
                      <a:pt x="733" y="2593"/>
                    </a:lnTo>
                    <a:lnTo>
                      <a:pt x="730" y="2595"/>
                    </a:lnTo>
                    <a:lnTo>
                      <a:pt x="726" y="2595"/>
                    </a:lnTo>
                    <a:lnTo>
                      <a:pt x="725" y="2593"/>
                    </a:lnTo>
                    <a:lnTo>
                      <a:pt x="723" y="2593"/>
                    </a:lnTo>
                    <a:lnTo>
                      <a:pt x="721" y="2592"/>
                    </a:lnTo>
                    <a:lnTo>
                      <a:pt x="720" y="2592"/>
                    </a:lnTo>
                    <a:lnTo>
                      <a:pt x="718" y="2592"/>
                    </a:lnTo>
                    <a:lnTo>
                      <a:pt x="716" y="2592"/>
                    </a:lnTo>
                    <a:lnTo>
                      <a:pt x="714" y="2592"/>
                    </a:lnTo>
                    <a:lnTo>
                      <a:pt x="713" y="2592"/>
                    </a:lnTo>
                    <a:lnTo>
                      <a:pt x="711" y="2592"/>
                    </a:lnTo>
                    <a:lnTo>
                      <a:pt x="709" y="2592"/>
                    </a:lnTo>
                    <a:lnTo>
                      <a:pt x="707" y="2593"/>
                    </a:lnTo>
                    <a:lnTo>
                      <a:pt x="706" y="2593"/>
                    </a:lnTo>
                    <a:lnTo>
                      <a:pt x="704" y="2595"/>
                    </a:lnTo>
                    <a:lnTo>
                      <a:pt x="702" y="2595"/>
                    </a:lnTo>
                    <a:lnTo>
                      <a:pt x="700" y="2597"/>
                    </a:lnTo>
                    <a:lnTo>
                      <a:pt x="699" y="2597"/>
                    </a:lnTo>
                    <a:lnTo>
                      <a:pt x="697" y="2599"/>
                    </a:lnTo>
                    <a:lnTo>
                      <a:pt x="695" y="2599"/>
                    </a:lnTo>
                    <a:lnTo>
                      <a:pt x="694" y="2600"/>
                    </a:lnTo>
                    <a:lnTo>
                      <a:pt x="692" y="2600"/>
                    </a:lnTo>
                    <a:lnTo>
                      <a:pt x="690" y="2602"/>
                    </a:lnTo>
                    <a:lnTo>
                      <a:pt x="688" y="2602"/>
                    </a:lnTo>
                    <a:lnTo>
                      <a:pt x="687" y="2604"/>
                    </a:lnTo>
                    <a:lnTo>
                      <a:pt x="685" y="2604"/>
                    </a:lnTo>
                    <a:lnTo>
                      <a:pt x="683" y="2605"/>
                    </a:lnTo>
                    <a:lnTo>
                      <a:pt x="681" y="2605"/>
                    </a:lnTo>
                    <a:lnTo>
                      <a:pt x="680" y="2605"/>
                    </a:lnTo>
                    <a:lnTo>
                      <a:pt x="678" y="2605"/>
                    </a:lnTo>
                    <a:lnTo>
                      <a:pt x="676" y="2605"/>
                    </a:lnTo>
                    <a:lnTo>
                      <a:pt x="671" y="2605"/>
                    </a:lnTo>
                    <a:lnTo>
                      <a:pt x="668" y="2607"/>
                    </a:lnTo>
                    <a:lnTo>
                      <a:pt x="662" y="2607"/>
                    </a:lnTo>
                    <a:lnTo>
                      <a:pt x="657" y="2609"/>
                    </a:lnTo>
                    <a:lnTo>
                      <a:pt x="654" y="2609"/>
                    </a:lnTo>
                    <a:lnTo>
                      <a:pt x="648" y="2609"/>
                    </a:lnTo>
                    <a:lnTo>
                      <a:pt x="643" y="2611"/>
                    </a:lnTo>
                    <a:lnTo>
                      <a:pt x="640" y="2612"/>
                    </a:lnTo>
                    <a:lnTo>
                      <a:pt x="635" y="2612"/>
                    </a:lnTo>
                    <a:lnTo>
                      <a:pt x="631" y="2614"/>
                    </a:lnTo>
                    <a:lnTo>
                      <a:pt x="626" y="2614"/>
                    </a:lnTo>
                    <a:lnTo>
                      <a:pt x="621" y="2616"/>
                    </a:lnTo>
                    <a:lnTo>
                      <a:pt x="617" y="2618"/>
                    </a:lnTo>
                    <a:lnTo>
                      <a:pt x="612" y="2618"/>
                    </a:lnTo>
                    <a:lnTo>
                      <a:pt x="607" y="2619"/>
                    </a:lnTo>
                    <a:lnTo>
                      <a:pt x="603" y="2619"/>
                    </a:lnTo>
                    <a:lnTo>
                      <a:pt x="598" y="2621"/>
                    </a:lnTo>
                    <a:lnTo>
                      <a:pt x="595" y="2621"/>
                    </a:lnTo>
                    <a:lnTo>
                      <a:pt x="590" y="2623"/>
                    </a:lnTo>
                    <a:lnTo>
                      <a:pt x="584" y="2625"/>
                    </a:lnTo>
                    <a:lnTo>
                      <a:pt x="581" y="2625"/>
                    </a:lnTo>
                    <a:lnTo>
                      <a:pt x="576" y="2625"/>
                    </a:lnTo>
                    <a:lnTo>
                      <a:pt x="570" y="2626"/>
                    </a:lnTo>
                    <a:lnTo>
                      <a:pt x="567" y="2626"/>
                    </a:lnTo>
                    <a:lnTo>
                      <a:pt x="562" y="2628"/>
                    </a:lnTo>
                    <a:lnTo>
                      <a:pt x="557" y="2628"/>
                    </a:lnTo>
                    <a:lnTo>
                      <a:pt x="553" y="2628"/>
                    </a:lnTo>
                    <a:lnTo>
                      <a:pt x="548" y="2628"/>
                    </a:lnTo>
                    <a:lnTo>
                      <a:pt x="543" y="2628"/>
                    </a:lnTo>
                    <a:lnTo>
                      <a:pt x="537" y="2628"/>
                    </a:lnTo>
                    <a:lnTo>
                      <a:pt x="534" y="2628"/>
                    </a:lnTo>
                    <a:lnTo>
                      <a:pt x="529" y="2628"/>
                    </a:lnTo>
                    <a:lnTo>
                      <a:pt x="527" y="2628"/>
                    </a:lnTo>
                    <a:lnTo>
                      <a:pt x="527" y="2626"/>
                    </a:lnTo>
                    <a:lnTo>
                      <a:pt x="525" y="2626"/>
                    </a:lnTo>
                    <a:lnTo>
                      <a:pt x="525" y="2625"/>
                    </a:lnTo>
                    <a:lnTo>
                      <a:pt x="524" y="2625"/>
                    </a:lnTo>
                    <a:lnTo>
                      <a:pt x="524" y="2623"/>
                    </a:lnTo>
                    <a:lnTo>
                      <a:pt x="524" y="2621"/>
                    </a:lnTo>
                    <a:lnTo>
                      <a:pt x="522" y="2621"/>
                    </a:lnTo>
                    <a:lnTo>
                      <a:pt x="522" y="2619"/>
                    </a:lnTo>
                    <a:lnTo>
                      <a:pt x="522" y="2618"/>
                    </a:lnTo>
                    <a:lnTo>
                      <a:pt x="520" y="2616"/>
                    </a:lnTo>
                    <a:lnTo>
                      <a:pt x="520" y="2614"/>
                    </a:lnTo>
                    <a:lnTo>
                      <a:pt x="520" y="2612"/>
                    </a:lnTo>
                    <a:lnTo>
                      <a:pt x="520" y="2611"/>
                    </a:lnTo>
                    <a:lnTo>
                      <a:pt x="522" y="2611"/>
                    </a:lnTo>
                    <a:lnTo>
                      <a:pt x="522" y="2609"/>
                    </a:lnTo>
                    <a:lnTo>
                      <a:pt x="522" y="2607"/>
                    </a:lnTo>
                    <a:lnTo>
                      <a:pt x="527" y="2604"/>
                    </a:lnTo>
                    <a:lnTo>
                      <a:pt x="532" y="2602"/>
                    </a:lnTo>
                    <a:lnTo>
                      <a:pt x="536" y="2599"/>
                    </a:lnTo>
                    <a:lnTo>
                      <a:pt x="541" y="2595"/>
                    </a:lnTo>
                    <a:lnTo>
                      <a:pt x="546" y="2593"/>
                    </a:lnTo>
                    <a:lnTo>
                      <a:pt x="551" y="2590"/>
                    </a:lnTo>
                    <a:lnTo>
                      <a:pt x="555" y="2586"/>
                    </a:lnTo>
                    <a:lnTo>
                      <a:pt x="560" y="2585"/>
                    </a:lnTo>
                    <a:lnTo>
                      <a:pt x="565" y="2581"/>
                    </a:lnTo>
                    <a:lnTo>
                      <a:pt x="570" y="2578"/>
                    </a:lnTo>
                    <a:lnTo>
                      <a:pt x="574" y="2576"/>
                    </a:lnTo>
                    <a:lnTo>
                      <a:pt x="579" y="2573"/>
                    </a:lnTo>
                    <a:lnTo>
                      <a:pt x="584" y="2569"/>
                    </a:lnTo>
                    <a:lnTo>
                      <a:pt x="590" y="2566"/>
                    </a:lnTo>
                    <a:lnTo>
                      <a:pt x="593" y="2564"/>
                    </a:lnTo>
                    <a:lnTo>
                      <a:pt x="598" y="2560"/>
                    </a:lnTo>
                    <a:lnTo>
                      <a:pt x="603" y="2557"/>
                    </a:lnTo>
                    <a:lnTo>
                      <a:pt x="607" y="2554"/>
                    </a:lnTo>
                    <a:lnTo>
                      <a:pt x="612" y="2550"/>
                    </a:lnTo>
                    <a:lnTo>
                      <a:pt x="617" y="2548"/>
                    </a:lnTo>
                    <a:lnTo>
                      <a:pt x="622" y="2545"/>
                    </a:lnTo>
                    <a:lnTo>
                      <a:pt x="626" y="2541"/>
                    </a:lnTo>
                    <a:lnTo>
                      <a:pt x="631" y="2538"/>
                    </a:lnTo>
                    <a:lnTo>
                      <a:pt x="636" y="2534"/>
                    </a:lnTo>
                    <a:lnTo>
                      <a:pt x="640" y="2533"/>
                    </a:lnTo>
                    <a:lnTo>
                      <a:pt x="645" y="2529"/>
                    </a:lnTo>
                    <a:lnTo>
                      <a:pt x="650" y="2526"/>
                    </a:lnTo>
                    <a:lnTo>
                      <a:pt x="654" y="2522"/>
                    </a:lnTo>
                    <a:lnTo>
                      <a:pt x="659" y="2519"/>
                    </a:lnTo>
                    <a:lnTo>
                      <a:pt x="664" y="2517"/>
                    </a:lnTo>
                    <a:lnTo>
                      <a:pt x="668" y="2514"/>
                    </a:lnTo>
                    <a:lnTo>
                      <a:pt x="673" y="2510"/>
                    </a:lnTo>
                    <a:lnTo>
                      <a:pt x="668" y="2481"/>
                    </a:lnTo>
                    <a:lnTo>
                      <a:pt x="662" y="2451"/>
                    </a:lnTo>
                    <a:lnTo>
                      <a:pt x="657" y="2420"/>
                    </a:lnTo>
                    <a:lnTo>
                      <a:pt x="652" y="2391"/>
                    </a:lnTo>
                    <a:lnTo>
                      <a:pt x="648" y="2361"/>
                    </a:lnTo>
                    <a:lnTo>
                      <a:pt x="643" y="2332"/>
                    </a:lnTo>
                    <a:lnTo>
                      <a:pt x="638" y="2301"/>
                    </a:lnTo>
                    <a:lnTo>
                      <a:pt x="635" y="2271"/>
                    </a:lnTo>
                    <a:lnTo>
                      <a:pt x="629" y="2242"/>
                    </a:lnTo>
                    <a:lnTo>
                      <a:pt x="626" y="2210"/>
                    </a:lnTo>
                    <a:lnTo>
                      <a:pt x="621" y="2181"/>
                    </a:lnTo>
                    <a:lnTo>
                      <a:pt x="617" y="2150"/>
                    </a:lnTo>
                    <a:lnTo>
                      <a:pt x="614" y="2120"/>
                    </a:lnTo>
                    <a:lnTo>
                      <a:pt x="610" y="2089"/>
                    </a:lnTo>
                    <a:lnTo>
                      <a:pt x="607" y="2060"/>
                    </a:lnTo>
                    <a:lnTo>
                      <a:pt x="603" y="2029"/>
                    </a:lnTo>
                    <a:lnTo>
                      <a:pt x="600" y="1997"/>
                    </a:lnTo>
                    <a:lnTo>
                      <a:pt x="596" y="1968"/>
                    </a:lnTo>
                    <a:lnTo>
                      <a:pt x="593" y="1937"/>
                    </a:lnTo>
                    <a:lnTo>
                      <a:pt x="591" y="1906"/>
                    </a:lnTo>
                    <a:lnTo>
                      <a:pt x="588" y="1874"/>
                    </a:lnTo>
                    <a:lnTo>
                      <a:pt x="586" y="1843"/>
                    </a:lnTo>
                    <a:lnTo>
                      <a:pt x="584" y="1812"/>
                    </a:lnTo>
                    <a:lnTo>
                      <a:pt x="583" y="1781"/>
                    </a:lnTo>
                    <a:lnTo>
                      <a:pt x="581" y="1750"/>
                    </a:lnTo>
                    <a:lnTo>
                      <a:pt x="581" y="1719"/>
                    </a:lnTo>
                    <a:lnTo>
                      <a:pt x="579" y="1687"/>
                    </a:lnTo>
                    <a:lnTo>
                      <a:pt x="579" y="1656"/>
                    </a:lnTo>
                    <a:lnTo>
                      <a:pt x="579" y="1623"/>
                    </a:lnTo>
                    <a:lnTo>
                      <a:pt x="579" y="1592"/>
                    </a:lnTo>
                    <a:lnTo>
                      <a:pt x="579" y="1559"/>
                    </a:lnTo>
                    <a:lnTo>
                      <a:pt x="579" y="1528"/>
                    </a:lnTo>
                    <a:lnTo>
                      <a:pt x="577" y="1526"/>
                    </a:lnTo>
                    <a:lnTo>
                      <a:pt x="576" y="1526"/>
                    </a:lnTo>
                    <a:lnTo>
                      <a:pt x="574" y="1526"/>
                    </a:lnTo>
                    <a:lnTo>
                      <a:pt x="572" y="1524"/>
                    </a:lnTo>
                    <a:lnTo>
                      <a:pt x="570" y="1524"/>
                    </a:lnTo>
                    <a:lnTo>
                      <a:pt x="569" y="1524"/>
                    </a:lnTo>
                    <a:lnTo>
                      <a:pt x="569" y="1523"/>
                    </a:lnTo>
                    <a:lnTo>
                      <a:pt x="567" y="1523"/>
                    </a:lnTo>
                    <a:lnTo>
                      <a:pt x="565" y="1521"/>
                    </a:lnTo>
                    <a:lnTo>
                      <a:pt x="564" y="1521"/>
                    </a:lnTo>
                    <a:lnTo>
                      <a:pt x="564" y="1519"/>
                    </a:lnTo>
                    <a:lnTo>
                      <a:pt x="562" y="1519"/>
                    </a:lnTo>
                    <a:lnTo>
                      <a:pt x="560" y="1518"/>
                    </a:lnTo>
                    <a:lnTo>
                      <a:pt x="558" y="1516"/>
                    </a:lnTo>
                    <a:lnTo>
                      <a:pt x="557" y="1514"/>
                    </a:lnTo>
                    <a:lnTo>
                      <a:pt x="557" y="1512"/>
                    </a:lnTo>
                    <a:lnTo>
                      <a:pt x="555" y="1512"/>
                    </a:lnTo>
                    <a:lnTo>
                      <a:pt x="555" y="1511"/>
                    </a:lnTo>
                    <a:lnTo>
                      <a:pt x="553" y="1500"/>
                    </a:lnTo>
                    <a:lnTo>
                      <a:pt x="553" y="1490"/>
                    </a:lnTo>
                    <a:lnTo>
                      <a:pt x="553" y="1479"/>
                    </a:lnTo>
                    <a:lnTo>
                      <a:pt x="551" y="1469"/>
                    </a:lnTo>
                    <a:lnTo>
                      <a:pt x="551" y="1459"/>
                    </a:lnTo>
                    <a:lnTo>
                      <a:pt x="553" y="1448"/>
                    </a:lnTo>
                    <a:lnTo>
                      <a:pt x="553" y="1438"/>
                    </a:lnTo>
                    <a:lnTo>
                      <a:pt x="553" y="1427"/>
                    </a:lnTo>
                    <a:lnTo>
                      <a:pt x="555" y="1417"/>
                    </a:lnTo>
                    <a:lnTo>
                      <a:pt x="557" y="1407"/>
                    </a:lnTo>
                    <a:lnTo>
                      <a:pt x="557" y="1396"/>
                    </a:lnTo>
                    <a:lnTo>
                      <a:pt x="558" y="1386"/>
                    </a:lnTo>
                    <a:lnTo>
                      <a:pt x="560" y="1375"/>
                    </a:lnTo>
                    <a:lnTo>
                      <a:pt x="562" y="1365"/>
                    </a:lnTo>
                    <a:lnTo>
                      <a:pt x="564" y="1356"/>
                    </a:lnTo>
                    <a:lnTo>
                      <a:pt x="565" y="1346"/>
                    </a:lnTo>
                    <a:lnTo>
                      <a:pt x="567" y="1336"/>
                    </a:lnTo>
                    <a:lnTo>
                      <a:pt x="569" y="1325"/>
                    </a:lnTo>
                    <a:lnTo>
                      <a:pt x="570" y="1317"/>
                    </a:lnTo>
                    <a:lnTo>
                      <a:pt x="572" y="1306"/>
                    </a:lnTo>
                    <a:lnTo>
                      <a:pt x="574" y="1296"/>
                    </a:lnTo>
                    <a:lnTo>
                      <a:pt x="576" y="1285"/>
                    </a:lnTo>
                    <a:lnTo>
                      <a:pt x="577" y="1275"/>
                    </a:lnTo>
                    <a:lnTo>
                      <a:pt x="577" y="1266"/>
                    </a:lnTo>
                    <a:lnTo>
                      <a:pt x="579" y="1256"/>
                    </a:lnTo>
                    <a:lnTo>
                      <a:pt x="581" y="1246"/>
                    </a:lnTo>
                    <a:lnTo>
                      <a:pt x="583" y="1235"/>
                    </a:lnTo>
                    <a:lnTo>
                      <a:pt x="583" y="1225"/>
                    </a:lnTo>
                    <a:lnTo>
                      <a:pt x="583" y="1214"/>
                    </a:lnTo>
                    <a:lnTo>
                      <a:pt x="584" y="1204"/>
                    </a:lnTo>
                    <a:lnTo>
                      <a:pt x="584" y="1194"/>
                    </a:lnTo>
                    <a:lnTo>
                      <a:pt x="584" y="1183"/>
                    </a:lnTo>
                    <a:lnTo>
                      <a:pt x="583" y="1175"/>
                    </a:lnTo>
                    <a:lnTo>
                      <a:pt x="583" y="1166"/>
                    </a:lnTo>
                    <a:lnTo>
                      <a:pt x="581" y="1157"/>
                    </a:lnTo>
                    <a:lnTo>
                      <a:pt x="581" y="1150"/>
                    </a:lnTo>
                    <a:lnTo>
                      <a:pt x="581" y="1142"/>
                    </a:lnTo>
                    <a:lnTo>
                      <a:pt x="581" y="1133"/>
                    </a:lnTo>
                    <a:lnTo>
                      <a:pt x="581" y="1124"/>
                    </a:lnTo>
                    <a:lnTo>
                      <a:pt x="581" y="1116"/>
                    </a:lnTo>
                    <a:lnTo>
                      <a:pt x="581" y="1107"/>
                    </a:lnTo>
                    <a:lnTo>
                      <a:pt x="581" y="1100"/>
                    </a:lnTo>
                    <a:lnTo>
                      <a:pt x="581" y="1091"/>
                    </a:lnTo>
                    <a:lnTo>
                      <a:pt x="581" y="1083"/>
                    </a:lnTo>
                    <a:lnTo>
                      <a:pt x="581" y="1074"/>
                    </a:lnTo>
                    <a:lnTo>
                      <a:pt x="583" y="1065"/>
                    </a:lnTo>
                    <a:lnTo>
                      <a:pt x="583" y="1057"/>
                    </a:lnTo>
                    <a:lnTo>
                      <a:pt x="583" y="1050"/>
                    </a:lnTo>
                    <a:lnTo>
                      <a:pt x="583" y="1041"/>
                    </a:lnTo>
                    <a:lnTo>
                      <a:pt x="583" y="1032"/>
                    </a:lnTo>
                    <a:lnTo>
                      <a:pt x="584" y="1024"/>
                    </a:lnTo>
                    <a:lnTo>
                      <a:pt x="584" y="1015"/>
                    </a:lnTo>
                    <a:lnTo>
                      <a:pt x="584" y="1007"/>
                    </a:lnTo>
                    <a:lnTo>
                      <a:pt x="584" y="1000"/>
                    </a:lnTo>
                    <a:lnTo>
                      <a:pt x="584" y="991"/>
                    </a:lnTo>
                    <a:lnTo>
                      <a:pt x="584" y="982"/>
                    </a:lnTo>
                    <a:lnTo>
                      <a:pt x="584" y="974"/>
                    </a:lnTo>
                    <a:lnTo>
                      <a:pt x="584" y="967"/>
                    </a:lnTo>
                    <a:lnTo>
                      <a:pt x="584" y="958"/>
                    </a:lnTo>
                    <a:lnTo>
                      <a:pt x="583" y="949"/>
                    </a:lnTo>
                    <a:lnTo>
                      <a:pt x="583" y="942"/>
                    </a:lnTo>
                    <a:lnTo>
                      <a:pt x="581" y="934"/>
                    </a:lnTo>
                    <a:lnTo>
                      <a:pt x="581" y="925"/>
                    </a:lnTo>
                    <a:lnTo>
                      <a:pt x="579" y="918"/>
                    </a:lnTo>
                    <a:lnTo>
                      <a:pt x="576" y="922"/>
                    </a:lnTo>
                    <a:lnTo>
                      <a:pt x="570" y="927"/>
                    </a:lnTo>
                    <a:lnTo>
                      <a:pt x="565" y="930"/>
                    </a:lnTo>
                    <a:lnTo>
                      <a:pt x="560" y="935"/>
                    </a:lnTo>
                    <a:lnTo>
                      <a:pt x="557" y="939"/>
                    </a:lnTo>
                    <a:lnTo>
                      <a:pt x="551" y="944"/>
                    </a:lnTo>
                    <a:lnTo>
                      <a:pt x="546" y="949"/>
                    </a:lnTo>
                    <a:lnTo>
                      <a:pt x="541" y="953"/>
                    </a:lnTo>
                    <a:lnTo>
                      <a:pt x="536" y="958"/>
                    </a:lnTo>
                    <a:lnTo>
                      <a:pt x="532" y="963"/>
                    </a:lnTo>
                    <a:lnTo>
                      <a:pt x="527" y="968"/>
                    </a:lnTo>
                    <a:lnTo>
                      <a:pt x="522" y="974"/>
                    </a:lnTo>
                    <a:lnTo>
                      <a:pt x="517" y="977"/>
                    </a:lnTo>
                    <a:lnTo>
                      <a:pt x="511" y="982"/>
                    </a:lnTo>
                    <a:lnTo>
                      <a:pt x="506" y="987"/>
                    </a:lnTo>
                    <a:lnTo>
                      <a:pt x="503" y="993"/>
                    </a:lnTo>
                    <a:lnTo>
                      <a:pt x="498" y="996"/>
                    </a:lnTo>
                    <a:lnTo>
                      <a:pt x="492" y="1001"/>
                    </a:lnTo>
                    <a:lnTo>
                      <a:pt x="487" y="1007"/>
                    </a:lnTo>
                    <a:lnTo>
                      <a:pt x="482" y="1010"/>
                    </a:lnTo>
                    <a:lnTo>
                      <a:pt x="477" y="1015"/>
                    </a:lnTo>
                    <a:lnTo>
                      <a:pt x="472" y="1020"/>
                    </a:lnTo>
                    <a:lnTo>
                      <a:pt x="466" y="1024"/>
                    </a:lnTo>
                    <a:lnTo>
                      <a:pt x="461" y="1027"/>
                    </a:lnTo>
                    <a:lnTo>
                      <a:pt x="456" y="1032"/>
                    </a:lnTo>
                    <a:lnTo>
                      <a:pt x="451" y="1036"/>
                    </a:lnTo>
                    <a:lnTo>
                      <a:pt x="446" y="1039"/>
                    </a:lnTo>
                    <a:lnTo>
                      <a:pt x="440" y="1043"/>
                    </a:lnTo>
                    <a:lnTo>
                      <a:pt x="435" y="1046"/>
                    </a:lnTo>
                    <a:lnTo>
                      <a:pt x="428" y="1050"/>
                    </a:lnTo>
                    <a:lnTo>
                      <a:pt x="423" y="1053"/>
                    </a:lnTo>
                    <a:lnTo>
                      <a:pt x="418" y="1057"/>
                    </a:lnTo>
                    <a:lnTo>
                      <a:pt x="414" y="1055"/>
                    </a:lnTo>
                    <a:lnTo>
                      <a:pt x="411" y="1055"/>
                    </a:lnTo>
                    <a:lnTo>
                      <a:pt x="406" y="1053"/>
                    </a:lnTo>
                    <a:lnTo>
                      <a:pt x="402" y="1053"/>
                    </a:lnTo>
                    <a:lnTo>
                      <a:pt x="399" y="1052"/>
                    </a:lnTo>
                    <a:lnTo>
                      <a:pt x="395" y="1050"/>
                    </a:lnTo>
                    <a:lnTo>
                      <a:pt x="392" y="1048"/>
                    </a:lnTo>
                    <a:lnTo>
                      <a:pt x="388" y="1046"/>
                    </a:lnTo>
                    <a:lnTo>
                      <a:pt x="387" y="1043"/>
                    </a:lnTo>
                    <a:lnTo>
                      <a:pt x="383" y="1041"/>
                    </a:lnTo>
                    <a:lnTo>
                      <a:pt x="380" y="1039"/>
                    </a:lnTo>
                    <a:lnTo>
                      <a:pt x="378" y="1036"/>
                    </a:lnTo>
                    <a:lnTo>
                      <a:pt x="375" y="1034"/>
                    </a:lnTo>
                    <a:lnTo>
                      <a:pt x="371" y="1032"/>
                    </a:lnTo>
                    <a:lnTo>
                      <a:pt x="369" y="1029"/>
                    </a:lnTo>
                    <a:lnTo>
                      <a:pt x="366" y="1026"/>
                    </a:lnTo>
                    <a:lnTo>
                      <a:pt x="364" y="1024"/>
                    </a:lnTo>
                    <a:lnTo>
                      <a:pt x="361" y="1020"/>
                    </a:lnTo>
                    <a:lnTo>
                      <a:pt x="359" y="1019"/>
                    </a:lnTo>
                    <a:lnTo>
                      <a:pt x="355" y="1015"/>
                    </a:lnTo>
                    <a:lnTo>
                      <a:pt x="354" y="1012"/>
                    </a:lnTo>
                    <a:lnTo>
                      <a:pt x="350" y="1010"/>
                    </a:lnTo>
                    <a:lnTo>
                      <a:pt x="347" y="1007"/>
                    </a:lnTo>
                    <a:lnTo>
                      <a:pt x="345" y="1003"/>
                    </a:lnTo>
                    <a:lnTo>
                      <a:pt x="342" y="1001"/>
                    </a:lnTo>
                    <a:lnTo>
                      <a:pt x="340" y="998"/>
                    </a:lnTo>
                    <a:lnTo>
                      <a:pt x="336" y="996"/>
                    </a:lnTo>
                    <a:lnTo>
                      <a:pt x="333" y="993"/>
                    </a:lnTo>
                    <a:lnTo>
                      <a:pt x="329" y="991"/>
                    </a:lnTo>
                    <a:lnTo>
                      <a:pt x="328" y="987"/>
                    </a:lnTo>
                    <a:lnTo>
                      <a:pt x="324" y="986"/>
                    </a:lnTo>
                    <a:lnTo>
                      <a:pt x="321" y="984"/>
                    </a:lnTo>
                    <a:lnTo>
                      <a:pt x="314" y="979"/>
                    </a:lnTo>
                    <a:lnTo>
                      <a:pt x="307" y="972"/>
                    </a:lnTo>
                    <a:lnTo>
                      <a:pt x="300" y="967"/>
                    </a:lnTo>
                    <a:lnTo>
                      <a:pt x="295" y="960"/>
                    </a:lnTo>
                    <a:lnTo>
                      <a:pt x="288" y="955"/>
                    </a:lnTo>
                    <a:lnTo>
                      <a:pt x="283" y="948"/>
                    </a:lnTo>
                    <a:lnTo>
                      <a:pt x="277" y="942"/>
                    </a:lnTo>
                    <a:lnTo>
                      <a:pt x="272" y="935"/>
                    </a:lnTo>
                    <a:lnTo>
                      <a:pt x="267" y="929"/>
                    </a:lnTo>
                    <a:lnTo>
                      <a:pt x="262" y="922"/>
                    </a:lnTo>
                    <a:lnTo>
                      <a:pt x="257" y="915"/>
                    </a:lnTo>
                    <a:lnTo>
                      <a:pt x="251" y="908"/>
                    </a:lnTo>
                    <a:lnTo>
                      <a:pt x="248" y="901"/>
                    </a:lnTo>
                    <a:lnTo>
                      <a:pt x="243" y="894"/>
                    </a:lnTo>
                    <a:lnTo>
                      <a:pt x="239" y="887"/>
                    </a:lnTo>
                    <a:lnTo>
                      <a:pt x="234" y="880"/>
                    </a:lnTo>
                    <a:lnTo>
                      <a:pt x="231" y="873"/>
                    </a:lnTo>
                    <a:lnTo>
                      <a:pt x="225" y="866"/>
                    </a:lnTo>
                    <a:lnTo>
                      <a:pt x="222" y="859"/>
                    </a:lnTo>
                    <a:lnTo>
                      <a:pt x="217" y="852"/>
                    </a:lnTo>
                    <a:lnTo>
                      <a:pt x="213" y="845"/>
                    </a:lnTo>
                    <a:lnTo>
                      <a:pt x="208" y="838"/>
                    </a:lnTo>
                    <a:lnTo>
                      <a:pt x="205" y="832"/>
                    </a:lnTo>
                    <a:lnTo>
                      <a:pt x="199" y="825"/>
                    </a:lnTo>
                    <a:lnTo>
                      <a:pt x="196" y="818"/>
                    </a:lnTo>
                    <a:lnTo>
                      <a:pt x="191" y="809"/>
                    </a:lnTo>
                    <a:lnTo>
                      <a:pt x="187" y="802"/>
                    </a:lnTo>
                    <a:lnTo>
                      <a:pt x="182" y="795"/>
                    </a:lnTo>
                    <a:lnTo>
                      <a:pt x="179" y="788"/>
                    </a:lnTo>
                    <a:lnTo>
                      <a:pt x="173" y="783"/>
                    </a:lnTo>
                    <a:lnTo>
                      <a:pt x="168" y="776"/>
                    </a:lnTo>
                    <a:lnTo>
                      <a:pt x="163" y="769"/>
                    </a:lnTo>
                    <a:lnTo>
                      <a:pt x="163" y="767"/>
                    </a:lnTo>
                    <a:lnTo>
                      <a:pt x="165" y="766"/>
                    </a:lnTo>
                    <a:lnTo>
                      <a:pt x="165" y="764"/>
                    </a:lnTo>
                    <a:lnTo>
                      <a:pt x="165" y="762"/>
                    </a:lnTo>
                    <a:lnTo>
                      <a:pt x="166" y="761"/>
                    </a:lnTo>
                    <a:lnTo>
                      <a:pt x="166" y="759"/>
                    </a:lnTo>
                    <a:lnTo>
                      <a:pt x="166" y="757"/>
                    </a:lnTo>
                    <a:lnTo>
                      <a:pt x="168" y="755"/>
                    </a:lnTo>
                    <a:lnTo>
                      <a:pt x="168" y="754"/>
                    </a:lnTo>
                    <a:lnTo>
                      <a:pt x="170" y="752"/>
                    </a:lnTo>
                    <a:lnTo>
                      <a:pt x="170" y="750"/>
                    </a:lnTo>
                    <a:lnTo>
                      <a:pt x="172" y="750"/>
                    </a:lnTo>
                    <a:lnTo>
                      <a:pt x="172" y="748"/>
                    </a:lnTo>
                    <a:lnTo>
                      <a:pt x="173" y="747"/>
                    </a:lnTo>
                    <a:lnTo>
                      <a:pt x="173" y="745"/>
                    </a:lnTo>
                    <a:lnTo>
                      <a:pt x="175" y="743"/>
                    </a:lnTo>
                    <a:lnTo>
                      <a:pt x="175" y="741"/>
                    </a:lnTo>
                    <a:lnTo>
                      <a:pt x="177" y="740"/>
                    </a:lnTo>
                    <a:lnTo>
                      <a:pt x="179" y="740"/>
                    </a:lnTo>
                    <a:lnTo>
                      <a:pt x="179" y="738"/>
                    </a:lnTo>
                    <a:lnTo>
                      <a:pt x="180" y="736"/>
                    </a:lnTo>
                    <a:lnTo>
                      <a:pt x="182" y="735"/>
                    </a:lnTo>
                    <a:lnTo>
                      <a:pt x="182" y="733"/>
                    </a:lnTo>
                    <a:lnTo>
                      <a:pt x="184" y="733"/>
                    </a:lnTo>
                    <a:lnTo>
                      <a:pt x="184" y="731"/>
                    </a:lnTo>
                    <a:lnTo>
                      <a:pt x="186" y="729"/>
                    </a:lnTo>
                    <a:lnTo>
                      <a:pt x="187" y="728"/>
                    </a:lnTo>
                    <a:lnTo>
                      <a:pt x="189" y="728"/>
                    </a:lnTo>
                    <a:lnTo>
                      <a:pt x="189" y="726"/>
                    </a:lnTo>
                    <a:lnTo>
                      <a:pt x="191" y="724"/>
                    </a:lnTo>
                    <a:lnTo>
                      <a:pt x="192" y="722"/>
                    </a:lnTo>
                    <a:lnTo>
                      <a:pt x="192" y="721"/>
                    </a:lnTo>
                    <a:lnTo>
                      <a:pt x="192" y="719"/>
                    </a:lnTo>
                    <a:lnTo>
                      <a:pt x="191" y="717"/>
                    </a:lnTo>
                    <a:lnTo>
                      <a:pt x="189" y="715"/>
                    </a:lnTo>
                    <a:lnTo>
                      <a:pt x="187" y="714"/>
                    </a:lnTo>
                    <a:lnTo>
                      <a:pt x="187" y="712"/>
                    </a:lnTo>
                    <a:lnTo>
                      <a:pt x="186" y="710"/>
                    </a:lnTo>
                    <a:lnTo>
                      <a:pt x="184" y="709"/>
                    </a:lnTo>
                    <a:lnTo>
                      <a:pt x="184" y="707"/>
                    </a:lnTo>
                    <a:lnTo>
                      <a:pt x="182" y="707"/>
                    </a:lnTo>
                    <a:lnTo>
                      <a:pt x="180" y="705"/>
                    </a:lnTo>
                    <a:lnTo>
                      <a:pt x="180" y="703"/>
                    </a:lnTo>
                    <a:lnTo>
                      <a:pt x="179" y="702"/>
                    </a:lnTo>
                    <a:lnTo>
                      <a:pt x="177" y="700"/>
                    </a:lnTo>
                    <a:lnTo>
                      <a:pt x="175" y="698"/>
                    </a:lnTo>
                    <a:lnTo>
                      <a:pt x="175" y="696"/>
                    </a:lnTo>
                    <a:lnTo>
                      <a:pt x="175" y="695"/>
                    </a:lnTo>
                    <a:lnTo>
                      <a:pt x="173" y="695"/>
                    </a:lnTo>
                    <a:lnTo>
                      <a:pt x="173" y="693"/>
                    </a:lnTo>
                    <a:lnTo>
                      <a:pt x="173" y="691"/>
                    </a:lnTo>
                    <a:lnTo>
                      <a:pt x="173" y="689"/>
                    </a:lnTo>
                    <a:lnTo>
                      <a:pt x="173" y="688"/>
                    </a:lnTo>
                    <a:lnTo>
                      <a:pt x="175" y="686"/>
                    </a:lnTo>
                    <a:lnTo>
                      <a:pt x="175" y="684"/>
                    </a:lnTo>
                    <a:lnTo>
                      <a:pt x="177" y="684"/>
                    </a:lnTo>
                    <a:lnTo>
                      <a:pt x="179" y="683"/>
                    </a:lnTo>
                    <a:lnTo>
                      <a:pt x="180" y="681"/>
                    </a:lnTo>
                    <a:lnTo>
                      <a:pt x="182" y="679"/>
                    </a:lnTo>
                    <a:lnTo>
                      <a:pt x="184" y="679"/>
                    </a:lnTo>
                    <a:lnTo>
                      <a:pt x="184" y="677"/>
                    </a:lnTo>
                    <a:lnTo>
                      <a:pt x="186" y="677"/>
                    </a:lnTo>
                    <a:lnTo>
                      <a:pt x="187" y="676"/>
                    </a:lnTo>
                    <a:lnTo>
                      <a:pt x="189" y="676"/>
                    </a:lnTo>
                    <a:lnTo>
                      <a:pt x="191" y="676"/>
                    </a:lnTo>
                    <a:lnTo>
                      <a:pt x="192" y="674"/>
                    </a:lnTo>
                    <a:lnTo>
                      <a:pt x="194" y="674"/>
                    </a:lnTo>
                    <a:lnTo>
                      <a:pt x="196" y="674"/>
                    </a:lnTo>
                    <a:lnTo>
                      <a:pt x="196" y="672"/>
                    </a:lnTo>
                    <a:lnTo>
                      <a:pt x="198" y="672"/>
                    </a:lnTo>
                    <a:lnTo>
                      <a:pt x="198" y="670"/>
                    </a:lnTo>
                    <a:lnTo>
                      <a:pt x="199" y="670"/>
                    </a:lnTo>
                    <a:lnTo>
                      <a:pt x="199" y="669"/>
                    </a:lnTo>
                    <a:lnTo>
                      <a:pt x="199" y="667"/>
                    </a:lnTo>
                    <a:lnTo>
                      <a:pt x="198" y="667"/>
                    </a:lnTo>
                    <a:lnTo>
                      <a:pt x="198" y="665"/>
                    </a:lnTo>
                    <a:lnTo>
                      <a:pt x="196" y="660"/>
                    </a:lnTo>
                    <a:lnTo>
                      <a:pt x="192" y="655"/>
                    </a:lnTo>
                    <a:lnTo>
                      <a:pt x="191" y="651"/>
                    </a:lnTo>
                    <a:lnTo>
                      <a:pt x="187" y="648"/>
                    </a:lnTo>
                    <a:lnTo>
                      <a:pt x="184" y="644"/>
                    </a:lnTo>
                    <a:lnTo>
                      <a:pt x="180" y="641"/>
                    </a:lnTo>
                    <a:lnTo>
                      <a:pt x="177" y="638"/>
                    </a:lnTo>
                    <a:lnTo>
                      <a:pt x="173" y="634"/>
                    </a:lnTo>
                    <a:lnTo>
                      <a:pt x="170" y="632"/>
                    </a:lnTo>
                    <a:lnTo>
                      <a:pt x="166" y="629"/>
                    </a:lnTo>
                    <a:lnTo>
                      <a:pt x="163" y="627"/>
                    </a:lnTo>
                    <a:lnTo>
                      <a:pt x="160" y="625"/>
                    </a:lnTo>
                    <a:lnTo>
                      <a:pt x="154" y="622"/>
                    </a:lnTo>
                    <a:lnTo>
                      <a:pt x="151" y="620"/>
                    </a:lnTo>
                    <a:lnTo>
                      <a:pt x="147" y="618"/>
                    </a:lnTo>
                    <a:lnTo>
                      <a:pt x="142" y="617"/>
                    </a:lnTo>
                    <a:lnTo>
                      <a:pt x="139" y="615"/>
                    </a:lnTo>
                    <a:lnTo>
                      <a:pt x="134" y="613"/>
                    </a:lnTo>
                    <a:lnTo>
                      <a:pt x="130" y="612"/>
                    </a:lnTo>
                    <a:lnTo>
                      <a:pt x="125" y="612"/>
                    </a:lnTo>
                    <a:lnTo>
                      <a:pt x="121" y="610"/>
                    </a:lnTo>
                    <a:lnTo>
                      <a:pt x="116" y="608"/>
                    </a:lnTo>
                    <a:lnTo>
                      <a:pt x="111" y="606"/>
                    </a:lnTo>
                    <a:lnTo>
                      <a:pt x="107" y="605"/>
                    </a:lnTo>
                    <a:lnTo>
                      <a:pt x="102" y="603"/>
                    </a:lnTo>
                    <a:lnTo>
                      <a:pt x="99" y="601"/>
                    </a:lnTo>
                    <a:lnTo>
                      <a:pt x="95" y="599"/>
                    </a:lnTo>
                    <a:lnTo>
                      <a:pt x="90" y="598"/>
                    </a:lnTo>
                    <a:lnTo>
                      <a:pt x="87" y="596"/>
                    </a:lnTo>
                    <a:lnTo>
                      <a:pt x="81" y="592"/>
                    </a:lnTo>
                    <a:lnTo>
                      <a:pt x="78" y="591"/>
                    </a:lnTo>
                    <a:lnTo>
                      <a:pt x="75" y="589"/>
                    </a:lnTo>
                    <a:lnTo>
                      <a:pt x="73" y="587"/>
                    </a:lnTo>
                    <a:lnTo>
                      <a:pt x="69" y="586"/>
                    </a:lnTo>
                    <a:lnTo>
                      <a:pt x="68" y="584"/>
                    </a:lnTo>
                    <a:lnTo>
                      <a:pt x="64" y="582"/>
                    </a:lnTo>
                    <a:lnTo>
                      <a:pt x="62" y="580"/>
                    </a:lnTo>
                    <a:lnTo>
                      <a:pt x="61" y="579"/>
                    </a:lnTo>
                    <a:lnTo>
                      <a:pt x="57" y="577"/>
                    </a:lnTo>
                    <a:lnTo>
                      <a:pt x="55" y="575"/>
                    </a:lnTo>
                    <a:lnTo>
                      <a:pt x="52" y="573"/>
                    </a:lnTo>
                    <a:lnTo>
                      <a:pt x="50" y="572"/>
                    </a:lnTo>
                    <a:lnTo>
                      <a:pt x="49" y="570"/>
                    </a:lnTo>
                    <a:lnTo>
                      <a:pt x="45" y="568"/>
                    </a:lnTo>
                    <a:lnTo>
                      <a:pt x="43" y="566"/>
                    </a:lnTo>
                    <a:lnTo>
                      <a:pt x="42" y="565"/>
                    </a:lnTo>
                    <a:lnTo>
                      <a:pt x="38" y="563"/>
                    </a:lnTo>
                    <a:lnTo>
                      <a:pt x="36" y="561"/>
                    </a:lnTo>
                    <a:lnTo>
                      <a:pt x="35" y="560"/>
                    </a:lnTo>
                    <a:lnTo>
                      <a:pt x="33" y="558"/>
                    </a:lnTo>
                    <a:lnTo>
                      <a:pt x="29" y="556"/>
                    </a:lnTo>
                    <a:lnTo>
                      <a:pt x="28" y="553"/>
                    </a:lnTo>
                    <a:lnTo>
                      <a:pt x="26" y="551"/>
                    </a:lnTo>
                    <a:lnTo>
                      <a:pt x="23" y="549"/>
                    </a:lnTo>
                    <a:lnTo>
                      <a:pt x="21" y="547"/>
                    </a:lnTo>
                    <a:lnTo>
                      <a:pt x="19" y="546"/>
                    </a:lnTo>
                    <a:lnTo>
                      <a:pt x="17" y="542"/>
                    </a:lnTo>
                    <a:lnTo>
                      <a:pt x="14" y="540"/>
                    </a:lnTo>
                    <a:lnTo>
                      <a:pt x="12" y="539"/>
                    </a:lnTo>
                    <a:lnTo>
                      <a:pt x="10" y="537"/>
                    </a:lnTo>
                    <a:lnTo>
                      <a:pt x="9" y="534"/>
                    </a:lnTo>
                    <a:lnTo>
                      <a:pt x="7" y="532"/>
                    </a:lnTo>
                    <a:lnTo>
                      <a:pt x="3" y="530"/>
                    </a:lnTo>
                    <a:lnTo>
                      <a:pt x="2" y="528"/>
                    </a:lnTo>
                    <a:lnTo>
                      <a:pt x="2" y="527"/>
                    </a:lnTo>
                    <a:lnTo>
                      <a:pt x="2" y="525"/>
                    </a:lnTo>
                    <a:lnTo>
                      <a:pt x="0" y="525"/>
                    </a:lnTo>
                    <a:lnTo>
                      <a:pt x="0" y="523"/>
                    </a:lnTo>
                    <a:lnTo>
                      <a:pt x="0" y="521"/>
                    </a:lnTo>
                    <a:lnTo>
                      <a:pt x="0" y="520"/>
                    </a:lnTo>
                    <a:lnTo>
                      <a:pt x="0" y="518"/>
                    </a:lnTo>
                    <a:lnTo>
                      <a:pt x="0" y="516"/>
                    </a:lnTo>
                    <a:lnTo>
                      <a:pt x="0" y="515"/>
                    </a:lnTo>
                    <a:lnTo>
                      <a:pt x="2" y="513"/>
                    </a:lnTo>
                    <a:lnTo>
                      <a:pt x="2" y="511"/>
                    </a:lnTo>
                    <a:lnTo>
                      <a:pt x="2" y="509"/>
                    </a:lnTo>
                    <a:lnTo>
                      <a:pt x="3" y="508"/>
                    </a:lnTo>
                    <a:lnTo>
                      <a:pt x="3" y="506"/>
                    </a:lnTo>
                    <a:lnTo>
                      <a:pt x="5" y="504"/>
                    </a:lnTo>
                    <a:lnTo>
                      <a:pt x="5" y="502"/>
                    </a:lnTo>
                    <a:lnTo>
                      <a:pt x="5" y="501"/>
                    </a:lnTo>
                    <a:lnTo>
                      <a:pt x="7" y="501"/>
                    </a:lnTo>
                    <a:lnTo>
                      <a:pt x="7" y="499"/>
                    </a:lnTo>
                    <a:lnTo>
                      <a:pt x="7" y="497"/>
                    </a:lnTo>
                    <a:lnTo>
                      <a:pt x="12" y="494"/>
                    </a:lnTo>
                    <a:lnTo>
                      <a:pt x="19" y="490"/>
                    </a:lnTo>
                    <a:lnTo>
                      <a:pt x="24" y="489"/>
                    </a:lnTo>
                    <a:lnTo>
                      <a:pt x="29" y="485"/>
                    </a:lnTo>
                    <a:lnTo>
                      <a:pt x="36" y="483"/>
                    </a:lnTo>
                    <a:lnTo>
                      <a:pt x="43" y="480"/>
                    </a:lnTo>
                    <a:lnTo>
                      <a:pt x="49" y="478"/>
                    </a:lnTo>
                    <a:lnTo>
                      <a:pt x="55" y="476"/>
                    </a:lnTo>
                    <a:lnTo>
                      <a:pt x="62" y="476"/>
                    </a:lnTo>
                    <a:lnTo>
                      <a:pt x="69" y="475"/>
                    </a:lnTo>
                    <a:lnTo>
                      <a:pt x="76" y="473"/>
                    </a:lnTo>
                    <a:lnTo>
                      <a:pt x="83" y="473"/>
                    </a:lnTo>
                    <a:lnTo>
                      <a:pt x="90" y="473"/>
                    </a:lnTo>
                    <a:lnTo>
                      <a:pt x="97" y="471"/>
                    </a:lnTo>
                    <a:lnTo>
                      <a:pt x="104" y="471"/>
                    </a:lnTo>
                    <a:lnTo>
                      <a:pt x="113" y="471"/>
                    </a:lnTo>
                    <a:lnTo>
                      <a:pt x="120" y="473"/>
                    </a:lnTo>
                    <a:lnTo>
                      <a:pt x="127" y="473"/>
                    </a:lnTo>
                    <a:lnTo>
                      <a:pt x="134" y="473"/>
                    </a:lnTo>
                    <a:lnTo>
                      <a:pt x="140" y="475"/>
                    </a:lnTo>
                    <a:lnTo>
                      <a:pt x="147" y="475"/>
                    </a:lnTo>
                    <a:lnTo>
                      <a:pt x="154" y="476"/>
                    </a:lnTo>
                    <a:lnTo>
                      <a:pt x="161" y="478"/>
                    </a:lnTo>
                    <a:lnTo>
                      <a:pt x="168" y="478"/>
                    </a:lnTo>
                    <a:lnTo>
                      <a:pt x="175" y="480"/>
                    </a:lnTo>
                    <a:lnTo>
                      <a:pt x="182" y="482"/>
                    </a:lnTo>
                    <a:lnTo>
                      <a:pt x="189" y="483"/>
                    </a:lnTo>
                    <a:lnTo>
                      <a:pt x="196" y="485"/>
                    </a:lnTo>
                    <a:lnTo>
                      <a:pt x="201" y="487"/>
                    </a:lnTo>
                    <a:lnTo>
                      <a:pt x="208" y="489"/>
                    </a:lnTo>
                    <a:lnTo>
                      <a:pt x="215" y="490"/>
                    </a:lnTo>
                    <a:lnTo>
                      <a:pt x="220" y="492"/>
                    </a:lnTo>
                    <a:lnTo>
                      <a:pt x="222" y="492"/>
                    </a:lnTo>
                    <a:lnTo>
                      <a:pt x="224" y="492"/>
                    </a:lnTo>
                    <a:lnTo>
                      <a:pt x="224" y="490"/>
                    </a:lnTo>
                    <a:lnTo>
                      <a:pt x="225" y="490"/>
                    </a:lnTo>
                    <a:lnTo>
                      <a:pt x="225" y="489"/>
                    </a:lnTo>
                    <a:lnTo>
                      <a:pt x="227" y="489"/>
                    </a:lnTo>
                    <a:lnTo>
                      <a:pt x="229" y="487"/>
                    </a:lnTo>
                    <a:lnTo>
                      <a:pt x="229" y="485"/>
                    </a:lnTo>
                    <a:lnTo>
                      <a:pt x="231" y="485"/>
                    </a:lnTo>
                    <a:lnTo>
                      <a:pt x="231" y="483"/>
                    </a:lnTo>
                    <a:lnTo>
                      <a:pt x="231" y="482"/>
                    </a:lnTo>
                    <a:lnTo>
                      <a:pt x="232" y="482"/>
                    </a:lnTo>
                    <a:lnTo>
                      <a:pt x="232" y="480"/>
                    </a:lnTo>
                    <a:lnTo>
                      <a:pt x="232" y="478"/>
                    </a:lnTo>
                    <a:lnTo>
                      <a:pt x="234" y="476"/>
                    </a:lnTo>
                    <a:lnTo>
                      <a:pt x="234" y="475"/>
                    </a:lnTo>
                    <a:lnTo>
                      <a:pt x="236" y="475"/>
                    </a:lnTo>
                    <a:lnTo>
                      <a:pt x="236" y="473"/>
                    </a:lnTo>
                    <a:lnTo>
                      <a:pt x="236" y="471"/>
                    </a:lnTo>
                    <a:lnTo>
                      <a:pt x="238" y="471"/>
                    </a:lnTo>
                    <a:lnTo>
                      <a:pt x="238" y="469"/>
                    </a:lnTo>
                    <a:lnTo>
                      <a:pt x="239" y="469"/>
                    </a:lnTo>
                    <a:lnTo>
                      <a:pt x="239" y="468"/>
                    </a:lnTo>
                    <a:lnTo>
                      <a:pt x="241" y="468"/>
                    </a:lnTo>
                    <a:lnTo>
                      <a:pt x="241" y="466"/>
                    </a:lnTo>
                    <a:lnTo>
                      <a:pt x="243" y="464"/>
                    </a:lnTo>
                    <a:lnTo>
                      <a:pt x="244" y="464"/>
                    </a:lnTo>
                    <a:lnTo>
                      <a:pt x="246" y="463"/>
                    </a:lnTo>
                    <a:lnTo>
                      <a:pt x="248" y="461"/>
                    </a:lnTo>
                    <a:lnTo>
                      <a:pt x="250" y="459"/>
                    </a:lnTo>
                    <a:lnTo>
                      <a:pt x="251" y="457"/>
                    </a:lnTo>
                    <a:lnTo>
                      <a:pt x="253" y="456"/>
                    </a:lnTo>
                    <a:lnTo>
                      <a:pt x="255" y="454"/>
                    </a:lnTo>
                    <a:lnTo>
                      <a:pt x="257" y="452"/>
                    </a:lnTo>
                    <a:lnTo>
                      <a:pt x="260" y="450"/>
                    </a:lnTo>
                    <a:lnTo>
                      <a:pt x="262" y="449"/>
                    </a:lnTo>
                    <a:lnTo>
                      <a:pt x="264" y="447"/>
                    </a:lnTo>
                    <a:lnTo>
                      <a:pt x="265" y="445"/>
                    </a:lnTo>
                    <a:lnTo>
                      <a:pt x="267" y="445"/>
                    </a:lnTo>
                    <a:lnTo>
                      <a:pt x="269" y="443"/>
                    </a:lnTo>
                    <a:lnTo>
                      <a:pt x="270" y="442"/>
                    </a:lnTo>
                    <a:lnTo>
                      <a:pt x="272" y="440"/>
                    </a:lnTo>
                    <a:lnTo>
                      <a:pt x="274" y="438"/>
                    </a:lnTo>
                    <a:lnTo>
                      <a:pt x="277" y="438"/>
                    </a:lnTo>
                    <a:lnTo>
                      <a:pt x="279" y="437"/>
                    </a:lnTo>
                    <a:lnTo>
                      <a:pt x="281" y="437"/>
                    </a:lnTo>
                    <a:lnTo>
                      <a:pt x="283" y="435"/>
                    </a:lnTo>
                    <a:lnTo>
                      <a:pt x="284" y="435"/>
                    </a:lnTo>
                    <a:lnTo>
                      <a:pt x="288" y="433"/>
                    </a:lnTo>
                    <a:lnTo>
                      <a:pt x="290" y="433"/>
                    </a:lnTo>
                    <a:lnTo>
                      <a:pt x="291" y="433"/>
                    </a:lnTo>
                    <a:lnTo>
                      <a:pt x="293" y="431"/>
                    </a:lnTo>
                    <a:lnTo>
                      <a:pt x="296" y="431"/>
                    </a:lnTo>
                    <a:lnTo>
                      <a:pt x="298" y="431"/>
                    </a:lnTo>
                    <a:lnTo>
                      <a:pt x="300" y="431"/>
                    </a:lnTo>
                    <a:lnTo>
                      <a:pt x="303" y="431"/>
                    </a:lnTo>
                    <a:lnTo>
                      <a:pt x="305" y="433"/>
                    </a:lnTo>
                    <a:lnTo>
                      <a:pt x="307" y="435"/>
                    </a:lnTo>
                    <a:lnTo>
                      <a:pt x="309" y="437"/>
                    </a:lnTo>
                    <a:lnTo>
                      <a:pt x="309" y="440"/>
                    </a:lnTo>
                    <a:lnTo>
                      <a:pt x="310" y="442"/>
                    </a:lnTo>
                    <a:lnTo>
                      <a:pt x="310" y="445"/>
                    </a:lnTo>
                    <a:lnTo>
                      <a:pt x="310" y="447"/>
                    </a:lnTo>
                    <a:lnTo>
                      <a:pt x="312" y="450"/>
                    </a:lnTo>
                    <a:lnTo>
                      <a:pt x="312" y="452"/>
                    </a:lnTo>
                    <a:lnTo>
                      <a:pt x="310" y="454"/>
                    </a:lnTo>
                    <a:lnTo>
                      <a:pt x="310" y="457"/>
                    </a:lnTo>
                    <a:lnTo>
                      <a:pt x="310" y="459"/>
                    </a:lnTo>
                    <a:lnTo>
                      <a:pt x="310" y="463"/>
                    </a:lnTo>
                    <a:lnTo>
                      <a:pt x="309" y="464"/>
                    </a:lnTo>
                    <a:lnTo>
                      <a:pt x="309" y="468"/>
                    </a:lnTo>
                    <a:lnTo>
                      <a:pt x="307" y="469"/>
                    </a:lnTo>
                    <a:lnTo>
                      <a:pt x="307" y="473"/>
                    </a:lnTo>
                    <a:lnTo>
                      <a:pt x="305" y="475"/>
                    </a:lnTo>
                    <a:lnTo>
                      <a:pt x="303" y="476"/>
                    </a:lnTo>
                    <a:lnTo>
                      <a:pt x="303" y="480"/>
                    </a:lnTo>
                    <a:lnTo>
                      <a:pt x="302" y="482"/>
                    </a:lnTo>
                    <a:lnTo>
                      <a:pt x="300" y="485"/>
                    </a:lnTo>
                    <a:lnTo>
                      <a:pt x="300" y="487"/>
                    </a:lnTo>
                    <a:lnTo>
                      <a:pt x="298" y="490"/>
                    </a:lnTo>
                    <a:lnTo>
                      <a:pt x="296" y="492"/>
                    </a:lnTo>
                    <a:lnTo>
                      <a:pt x="295" y="495"/>
                    </a:lnTo>
                    <a:lnTo>
                      <a:pt x="295" y="497"/>
                    </a:lnTo>
                    <a:lnTo>
                      <a:pt x="293" y="499"/>
                    </a:lnTo>
                    <a:lnTo>
                      <a:pt x="293" y="502"/>
                    </a:lnTo>
                    <a:lnTo>
                      <a:pt x="291" y="504"/>
                    </a:lnTo>
                    <a:lnTo>
                      <a:pt x="291" y="508"/>
                    </a:lnTo>
                    <a:lnTo>
                      <a:pt x="290" y="509"/>
                    </a:lnTo>
                    <a:lnTo>
                      <a:pt x="290" y="511"/>
                    </a:lnTo>
                    <a:lnTo>
                      <a:pt x="290" y="515"/>
                    </a:lnTo>
                    <a:lnTo>
                      <a:pt x="290" y="518"/>
                    </a:lnTo>
                    <a:lnTo>
                      <a:pt x="288" y="521"/>
                    </a:lnTo>
                    <a:lnTo>
                      <a:pt x="288" y="525"/>
                    </a:lnTo>
                    <a:lnTo>
                      <a:pt x="288" y="528"/>
                    </a:lnTo>
                    <a:lnTo>
                      <a:pt x="288" y="532"/>
                    </a:lnTo>
                    <a:lnTo>
                      <a:pt x="286" y="535"/>
                    </a:lnTo>
                    <a:lnTo>
                      <a:pt x="286" y="539"/>
                    </a:lnTo>
                    <a:lnTo>
                      <a:pt x="286" y="542"/>
                    </a:lnTo>
                    <a:lnTo>
                      <a:pt x="284" y="546"/>
                    </a:lnTo>
                    <a:lnTo>
                      <a:pt x="284" y="547"/>
                    </a:lnTo>
                    <a:lnTo>
                      <a:pt x="284" y="551"/>
                    </a:lnTo>
                    <a:lnTo>
                      <a:pt x="283" y="554"/>
                    </a:lnTo>
                    <a:lnTo>
                      <a:pt x="283" y="558"/>
                    </a:lnTo>
                    <a:lnTo>
                      <a:pt x="283" y="561"/>
                    </a:lnTo>
                    <a:lnTo>
                      <a:pt x="283" y="565"/>
                    </a:lnTo>
                    <a:lnTo>
                      <a:pt x="281" y="568"/>
                    </a:lnTo>
                    <a:lnTo>
                      <a:pt x="281" y="572"/>
                    </a:lnTo>
                    <a:lnTo>
                      <a:pt x="281" y="575"/>
                    </a:lnTo>
                    <a:lnTo>
                      <a:pt x="281" y="579"/>
                    </a:lnTo>
                    <a:lnTo>
                      <a:pt x="281" y="582"/>
                    </a:lnTo>
                    <a:lnTo>
                      <a:pt x="281" y="586"/>
                    </a:lnTo>
                    <a:lnTo>
                      <a:pt x="281" y="589"/>
                    </a:lnTo>
                    <a:lnTo>
                      <a:pt x="281" y="592"/>
                    </a:lnTo>
                    <a:lnTo>
                      <a:pt x="281" y="596"/>
                    </a:lnTo>
                    <a:lnTo>
                      <a:pt x="281" y="599"/>
                    </a:lnTo>
                    <a:lnTo>
                      <a:pt x="283" y="601"/>
                    </a:lnTo>
                    <a:lnTo>
                      <a:pt x="283" y="605"/>
                    </a:lnTo>
                    <a:lnTo>
                      <a:pt x="283" y="608"/>
                    </a:lnTo>
                    <a:lnTo>
                      <a:pt x="284" y="612"/>
                    </a:lnTo>
                    <a:lnTo>
                      <a:pt x="284" y="615"/>
                    </a:lnTo>
                    <a:lnTo>
                      <a:pt x="286" y="618"/>
                    </a:lnTo>
                    <a:lnTo>
                      <a:pt x="288" y="618"/>
                    </a:lnTo>
                    <a:lnTo>
                      <a:pt x="290" y="618"/>
                    </a:lnTo>
                    <a:lnTo>
                      <a:pt x="291" y="618"/>
                    </a:lnTo>
                    <a:lnTo>
                      <a:pt x="293" y="618"/>
                    </a:lnTo>
                    <a:lnTo>
                      <a:pt x="293" y="620"/>
                    </a:lnTo>
                    <a:lnTo>
                      <a:pt x="295" y="620"/>
                    </a:lnTo>
                    <a:lnTo>
                      <a:pt x="296" y="622"/>
                    </a:lnTo>
                    <a:lnTo>
                      <a:pt x="298" y="622"/>
                    </a:lnTo>
                    <a:lnTo>
                      <a:pt x="298" y="624"/>
                    </a:lnTo>
                    <a:lnTo>
                      <a:pt x="300" y="624"/>
                    </a:lnTo>
                    <a:lnTo>
                      <a:pt x="300" y="625"/>
                    </a:lnTo>
                    <a:lnTo>
                      <a:pt x="302" y="627"/>
                    </a:lnTo>
                    <a:lnTo>
                      <a:pt x="303" y="629"/>
                    </a:lnTo>
                    <a:lnTo>
                      <a:pt x="303" y="631"/>
                    </a:lnTo>
                    <a:lnTo>
                      <a:pt x="305" y="632"/>
                    </a:lnTo>
                    <a:lnTo>
                      <a:pt x="307" y="634"/>
                    </a:lnTo>
                    <a:lnTo>
                      <a:pt x="307" y="636"/>
                    </a:lnTo>
                    <a:lnTo>
                      <a:pt x="309" y="638"/>
                    </a:lnTo>
                    <a:lnTo>
                      <a:pt x="309" y="639"/>
                    </a:lnTo>
                    <a:lnTo>
                      <a:pt x="310" y="639"/>
                    </a:lnTo>
                    <a:lnTo>
                      <a:pt x="310" y="641"/>
                    </a:lnTo>
                    <a:lnTo>
                      <a:pt x="312" y="643"/>
                    </a:lnTo>
                    <a:lnTo>
                      <a:pt x="312" y="644"/>
                    </a:lnTo>
                    <a:lnTo>
                      <a:pt x="314" y="644"/>
                    </a:lnTo>
                    <a:lnTo>
                      <a:pt x="316" y="644"/>
                    </a:lnTo>
                    <a:lnTo>
                      <a:pt x="317" y="644"/>
                    </a:lnTo>
                    <a:lnTo>
                      <a:pt x="319" y="644"/>
                    </a:lnTo>
                    <a:lnTo>
                      <a:pt x="321" y="644"/>
                    </a:lnTo>
                    <a:lnTo>
                      <a:pt x="322" y="644"/>
                    </a:lnTo>
                    <a:lnTo>
                      <a:pt x="324" y="644"/>
                    </a:lnTo>
                    <a:lnTo>
                      <a:pt x="326" y="644"/>
                    </a:lnTo>
                    <a:lnTo>
                      <a:pt x="328" y="644"/>
                    </a:lnTo>
                    <a:lnTo>
                      <a:pt x="329" y="644"/>
                    </a:lnTo>
                    <a:lnTo>
                      <a:pt x="331" y="644"/>
                    </a:lnTo>
                    <a:lnTo>
                      <a:pt x="333" y="644"/>
                    </a:lnTo>
                    <a:lnTo>
                      <a:pt x="335" y="644"/>
                    </a:lnTo>
                    <a:lnTo>
                      <a:pt x="336" y="644"/>
                    </a:lnTo>
                    <a:lnTo>
                      <a:pt x="336" y="643"/>
                    </a:lnTo>
                    <a:lnTo>
                      <a:pt x="338" y="643"/>
                    </a:lnTo>
                    <a:lnTo>
                      <a:pt x="340" y="644"/>
                    </a:lnTo>
                    <a:lnTo>
                      <a:pt x="342" y="644"/>
                    </a:lnTo>
                    <a:lnTo>
                      <a:pt x="343" y="644"/>
                    </a:lnTo>
                    <a:lnTo>
                      <a:pt x="345" y="644"/>
                    </a:lnTo>
                    <a:lnTo>
                      <a:pt x="347" y="644"/>
                    </a:lnTo>
                    <a:lnTo>
                      <a:pt x="349" y="644"/>
                    </a:lnTo>
                    <a:lnTo>
                      <a:pt x="350" y="646"/>
                    </a:lnTo>
                    <a:lnTo>
                      <a:pt x="352" y="646"/>
                    </a:lnTo>
                    <a:lnTo>
                      <a:pt x="354" y="648"/>
                    </a:lnTo>
                    <a:lnTo>
                      <a:pt x="355" y="648"/>
                    </a:lnTo>
                    <a:lnTo>
                      <a:pt x="355" y="650"/>
                    </a:lnTo>
                    <a:lnTo>
                      <a:pt x="357" y="650"/>
                    </a:lnTo>
                    <a:lnTo>
                      <a:pt x="359" y="655"/>
                    </a:lnTo>
                    <a:lnTo>
                      <a:pt x="359" y="660"/>
                    </a:lnTo>
                    <a:lnTo>
                      <a:pt x="361" y="665"/>
                    </a:lnTo>
                    <a:lnTo>
                      <a:pt x="361" y="670"/>
                    </a:lnTo>
                    <a:lnTo>
                      <a:pt x="362" y="676"/>
                    </a:lnTo>
                    <a:lnTo>
                      <a:pt x="364" y="679"/>
                    </a:lnTo>
                    <a:lnTo>
                      <a:pt x="364" y="684"/>
                    </a:lnTo>
                    <a:lnTo>
                      <a:pt x="366" y="689"/>
                    </a:lnTo>
                    <a:lnTo>
                      <a:pt x="368" y="695"/>
                    </a:lnTo>
                    <a:lnTo>
                      <a:pt x="369" y="698"/>
                    </a:lnTo>
                    <a:lnTo>
                      <a:pt x="371" y="703"/>
                    </a:lnTo>
                    <a:lnTo>
                      <a:pt x="373" y="709"/>
                    </a:lnTo>
                    <a:lnTo>
                      <a:pt x="375" y="712"/>
                    </a:lnTo>
                    <a:lnTo>
                      <a:pt x="376" y="717"/>
                    </a:lnTo>
                    <a:lnTo>
                      <a:pt x="378" y="722"/>
                    </a:lnTo>
                    <a:lnTo>
                      <a:pt x="381" y="726"/>
                    </a:lnTo>
                    <a:lnTo>
                      <a:pt x="383" y="731"/>
                    </a:lnTo>
                    <a:lnTo>
                      <a:pt x="385" y="736"/>
                    </a:lnTo>
                    <a:lnTo>
                      <a:pt x="387" y="740"/>
                    </a:lnTo>
                    <a:lnTo>
                      <a:pt x="390" y="745"/>
                    </a:lnTo>
                    <a:lnTo>
                      <a:pt x="392" y="748"/>
                    </a:lnTo>
                    <a:lnTo>
                      <a:pt x="394" y="754"/>
                    </a:lnTo>
                    <a:lnTo>
                      <a:pt x="397" y="757"/>
                    </a:lnTo>
                    <a:lnTo>
                      <a:pt x="399" y="762"/>
                    </a:lnTo>
                    <a:lnTo>
                      <a:pt x="402" y="766"/>
                    </a:lnTo>
                    <a:lnTo>
                      <a:pt x="404" y="771"/>
                    </a:lnTo>
                    <a:lnTo>
                      <a:pt x="407" y="774"/>
                    </a:lnTo>
                    <a:lnTo>
                      <a:pt x="409" y="780"/>
                    </a:lnTo>
                    <a:lnTo>
                      <a:pt x="413" y="783"/>
                    </a:lnTo>
                    <a:lnTo>
                      <a:pt x="414" y="788"/>
                    </a:lnTo>
                    <a:lnTo>
                      <a:pt x="418" y="792"/>
                    </a:lnTo>
                    <a:lnTo>
                      <a:pt x="420" y="797"/>
                    </a:lnTo>
                    <a:lnTo>
                      <a:pt x="421" y="795"/>
                    </a:lnTo>
                    <a:lnTo>
                      <a:pt x="423" y="795"/>
                    </a:lnTo>
                    <a:lnTo>
                      <a:pt x="425" y="795"/>
                    </a:lnTo>
                    <a:lnTo>
                      <a:pt x="427" y="793"/>
                    </a:lnTo>
                    <a:lnTo>
                      <a:pt x="428" y="793"/>
                    </a:lnTo>
                    <a:lnTo>
                      <a:pt x="428" y="792"/>
                    </a:lnTo>
                    <a:lnTo>
                      <a:pt x="430" y="792"/>
                    </a:lnTo>
                    <a:lnTo>
                      <a:pt x="432" y="792"/>
                    </a:lnTo>
                    <a:lnTo>
                      <a:pt x="433" y="790"/>
                    </a:lnTo>
                    <a:lnTo>
                      <a:pt x="435" y="788"/>
                    </a:lnTo>
                    <a:lnTo>
                      <a:pt x="437" y="788"/>
                    </a:lnTo>
                    <a:lnTo>
                      <a:pt x="439" y="786"/>
                    </a:lnTo>
                    <a:lnTo>
                      <a:pt x="440" y="786"/>
                    </a:lnTo>
                    <a:lnTo>
                      <a:pt x="442" y="785"/>
                    </a:lnTo>
                    <a:lnTo>
                      <a:pt x="444" y="785"/>
                    </a:lnTo>
                    <a:lnTo>
                      <a:pt x="446" y="783"/>
                    </a:lnTo>
                    <a:lnTo>
                      <a:pt x="447" y="783"/>
                    </a:lnTo>
                    <a:lnTo>
                      <a:pt x="449" y="783"/>
                    </a:lnTo>
                    <a:lnTo>
                      <a:pt x="451" y="781"/>
                    </a:lnTo>
                    <a:lnTo>
                      <a:pt x="453" y="781"/>
                    </a:lnTo>
                    <a:lnTo>
                      <a:pt x="454" y="781"/>
                    </a:lnTo>
                    <a:lnTo>
                      <a:pt x="456" y="781"/>
                    </a:lnTo>
                    <a:lnTo>
                      <a:pt x="458" y="783"/>
                    </a:lnTo>
                    <a:lnTo>
                      <a:pt x="459" y="783"/>
                    </a:lnTo>
                    <a:lnTo>
                      <a:pt x="461" y="783"/>
                    </a:lnTo>
                    <a:lnTo>
                      <a:pt x="466" y="776"/>
                    </a:lnTo>
                    <a:lnTo>
                      <a:pt x="473" y="769"/>
                    </a:lnTo>
                    <a:lnTo>
                      <a:pt x="479" y="762"/>
                    </a:lnTo>
                    <a:lnTo>
                      <a:pt x="484" y="755"/>
                    </a:lnTo>
                    <a:lnTo>
                      <a:pt x="489" y="748"/>
                    </a:lnTo>
                    <a:lnTo>
                      <a:pt x="496" y="741"/>
                    </a:lnTo>
                    <a:lnTo>
                      <a:pt x="501" y="735"/>
                    </a:lnTo>
                    <a:lnTo>
                      <a:pt x="506" y="728"/>
                    </a:lnTo>
                    <a:lnTo>
                      <a:pt x="511" y="721"/>
                    </a:lnTo>
                    <a:lnTo>
                      <a:pt x="518" y="714"/>
                    </a:lnTo>
                    <a:lnTo>
                      <a:pt x="524" y="705"/>
                    </a:lnTo>
                    <a:lnTo>
                      <a:pt x="529" y="698"/>
                    </a:lnTo>
                    <a:lnTo>
                      <a:pt x="534" y="691"/>
                    </a:lnTo>
                    <a:lnTo>
                      <a:pt x="541" y="684"/>
                    </a:lnTo>
                    <a:lnTo>
                      <a:pt x="546" y="677"/>
                    </a:lnTo>
                    <a:lnTo>
                      <a:pt x="551" y="670"/>
                    </a:lnTo>
                    <a:lnTo>
                      <a:pt x="558" y="663"/>
                    </a:lnTo>
                    <a:lnTo>
                      <a:pt x="564" y="657"/>
                    </a:lnTo>
                    <a:lnTo>
                      <a:pt x="569" y="650"/>
                    </a:lnTo>
                    <a:lnTo>
                      <a:pt x="576" y="643"/>
                    </a:lnTo>
                    <a:lnTo>
                      <a:pt x="581" y="636"/>
                    </a:lnTo>
                    <a:lnTo>
                      <a:pt x="586" y="629"/>
                    </a:lnTo>
                    <a:lnTo>
                      <a:pt x="593" y="622"/>
                    </a:lnTo>
                    <a:lnTo>
                      <a:pt x="598" y="615"/>
                    </a:lnTo>
                    <a:lnTo>
                      <a:pt x="605" y="608"/>
                    </a:lnTo>
                    <a:lnTo>
                      <a:pt x="612" y="601"/>
                    </a:lnTo>
                    <a:lnTo>
                      <a:pt x="617" y="594"/>
                    </a:lnTo>
                    <a:lnTo>
                      <a:pt x="624" y="587"/>
                    </a:lnTo>
                    <a:lnTo>
                      <a:pt x="631" y="582"/>
                    </a:lnTo>
                    <a:lnTo>
                      <a:pt x="636" y="575"/>
                    </a:lnTo>
                    <a:lnTo>
                      <a:pt x="643" y="568"/>
                    </a:lnTo>
                    <a:lnTo>
                      <a:pt x="650" y="563"/>
                    </a:lnTo>
                    <a:lnTo>
                      <a:pt x="652" y="561"/>
                    </a:lnTo>
                    <a:lnTo>
                      <a:pt x="654" y="561"/>
                    </a:lnTo>
                    <a:lnTo>
                      <a:pt x="655" y="561"/>
                    </a:lnTo>
                    <a:lnTo>
                      <a:pt x="657" y="560"/>
                    </a:lnTo>
                    <a:lnTo>
                      <a:pt x="659" y="560"/>
                    </a:lnTo>
                    <a:lnTo>
                      <a:pt x="661" y="560"/>
                    </a:lnTo>
                    <a:lnTo>
                      <a:pt x="662" y="560"/>
                    </a:lnTo>
                    <a:lnTo>
                      <a:pt x="664" y="560"/>
                    </a:lnTo>
                    <a:lnTo>
                      <a:pt x="666" y="561"/>
                    </a:lnTo>
                    <a:lnTo>
                      <a:pt x="668" y="561"/>
                    </a:lnTo>
                    <a:lnTo>
                      <a:pt x="669" y="561"/>
                    </a:lnTo>
                    <a:lnTo>
                      <a:pt x="671" y="561"/>
                    </a:lnTo>
                    <a:lnTo>
                      <a:pt x="673" y="563"/>
                    </a:lnTo>
                    <a:lnTo>
                      <a:pt x="674" y="563"/>
                    </a:lnTo>
                    <a:lnTo>
                      <a:pt x="676" y="565"/>
                    </a:lnTo>
                    <a:lnTo>
                      <a:pt x="678" y="565"/>
                    </a:lnTo>
                    <a:lnTo>
                      <a:pt x="680" y="566"/>
                    </a:lnTo>
                    <a:lnTo>
                      <a:pt x="681" y="568"/>
                    </a:lnTo>
                    <a:lnTo>
                      <a:pt x="683" y="568"/>
                    </a:lnTo>
                    <a:lnTo>
                      <a:pt x="685" y="570"/>
                    </a:lnTo>
                    <a:lnTo>
                      <a:pt x="687" y="572"/>
                    </a:lnTo>
                    <a:lnTo>
                      <a:pt x="688" y="572"/>
                    </a:lnTo>
                    <a:lnTo>
                      <a:pt x="688" y="573"/>
                    </a:lnTo>
                    <a:lnTo>
                      <a:pt x="690" y="573"/>
                    </a:lnTo>
                    <a:lnTo>
                      <a:pt x="692" y="575"/>
                    </a:lnTo>
                    <a:lnTo>
                      <a:pt x="694" y="577"/>
                    </a:lnTo>
                    <a:lnTo>
                      <a:pt x="695" y="579"/>
                    </a:lnTo>
                    <a:lnTo>
                      <a:pt x="699" y="577"/>
                    </a:lnTo>
                    <a:lnTo>
                      <a:pt x="702" y="577"/>
                    </a:lnTo>
                    <a:lnTo>
                      <a:pt x="704" y="577"/>
                    </a:lnTo>
                    <a:lnTo>
                      <a:pt x="707" y="575"/>
                    </a:lnTo>
                    <a:lnTo>
                      <a:pt x="711" y="575"/>
                    </a:lnTo>
                    <a:lnTo>
                      <a:pt x="714" y="573"/>
                    </a:lnTo>
                    <a:lnTo>
                      <a:pt x="716" y="573"/>
                    </a:lnTo>
                    <a:lnTo>
                      <a:pt x="720" y="572"/>
                    </a:lnTo>
                    <a:lnTo>
                      <a:pt x="723" y="572"/>
                    </a:lnTo>
                    <a:lnTo>
                      <a:pt x="726" y="570"/>
                    </a:lnTo>
                    <a:lnTo>
                      <a:pt x="730" y="570"/>
                    </a:lnTo>
                    <a:lnTo>
                      <a:pt x="732" y="568"/>
                    </a:lnTo>
                    <a:lnTo>
                      <a:pt x="735" y="568"/>
                    </a:lnTo>
                    <a:lnTo>
                      <a:pt x="739" y="566"/>
                    </a:lnTo>
                    <a:lnTo>
                      <a:pt x="742" y="566"/>
                    </a:lnTo>
                    <a:lnTo>
                      <a:pt x="744" y="565"/>
                    </a:lnTo>
                    <a:lnTo>
                      <a:pt x="747" y="565"/>
                    </a:lnTo>
                    <a:lnTo>
                      <a:pt x="751" y="563"/>
                    </a:lnTo>
                    <a:lnTo>
                      <a:pt x="754" y="563"/>
                    </a:lnTo>
                    <a:lnTo>
                      <a:pt x="758" y="561"/>
                    </a:lnTo>
                    <a:lnTo>
                      <a:pt x="761" y="561"/>
                    </a:lnTo>
                    <a:lnTo>
                      <a:pt x="765" y="560"/>
                    </a:lnTo>
                    <a:lnTo>
                      <a:pt x="766" y="560"/>
                    </a:lnTo>
                    <a:lnTo>
                      <a:pt x="770" y="560"/>
                    </a:lnTo>
                    <a:lnTo>
                      <a:pt x="773" y="558"/>
                    </a:lnTo>
                    <a:lnTo>
                      <a:pt x="777" y="558"/>
                    </a:lnTo>
                    <a:lnTo>
                      <a:pt x="780" y="558"/>
                    </a:lnTo>
                    <a:lnTo>
                      <a:pt x="784" y="558"/>
                    </a:lnTo>
                    <a:lnTo>
                      <a:pt x="787" y="558"/>
                    </a:lnTo>
                    <a:lnTo>
                      <a:pt x="791" y="558"/>
                    </a:lnTo>
                    <a:lnTo>
                      <a:pt x="794" y="558"/>
                    </a:lnTo>
                    <a:lnTo>
                      <a:pt x="798" y="558"/>
                    </a:lnTo>
                    <a:lnTo>
                      <a:pt x="799" y="554"/>
                    </a:lnTo>
                    <a:lnTo>
                      <a:pt x="799" y="553"/>
                    </a:lnTo>
                    <a:lnTo>
                      <a:pt x="799" y="549"/>
                    </a:lnTo>
                    <a:lnTo>
                      <a:pt x="801" y="547"/>
                    </a:lnTo>
                    <a:lnTo>
                      <a:pt x="801" y="544"/>
                    </a:lnTo>
                    <a:lnTo>
                      <a:pt x="801" y="542"/>
                    </a:lnTo>
                    <a:lnTo>
                      <a:pt x="801" y="540"/>
                    </a:lnTo>
                    <a:lnTo>
                      <a:pt x="801" y="539"/>
                    </a:lnTo>
                    <a:lnTo>
                      <a:pt x="799" y="535"/>
                    </a:lnTo>
                    <a:lnTo>
                      <a:pt x="799" y="534"/>
                    </a:lnTo>
                    <a:lnTo>
                      <a:pt x="798" y="532"/>
                    </a:lnTo>
                    <a:lnTo>
                      <a:pt x="798" y="530"/>
                    </a:lnTo>
                    <a:lnTo>
                      <a:pt x="796" y="528"/>
                    </a:lnTo>
                    <a:lnTo>
                      <a:pt x="796" y="527"/>
                    </a:lnTo>
                    <a:lnTo>
                      <a:pt x="794" y="523"/>
                    </a:lnTo>
                    <a:lnTo>
                      <a:pt x="794" y="521"/>
                    </a:lnTo>
                    <a:lnTo>
                      <a:pt x="792" y="520"/>
                    </a:lnTo>
                    <a:lnTo>
                      <a:pt x="791" y="518"/>
                    </a:lnTo>
                    <a:lnTo>
                      <a:pt x="789" y="516"/>
                    </a:lnTo>
                    <a:lnTo>
                      <a:pt x="789" y="515"/>
                    </a:lnTo>
                    <a:lnTo>
                      <a:pt x="787" y="513"/>
                    </a:lnTo>
                    <a:lnTo>
                      <a:pt x="785" y="511"/>
                    </a:lnTo>
                    <a:lnTo>
                      <a:pt x="785" y="509"/>
                    </a:lnTo>
                    <a:lnTo>
                      <a:pt x="784" y="506"/>
                    </a:lnTo>
                    <a:lnTo>
                      <a:pt x="782" y="504"/>
                    </a:lnTo>
                    <a:lnTo>
                      <a:pt x="782" y="502"/>
                    </a:lnTo>
                    <a:lnTo>
                      <a:pt x="780" y="501"/>
                    </a:lnTo>
                    <a:lnTo>
                      <a:pt x="780" y="499"/>
                    </a:lnTo>
                    <a:lnTo>
                      <a:pt x="780" y="495"/>
                    </a:lnTo>
                    <a:lnTo>
                      <a:pt x="778" y="494"/>
                    </a:lnTo>
                    <a:lnTo>
                      <a:pt x="778" y="492"/>
                    </a:lnTo>
                    <a:lnTo>
                      <a:pt x="778" y="490"/>
                    </a:lnTo>
                    <a:lnTo>
                      <a:pt x="778" y="487"/>
                    </a:lnTo>
                    <a:lnTo>
                      <a:pt x="777" y="483"/>
                    </a:lnTo>
                    <a:lnTo>
                      <a:pt x="777" y="480"/>
                    </a:lnTo>
                    <a:lnTo>
                      <a:pt x="777" y="478"/>
                    </a:lnTo>
                    <a:lnTo>
                      <a:pt x="775" y="475"/>
                    </a:lnTo>
                    <a:lnTo>
                      <a:pt x="775" y="471"/>
                    </a:lnTo>
                    <a:lnTo>
                      <a:pt x="775" y="468"/>
                    </a:lnTo>
                    <a:lnTo>
                      <a:pt x="775" y="466"/>
                    </a:lnTo>
                    <a:lnTo>
                      <a:pt x="773" y="463"/>
                    </a:lnTo>
                    <a:lnTo>
                      <a:pt x="773" y="459"/>
                    </a:lnTo>
                    <a:lnTo>
                      <a:pt x="773" y="457"/>
                    </a:lnTo>
                    <a:lnTo>
                      <a:pt x="773" y="454"/>
                    </a:lnTo>
                    <a:lnTo>
                      <a:pt x="773" y="450"/>
                    </a:lnTo>
                    <a:lnTo>
                      <a:pt x="773" y="447"/>
                    </a:lnTo>
                    <a:lnTo>
                      <a:pt x="773" y="445"/>
                    </a:lnTo>
                    <a:lnTo>
                      <a:pt x="772" y="442"/>
                    </a:lnTo>
                    <a:lnTo>
                      <a:pt x="772" y="438"/>
                    </a:lnTo>
                    <a:lnTo>
                      <a:pt x="772" y="437"/>
                    </a:lnTo>
                    <a:lnTo>
                      <a:pt x="772" y="433"/>
                    </a:lnTo>
                    <a:lnTo>
                      <a:pt x="772" y="430"/>
                    </a:lnTo>
                    <a:lnTo>
                      <a:pt x="772" y="426"/>
                    </a:lnTo>
                    <a:lnTo>
                      <a:pt x="772" y="424"/>
                    </a:lnTo>
                    <a:lnTo>
                      <a:pt x="772" y="421"/>
                    </a:lnTo>
                    <a:lnTo>
                      <a:pt x="772" y="418"/>
                    </a:lnTo>
                    <a:lnTo>
                      <a:pt x="772" y="414"/>
                    </a:lnTo>
                    <a:lnTo>
                      <a:pt x="772" y="412"/>
                    </a:lnTo>
                    <a:lnTo>
                      <a:pt x="772" y="409"/>
                    </a:lnTo>
                    <a:lnTo>
                      <a:pt x="772" y="405"/>
                    </a:lnTo>
                    <a:lnTo>
                      <a:pt x="772" y="402"/>
                    </a:lnTo>
                    <a:lnTo>
                      <a:pt x="772" y="398"/>
                    </a:lnTo>
                    <a:lnTo>
                      <a:pt x="772" y="395"/>
                    </a:lnTo>
                    <a:lnTo>
                      <a:pt x="772" y="392"/>
                    </a:lnTo>
                    <a:lnTo>
                      <a:pt x="768" y="392"/>
                    </a:lnTo>
                    <a:lnTo>
                      <a:pt x="765" y="390"/>
                    </a:lnTo>
                    <a:lnTo>
                      <a:pt x="761" y="390"/>
                    </a:lnTo>
                    <a:lnTo>
                      <a:pt x="758" y="388"/>
                    </a:lnTo>
                    <a:lnTo>
                      <a:pt x="754" y="386"/>
                    </a:lnTo>
                    <a:lnTo>
                      <a:pt x="751" y="385"/>
                    </a:lnTo>
                    <a:lnTo>
                      <a:pt x="749" y="383"/>
                    </a:lnTo>
                    <a:lnTo>
                      <a:pt x="746" y="379"/>
                    </a:lnTo>
                    <a:lnTo>
                      <a:pt x="742" y="378"/>
                    </a:lnTo>
                    <a:lnTo>
                      <a:pt x="740" y="376"/>
                    </a:lnTo>
                    <a:lnTo>
                      <a:pt x="739" y="372"/>
                    </a:lnTo>
                    <a:lnTo>
                      <a:pt x="735" y="369"/>
                    </a:lnTo>
                    <a:lnTo>
                      <a:pt x="733" y="367"/>
                    </a:lnTo>
                    <a:lnTo>
                      <a:pt x="732" y="364"/>
                    </a:lnTo>
                    <a:lnTo>
                      <a:pt x="730" y="360"/>
                    </a:lnTo>
                    <a:lnTo>
                      <a:pt x="728" y="359"/>
                    </a:lnTo>
                    <a:lnTo>
                      <a:pt x="726" y="355"/>
                    </a:lnTo>
                    <a:lnTo>
                      <a:pt x="725" y="352"/>
                    </a:lnTo>
                    <a:lnTo>
                      <a:pt x="723" y="348"/>
                    </a:lnTo>
                    <a:lnTo>
                      <a:pt x="721" y="345"/>
                    </a:lnTo>
                    <a:lnTo>
                      <a:pt x="720" y="341"/>
                    </a:lnTo>
                    <a:lnTo>
                      <a:pt x="718" y="338"/>
                    </a:lnTo>
                    <a:lnTo>
                      <a:pt x="718" y="334"/>
                    </a:lnTo>
                    <a:lnTo>
                      <a:pt x="716" y="331"/>
                    </a:lnTo>
                    <a:lnTo>
                      <a:pt x="714" y="327"/>
                    </a:lnTo>
                    <a:lnTo>
                      <a:pt x="714" y="324"/>
                    </a:lnTo>
                    <a:lnTo>
                      <a:pt x="713" y="320"/>
                    </a:lnTo>
                    <a:lnTo>
                      <a:pt x="713" y="317"/>
                    </a:lnTo>
                    <a:lnTo>
                      <a:pt x="711" y="312"/>
                    </a:lnTo>
                    <a:lnTo>
                      <a:pt x="711" y="308"/>
                    </a:lnTo>
                    <a:lnTo>
                      <a:pt x="711" y="305"/>
                    </a:lnTo>
                    <a:lnTo>
                      <a:pt x="709" y="303"/>
                    </a:lnTo>
                    <a:lnTo>
                      <a:pt x="709" y="300"/>
                    </a:lnTo>
                    <a:lnTo>
                      <a:pt x="709" y="298"/>
                    </a:lnTo>
                    <a:lnTo>
                      <a:pt x="709" y="296"/>
                    </a:lnTo>
                    <a:lnTo>
                      <a:pt x="711" y="293"/>
                    </a:lnTo>
                    <a:lnTo>
                      <a:pt x="711" y="291"/>
                    </a:lnTo>
                    <a:lnTo>
                      <a:pt x="711" y="289"/>
                    </a:lnTo>
                    <a:lnTo>
                      <a:pt x="713" y="286"/>
                    </a:lnTo>
                    <a:lnTo>
                      <a:pt x="713" y="284"/>
                    </a:lnTo>
                    <a:lnTo>
                      <a:pt x="713" y="282"/>
                    </a:lnTo>
                    <a:lnTo>
                      <a:pt x="714" y="279"/>
                    </a:lnTo>
                    <a:lnTo>
                      <a:pt x="714" y="277"/>
                    </a:lnTo>
                    <a:lnTo>
                      <a:pt x="716" y="275"/>
                    </a:lnTo>
                    <a:lnTo>
                      <a:pt x="716" y="274"/>
                    </a:lnTo>
                    <a:lnTo>
                      <a:pt x="718" y="272"/>
                    </a:lnTo>
                    <a:lnTo>
                      <a:pt x="720" y="269"/>
                    </a:lnTo>
                    <a:lnTo>
                      <a:pt x="721" y="267"/>
                    </a:lnTo>
                    <a:lnTo>
                      <a:pt x="721" y="265"/>
                    </a:lnTo>
                    <a:lnTo>
                      <a:pt x="723" y="263"/>
                    </a:lnTo>
                    <a:lnTo>
                      <a:pt x="725" y="262"/>
                    </a:lnTo>
                    <a:lnTo>
                      <a:pt x="726" y="260"/>
                    </a:lnTo>
                    <a:lnTo>
                      <a:pt x="728" y="258"/>
                    </a:lnTo>
                    <a:lnTo>
                      <a:pt x="730" y="256"/>
                    </a:lnTo>
                    <a:lnTo>
                      <a:pt x="732" y="255"/>
                    </a:lnTo>
                    <a:lnTo>
                      <a:pt x="732" y="253"/>
                    </a:lnTo>
                    <a:lnTo>
                      <a:pt x="733" y="251"/>
                    </a:lnTo>
                    <a:lnTo>
                      <a:pt x="737" y="249"/>
                    </a:lnTo>
                    <a:lnTo>
                      <a:pt x="739" y="249"/>
                    </a:lnTo>
                    <a:lnTo>
                      <a:pt x="740" y="248"/>
                    </a:lnTo>
                    <a:lnTo>
                      <a:pt x="742" y="246"/>
                    </a:lnTo>
                    <a:lnTo>
                      <a:pt x="744" y="244"/>
                    </a:lnTo>
                    <a:lnTo>
                      <a:pt x="746" y="244"/>
                    </a:lnTo>
                    <a:lnTo>
                      <a:pt x="747" y="243"/>
                    </a:lnTo>
                    <a:lnTo>
                      <a:pt x="749" y="244"/>
                    </a:lnTo>
                    <a:lnTo>
                      <a:pt x="751" y="244"/>
                    </a:lnTo>
                    <a:lnTo>
                      <a:pt x="752" y="244"/>
                    </a:lnTo>
                    <a:lnTo>
                      <a:pt x="754" y="244"/>
                    </a:lnTo>
                    <a:lnTo>
                      <a:pt x="756" y="244"/>
                    </a:lnTo>
                    <a:lnTo>
                      <a:pt x="758" y="243"/>
                    </a:lnTo>
                    <a:lnTo>
                      <a:pt x="759" y="243"/>
                    </a:lnTo>
                    <a:lnTo>
                      <a:pt x="759" y="241"/>
                    </a:lnTo>
                    <a:lnTo>
                      <a:pt x="761" y="241"/>
                    </a:lnTo>
                    <a:lnTo>
                      <a:pt x="761" y="239"/>
                    </a:lnTo>
                    <a:lnTo>
                      <a:pt x="763" y="237"/>
                    </a:lnTo>
                    <a:lnTo>
                      <a:pt x="763" y="236"/>
                    </a:lnTo>
                    <a:lnTo>
                      <a:pt x="765" y="234"/>
                    </a:lnTo>
                    <a:lnTo>
                      <a:pt x="765" y="232"/>
                    </a:lnTo>
                    <a:lnTo>
                      <a:pt x="766" y="232"/>
                    </a:lnTo>
                    <a:lnTo>
                      <a:pt x="766" y="230"/>
                    </a:lnTo>
                    <a:lnTo>
                      <a:pt x="766" y="229"/>
                    </a:lnTo>
                    <a:lnTo>
                      <a:pt x="768" y="229"/>
                    </a:lnTo>
                    <a:lnTo>
                      <a:pt x="768" y="227"/>
                    </a:lnTo>
                    <a:lnTo>
                      <a:pt x="770" y="225"/>
                    </a:lnTo>
                    <a:lnTo>
                      <a:pt x="772" y="223"/>
                    </a:lnTo>
                    <a:lnTo>
                      <a:pt x="770" y="220"/>
                    </a:lnTo>
                    <a:lnTo>
                      <a:pt x="768" y="217"/>
                    </a:lnTo>
                    <a:lnTo>
                      <a:pt x="766" y="211"/>
                    </a:lnTo>
                    <a:lnTo>
                      <a:pt x="765" y="208"/>
                    </a:lnTo>
                    <a:lnTo>
                      <a:pt x="761" y="203"/>
                    </a:lnTo>
                    <a:lnTo>
                      <a:pt x="759" y="199"/>
                    </a:lnTo>
                    <a:lnTo>
                      <a:pt x="758" y="196"/>
                    </a:lnTo>
                    <a:lnTo>
                      <a:pt x="756" y="191"/>
                    </a:lnTo>
                    <a:lnTo>
                      <a:pt x="752" y="187"/>
                    </a:lnTo>
                    <a:lnTo>
                      <a:pt x="751" y="184"/>
                    </a:lnTo>
                    <a:lnTo>
                      <a:pt x="749" y="178"/>
                    </a:lnTo>
                    <a:lnTo>
                      <a:pt x="746" y="175"/>
                    </a:lnTo>
                    <a:lnTo>
                      <a:pt x="744" y="172"/>
                    </a:lnTo>
                    <a:lnTo>
                      <a:pt x="742" y="166"/>
                    </a:lnTo>
                    <a:lnTo>
                      <a:pt x="739" y="163"/>
                    </a:lnTo>
                    <a:lnTo>
                      <a:pt x="737" y="159"/>
                    </a:lnTo>
                    <a:lnTo>
                      <a:pt x="735" y="154"/>
                    </a:lnTo>
                    <a:lnTo>
                      <a:pt x="733" y="151"/>
                    </a:lnTo>
                    <a:lnTo>
                      <a:pt x="732" y="147"/>
                    </a:lnTo>
                    <a:lnTo>
                      <a:pt x="730" y="142"/>
                    </a:lnTo>
                    <a:lnTo>
                      <a:pt x="728" y="139"/>
                    </a:lnTo>
                    <a:lnTo>
                      <a:pt x="726" y="133"/>
                    </a:lnTo>
                    <a:lnTo>
                      <a:pt x="725" y="130"/>
                    </a:lnTo>
                    <a:lnTo>
                      <a:pt x="723" y="125"/>
                    </a:lnTo>
                    <a:lnTo>
                      <a:pt x="723" y="121"/>
                    </a:lnTo>
                    <a:lnTo>
                      <a:pt x="721" y="116"/>
                    </a:lnTo>
                    <a:lnTo>
                      <a:pt x="721" y="111"/>
                    </a:lnTo>
                    <a:lnTo>
                      <a:pt x="721" y="107"/>
                    </a:lnTo>
                    <a:lnTo>
                      <a:pt x="720" y="102"/>
                    </a:lnTo>
                    <a:lnTo>
                      <a:pt x="721" y="97"/>
                    </a:lnTo>
                    <a:lnTo>
                      <a:pt x="721" y="92"/>
                    </a:lnTo>
                    <a:lnTo>
                      <a:pt x="721" y="87"/>
                    </a:lnTo>
                    <a:lnTo>
                      <a:pt x="723" y="87"/>
                    </a:lnTo>
                    <a:lnTo>
                      <a:pt x="723" y="85"/>
                    </a:lnTo>
                    <a:lnTo>
                      <a:pt x="725" y="85"/>
                    </a:lnTo>
                    <a:lnTo>
                      <a:pt x="726" y="83"/>
                    </a:lnTo>
                    <a:lnTo>
                      <a:pt x="728" y="83"/>
                    </a:lnTo>
                    <a:lnTo>
                      <a:pt x="728" y="81"/>
                    </a:lnTo>
                    <a:lnTo>
                      <a:pt x="730" y="81"/>
                    </a:lnTo>
                    <a:lnTo>
                      <a:pt x="732" y="81"/>
                    </a:lnTo>
                    <a:lnTo>
                      <a:pt x="733" y="81"/>
                    </a:lnTo>
                    <a:lnTo>
                      <a:pt x="735" y="80"/>
                    </a:lnTo>
                    <a:lnTo>
                      <a:pt x="737" y="80"/>
                    </a:lnTo>
                    <a:lnTo>
                      <a:pt x="739" y="80"/>
                    </a:lnTo>
                    <a:lnTo>
                      <a:pt x="740" y="80"/>
                    </a:lnTo>
                    <a:lnTo>
                      <a:pt x="742" y="80"/>
                    </a:lnTo>
                    <a:lnTo>
                      <a:pt x="744" y="80"/>
                    </a:lnTo>
                    <a:lnTo>
                      <a:pt x="746" y="80"/>
                    </a:lnTo>
                    <a:lnTo>
                      <a:pt x="747" y="80"/>
                    </a:lnTo>
                    <a:lnTo>
                      <a:pt x="749" y="80"/>
                    </a:lnTo>
                    <a:lnTo>
                      <a:pt x="751" y="80"/>
                    </a:lnTo>
                    <a:lnTo>
                      <a:pt x="752" y="80"/>
                    </a:lnTo>
                    <a:lnTo>
                      <a:pt x="754" y="78"/>
                    </a:lnTo>
                    <a:lnTo>
                      <a:pt x="756" y="78"/>
                    </a:lnTo>
                    <a:lnTo>
                      <a:pt x="758" y="78"/>
                    </a:lnTo>
                    <a:lnTo>
                      <a:pt x="759" y="78"/>
                    </a:lnTo>
                    <a:lnTo>
                      <a:pt x="761" y="78"/>
                    </a:lnTo>
                    <a:lnTo>
                      <a:pt x="763" y="78"/>
                    </a:lnTo>
                    <a:lnTo>
                      <a:pt x="765" y="78"/>
                    </a:lnTo>
                    <a:lnTo>
                      <a:pt x="766" y="76"/>
                    </a:lnTo>
                    <a:lnTo>
                      <a:pt x="768" y="76"/>
                    </a:lnTo>
                    <a:lnTo>
                      <a:pt x="770" y="76"/>
                    </a:lnTo>
                    <a:lnTo>
                      <a:pt x="772" y="76"/>
                    </a:lnTo>
                    <a:lnTo>
                      <a:pt x="772" y="74"/>
                    </a:lnTo>
                    <a:lnTo>
                      <a:pt x="770" y="73"/>
                    </a:lnTo>
                    <a:lnTo>
                      <a:pt x="770" y="71"/>
                    </a:lnTo>
                    <a:lnTo>
                      <a:pt x="770" y="69"/>
                    </a:lnTo>
                    <a:lnTo>
                      <a:pt x="770" y="68"/>
                    </a:lnTo>
                    <a:lnTo>
                      <a:pt x="770" y="66"/>
                    </a:lnTo>
                    <a:lnTo>
                      <a:pt x="770" y="64"/>
                    </a:lnTo>
                    <a:lnTo>
                      <a:pt x="768" y="62"/>
                    </a:lnTo>
                    <a:lnTo>
                      <a:pt x="768" y="61"/>
                    </a:lnTo>
                    <a:lnTo>
                      <a:pt x="768" y="59"/>
                    </a:lnTo>
                    <a:lnTo>
                      <a:pt x="768" y="57"/>
                    </a:lnTo>
                    <a:lnTo>
                      <a:pt x="768" y="55"/>
                    </a:lnTo>
                    <a:lnTo>
                      <a:pt x="768" y="52"/>
                    </a:lnTo>
                    <a:lnTo>
                      <a:pt x="768" y="50"/>
                    </a:lnTo>
                    <a:lnTo>
                      <a:pt x="768" y="49"/>
                    </a:lnTo>
                    <a:lnTo>
                      <a:pt x="768" y="47"/>
                    </a:lnTo>
                    <a:lnTo>
                      <a:pt x="768" y="45"/>
                    </a:lnTo>
                    <a:lnTo>
                      <a:pt x="768" y="43"/>
                    </a:lnTo>
                    <a:lnTo>
                      <a:pt x="768" y="42"/>
                    </a:lnTo>
                    <a:lnTo>
                      <a:pt x="768" y="40"/>
                    </a:lnTo>
                    <a:lnTo>
                      <a:pt x="768" y="38"/>
                    </a:lnTo>
                    <a:lnTo>
                      <a:pt x="768" y="36"/>
                    </a:lnTo>
                    <a:lnTo>
                      <a:pt x="768" y="35"/>
                    </a:lnTo>
                    <a:lnTo>
                      <a:pt x="770" y="33"/>
                    </a:lnTo>
                    <a:lnTo>
                      <a:pt x="770" y="31"/>
                    </a:lnTo>
                    <a:lnTo>
                      <a:pt x="770" y="29"/>
                    </a:lnTo>
                    <a:lnTo>
                      <a:pt x="770" y="28"/>
                    </a:lnTo>
                    <a:lnTo>
                      <a:pt x="772" y="26"/>
                    </a:lnTo>
                    <a:lnTo>
                      <a:pt x="772" y="24"/>
                    </a:lnTo>
                    <a:lnTo>
                      <a:pt x="772" y="23"/>
                    </a:lnTo>
                    <a:lnTo>
                      <a:pt x="773" y="21"/>
                    </a:lnTo>
                    <a:lnTo>
                      <a:pt x="777" y="19"/>
                    </a:lnTo>
                    <a:lnTo>
                      <a:pt x="778" y="17"/>
                    </a:lnTo>
                    <a:lnTo>
                      <a:pt x="782" y="16"/>
                    </a:lnTo>
                    <a:lnTo>
                      <a:pt x="785" y="16"/>
                    </a:lnTo>
                    <a:lnTo>
                      <a:pt x="789" y="14"/>
                    </a:lnTo>
                    <a:lnTo>
                      <a:pt x="791" y="14"/>
                    </a:lnTo>
                    <a:lnTo>
                      <a:pt x="794" y="12"/>
                    </a:lnTo>
                    <a:lnTo>
                      <a:pt x="798" y="12"/>
                    </a:lnTo>
                    <a:lnTo>
                      <a:pt x="801" y="12"/>
                    </a:lnTo>
                    <a:lnTo>
                      <a:pt x="805" y="12"/>
                    </a:lnTo>
                    <a:lnTo>
                      <a:pt x="806" y="10"/>
                    </a:lnTo>
                    <a:lnTo>
                      <a:pt x="810" y="10"/>
                    </a:lnTo>
                    <a:lnTo>
                      <a:pt x="813" y="10"/>
                    </a:lnTo>
                    <a:lnTo>
                      <a:pt x="817" y="10"/>
                    </a:lnTo>
                    <a:lnTo>
                      <a:pt x="820" y="10"/>
                    </a:lnTo>
                    <a:lnTo>
                      <a:pt x="824" y="10"/>
                    </a:lnTo>
                    <a:lnTo>
                      <a:pt x="827" y="10"/>
                    </a:lnTo>
                    <a:lnTo>
                      <a:pt x="831" y="10"/>
                    </a:lnTo>
                    <a:lnTo>
                      <a:pt x="834" y="10"/>
                    </a:lnTo>
                    <a:lnTo>
                      <a:pt x="837" y="10"/>
                    </a:lnTo>
                    <a:lnTo>
                      <a:pt x="841" y="9"/>
                    </a:lnTo>
                    <a:lnTo>
                      <a:pt x="843" y="9"/>
                    </a:lnTo>
                    <a:lnTo>
                      <a:pt x="846" y="9"/>
                    </a:lnTo>
                    <a:lnTo>
                      <a:pt x="850" y="9"/>
                    </a:lnTo>
                    <a:lnTo>
                      <a:pt x="853" y="9"/>
                    </a:lnTo>
                    <a:lnTo>
                      <a:pt x="857" y="9"/>
                    </a:lnTo>
                    <a:lnTo>
                      <a:pt x="860" y="9"/>
                    </a:lnTo>
                    <a:lnTo>
                      <a:pt x="863" y="9"/>
                    </a:lnTo>
                    <a:lnTo>
                      <a:pt x="867" y="7"/>
                    </a:lnTo>
                    <a:lnTo>
                      <a:pt x="869" y="7"/>
                    </a:lnTo>
                    <a:lnTo>
                      <a:pt x="872" y="7"/>
                    </a:lnTo>
                    <a:lnTo>
                      <a:pt x="876" y="5"/>
                    </a:lnTo>
                    <a:lnTo>
                      <a:pt x="879" y="5"/>
                    </a:lnTo>
                    <a:lnTo>
                      <a:pt x="883" y="5"/>
                    </a:lnTo>
                    <a:lnTo>
                      <a:pt x="888" y="3"/>
                    </a:lnTo>
                    <a:lnTo>
                      <a:pt x="891" y="3"/>
                    </a:lnTo>
                    <a:lnTo>
                      <a:pt x="895" y="2"/>
                    </a:lnTo>
                    <a:lnTo>
                      <a:pt x="900" y="2"/>
                    </a:lnTo>
                    <a:lnTo>
                      <a:pt x="903" y="2"/>
                    </a:lnTo>
                    <a:lnTo>
                      <a:pt x="909" y="2"/>
                    </a:lnTo>
                    <a:lnTo>
                      <a:pt x="912" y="0"/>
                    </a:lnTo>
                    <a:lnTo>
                      <a:pt x="917" y="0"/>
                    </a:lnTo>
                    <a:lnTo>
                      <a:pt x="921" y="0"/>
                    </a:lnTo>
                    <a:lnTo>
                      <a:pt x="924" y="0"/>
                    </a:lnTo>
                    <a:lnTo>
                      <a:pt x="929" y="0"/>
                    </a:lnTo>
                    <a:lnTo>
                      <a:pt x="933" y="0"/>
                    </a:lnTo>
                    <a:lnTo>
                      <a:pt x="938" y="0"/>
                    </a:lnTo>
                    <a:lnTo>
                      <a:pt x="941" y="0"/>
                    </a:lnTo>
                    <a:lnTo>
                      <a:pt x="947" y="0"/>
                    </a:lnTo>
                    <a:lnTo>
                      <a:pt x="950" y="0"/>
                    </a:lnTo>
                    <a:lnTo>
                      <a:pt x="955" y="0"/>
                    </a:lnTo>
                    <a:lnTo>
                      <a:pt x="959" y="2"/>
                    </a:lnTo>
                    <a:lnTo>
                      <a:pt x="964" y="2"/>
                    </a:lnTo>
                    <a:lnTo>
                      <a:pt x="967" y="2"/>
                    </a:lnTo>
                    <a:lnTo>
                      <a:pt x="973" y="2"/>
                    </a:lnTo>
                    <a:lnTo>
                      <a:pt x="976" y="3"/>
                    </a:lnTo>
                    <a:lnTo>
                      <a:pt x="980" y="3"/>
                    </a:lnTo>
                    <a:lnTo>
                      <a:pt x="985" y="5"/>
                    </a:lnTo>
                    <a:lnTo>
                      <a:pt x="988" y="5"/>
                    </a:lnTo>
                    <a:lnTo>
                      <a:pt x="992" y="7"/>
                    </a:lnTo>
                    <a:lnTo>
                      <a:pt x="997" y="7"/>
                    </a:lnTo>
                    <a:lnTo>
                      <a:pt x="1000" y="9"/>
                    </a:lnTo>
                    <a:lnTo>
                      <a:pt x="1004" y="10"/>
                    </a:lnTo>
                    <a:lnTo>
                      <a:pt x="1007" y="10"/>
                    </a:lnTo>
                    <a:lnTo>
                      <a:pt x="1037" y="54"/>
                    </a:lnTo>
                    <a:lnTo>
                      <a:pt x="1039" y="54"/>
                    </a:lnTo>
                    <a:lnTo>
                      <a:pt x="1040" y="55"/>
                    </a:lnTo>
                    <a:lnTo>
                      <a:pt x="1044" y="55"/>
                    </a:lnTo>
                    <a:lnTo>
                      <a:pt x="1046" y="55"/>
                    </a:lnTo>
                    <a:lnTo>
                      <a:pt x="1047" y="55"/>
                    </a:lnTo>
                    <a:lnTo>
                      <a:pt x="1049" y="55"/>
                    </a:lnTo>
                    <a:lnTo>
                      <a:pt x="1052" y="57"/>
                    </a:lnTo>
                    <a:lnTo>
                      <a:pt x="1054" y="57"/>
                    </a:lnTo>
                    <a:lnTo>
                      <a:pt x="1056" y="57"/>
                    </a:lnTo>
                    <a:lnTo>
                      <a:pt x="1058" y="57"/>
                    </a:lnTo>
                    <a:lnTo>
                      <a:pt x="1061" y="59"/>
                    </a:lnTo>
                    <a:lnTo>
                      <a:pt x="1063" y="59"/>
                    </a:lnTo>
                    <a:lnTo>
                      <a:pt x="1065" y="59"/>
                    </a:lnTo>
                    <a:lnTo>
                      <a:pt x="1066" y="59"/>
                    </a:lnTo>
                    <a:lnTo>
                      <a:pt x="1070" y="61"/>
                    </a:lnTo>
                    <a:lnTo>
                      <a:pt x="1072" y="61"/>
                    </a:lnTo>
                    <a:lnTo>
                      <a:pt x="1073" y="61"/>
                    </a:lnTo>
                    <a:lnTo>
                      <a:pt x="1075" y="62"/>
                    </a:lnTo>
                    <a:lnTo>
                      <a:pt x="1078" y="62"/>
                    </a:lnTo>
                    <a:lnTo>
                      <a:pt x="1080" y="64"/>
                    </a:lnTo>
                    <a:lnTo>
                      <a:pt x="1082" y="64"/>
                    </a:lnTo>
                    <a:lnTo>
                      <a:pt x="1084" y="66"/>
                    </a:lnTo>
                    <a:lnTo>
                      <a:pt x="1087" y="66"/>
                    </a:lnTo>
                    <a:lnTo>
                      <a:pt x="1089" y="68"/>
                    </a:lnTo>
                    <a:lnTo>
                      <a:pt x="1091" y="69"/>
                    </a:lnTo>
                    <a:lnTo>
                      <a:pt x="1092" y="69"/>
                    </a:lnTo>
                    <a:lnTo>
                      <a:pt x="1094" y="71"/>
                    </a:lnTo>
                    <a:lnTo>
                      <a:pt x="1096" y="73"/>
                    </a:lnTo>
                    <a:lnTo>
                      <a:pt x="1098" y="73"/>
                    </a:lnTo>
                    <a:lnTo>
                      <a:pt x="1099" y="74"/>
                    </a:lnTo>
                    <a:lnTo>
                      <a:pt x="1101" y="76"/>
                    </a:lnTo>
                    <a:lnTo>
                      <a:pt x="1103" y="78"/>
                    </a:lnTo>
                    <a:lnTo>
                      <a:pt x="1108" y="83"/>
                    </a:lnTo>
                    <a:lnTo>
                      <a:pt x="1111" y="87"/>
                    </a:lnTo>
                    <a:lnTo>
                      <a:pt x="1115" y="92"/>
                    </a:lnTo>
                    <a:lnTo>
                      <a:pt x="1118" y="97"/>
                    </a:lnTo>
                    <a:lnTo>
                      <a:pt x="1120" y="102"/>
                    </a:lnTo>
                    <a:lnTo>
                      <a:pt x="1124" y="107"/>
                    </a:lnTo>
                    <a:lnTo>
                      <a:pt x="1125" y="113"/>
                    </a:lnTo>
                    <a:lnTo>
                      <a:pt x="1127" y="118"/>
                    </a:lnTo>
                    <a:lnTo>
                      <a:pt x="1129" y="123"/>
                    </a:lnTo>
                    <a:lnTo>
                      <a:pt x="1130" y="128"/>
                    </a:lnTo>
                    <a:lnTo>
                      <a:pt x="1130" y="133"/>
                    </a:lnTo>
                    <a:lnTo>
                      <a:pt x="1132" y="139"/>
                    </a:lnTo>
                    <a:lnTo>
                      <a:pt x="1132" y="146"/>
                    </a:lnTo>
                    <a:lnTo>
                      <a:pt x="1132" y="151"/>
                    </a:lnTo>
                    <a:lnTo>
                      <a:pt x="1132" y="156"/>
                    </a:lnTo>
                    <a:lnTo>
                      <a:pt x="1132" y="163"/>
                    </a:lnTo>
                    <a:lnTo>
                      <a:pt x="1132" y="168"/>
                    </a:lnTo>
                    <a:lnTo>
                      <a:pt x="1132" y="173"/>
                    </a:lnTo>
                    <a:lnTo>
                      <a:pt x="1132" y="180"/>
                    </a:lnTo>
                    <a:lnTo>
                      <a:pt x="1132" y="185"/>
                    </a:lnTo>
                    <a:lnTo>
                      <a:pt x="1130" y="192"/>
                    </a:lnTo>
                    <a:lnTo>
                      <a:pt x="1130" y="197"/>
                    </a:lnTo>
                    <a:lnTo>
                      <a:pt x="1129" y="203"/>
                    </a:lnTo>
                    <a:lnTo>
                      <a:pt x="1129" y="210"/>
                    </a:lnTo>
                    <a:lnTo>
                      <a:pt x="1127" y="215"/>
                    </a:lnTo>
                    <a:lnTo>
                      <a:pt x="1127" y="220"/>
                    </a:lnTo>
                    <a:lnTo>
                      <a:pt x="1125" y="227"/>
                    </a:lnTo>
                    <a:lnTo>
                      <a:pt x="1124" y="232"/>
                    </a:lnTo>
                    <a:lnTo>
                      <a:pt x="1124" y="237"/>
                    </a:lnTo>
                    <a:lnTo>
                      <a:pt x="1122" y="243"/>
                    </a:lnTo>
                    <a:lnTo>
                      <a:pt x="1122" y="249"/>
                    </a:lnTo>
                    <a:lnTo>
                      <a:pt x="1120" y="255"/>
                    </a:lnTo>
                    <a:lnTo>
                      <a:pt x="1118" y="256"/>
                    </a:lnTo>
                    <a:lnTo>
                      <a:pt x="1118" y="258"/>
                    </a:lnTo>
                    <a:lnTo>
                      <a:pt x="1118" y="260"/>
                    </a:lnTo>
                    <a:lnTo>
                      <a:pt x="1117" y="262"/>
                    </a:lnTo>
                    <a:lnTo>
                      <a:pt x="1117" y="263"/>
                    </a:lnTo>
                    <a:lnTo>
                      <a:pt x="1115" y="265"/>
                    </a:lnTo>
                    <a:lnTo>
                      <a:pt x="1115" y="267"/>
                    </a:lnTo>
                    <a:lnTo>
                      <a:pt x="1113" y="269"/>
                    </a:lnTo>
                    <a:lnTo>
                      <a:pt x="1113" y="270"/>
                    </a:lnTo>
                    <a:lnTo>
                      <a:pt x="1113" y="272"/>
                    </a:lnTo>
                    <a:lnTo>
                      <a:pt x="1111" y="274"/>
                    </a:lnTo>
                    <a:lnTo>
                      <a:pt x="1111" y="275"/>
                    </a:lnTo>
                    <a:lnTo>
                      <a:pt x="1110" y="277"/>
                    </a:lnTo>
                    <a:lnTo>
                      <a:pt x="1110" y="279"/>
                    </a:lnTo>
                    <a:lnTo>
                      <a:pt x="1108" y="281"/>
                    </a:lnTo>
                    <a:lnTo>
                      <a:pt x="1108" y="282"/>
                    </a:lnTo>
                    <a:lnTo>
                      <a:pt x="1106" y="284"/>
                    </a:lnTo>
                    <a:lnTo>
                      <a:pt x="1106" y="286"/>
                    </a:lnTo>
                    <a:lnTo>
                      <a:pt x="1104" y="286"/>
                    </a:lnTo>
                    <a:lnTo>
                      <a:pt x="1104" y="288"/>
                    </a:lnTo>
                    <a:lnTo>
                      <a:pt x="1103" y="289"/>
                    </a:lnTo>
                    <a:lnTo>
                      <a:pt x="1103" y="291"/>
                    </a:lnTo>
                    <a:lnTo>
                      <a:pt x="1101" y="291"/>
                    </a:lnTo>
                    <a:lnTo>
                      <a:pt x="1101" y="293"/>
                    </a:lnTo>
                    <a:lnTo>
                      <a:pt x="1099" y="295"/>
                    </a:lnTo>
                    <a:lnTo>
                      <a:pt x="1098" y="296"/>
                    </a:lnTo>
                    <a:lnTo>
                      <a:pt x="1096" y="298"/>
                    </a:lnTo>
                    <a:lnTo>
                      <a:pt x="1094" y="298"/>
                    </a:lnTo>
                    <a:lnTo>
                      <a:pt x="1096" y="301"/>
                    </a:lnTo>
                    <a:lnTo>
                      <a:pt x="1096" y="303"/>
                    </a:lnTo>
                    <a:lnTo>
                      <a:pt x="1098" y="305"/>
                    </a:lnTo>
                    <a:lnTo>
                      <a:pt x="1098" y="308"/>
                    </a:lnTo>
                    <a:lnTo>
                      <a:pt x="1099" y="310"/>
                    </a:lnTo>
                    <a:lnTo>
                      <a:pt x="1099" y="314"/>
                    </a:lnTo>
                    <a:lnTo>
                      <a:pt x="1099" y="315"/>
                    </a:lnTo>
                    <a:lnTo>
                      <a:pt x="1101" y="317"/>
                    </a:lnTo>
                    <a:lnTo>
                      <a:pt x="1101" y="320"/>
                    </a:lnTo>
                    <a:lnTo>
                      <a:pt x="1101" y="322"/>
                    </a:lnTo>
                    <a:lnTo>
                      <a:pt x="1101" y="326"/>
                    </a:lnTo>
                    <a:lnTo>
                      <a:pt x="1101" y="327"/>
                    </a:lnTo>
                    <a:lnTo>
                      <a:pt x="1101" y="331"/>
                    </a:lnTo>
                    <a:lnTo>
                      <a:pt x="1101" y="333"/>
                    </a:lnTo>
                    <a:lnTo>
                      <a:pt x="1101" y="334"/>
                    </a:lnTo>
                    <a:lnTo>
                      <a:pt x="1101" y="338"/>
                    </a:lnTo>
                    <a:lnTo>
                      <a:pt x="1101" y="340"/>
                    </a:lnTo>
                    <a:lnTo>
                      <a:pt x="1101" y="343"/>
                    </a:lnTo>
                    <a:lnTo>
                      <a:pt x="1101" y="345"/>
                    </a:lnTo>
                    <a:lnTo>
                      <a:pt x="1099" y="348"/>
                    </a:lnTo>
                    <a:lnTo>
                      <a:pt x="1099" y="350"/>
                    </a:lnTo>
                    <a:lnTo>
                      <a:pt x="1099" y="352"/>
                    </a:lnTo>
                    <a:lnTo>
                      <a:pt x="1098" y="355"/>
                    </a:lnTo>
                    <a:lnTo>
                      <a:pt x="1098" y="357"/>
                    </a:lnTo>
                    <a:lnTo>
                      <a:pt x="1098" y="360"/>
                    </a:lnTo>
                    <a:lnTo>
                      <a:pt x="1096" y="362"/>
                    </a:lnTo>
                    <a:lnTo>
                      <a:pt x="1094" y="364"/>
                    </a:lnTo>
                    <a:lnTo>
                      <a:pt x="1094" y="367"/>
                    </a:lnTo>
                    <a:lnTo>
                      <a:pt x="1092" y="369"/>
                    </a:lnTo>
                    <a:lnTo>
                      <a:pt x="1091" y="371"/>
                    </a:lnTo>
                    <a:lnTo>
                      <a:pt x="1091" y="372"/>
                    </a:lnTo>
                    <a:lnTo>
                      <a:pt x="1089" y="376"/>
                    </a:lnTo>
                    <a:lnTo>
                      <a:pt x="1087" y="378"/>
                    </a:lnTo>
                    <a:lnTo>
                      <a:pt x="1085" y="379"/>
                    </a:lnTo>
                    <a:lnTo>
                      <a:pt x="1084" y="381"/>
                    </a:lnTo>
                    <a:lnTo>
                      <a:pt x="1080" y="383"/>
                    </a:lnTo>
                    <a:lnTo>
                      <a:pt x="1078" y="386"/>
                    </a:lnTo>
                    <a:lnTo>
                      <a:pt x="1077" y="388"/>
                    </a:lnTo>
                    <a:lnTo>
                      <a:pt x="1075" y="390"/>
                    </a:lnTo>
                    <a:lnTo>
                      <a:pt x="1073" y="392"/>
                    </a:lnTo>
                    <a:lnTo>
                      <a:pt x="1070" y="393"/>
                    </a:lnTo>
                    <a:lnTo>
                      <a:pt x="1068" y="395"/>
                    </a:lnTo>
                    <a:lnTo>
                      <a:pt x="1066" y="397"/>
                    </a:lnTo>
                    <a:lnTo>
                      <a:pt x="1063" y="397"/>
                    </a:lnTo>
                    <a:lnTo>
                      <a:pt x="1061" y="398"/>
                    </a:lnTo>
                    <a:lnTo>
                      <a:pt x="1059" y="400"/>
                    </a:lnTo>
                    <a:lnTo>
                      <a:pt x="1056" y="402"/>
                    </a:lnTo>
                    <a:lnTo>
                      <a:pt x="1054" y="404"/>
                    </a:lnTo>
                    <a:lnTo>
                      <a:pt x="1052" y="404"/>
                    </a:lnTo>
                    <a:lnTo>
                      <a:pt x="1049" y="405"/>
                    </a:lnTo>
                    <a:lnTo>
                      <a:pt x="1047" y="405"/>
                    </a:lnTo>
                    <a:lnTo>
                      <a:pt x="1044" y="407"/>
                    </a:lnTo>
                    <a:lnTo>
                      <a:pt x="1042" y="407"/>
                    </a:lnTo>
                    <a:lnTo>
                      <a:pt x="1039" y="409"/>
                    </a:lnTo>
                    <a:lnTo>
                      <a:pt x="1037" y="409"/>
                    </a:lnTo>
                    <a:lnTo>
                      <a:pt x="1033" y="411"/>
                    </a:lnTo>
                    <a:lnTo>
                      <a:pt x="1030" y="411"/>
                    </a:lnTo>
                    <a:lnTo>
                      <a:pt x="1028" y="411"/>
                    </a:lnTo>
                    <a:lnTo>
                      <a:pt x="1025" y="411"/>
                    </a:lnTo>
                    <a:lnTo>
                      <a:pt x="1023" y="412"/>
                    </a:lnTo>
                    <a:lnTo>
                      <a:pt x="1020" y="412"/>
                    </a:lnTo>
                    <a:lnTo>
                      <a:pt x="1016" y="412"/>
                    </a:lnTo>
                    <a:lnTo>
                      <a:pt x="1014" y="412"/>
                    </a:lnTo>
                    <a:lnTo>
                      <a:pt x="1011" y="412"/>
                    </a:lnTo>
                    <a:lnTo>
                      <a:pt x="1009" y="414"/>
                    </a:lnTo>
                    <a:lnTo>
                      <a:pt x="1006" y="418"/>
                    </a:lnTo>
                    <a:lnTo>
                      <a:pt x="1004" y="421"/>
                    </a:lnTo>
                    <a:lnTo>
                      <a:pt x="1002" y="424"/>
                    </a:lnTo>
                    <a:lnTo>
                      <a:pt x="999" y="426"/>
                    </a:lnTo>
                    <a:lnTo>
                      <a:pt x="997" y="430"/>
                    </a:lnTo>
                    <a:lnTo>
                      <a:pt x="995" y="433"/>
                    </a:lnTo>
                    <a:lnTo>
                      <a:pt x="993" y="437"/>
                    </a:lnTo>
                    <a:lnTo>
                      <a:pt x="992" y="440"/>
                    </a:lnTo>
                    <a:lnTo>
                      <a:pt x="990" y="442"/>
                    </a:lnTo>
                    <a:lnTo>
                      <a:pt x="988" y="445"/>
                    </a:lnTo>
                    <a:lnTo>
                      <a:pt x="985" y="449"/>
                    </a:lnTo>
                    <a:lnTo>
                      <a:pt x="983" y="452"/>
                    </a:lnTo>
                    <a:lnTo>
                      <a:pt x="981" y="456"/>
                    </a:lnTo>
                    <a:lnTo>
                      <a:pt x="980" y="459"/>
                    </a:lnTo>
                    <a:lnTo>
                      <a:pt x="978" y="461"/>
                    </a:lnTo>
                    <a:lnTo>
                      <a:pt x="976" y="464"/>
                    </a:lnTo>
                    <a:lnTo>
                      <a:pt x="974" y="468"/>
                    </a:lnTo>
                    <a:lnTo>
                      <a:pt x="973" y="471"/>
                    </a:lnTo>
                    <a:lnTo>
                      <a:pt x="969" y="475"/>
                    </a:lnTo>
                    <a:lnTo>
                      <a:pt x="967" y="476"/>
                    </a:lnTo>
                    <a:lnTo>
                      <a:pt x="966" y="480"/>
                    </a:lnTo>
                    <a:lnTo>
                      <a:pt x="964" y="483"/>
                    </a:lnTo>
                    <a:lnTo>
                      <a:pt x="962" y="487"/>
                    </a:lnTo>
                    <a:lnTo>
                      <a:pt x="959" y="489"/>
                    </a:lnTo>
                    <a:lnTo>
                      <a:pt x="957" y="492"/>
                    </a:lnTo>
                    <a:lnTo>
                      <a:pt x="954" y="495"/>
                    </a:lnTo>
                    <a:lnTo>
                      <a:pt x="952" y="497"/>
                    </a:lnTo>
                    <a:lnTo>
                      <a:pt x="950" y="501"/>
                    </a:lnTo>
                    <a:lnTo>
                      <a:pt x="947" y="504"/>
                    </a:lnTo>
                    <a:lnTo>
                      <a:pt x="943" y="506"/>
                    </a:lnTo>
                    <a:lnTo>
                      <a:pt x="941" y="509"/>
                    </a:lnTo>
                    <a:lnTo>
                      <a:pt x="928" y="565"/>
                    </a:lnTo>
                    <a:lnTo>
                      <a:pt x="933" y="565"/>
                    </a:lnTo>
                    <a:lnTo>
                      <a:pt x="936" y="566"/>
                    </a:lnTo>
                    <a:lnTo>
                      <a:pt x="941" y="568"/>
                    </a:lnTo>
                    <a:lnTo>
                      <a:pt x="947" y="570"/>
                    </a:lnTo>
                    <a:lnTo>
                      <a:pt x="952" y="572"/>
                    </a:lnTo>
                    <a:lnTo>
                      <a:pt x="957" y="572"/>
                    </a:lnTo>
                    <a:lnTo>
                      <a:pt x="962" y="573"/>
                    </a:lnTo>
                    <a:lnTo>
                      <a:pt x="966" y="575"/>
                    </a:lnTo>
                    <a:lnTo>
                      <a:pt x="971" y="577"/>
                    </a:lnTo>
                    <a:lnTo>
                      <a:pt x="976" y="577"/>
                    </a:lnTo>
                    <a:lnTo>
                      <a:pt x="981" y="579"/>
                    </a:lnTo>
                    <a:lnTo>
                      <a:pt x="987" y="579"/>
                    </a:lnTo>
                    <a:lnTo>
                      <a:pt x="992" y="580"/>
                    </a:lnTo>
                    <a:lnTo>
                      <a:pt x="997" y="582"/>
                    </a:lnTo>
                    <a:lnTo>
                      <a:pt x="1002" y="582"/>
                    </a:lnTo>
                    <a:lnTo>
                      <a:pt x="1006" y="584"/>
                    </a:lnTo>
                    <a:lnTo>
                      <a:pt x="1011" y="586"/>
                    </a:lnTo>
                    <a:lnTo>
                      <a:pt x="1016" y="586"/>
                    </a:lnTo>
                    <a:lnTo>
                      <a:pt x="1021" y="587"/>
                    </a:lnTo>
                    <a:lnTo>
                      <a:pt x="1026" y="589"/>
                    </a:lnTo>
                    <a:lnTo>
                      <a:pt x="1032" y="589"/>
                    </a:lnTo>
                    <a:lnTo>
                      <a:pt x="1037" y="591"/>
                    </a:lnTo>
                    <a:lnTo>
                      <a:pt x="1040" y="592"/>
                    </a:lnTo>
                    <a:lnTo>
                      <a:pt x="1046" y="594"/>
                    </a:lnTo>
                    <a:lnTo>
                      <a:pt x="1051" y="596"/>
                    </a:lnTo>
                    <a:lnTo>
                      <a:pt x="1056" y="598"/>
                    </a:lnTo>
                    <a:lnTo>
                      <a:pt x="1061" y="599"/>
                    </a:lnTo>
                    <a:lnTo>
                      <a:pt x="1065" y="601"/>
                    </a:lnTo>
                    <a:lnTo>
                      <a:pt x="1070" y="603"/>
                    </a:lnTo>
                    <a:lnTo>
                      <a:pt x="1075" y="605"/>
                    </a:lnTo>
                    <a:lnTo>
                      <a:pt x="1078" y="606"/>
                    </a:lnTo>
                    <a:lnTo>
                      <a:pt x="1084" y="610"/>
                    </a:lnTo>
                    <a:lnTo>
                      <a:pt x="1085" y="612"/>
                    </a:lnTo>
                    <a:lnTo>
                      <a:pt x="1087" y="613"/>
                    </a:lnTo>
                    <a:lnTo>
                      <a:pt x="1089" y="613"/>
                    </a:lnTo>
                    <a:lnTo>
                      <a:pt x="1091" y="615"/>
                    </a:lnTo>
                    <a:lnTo>
                      <a:pt x="1094" y="615"/>
                    </a:lnTo>
                    <a:lnTo>
                      <a:pt x="1096" y="617"/>
                    </a:lnTo>
                    <a:lnTo>
                      <a:pt x="1098" y="617"/>
                    </a:lnTo>
                    <a:lnTo>
                      <a:pt x="1099" y="617"/>
                    </a:lnTo>
                    <a:lnTo>
                      <a:pt x="1101" y="617"/>
                    </a:lnTo>
                    <a:lnTo>
                      <a:pt x="1104" y="615"/>
                    </a:lnTo>
                    <a:lnTo>
                      <a:pt x="1106" y="615"/>
                    </a:lnTo>
                    <a:lnTo>
                      <a:pt x="1108" y="615"/>
                    </a:lnTo>
                    <a:lnTo>
                      <a:pt x="1110" y="613"/>
                    </a:lnTo>
                    <a:lnTo>
                      <a:pt x="1111" y="613"/>
                    </a:lnTo>
                    <a:lnTo>
                      <a:pt x="1115" y="613"/>
                    </a:lnTo>
                    <a:lnTo>
                      <a:pt x="1117" y="612"/>
                    </a:lnTo>
                    <a:lnTo>
                      <a:pt x="1118" y="612"/>
                    </a:lnTo>
                    <a:lnTo>
                      <a:pt x="1120" y="610"/>
                    </a:lnTo>
                    <a:lnTo>
                      <a:pt x="1122" y="610"/>
                    </a:lnTo>
                    <a:lnTo>
                      <a:pt x="1124" y="610"/>
                    </a:lnTo>
                    <a:lnTo>
                      <a:pt x="1127" y="610"/>
                    </a:lnTo>
                    <a:lnTo>
                      <a:pt x="1129" y="610"/>
                    </a:lnTo>
                    <a:lnTo>
                      <a:pt x="1130" y="610"/>
                    </a:lnTo>
                    <a:lnTo>
                      <a:pt x="1132" y="610"/>
                    </a:lnTo>
                    <a:lnTo>
                      <a:pt x="1134" y="610"/>
                    </a:lnTo>
                    <a:lnTo>
                      <a:pt x="1136" y="610"/>
                    </a:lnTo>
                    <a:lnTo>
                      <a:pt x="1137" y="612"/>
                    </a:lnTo>
                    <a:lnTo>
                      <a:pt x="1139" y="613"/>
                    </a:lnTo>
                    <a:lnTo>
                      <a:pt x="1141" y="615"/>
                    </a:lnTo>
                    <a:lnTo>
                      <a:pt x="1143" y="617"/>
                    </a:lnTo>
                    <a:lnTo>
                      <a:pt x="1144" y="618"/>
                    </a:lnTo>
                    <a:lnTo>
                      <a:pt x="1146" y="622"/>
                    </a:lnTo>
                    <a:lnTo>
                      <a:pt x="1148" y="624"/>
                    </a:lnTo>
                    <a:lnTo>
                      <a:pt x="1150" y="624"/>
                    </a:lnTo>
                    <a:lnTo>
                      <a:pt x="1151" y="625"/>
                    </a:lnTo>
                    <a:lnTo>
                      <a:pt x="1153" y="627"/>
                    </a:lnTo>
                    <a:lnTo>
                      <a:pt x="1155" y="629"/>
                    </a:lnTo>
                    <a:lnTo>
                      <a:pt x="1156" y="629"/>
                    </a:lnTo>
                    <a:lnTo>
                      <a:pt x="1158" y="631"/>
                    </a:lnTo>
                    <a:lnTo>
                      <a:pt x="1158" y="632"/>
                    </a:lnTo>
                    <a:lnTo>
                      <a:pt x="1160" y="634"/>
                    </a:lnTo>
                    <a:lnTo>
                      <a:pt x="1160" y="636"/>
                    </a:lnTo>
                    <a:lnTo>
                      <a:pt x="1162" y="638"/>
                    </a:lnTo>
                    <a:lnTo>
                      <a:pt x="1162" y="639"/>
                    </a:lnTo>
                    <a:lnTo>
                      <a:pt x="1163" y="641"/>
                    </a:lnTo>
                    <a:lnTo>
                      <a:pt x="1163" y="644"/>
                    </a:lnTo>
                    <a:lnTo>
                      <a:pt x="1163" y="646"/>
                    </a:lnTo>
                    <a:lnTo>
                      <a:pt x="1165" y="648"/>
                    </a:lnTo>
                    <a:lnTo>
                      <a:pt x="1165" y="650"/>
                    </a:lnTo>
                    <a:lnTo>
                      <a:pt x="1165" y="651"/>
                    </a:lnTo>
                    <a:lnTo>
                      <a:pt x="1167" y="653"/>
                    </a:lnTo>
                    <a:lnTo>
                      <a:pt x="1167" y="655"/>
                    </a:lnTo>
                    <a:lnTo>
                      <a:pt x="1167" y="658"/>
                    </a:lnTo>
                    <a:lnTo>
                      <a:pt x="1167" y="660"/>
                    </a:lnTo>
                    <a:lnTo>
                      <a:pt x="1167" y="662"/>
                    </a:lnTo>
                    <a:lnTo>
                      <a:pt x="1169" y="663"/>
                    </a:lnTo>
                    <a:lnTo>
                      <a:pt x="1169" y="665"/>
                    </a:lnTo>
                    <a:lnTo>
                      <a:pt x="1169" y="669"/>
                    </a:lnTo>
                    <a:lnTo>
                      <a:pt x="1169" y="670"/>
                    </a:lnTo>
                    <a:lnTo>
                      <a:pt x="1170" y="672"/>
                    </a:lnTo>
                    <a:lnTo>
                      <a:pt x="1170" y="674"/>
                    </a:lnTo>
                    <a:lnTo>
                      <a:pt x="1170" y="676"/>
                    </a:lnTo>
                    <a:lnTo>
                      <a:pt x="1172" y="677"/>
                    </a:lnTo>
                    <a:lnTo>
                      <a:pt x="1172" y="679"/>
                    </a:lnTo>
                    <a:lnTo>
                      <a:pt x="1177" y="686"/>
                    </a:lnTo>
                    <a:lnTo>
                      <a:pt x="1182" y="695"/>
                    </a:lnTo>
                    <a:lnTo>
                      <a:pt x="1186" y="702"/>
                    </a:lnTo>
                    <a:lnTo>
                      <a:pt x="1191" y="709"/>
                    </a:lnTo>
                    <a:lnTo>
                      <a:pt x="1195" y="715"/>
                    </a:lnTo>
                    <a:lnTo>
                      <a:pt x="1198" y="722"/>
                    </a:lnTo>
                    <a:lnTo>
                      <a:pt x="1203" y="729"/>
                    </a:lnTo>
                    <a:lnTo>
                      <a:pt x="1207" y="738"/>
                    </a:lnTo>
                    <a:lnTo>
                      <a:pt x="1210" y="745"/>
                    </a:lnTo>
                    <a:lnTo>
                      <a:pt x="1214" y="752"/>
                    </a:lnTo>
                    <a:lnTo>
                      <a:pt x="1217" y="761"/>
                    </a:lnTo>
                    <a:lnTo>
                      <a:pt x="1221" y="767"/>
                    </a:lnTo>
                    <a:lnTo>
                      <a:pt x="1222" y="774"/>
                    </a:lnTo>
                    <a:lnTo>
                      <a:pt x="1226" y="783"/>
                    </a:lnTo>
                    <a:lnTo>
                      <a:pt x="1229" y="790"/>
                    </a:lnTo>
                    <a:lnTo>
                      <a:pt x="1233" y="799"/>
                    </a:lnTo>
                    <a:lnTo>
                      <a:pt x="1236" y="806"/>
                    </a:lnTo>
                    <a:lnTo>
                      <a:pt x="1238" y="812"/>
                    </a:lnTo>
                    <a:lnTo>
                      <a:pt x="1241" y="821"/>
                    </a:lnTo>
                    <a:lnTo>
                      <a:pt x="1245" y="828"/>
                    </a:lnTo>
                    <a:lnTo>
                      <a:pt x="1248" y="837"/>
                    </a:lnTo>
                    <a:lnTo>
                      <a:pt x="1252" y="844"/>
                    </a:lnTo>
                    <a:lnTo>
                      <a:pt x="1254" y="851"/>
                    </a:lnTo>
                    <a:lnTo>
                      <a:pt x="1257" y="859"/>
                    </a:lnTo>
                    <a:lnTo>
                      <a:pt x="1261" y="866"/>
                    </a:lnTo>
                    <a:lnTo>
                      <a:pt x="1264" y="873"/>
                    </a:lnTo>
                    <a:lnTo>
                      <a:pt x="1267" y="882"/>
                    </a:lnTo>
                    <a:lnTo>
                      <a:pt x="1273" y="889"/>
                    </a:lnTo>
                    <a:lnTo>
                      <a:pt x="1276" y="896"/>
                    </a:lnTo>
                    <a:lnTo>
                      <a:pt x="1280" y="903"/>
                    </a:lnTo>
                    <a:lnTo>
                      <a:pt x="1283" y="911"/>
                    </a:lnTo>
                    <a:lnTo>
                      <a:pt x="1288" y="918"/>
                    </a:lnTo>
                    <a:lnTo>
                      <a:pt x="1290" y="923"/>
                    </a:lnTo>
                    <a:lnTo>
                      <a:pt x="1292" y="927"/>
                    </a:lnTo>
                    <a:lnTo>
                      <a:pt x="1293" y="932"/>
                    </a:lnTo>
                    <a:lnTo>
                      <a:pt x="1295" y="937"/>
                    </a:lnTo>
                    <a:lnTo>
                      <a:pt x="1299" y="942"/>
                    </a:lnTo>
                    <a:lnTo>
                      <a:pt x="1300" y="948"/>
                    </a:lnTo>
                    <a:lnTo>
                      <a:pt x="1302" y="953"/>
                    </a:lnTo>
                    <a:lnTo>
                      <a:pt x="1304" y="958"/>
                    </a:lnTo>
                    <a:lnTo>
                      <a:pt x="1306" y="961"/>
                    </a:lnTo>
                    <a:lnTo>
                      <a:pt x="1307" y="967"/>
                    </a:lnTo>
                    <a:lnTo>
                      <a:pt x="1309" y="972"/>
                    </a:lnTo>
                    <a:lnTo>
                      <a:pt x="1311" y="977"/>
                    </a:lnTo>
                    <a:lnTo>
                      <a:pt x="1314" y="982"/>
                    </a:lnTo>
                    <a:lnTo>
                      <a:pt x="1316" y="987"/>
                    </a:lnTo>
                    <a:lnTo>
                      <a:pt x="1318" y="993"/>
                    </a:lnTo>
                    <a:lnTo>
                      <a:pt x="1319" y="998"/>
                    </a:lnTo>
                    <a:lnTo>
                      <a:pt x="1321" y="1001"/>
                    </a:lnTo>
                    <a:lnTo>
                      <a:pt x="1323" y="1007"/>
                    </a:lnTo>
                    <a:lnTo>
                      <a:pt x="1325" y="1012"/>
                    </a:lnTo>
                    <a:lnTo>
                      <a:pt x="1326" y="1017"/>
                    </a:lnTo>
                    <a:lnTo>
                      <a:pt x="1328" y="1022"/>
                    </a:lnTo>
                    <a:lnTo>
                      <a:pt x="1330" y="1027"/>
                    </a:lnTo>
                    <a:lnTo>
                      <a:pt x="1332" y="1032"/>
                    </a:lnTo>
                    <a:lnTo>
                      <a:pt x="1332" y="1038"/>
                    </a:lnTo>
                    <a:lnTo>
                      <a:pt x="1333" y="1043"/>
                    </a:lnTo>
                    <a:lnTo>
                      <a:pt x="1335" y="1048"/>
                    </a:lnTo>
                    <a:lnTo>
                      <a:pt x="1337" y="1053"/>
                    </a:lnTo>
                    <a:lnTo>
                      <a:pt x="1339" y="1058"/>
                    </a:lnTo>
                    <a:lnTo>
                      <a:pt x="1339" y="1064"/>
                    </a:lnTo>
                    <a:lnTo>
                      <a:pt x="1340" y="1069"/>
                    </a:lnTo>
                    <a:lnTo>
                      <a:pt x="1340" y="1074"/>
                    </a:lnTo>
                    <a:lnTo>
                      <a:pt x="1342" y="1079"/>
                    </a:lnTo>
                    <a:lnTo>
                      <a:pt x="1340" y="1086"/>
                    </a:lnTo>
                    <a:lnTo>
                      <a:pt x="1337" y="1095"/>
                    </a:lnTo>
                    <a:lnTo>
                      <a:pt x="1333" y="1104"/>
                    </a:lnTo>
                    <a:lnTo>
                      <a:pt x="1330" y="1110"/>
                    </a:lnTo>
                    <a:lnTo>
                      <a:pt x="1326" y="1117"/>
                    </a:lnTo>
                    <a:lnTo>
                      <a:pt x="1323" y="1126"/>
                    </a:lnTo>
                    <a:lnTo>
                      <a:pt x="1319" y="1133"/>
                    </a:lnTo>
                    <a:lnTo>
                      <a:pt x="1314" y="1140"/>
                    </a:lnTo>
                    <a:lnTo>
                      <a:pt x="1311" y="1149"/>
                    </a:lnTo>
                    <a:lnTo>
                      <a:pt x="1306" y="1155"/>
                    </a:lnTo>
                    <a:lnTo>
                      <a:pt x="1300" y="1162"/>
                    </a:lnTo>
                    <a:lnTo>
                      <a:pt x="1295" y="1169"/>
                    </a:lnTo>
                    <a:lnTo>
                      <a:pt x="1290" y="1176"/>
                    </a:lnTo>
                    <a:lnTo>
                      <a:pt x="1285" y="1183"/>
                    </a:lnTo>
                    <a:lnTo>
                      <a:pt x="1280" y="1190"/>
                    </a:lnTo>
                    <a:lnTo>
                      <a:pt x="1274" y="1197"/>
                    </a:lnTo>
                    <a:lnTo>
                      <a:pt x="1269" y="1204"/>
                    </a:lnTo>
                    <a:lnTo>
                      <a:pt x="1262" y="1211"/>
                    </a:lnTo>
                    <a:lnTo>
                      <a:pt x="1257" y="1218"/>
                    </a:lnTo>
                    <a:lnTo>
                      <a:pt x="1252" y="1225"/>
                    </a:lnTo>
                    <a:lnTo>
                      <a:pt x="1245" y="1232"/>
                    </a:lnTo>
                    <a:lnTo>
                      <a:pt x="1240" y="1239"/>
                    </a:lnTo>
                    <a:lnTo>
                      <a:pt x="1235" y="1246"/>
                    </a:lnTo>
                    <a:lnTo>
                      <a:pt x="1229" y="1253"/>
                    </a:lnTo>
                    <a:lnTo>
                      <a:pt x="1222" y="1259"/>
                    </a:lnTo>
                    <a:lnTo>
                      <a:pt x="1217" y="1266"/>
                    </a:lnTo>
                    <a:lnTo>
                      <a:pt x="1212" y="1273"/>
                    </a:lnTo>
                    <a:lnTo>
                      <a:pt x="1207" y="1280"/>
                    </a:lnTo>
                    <a:lnTo>
                      <a:pt x="1202" y="1287"/>
                    </a:lnTo>
                    <a:lnTo>
                      <a:pt x="1196" y="1294"/>
                    </a:lnTo>
                    <a:lnTo>
                      <a:pt x="1193" y="1301"/>
                    </a:lnTo>
                    <a:lnTo>
                      <a:pt x="1188" y="1308"/>
                    </a:lnTo>
                    <a:lnTo>
                      <a:pt x="1120" y="1393"/>
                    </a:lnTo>
                    <a:lnTo>
                      <a:pt x="1094" y="11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44" name="Google Shape;244;p10"/>
              <p:cNvSpPr/>
              <p:nvPr/>
            </p:nvSpPr>
            <p:spPr>
              <a:xfrm>
                <a:off x="4812" y="1260"/>
                <a:ext cx="388" cy="277"/>
              </a:xfrm>
              <a:custGeom>
                <a:rect b="b" l="l" r="r" t="t"/>
                <a:pathLst>
                  <a:path extrusionOk="0" h="277" w="388">
                    <a:moveTo>
                      <a:pt x="263" y="9"/>
                    </a:moveTo>
                    <a:lnTo>
                      <a:pt x="300" y="57"/>
                    </a:lnTo>
                    <a:lnTo>
                      <a:pt x="301" y="57"/>
                    </a:lnTo>
                    <a:lnTo>
                      <a:pt x="303" y="57"/>
                    </a:lnTo>
                    <a:lnTo>
                      <a:pt x="305" y="59"/>
                    </a:lnTo>
                    <a:lnTo>
                      <a:pt x="307" y="59"/>
                    </a:lnTo>
                    <a:lnTo>
                      <a:pt x="308" y="59"/>
                    </a:lnTo>
                    <a:lnTo>
                      <a:pt x="310" y="59"/>
                    </a:lnTo>
                    <a:lnTo>
                      <a:pt x="312" y="59"/>
                    </a:lnTo>
                    <a:lnTo>
                      <a:pt x="314" y="59"/>
                    </a:lnTo>
                    <a:lnTo>
                      <a:pt x="317" y="59"/>
                    </a:lnTo>
                    <a:lnTo>
                      <a:pt x="319" y="59"/>
                    </a:lnTo>
                    <a:lnTo>
                      <a:pt x="320" y="59"/>
                    </a:lnTo>
                    <a:lnTo>
                      <a:pt x="322" y="61"/>
                    </a:lnTo>
                    <a:lnTo>
                      <a:pt x="324" y="61"/>
                    </a:lnTo>
                    <a:lnTo>
                      <a:pt x="326" y="61"/>
                    </a:lnTo>
                    <a:lnTo>
                      <a:pt x="329" y="61"/>
                    </a:lnTo>
                    <a:lnTo>
                      <a:pt x="331" y="62"/>
                    </a:lnTo>
                    <a:lnTo>
                      <a:pt x="333" y="62"/>
                    </a:lnTo>
                    <a:lnTo>
                      <a:pt x="334" y="62"/>
                    </a:lnTo>
                    <a:lnTo>
                      <a:pt x="336" y="62"/>
                    </a:lnTo>
                    <a:lnTo>
                      <a:pt x="338" y="64"/>
                    </a:lnTo>
                    <a:lnTo>
                      <a:pt x="341" y="64"/>
                    </a:lnTo>
                    <a:lnTo>
                      <a:pt x="343" y="66"/>
                    </a:lnTo>
                    <a:lnTo>
                      <a:pt x="345" y="66"/>
                    </a:lnTo>
                    <a:lnTo>
                      <a:pt x="346" y="66"/>
                    </a:lnTo>
                    <a:lnTo>
                      <a:pt x="348" y="68"/>
                    </a:lnTo>
                    <a:lnTo>
                      <a:pt x="350" y="68"/>
                    </a:lnTo>
                    <a:lnTo>
                      <a:pt x="352" y="69"/>
                    </a:lnTo>
                    <a:lnTo>
                      <a:pt x="353" y="71"/>
                    </a:lnTo>
                    <a:lnTo>
                      <a:pt x="355" y="71"/>
                    </a:lnTo>
                    <a:lnTo>
                      <a:pt x="357" y="73"/>
                    </a:lnTo>
                    <a:lnTo>
                      <a:pt x="359" y="75"/>
                    </a:lnTo>
                    <a:lnTo>
                      <a:pt x="360" y="75"/>
                    </a:lnTo>
                    <a:lnTo>
                      <a:pt x="364" y="78"/>
                    </a:lnTo>
                    <a:lnTo>
                      <a:pt x="367" y="83"/>
                    </a:lnTo>
                    <a:lnTo>
                      <a:pt x="371" y="87"/>
                    </a:lnTo>
                    <a:lnTo>
                      <a:pt x="374" y="92"/>
                    </a:lnTo>
                    <a:lnTo>
                      <a:pt x="376" y="95"/>
                    </a:lnTo>
                    <a:lnTo>
                      <a:pt x="379" y="101"/>
                    </a:lnTo>
                    <a:lnTo>
                      <a:pt x="381" y="106"/>
                    </a:lnTo>
                    <a:lnTo>
                      <a:pt x="383" y="109"/>
                    </a:lnTo>
                    <a:lnTo>
                      <a:pt x="385" y="114"/>
                    </a:lnTo>
                    <a:lnTo>
                      <a:pt x="385" y="120"/>
                    </a:lnTo>
                    <a:lnTo>
                      <a:pt x="386" y="125"/>
                    </a:lnTo>
                    <a:lnTo>
                      <a:pt x="386" y="130"/>
                    </a:lnTo>
                    <a:lnTo>
                      <a:pt x="388" y="135"/>
                    </a:lnTo>
                    <a:lnTo>
                      <a:pt x="388" y="140"/>
                    </a:lnTo>
                    <a:lnTo>
                      <a:pt x="388" y="146"/>
                    </a:lnTo>
                    <a:lnTo>
                      <a:pt x="388" y="151"/>
                    </a:lnTo>
                    <a:lnTo>
                      <a:pt x="388" y="156"/>
                    </a:lnTo>
                    <a:lnTo>
                      <a:pt x="388" y="163"/>
                    </a:lnTo>
                    <a:lnTo>
                      <a:pt x="386" y="168"/>
                    </a:lnTo>
                    <a:lnTo>
                      <a:pt x="386" y="173"/>
                    </a:lnTo>
                    <a:lnTo>
                      <a:pt x="386" y="179"/>
                    </a:lnTo>
                    <a:lnTo>
                      <a:pt x="385" y="184"/>
                    </a:lnTo>
                    <a:lnTo>
                      <a:pt x="385" y="189"/>
                    </a:lnTo>
                    <a:lnTo>
                      <a:pt x="383" y="194"/>
                    </a:lnTo>
                    <a:lnTo>
                      <a:pt x="383" y="199"/>
                    </a:lnTo>
                    <a:lnTo>
                      <a:pt x="381" y="205"/>
                    </a:lnTo>
                    <a:lnTo>
                      <a:pt x="381" y="210"/>
                    </a:lnTo>
                    <a:lnTo>
                      <a:pt x="379" y="215"/>
                    </a:lnTo>
                    <a:lnTo>
                      <a:pt x="379" y="220"/>
                    </a:lnTo>
                    <a:lnTo>
                      <a:pt x="378" y="225"/>
                    </a:lnTo>
                    <a:lnTo>
                      <a:pt x="376" y="231"/>
                    </a:lnTo>
                    <a:lnTo>
                      <a:pt x="376" y="234"/>
                    </a:lnTo>
                    <a:lnTo>
                      <a:pt x="376" y="236"/>
                    </a:lnTo>
                    <a:lnTo>
                      <a:pt x="376" y="237"/>
                    </a:lnTo>
                    <a:lnTo>
                      <a:pt x="374" y="239"/>
                    </a:lnTo>
                    <a:lnTo>
                      <a:pt x="374" y="241"/>
                    </a:lnTo>
                    <a:lnTo>
                      <a:pt x="374" y="243"/>
                    </a:lnTo>
                    <a:lnTo>
                      <a:pt x="374" y="244"/>
                    </a:lnTo>
                    <a:lnTo>
                      <a:pt x="372" y="246"/>
                    </a:lnTo>
                    <a:lnTo>
                      <a:pt x="372" y="248"/>
                    </a:lnTo>
                    <a:lnTo>
                      <a:pt x="371" y="250"/>
                    </a:lnTo>
                    <a:lnTo>
                      <a:pt x="371" y="251"/>
                    </a:lnTo>
                    <a:lnTo>
                      <a:pt x="371" y="253"/>
                    </a:lnTo>
                    <a:lnTo>
                      <a:pt x="369" y="253"/>
                    </a:lnTo>
                    <a:lnTo>
                      <a:pt x="369" y="255"/>
                    </a:lnTo>
                    <a:lnTo>
                      <a:pt x="369" y="257"/>
                    </a:lnTo>
                    <a:lnTo>
                      <a:pt x="367" y="258"/>
                    </a:lnTo>
                    <a:lnTo>
                      <a:pt x="367" y="260"/>
                    </a:lnTo>
                    <a:lnTo>
                      <a:pt x="366" y="262"/>
                    </a:lnTo>
                    <a:lnTo>
                      <a:pt x="366" y="263"/>
                    </a:lnTo>
                    <a:lnTo>
                      <a:pt x="364" y="263"/>
                    </a:lnTo>
                    <a:lnTo>
                      <a:pt x="364" y="265"/>
                    </a:lnTo>
                    <a:lnTo>
                      <a:pt x="362" y="267"/>
                    </a:lnTo>
                    <a:lnTo>
                      <a:pt x="362" y="269"/>
                    </a:lnTo>
                    <a:lnTo>
                      <a:pt x="360" y="270"/>
                    </a:lnTo>
                    <a:lnTo>
                      <a:pt x="360" y="272"/>
                    </a:lnTo>
                    <a:lnTo>
                      <a:pt x="359" y="272"/>
                    </a:lnTo>
                    <a:lnTo>
                      <a:pt x="359" y="274"/>
                    </a:lnTo>
                    <a:lnTo>
                      <a:pt x="357" y="276"/>
                    </a:lnTo>
                    <a:lnTo>
                      <a:pt x="355" y="276"/>
                    </a:lnTo>
                    <a:lnTo>
                      <a:pt x="353" y="276"/>
                    </a:lnTo>
                    <a:lnTo>
                      <a:pt x="352" y="274"/>
                    </a:lnTo>
                    <a:lnTo>
                      <a:pt x="350" y="274"/>
                    </a:lnTo>
                    <a:lnTo>
                      <a:pt x="348" y="272"/>
                    </a:lnTo>
                    <a:lnTo>
                      <a:pt x="346" y="272"/>
                    </a:lnTo>
                    <a:lnTo>
                      <a:pt x="345" y="272"/>
                    </a:lnTo>
                    <a:lnTo>
                      <a:pt x="345" y="270"/>
                    </a:lnTo>
                    <a:lnTo>
                      <a:pt x="343" y="270"/>
                    </a:lnTo>
                    <a:lnTo>
                      <a:pt x="341" y="270"/>
                    </a:lnTo>
                    <a:lnTo>
                      <a:pt x="340" y="270"/>
                    </a:lnTo>
                    <a:lnTo>
                      <a:pt x="338" y="269"/>
                    </a:lnTo>
                    <a:lnTo>
                      <a:pt x="336" y="269"/>
                    </a:lnTo>
                    <a:lnTo>
                      <a:pt x="334" y="269"/>
                    </a:lnTo>
                    <a:lnTo>
                      <a:pt x="333" y="269"/>
                    </a:lnTo>
                    <a:lnTo>
                      <a:pt x="331" y="269"/>
                    </a:lnTo>
                    <a:lnTo>
                      <a:pt x="329" y="269"/>
                    </a:lnTo>
                    <a:lnTo>
                      <a:pt x="327" y="267"/>
                    </a:lnTo>
                    <a:lnTo>
                      <a:pt x="326" y="267"/>
                    </a:lnTo>
                    <a:lnTo>
                      <a:pt x="324" y="269"/>
                    </a:lnTo>
                    <a:lnTo>
                      <a:pt x="322" y="269"/>
                    </a:lnTo>
                    <a:lnTo>
                      <a:pt x="320" y="269"/>
                    </a:lnTo>
                    <a:lnTo>
                      <a:pt x="319" y="269"/>
                    </a:lnTo>
                    <a:lnTo>
                      <a:pt x="317" y="269"/>
                    </a:lnTo>
                    <a:lnTo>
                      <a:pt x="315" y="270"/>
                    </a:lnTo>
                    <a:lnTo>
                      <a:pt x="305" y="277"/>
                    </a:lnTo>
                    <a:lnTo>
                      <a:pt x="301" y="274"/>
                    </a:lnTo>
                    <a:lnTo>
                      <a:pt x="298" y="270"/>
                    </a:lnTo>
                    <a:lnTo>
                      <a:pt x="294" y="267"/>
                    </a:lnTo>
                    <a:lnTo>
                      <a:pt x="293" y="263"/>
                    </a:lnTo>
                    <a:lnTo>
                      <a:pt x="291" y="260"/>
                    </a:lnTo>
                    <a:lnTo>
                      <a:pt x="289" y="257"/>
                    </a:lnTo>
                    <a:lnTo>
                      <a:pt x="288" y="253"/>
                    </a:lnTo>
                    <a:lnTo>
                      <a:pt x="288" y="248"/>
                    </a:lnTo>
                    <a:lnTo>
                      <a:pt x="286" y="244"/>
                    </a:lnTo>
                    <a:lnTo>
                      <a:pt x="286" y="239"/>
                    </a:lnTo>
                    <a:lnTo>
                      <a:pt x="286" y="236"/>
                    </a:lnTo>
                    <a:lnTo>
                      <a:pt x="286" y="232"/>
                    </a:lnTo>
                    <a:lnTo>
                      <a:pt x="286" y="227"/>
                    </a:lnTo>
                    <a:lnTo>
                      <a:pt x="286" y="224"/>
                    </a:lnTo>
                    <a:lnTo>
                      <a:pt x="286" y="218"/>
                    </a:lnTo>
                    <a:lnTo>
                      <a:pt x="288" y="213"/>
                    </a:lnTo>
                    <a:lnTo>
                      <a:pt x="288" y="210"/>
                    </a:lnTo>
                    <a:lnTo>
                      <a:pt x="289" y="205"/>
                    </a:lnTo>
                    <a:lnTo>
                      <a:pt x="289" y="201"/>
                    </a:lnTo>
                    <a:lnTo>
                      <a:pt x="289" y="196"/>
                    </a:lnTo>
                    <a:lnTo>
                      <a:pt x="291" y="191"/>
                    </a:lnTo>
                    <a:lnTo>
                      <a:pt x="291" y="187"/>
                    </a:lnTo>
                    <a:lnTo>
                      <a:pt x="293" y="182"/>
                    </a:lnTo>
                    <a:lnTo>
                      <a:pt x="293" y="177"/>
                    </a:lnTo>
                    <a:lnTo>
                      <a:pt x="293" y="173"/>
                    </a:lnTo>
                    <a:lnTo>
                      <a:pt x="293" y="168"/>
                    </a:lnTo>
                    <a:lnTo>
                      <a:pt x="293" y="165"/>
                    </a:lnTo>
                    <a:lnTo>
                      <a:pt x="293" y="160"/>
                    </a:lnTo>
                    <a:lnTo>
                      <a:pt x="293" y="154"/>
                    </a:lnTo>
                    <a:lnTo>
                      <a:pt x="293" y="151"/>
                    </a:lnTo>
                    <a:lnTo>
                      <a:pt x="291" y="146"/>
                    </a:lnTo>
                    <a:lnTo>
                      <a:pt x="291" y="142"/>
                    </a:lnTo>
                    <a:lnTo>
                      <a:pt x="289" y="140"/>
                    </a:lnTo>
                    <a:lnTo>
                      <a:pt x="288" y="140"/>
                    </a:lnTo>
                    <a:lnTo>
                      <a:pt x="286" y="140"/>
                    </a:lnTo>
                    <a:lnTo>
                      <a:pt x="284" y="140"/>
                    </a:lnTo>
                    <a:lnTo>
                      <a:pt x="282" y="140"/>
                    </a:lnTo>
                    <a:lnTo>
                      <a:pt x="281" y="142"/>
                    </a:lnTo>
                    <a:lnTo>
                      <a:pt x="279" y="142"/>
                    </a:lnTo>
                    <a:lnTo>
                      <a:pt x="277" y="142"/>
                    </a:lnTo>
                    <a:lnTo>
                      <a:pt x="275" y="144"/>
                    </a:lnTo>
                    <a:lnTo>
                      <a:pt x="274" y="144"/>
                    </a:lnTo>
                    <a:lnTo>
                      <a:pt x="272" y="144"/>
                    </a:lnTo>
                    <a:lnTo>
                      <a:pt x="270" y="146"/>
                    </a:lnTo>
                    <a:lnTo>
                      <a:pt x="268" y="146"/>
                    </a:lnTo>
                    <a:lnTo>
                      <a:pt x="267" y="147"/>
                    </a:lnTo>
                    <a:lnTo>
                      <a:pt x="265" y="149"/>
                    </a:lnTo>
                    <a:lnTo>
                      <a:pt x="263" y="149"/>
                    </a:lnTo>
                    <a:lnTo>
                      <a:pt x="261" y="149"/>
                    </a:lnTo>
                    <a:lnTo>
                      <a:pt x="260" y="151"/>
                    </a:lnTo>
                    <a:lnTo>
                      <a:pt x="258" y="151"/>
                    </a:lnTo>
                    <a:lnTo>
                      <a:pt x="256" y="153"/>
                    </a:lnTo>
                    <a:lnTo>
                      <a:pt x="255" y="153"/>
                    </a:lnTo>
                    <a:lnTo>
                      <a:pt x="253" y="153"/>
                    </a:lnTo>
                    <a:lnTo>
                      <a:pt x="249" y="154"/>
                    </a:lnTo>
                    <a:lnTo>
                      <a:pt x="246" y="156"/>
                    </a:lnTo>
                    <a:lnTo>
                      <a:pt x="241" y="156"/>
                    </a:lnTo>
                    <a:lnTo>
                      <a:pt x="237" y="158"/>
                    </a:lnTo>
                    <a:lnTo>
                      <a:pt x="234" y="160"/>
                    </a:lnTo>
                    <a:lnTo>
                      <a:pt x="230" y="160"/>
                    </a:lnTo>
                    <a:lnTo>
                      <a:pt x="225" y="161"/>
                    </a:lnTo>
                    <a:lnTo>
                      <a:pt x="222" y="161"/>
                    </a:lnTo>
                    <a:lnTo>
                      <a:pt x="216" y="163"/>
                    </a:lnTo>
                    <a:lnTo>
                      <a:pt x="213" y="163"/>
                    </a:lnTo>
                    <a:lnTo>
                      <a:pt x="209" y="165"/>
                    </a:lnTo>
                    <a:lnTo>
                      <a:pt x="204" y="165"/>
                    </a:lnTo>
                    <a:lnTo>
                      <a:pt x="201" y="165"/>
                    </a:lnTo>
                    <a:lnTo>
                      <a:pt x="196" y="165"/>
                    </a:lnTo>
                    <a:lnTo>
                      <a:pt x="192" y="166"/>
                    </a:lnTo>
                    <a:lnTo>
                      <a:pt x="187" y="166"/>
                    </a:lnTo>
                    <a:lnTo>
                      <a:pt x="183" y="166"/>
                    </a:lnTo>
                    <a:lnTo>
                      <a:pt x="178" y="166"/>
                    </a:lnTo>
                    <a:lnTo>
                      <a:pt x="175" y="166"/>
                    </a:lnTo>
                    <a:lnTo>
                      <a:pt x="170" y="166"/>
                    </a:lnTo>
                    <a:lnTo>
                      <a:pt x="166" y="168"/>
                    </a:lnTo>
                    <a:lnTo>
                      <a:pt x="161" y="168"/>
                    </a:lnTo>
                    <a:lnTo>
                      <a:pt x="157" y="168"/>
                    </a:lnTo>
                    <a:lnTo>
                      <a:pt x="154" y="168"/>
                    </a:lnTo>
                    <a:lnTo>
                      <a:pt x="149" y="166"/>
                    </a:lnTo>
                    <a:lnTo>
                      <a:pt x="145" y="166"/>
                    </a:lnTo>
                    <a:lnTo>
                      <a:pt x="140" y="166"/>
                    </a:lnTo>
                    <a:lnTo>
                      <a:pt x="137" y="166"/>
                    </a:lnTo>
                    <a:lnTo>
                      <a:pt x="133" y="166"/>
                    </a:lnTo>
                    <a:lnTo>
                      <a:pt x="128" y="166"/>
                    </a:lnTo>
                    <a:lnTo>
                      <a:pt x="125" y="166"/>
                    </a:lnTo>
                    <a:lnTo>
                      <a:pt x="121" y="165"/>
                    </a:lnTo>
                    <a:lnTo>
                      <a:pt x="119" y="163"/>
                    </a:lnTo>
                    <a:lnTo>
                      <a:pt x="118" y="163"/>
                    </a:lnTo>
                    <a:lnTo>
                      <a:pt x="118" y="161"/>
                    </a:lnTo>
                    <a:lnTo>
                      <a:pt x="116" y="161"/>
                    </a:lnTo>
                    <a:lnTo>
                      <a:pt x="114" y="161"/>
                    </a:lnTo>
                    <a:lnTo>
                      <a:pt x="112" y="161"/>
                    </a:lnTo>
                    <a:lnTo>
                      <a:pt x="111" y="161"/>
                    </a:lnTo>
                    <a:lnTo>
                      <a:pt x="109" y="161"/>
                    </a:lnTo>
                    <a:lnTo>
                      <a:pt x="107" y="161"/>
                    </a:lnTo>
                    <a:lnTo>
                      <a:pt x="105" y="161"/>
                    </a:lnTo>
                    <a:lnTo>
                      <a:pt x="104" y="161"/>
                    </a:lnTo>
                    <a:lnTo>
                      <a:pt x="104" y="163"/>
                    </a:lnTo>
                    <a:lnTo>
                      <a:pt x="102" y="163"/>
                    </a:lnTo>
                    <a:lnTo>
                      <a:pt x="100" y="163"/>
                    </a:lnTo>
                    <a:lnTo>
                      <a:pt x="99" y="163"/>
                    </a:lnTo>
                    <a:lnTo>
                      <a:pt x="97" y="163"/>
                    </a:lnTo>
                    <a:lnTo>
                      <a:pt x="97" y="161"/>
                    </a:lnTo>
                    <a:lnTo>
                      <a:pt x="95" y="161"/>
                    </a:lnTo>
                    <a:lnTo>
                      <a:pt x="93" y="160"/>
                    </a:lnTo>
                    <a:lnTo>
                      <a:pt x="92" y="160"/>
                    </a:lnTo>
                    <a:lnTo>
                      <a:pt x="90" y="160"/>
                    </a:lnTo>
                    <a:lnTo>
                      <a:pt x="88" y="158"/>
                    </a:lnTo>
                    <a:lnTo>
                      <a:pt x="86" y="158"/>
                    </a:lnTo>
                    <a:lnTo>
                      <a:pt x="85" y="156"/>
                    </a:lnTo>
                    <a:lnTo>
                      <a:pt x="83" y="156"/>
                    </a:lnTo>
                    <a:lnTo>
                      <a:pt x="81" y="154"/>
                    </a:lnTo>
                    <a:lnTo>
                      <a:pt x="79" y="154"/>
                    </a:lnTo>
                    <a:lnTo>
                      <a:pt x="78" y="153"/>
                    </a:lnTo>
                    <a:lnTo>
                      <a:pt x="78" y="151"/>
                    </a:lnTo>
                    <a:lnTo>
                      <a:pt x="76" y="151"/>
                    </a:lnTo>
                    <a:lnTo>
                      <a:pt x="74" y="149"/>
                    </a:lnTo>
                    <a:lnTo>
                      <a:pt x="73" y="147"/>
                    </a:lnTo>
                    <a:lnTo>
                      <a:pt x="71" y="147"/>
                    </a:lnTo>
                    <a:lnTo>
                      <a:pt x="71" y="146"/>
                    </a:lnTo>
                    <a:lnTo>
                      <a:pt x="69" y="146"/>
                    </a:lnTo>
                    <a:lnTo>
                      <a:pt x="67" y="144"/>
                    </a:lnTo>
                    <a:lnTo>
                      <a:pt x="67" y="142"/>
                    </a:lnTo>
                    <a:lnTo>
                      <a:pt x="66" y="142"/>
                    </a:lnTo>
                    <a:lnTo>
                      <a:pt x="66" y="140"/>
                    </a:lnTo>
                    <a:lnTo>
                      <a:pt x="64" y="140"/>
                    </a:lnTo>
                    <a:lnTo>
                      <a:pt x="62" y="139"/>
                    </a:lnTo>
                    <a:lnTo>
                      <a:pt x="62" y="137"/>
                    </a:lnTo>
                    <a:lnTo>
                      <a:pt x="60" y="137"/>
                    </a:lnTo>
                    <a:lnTo>
                      <a:pt x="60" y="135"/>
                    </a:lnTo>
                    <a:lnTo>
                      <a:pt x="59" y="135"/>
                    </a:lnTo>
                    <a:lnTo>
                      <a:pt x="57" y="134"/>
                    </a:lnTo>
                    <a:lnTo>
                      <a:pt x="55" y="134"/>
                    </a:lnTo>
                    <a:lnTo>
                      <a:pt x="53" y="135"/>
                    </a:lnTo>
                    <a:lnTo>
                      <a:pt x="52" y="137"/>
                    </a:lnTo>
                    <a:lnTo>
                      <a:pt x="50" y="139"/>
                    </a:lnTo>
                    <a:lnTo>
                      <a:pt x="50" y="140"/>
                    </a:lnTo>
                    <a:lnTo>
                      <a:pt x="50" y="142"/>
                    </a:lnTo>
                    <a:lnTo>
                      <a:pt x="50" y="144"/>
                    </a:lnTo>
                    <a:lnTo>
                      <a:pt x="52" y="146"/>
                    </a:lnTo>
                    <a:lnTo>
                      <a:pt x="52" y="147"/>
                    </a:lnTo>
                    <a:lnTo>
                      <a:pt x="53" y="149"/>
                    </a:lnTo>
                    <a:lnTo>
                      <a:pt x="53" y="151"/>
                    </a:lnTo>
                    <a:lnTo>
                      <a:pt x="55" y="151"/>
                    </a:lnTo>
                    <a:lnTo>
                      <a:pt x="55" y="153"/>
                    </a:lnTo>
                    <a:lnTo>
                      <a:pt x="57" y="153"/>
                    </a:lnTo>
                    <a:lnTo>
                      <a:pt x="57" y="154"/>
                    </a:lnTo>
                    <a:lnTo>
                      <a:pt x="59" y="154"/>
                    </a:lnTo>
                    <a:lnTo>
                      <a:pt x="59" y="156"/>
                    </a:lnTo>
                    <a:lnTo>
                      <a:pt x="60" y="156"/>
                    </a:lnTo>
                    <a:lnTo>
                      <a:pt x="60" y="158"/>
                    </a:lnTo>
                    <a:lnTo>
                      <a:pt x="62" y="158"/>
                    </a:lnTo>
                    <a:lnTo>
                      <a:pt x="62" y="160"/>
                    </a:lnTo>
                    <a:lnTo>
                      <a:pt x="64" y="161"/>
                    </a:lnTo>
                    <a:lnTo>
                      <a:pt x="64" y="163"/>
                    </a:lnTo>
                    <a:lnTo>
                      <a:pt x="62" y="165"/>
                    </a:lnTo>
                    <a:lnTo>
                      <a:pt x="62" y="166"/>
                    </a:lnTo>
                    <a:lnTo>
                      <a:pt x="60" y="168"/>
                    </a:lnTo>
                    <a:lnTo>
                      <a:pt x="60" y="170"/>
                    </a:lnTo>
                    <a:lnTo>
                      <a:pt x="60" y="172"/>
                    </a:lnTo>
                    <a:lnTo>
                      <a:pt x="59" y="173"/>
                    </a:lnTo>
                    <a:lnTo>
                      <a:pt x="59" y="175"/>
                    </a:lnTo>
                    <a:lnTo>
                      <a:pt x="59" y="177"/>
                    </a:lnTo>
                    <a:lnTo>
                      <a:pt x="57" y="179"/>
                    </a:lnTo>
                    <a:lnTo>
                      <a:pt x="57" y="180"/>
                    </a:lnTo>
                    <a:lnTo>
                      <a:pt x="57" y="182"/>
                    </a:lnTo>
                    <a:lnTo>
                      <a:pt x="57" y="184"/>
                    </a:lnTo>
                    <a:lnTo>
                      <a:pt x="57" y="185"/>
                    </a:lnTo>
                    <a:lnTo>
                      <a:pt x="55" y="187"/>
                    </a:lnTo>
                    <a:lnTo>
                      <a:pt x="55" y="189"/>
                    </a:lnTo>
                    <a:lnTo>
                      <a:pt x="55" y="191"/>
                    </a:lnTo>
                    <a:lnTo>
                      <a:pt x="55" y="192"/>
                    </a:lnTo>
                    <a:lnTo>
                      <a:pt x="55" y="194"/>
                    </a:lnTo>
                    <a:lnTo>
                      <a:pt x="55" y="196"/>
                    </a:lnTo>
                    <a:lnTo>
                      <a:pt x="53" y="196"/>
                    </a:lnTo>
                    <a:lnTo>
                      <a:pt x="53" y="198"/>
                    </a:lnTo>
                    <a:lnTo>
                      <a:pt x="53" y="199"/>
                    </a:lnTo>
                    <a:lnTo>
                      <a:pt x="53" y="201"/>
                    </a:lnTo>
                    <a:lnTo>
                      <a:pt x="53" y="203"/>
                    </a:lnTo>
                    <a:lnTo>
                      <a:pt x="50" y="203"/>
                    </a:lnTo>
                    <a:lnTo>
                      <a:pt x="48" y="199"/>
                    </a:lnTo>
                    <a:lnTo>
                      <a:pt x="46" y="196"/>
                    </a:lnTo>
                    <a:lnTo>
                      <a:pt x="45" y="192"/>
                    </a:lnTo>
                    <a:lnTo>
                      <a:pt x="43" y="189"/>
                    </a:lnTo>
                    <a:lnTo>
                      <a:pt x="41" y="185"/>
                    </a:lnTo>
                    <a:lnTo>
                      <a:pt x="40" y="182"/>
                    </a:lnTo>
                    <a:lnTo>
                      <a:pt x="36" y="179"/>
                    </a:lnTo>
                    <a:lnTo>
                      <a:pt x="34" y="175"/>
                    </a:lnTo>
                    <a:lnTo>
                      <a:pt x="33" y="172"/>
                    </a:lnTo>
                    <a:lnTo>
                      <a:pt x="31" y="168"/>
                    </a:lnTo>
                    <a:lnTo>
                      <a:pt x="29" y="165"/>
                    </a:lnTo>
                    <a:lnTo>
                      <a:pt x="27" y="161"/>
                    </a:lnTo>
                    <a:lnTo>
                      <a:pt x="24" y="158"/>
                    </a:lnTo>
                    <a:lnTo>
                      <a:pt x="22" y="153"/>
                    </a:lnTo>
                    <a:lnTo>
                      <a:pt x="20" y="149"/>
                    </a:lnTo>
                    <a:lnTo>
                      <a:pt x="19" y="146"/>
                    </a:lnTo>
                    <a:lnTo>
                      <a:pt x="17" y="142"/>
                    </a:lnTo>
                    <a:lnTo>
                      <a:pt x="15" y="139"/>
                    </a:lnTo>
                    <a:lnTo>
                      <a:pt x="14" y="135"/>
                    </a:lnTo>
                    <a:lnTo>
                      <a:pt x="12" y="132"/>
                    </a:lnTo>
                    <a:lnTo>
                      <a:pt x="10" y="128"/>
                    </a:lnTo>
                    <a:lnTo>
                      <a:pt x="8" y="125"/>
                    </a:lnTo>
                    <a:lnTo>
                      <a:pt x="7" y="120"/>
                    </a:lnTo>
                    <a:lnTo>
                      <a:pt x="7" y="116"/>
                    </a:lnTo>
                    <a:lnTo>
                      <a:pt x="5" y="113"/>
                    </a:lnTo>
                    <a:lnTo>
                      <a:pt x="3" y="109"/>
                    </a:lnTo>
                    <a:lnTo>
                      <a:pt x="3" y="104"/>
                    </a:lnTo>
                    <a:lnTo>
                      <a:pt x="1" y="101"/>
                    </a:lnTo>
                    <a:lnTo>
                      <a:pt x="1" y="97"/>
                    </a:lnTo>
                    <a:lnTo>
                      <a:pt x="1" y="92"/>
                    </a:lnTo>
                    <a:lnTo>
                      <a:pt x="0" y="88"/>
                    </a:lnTo>
                    <a:lnTo>
                      <a:pt x="0" y="83"/>
                    </a:lnTo>
                    <a:lnTo>
                      <a:pt x="1" y="83"/>
                    </a:lnTo>
                    <a:lnTo>
                      <a:pt x="3" y="83"/>
                    </a:lnTo>
                    <a:lnTo>
                      <a:pt x="5" y="82"/>
                    </a:lnTo>
                    <a:lnTo>
                      <a:pt x="7" y="82"/>
                    </a:lnTo>
                    <a:lnTo>
                      <a:pt x="8" y="82"/>
                    </a:lnTo>
                    <a:lnTo>
                      <a:pt x="10" y="82"/>
                    </a:lnTo>
                    <a:lnTo>
                      <a:pt x="12" y="82"/>
                    </a:lnTo>
                    <a:lnTo>
                      <a:pt x="14" y="82"/>
                    </a:lnTo>
                    <a:lnTo>
                      <a:pt x="14" y="80"/>
                    </a:lnTo>
                    <a:lnTo>
                      <a:pt x="15" y="80"/>
                    </a:lnTo>
                    <a:lnTo>
                      <a:pt x="17" y="80"/>
                    </a:lnTo>
                    <a:lnTo>
                      <a:pt x="19" y="80"/>
                    </a:lnTo>
                    <a:lnTo>
                      <a:pt x="20" y="80"/>
                    </a:lnTo>
                    <a:lnTo>
                      <a:pt x="22" y="80"/>
                    </a:lnTo>
                    <a:lnTo>
                      <a:pt x="24" y="80"/>
                    </a:lnTo>
                    <a:lnTo>
                      <a:pt x="26" y="80"/>
                    </a:lnTo>
                    <a:lnTo>
                      <a:pt x="27" y="80"/>
                    </a:lnTo>
                    <a:lnTo>
                      <a:pt x="29" y="80"/>
                    </a:lnTo>
                    <a:lnTo>
                      <a:pt x="31" y="80"/>
                    </a:lnTo>
                    <a:lnTo>
                      <a:pt x="33" y="80"/>
                    </a:lnTo>
                    <a:lnTo>
                      <a:pt x="34" y="80"/>
                    </a:lnTo>
                    <a:lnTo>
                      <a:pt x="34" y="82"/>
                    </a:lnTo>
                    <a:lnTo>
                      <a:pt x="36" y="82"/>
                    </a:lnTo>
                    <a:lnTo>
                      <a:pt x="38" y="82"/>
                    </a:lnTo>
                    <a:lnTo>
                      <a:pt x="40" y="82"/>
                    </a:lnTo>
                    <a:lnTo>
                      <a:pt x="41" y="82"/>
                    </a:lnTo>
                    <a:lnTo>
                      <a:pt x="43" y="82"/>
                    </a:lnTo>
                    <a:lnTo>
                      <a:pt x="45" y="83"/>
                    </a:lnTo>
                    <a:lnTo>
                      <a:pt x="46" y="83"/>
                    </a:lnTo>
                    <a:lnTo>
                      <a:pt x="48" y="83"/>
                    </a:lnTo>
                    <a:lnTo>
                      <a:pt x="50" y="82"/>
                    </a:lnTo>
                    <a:lnTo>
                      <a:pt x="50" y="80"/>
                    </a:lnTo>
                    <a:lnTo>
                      <a:pt x="50" y="78"/>
                    </a:lnTo>
                    <a:lnTo>
                      <a:pt x="52" y="76"/>
                    </a:lnTo>
                    <a:lnTo>
                      <a:pt x="52" y="73"/>
                    </a:lnTo>
                    <a:lnTo>
                      <a:pt x="52" y="71"/>
                    </a:lnTo>
                    <a:lnTo>
                      <a:pt x="52" y="69"/>
                    </a:lnTo>
                    <a:lnTo>
                      <a:pt x="52" y="68"/>
                    </a:lnTo>
                    <a:lnTo>
                      <a:pt x="52" y="66"/>
                    </a:lnTo>
                    <a:lnTo>
                      <a:pt x="52" y="62"/>
                    </a:lnTo>
                    <a:lnTo>
                      <a:pt x="52" y="61"/>
                    </a:lnTo>
                    <a:lnTo>
                      <a:pt x="52" y="59"/>
                    </a:lnTo>
                    <a:lnTo>
                      <a:pt x="52" y="57"/>
                    </a:lnTo>
                    <a:lnTo>
                      <a:pt x="50" y="56"/>
                    </a:lnTo>
                    <a:lnTo>
                      <a:pt x="50" y="52"/>
                    </a:lnTo>
                    <a:lnTo>
                      <a:pt x="50" y="50"/>
                    </a:lnTo>
                    <a:lnTo>
                      <a:pt x="50" y="49"/>
                    </a:lnTo>
                    <a:lnTo>
                      <a:pt x="50" y="47"/>
                    </a:lnTo>
                    <a:lnTo>
                      <a:pt x="48" y="45"/>
                    </a:lnTo>
                    <a:lnTo>
                      <a:pt x="48" y="42"/>
                    </a:lnTo>
                    <a:lnTo>
                      <a:pt x="48" y="40"/>
                    </a:lnTo>
                    <a:lnTo>
                      <a:pt x="48" y="38"/>
                    </a:lnTo>
                    <a:lnTo>
                      <a:pt x="48" y="37"/>
                    </a:lnTo>
                    <a:lnTo>
                      <a:pt x="48" y="35"/>
                    </a:lnTo>
                    <a:lnTo>
                      <a:pt x="48" y="31"/>
                    </a:lnTo>
                    <a:lnTo>
                      <a:pt x="48" y="30"/>
                    </a:lnTo>
                    <a:lnTo>
                      <a:pt x="48" y="28"/>
                    </a:lnTo>
                    <a:lnTo>
                      <a:pt x="48" y="26"/>
                    </a:lnTo>
                    <a:lnTo>
                      <a:pt x="48" y="24"/>
                    </a:lnTo>
                    <a:lnTo>
                      <a:pt x="48" y="23"/>
                    </a:lnTo>
                    <a:lnTo>
                      <a:pt x="50" y="19"/>
                    </a:lnTo>
                    <a:lnTo>
                      <a:pt x="50" y="17"/>
                    </a:lnTo>
                    <a:lnTo>
                      <a:pt x="53" y="17"/>
                    </a:lnTo>
                    <a:lnTo>
                      <a:pt x="55" y="16"/>
                    </a:lnTo>
                    <a:lnTo>
                      <a:pt x="57" y="16"/>
                    </a:lnTo>
                    <a:lnTo>
                      <a:pt x="59" y="16"/>
                    </a:lnTo>
                    <a:lnTo>
                      <a:pt x="62" y="16"/>
                    </a:lnTo>
                    <a:lnTo>
                      <a:pt x="64" y="14"/>
                    </a:lnTo>
                    <a:lnTo>
                      <a:pt x="67" y="14"/>
                    </a:lnTo>
                    <a:lnTo>
                      <a:pt x="69" y="14"/>
                    </a:lnTo>
                    <a:lnTo>
                      <a:pt x="71" y="14"/>
                    </a:lnTo>
                    <a:lnTo>
                      <a:pt x="74" y="12"/>
                    </a:lnTo>
                    <a:lnTo>
                      <a:pt x="76" y="12"/>
                    </a:lnTo>
                    <a:lnTo>
                      <a:pt x="79" y="12"/>
                    </a:lnTo>
                    <a:lnTo>
                      <a:pt x="81" y="12"/>
                    </a:lnTo>
                    <a:lnTo>
                      <a:pt x="83" y="12"/>
                    </a:lnTo>
                    <a:lnTo>
                      <a:pt x="86" y="12"/>
                    </a:lnTo>
                    <a:lnTo>
                      <a:pt x="88" y="12"/>
                    </a:lnTo>
                    <a:lnTo>
                      <a:pt x="92" y="12"/>
                    </a:lnTo>
                    <a:lnTo>
                      <a:pt x="93" y="12"/>
                    </a:lnTo>
                    <a:lnTo>
                      <a:pt x="97" y="12"/>
                    </a:lnTo>
                    <a:lnTo>
                      <a:pt x="99" y="12"/>
                    </a:lnTo>
                    <a:lnTo>
                      <a:pt x="100" y="11"/>
                    </a:lnTo>
                    <a:lnTo>
                      <a:pt x="104" y="11"/>
                    </a:lnTo>
                    <a:lnTo>
                      <a:pt x="105" y="11"/>
                    </a:lnTo>
                    <a:lnTo>
                      <a:pt x="109" y="11"/>
                    </a:lnTo>
                    <a:lnTo>
                      <a:pt x="111" y="11"/>
                    </a:lnTo>
                    <a:lnTo>
                      <a:pt x="114" y="11"/>
                    </a:lnTo>
                    <a:lnTo>
                      <a:pt x="116" y="11"/>
                    </a:lnTo>
                    <a:lnTo>
                      <a:pt x="119" y="11"/>
                    </a:lnTo>
                    <a:lnTo>
                      <a:pt x="121" y="11"/>
                    </a:lnTo>
                    <a:lnTo>
                      <a:pt x="123" y="11"/>
                    </a:lnTo>
                    <a:lnTo>
                      <a:pt x="126" y="11"/>
                    </a:lnTo>
                    <a:lnTo>
                      <a:pt x="128" y="9"/>
                    </a:lnTo>
                    <a:lnTo>
                      <a:pt x="133" y="9"/>
                    </a:lnTo>
                    <a:lnTo>
                      <a:pt x="137" y="7"/>
                    </a:lnTo>
                    <a:lnTo>
                      <a:pt x="140" y="7"/>
                    </a:lnTo>
                    <a:lnTo>
                      <a:pt x="145" y="5"/>
                    </a:lnTo>
                    <a:lnTo>
                      <a:pt x="149" y="5"/>
                    </a:lnTo>
                    <a:lnTo>
                      <a:pt x="154" y="4"/>
                    </a:lnTo>
                    <a:lnTo>
                      <a:pt x="157" y="4"/>
                    </a:lnTo>
                    <a:lnTo>
                      <a:pt x="163" y="2"/>
                    </a:lnTo>
                    <a:lnTo>
                      <a:pt x="166" y="2"/>
                    </a:lnTo>
                    <a:lnTo>
                      <a:pt x="170" y="2"/>
                    </a:lnTo>
                    <a:lnTo>
                      <a:pt x="175" y="0"/>
                    </a:lnTo>
                    <a:lnTo>
                      <a:pt x="178" y="0"/>
                    </a:lnTo>
                    <a:lnTo>
                      <a:pt x="183" y="0"/>
                    </a:lnTo>
                    <a:lnTo>
                      <a:pt x="187" y="0"/>
                    </a:lnTo>
                    <a:lnTo>
                      <a:pt x="192" y="0"/>
                    </a:lnTo>
                    <a:lnTo>
                      <a:pt x="196" y="0"/>
                    </a:lnTo>
                    <a:lnTo>
                      <a:pt x="201" y="0"/>
                    </a:lnTo>
                    <a:lnTo>
                      <a:pt x="204" y="0"/>
                    </a:lnTo>
                    <a:lnTo>
                      <a:pt x="209" y="0"/>
                    </a:lnTo>
                    <a:lnTo>
                      <a:pt x="213" y="0"/>
                    </a:lnTo>
                    <a:lnTo>
                      <a:pt x="216" y="0"/>
                    </a:lnTo>
                    <a:lnTo>
                      <a:pt x="222" y="2"/>
                    </a:lnTo>
                    <a:lnTo>
                      <a:pt x="225" y="2"/>
                    </a:lnTo>
                    <a:lnTo>
                      <a:pt x="230" y="2"/>
                    </a:lnTo>
                    <a:lnTo>
                      <a:pt x="234" y="4"/>
                    </a:lnTo>
                    <a:lnTo>
                      <a:pt x="239" y="4"/>
                    </a:lnTo>
                    <a:lnTo>
                      <a:pt x="242" y="4"/>
                    </a:lnTo>
                    <a:lnTo>
                      <a:pt x="248" y="5"/>
                    </a:lnTo>
                    <a:lnTo>
                      <a:pt x="251" y="7"/>
                    </a:lnTo>
                    <a:lnTo>
                      <a:pt x="255" y="7"/>
                    </a:lnTo>
                    <a:lnTo>
                      <a:pt x="260" y="9"/>
                    </a:lnTo>
                    <a:lnTo>
                      <a:pt x="263" y="9"/>
                    </a:lnTo>
                    <a:close/>
                  </a:path>
                </a:pathLst>
              </a:custGeom>
              <a:solidFill>
                <a:srgbClr val="57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45" name="Google Shape;245;p10"/>
              <p:cNvSpPr/>
              <p:nvPr/>
            </p:nvSpPr>
            <p:spPr>
              <a:xfrm>
                <a:off x="5073" y="1267"/>
                <a:ext cx="42" cy="54"/>
              </a:xfrm>
              <a:custGeom>
                <a:rect b="b" l="l" r="r" t="t"/>
                <a:pathLst>
                  <a:path extrusionOk="0" h="54" w="42">
                    <a:moveTo>
                      <a:pt x="39" y="47"/>
                    </a:moveTo>
                    <a:lnTo>
                      <a:pt x="42" y="49"/>
                    </a:lnTo>
                    <a:lnTo>
                      <a:pt x="6" y="0"/>
                    </a:lnTo>
                    <a:lnTo>
                      <a:pt x="0" y="5"/>
                    </a:lnTo>
                    <a:lnTo>
                      <a:pt x="35" y="54"/>
                    </a:lnTo>
                    <a:lnTo>
                      <a:pt x="39" y="54"/>
                    </a:lnTo>
                    <a:lnTo>
                      <a:pt x="35" y="54"/>
                    </a:lnTo>
                    <a:lnTo>
                      <a:pt x="37" y="54"/>
                    </a:lnTo>
                    <a:lnTo>
                      <a:pt x="39" y="54"/>
                    </a:lnTo>
                    <a:lnTo>
                      <a:pt x="39" y="4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46" name="Google Shape;246;p10"/>
              <p:cNvSpPr/>
              <p:nvPr/>
            </p:nvSpPr>
            <p:spPr>
              <a:xfrm>
                <a:off x="5112" y="1314"/>
                <a:ext cx="62" cy="24"/>
              </a:xfrm>
              <a:custGeom>
                <a:rect b="b" l="l" r="r" t="t"/>
                <a:pathLst>
                  <a:path extrusionOk="0" h="24" w="62">
                    <a:moveTo>
                      <a:pt x="62" y="19"/>
                    </a:moveTo>
                    <a:lnTo>
                      <a:pt x="60" y="17"/>
                    </a:lnTo>
                    <a:lnTo>
                      <a:pt x="59" y="15"/>
                    </a:lnTo>
                    <a:lnTo>
                      <a:pt x="57" y="14"/>
                    </a:lnTo>
                    <a:lnTo>
                      <a:pt x="55" y="14"/>
                    </a:lnTo>
                    <a:lnTo>
                      <a:pt x="53" y="12"/>
                    </a:lnTo>
                    <a:lnTo>
                      <a:pt x="52" y="12"/>
                    </a:lnTo>
                    <a:lnTo>
                      <a:pt x="50" y="10"/>
                    </a:lnTo>
                    <a:lnTo>
                      <a:pt x="48" y="10"/>
                    </a:lnTo>
                    <a:lnTo>
                      <a:pt x="46" y="8"/>
                    </a:lnTo>
                    <a:lnTo>
                      <a:pt x="43" y="8"/>
                    </a:lnTo>
                    <a:lnTo>
                      <a:pt x="41" y="7"/>
                    </a:lnTo>
                    <a:lnTo>
                      <a:pt x="40" y="7"/>
                    </a:lnTo>
                    <a:lnTo>
                      <a:pt x="38" y="5"/>
                    </a:lnTo>
                    <a:lnTo>
                      <a:pt x="36" y="5"/>
                    </a:lnTo>
                    <a:lnTo>
                      <a:pt x="33" y="5"/>
                    </a:lnTo>
                    <a:lnTo>
                      <a:pt x="31" y="5"/>
                    </a:lnTo>
                    <a:lnTo>
                      <a:pt x="29" y="3"/>
                    </a:lnTo>
                    <a:lnTo>
                      <a:pt x="27" y="3"/>
                    </a:lnTo>
                    <a:lnTo>
                      <a:pt x="26" y="3"/>
                    </a:lnTo>
                    <a:lnTo>
                      <a:pt x="22" y="3"/>
                    </a:lnTo>
                    <a:lnTo>
                      <a:pt x="20" y="2"/>
                    </a:lnTo>
                    <a:lnTo>
                      <a:pt x="19" y="2"/>
                    </a:lnTo>
                    <a:lnTo>
                      <a:pt x="17" y="2"/>
                    </a:lnTo>
                    <a:lnTo>
                      <a:pt x="15" y="2"/>
                    </a:lnTo>
                    <a:lnTo>
                      <a:pt x="14" y="2"/>
                    </a:lnTo>
                    <a:lnTo>
                      <a:pt x="10" y="2"/>
                    </a:lnTo>
                    <a:lnTo>
                      <a:pt x="8" y="2"/>
                    </a:lnTo>
                    <a:lnTo>
                      <a:pt x="7" y="2"/>
                    </a:lnTo>
                    <a:lnTo>
                      <a:pt x="5" y="0"/>
                    </a:lnTo>
                    <a:lnTo>
                      <a:pt x="3" y="0"/>
                    </a:lnTo>
                    <a:lnTo>
                      <a:pt x="1" y="0"/>
                    </a:lnTo>
                    <a:lnTo>
                      <a:pt x="0" y="0"/>
                    </a:lnTo>
                    <a:lnTo>
                      <a:pt x="0" y="7"/>
                    </a:lnTo>
                    <a:lnTo>
                      <a:pt x="1" y="7"/>
                    </a:lnTo>
                    <a:lnTo>
                      <a:pt x="3" y="8"/>
                    </a:lnTo>
                    <a:lnTo>
                      <a:pt x="5" y="8"/>
                    </a:lnTo>
                    <a:lnTo>
                      <a:pt x="7" y="8"/>
                    </a:lnTo>
                    <a:lnTo>
                      <a:pt x="8" y="8"/>
                    </a:lnTo>
                    <a:lnTo>
                      <a:pt x="10" y="8"/>
                    </a:lnTo>
                    <a:lnTo>
                      <a:pt x="12" y="8"/>
                    </a:lnTo>
                    <a:lnTo>
                      <a:pt x="14" y="8"/>
                    </a:lnTo>
                    <a:lnTo>
                      <a:pt x="15" y="8"/>
                    </a:lnTo>
                    <a:lnTo>
                      <a:pt x="17" y="8"/>
                    </a:lnTo>
                    <a:lnTo>
                      <a:pt x="20" y="10"/>
                    </a:lnTo>
                    <a:lnTo>
                      <a:pt x="22" y="10"/>
                    </a:lnTo>
                    <a:lnTo>
                      <a:pt x="24" y="10"/>
                    </a:lnTo>
                    <a:lnTo>
                      <a:pt x="26" y="10"/>
                    </a:lnTo>
                    <a:lnTo>
                      <a:pt x="27" y="10"/>
                    </a:lnTo>
                    <a:lnTo>
                      <a:pt x="29" y="12"/>
                    </a:lnTo>
                    <a:lnTo>
                      <a:pt x="31" y="12"/>
                    </a:lnTo>
                    <a:lnTo>
                      <a:pt x="34" y="12"/>
                    </a:lnTo>
                    <a:lnTo>
                      <a:pt x="36" y="12"/>
                    </a:lnTo>
                    <a:lnTo>
                      <a:pt x="38" y="14"/>
                    </a:lnTo>
                    <a:lnTo>
                      <a:pt x="40" y="14"/>
                    </a:lnTo>
                    <a:lnTo>
                      <a:pt x="41" y="15"/>
                    </a:lnTo>
                    <a:lnTo>
                      <a:pt x="43" y="15"/>
                    </a:lnTo>
                    <a:lnTo>
                      <a:pt x="45" y="15"/>
                    </a:lnTo>
                    <a:lnTo>
                      <a:pt x="46" y="17"/>
                    </a:lnTo>
                    <a:lnTo>
                      <a:pt x="48" y="17"/>
                    </a:lnTo>
                    <a:lnTo>
                      <a:pt x="50" y="19"/>
                    </a:lnTo>
                    <a:lnTo>
                      <a:pt x="52" y="19"/>
                    </a:lnTo>
                    <a:lnTo>
                      <a:pt x="53" y="21"/>
                    </a:lnTo>
                    <a:lnTo>
                      <a:pt x="55" y="22"/>
                    </a:lnTo>
                    <a:lnTo>
                      <a:pt x="57" y="22"/>
                    </a:lnTo>
                    <a:lnTo>
                      <a:pt x="59" y="24"/>
                    </a:lnTo>
                    <a:lnTo>
                      <a:pt x="62"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47" name="Google Shape;247;p10"/>
              <p:cNvSpPr/>
              <p:nvPr/>
            </p:nvSpPr>
            <p:spPr>
              <a:xfrm>
                <a:off x="5171" y="1333"/>
                <a:ext cx="33" cy="163"/>
              </a:xfrm>
              <a:custGeom>
                <a:rect b="b" l="l" r="r" t="t"/>
                <a:pathLst>
                  <a:path extrusionOk="0" h="163" w="33">
                    <a:moveTo>
                      <a:pt x="20" y="163"/>
                    </a:moveTo>
                    <a:lnTo>
                      <a:pt x="22" y="158"/>
                    </a:lnTo>
                    <a:lnTo>
                      <a:pt x="22" y="152"/>
                    </a:lnTo>
                    <a:lnTo>
                      <a:pt x="24" y="147"/>
                    </a:lnTo>
                    <a:lnTo>
                      <a:pt x="24" y="144"/>
                    </a:lnTo>
                    <a:lnTo>
                      <a:pt x="26" y="138"/>
                    </a:lnTo>
                    <a:lnTo>
                      <a:pt x="26" y="133"/>
                    </a:lnTo>
                    <a:lnTo>
                      <a:pt x="27" y="128"/>
                    </a:lnTo>
                    <a:lnTo>
                      <a:pt x="27" y="121"/>
                    </a:lnTo>
                    <a:lnTo>
                      <a:pt x="29" y="116"/>
                    </a:lnTo>
                    <a:lnTo>
                      <a:pt x="29" y="111"/>
                    </a:lnTo>
                    <a:lnTo>
                      <a:pt x="31" y="106"/>
                    </a:lnTo>
                    <a:lnTo>
                      <a:pt x="31" y="100"/>
                    </a:lnTo>
                    <a:lnTo>
                      <a:pt x="31" y="95"/>
                    </a:lnTo>
                    <a:lnTo>
                      <a:pt x="33" y="90"/>
                    </a:lnTo>
                    <a:lnTo>
                      <a:pt x="33" y="83"/>
                    </a:lnTo>
                    <a:lnTo>
                      <a:pt x="33" y="78"/>
                    </a:lnTo>
                    <a:lnTo>
                      <a:pt x="33" y="73"/>
                    </a:lnTo>
                    <a:lnTo>
                      <a:pt x="33" y="67"/>
                    </a:lnTo>
                    <a:lnTo>
                      <a:pt x="33" y="62"/>
                    </a:lnTo>
                    <a:lnTo>
                      <a:pt x="31" y="57"/>
                    </a:lnTo>
                    <a:lnTo>
                      <a:pt x="31" y="52"/>
                    </a:lnTo>
                    <a:lnTo>
                      <a:pt x="29" y="47"/>
                    </a:lnTo>
                    <a:lnTo>
                      <a:pt x="29" y="41"/>
                    </a:lnTo>
                    <a:lnTo>
                      <a:pt x="27" y="36"/>
                    </a:lnTo>
                    <a:lnTo>
                      <a:pt x="26" y="31"/>
                    </a:lnTo>
                    <a:lnTo>
                      <a:pt x="24" y="26"/>
                    </a:lnTo>
                    <a:lnTo>
                      <a:pt x="20" y="21"/>
                    </a:lnTo>
                    <a:lnTo>
                      <a:pt x="19" y="17"/>
                    </a:lnTo>
                    <a:lnTo>
                      <a:pt x="15" y="12"/>
                    </a:lnTo>
                    <a:lnTo>
                      <a:pt x="12" y="7"/>
                    </a:lnTo>
                    <a:lnTo>
                      <a:pt x="8" y="3"/>
                    </a:lnTo>
                    <a:lnTo>
                      <a:pt x="3" y="0"/>
                    </a:lnTo>
                    <a:lnTo>
                      <a:pt x="0" y="5"/>
                    </a:lnTo>
                    <a:lnTo>
                      <a:pt x="3" y="9"/>
                    </a:lnTo>
                    <a:lnTo>
                      <a:pt x="7" y="12"/>
                    </a:lnTo>
                    <a:lnTo>
                      <a:pt x="8" y="15"/>
                    </a:lnTo>
                    <a:lnTo>
                      <a:pt x="12" y="21"/>
                    </a:lnTo>
                    <a:lnTo>
                      <a:pt x="13" y="24"/>
                    </a:lnTo>
                    <a:lnTo>
                      <a:pt x="17" y="29"/>
                    </a:lnTo>
                    <a:lnTo>
                      <a:pt x="19" y="33"/>
                    </a:lnTo>
                    <a:lnTo>
                      <a:pt x="20" y="38"/>
                    </a:lnTo>
                    <a:lnTo>
                      <a:pt x="22" y="43"/>
                    </a:lnTo>
                    <a:lnTo>
                      <a:pt x="22" y="48"/>
                    </a:lnTo>
                    <a:lnTo>
                      <a:pt x="24" y="52"/>
                    </a:lnTo>
                    <a:lnTo>
                      <a:pt x="24" y="57"/>
                    </a:lnTo>
                    <a:lnTo>
                      <a:pt x="24" y="62"/>
                    </a:lnTo>
                    <a:lnTo>
                      <a:pt x="26" y="67"/>
                    </a:lnTo>
                    <a:lnTo>
                      <a:pt x="26" y="73"/>
                    </a:lnTo>
                    <a:lnTo>
                      <a:pt x="26" y="78"/>
                    </a:lnTo>
                    <a:lnTo>
                      <a:pt x="26" y="83"/>
                    </a:lnTo>
                    <a:lnTo>
                      <a:pt x="26" y="88"/>
                    </a:lnTo>
                    <a:lnTo>
                      <a:pt x="24" y="93"/>
                    </a:lnTo>
                    <a:lnTo>
                      <a:pt x="24" y="100"/>
                    </a:lnTo>
                    <a:lnTo>
                      <a:pt x="24" y="106"/>
                    </a:lnTo>
                    <a:lnTo>
                      <a:pt x="22" y="111"/>
                    </a:lnTo>
                    <a:lnTo>
                      <a:pt x="22" y="116"/>
                    </a:lnTo>
                    <a:lnTo>
                      <a:pt x="20" y="121"/>
                    </a:lnTo>
                    <a:lnTo>
                      <a:pt x="20" y="126"/>
                    </a:lnTo>
                    <a:lnTo>
                      <a:pt x="19" y="132"/>
                    </a:lnTo>
                    <a:lnTo>
                      <a:pt x="19" y="137"/>
                    </a:lnTo>
                    <a:lnTo>
                      <a:pt x="17" y="142"/>
                    </a:lnTo>
                    <a:lnTo>
                      <a:pt x="17" y="147"/>
                    </a:lnTo>
                    <a:lnTo>
                      <a:pt x="15" y="151"/>
                    </a:lnTo>
                    <a:lnTo>
                      <a:pt x="13" y="156"/>
                    </a:lnTo>
                    <a:lnTo>
                      <a:pt x="13" y="161"/>
                    </a:lnTo>
                    <a:lnTo>
                      <a:pt x="20" y="1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48" name="Google Shape;248;p10"/>
              <p:cNvSpPr/>
              <p:nvPr/>
            </p:nvSpPr>
            <p:spPr>
              <a:xfrm>
                <a:off x="5165" y="1494"/>
                <a:ext cx="26" cy="47"/>
              </a:xfrm>
              <a:custGeom>
                <a:rect b="b" l="l" r="r" t="t"/>
                <a:pathLst>
                  <a:path extrusionOk="0" h="47" w="26">
                    <a:moveTo>
                      <a:pt x="2" y="45"/>
                    </a:moveTo>
                    <a:lnTo>
                      <a:pt x="7" y="45"/>
                    </a:lnTo>
                    <a:lnTo>
                      <a:pt x="7" y="43"/>
                    </a:lnTo>
                    <a:lnTo>
                      <a:pt x="9" y="42"/>
                    </a:lnTo>
                    <a:lnTo>
                      <a:pt x="9" y="40"/>
                    </a:lnTo>
                    <a:lnTo>
                      <a:pt x="11" y="38"/>
                    </a:lnTo>
                    <a:lnTo>
                      <a:pt x="11" y="36"/>
                    </a:lnTo>
                    <a:lnTo>
                      <a:pt x="13" y="36"/>
                    </a:lnTo>
                    <a:lnTo>
                      <a:pt x="13" y="35"/>
                    </a:lnTo>
                    <a:lnTo>
                      <a:pt x="14" y="33"/>
                    </a:lnTo>
                    <a:lnTo>
                      <a:pt x="14" y="31"/>
                    </a:lnTo>
                    <a:lnTo>
                      <a:pt x="16" y="31"/>
                    </a:lnTo>
                    <a:lnTo>
                      <a:pt x="16" y="29"/>
                    </a:lnTo>
                    <a:lnTo>
                      <a:pt x="16" y="28"/>
                    </a:lnTo>
                    <a:lnTo>
                      <a:pt x="18" y="26"/>
                    </a:lnTo>
                    <a:lnTo>
                      <a:pt x="19" y="24"/>
                    </a:lnTo>
                    <a:lnTo>
                      <a:pt x="19" y="23"/>
                    </a:lnTo>
                    <a:lnTo>
                      <a:pt x="19" y="21"/>
                    </a:lnTo>
                    <a:lnTo>
                      <a:pt x="21" y="21"/>
                    </a:lnTo>
                    <a:lnTo>
                      <a:pt x="21" y="19"/>
                    </a:lnTo>
                    <a:lnTo>
                      <a:pt x="21" y="17"/>
                    </a:lnTo>
                    <a:lnTo>
                      <a:pt x="23" y="16"/>
                    </a:lnTo>
                    <a:lnTo>
                      <a:pt x="23" y="14"/>
                    </a:lnTo>
                    <a:lnTo>
                      <a:pt x="25" y="12"/>
                    </a:lnTo>
                    <a:lnTo>
                      <a:pt x="25" y="10"/>
                    </a:lnTo>
                    <a:lnTo>
                      <a:pt x="25" y="9"/>
                    </a:lnTo>
                    <a:lnTo>
                      <a:pt x="25" y="7"/>
                    </a:lnTo>
                    <a:lnTo>
                      <a:pt x="26" y="5"/>
                    </a:lnTo>
                    <a:lnTo>
                      <a:pt x="26" y="3"/>
                    </a:lnTo>
                    <a:lnTo>
                      <a:pt x="26" y="2"/>
                    </a:lnTo>
                    <a:lnTo>
                      <a:pt x="19" y="0"/>
                    </a:lnTo>
                    <a:lnTo>
                      <a:pt x="19" y="2"/>
                    </a:lnTo>
                    <a:lnTo>
                      <a:pt x="19" y="3"/>
                    </a:lnTo>
                    <a:lnTo>
                      <a:pt x="18" y="3"/>
                    </a:lnTo>
                    <a:lnTo>
                      <a:pt x="18" y="5"/>
                    </a:lnTo>
                    <a:lnTo>
                      <a:pt x="18" y="7"/>
                    </a:lnTo>
                    <a:lnTo>
                      <a:pt x="18" y="9"/>
                    </a:lnTo>
                    <a:lnTo>
                      <a:pt x="16" y="10"/>
                    </a:lnTo>
                    <a:lnTo>
                      <a:pt x="16" y="12"/>
                    </a:lnTo>
                    <a:lnTo>
                      <a:pt x="16" y="14"/>
                    </a:lnTo>
                    <a:lnTo>
                      <a:pt x="14" y="14"/>
                    </a:lnTo>
                    <a:lnTo>
                      <a:pt x="14" y="16"/>
                    </a:lnTo>
                    <a:lnTo>
                      <a:pt x="14" y="17"/>
                    </a:lnTo>
                    <a:lnTo>
                      <a:pt x="14" y="19"/>
                    </a:lnTo>
                    <a:lnTo>
                      <a:pt x="13" y="19"/>
                    </a:lnTo>
                    <a:lnTo>
                      <a:pt x="13" y="21"/>
                    </a:lnTo>
                    <a:lnTo>
                      <a:pt x="11" y="23"/>
                    </a:lnTo>
                    <a:lnTo>
                      <a:pt x="11" y="24"/>
                    </a:lnTo>
                    <a:lnTo>
                      <a:pt x="9" y="26"/>
                    </a:lnTo>
                    <a:lnTo>
                      <a:pt x="9" y="28"/>
                    </a:lnTo>
                    <a:lnTo>
                      <a:pt x="7" y="28"/>
                    </a:lnTo>
                    <a:lnTo>
                      <a:pt x="7" y="29"/>
                    </a:lnTo>
                    <a:lnTo>
                      <a:pt x="7" y="31"/>
                    </a:lnTo>
                    <a:lnTo>
                      <a:pt x="6" y="31"/>
                    </a:lnTo>
                    <a:lnTo>
                      <a:pt x="6" y="33"/>
                    </a:lnTo>
                    <a:lnTo>
                      <a:pt x="4" y="35"/>
                    </a:lnTo>
                    <a:lnTo>
                      <a:pt x="2" y="36"/>
                    </a:lnTo>
                    <a:lnTo>
                      <a:pt x="2" y="38"/>
                    </a:lnTo>
                    <a:lnTo>
                      <a:pt x="2" y="40"/>
                    </a:lnTo>
                    <a:lnTo>
                      <a:pt x="0" y="40"/>
                    </a:lnTo>
                    <a:lnTo>
                      <a:pt x="6" y="38"/>
                    </a:lnTo>
                    <a:lnTo>
                      <a:pt x="2" y="45"/>
                    </a:lnTo>
                    <a:lnTo>
                      <a:pt x="6" y="47"/>
                    </a:lnTo>
                    <a:lnTo>
                      <a:pt x="7" y="45"/>
                    </a:lnTo>
                    <a:lnTo>
                      <a:pt x="2" y="4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49" name="Google Shape;249;p10"/>
              <p:cNvSpPr/>
              <p:nvPr/>
            </p:nvSpPr>
            <p:spPr>
              <a:xfrm>
                <a:off x="5126" y="1523"/>
                <a:ext cx="45" cy="16"/>
              </a:xfrm>
              <a:custGeom>
                <a:rect b="b" l="l" r="r" t="t"/>
                <a:pathLst>
                  <a:path extrusionOk="0" h="16" w="45">
                    <a:moveTo>
                      <a:pt x="3" y="9"/>
                    </a:moveTo>
                    <a:lnTo>
                      <a:pt x="5" y="9"/>
                    </a:lnTo>
                    <a:lnTo>
                      <a:pt x="6" y="9"/>
                    </a:lnTo>
                    <a:lnTo>
                      <a:pt x="8" y="9"/>
                    </a:lnTo>
                    <a:lnTo>
                      <a:pt x="10" y="9"/>
                    </a:lnTo>
                    <a:lnTo>
                      <a:pt x="12" y="9"/>
                    </a:lnTo>
                    <a:lnTo>
                      <a:pt x="13" y="9"/>
                    </a:lnTo>
                    <a:lnTo>
                      <a:pt x="15" y="9"/>
                    </a:lnTo>
                    <a:lnTo>
                      <a:pt x="17" y="9"/>
                    </a:lnTo>
                    <a:lnTo>
                      <a:pt x="19" y="9"/>
                    </a:lnTo>
                    <a:lnTo>
                      <a:pt x="20" y="9"/>
                    </a:lnTo>
                    <a:lnTo>
                      <a:pt x="22" y="9"/>
                    </a:lnTo>
                    <a:lnTo>
                      <a:pt x="24" y="11"/>
                    </a:lnTo>
                    <a:lnTo>
                      <a:pt x="26" y="11"/>
                    </a:lnTo>
                    <a:lnTo>
                      <a:pt x="27" y="11"/>
                    </a:lnTo>
                    <a:lnTo>
                      <a:pt x="29" y="11"/>
                    </a:lnTo>
                    <a:lnTo>
                      <a:pt x="31" y="13"/>
                    </a:lnTo>
                    <a:lnTo>
                      <a:pt x="32" y="13"/>
                    </a:lnTo>
                    <a:lnTo>
                      <a:pt x="34" y="13"/>
                    </a:lnTo>
                    <a:lnTo>
                      <a:pt x="34" y="14"/>
                    </a:lnTo>
                    <a:lnTo>
                      <a:pt x="36" y="14"/>
                    </a:lnTo>
                    <a:lnTo>
                      <a:pt x="38" y="14"/>
                    </a:lnTo>
                    <a:lnTo>
                      <a:pt x="38" y="16"/>
                    </a:lnTo>
                    <a:lnTo>
                      <a:pt x="39" y="16"/>
                    </a:lnTo>
                    <a:lnTo>
                      <a:pt x="41" y="16"/>
                    </a:lnTo>
                    <a:lnTo>
                      <a:pt x="45" y="9"/>
                    </a:lnTo>
                    <a:lnTo>
                      <a:pt x="43" y="9"/>
                    </a:lnTo>
                    <a:lnTo>
                      <a:pt x="41" y="9"/>
                    </a:lnTo>
                    <a:lnTo>
                      <a:pt x="39" y="7"/>
                    </a:lnTo>
                    <a:lnTo>
                      <a:pt x="38" y="7"/>
                    </a:lnTo>
                    <a:lnTo>
                      <a:pt x="36" y="7"/>
                    </a:lnTo>
                    <a:lnTo>
                      <a:pt x="36" y="6"/>
                    </a:lnTo>
                    <a:lnTo>
                      <a:pt x="34" y="6"/>
                    </a:lnTo>
                    <a:lnTo>
                      <a:pt x="32" y="6"/>
                    </a:lnTo>
                    <a:lnTo>
                      <a:pt x="31" y="4"/>
                    </a:lnTo>
                    <a:lnTo>
                      <a:pt x="29" y="4"/>
                    </a:lnTo>
                    <a:lnTo>
                      <a:pt x="27" y="4"/>
                    </a:lnTo>
                    <a:lnTo>
                      <a:pt x="26" y="2"/>
                    </a:lnTo>
                    <a:lnTo>
                      <a:pt x="24" y="2"/>
                    </a:lnTo>
                    <a:lnTo>
                      <a:pt x="22" y="2"/>
                    </a:lnTo>
                    <a:lnTo>
                      <a:pt x="20" y="2"/>
                    </a:lnTo>
                    <a:lnTo>
                      <a:pt x="19" y="2"/>
                    </a:lnTo>
                    <a:lnTo>
                      <a:pt x="17" y="2"/>
                    </a:lnTo>
                    <a:lnTo>
                      <a:pt x="15" y="0"/>
                    </a:lnTo>
                    <a:lnTo>
                      <a:pt x="13" y="0"/>
                    </a:lnTo>
                    <a:lnTo>
                      <a:pt x="12" y="0"/>
                    </a:lnTo>
                    <a:lnTo>
                      <a:pt x="10" y="0"/>
                    </a:lnTo>
                    <a:lnTo>
                      <a:pt x="8" y="2"/>
                    </a:lnTo>
                    <a:lnTo>
                      <a:pt x="6" y="2"/>
                    </a:lnTo>
                    <a:lnTo>
                      <a:pt x="5" y="2"/>
                    </a:lnTo>
                    <a:lnTo>
                      <a:pt x="3" y="2"/>
                    </a:lnTo>
                    <a:lnTo>
                      <a:pt x="1" y="2"/>
                    </a:lnTo>
                    <a:lnTo>
                      <a:pt x="0" y="4"/>
                    </a:lnTo>
                    <a:lnTo>
                      <a:pt x="3"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50" name="Google Shape;250;p10"/>
              <p:cNvSpPr/>
              <p:nvPr/>
            </p:nvSpPr>
            <p:spPr>
              <a:xfrm>
                <a:off x="5115" y="1527"/>
                <a:ext cx="14" cy="16"/>
              </a:xfrm>
              <a:custGeom>
                <a:rect b="b" l="l" r="r" t="t"/>
                <a:pathLst>
                  <a:path extrusionOk="0" h="16" w="14">
                    <a:moveTo>
                      <a:pt x="0" y="14"/>
                    </a:moveTo>
                    <a:lnTo>
                      <a:pt x="4" y="14"/>
                    </a:lnTo>
                    <a:lnTo>
                      <a:pt x="14" y="5"/>
                    </a:lnTo>
                    <a:lnTo>
                      <a:pt x="11" y="0"/>
                    </a:lnTo>
                    <a:lnTo>
                      <a:pt x="0" y="9"/>
                    </a:lnTo>
                    <a:lnTo>
                      <a:pt x="4" y="9"/>
                    </a:lnTo>
                    <a:lnTo>
                      <a:pt x="0" y="14"/>
                    </a:lnTo>
                    <a:lnTo>
                      <a:pt x="2" y="16"/>
                    </a:lnTo>
                    <a:lnTo>
                      <a:pt x="4" y="14"/>
                    </a:lnTo>
                    <a:lnTo>
                      <a:pt x="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51" name="Google Shape;251;p10"/>
              <p:cNvSpPr/>
              <p:nvPr/>
            </p:nvSpPr>
            <p:spPr>
              <a:xfrm>
                <a:off x="5094" y="1399"/>
                <a:ext cx="25" cy="142"/>
              </a:xfrm>
              <a:custGeom>
                <a:rect b="b" l="l" r="r" t="t"/>
                <a:pathLst>
                  <a:path extrusionOk="0" h="142" w="25">
                    <a:moveTo>
                      <a:pt x="7" y="7"/>
                    </a:moveTo>
                    <a:lnTo>
                      <a:pt x="6" y="3"/>
                    </a:lnTo>
                    <a:lnTo>
                      <a:pt x="6" y="8"/>
                    </a:lnTo>
                    <a:lnTo>
                      <a:pt x="7" y="12"/>
                    </a:lnTo>
                    <a:lnTo>
                      <a:pt x="7" y="17"/>
                    </a:lnTo>
                    <a:lnTo>
                      <a:pt x="7" y="21"/>
                    </a:lnTo>
                    <a:lnTo>
                      <a:pt x="7" y="26"/>
                    </a:lnTo>
                    <a:lnTo>
                      <a:pt x="7" y="29"/>
                    </a:lnTo>
                    <a:lnTo>
                      <a:pt x="7" y="34"/>
                    </a:lnTo>
                    <a:lnTo>
                      <a:pt x="7" y="38"/>
                    </a:lnTo>
                    <a:lnTo>
                      <a:pt x="7" y="43"/>
                    </a:lnTo>
                    <a:lnTo>
                      <a:pt x="6" y="46"/>
                    </a:lnTo>
                    <a:lnTo>
                      <a:pt x="6" y="52"/>
                    </a:lnTo>
                    <a:lnTo>
                      <a:pt x="4" y="57"/>
                    </a:lnTo>
                    <a:lnTo>
                      <a:pt x="4" y="60"/>
                    </a:lnTo>
                    <a:lnTo>
                      <a:pt x="2" y="66"/>
                    </a:lnTo>
                    <a:lnTo>
                      <a:pt x="2" y="71"/>
                    </a:lnTo>
                    <a:lnTo>
                      <a:pt x="2" y="74"/>
                    </a:lnTo>
                    <a:lnTo>
                      <a:pt x="0" y="79"/>
                    </a:lnTo>
                    <a:lnTo>
                      <a:pt x="0" y="83"/>
                    </a:lnTo>
                    <a:lnTo>
                      <a:pt x="0" y="88"/>
                    </a:lnTo>
                    <a:lnTo>
                      <a:pt x="0" y="93"/>
                    </a:lnTo>
                    <a:lnTo>
                      <a:pt x="0" y="97"/>
                    </a:lnTo>
                    <a:lnTo>
                      <a:pt x="0" y="102"/>
                    </a:lnTo>
                    <a:lnTo>
                      <a:pt x="0" y="105"/>
                    </a:lnTo>
                    <a:lnTo>
                      <a:pt x="2" y="111"/>
                    </a:lnTo>
                    <a:lnTo>
                      <a:pt x="2" y="114"/>
                    </a:lnTo>
                    <a:lnTo>
                      <a:pt x="4" y="119"/>
                    </a:lnTo>
                    <a:lnTo>
                      <a:pt x="6" y="123"/>
                    </a:lnTo>
                    <a:lnTo>
                      <a:pt x="7" y="126"/>
                    </a:lnTo>
                    <a:lnTo>
                      <a:pt x="11" y="130"/>
                    </a:lnTo>
                    <a:lnTo>
                      <a:pt x="12" y="135"/>
                    </a:lnTo>
                    <a:lnTo>
                      <a:pt x="16" y="138"/>
                    </a:lnTo>
                    <a:lnTo>
                      <a:pt x="21" y="142"/>
                    </a:lnTo>
                    <a:lnTo>
                      <a:pt x="25" y="137"/>
                    </a:lnTo>
                    <a:lnTo>
                      <a:pt x="21" y="133"/>
                    </a:lnTo>
                    <a:lnTo>
                      <a:pt x="19" y="130"/>
                    </a:lnTo>
                    <a:lnTo>
                      <a:pt x="16" y="126"/>
                    </a:lnTo>
                    <a:lnTo>
                      <a:pt x="14" y="123"/>
                    </a:lnTo>
                    <a:lnTo>
                      <a:pt x="12" y="119"/>
                    </a:lnTo>
                    <a:lnTo>
                      <a:pt x="11" y="116"/>
                    </a:lnTo>
                    <a:lnTo>
                      <a:pt x="9" y="112"/>
                    </a:lnTo>
                    <a:lnTo>
                      <a:pt x="9" y="109"/>
                    </a:lnTo>
                    <a:lnTo>
                      <a:pt x="7" y="105"/>
                    </a:lnTo>
                    <a:lnTo>
                      <a:pt x="7" y="100"/>
                    </a:lnTo>
                    <a:lnTo>
                      <a:pt x="7" y="97"/>
                    </a:lnTo>
                    <a:lnTo>
                      <a:pt x="7" y="93"/>
                    </a:lnTo>
                    <a:lnTo>
                      <a:pt x="7" y="88"/>
                    </a:lnTo>
                    <a:lnTo>
                      <a:pt x="7" y="85"/>
                    </a:lnTo>
                    <a:lnTo>
                      <a:pt x="9" y="79"/>
                    </a:lnTo>
                    <a:lnTo>
                      <a:pt x="9" y="76"/>
                    </a:lnTo>
                    <a:lnTo>
                      <a:pt x="9" y="71"/>
                    </a:lnTo>
                    <a:lnTo>
                      <a:pt x="11" y="67"/>
                    </a:lnTo>
                    <a:lnTo>
                      <a:pt x="11" y="62"/>
                    </a:lnTo>
                    <a:lnTo>
                      <a:pt x="11" y="57"/>
                    </a:lnTo>
                    <a:lnTo>
                      <a:pt x="12" y="53"/>
                    </a:lnTo>
                    <a:lnTo>
                      <a:pt x="12" y="48"/>
                    </a:lnTo>
                    <a:lnTo>
                      <a:pt x="14" y="43"/>
                    </a:lnTo>
                    <a:lnTo>
                      <a:pt x="14" y="40"/>
                    </a:lnTo>
                    <a:lnTo>
                      <a:pt x="14" y="34"/>
                    </a:lnTo>
                    <a:lnTo>
                      <a:pt x="14" y="29"/>
                    </a:lnTo>
                    <a:lnTo>
                      <a:pt x="14" y="26"/>
                    </a:lnTo>
                    <a:lnTo>
                      <a:pt x="14" y="21"/>
                    </a:lnTo>
                    <a:lnTo>
                      <a:pt x="14" y="15"/>
                    </a:lnTo>
                    <a:lnTo>
                      <a:pt x="14" y="10"/>
                    </a:lnTo>
                    <a:lnTo>
                      <a:pt x="12" y="7"/>
                    </a:lnTo>
                    <a:lnTo>
                      <a:pt x="12" y="1"/>
                    </a:lnTo>
                    <a:lnTo>
                      <a:pt x="9" y="0"/>
                    </a:lnTo>
                    <a:lnTo>
                      <a:pt x="12" y="1"/>
                    </a:lnTo>
                    <a:lnTo>
                      <a:pt x="12" y="0"/>
                    </a:lnTo>
                    <a:lnTo>
                      <a:pt x="9" y="0"/>
                    </a:lnTo>
                    <a:lnTo>
                      <a:pt x="7"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52" name="Google Shape;252;p10"/>
              <p:cNvSpPr/>
              <p:nvPr/>
            </p:nvSpPr>
            <p:spPr>
              <a:xfrm>
                <a:off x="5063" y="1397"/>
                <a:ext cx="40" cy="19"/>
              </a:xfrm>
              <a:custGeom>
                <a:rect b="b" l="l" r="r" t="t"/>
                <a:pathLst>
                  <a:path extrusionOk="0" h="19" w="40">
                    <a:moveTo>
                      <a:pt x="4" y="19"/>
                    </a:moveTo>
                    <a:lnTo>
                      <a:pt x="2" y="19"/>
                    </a:lnTo>
                    <a:lnTo>
                      <a:pt x="4" y="19"/>
                    </a:lnTo>
                    <a:lnTo>
                      <a:pt x="5" y="19"/>
                    </a:lnTo>
                    <a:lnTo>
                      <a:pt x="7" y="19"/>
                    </a:lnTo>
                    <a:lnTo>
                      <a:pt x="9" y="17"/>
                    </a:lnTo>
                    <a:lnTo>
                      <a:pt x="10" y="17"/>
                    </a:lnTo>
                    <a:lnTo>
                      <a:pt x="12" y="16"/>
                    </a:lnTo>
                    <a:lnTo>
                      <a:pt x="14" y="16"/>
                    </a:lnTo>
                    <a:lnTo>
                      <a:pt x="16" y="14"/>
                    </a:lnTo>
                    <a:lnTo>
                      <a:pt x="17" y="14"/>
                    </a:lnTo>
                    <a:lnTo>
                      <a:pt x="19" y="12"/>
                    </a:lnTo>
                    <a:lnTo>
                      <a:pt x="21" y="12"/>
                    </a:lnTo>
                    <a:lnTo>
                      <a:pt x="23" y="10"/>
                    </a:lnTo>
                    <a:lnTo>
                      <a:pt x="24" y="10"/>
                    </a:lnTo>
                    <a:lnTo>
                      <a:pt x="26" y="10"/>
                    </a:lnTo>
                    <a:lnTo>
                      <a:pt x="26" y="9"/>
                    </a:lnTo>
                    <a:lnTo>
                      <a:pt x="28" y="9"/>
                    </a:lnTo>
                    <a:lnTo>
                      <a:pt x="30" y="9"/>
                    </a:lnTo>
                    <a:lnTo>
                      <a:pt x="31" y="9"/>
                    </a:lnTo>
                    <a:lnTo>
                      <a:pt x="31" y="7"/>
                    </a:lnTo>
                    <a:lnTo>
                      <a:pt x="33" y="7"/>
                    </a:lnTo>
                    <a:lnTo>
                      <a:pt x="35" y="7"/>
                    </a:lnTo>
                    <a:lnTo>
                      <a:pt x="37" y="7"/>
                    </a:lnTo>
                    <a:lnTo>
                      <a:pt x="38" y="9"/>
                    </a:lnTo>
                    <a:lnTo>
                      <a:pt x="40" y="2"/>
                    </a:lnTo>
                    <a:lnTo>
                      <a:pt x="38" y="0"/>
                    </a:lnTo>
                    <a:lnTo>
                      <a:pt x="37" y="0"/>
                    </a:lnTo>
                    <a:lnTo>
                      <a:pt x="35" y="0"/>
                    </a:lnTo>
                    <a:lnTo>
                      <a:pt x="33" y="0"/>
                    </a:lnTo>
                    <a:lnTo>
                      <a:pt x="31" y="0"/>
                    </a:lnTo>
                    <a:lnTo>
                      <a:pt x="30" y="0"/>
                    </a:lnTo>
                    <a:lnTo>
                      <a:pt x="28" y="2"/>
                    </a:lnTo>
                    <a:lnTo>
                      <a:pt x="26" y="2"/>
                    </a:lnTo>
                    <a:lnTo>
                      <a:pt x="24" y="2"/>
                    </a:lnTo>
                    <a:lnTo>
                      <a:pt x="23" y="3"/>
                    </a:lnTo>
                    <a:lnTo>
                      <a:pt x="21" y="3"/>
                    </a:lnTo>
                    <a:lnTo>
                      <a:pt x="19" y="5"/>
                    </a:lnTo>
                    <a:lnTo>
                      <a:pt x="17" y="5"/>
                    </a:lnTo>
                    <a:lnTo>
                      <a:pt x="16" y="7"/>
                    </a:lnTo>
                    <a:lnTo>
                      <a:pt x="14" y="7"/>
                    </a:lnTo>
                    <a:lnTo>
                      <a:pt x="12" y="9"/>
                    </a:lnTo>
                    <a:lnTo>
                      <a:pt x="10" y="9"/>
                    </a:lnTo>
                    <a:lnTo>
                      <a:pt x="9" y="10"/>
                    </a:lnTo>
                    <a:lnTo>
                      <a:pt x="7" y="10"/>
                    </a:lnTo>
                    <a:lnTo>
                      <a:pt x="5" y="10"/>
                    </a:lnTo>
                    <a:lnTo>
                      <a:pt x="4" y="12"/>
                    </a:lnTo>
                    <a:lnTo>
                      <a:pt x="2" y="12"/>
                    </a:lnTo>
                    <a:lnTo>
                      <a:pt x="0" y="12"/>
                    </a:lnTo>
                    <a:lnTo>
                      <a:pt x="4"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53" name="Google Shape;253;p10"/>
              <p:cNvSpPr/>
              <p:nvPr/>
            </p:nvSpPr>
            <p:spPr>
              <a:xfrm>
                <a:off x="4930" y="1409"/>
                <a:ext cx="137" cy="23"/>
              </a:xfrm>
              <a:custGeom>
                <a:rect b="b" l="l" r="r" t="t"/>
                <a:pathLst>
                  <a:path extrusionOk="0" h="23" w="137">
                    <a:moveTo>
                      <a:pt x="0" y="19"/>
                    </a:moveTo>
                    <a:lnTo>
                      <a:pt x="3" y="21"/>
                    </a:lnTo>
                    <a:lnTo>
                      <a:pt x="7" y="21"/>
                    </a:lnTo>
                    <a:lnTo>
                      <a:pt x="10" y="21"/>
                    </a:lnTo>
                    <a:lnTo>
                      <a:pt x="15" y="21"/>
                    </a:lnTo>
                    <a:lnTo>
                      <a:pt x="19" y="21"/>
                    </a:lnTo>
                    <a:lnTo>
                      <a:pt x="22" y="21"/>
                    </a:lnTo>
                    <a:lnTo>
                      <a:pt x="27" y="23"/>
                    </a:lnTo>
                    <a:lnTo>
                      <a:pt x="31" y="23"/>
                    </a:lnTo>
                    <a:lnTo>
                      <a:pt x="36" y="23"/>
                    </a:lnTo>
                    <a:lnTo>
                      <a:pt x="39" y="23"/>
                    </a:lnTo>
                    <a:lnTo>
                      <a:pt x="43" y="23"/>
                    </a:lnTo>
                    <a:lnTo>
                      <a:pt x="48" y="23"/>
                    </a:lnTo>
                    <a:lnTo>
                      <a:pt x="52" y="23"/>
                    </a:lnTo>
                    <a:lnTo>
                      <a:pt x="57" y="21"/>
                    </a:lnTo>
                    <a:lnTo>
                      <a:pt x="60" y="21"/>
                    </a:lnTo>
                    <a:lnTo>
                      <a:pt x="65" y="21"/>
                    </a:lnTo>
                    <a:lnTo>
                      <a:pt x="69" y="21"/>
                    </a:lnTo>
                    <a:lnTo>
                      <a:pt x="74" y="21"/>
                    </a:lnTo>
                    <a:lnTo>
                      <a:pt x="78" y="21"/>
                    </a:lnTo>
                    <a:lnTo>
                      <a:pt x="83" y="19"/>
                    </a:lnTo>
                    <a:lnTo>
                      <a:pt x="86" y="19"/>
                    </a:lnTo>
                    <a:lnTo>
                      <a:pt x="91" y="19"/>
                    </a:lnTo>
                    <a:lnTo>
                      <a:pt x="95" y="17"/>
                    </a:lnTo>
                    <a:lnTo>
                      <a:pt x="100" y="17"/>
                    </a:lnTo>
                    <a:lnTo>
                      <a:pt x="104" y="16"/>
                    </a:lnTo>
                    <a:lnTo>
                      <a:pt x="109" y="16"/>
                    </a:lnTo>
                    <a:lnTo>
                      <a:pt x="112" y="14"/>
                    </a:lnTo>
                    <a:lnTo>
                      <a:pt x="116" y="14"/>
                    </a:lnTo>
                    <a:lnTo>
                      <a:pt x="121" y="12"/>
                    </a:lnTo>
                    <a:lnTo>
                      <a:pt x="124" y="11"/>
                    </a:lnTo>
                    <a:lnTo>
                      <a:pt x="128" y="11"/>
                    </a:lnTo>
                    <a:lnTo>
                      <a:pt x="131" y="9"/>
                    </a:lnTo>
                    <a:lnTo>
                      <a:pt x="137" y="7"/>
                    </a:lnTo>
                    <a:lnTo>
                      <a:pt x="133" y="0"/>
                    </a:lnTo>
                    <a:lnTo>
                      <a:pt x="130" y="2"/>
                    </a:lnTo>
                    <a:lnTo>
                      <a:pt x="126" y="4"/>
                    </a:lnTo>
                    <a:lnTo>
                      <a:pt x="123" y="4"/>
                    </a:lnTo>
                    <a:lnTo>
                      <a:pt x="119" y="5"/>
                    </a:lnTo>
                    <a:lnTo>
                      <a:pt x="114" y="7"/>
                    </a:lnTo>
                    <a:lnTo>
                      <a:pt x="111" y="7"/>
                    </a:lnTo>
                    <a:lnTo>
                      <a:pt x="107" y="9"/>
                    </a:lnTo>
                    <a:lnTo>
                      <a:pt x="102" y="9"/>
                    </a:lnTo>
                    <a:lnTo>
                      <a:pt x="98" y="11"/>
                    </a:lnTo>
                    <a:lnTo>
                      <a:pt x="95" y="11"/>
                    </a:lnTo>
                    <a:lnTo>
                      <a:pt x="90" y="11"/>
                    </a:lnTo>
                    <a:lnTo>
                      <a:pt x="86" y="12"/>
                    </a:lnTo>
                    <a:lnTo>
                      <a:pt x="81" y="12"/>
                    </a:lnTo>
                    <a:lnTo>
                      <a:pt x="78" y="12"/>
                    </a:lnTo>
                    <a:lnTo>
                      <a:pt x="74" y="14"/>
                    </a:lnTo>
                    <a:lnTo>
                      <a:pt x="69" y="14"/>
                    </a:lnTo>
                    <a:lnTo>
                      <a:pt x="65" y="14"/>
                    </a:lnTo>
                    <a:lnTo>
                      <a:pt x="60" y="14"/>
                    </a:lnTo>
                    <a:lnTo>
                      <a:pt x="57" y="14"/>
                    </a:lnTo>
                    <a:lnTo>
                      <a:pt x="52" y="14"/>
                    </a:lnTo>
                    <a:lnTo>
                      <a:pt x="48" y="14"/>
                    </a:lnTo>
                    <a:lnTo>
                      <a:pt x="43" y="14"/>
                    </a:lnTo>
                    <a:lnTo>
                      <a:pt x="39" y="14"/>
                    </a:lnTo>
                    <a:lnTo>
                      <a:pt x="36" y="14"/>
                    </a:lnTo>
                    <a:lnTo>
                      <a:pt x="31" y="14"/>
                    </a:lnTo>
                    <a:lnTo>
                      <a:pt x="27" y="14"/>
                    </a:lnTo>
                    <a:lnTo>
                      <a:pt x="24" y="14"/>
                    </a:lnTo>
                    <a:lnTo>
                      <a:pt x="19" y="14"/>
                    </a:lnTo>
                    <a:lnTo>
                      <a:pt x="15" y="14"/>
                    </a:lnTo>
                    <a:lnTo>
                      <a:pt x="12" y="14"/>
                    </a:lnTo>
                    <a:lnTo>
                      <a:pt x="7" y="14"/>
                    </a:lnTo>
                    <a:lnTo>
                      <a:pt x="3" y="12"/>
                    </a:lnTo>
                    <a:lnTo>
                      <a:pt x="7" y="14"/>
                    </a:lnTo>
                    <a:lnTo>
                      <a:pt x="0" y="19"/>
                    </a:lnTo>
                    <a:lnTo>
                      <a:pt x="1" y="19"/>
                    </a:lnTo>
                    <a:lnTo>
                      <a:pt x="3" y="21"/>
                    </a:lnTo>
                    <a:lnTo>
                      <a:pt x="0"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54" name="Google Shape;254;p10"/>
              <p:cNvSpPr/>
              <p:nvPr/>
            </p:nvSpPr>
            <p:spPr>
              <a:xfrm>
                <a:off x="4904" y="1416"/>
                <a:ext cx="33" cy="12"/>
              </a:xfrm>
              <a:custGeom>
                <a:rect b="b" l="l" r="r" t="t"/>
                <a:pathLst>
                  <a:path extrusionOk="0" h="12" w="33">
                    <a:moveTo>
                      <a:pt x="1" y="9"/>
                    </a:moveTo>
                    <a:lnTo>
                      <a:pt x="0" y="7"/>
                    </a:lnTo>
                    <a:lnTo>
                      <a:pt x="0" y="9"/>
                    </a:lnTo>
                    <a:lnTo>
                      <a:pt x="1" y="9"/>
                    </a:lnTo>
                    <a:lnTo>
                      <a:pt x="3" y="9"/>
                    </a:lnTo>
                    <a:lnTo>
                      <a:pt x="5" y="10"/>
                    </a:lnTo>
                    <a:lnTo>
                      <a:pt x="7" y="10"/>
                    </a:lnTo>
                    <a:lnTo>
                      <a:pt x="8" y="10"/>
                    </a:lnTo>
                    <a:lnTo>
                      <a:pt x="10" y="10"/>
                    </a:lnTo>
                    <a:lnTo>
                      <a:pt x="12" y="10"/>
                    </a:lnTo>
                    <a:lnTo>
                      <a:pt x="13" y="9"/>
                    </a:lnTo>
                    <a:lnTo>
                      <a:pt x="15" y="9"/>
                    </a:lnTo>
                    <a:lnTo>
                      <a:pt x="17" y="9"/>
                    </a:lnTo>
                    <a:lnTo>
                      <a:pt x="19" y="9"/>
                    </a:lnTo>
                    <a:lnTo>
                      <a:pt x="20" y="9"/>
                    </a:lnTo>
                    <a:lnTo>
                      <a:pt x="22" y="9"/>
                    </a:lnTo>
                    <a:lnTo>
                      <a:pt x="24" y="9"/>
                    </a:lnTo>
                    <a:lnTo>
                      <a:pt x="26" y="10"/>
                    </a:lnTo>
                    <a:lnTo>
                      <a:pt x="26" y="12"/>
                    </a:lnTo>
                    <a:lnTo>
                      <a:pt x="33" y="7"/>
                    </a:lnTo>
                    <a:lnTo>
                      <a:pt x="31" y="7"/>
                    </a:lnTo>
                    <a:lnTo>
                      <a:pt x="31" y="5"/>
                    </a:lnTo>
                    <a:lnTo>
                      <a:pt x="29" y="4"/>
                    </a:lnTo>
                    <a:lnTo>
                      <a:pt x="27" y="2"/>
                    </a:lnTo>
                    <a:lnTo>
                      <a:pt x="26" y="2"/>
                    </a:lnTo>
                    <a:lnTo>
                      <a:pt x="24" y="2"/>
                    </a:lnTo>
                    <a:lnTo>
                      <a:pt x="22" y="2"/>
                    </a:lnTo>
                    <a:lnTo>
                      <a:pt x="22" y="0"/>
                    </a:lnTo>
                    <a:lnTo>
                      <a:pt x="20" y="0"/>
                    </a:lnTo>
                    <a:lnTo>
                      <a:pt x="19" y="0"/>
                    </a:lnTo>
                    <a:lnTo>
                      <a:pt x="19" y="2"/>
                    </a:lnTo>
                    <a:lnTo>
                      <a:pt x="17" y="2"/>
                    </a:lnTo>
                    <a:lnTo>
                      <a:pt x="15" y="2"/>
                    </a:lnTo>
                    <a:lnTo>
                      <a:pt x="13" y="2"/>
                    </a:lnTo>
                    <a:lnTo>
                      <a:pt x="12" y="2"/>
                    </a:lnTo>
                    <a:lnTo>
                      <a:pt x="10" y="2"/>
                    </a:lnTo>
                    <a:lnTo>
                      <a:pt x="10" y="4"/>
                    </a:lnTo>
                    <a:lnTo>
                      <a:pt x="8" y="4"/>
                    </a:lnTo>
                    <a:lnTo>
                      <a:pt x="7" y="4"/>
                    </a:lnTo>
                    <a:lnTo>
                      <a:pt x="7" y="2"/>
                    </a:lnTo>
                    <a:lnTo>
                      <a:pt x="5" y="2"/>
                    </a:lnTo>
                    <a:lnTo>
                      <a:pt x="3" y="2"/>
                    </a:lnTo>
                    <a:lnTo>
                      <a:pt x="3" y="0"/>
                    </a:lnTo>
                    <a:lnTo>
                      <a:pt x="3" y="2"/>
                    </a:lnTo>
                    <a:lnTo>
                      <a:pt x="3" y="0"/>
                    </a:lnTo>
                    <a:lnTo>
                      <a:pt x="1"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55" name="Google Shape;255;p10"/>
              <p:cNvSpPr/>
              <p:nvPr/>
            </p:nvSpPr>
            <p:spPr>
              <a:xfrm>
                <a:off x="4865" y="1388"/>
                <a:ext cx="42" cy="37"/>
              </a:xfrm>
              <a:custGeom>
                <a:rect b="b" l="l" r="r" t="t"/>
                <a:pathLst>
                  <a:path extrusionOk="0" h="37" w="42">
                    <a:moveTo>
                      <a:pt x="6" y="7"/>
                    </a:moveTo>
                    <a:lnTo>
                      <a:pt x="0" y="7"/>
                    </a:lnTo>
                    <a:lnTo>
                      <a:pt x="2" y="9"/>
                    </a:lnTo>
                    <a:lnTo>
                      <a:pt x="4" y="9"/>
                    </a:lnTo>
                    <a:lnTo>
                      <a:pt x="4" y="11"/>
                    </a:lnTo>
                    <a:lnTo>
                      <a:pt x="6" y="11"/>
                    </a:lnTo>
                    <a:lnTo>
                      <a:pt x="6" y="12"/>
                    </a:lnTo>
                    <a:lnTo>
                      <a:pt x="7" y="12"/>
                    </a:lnTo>
                    <a:lnTo>
                      <a:pt x="9" y="14"/>
                    </a:lnTo>
                    <a:lnTo>
                      <a:pt x="9" y="16"/>
                    </a:lnTo>
                    <a:lnTo>
                      <a:pt x="11" y="16"/>
                    </a:lnTo>
                    <a:lnTo>
                      <a:pt x="11" y="18"/>
                    </a:lnTo>
                    <a:lnTo>
                      <a:pt x="13" y="18"/>
                    </a:lnTo>
                    <a:lnTo>
                      <a:pt x="14" y="19"/>
                    </a:lnTo>
                    <a:lnTo>
                      <a:pt x="14" y="21"/>
                    </a:lnTo>
                    <a:lnTo>
                      <a:pt x="16" y="21"/>
                    </a:lnTo>
                    <a:lnTo>
                      <a:pt x="18" y="23"/>
                    </a:lnTo>
                    <a:lnTo>
                      <a:pt x="20" y="25"/>
                    </a:lnTo>
                    <a:lnTo>
                      <a:pt x="21" y="26"/>
                    </a:lnTo>
                    <a:lnTo>
                      <a:pt x="23" y="28"/>
                    </a:lnTo>
                    <a:lnTo>
                      <a:pt x="25" y="28"/>
                    </a:lnTo>
                    <a:lnTo>
                      <a:pt x="26" y="30"/>
                    </a:lnTo>
                    <a:lnTo>
                      <a:pt x="28" y="32"/>
                    </a:lnTo>
                    <a:lnTo>
                      <a:pt x="30" y="32"/>
                    </a:lnTo>
                    <a:lnTo>
                      <a:pt x="32" y="33"/>
                    </a:lnTo>
                    <a:lnTo>
                      <a:pt x="33" y="33"/>
                    </a:lnTo>
                    <a:lnTo>
                      <a:pt x="35" y="35"/>
                    </a:lnTo>
                    <a:lnTo>
                      <a:pt x="37" y="35"/>
                    </a:lnTo>
                    <a:lnTo>
                      <a:pt x="39" y="35"/>
                    </a:lnTo>
                    <a:lnTo>
                      <a:pt x="40" y="37"/>
                    </a:lnTo>
                    <a:lnTo>
                      <a:pt x="42" y="28"/>
                    </a:lnTo>
                    <a:lnTo>
                      <a:pt x="40" y="28"/>
                    </a:lnTo>
                    <a:lnTo>
                      <a:pt x="39" y="28"/>
                    </a:lnTo>
                    <a:lnTo>
                      <a:pt x="37" y="26"/>
                    </a:lnTo>
                    <a:lnTo>
                      <a:pt x="35" y="26"/>
                    </a:lnTo>
                    <a:lnTo>
                      <a:pt x="33" y="25"/>
                    </a:lnTo>
                    <a:lnTo>
                      <a:pt x="32" y="25"/>
                    </a:lnTo>
                    <a:lnTo>
                      <a:pt x="30" y="23"/>
                    </a:lnTo>
                    <a:lnTo>
                      <a:pt x="28" y="23"/>
                    </a:lnTo>
                    <a:lnTo>
                      <a:pt x="28" y="21"/>
                    </a:lnTo>
                    <a:lnTo>
                      <a:pt x="26" y="21"/>
                    </a:lnTo>
                    <a:lnTo>
                      <a:pt x="25" y="19"/>
                    </a:lnTo>
                    <a:lnTo>
                      <a:pt x="23" y="18"/>
                    </a:lnTo>
                    <a:lnTo>
                      <a:pt x="21" y="18"/>
                    </a:lnTo>
                    <a:lnTo>
                      <a:pt x="21" y="16"/>
                    </a:lnTo>
                    <a:lnTo>
                      <a:pt x="20" y="16"/>
                    </a:lnTo>
                    <a:lnTo>
                      <a:pt x="20" y="14"/>
                    </a:lnTo>
                    <a:lnTo>
                      <a:pt x="18" y="12"/>
                    </a:lnTo>
                    <a:lnTo>
                      <a:pt x="16" y="12"/>
                    </a:lnTo>
                    <a:lnTo>
                      <a:pt x="16" y="11"/>
                    </a:lnTo>
                    <a:lnTo>
                      <a:pt x="14" y="11"/>
                    </a:lnTo>
                    <a:lnTo>
                      <a:pt x="13" y="9"/>
                    </a:lnTo>
                    <a:lnTo>
                      <a:pt x="13" y="7"/>
                    </a:lnTo>
                    <a:lnTo>
                      <a:pt x="11" y="7"/>
                    </a:lnTo>
                    <a:lnTo>
                      <a:pt x="11" y="6"/>
                    </a:lnTo>
                    <a:lnTo>
                      <a:pt x="9" y="6"/>
                    </a:lnTo>
                    <a:lnTo>
                      <a:pt x="7" y="4"/>
                    </a:lnTo>
                    <a:lnTo>
                      <a:pt x="6" y="2"/>
                    </a:lnTo>
                    <a:lnTo>
                      <a:pt x="2" y="2"/>
                    </a:lnTo>
                    <a:lnTo>
                      <a:pt x="6" y="2"/>
                    </a:lnTo>
                    <a:lnTo>
                      <a:pt x="4" y="0"/>
                    </a:lnTo>
                    <a:lnTo>
                      <a:pt x="2" y="2"/>
                    </a:lnTo>
                    <a:lnTo>
                      <a:pt x="6"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56" name="Google Shape;256;p10"/>
              <p:cNvSpPr/>
              <p:nvPr/>
            </p:nvSpPr>
            <p:spPr>
              <a:xfrm>
                <a:off x="4858" y="1390"/>
                <a:ext cx="21" cy="33"/>
              </a:xfrm>
              <a:custGeom>
                <a:rect b="b" l="l" r="r" t="t"/>
                <a:pathLst>
                  <a:path extrusionOk="0" h="33" w="21">
                    <a:moveTo>
                      <a:pt x="21" y="33"/>
                    </a:moveTo>
                    <a:lnTo>
                      <a:pt x="21" y="30"/>
                    </a:lnTo>
                    <a:lnTo>
                      <a:pt x="20" y="30"/>
                    </a:lnTo>
                    <a:lnTo>
                      <a:pt x="20" y="28"/>
                    </a:lnTo>
                    <a:lnTo>
                      <a:pt x="18" y="26"/>
                    </a:lnTo>
                    <a:lnTo>
                      <a:pt x="16" y="24"/>
                    </a:lnTo>
                    <a:lnTo>
                      <a:pt x="14" y="23"/>
                    </a:lnTo>
                    <a:lnTo>
                      <a:pt x="14" y="21"/>
                    </a:lnTo>
                    <a:lnTo>
                      <a:pt x="13" y="21"/>
                    </a:lnTo>
                    <a:lnTo>
                      <a:pt x="13" y="19"/>
                    </a:lnTo>
                    <a:lnTo>
                      <a:pt x="11" y="19"/>
                    </a:lnTo>
                    <a:lnTo>
                      <a:pt x="11" y="17"/>
                    </a:lnTo>
                    <a:lnTo>
                      <a:pt x="9" y="16"/>
                    </a:lnTo>
                    <a:lnTo>
                      <a:pt x="9" y="14"/>
                    </a:lnTo>
                    <a:lnTo>
                      <a:pt x="7" y="14"/>
                    </a:lnTo>
                    <a:lnTo>
                      <a:pt x="7" y="12"/>
                    </a:lnTo>
                    <a:lnTo>
                      <a:pt x="7" y="10"/>
                    </a:lnTo>
                    <a:lnTo>
                      <a:pt x="7" y="9"/>
                    </a:lnTo>
                    <a:lnTo>
                      <a:pt x="9" y="9"/>
                    </a:lnTo>
                    <a:lnTo>
                      <a:pt x="9" y="7"/>
                    </a:lnTo>
                    <a:lnTo>
                      <a:pt x="11" y="7"/>
                    </a:lnTo>
                    <a:lnTo>
                      <a:pt x="13" y="5"/>
                    </a:lnTo>
                    <a:lnTo>
                      <a:pt x="9" y="0"/>
                    </a:lnTo>
                    <a:lnTo>
                      <a:pt x="7" y="0"/>
                    </a:lnTo>
                    <a:lnTo>
                      <a:pt x="6" y="2"/>
                    </a:lnTo>
                    <a:lnTo>
                      <a:pt x="4" y="2"/>
                    </a:lnTo>
                    <a:lnTo>
                      <a:pt x="2" y="4"/>
                    </a:lnTo>
                    <a:lnTo>
                      <a:pt x="2" y="5"/>
                    </a:lnTo>
                    <a:lnTo>
                      <a:pt x="0" y="7"/>
                    </a:lnTo>
                    <a:lnTo>
                      <a:pt x="0" y="9"/>
                    </a:lnTo>
                    <a:lnTo>
                      <a:pt x="0" y="10"/>
                    </a:lnTo>
                    <a:lnTo>
                      <a:pt x="0" y="12"/>
                    </a:lnTo>
                    <a:lnTo>
                      <a:pt x="0" y="14"/>
                    </a:lnTo>
                    <a:lnTo>
                      <a:pt x="0" y="16"/>
                    </a:lnTo>
                    <a:lnTo>
                      <a:pt x="2" y="17"/>
                    </a:lnTo>
                    <a:lnTo>
                      <a:pt x="2" y="19"/>
                    </a:lnTo>
                    <a:lnTo>
                      <a:pt x="4" y="21"/>
                    </a:lnTo>
                    <a:lnTo>
                      <a:pt x="6" y="23"/>
                    </a:lnTo>
                    <a:lnTo>
                      <a:pt x="6" y="24"/>
                    </a:lnTo>
                    <a:lnTo>
                      <a:pt x="7" y="24"/>
                    </a:lnTo>
                    <a:lnTo>
                      <a:pt x="7" y="26"/>
                    </a:lnTo>
                    <a:lnTo>
                      <a:pt x="9" y="26"/>
                    </a:lnTo>
                    <a:lnTo>
                      <a:pt x="9" y="28"/>
                    </a:lnTo>
                    <a:lnTo>
                      <a:pt x="11" y="28"/>
                    </a:lnTo>
                    <a:lnTo>
                      <a:pt x="11" y="30"/>
                    </a:lnTo>
                    <a:lnTo>
                      <a:pt x="13" y="30"/>
                    </a:lnTo>
                    <a:lnTo>
                      <a:pt x="13" y="31"/>
                    </a:lnTo>
                    <a:lnTo>
                      <a:pt x="14" y="33"/>
                    </a:lnTo>
                    <a:lnTo>
                      <a:pt x="14" y="30"/>
                    </a:lnTo>
                    <a:lnTo>
                      <a:pt x="21" y="33"/>
                    </a:lnTo>
                    <a:lnTo>
                      <a:pt x="21" y="31"/>
                    </a:lnTo>
                    <a:lnTo>
                      <a:pt x="21" y="30"/>
                    </a:lnTo>
                    <a:lnTo>
                      <a:pt x="21"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57" name="Google Shape;257;p10"/>
              <p:cNvSpPr/>
              <p:nvPr/>
            </p:nvSpPr>
            <p:spPr>
              <a:xfrm>
                <a:off x="4862" y="1420"/>
                <a:ext cx="17" cy="46"/>
              </a:xfrm>
              <a:custGeom>
                <a:rect b="b" l="l" r="r" t="t"/>
                <a:pathLst>
                  <a:path extrusionOk="0" h="46" w="17">
                    <a:moveTo>
                      <a:pt x="3" y="46"/>
                    </a:moveTo>
                    <a:lnTo>
                      <a:pt x="7" y="45"/>
                    </a:lnTo>
                    <a:lnTo>
                      <a:pt x="7" y="43"/>
                    </a:lnTo>
                    <a:lnTo>
                      <a:pt x="7" y="41"/>
                    </a:lnTo>
                    <a:lnTo>
                      <a:pt x="7" y="39"/>
                    </a:lnTo>
                    <a:lnTo>
                      <a:pt x="9" y="38"/>
                    </a:lnTo>
                    <a:lnTo>
                      <a:pt x="9" y="36"/>
                    </a:lnTo>
                    <a:lnTo>
                      <a:pt x="9" y="34"/>
                    </a:lnTo>
                    <a:lnTo>
                      <a:pt x="9" y="32"/>
                    </a:lnTo>
                    <a:lnTo>
                      <a:pt x="9" y="31"/>
                    </a:lnTo>
                    <a:lnTo>
                      <a:pt x="9" y="29"/>
                    </a:lnTo>
                    <a:lnTo>
                      <a:pt x="9" y="27"/>
                    </a:lnTo>
                    <a:lnTo>
                      <a:pt x="10" y="27"/>
                    </a:lnTo>
                    <a:lnTo>
                      <a:pt x="10" y="25"/>
                    </a:lnTo>
                    <a:lnTo>
                      <a:pt x="10" y="24"/>
                    </a:lnTo>
                    <a:lnTo>
                      <a:pt x="10" y="22"/>
                    </a:lnTo>
                    <a:lnTo>
                      <a:pt x="10" y="20"/>
                    </a:lnTo>
                    <a:lnTo>
                      <a:pt x="10" y="19"/>
                    </a:lnTo>
                    <a:lnTo>
                      <a:pt x="12" y="19"/>
                    </a:lnTo>
                    <a:lnTo>
                      <a:pt x="12" y="17"/>
                    </a:lnTo>
                    <a:lnTo>
                      <a:pt x="12" y="15"/>
                    </a:lnTo>
                    <a:lnTo>
                      <a:pt x="12" y="13"/>
                    </a:lnTo>
                    <a:lnTo>
                      <a:pt x="14" y="12"/>
                    </a:lnTo>
                    <a:lnTo>
                      <a:pt x="14" y="10"/>
                    </a:lnTo>
                    <a:lnTo>
                      <a:pt x="16" y="8"/>
                    </a:lnTo>
                    <a:lnTo>
                      <a:pt x="16" y="6"/>
                    </a:lnTo>
                    <a:lnTo>
                      <a:pt x="16" y="5"/>
                    </a:lnTo>
                    <a:lnTo>
                      <a:pt x="17" y="3"/>
                    </a:lnTo>
                    <a:lnTo>
                      <a:pt x="10" y="0"/>
                    </a:lnTo>
                    <a:lnTo>
                      <a:pt x="10" y="1"/>
                    </a:lnTo>
                    <a:lnTo>
                      <a:pt x="9" y="3"/>
                    </a:lnTo>
                    <a:lnTo>
                      <a:pt x="9" y="5"/>
                    </a:lnTo>
                    <a:lnTo>
                      <a:pt x="7" y="6"/>
                    </a:lnTo>
                    <a:lnTo>
                      <a:pt x="7" y="8"/>
                    </a:lnTo>
                    <a:lnTo>
                      <a:pt x="7" y="10"/>
                    </a:lnTo>
                    <a:lnTo>
                      <a:pt x="5" y="12"/>
                    </a:lnTo>
                    <a:lnTo>
                      <a:pt x="5" y="13"/>
                    </a:lnTo>
                    <a:lnTo>
                      <a:pt x="5" y="15"/>
                    </a:lnTo>
                    <a:lnTo>
                      <a:pt x="5" y="17"/>
                    </a:lnTo>
                    <a:lnTo>
                      <a:pt x="3" y="17"/>
                    </a:lnTo>
                    <a:lnTo>
                      <a:pt x="3" y="19"/>
                    </a:lnTo>
                    <a:lnTo>
                      <a:pt x="3" y="20"/>
                    </a:lnTo>
                    <a:lnTo>
                      <a:pt x="3" y="22"/>
                    </a:lnTo>
                    <a:lnTo>
                      <a:pt x="3" y="24"/>
                    </a:lnTo>
                    <a:lnTo>
                      <a:pt x="2" y="25"/>
                    </a:lnTo>
                    <a:lnTo>
                      <a:pt x="2" y="27"/>
                    </a:lnTo>
                    <a:lnTo>
                      <a:pt x="2" y="29"/>
                    </a:lnTo>
                    <a:lnTo>
                      <a:pt x="2" y="31"/>
                    </a:lnTo>
                    <a:lnTo>
                      <a:pt x="2" y="32"/>
                    </a:lnTo>
                    <a:lnTo>
                      <a:pt x="2" y="34"/>
                    </a:lnTo>
                    <a:lnTo>
                      <a:pt x="0" y="36"/>
                    </a:lnTo>
                    <a:lnTo>
                      <a:pt x="0" y="38"/>
                    </a:lnTo>
                    <a:lnTo>
                      <a:pt x="0" y="39"/>
                    </a:lnTo>
                    <a:lnTo>
                      <a:pt x="0" y="41"/>
                    </a:lnTo>
                    <a:lnTo>
                      <a:pt x="0" y="43"/>
                    </a:lnTo>
                    <a:lnTo>
                      <a:pt x="3" y="39"/>
                    </a:lnTo>
                    <a:lnTo>
                      <a:pt x="3" y="46"/>
                    </a:lnTo>
                    <a:lnTo>
                      <a:pt x="5" y="46"/>
                    </a:lnTo>
                    <a:lnTo>
                      <a:pt x="7" y="45"/>
                    </a:lnTo>
                    <a:lnTo>
                      <a:pt x="3" y="4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58" name="Google Shape;258;p10"/>
              <p:cNvSpPr/>
              <p:nvPr/>
            </p:nvSpPr>
            <p:spPr>
              <a:xfrm>
                <a:off x="4858" y="1459"/>
                <a:ext cx="7" cy="7"/>
              </a:xfrm>
              <a:custGeom>
                <a:rect b="b" l="l" r="r" t="t"/>
                <a:pathLst>
                  <a:path extrusionOk="0" h="7" w="7">
                    <a:moveTo>
                      <a:pt x="0" y="6"/>
                    </a:moveTo>
                    <a:lnTo>
                      <a:pt x="4" y="7"/>
                    </a:lnTo>
                    <a:lnTo>
                      <a:pt x="7" y="7"/>
                    </a:lnTo>
                    <a:lnTo>
                      <a:pt x="7" y="0"/>
                    </a:lnTo>
                    <a:lnTo>
                      <a:pt x="4" y="0"/>
                    </a:lnTo>
                    <a:lnTo>
                      <a:pt x="7" y="2"/>
                    </a:lnTo>
                    <a:lnTo>
                      <a:pt x="0" y="6"/>
                    </a:lnTo>
                    <a:lnTo>
                      <a:pt x="2" y="7"/>
                    </a:lnTo>
                    <a:lnTo>
                      <a:pt x="4" y="7"/>
                    </a:lnTo>
                    <a:lnTo>
                      <a:pt x="0"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59" name="Google Shape;259;p10"/>
              <p:cNvSpPr/>
              <p:nvPr/>
            </p:nvSpPr>
            <p:spPr>
              <a:xfrm>
                <a:off x="4808" y="1340"/>
                <a:ext cx="57" cy="125"/>
              </a:xfrm>
              <a:custGeom>
                <a:rect b="b" l="l" r="r" t="t"/>
                <a:pathLst>
                  <a:path extrusionOk="0" h="125" w="57">
                    <a:moveTo>
                      <a:pt x="2" y="0"/>
                    </a:moveTo>
                    <a:lnTo>
                      <a:pt x="0" y="3"/>
                    </a:lnTo>
                    <a:lnTo>
                      <a:pt x="0" y="8"/>
                    </a:lnTo>
                    <a:lnTo>
                      <a:pt x="0" y="12"/>
                    </a:lnTo>
                    <a:lnTo>
                      <a:pt x="2" y="17"/>
                    </a:lnTo>
                    <a:lnTo>
                      <a:pt x="2" y="21"/>
                    </a:lnTo>
                    <a:lnTo>
                      <a:pt x="4" y="26"/>
                    </a:lnTo>
                    <a:lnTo>
                      <a:pt x="4" y="29"/>
                    </a:lnTo>
                    <a:lnTo>
                      <a:pt x="5" y="33"/>
                    </a:lnTo>
                    <a:lnTo>
                      <a:pt x="7" y="38"/>
                    </a:lnTo>
                    <a:lnTo>
                      <a:pt x="7" y="41"/>
                    </a:lnTo>
                    <a:lnTo>
                      <a:pt x="9" y="45"/>
                    </a:lnTo>
                    <a:lnTo>
                      <a:pt x="11" y="48"/>
                    </a:lnTo>
                    <a:lnTo>
                      <a:pt x="12" y="54"/>
                    </a:lnTo>
                    <a:lnTo>
                      <a:pt x="14" y="57"/>
                    </a:lnTo>
                    <a:lnTo>
                      <a:pt x="16" y="60"/>
                    </a:lnTo>
                    <a:lnTo>
                      <a:pt x="18" y="64"/>
                    </a:lnTo>
                    <a:lnTo>
                      <a:pt x="19" y="67"/>
                    </a:lnTo>
                    <a:lnTo>
                      <a:pt x="21" y="71"/>
                    </a:lnTo>
                    <a:lnTo>
                      <a:pt x="23" y="74"/>
                    </a:lnTo>
                    <a:lnTo>
                      <a:pt x="26" y="80"/>
                    </a:lnTo>
                    <a:lnTo>
                      <a:pt x="28" y="83"/>
                    </a:lnTo>
                    <a:lnTo>
                      <a:pt x="30" y="86"/>
                    </a:lnTo>
                    <a:lnTo>
                      <a:pt x="31" y="90"/>
                    </a:lnTo>
                    <a:lnTo>
                      <a:pt x="33" y="93"/>
                    </a:lnTo>
                    <a:lnTo>
                      <a:pt x="35" y="97"/>
                    </a:lnTo>
                    <a:lnTo>
                      <a:pt x="38" y="100"/>
                    </a:lnTo>
                    <a:lnTo>
                      <a:pt x="40" y="104"/>
                    </a:lnTo>
                    <a:lnTo>
                      <a:pt x="42" y="107"/>
                    </a:lnTo>
                    <a:lnTo>
                      <a:pt x="44" y="111"/>
                    </a:lnTo>
                    <a:lnTo>
                      <a:pt x="45" y="114"/>
                    </a:lnTo>
                    <a:lnTo>
                      <a:pt x="47" y="118"/>
                    </a:lnTo>
                    <a:lnTo>
                      <a:pt x="49" y="121"/>
                    </a:lnTo>
                    <a:lnTo>
                      <a:pt x="50" y="125"/>
                    </a:lnTo>
                    <a:lnTo>
                      <a:pt x="57" y="121"/>
                    </a:lnTo>
                    <a:lnTo>
                      <a:pt x="56" y="118"/>
                    </a:lnTo>
                    <a:lnTo>
                      <a:pt x="54" y="114"/>
                    </a:lnTo>
                    <a:lnTo>
                      <a:pt x="52" y="111"/>
                    </a:lnTo>
                    <a:lnTo>
                      <a:pt x="50" y="107"/>
                    </a:lnTo>
                    <a:lnTo>
                      <a:pt x="49" y="104"/>
                    </a:lnTo>
                    <a:lnTo>
                      <a:pt x="45" y="100"/>
                    </a:lnTo>
                    <a:lnTo>
                      <a:pt x="44" y="97"/>
                    </a:lnTo>
                    <a:lnTo>
                      <a:pt x="42" y="93"/>
                    </a:lnTo>
                    <a:lnTo>
                      <a:pt x="40" y="90"/>
                    </a:lnTo>
                    <a:lnTo>
                      <a:pt x="38" y="86"/>
                    </a:lnTo>
                    <a:lnTo>
                      <a:pt x="37" y="83"/>
                    </a:lnTo>
                    <a:lnTo>
                      <a:pt x="33" y="80"/>
                    </a:lnTo>
                    <a:lnTo>
                      <a:pt x="31" y="76"/>
                    </a:lnTo>
                    <a:lnTo>
                      <a:pt x="30" y="71"/>
                    </a:lnTo>
                    <a:lnTo>
                      <a:pt x="28" y="67"/>
                    </a:lnTo>
                    <a:lnTo>
                      <a:pt x="26" y="64"/>
                    </a:lnTo>
                    <a:lnTo>
                      <a:pt x="24" y="60"/>
                    </a:lnTo>
                    <a:lnTo>
                      <a:pt x="23" y="57"/>
                    </a:lnTo>
                    <a:lnTo>
                      <a:pt x="21" y="54"/>
                    </a:lnTo>
                    <a:lnTo>
                      <a:pt x="19" y="50"/>
                    </a:lnTo>
                    <a:lnTo>
                      <a:pt x="18" y="47"/>
                    </a:lnTo>
                    <a:lnTo>
                      <a:pt x="16" y="43"/>
                    </a:lnTo>
                    <a:lnTo>
                      <a:pt x="14" y="40"/>
                    </a:lnTo>
                    <a:lnTo>
                      <a:pt x="14" y="34"/>
                    </a:lnTo>
                    <a:lnTo>
                      <a:pt x="12" y="31"/>
                    </a:lnTo>
                    <a:lnTo>
                      <a:pt x="11" y="28"/>
                    </a:lnTo>
                    <a:lnTo>
                      <a:pt x="11" y="24"/>
                    </a:lnTo>
                    <a:lnTo>
                      <a:pt x="9" y="21"/>
                    </a:lnTo>
                    <a:lnTo>
                      <a:pt x="9" y="15"/>
                    </a:lnTo>
                    <a:lnTo>
                      <a:pt x="9" y="12"/>
                    </a:lnTo>
                    <a:lnTo>
                      <a:pt x="7" y="8"/>
                    </a:lnTo>
                    <a:lnTo>
                      <a:pt x="7" y="3"/>
                    </a:lnTo>
                    <a:lnTo>
                      <a:pt x="5" y="7"/>
                    </a:lnTo>
                    <a:lnTo>
                      <a:pt x="2" y="0"/>
                    </a:lnTo>
                    <a:lnTo>
                      <a:pt x="0" y="2"/>
                    </a:lnTo>
                    <a:lnTo>
                      <a:pt x="0" y="3"/>
                    </a:lnTo>
                    <a:lnTo>
                      <a:pt x="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60" name="Google Shape;260;p10"/>
              <p:cNvSpPr/>
              <p:nvPr/>
            </p:nvSpPr>
            <p:spPr>
              <a:xfrm>
                <a:off x="4810" y="1336"/>
                <a:ext cx="54" cy="12"/>
              </a:xfrm>
              <a:custGeom>
                <a:rect b="b" l="l" r="r" t="t"/>
                <a:pathLst>
                  <a:path extrusionOk="0" h="12" w="54">
                    <a:moveTo>
                      <a:pt x="47" y="6"/>
                    </a:moveTo>
                    <a:lnTo>
                      <a:pt x="52" y="4"/>
                    </a:lnTo>
                    <a:lnTo>
                      <a:pt x="50" y="4"/>
                    </a:lnTo>
                    <a:lnTo>
                      <a:pt x="48" y="4"/>
                    </a:lnTo>
                    <a:lnTo>
                      <a:pt x="47" y="4"/>
                    </a:lnTo>
                    <a:lnTo>
                      <a:pt x="45" y="2"/>
                    </a:lnTo>
                    <a:lnTo>
                      <a:pt x="43" y="2"/>
                    </a:lnTo>
                    <a:lnTo>
                      <a:pt x="42" y="2"/>
                    </a:lnTo>
                    <a:lnTo>
                      <a:pt x="40" y="2"/>
                    </a:lnTo>
                    <a:lnTo>
                      <a:pt x="38" y="0"/>
                    </a:lnTo>
                    <a:lnTo>
                      <a:pt x="36" y="0"/>
                    </a:lnTo>
                    <a:lnTo>
                      <a:pt x="35" y="0"/>
                    </a:lnTo>
                    <a:lnTo>
                      <a:pt x="33" y="0"/>
                    </a:lnTo>
                    <a:lnTo>
                      <a:pt x="31" y="0"/>
                    </a:lnTo>
                    <a:lnTo>
                      <a:pt x="29" y="0"/>
                    </a:lnTo>
                    <a:lnTo>
                      <a:pt x="28" y="0"/>
                    </a:lnTo>
                    <a:lnTo>
                      <a:pt x="26" y="0"/>
                    </a:lnTo>
                    <a:lnTo>
                      <a:pt x="24" y="0"/>
                    </a:lnTo>
                    <a:lnTo>
                      <a:pt x="22" y="0"/>
                    </a:lnTo>
                    <a:lnTo>
                      <a:pt x="21" y="0"/>
                    </a:lnTo>
                    <a:lnTo>
                      <a:pt x="19" y="0"/>
                    </a:lnTo>
                    <a:lnTo>
                      <a:pt x="17" y="0"/>
                    </a:lnTo>
                    <a:lnTo>
                      <a:pt x="16" y="0"/>
                    </a:lnTo>
                    <a:lnTo>
                      <a:pt x="14" y="0"/>
                    </a:lnTo>
                    <a:lnTo>
                      <a:pt x="12" y="2"/>
                    </a:lnTo>
                    <a:lnTo>
                      <a:pt x="10" y="2"/>
                    </a:lnTo>
                    <a:lnTo>
                      <a:pt x="9" y="2"/>
                    </a:lnTo>
                    <a:lnTo>
                      <a:pt x="7" y="2"/>
                    </a:lnTo>
                    <a:lnTo>
                      <a:pt x="5" y="4"/>
                    </a:lnTo>
                    <a:lnTo>
                      <a:pt x="3" y="4"/>
                    </a:lnTo>
                    <a:lnTo>
                      <a:pt x="2" y="4"/>
                    </a:lnTo>
                    <a:lnTo>
                      <a:pt x="0" y="4"/>
                    </a:lnTo>
                    <a:lnTo>
                      <a:pt x="3" y="11"/>
                    </a:lnTo>
                    <a:lnTo>
                      <a:pt x="5" y="11"/>
                    </a:lnTo>
                    <a:lnTo>
                      <a:pt x="7" y="11"/>
                    </a:lnTo>
                    <a:lnTo>
                      <a:pt x="9" y="9"/>
                    </a:lnTo>
                    <a:lnTo>
                      <a:pt x="10" y="9"/>
                    </a:lnTo>
                    <a:lnTo>
                      <a:pt x="12" y="9"/>
                    </a:lnTo>
                    <a:lnTo>
                      <a:pt x="14" y="9"/>
                    </a:lnTo>
                    <a:lnTo>
                      <a:pt x="16" y="9"/>
                    </a:lnTo>
                    <a:lnTo>
                      <a:pt x="17" y="7"/>
                    </a:lnTo>
                    <a:lnTo>
                      <a:pt x="19" y="7"/>
                    </a:lnTo>
                    <a:lnTo>
                      <a:pt x="21" y="7"/>
                    </a:lnTo>
                    <a:lnTo>
                      <a:pt x="22" y="7"/>
                    </a:lnTo>
                    <a:lnTo>
                      <a:pt x="24" y="7"/>
                    </a:lnTo>
                    <a:lnTo>
                      <a:pt x="26" y="7"/>
                    </a:lnTo>
                    <a:lnTo>
                      <a:pt x="28" y="7"/>
                    </a:lnTo>
                    <a:lnTo>
                      <a:pt x="29" y="7"/>
                    </a:lnTo>
                    <a:lnTo>
                      <a:pt x="31" y="7"/>
                    </a:lnTo>
                    <a:lnTo>
                      <a:pt x="33" y="7"/>
                    </a:lnTo>
                    <a:lnTo>
                      <a:pt x="35" y="7"/>
                    </a:lnTo>
                    <a:lnTo>
                      <a:pt x="36" y="9"/>
                    </a:lnTo>
                    <a:lnTo>
                      <a:pt x="38" y="9"/>
                    </a:lnTo>
                    <a:lnTo>
                      <a:pt x="40" y="9"/>
                    </a:lnTo>
                    <a:lnTo>
                      <a:pt x="42" y="9"/>
                    </a:lnTo>
                    <a:lnTo>
                      <a:pt x="43" y="9"/>
                    </a:lnTo>
                    <a:lnTo>
                      <a:pt x="45" y="11"/>
                    </a:lnTo>
                    <a:lnTo>
                      <a:pt x="47" y="11"/>
                    </a:lnTo>
                    <a:lnTo>
                      <a:pt x="48" y="11"/>
                    </a:lnTo>
                    <a:lnTo>
                      <a:pt x="54" y="9"/>
                    </a:lnTo>
                    <a:lnTo>
                      <a:pt x="48" y="11"/>
                    </a:lnTo>
                    <a:lnTo>
                      <a:pt x="52" y="12"/>
                    </a:lnTo>
                    <a:lnTo>
                      <a:pt x="54" y="9"/>
                    </a:lnTo>
                    <a:lnTo>
                      <a:pt x="47"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61" name="Google Shape;261;p10"/>
              <p:cNvSpPr/>
              <p:nvPr/>
            </p:nvSpPr>
            <p:spPr>
              <a:xfrm>
                <a:off x="4857" y="1274"/>
                <a:ext cx="10" cy="71"/>
              </a:xfrm>
              <a:custGeom>
                <a:rect b="b" l="l" r="r" t="t"/>
                <a:pathLst>
                  <a:path extrusionOk="0" h="71" w="10">
                    <a:moveTo>
                      <a:pt x="5" y="0"/>
                    </a:moveTo>
                    <a:lnTo>
                      <a:pt x="1" y="2"/>
                    </a:lnTo>
                    <a:lnTo>
                      <a:pt x="1" y="5"/>
                    </a:lnTo>
                    <a:lnTo>
                      <a:pt x="0" y="7"/>
                    </a:lnTo>
                    <a:lnTo>
                      <a:pt x="0" y="9"/>
                    </a:lnTo>
                    <a:lnTo>
                      <a:pt x="0" y="12"/>
                    </a:lnTo>
                    <a:lnTo>
                      <a:pt x="0" y="14"/>
                    </a:lnTo>
                    <a:lnTo>
                      <a:pt x="0" y="16"/>
                    </a:lnTo>
                    <a:lnTo>
                      <a:pt x="0" y="17"/>
                    </a:lnTo>
                    <a:lnTo>
                      <a:pt x="0" y="21"/>
                    </a:lnTo>
                    <a:lnTo>
                      <a:pt x="0" y="23"/>
                    </a:lnTo>
                    <a:lnTo>
                      <a:pt x="0" y="24"/>
                    </a:lnTo>
                    <a:lnTo>
                      <a:pt x="0" y="26"/>
                    </a:lnTo>
                    <a:lnTo>
                      <a:pt x="0" y="29"/>
                    </a:lnTo>
                    <a:lnTo>
                      <a:pt x="0" y="31"/>
                    </a:lnTo>
                    <a:lnTo>
                      <a:pt x="1" y="33"/>
                    </a:lnTo>
                    <a:lnTo>
                      <a:pt x="1" y="35"/>
                    </a:lnTo>
                    <a:lnTo>
                      <a:pt x="1" y="38"/>
                    </a:lnTo>
                    <a:lnTo>
                      <a:pt x="1" y="40"/>
                    </a:lnTo>
                    <a:lnTo>
                      <a:pt x="1" y="42"/>
                    </a:lnTo>
                    <a:lnTo>
                      <a:pt x="3" y="43"/>
                    </a:lnTo>
                    <a:lnTo>
                      <a:pt x="3" y="45"/>
                    </a:lnTo>
                    <a:lnTo>
                      <a:pt x="3" y="47"/>
                    </a:lnTo>
                    <a:lnTo>
                      <a:pt x="3" y="50"/>
                    </a:lnTo>
                    <a:lnTo>
                      <a:pt x="3" y="52"/>
                    </a:lnTo>
                    <a:lnTo>
                      <a:pt x="3" y="54"/>
                    </a:lnTo>
                    <a:lnTo>
                      <a:pt x="3" y="55"/>
                    </a:lnTo>
                    <a:lnTo>
                      <a:pt x="3" y="57"/>
                    </a:lnTo>
                    <a:lnTo>
                      <a:pt x="3" y="59"/>
                    </a:lnTo>
                    <a:lnTo>
                      <a:pt x="3" y="61"/>
                    </a:lnTo>
                    <a:lnTo>
                      <a:pt x="1" y="62"/>
                    </a:lnTo>
                    <a:lnTo>
                      <a:pt x="1" y="64"/>
                    </a:lnTo>
                    <a:lnTo>
                      <a:pt x="1" y="66"/>
                    </a:lnTo>
                    <a:lnTo>
                      <a:pt x="0" y="68"/>
                    </a:lnTo>
                    <a:lnTo>
                      <a:pt x="7" y="71"/>
                    </a:lnTo>
                    <a:lnTo>
                      <a:pt x="7" y="69"/>
                    </a:lnTo>
                    <a:lnTo>
                      <a:pt x="8" y="68"/>
                    </a:lnTo>
                    <a:lnTo>
                      <a:pt x="8" y="64"/>
                    </a:lnTo>
                    <a:lnTo>
                      <a:pt x="10" y="62"/>
                    </a:lnTo>
                    <a:lnTo>
                      <a:pt x="10" y="61"/>
                    </a:lnTo>
                    <a:lnTo>
                      <a:pt x="10" y="57"/>
                    </a:lnTo>
                    <a:lnTo>
                      <a:pt x="10" y="55"/>
                    </a:lnTo>
                    <a:lnTo>
                      <a:pt x="10" y="54"/>
                    </a:lnTo>
                    <a:lnTo>
                      <a:pt x="10" y="52"/>
                    </a:lnTo>
                    <a:lnTo>
                      <a:pt x="10" y="48"/>
                    </a:lnTo>
                    <a:lnTo>
                      <a:pt x="10" y="47"/>
                    </a:lnTo>
                    <a:lnTo>
                      <a:pt x="10" y="45"/>
                    </a:lnTo>
                    <a:lnTo>
                      <a:pt x="10" y="42"/>
                    </a:lnTo>
                    <a:lnTo>
                      <a:pt x="10" y="40"/>
                    </a:lnTo>
                    <a:lnTo>
                      <a:pt x="8" y="38"/>
                    </a:lnTo>
                    <a:lnTo>
                      <a:pt x="8" y="36"/>
                    </a:lnTo>
                    <a:lnTo>
                      <a:pt x="8" y="35"/>
                    </a:lnTo>
                    <a:lnTo>
                      <a:pt x="8" y="31"/>
                    </a:lnTo>
                    <a:lnTo>
                      <a:pt x="8" y="29"/>
                    </a:lnTo>
                    <a:lnTo>
                      <a:pt x="7" y="28"/>
                    </a:lnTo>
                    <a:lnTo>
                      <a:pt x="7" y="26"/>
                    </a:lnTo>
                    <a:lnTo>
                      <a:pt x="7" y="24"/>
                    </a:lnTo>
                    <a:lnTo>
                      <a:pt x="7" y="23"/>
                    </a:lnTo>
                    <a:lnTo>
                      <a:pt x="7" y="19"/>
                    </a:lnTo>
                    <a:lnTo>
                      <a:pt x="7" y="17"/>
                    </a:lnTo>
                    <a:lnTo>
                      <a:pt x="7" y="16"/>
                    </a:lnTo>
                    <a:lnTo>
                      <a:pt x="7" y="14"/>
                    </a:lnTo>
                    <a:lnTo>
                      <a:pt x="7" y="12"/>
                    </a:lnTo>
                    <a:lnTo>
                      <a:pt x="7" y="10"/>
                    </a:lnTo>
                    <a:lnTo>
                      <a:pt x="7" y="9"/>
                    </a:lnTo>
                    <a:lnTo>
                      <a:pt x="8" y="7"/>
                    </a:lnTo>
                    <a:lnTo>
                      <a:pt x="8" y="5"/>
                    </a:lnTo>
                    <a:lnTo>
                      <a:pt x="7" y="7"/>
                    </a:lnTo>
                    <a:lnTo>
                      <a:pt x="5" y="0"/>
                    </a:lnTo>
                    <a:lnTo>
                      <a:pt x="3" y="2"/>
                    </a:lnTo>
                    <a:lnTo>
                      <a:pt x="1" y="2"/>
                    </a:lnTo>
                    <a:lnTo>
                      <a:pt x="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62" name="Google Shape;262;p10"/>
              <p:cNvSpPr/>
              <p:nvPr/>
            </p:nvSpPr>
            <p:spPr>
              <a:xfrm>
                <a:off x="4862" y="1265"/>
                <a:ext cx="80" cy="16"/>
              </a:xfrm>
              <a:custGeom>
                <a:rect b="b" l="l" r="r" t="t"/>
                <a:pathLst>
                  <a:path extrusionOk="0" h="16" w="80">
                    <a:moveTo>
                      <a:pt x="78" y="0"/>
                    </a:moveTo>
                    <a:lnTo>
                      <a:pt x="76" y="0"/>
                    </a:lnTo>
                    <a:lnTo>
                      <a:pt x="73" y="2"/>
                    </a:lnTo>
                    <a:lnTo>
                      <a:pt x="71" y="2"/>
                    </a:lnTo>
                    <a:lnTo>
                      <a:pt x="68" y="2"/>
                    </a:lnTo>
                    <a:lnTo>
                      <a:pt x="66" y="2"/>
                    </a:lnTo>
                    <a:lnTo>
                      <a:pt x="64" y="2"/>
                    </a:lnTo>
                    <a:lnTo>
                      <a:pt x="61" y="2"/>
                    </a:lnTo>
                    <a:lnTo>
                      <a:pt x="59" y="2"/>
                    </a:lnTo>
                    <a:lnTo>
                      <a:pt x="55" y="2"/>
                    </a:lnTo>
                    <a:lnTo>
                      <a:pt x="54" y="2"/>
                    </a:lnTo>
                    <a:lnTo>
                      <a:pt x="50" y="2"/>
                    </a:lnTo>
                    <a:lnTo>
                      <a:pt x="49" y="2"/>
                    </a:lnTo>
                    <a:lnTo>
                      <a:pt x="45" y="2"/>
                    </a:lnTo>
                    <a:lnTo>
                      <a:pt x="43" y="4"/>
                    </a:lnTo>
                    <a:lnTo>
                      <a:pt x="42" y="4"/>
                    </a:lnTo>
                    <a:lnTo>
                      <a:pt x="38" y="4"/>
                    </a:lnTo>
                    <a:lnTo>
                      <a:pt x="36" y="4"/>
                    </a:lnTo>
                    <a:lnTo>
                      <a:pt x="33" y="4"/>
                    </a:lnTo>
                    <a:lnTo>
                      <a:pt x="31" y="4"/>
                    </a:lnTo>
                    <a:lnTo>
                      <a:pt x="28" y="4"/>
                    </a:lnTo>
                    <a:lnTo>
                      <a:pt x="26" y="4"/>
                    </a:lnTo>
                    <a:lnTo>
                      <a:pt x="24" y="4"/>
                    </a:lnTo>
                    <a:lnTo>
                      <a:pt x="21" y="6"/>
                    </a:lnTo>
                    <a:lnTo>
                      <a:pt x="19" y="6"/>
                    </a:lnTo>
                    <a:lnTo>
                      <a:pt x="16" y="6"/>
                    </a:lnTo>
                    <a:lnTo>
                      <a:pt x="14" y="6"/>
                    </a:lnTo>
                    <a:lnTo>
                      <a:pt x="10" y="6"/>
                    </a:lnTo>
                    <a:lnTo>
                      <a:pt x="9" y="7"/>
                    </a:lnTo>
                    <a:lnTo>
                      <a:pt x="7" y="7"/>
                    </a:lnTo>
                    <a:lnTo>
                      <a:pt x="3" y="7"/>
                    </a:lnTo>
                    <a:lnTo>
                      <a:pt x="2" y="9"/>
                    </a:lnTo>
                    <a:lnTo>
                      <a:pt x="0" y="9"/>
                    </a:lnTo>
                    <a:lnTo>
                      <a:pt x="2" y="16"/>
                    </a:lnTo>
                    <a:lnTo>
                      <a:pt x="3" y="16"/>
                    </a:lnTo>
                    <a:lnTo>
                      <a:pt x="5" y="14"/>
                    </a:lnTo>
                    <a:lnTo>
                      <a:pt x="9" y="14"/>
                    </a:lnTo>
                    <a:lnTo>
                      <a:pt x="10" y="14"/>
                    </a:lnTo>
                    <a:lnTo>
                      <a:pt x="12" y="14"/>
                    </a:lnTo>
                    <a:lnTo>
                      <a:pt x="16" y="12"/>
                    </a:lnTo>
                    <a:lnTo>
                      <a:pt x="17" y="12"/>
                    </a:lnTo>
                    <a:lnTo>
                      <a:pt x="19" y="12"/>
                    </a:lnTo>
                    <a:lnTo>
                      <a:pt x="23" y="12"/>
                    </a:lnTo>
                    <a:lnTo>
                      <a:pt x="24" y="12"/>
                    </a:lnTo>
                    <a:lnTo>
                      <a:pt x="26" y="11"/>
                    </a:lnTo>
                    <a:lnTo>
                      <a:pt x="29" y="11"/>
                    </a:lnTo>
                    <a:lnTo>
                      <a:pt x="31" y="11"/>
                    </a:lnTo>
                    <a:lnTo>
                      <a:pt x="35" y="11"/>
                    </a:lnTo>
                    <a:lnTo>
                      <a:pt x="36" y="11"/>
                    </a:lnTo>
                    <a:lnTo>
                      <a:pt x="38" y="11"/>
                    </a:lnTo>
                    <a:lnTo>
                      <a:pt x="42" y="11"/>
                    </a:lnTo>
                    <a:lnTo>
                      <a:pt x="43" y="11"/>
                    </a:lnTo>
                    <a:lnTo>
                      <a:pt x="47" y="11"/>
                    </a:lnTo>
                    <a:lnTo>
                      <a:pt x="49" y="11"/>
                    </a:lnTo>
                    <a:lnTo>
                      <a:pt x="52" y="11"/>
                    </a:lnTo>
                    <a:lnTo>
                      <a:pt x="54" y="11"/>
                    </a:lnTo>
                    <a:lnTo>
                      <a:pt x="55" y="9"/>
                    </a:lnTo>
                    <a:lnTo>
                      <a:pt x="59" y="9"/>
                    </a:lnTo>
                    <a:lnTo>
                      <a:pt x="61" y="9"/>
                    </a:lnTo>
                    <a:lnTo>
                      <a:pt x="64" y="9"/>
                    </a:lnTo>
                    <a:lnTo>
                      <a:pt x="66" y="9"/>
                    </a:lnTo>
                    <a:lnTo>
                      <a:pt x="69" y="9"/>
                    </a:lnTo>
                    <a:lnTo>
                      <a:pt x="71" y="9"/>
                    </a:lnTo>
                    <a:lnTo>
                      <a:pt x="75" y="9"/>
                    </a:lnTo>
                    <a:lnTo>
                      <a:pt x="76" y="9"/>
                    </a:lnTo>
                    <a:lnTo>
                      <a:pt x="78" y="7"/>
                    </a:lnTo>
                    <a:lnTo>
                      <a:pt x="80" y="7"/>
                    </a:lnTo>
                    <a:lnTo>
                      <a:pt x="78" y="7"/>
                    </a:lnTo>
                    <a:lnTo>
                      <a:pt x="80" y="7"/>
                    </a:lnTo>
                    <a:lnTo>
                      <a:pt x="7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63" name="Google Shape;263;p10"/>
              <p:cNvSpPr/>
              <p:nvPr/>
            </p:nvSpPr>
            <p:spPr>
              <a:xfrm>
                <a:off x="4940" y="1257"/>
                <a:ext cx="139" cy="15"/>
              </a:xfrm>
              <a:custGeom>
                <a:rect b="b" l="l" r="r" t="t"/>
                <a:pathLst>
                  <a:path extrusionOk="0" h="15" w="139">
                    <a:moveTo>
                      <a:pt x="139" y="10"/>
                    </a:moveTo>
                    <a:lnTo>
                      <a:pt x="137" y="8"/>
                    </a:lnTo>
                    <a:lnTo>
                      <a:pt x="132" y="8"/>
                    </a:lnTo>
                    <a:lnTo>
                      <a:pt x="128" y="7"/>
                    </a:lnTo>
                    <a:lnTo>
                      <a:pt x="123" y="5"/>
                    </a:lnTo>
                    <a:lnTo>
                      <a:pt x="120" y="5"/>
                    </a:lnTo>
                    <a:lnTo>
                      <a:pt x="116" y="3"/>
                    </a:lnTo>
                    <a:lnTo>
                      <a:pt x="111" y="3"/>
                    </a:lnTo>
                    <a:lnTo>
                      <a:pt x="107" y="3"/>
                    </a:lnTo>
                    <a:lnTo>
                      <a:pt x="102" y="1"/>
                    </a:lnTo>
                    <a:lnTo>
                      <a:pt x="99" y="1"/>
                    </a:lnTo>
                    <a:lnTo>
                      <a:pt x="94" y="1"/>
                    </a:lnTo>
                    <a:lnTo>
                      <a:pt x="90" y="0"/>
                    </a:lnTo>
                    <a:lnTo>
                      <a:pt x="85" y="0"/>
                    </a:lnTo>
                    <a:lnTo>
                      <a:pt x="81" y="0"/>
                    </a:lnTo>
                    <a:lnTo>
                      <a:pt x="76" y="0"/>
                    </a:lnTo>
                    <a:lnTo>
                      <a:pt x="73" y="0"/>
                    </a:lnTo>
                    <a:lnTo>
                      <a:pt x="68" y="0"/>
                    </a:lnTo>
                    <a:lnTo>
                      <a:pt x="64" y="0"/>
                    </a:lnTo>
                    <a:lnTo>
                      <a:pt x="59" y="0"/>
                    </a:lnTo>
                    <a:lnTo>
                      <a:pt x="55" y="0"/>
                    </a:lnTo>
                    <a:lnTo>
                      <a:pt x="50" y="0"/>
                    </a:lnTo>
                    <a:lnTo>
                      <a:pt x="47" y="0"/>
                    </a:lnTo>
                    <a:lnTo>
                      <a:pt x="42" y="1"/>
                    </a:lnTo>
                    <a:lnTo>
                      <a:pt x="38" y="1"/>
                    </a:lnTo>
                    <a:lnTo>
                      <a:pt x="33" y="1"/>
                    </a:lnTo>
                    <a:lnTo>
                      <a:pt x="29" y="3"/>
                    </a:lnTo>
                    <a:lnTo>
                      <a:pt x="24" y="3"/>
                    </a:lnTo>
                    <a:lnTo>
                      <a:pt x="21" y="3"/>
                    </a:lnTo>
                    <a:lnTo>
                      <a:pt x="16" y="5"/>
                    </a:lnTo>
                    <a:lnTo>
                      <a:pt x="12" y="7"/>
                    </a:lnTo>
                    <a:lnTo>
                      <a:pt x="9" y="7"/>
                    </a:lnTo>
                    <a:lnTo>
                      <a:pt x="3" y="8"/>
                    </a:lnTo>
                    <a:lnTo>
                      <a:pt x="0" y="8"/>
                    </a:lnTo>
                    <a:lnTo>
                      <a:pt x="2" y="15"/>
                    </a:lnTo>
                    <a:lnTo>
                      <a:pt x="5" y="15"/>
                    </a:lnTo>
                    <a:lnTo>
                      <a:pt x="10" y="14"/>
                    </a:lnTo>
                    <a:lnTo>
                      <a:pt x="14" y="14"/>
                    </a:lnTo>
                    <a:lnTo>
                      <a:pt x="17" y="12"/>
                    </a:lnTo>
                    <a:lnTo>
                      <a:pt x="23" y="12"/>
                    </a:lnTo>
                    <a:lnTo>
                      <a:pt x="26" y="10"/>
                    </a:lnTo>
                    <a:lnTo>
                      <a:pt x="29" y="10"/>
                    </a:lnTo>
                    <a:lnTo>
                      <a:pt x="35" y="8"/>
                    </a:lnTo>
                    <a:lnTo>
                      <a:pt x="38" y="8"/>
                    </a:lnTo>
                    <a:lnTo>
                      <a:pt x="43" y="8"/>
                    </a:lnTo>
                    <a:lnTo>
                      <a:pt x="47" y="8"/>
                    </a:lnTo>
                    <a:lnTo>
                      <a:pt x="52" y="7"/>
                    </a:lnTo>
                    <a:lnTo>
                      <a:pt x="55" y="7"/>
                    </a:lnTo>
                    <a:lnTo>
                      <a:pt x="59" y="7"/>
                    </a:lnTo>
                    <a:lnTo>
                      <a:pt x="64" y="7"/>
                    </a:lnTo>
                    <a:lnTo>
                      <a:pt x="68" y="7"/>
                    </a:lnTo>
                    <a:lnTo>
                      <a:pt x="73" y="7"/>
                    </a:lnTo>
                    <a:lnTo>
                      <a:pt x="76" y="7"/>
                    </a:lnTo>
                    <a:lnTo>
                      <a:pt x="80" y="7"/>
                    </a:lnTo>
                    <a:lnTo>
                      <a:pt x="85" y="7"/>
                    </a:lnTo>
                    <a:lnTo>
                      <a:pt x="88" y="7"/>
                    </a:lnTo>
                    <a:lnTo>
                      <a:pt x="94" y="8"/>
                    </a:lnTo>
                    <a:lnTo>
                      <a:pt x="97" y="8"/>
                    </a:lnTo>
                    <a:lnTo>
                      <a:pt x="102" y="8"/>
                    </a:lnTo>
                    <a:lnTo>
                      <a:pt x="106" y="10"/>
                    </a:lnTo>
                    <a:lnTo>
                      <a:pt x="109" y="10"/>
                    </a:lnTo>
                    <a:lnTo>
                      <a:pt x="114" y="12"/>
                    </a:lnTo>
                    <a:lnTo>
                      <a:pt x="118" y="12"/>
                    </a:lnTo>
                    <a:lnTo>
                      <a:pt x="123" y="14"/>
                    </a:lnTo>
                    <a:lnTo>
                      <a:pt x="127" y="14"/>
                    </a:lnTo>
                    <a:lnTo>
                      <a:pt x="130" y="15"/>
                    </a:lnTo>
                    <a:lnTo>
                      <a:pt x="135" y="15"/>
                    </a:lnTo>
                    <a:lnTo>
                      <a:pt x="133" y="15"/>
                    </a:lnTo>
                    <a:lnTo>
                      <a:pt x="139" y="10"/>
                    </a:lnTo>
                    <a:lnTo>
                      <a:pt x="137" y="10"/>
                    </a:lnTo>
                    <a:lnTo>
                      <a:pt x="137" y="8"/>
                    </a:lnTo>
                    <a:lnTo>
                      <a:pt x="139"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64" name="Google Shape;264;p10"/>
              <p:cNvSpPr/>
              <p:nvPr/>
            </p:nvSpPr>
            <p:spPr>
              <a:xfrm>
                <a:off x="4865" y="1420"/>
                <a:ext cx="304" cy="362"/>
              </a:xfrm>
              <a:custGeom>
                <a:rect b="b" l="l" r="r" t="t"/>
                <a:pathLst>
                  <a:path extrusionOk="0" h="362" w="304">
                    <a:moveTo>
                      <a:pt x="222" y="0"/>
                    </a:moveTo>
                    <a:lnTo>
                      <a:pt x="222" y="5"/>
                    </a:lnTo>
                    <a:lnTo>
                      <a:pt x="222" y="8"/>
                    </a:lnTo>
                    <a:lnTo>
                      <a:pt x="222" y="13"/>
                    </a:lnTo>
                    <a:lnTo>
                      <a:pt x="222" y="17"/>
                    </a:lnTo>
                    <a:lnTo>
                      <a:pt x="221" y="22"/>
                    </a:lnTo>
                    <a:lnTo>
                      <a:pt x="221" y="25"/>
                    </a:lnTo>
                    <a:lnTo>
                      <a:pt x="221" y="31"/>
                    </a:lnTo>
                    <a:lnTo>
                      <a:pt x="221" y="34"/>
                    </a:lnTo>
                    <a:lnTo>
                      <a:pt x="219" y="39"/>
                    </a:lnTo>
                    <a:lnTo>
                      <a:pt x="219" y="45"/>
                    </a:lnTo>
                    <a:lnTo>
                      <a:pt x="219" y="48"/>
                    </a:lnTo>
                    <a:lnTo>
                      <a:pt x="219" y="53"/>
                    </a:lnTo>
                    <a:lnTo>
                      <a:pt x="219" y="57"/>
                    </a:lnTo>
                    <a:lnTo>
                      <a:pt x="217" y="62"/>
                    </a:lnTo>
                    <a:lnTo>
                      <a:pt x="217" y="65"/>
                    </a:lnTo>
                    <a:lnTo>
                      <a:pt x="217" y="71"/>
                    </a:lnTo>
                    <a:lnTo>
                      <a:pt x="217" y="74"/>
                    </a:lnTo>
                    <a:lnTo>
                      <a:pt x="217" y="79"/>
                    </a:lnTo>
                    <a:lnTo>
                      <a:pt x="217" y="83"/>
                    </a:lnTo>
                    <a:lnTo>
                      <a:pt x="219" y="88"/>
                    </a:lnTo>
                    <a:lnTo>
                      <a:pt x="219" y="91"/>
                    </a:lnTo>
                    <a:lnTo>
                      <a:pt x="221" y="97"/>
                    </a:lnTo>
                    <a:lnTo>
                      <a:pt x="221" y="100"/>
                    </a:lnTo>
                    <a:lnTo>
                      <a:pt x="222" y="103"/>
                    </a:lnTo>
                    <a:lnTo>
                      <a:pt x="224" y="107"/>
                    </a:lnTo>
                    <a:lnTo>
                      <a:pt x="224" y="112"/>
                    </a:lnTo>
                    <a:lnTo>
                      <a:pt x="228" y="116"/>
                    </a:lnTo>
                    <a:lnTo>
                      <a:pt x="229" y="119"/>
                    </a:lnTo>
                    <a:lnTo>
                      <a:pt x="231" y="123"/>
                    </a:lnTo>
                    <a:lnTo>
                      <a:pt x="235" y="126"/>
                    </a:lnTo>
                    <a:lnTo>
                      <a:pt x="236" y="129"/>
                    </a:lnTo>
                    <a:lnTo>
                      <a:pt x="240" y="131"/>
                    </a:lnTo>
                    <a:lnTo>
                      <a:pt x="241" y="133"/>
                    </a:lnTo>
                    <a:lnTo>
                      <a:pt x="241" y="135"/>
                    </a:lnTo>
                    <a:lnTo>
                      <a:pt x="241" y="136"/>
                    </a:lnTo>
                    <a:lnTo>
                      <a:pt x="241" y="138"/>
                    </a:lnTo>
                    <a:lnTo>
                      <a:pt x="240" y="138"/>
                    </a:lnTo>
                    <a:lnTo>
                      <a:pt x="240" y="140"/>
                    </a:lnTo>
                    <a:lnTo>
                      <a:pt x="240" y="142"/>
                    </a:lnTo>
                    <a:lnTo>
                      <a:pt x="238" y="143"/>
                    </a:lnTo>
                    <a:lnTo>
                      <a:pt x="238" y="145"/>
                    </a:lnTo>
                    <a:lnTo>
                      <a:pt x="236" y="147"/>
                    </a:lnTo>
                    <a:lnTo>
                      <a:pt x="235" y="148"/>
                    </a:lnTo>
                    <a:lnTo>
                      <a:pt x="235" y="150"/>
                    </a:lnTo>
                    <a:lnTo>
                      <a:pt x="233" y="152"/>
                    </a:lnTo>
                    <a:lnTo>
                      <a:pt x="233" y="154"/>
                    </a:lnTo>
                    <a:lnTo>
                      <a:pt x="233" y="155"/>
                    </a:lnTo>
                    <a:lnTo>
                      <a:pt x="233" y="157"/>
                    </a:lnTo>
                    <a:lnTo>
                      <a:pt x="233" y="159"/>
                    </a:lnTo>
                    <a:lnTo>
                      <a:pt x="235" y="159"/>
                    </a:lnTo>
                    <a:lnTo>
                      <a:pt x="235" y="161"/>
                    </a:lnTo>
                    <a:lnTo>
                      <a:pt x="236" y="161"/>
                    </a:lnTo>
                    <a:lnTo>
                      <a:pt x="238" y="162"/>
                    </a:lnTo>
                    <a:lnTo>
                      <a:pt x="240" y="164"/>
                    </a:lnTo>
                    <a:lnTo>
                      <a:pt x="241" y="162"/>
                    </a:lnTo>
                    <a:lnTo>
                      <a:pt x="241" y="161"/>
                    </a:lnTo>
                    <a:lnTo>
                      <a:pt x="243" y="161"/>
                    </a:lnTo>
                    <a:lnTo>
                      <a:pt x="243" y="159"/>
                    </a:lnTo>
                    <a:lnTo>
                      <a:pt x="243" y="157"/>
                    </a:lnTo>
                    <a:lnTo>
                      <a:pt x="245" y="155"/>
                    </a:lnTo>
                    <a:lnTo>
                      <a:pt x="247" y="154"/>
                    </a:lnTo>
                    <a:lnTo>
                      <a:pt x="247" y="152"/>
                    </a:lnTo>
                    <a:lnTo>
                      <a:pt x="248" y="150"/>
                    </a:lnTo>
                    <a:lnTo>
                      <a:pt x="248" y="148"/>
                    </a:lnTo>
                    <a:lnTo>
                      <a:pt x="250" y="147"/>
                    </a:lnTo>
                    <a:lnTo>
                      <a:pt x="250" y="145"/>
                    </a:lnTo>
                    <a:lnTo>
                      <a:pt x="252" y="145"/>
                    </a:lnTo>
                    <a:lnTo>
                      <a:pt x="252" y="143"/>
                    </a:lnTo>
                    <a:lnTo>
                      <a:pt x="254" y="142"/>
                    </a:lnTo>
                    <a:lnTo>
                      <a:pt x="254" y="140"/>
                    </a:lnTo>
                    <a:lnTo>
                      <a:pt x="255" y="138"/>
                    </a:lnTo>
                    <a:lnTo>
                      <a:pt x="257" y="136"/>
                    </a:lnTo>
                    <a:lnTo>
                      <a:pt x="257" y="135"/>
                    </a:lnTo>
                    <a:lnTo>
                      <a:pt x="259" y="133"/>
                    </a:lnTo>
                    <a:lnTo>
                      <a:pt x="261" y="131"/>
                    </a:lnTo>
                    <a:lnTo>
                      <a:pt x="261" y="129"/>
                    </a:lnTo>
                    <a:lnTo>
                      <a:pt x="262" y="129"/>
                    </a:lnTo>
                    <a:lnTo>
                      <a:pt x="264" y="128"/>
                    </a:lnTo>
                    <a:lnTo>
                      <a:pt x="264" y="126"/>
                    </a:lnTo>
                    <a:lnTo>
                      <a:pt x="266" y="126"/>
                    </a:lnTo>
                    <a:lnTo>
                      <a:pt x="266" y="124"/>
                    </a:lnTo>
                    <a:lnTo>
                      <a:pt x="267" y="123"/>
                    </a:lnTo>
                    <a:lnTo>
                      <a:pt x="269" y="123"/>
                    </a:lnTo>
                    <a:lnTo>
                      <a:pt x="271" y="123"/>
                    </a:lnTo>
                    <a:lnTo>
                      <a:pt x="273" y="123"/>
                    </a:lnTo>
                    <a:lnTo>
                      <a:pt x="274" y="123"/>
                    </a:lnTo>
                    <a:lnTo>
                      <a:pt x="276" y="123"/>
                    </a:lnTo>
                    <a:lnTo>
                      <a:pt x="278" y="124"/>
                    </a:lnTo>
                    <a:lnTo>
                      <a:pt x="280" y="124"/>
                    </a:lnTo>
                    <a:lnTo>
                      <a:pt x="281" y="124"/>
                    </a:lnTo>
                    <a:lnTo>
                      <a:pt x="283" y="126"/>
                    </a:lnTo>
                    <a:lnTo>
                      <a:pt x="285" y="126"/>
                    </a:lnTo>
                    <a:lnTo>
                      <a:pt x="287" y="128"/>
                    </a:lnTo>
                    <a:lnTo>
                      <a:pt x="288" y="129"/>
                    </a:lnTo>
                    <a:lnTo>
                      <a:pt x="290" y="129"/>
                    </a:lnTo>
                    <a:lnTo>
                      <a:pt x="290" y="131"/>
                    </a:lnTo>
                    <a:lnTo>
                      <a:pt x="292" y="131"/>
                    </a:lnTo>
                    <a:lnTo>
                      <a:pt x="292" y="133"/>
                    </a:lnTo>
                    <a:lnTo>
                      <a:pt x="293" y="133"/>
                    </a:lnTo>
                    <a:lnTo>
                      <a:pt x="293" y="135"/>
                    </a:lnTo>
                    <a:lnTo>
                      <a:pt x="295" y="135"/>
                    </a:lnTo>
                    <a:lnTo>
                      <a:pt x="295" y="136"/>
                    </a:lnTo>
                    <a:lnTo>
                      <a:pt x="297" y="138"/>
                    </a:lnTo>
                    <a:lnTo>
                      <a:pt x="299" y="140"/>
                    </a:lnTo>
                    <a:lnTo>
                      <a:pt x="299" y="142"/>
                    </a:lnTo>
                    <a:lnTo>
                      <a:pt x="300" y="143"/>
                    </a:lnTo>
                    <a:lnTo>
                      <a:pt x="300" y="145"/>
                    </a:lnTo>
                    <a:lnTo>
                      <a:pt x="300" y="147"/>
                    </a:lnTo>
                    <a:lnTo>
                      <a:pt x="302" y="148"/>
                    </a:lnTo>
                    <a:lnTo>
                      <a:pt x="302" y="150"/>
                    </a:lnTo>
                    <a:lnTo>
                      <a:pt x="302" y="152"/>
                    </a:lnTo>
                    <a:lnTo>
                      <a:pt x="302" y="154"/>
                    </a:lnTo>
                    <a:lnTo>
                      <a:pt x="304" y="155"/>
                    </a:lnTo>
                    <a:lnTo>
                      <a:pt x="304" y="157"/>
                    </a:lnTo>
                    <a:lnTo>
                      <a:pt x="304" y="159"/>
                    </a:lnTo>
                    <a:lnTo>
                      <a:pt x="304" y="161"/>
                    </a:lnTo>
                    <a:lnTo>
                      <a:pt x="304" y="162"/>
                    </a:lnTo>
                    <a:lnTo>
                      <a:pt x="304" y="164"/>
                    </a:lnTo>
                    <a:lnTo>
                      <a:pt x="304" y="166"/>
                    </a:lnTo>
                    <a:lnTo>
                      <a:pt x="302" y="168"/>
                    </a:lnTo>
                    <a:lnTo>
                      <a:pt x="302" y="169"/>
                    </a:lnTo>
                    <a:lnTo>
                      <a:pt x="302" y="171"/>
                    </a:lnTo>
                    <a:lnTo>
                      <a:pt x="302" y="173"/>
                    </a:lnTo>
                    <a:lnTo>
                      <a:pt x="302" y="174"/>
                    </a:lnTo>
                    <a:lnTo>
                      <a:pt x="300" y="176"/>
                    </a:lnTo>
                    <a:lnTo>
                      <a:pt x="300" y="178"/>
                    </a:lnTo>
                    <a:lnTo>
                      <a:pt x="300" y="180"/>
                    </a:lnTo>
                    <a:lnTo>
                      <a:pt x="300" y="181"/>
                    </a:lnTo>
                    <a:lnTo>
                      <a:pt x="299" y="183"/>
                    </a:lnTo>
                    <a:lnTo>
                      <a:pt x="299" y="185"/>
                    </a:lnTo>
                    <a:lnTo>
                      <a:pt x="297" y="187"/>
                    </a:lnTo>
                    <a:lnTo>
                      <a:pt x="297" y="188"/>
                    </a:lnTo>
                    <a:lnTo>
                      <a:pt x="297" y="190"/>
                    </a:lnTo>
                    <a:lnTo>
                      <a:pt x="295" y="192"/>
                    </a:lnTo>
                    <a:lnTo>
                      <a:pt x="295" y="194"/>
                    </a:lnTo>
                    <a:lnTo>
                      <a:pt x="293" y="197"/>
                    </a:lnTo>
                    <a:lnTo>
                      <a:pt x="292" y="199"/>
                    </a:lnTo>
                    <a:lnTo>
                      <a:pt x="290" y="200"/>
                    </a:lnTo>
                    <a:lnTo>
                      <a:pt x="287" y="204"/>
                    </a:lnTo>
                    <a:lnTo>
                      <a:pt x="285" y="206"/>
                    </a:lnTo>
                    <a:lnTo>
                      <a:pt x="283" y="207"/>
                    </a:lnTo>
                    <a:lnTo>
                      <a:pt x="281" y="209"/>
                    </a:lnTo>
                    <a:lnTo>
                      <a:pt x="278" y="211"/>
                    </a:lnTo>
                    <a:lnTo>
                      <a:pt x="276" y="213"/>
                    </a:lnTo>
                    <a:lnTo>
                      <a:pt x="274" y="214"/>
                    </a:lnTo>
                    <a:lnTo>
                      <a:pt x="271" y="216"/>
                    </a:lnTo>
                    <a:lnTo>
                      <a:pt x="269" y="218"/>
                    </a:lnTo>
                    <a:lnTo>
                      <a:pt x="267" y="218"/>
                    </a:lnTo>
                    <a:lnTo>
                      <a:pt x="264" y="220"/>
                    </a:lnTo>
                    <a:lnTo>
                      <a:pt x="262" y="221"/>
                    </a:lnTo>
                    <a:lnTo>
                      <a:pt x="259" y="221"/>
                    </a:lnTo>
                    <a:lnTo>
                      <a:pt x="257" y="223"/>
                    </a:lnTo>
                    <a:lnTo>
                      <a:pt x="254" y="223"/>
                    </a:lnTo>
                    <a:lnTo>
                      <a:pt x="252" y="225"/>
                    </a:lnTo>
                    <a:lnTo>
                      <a:pt x="248" y="225"/>
                    </a:lnTo>
                    <a:lnTo>
                      <a:pt x="245" y="225"/>
                    </a:lnTo>
                    <a:lnTo>
                      <a:pt x="243" y="226"/>
                    </a:lnTo>
                    <a:lnTo>
                      <a:pt x="240" y="226"/>
                    </a:lnTo>
                    <a:lnTo>
                      <a:pt x="238" y="226"/>
                    </a:lnTo>
                    <a:lnTo>
                      <a:pt x="235" y="226"/>
                    </a:lnTo>
                    <a:lnTo>
                      <a:pt x="231" y="226"/>
                    </a:lnTo>
                    <a:lnTo>
                      <a:pt x="229" y="226"/>
                    </a:lnTo>
                    <a:lnTo>
                      <a:pt x="226" y="226"/>
                    </a:lnTo>
                    <a:lnTo>
                      <a:pt x="222" y="226"/>
                    </a:lnTo>
                    <a:lnTo>
                      <a:pt x="221" y="226"/>
                    </a:lnTo>
                    <a:lnTo>
                      <a:pt x="217" y="226"/>
                    </a:lnTo>
                    <a:lnTo>
                      <a:pt x="214" y="225"/>
                    </a:lnTo>
                    <a:lnTo>
                      <a:pt x="214" y="226"/>
                    </a:lnTo>
                    <a:lnTo>
                      <a:pt x="212" y="226"/>
                    </a:lnTo>
                    <a:lnTo>
                      <a:pt x="210" y="226"/>
                    </a:lnTo>
                    <a:lnTo>
                      <a:pt x="210" y="228"/>
                    </a:lnTo>
                    <a:lnTo>
                      <a:pt x="208" y="230"/>
                    </a:lnTo>
                    <a:lnTo>
                      <a:pt x="208" y="232"/>
                    </a:lnTo>
                    <a:lnTo>
                      <a:pt x="208" y="233"/>
                    </a:lnTo>
                    <a:lnTo>
                      <a:pt x="210" y="235"/>
                    </a:lnTo>
                    <a:lnTo>
                      <a:pt x="210" y="237"/>
                    </a:lnTo>
                    <a:lnTo>
                      <a:pt x="210" y="239"/>
                    </a:lnTo>
                    <a:lnTo>
                      <a:pt x="210" y="240"/>
                    </a:lnTo>
                    <a:lnTo>
                      <a:pt x="208" y="242"/>
                    </a:lnTo>
                    <a:lnTo>
                      <a:pt x="207" y="247"/>
                    </a:lnTo>
                    <a:lnTo>
                      <a:pt x="203" y="252"/>
                    </a:lnTo>
                    <a:lnTo>
                      <a:pt x="202" y="256"/>
                    </a:lnTo>
                    <a:lnTo>
                      <a:pt x="198" y="261"/>
                    </a:lnTo>
                    <a:lnTo>
                      <a:pt x="196" y="266"/>
                    </a:lnTo>
                    <a:lnTo>
                      <a:pt x="193" y="270"/>
                    </a:lnTo>
                    <a:lnTo>
                      <a:pt x="191" y="275"/>
                    </a:lnTo>
                    <a:lnTo>
                      <a:pt x="188" y="278"/>
                    </a:lnTo>
                    <a:lnTo>
                      <a:pt x="184" y="284"/>
                    </a:lnTo>
                    <a:lnTo>
                      <a:pt x="181" y="289"/>
                    </a:lnTo>
                    <a:lnTo>
                      <a:pt x="177" y="292"/>
                    </a:lnTo>
                    <a:lnTo>
                      <a:pt x="174" y="297"/>
                    </a:lnTo>
                    <a:lnTo>
                      <a:pt x="170" y="301"/>
                    </a:lnTo>
                    <a:lnTo>
                      <a:pt x="167" y="304"/>
                    </a:lnTo>
                    <a:lnTo>
                      <a:pt x="163" y="310"/>
                    </a:lnTo>
                    <a:lnTo>
                      <a:pt x="160" y="313"/>
                    </a:lnTo>
                    <a:lnTo>
                      <a:pt x="155" y="317"/>
                    </a:lnTo>
                    <a:lnTo>
                      <a:pt x="151" y="322"/>
                    </a:lnTo>
                    <a:lnTo>
                      <a:pt x="148" y="325"/>
                    </a:lnTo>
                    <a:lnTo>
                      <a:pt x="143" y="329"/>
                    </a:lnTo>
                    <a:lnTo>
                      <a:pt x="139" y="332"/>
                    </a:lnTo>
                    <a:lnTo>
                      <a:pt x="134" y="336"/>
                    </a:lnTo>
                    <a:lnTo>
                      <a:pt x="130" y="339"/>
                    </a:lnTo>
                    <a:lnTo>
                      <a:pt x="125" y="341"/>
                    </a:lnTo>
                    <a:lnTo>
                      <a:pt x="122" y="344"/>
                    </a:lnTo>
                    <a:lnTo>
                      <a:pt x="117" y="348"/>
                    </a:lnTo>
                    <a:lnTo>
                      <a:pt x="111" y="349"/>
                    </a:lnTo>
                    <a:lnTo>
                      <a:pt x="108" y="353"/>
                    </a:lnTo>
                    <a:lnTo>
                      <a:pt x="103" y="355"/>
                    </a:lnTo>
                    <a:lnTo>
                      <a:pt x="98" y="356"/>
                    </a:lnTo>
                    <a:lnTo>
                      <a:pt x="94" y="358"/>
                    </a:lnTo>
                    <a:lnTo>
                      <a:pt x="89" y="362"/>
                    </a:lnTo>
                    <a:lnTo>
                      <a:pt x="87" y="360"/>
                    </a:lnTo>
                    <a:lnTo>
                      <a:pt x="85" y="360"/>
                    </a:lnTo>
                    <a:lnTo>
                      <a:pt x="82" y="360"/>
                    </a:lnTo>
                    <a:lnTo>
                      <a:pt x="80" y="360"/>
                    </a:lnTo>
                    <a:lnTo>
                      <a:pt x="78" y="360"/>
                    </a:lnTo>
                    <a:lnTo>
                      <a:pt x="75" y="360"/>
                    </a:lnTo>
                    <a:lnTo>
                      <a:pt x="73" y="362"/>
                    </a:lnTo>
                    <a:lnTo>
                      <a:pt x="72" y="362"/>
                    </a:lnTo>
                    <a:lnTo>
                      <a:pt x="70" y="362"/>
                    </a:lnTo>
                    <a:lnTo>
                      <a:pt x="66" y="362"/>
                    </a:lnTo>
                    <a:lnTo>
                      <a:pt x="65" y="362"/>
                    </a:lnTo>
                    <a:lnTo>
                      <a:pt x="63" y="362"/>
                    </a:lnTo>
                    <a:lnTo>
                      <a:pt x="59" y="362"/>
                    </a:lnTo>
                    <a:lnTo>
                      <a:pt x="58" y="362"/>
                    </a:lnTo>
                    <a:lnTo>
                      <a:pt x="56" y="362"/>
                    </a:lnTo>
                    <a:lnTo>
                      <a:pt x="54" y="362"/>
                    </a:lnTo>
                    <a:lnTo>
                      <a:pt x="51" y="360"/>
                    </a:lnTo>
                    <a:lnTo>
                      <a:pt x="49" y="360"/>
                    </a:lnTo>
                    <a:lnTo>
                      <a:pt x="47" y="360"/>
                    </a:lnTo>
                    <a:lnTo>
                      <a:pt x="46" y="360"/>
                    </a:lnTo>
                    <a:lnTo>
                      <a:pt x="42" y="360"/>
                    </a:lnTo>
                    <a:lnTo>
                      <a:pt x="40" y="358"/>
                    </a:lnTo>
                    <a:lnTo>
                      <a:pt x="39" y="358"/>
                    </a:lnTo>
                    <a:lnTo>
                      <a:pt x="37" y="358"/>
                    </a:lnTo>
                    <a:lnTo>
                      <a:pt x="35" y="356"/>
                    </a:lnTo>
                    <a:lnTo>
                      <a:pt x="33" y="356"/>
                    </a:lnTo>
                    <a:lnTo>
                      <a:pt x="32" y="355"/>
                    </a:lnTo>
                    <a:lnTo>
                      <a:pt x="30" y="355"/>
                    </a:lnTo>
                    <a:lnTo>
                      <a:pt x="28" y="353"/>
                    </a:lnTo>
                    <a:lnTo>
                      <a:pt x="26" y="351"/>
                    </a:lnTo>
                    <a:lnTo>
                      <a:pt x="25" y="349"/>
                    </a:lnTo>
                    <a:lnTo>
                      <a:pt x="23" y="348"/>
                    </a:lnTo>
                    <a:lnTo>
                      <a:pt x="21" y="344"/>
                    </a:lnTo>
                    <a:lnTo>
                      <a:pt x="18" y="339"/>
                    </a:lnTo>
                    <a:lnTo>
                      <a:pt x="16" y="334"/>
                    </a:lnTo>
                    <a:lnTo>
                      <a:pt x="14" y="330"/>
                    </a:lnTo>
                    <a:lnTo>
                      <a:pt x="11" y="325"/>
                    </a:lnTo>
                    <a:lnTo>
                      <a:pt x="9" y="320"/>
                    </a:lnTo>
                    <a:lnTo>
                      <a:pt x="9" y="315"/>
                    </a:lnTo>
                    <a:lnTo>
                      <a:pt x="7" y="310"/>
                    </a:lnTo>
                    <a:lnTo>
                      <a:pt x="6" y="304"/>
                    </a:lnTo>
                    <a:lnTo>
                      <a:pt x="4" y="299"/>
                    </a:lnTo>
                    <a:lnTo>
                      <a:pt x="4" y="294"/>
                    </a:lnTo>
                    <a:lnTo>
                      <a:pt x="2" y="289"/>
                    </a:lnTo>
                    <a:lnTo>
                      <a:pt x="2" y="282"/>
                    </a:lnTo>
                    <a:lnTo>
                      <a:pt x="2" y="277"/>
                    </a:lnTo>
                    <a:lnTo>
                      <a:pt x="0" y="271"/>
                    </a:lnTo>
                    <a:lnTo>
                      <a:pt x="0" y="266"/>
                    </a:lnTo>
                    <a:lnTo>
                      <a:pt x="0" y="259"/>
                    </a:lnTo>
                    <a:lnTo>
                      <a:pt x="0" y="254"/>
                    </a:lnTo>
                    <a:lnTo>
                      <a:pt x="0" y="249"/>
                    </a:lnTo>
                    <a:lnTo>
                      <a:pt x="0" y="244"/>
                    </a:lnTo>
                    <a:lnTo>
                      <a:pt x="0" y="237"/>
                    </a:lnTo>
                    <a:lnTo>
                      <a:pt x="0" y="232"/>
                    </a:lnTo>
                    <a:lnTo>
                      <a:pt x="0" y="226"/>
                    </a:lnTo>
                    <a:lnTo>
                      <a:pt x="0" y="221"/>
                    </a:lnTo>
                    <a:lnTo>
                      <a:pt x="0" y="214"/>
                    </a:lnTo>
                    <a:lnTo>
                      <a:pt x="0" y="209"/>
                    </a:lnTo>
                    <a:lnTo>
                      <a:pt x="0" y="204"/>
                    </a:lnTo>
                    <a:lnTo>
                      <a:pt x="0" y="199"/>
                    </a:lnTo>
                    <a:lnTo>
                      <a:pt x="0" y="194"/>
                    </a:lnTo>
                    <a:lnTo>
                      <a:pt x="0" y="188"/>
                    </a:lnTo>
                    <a:lnTo>
                      <a:pt x="0" y="183"/>
                    </a:lnTo>
                    <a:lnTo>
                      <a:pt x="0" y="178"/>
                    </a:lnTo>
                    <a:lnTo>
                      <a:pt x="4" y="176"/>
                    </a:lnTo>
                    <a:lnTo>
                      <a:pt x="6" y="176"/>
                    </a:lnTo>
                    <a:lnTo>
                      <a:pt x="9" y="176"/>
                    </a:lnTo>
                    <a:lnTo>
                      <a:pt x="13" y="176"/>
                    </a:lnTo>
                    <a:lnTo>
                      <a:pt x="14" y="176"/>
                    </a:lnTo>
                    <a:lnTo>
                      <a:pt x="16" y="178"/>
                    </a:lnTo>
                    <a:lnTo>
                      <a:pt x="20" y="178"/>
                    </a:lnTo>
                    <a:lnTo>
                      <a:pt x="21" y="180"/>
                    </a:lnTo>
                    <a:lnTo>
                      <a:pt x="23" y="181"/>
                    </a:lnTo>
                    <a:lnTo>
                      <a:pt x="25" y="181"/>
                    </a:lnTo>
                    <a:lnTo>
                      <a:pt x="26" y="183"/>
                    </a:lnTo>
                    <a:lnTo>
                      <a:pt x="28" y="185"/>
                    </a:lnTo>
                    <a:lnTo>
                      <a:pt x="30" y="187"/>
                    </a:lnTo>
                    <a:lnTo>
                      <a:pt x="30" y="190"/>
                    </a:lnTo>
                    <a:lnTo>
                      <a:pt x="32" y="192"/>
                    </a:lnTo>
                    <a:lnTo>
                      <a:pt x="33" y="194"/>
                    </a:lnTo>
                    <a:lnTo>
                      <a:pt x="35" y="195"/>
                    </a:lnTo>
                    <a:lnTo>
                      <a:pt x="37" y="197"/>
                    </a:lnTo>
                    <a:lnTo>
                      <a:pt x="37" y="200"/>
                    </a:lnTo>
                    <a:lnTo>
                      <a:pt x="39" y="202"/>
                    </a:lnTo>
                    <a:lnTo>
                      <a:pt x="40" y="204"/>
                    </a:lnTo>
                    <a:lnTo>
                      <a:pt x="42" y="206"/>
                    </a:lnTo>
                    <a:lnTo>
                      <a:pt x="44" y="207"/>
                    </a:lnTo>
                    <a:lnTo>
                      <a:pt x="46" y="209"/>
                    </a:lnTo>
                    <a:lnTo>
                      <a:pt x="47" y="211"/>
                    </a:lnTo>
                    <a:lnTo>
                      <a:pt x="49" y="213"/>
                    </a:lnTo>
                    <a:lnTo>
                      <a:pt x="51" y="214"/>
                    </a:lnTo>
                    <a:lnTo>
                      <a:pt x="52" y="216"/>
                    </a:lnTo>
                    <a:lnTo>
                      <a:pt x="54" y="216"/>
                    </a:lnTo>
                    <a:lnTo>
                      <a:pt x="58" y="218"/>
                    </a:lnTo>
                    <a:lnTo>
                      <a:pt x="59" y="218"/>
                    </a:lnTo>
                    <a:lnTo>
                      <a:pt x="63" y="218"/>
                    </a:lnTo>
                    <a:lnTo>
                      <a:pt x="65" y="216"/>
                    </a:lnTo>
                    <a:lnTo>
                      <a:pt x="65" y="214"/>
                    </a:lnTo>
                    <a:lnTo>
                      <a:pt x="66" y="214"/>
                    </a:lnTo>
                    <a:lnTo>
                      <a:pt x="66" y="213"/>
                    </a:lnTo>
                    <a:lnTo>
                      <a:pt x="66" y="211"/>
                    </a:lnTo>
                    <a:lnTo>
                      <a:pt x="68" y="211"/>
                    </a:lnTo>
                    <a:lnTo>
                      <a:pt x="68" y="209"/>
                    </a:lnTo>
                    <a:lnTo>
                      <a:pt x="68" y="207"/>
                    </a:lnTo>
                    <a:lnTo>
                      <a:pt x="68" y="206"/>
                    </a:lnTo>
                    <a:lnTo>
                      <a:pt x="66" y="206"/>
                    </a:lnTo>
                    <a:lnTo>
                      <a:pt x="66" y="204"/>
                    </a:lnTo>
                    <a:lnTo>
                      <a:pt x="65" y="204"/>
                    </a:lnTo>
                    <a:lnTo>
                      <a:pt x="63" y="202"/>
                    </a:lnTo>
                    <a:lnTo>
                      <a:pt x="61" y="200"/>
                    </a:lnTo>
                    <a:lnTo>
                      <a:pt x="59" y="200"/>
                    </a:lnTo>
                    <a:lnTo>
                      <a:pt x="59" y="199"/>
                    </a:lnTo>
                    <a:lnTo>
                      <a:pt x="58" y="199"/>
                    </a:lnTo>
                    <a:lnTo>
                      <a:pt x="58" y="197"/>
                    </a:lnTo>
                    <a:lnTo>
                      <a:pt x="56" y="197"/>
                    </a:lnTo>
                    <a:lnTo>
                      <a:pt x="56" y="195"/>
                    </a:lnTo>
                    <a:lnTo>
                      <a:pt x="54" y="195"/>
                    </a:lnTo>
                    <a:lnTo>
                      <a:pt x="52" y="194"/>
                    </a:lnTo>
                    <a:lnTo>
                      <a:pt x="52" y="192"/>
                    </a:lnTo>
                    <a:lnTo>
                      <a:pt x="51" y="192"/>
                    </a:lnTo>
                    <a:lnTo>
                      <a:pt x="51" y="190"/>
                    </a:lnTo>
                    <a:lnTo>
                      <a:pt x="49" y="190"/>
                    </a:lnTo>
                    <a:lnTo>
                      <a:pt x="49" y="188"/>
                    </a:lnTo>
                    <a:lnTo>
                      <a:pt x="49" y="187"/>
                    </a:lnTo>
                    <a:lnTo>
                      <a:pt x="47" y="187"/>
                    </a:lnTo>
                    <a:lnTo>
                      <a:pt x="51" y="183"/>
                    </a:lnTo>
                    <a:lnTo>
                      <a:pt x="54" y="181"/>
                    </a:lnTo>
                    <a:lnTo>
                      <a:pt x="58" y="180"/>
                    </a:lnTo>
                    <a:lnTo>
                      <a:pt x="61" y="176"/>
                    </a:lnTo>
                    <a:lnTo>
                      <a:pt x="63" y="174"/>
                    </a:lnTo>
                    <a:lnTo>
                      <a:pt x="66" y="171"/>
                    </a:lnTo>
                    <a:lnTo>
                      <a:pt x="68" y="168"/>
                    </a:lnTo>
                    <a:lnTo>
                      <a:pt x="72" y="164"/>
                    </a:lnTo>
                    <a:lnTo>
                      <a:pt x="73" y="161"/>
                    </a:lnTo>
                    <a:lnTo>
                      <a:pt x="75" y="157"/>
                    </a:lnTo>
                    <a:lnTo>
                      <a:pt x="77" y="154"/>
                    </a:lnTo>
                    <a:lnTo>
                      <a:pt x="77" y="150"/>
                    </a:lnTo>
                    <a:lnTo>
                      <a:pt x="78" y="147"/>
                    </a:lnTo>
                    <a:lnTo>
                      <a:pt x="80" y="143"/>
                    </a:lnTo>
                    <a:lnTo>
                      <a:pt x="80" y="140"/>
                    </a:lnTo>
                    <a:lnTo>
                      <a:pt x="82" y="135"/>
                    </a:lnTo>
                    <a:lnTo>
                      <a:pt x="82" y="131"/>
                    </a:lnTo>
                    <a:lnTo>
                      <a:pt x="84" y="128"/>
                    </a:lnTo>
                    <a:lnTo>
                      <a:pt x="84" y="123"/>
                    </a:lnTo>
                    <a:lnTo>
                      <a:pt x="84" y="119"/>
                    </a:lnTo>
                    <a:lnTo>
                      <a:pt x="85" y="114"/>
                    </a:lnTo>
                    <a:lnTo>
                      <a:pt x="85" y="110"/>
                    </a:lnTo>
                    <a:lnTo>
                      <a:pt x="85" y="107"/>
                    </a:lnTo>
                    <a:lnTo>
                      <a:pt x="85" y="102"/>
                    </a:lnTo>
                    <a:lnTo>
                      <a:pt x="85" y="98"/>
                    </a:lnTo>
                    <a:lnTo>
                      <a:pt x="85" y="93"/>
                    </a:lnTo>
                    <a:lnTo>
                      <a:pt x="85" y="90"/>
                    </a:lnTo>
                    <a:lnTo>
                      <a:pt x="85" y="86"/>
                    </a:lnTo>
                    <a:lnTo>
                      <a:pt x="87" y="81"/>
                    </a:lnTo>
                    <a:lnTo>
                      <a:pt x="87" y="77"/>
                    </a:lnTo>
                    <a:lnTo>
                      <a:pt x="87" y="74"/>
                    </a:lnTo>
                    <a:lnTo>
                      <a:pt x="87" y="69"/>
                    </a:lnTo>
                    <a:lnTo>
                      <a:pt x="85" y="67"/>
                    </a:lnTo>
                    <a:lnTo>
                      <a:pt x="84" y="65"/>
                    </a:lnTo>
                    <a:lnTo>
                      <a:pt x="82" y="64"/>
                    </a:lnTo>
                    <a:lnTo>
                      <a:pt x="80" y="62"/>
                    </a:lnTo>
                    <a:lnTo>
                      <a:pt x="78" y="60"/>
                    </a:lnTo>
                    <a:lnTo>
                      <a:pt x="77" y="58"/>
                    </a:lnTo>
                    <a:lnTo>
                      <a:pt x="75" y="58"/>
                    </a:lnTo>
                    <a:lnTo>
                      <a:pt x="73" y="57"/>
                    </a:lnTo>
                    <a:lnTo>
                      <a:pt x="70" y="55"/>
                    </a:lnTo>
                    <a:lnTo>
                      <a:pt x="68" y="55"/>
                    </a:lnTo>
                    <a:lnTo>
                      <a:pt x="66" y="53"/>
                    </a:lnTo>
                    <a:lnTo>
                      <a:pt x="65" y="53"/>
                    </a:lnTo>
                    <a:lnTo>
                      <a:pt x="61" y="53"/>
                    </a:lnTo>
                    <a:lnTo>
                      <a:pt x="59" y="51"/>
                    </a:lnTo>
                    <a:lnTo>
                      <a:pt x="56" y="51"/>
                    </a:lnTo>
                    <a:lnTo>
                      <a:pt x="54" y="51"/>
                    </a:lnTo>
                    <a:lnTo>
                      <a:pt x="52" y="50"/>
                    </a:lnTo>
                    <a:lnTo>
                      <a:pt x="49" y="50"/>
                    </a:lnTo>
                    <a:lnTo>
                      <a:pt x="47" y="50"/>
                    </a:lnTo>
                    <a:lnTo>
                      <a:pt x="44" y="50"/>
                    </a:lnTo>
                    <a:lnTo>
                      <a:pt x="42" y="50"/>
                    </a:lnTo>
                    <a:lnTo>
                      <a:pt x="39" y="48"/>
                    </a:lnTo>
                    <a:lnTo>
                      <a:pt x="37" y="48"/>
                    </a:lnTo>
                    <a:lnTo>
                      <a:pt x="35" y="48"/>
                    </a:lnTo>
                    <a:lnTo>
                      <a:pt x="32" y="48"/>
                    </a:lnTo>
                    <a:lnTo>
                      <a:pt x="30" y="48"/>
                    </a:lnTo>
                    <a:lnTo>
                      <a:pt x="26" y="46"/>
                    </a:lnTo>
                    <a:lnTo>
                      <a:pt x="25" y="46"/>
                    </a:lnTo>
                    <a:lnTo>
                      <a:pt x="21" y="46"/>
                    </a:lnTo>
                    <a:lnTo>
                      <a:pt x="20" y="46"/>
                    </a:lnTo>
                    <a:lnTo>
                      <a:pt x="16" y="46"/>
                    </a:lnTo>
                    <a:lnTo>
                      <a:pt x="14" y="45"/>
                    </a:lnTo>
                    <a:lnTo>
                      <a:pt x="23" y="10"/>
                    </a:lnTo>
                    <a:lnTo>
                      <a:pt x="32" y="12"/>
                    </a:lnTo>
                    <a:lnTo>
                      <a:pt x="32" y="13"/>
                    </a:lnTo>
                    <a:lnTo>
                      <a:pt x="32" y="15"/>
                    </a:lnTo>
                    <a:lnTo>
                      <a:pt x="32" y="17"/>
                    </a:lnTo>
                    <a:lnTo>
                      <a:pt x="32" y="19"/>
                    </a:lnTo>
                    <a:lnTo>
                      <a:pt x="30" y="19"/>
                    </a:lnTo>
                    <a:lnTo>
                      <a:pt x="30" y="20"/>
                    </a:lnTo>
                    <a:lnTo>
                      <a:pt x="30" y="22"/>
                    </a:lnTo>
                    <a:lnTo>
                      <a:pt x="28" y="24"/>
                    </a:lnTo>
                    <a:lnTo>
                      <a:pt x="28" y="25"/>
                    </a:lnTo>
                    <a:lnTo>
                      <a:pt x="28" y="27"/>
                    </a:lnTo>
                    <a:lnTo>
                      <a:pt x="28" y="29"/>
                    </a:lnTo>
                    <a:lnTo>
                      <a:pt x="28" y="31"/>
                    </a:lnTo>
                    <a:lnTo>
                      <a:pt x="30" y="31"/>
                    </a:lnTo>
                    <a:lnTo>
                      <a:pt x="30" y="32"/>
                    </a:lnTo>
                    <a:lnTo>
                      <a:pt x="32" y="32"/>
                    </a:lnTo>
                    <a:lnTo>
                      <a:pt x="33" y="32"/>
                    </a:lnTo>
                    <a:lnTo>
                      <a:pt x="33" y="34"/>
                    </a:lnTo>
                    <a:lnTo>
                      <a:pt x="35" y="34"/>
                    </a:lnTo>
                    <a:lnTo>
                      <a:pt x="37" y="34"/>
                    </a:lnTo>
                    <a:lnTo>
                      <a:pt x="39" y="34"/>
                    </a:lnTo>
                    <a:lnTo>
                      <a:pt x="39" y="36"/>
                    </a:lnTo>
                    <a:lnTo>
                      <a:pt x="40" y="36"/>
                    </a:lnTo>
                    <a:lnTo>
                      <a:pt x="40" y="34"/>
                    </a:lnTo>
                    <a:lnTo>
                      <a:pt x="42" y="34"/>
                    </a:lnTo>
                    <a:lnTo>
                      <a:pt x="44" y="34"/>
                    </a:lnTo>
                    <a:lnTo>
                      <a:pt x="46" y="34"/>
                    </a:lnTo>
                    <a:lnTo>
                      <a:pt x="46" y="32"/>
                    </a:lnTo>
                    <a:lnTo>
                      <a:pt x="47" y="31"/>
                    </a:lnTo>
                    <a:lnTo>
                      <a:pt x="47" y="29"/>
                    </a:lnTo>
                    <a:lnTo>
                      <a:pt x="49" y="29"/>
                    </a:lnTo>
                    <a:lnTo>
                      <a:pt x="49" y="27"/>
                    </a:lnTo>
                    <a:lnTo>
                      <a:pt x="49" y="25"/>
                    </a:lnTo>
                    <a:lnTo>
                      <a:pt x="51" y="25"/>
                    </a:lnTo>
                    <a:lnTo>
                      <a:pt x="51" y="24"/>
                    </a:lnTo>
                    <a:lnTo>
                      <a:pt x="52" y="24"/>
                    </a:lnTo>
                    <a:lnTo>
                      <a:pt x="52" y="22"/>
                    </a:lnTo>
                    <a:lnTo>
                      <a:pt x="54" y="22"/>
                    </a:lnTo>
                    <a:lnTo>
                      <a:pt x="54" y="20"/>
                    </a:lnTo>
                    <a:lnTo>
                      <a:pt x="56" y="22"/>
                    </a:lnTo>
                    <a:lnTo>
                      <a:pt x="58" y="24"/>
                    </a:lnTo>
                    <a:lnTo>
                      <a:pt x="58" y="25"/>
                    </a:lnTo>
                    <a:lnTo>
                      <a:pt x="59" y="25"/>
                    </a:lnTo>
                    <a:lnTo>
                      <a:pt x="59" y="27"/>
                    </a:lnTo>
                    <a:lnTo>
                      <a:pt x="59" y="29"/>
                    </a:lnTo>
                    <a:lnTo>
                      <a:pt x="59" y="31"/>
                    </a:lnTo>
                    <a:lnTo>
                      <a:pt x="59" y="32"/>
                    </a:lnTo>
                    <a:lnTo>
                      <a:pt x="61" y="32"/>
                    </a:lnTo>
                    <a:lnTo>
                      <a:pt x="61" y="34"/>
                    </a:lnTo>
                    <a:lnTo>
                      <a:pt x="61" y="36"/>
                    </a:lnTo>
                    <a:lnTo>
                      <a:pt x="61" y="38"/>
                    </a:lnTo>
                    <a:lnTo>
                      <a:pt x="61" y="39"/>
                    </a:lnTo>
                    <a:lnTo>
                      <a:pt x="63" y="39"/>
                    </a:lnTo>
                    <a:lnTo>
                      <a:pt x="63" y="41"/>
                    </a:lnTo>
                    <a:lnTo>
                      <a:pt x="65" y="41"/>
                    </a:lnTo>
                    <a:lnTo>
                      <a:pt x="66" y="43"/>
                    </a:lnTo>
                    <a:lnTo>
                      <a:pt x="68" y="43"/>
                    </a:lnTo>
                    <a:lnTo>
                      <a:pt x="70" y="43"/>
                    </a:lnTo>
                    <a:lnTo>
                      <a:pt x="72" y="41"/>
                    </a:lnTo>
                    <a:lnTo>
                      <a:pt x="73" y="41"/>
                    </a:lnTo>
                    <a:lnTo>
                      <a:pt x="75" y="39"/>
                    </a:lnTo>
                    <a:lnTo>
                      <a:pt x="75" y="38"/>
                    </a:lnTo>
                    <a:lnTo>
                      <a:pt x="77" y="38"/>
                    </a:lnTo>
                    <a:lnTo>
                      <a:pt x="77" y="36"/>
                    </a:lnTo>
                    <a:lnTo>
                      <a:pt x="77" y="34"/>
                    </a:lnTo>
                    <a:lnTo>
                      <a:pt x="78" y="34"/>
                    </a:lnTo>
                    <a:lnTo>
                      <a:pt x="78" y="32"/>
                    </a:lnTo>
                    <a:lnTo>
                      <a:pt x="78" y="31"/>
                    </a:lnTo>
                    <a:lnTo>
                      <a:pt x="78" y="29"/>
                    </a:lnTo>
                    <a:lnTo>
                      <a:pt x="78" y="27"/>
                    </a:lnTo>
                    <a:lnTo>
                      <a:pt x="78" y="25"/>
                    </a:lnTo>
                    <a:lnTo>
                      <a:pt x="148" y="19"/>
                    </a:lnTo>
                    <a:lnTo>
                      <a:pt x="148" y="20"/>
                    </a:lnTo>
                    <a:lnTo>
                      <a:pt x="146" y="20"/>
                    </a:lnTo>
                    <a:lnTo>
                      <a:pt x="146" y="22"/>
                    </a:lnTo>
                    <a:lnTo>
                      <a:pt x="144" y="24"/>
                    </a:lnTo>
                    <a:lnTo>
                      <a:pt x="144" y="25"/>
                    </a:lnTo>
                    <a:lnTo>
                      <a:pt x="144" y="27"/>
                    </a:lnTo>
                    <a:lnTo>
                      <a:pt x="143" y="27"/>
                    </a:lnTo>
                    <a:lnTo>
                      <a:pt x="143" y="29"/>
                    </a:lnTo>
                    <a:lnTo>
                      <a:pt x="143" y="31"/>
                    </a:lnTo>
                    <a:lnTo>
                      <a:pt x="143" y="32"/>
                    </a:lnTo>
                    <a:lnTo>
                      <a:pt x="143" y="34"/>
                    </a:lnTo>
                    <a:lnTo>
                      <a:pt x="143" y="36"/>
                    </a:lnTo>
                    <a:lnTo>
                      <a:pt x="143" y="38"/>
                    </a:lnTo>
                    <a:lnTo>
                      <a:pt x="144" y="39"/>
                    </a:lnTo>
                    <a:lnTo>
                      <a:pt x="146" y="41"/>
                    </a:lnTo>
                    <a:lnTo>
                      <a:pt x="148" y="41"/>
                    </a:lnTo>
                    <a:lnTo>
                      <a:pt x="150" y="41"/>
                    </a:lnTo>
                    <a:lnTo>
                      <a:pt x="151" y="41"/>
                    </a:lnTo>
                    <a:lnTo>
                      <a:pt x="153" y="41"/>
                    </a:lnTo>
                    <a:lnTo>
                      <a:pt x="153" y="39"/>
                    </a:lnTo>
                    <a:lnTo>
                      <a:pt x="155" y="39"/>
                    </a:lnTo>
                    <a:lnTo>
                      <a:pt x="155" y="38"/>
                    </a:lnTo>
                    <a:lnTo>
                      <a:pt x="156" y="38"/>
                    </a:lnTo>
                    <a:lnTo>
                      <a:pt x="156" y="36"/>
                    </a:lnTo>
                    <a:lnTo>
                      <a:pt x="158" y="36"/>
                    </a:lnTo>
                    <a:lnTo>
                      <a:pt x="158" y="34"/>
                    </a:lnTo>
                    <a:lnTo>
                      <a:pt x="160" y="34"/>
                    </a:lnTo>
                    <a:lnTo>
                      <a:pt x="160" y="32"/>
                    </a:lnTo>
                    <a:lnTo>
                      <a:pt x="162" y="32"/>
                    </a:lnTo>
                    <a:lnTo>
                      <a:pt x="162" y="31"/>
                    </a:lnTo>
                    <a:lnTo>
                      <a:pt x="163" y="31"/>
                    </a:lnTo>
                    <a:lnTo>
                      <a:pt x="165" y="29"/>
                    </a:lnTo>
                    <a:lnTo>
                      <a:pt x="167" y="29"/>
                    </a:lnTo>
                    <a:lnTo>
                      <a:pt x="169" y="29"/>
                    </a:lnTo>
                    <a:lnTo>
                      <a:pt x="170" y="29"/>
                    </a:lnTo>
                    <a:lnTo>
                      <a:pt x="172" y="31"/>
                    </a:lnTo>
                    <a:lnTo>
                      <a:pt x="172" y="32"/>
                    </a:lnTo>
                    <a:lnTo>
                      <a:pt x="174" y="32"/>
                    </a:lnTo>
                    <a:lnTo>
                      <a:pt x="174" y="34"/>
                    </a:lnTo>
                    <a:lnTo>
                      <a:pt x="174" y="36"/>
                    </a:lnTo>
                    <a:lnTo>
                      <a:pt x="174" y="38"/>
                    </a:lnTo>
                    <a:lnTo>
                      <a:pt x="174" y="39"/>
                    </a:lnTo>
                    <a:lnTo>
                      <a:pt x="174" y="41"/>
                    </a:lnTo>
                    <a:lnTo>
                      <a:pt x="176" y="43"/>
                    </a:lnTo>
                    <a:lnTo>
                      <a:pt x="176" y="45"/>
                    </a:lnTo>
                    <a:lnTo>
                      <a:pt x="176" y="46"/>
                    </a:lnTo>
                    <a:lnTo>
                      <a:pt x="177" y="46"/>
                    </a:lnTo>
                    <a:lnTo>
                      <a:pt x="177" y="48"/>
                    </a:lnTo>
                    <a:lnTo>
                      <a:pt x="179" y="48"/>
                    </a:lnTo>
                    <a:lnTo>
                      <a:pt x="179" y="50"/>
                    </a:lnTo>
                    <a:lnTo>
                      <a:pt x="181" y="50"/>
                    </a:lnTo>
                    <a:lnTo>
                      <a:pt x="182" y="50"/>
                    </a:lnTo>
                    <a:lnTo>
                      <a:pt x="184" y="51"/>
                    </a:lnTo>
                    <a:lnTo>
                      <a:pt x="186" y="50"/>
                    </a:lnTo>
                    <a:lnTo>
                      <a:pt x="188" y="50"/>
                    </a:lnTo>
                    <a:lnTo>
                      <a:pt x="189" y="48"/>
                    </a:lnTo>
                    <a:lnTo>
                      <a:pt x="191" y="46"/>
                    </a:lnTo>
                    <a:lnTo>
                      <a:pt x="193" y="46"/>
                    </a:lnTo>
                    <a:lnTo>
                      <a:pt x="193" y="45"/>
                    </a:lnTo>
                    <a:lnTo>
                      <a:pt x="195" y="43"/>
                    </a:lnTo>
                    <a:lnTo>
                      <a:pt x="195" y="41"/>
                    </a:lnTo>
                    <a:lnTo>
                      <a:pt x="195" y="39"/>
                    </a:lnTo>
                    <a:lnTo>
                      <a:pt x="195" y="38"/>
                    </a:lnTo>
                    <a:lnTo>
                      <a:pt x="195" y="36"/>
                    </a:lnTo>
                    <a:lnTo>
                      <a:pt x="193" y="34"/>
                    </a:lnTo>
                    <a:lnTo>
                      <a:pt x="193" y="32"/>
                    </a:lnTo>
                    <a:lnTo>
                      <a:pt x="193" y="31"/>
                    </a:lnTo>
                    <a:lnTo>
                      <a:pt x="191" y="31"/>
                    </a:lnTo>
                    <a:lnTo>
                      <a:pt x="191" y="29"/>
                    </a:lnTo>
                    <a:lnTo>
                      <a:pt x="189" y="27"/>
                    </a:lnTo>
                    <a:lnTo>
                      <a:pt x="189" y="25"/>
                    </a:lnTo>
                    <a:lnTo>
                      <a:pt x="188" y="25"/>
                    </a:lnTo>
                    <a:lnTo>
                      <a:pt x="188" y="24"/>
                    </a:lnTo>
                    <a:lnTo>
                      <a:pt x="186" y="22"/>
                    </a:lnTo>
                    <a:lnTo>
                      <a:pt x="186" y="20"/>
                    </a:lnTo>
                    <a:lnTo>
                      <a:pt x="184" y="20"/>
                    </a:lnTo>
                    <a:lnTo>
                      <a:pt x="184" y="19"/>
                    </a:lnTo>
                    <a:lnTo>
                      <a:pt x="182" y="17"/>
                    </a:lnTo>
                    <a:lnTo>
                      <a:pt x="182" y="15"/>
                    </a:lnTo>
                    <a:lnTo>
                      <a:pt x="181" y="13"/>
                    </a:lnTo>
                    <a:lnTo>
                      <a:pt x="181" y="12"/>
                    </a:lnTo>
                    <a:lnTo>
                      <a:pt x="182" y="12"/>
                    </a:lnTo>
                    <a:lnTo>
                      <a:pt x="184" y="12"/>
                    </a:lnTo>
                    <a:lnTo>
                      <a:pt x="186" y="12"/>
                    </a:lnTo>
                    <a:lnTo>
                      <a:pt x="188" y="12"/>
                    </a:lnTo>
                    <a:lnTo>
                      <a:pt x="189" y="10"/>
                    </a:lnTo>
                    <a:lnTo>
                      <a:pt x="191" y="10"/>
                    </a:lnTo>
                    <a:lnTo>
                      <a:pt x="193" y="10"/>
                    </a:lnTo>
                    <a:lnTo>
                      <a:pt x="195" y="10"/>
                    </a:lnTo>
                    <a:lnTo>
                      <a:pt x="195" y="8"/>
                    </a:lnTo>
                    <a:lnTo>
                      <a:pt x="196" y="8"/>
                    </a:lnTo>
                    <a:lnTo>
                      <a:pt x="198" y="8"/>
                    </a:lnTo>
                    <a:lnTo>
                      <a:pt x="200" y="8"/>
                    </a:lnTo>
                    <a:lnTo>
                      <a:pt x="202" y="6"/>
                    </a:lnTo>
                    <a:lnTo>
                      <a:pt x="203" y="6"/>
                    </a:lnTo>
                    <a:lnTo>
                      <a:pt x="205" y="6"/>
                    </a:lnTo>
                    <a:lnTo>
                      <a:pt x="207" y="6"/>
                    </a:lnTo>
                    <a:lnTo>
                      <a:pt x="208" y="5"/>
                    </a:lnTo>
                    <a:lnTo>
                      <a:pt x="210" y="5"/>
                    </a:lnTo>
                    <a:lnTo>
                      <a:pt x="212" y="5"/>
                    </a:lnTo>
                    <a:lnTo>
                      <a:pt x="214" y="3"/>
                    </a:lnTo>
                    <a:lnTo>
                      <a:pt x="215" y="3"/>
                    </a:lnTo>
                    <a:lnTo>
                      <a:pt x="217" y="3"/>
                    </a:lnTo>
                    <a:lnTo>
                      <a:pt x="219" y="1"/>
                    </a:lnTo>
                    <a:lnTo>
                      <a:pt x="221" y="1"/>
                    </a:lnTo>
                    <a:lnTo>
                      <a:pt x="222" y="0"/>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65" name="Google Shape;265;p10"/>
              <p:cNvSpPr/>
              <p:nvPr/>
            </p:nvSpPr>
            <p:spPr>
              <a:xfrm>
                <a:off x="5079" y="1420"/>
                <a:ext cx="29" cy="135"/>
              </a:xfrm>
              <a:custGeom>
                <a:rect b="b" l="l" r="r" t="t"/>
                <a:pathLst>
                  <a:path extrusionOk="0" h="135" w="29">
                    <a:moveTo>
                      <a:pt x="29" y="131"/>
                    </a:moveTo>
                    <a:lnTo>
                      <a:pt x="29" y="129"/>
                    </a:lnTo>
                    <a:lnTo>
                      <a:pt x="26" y="126"/>
                    </a:lnTo>
                    <a:lnTo>
                      <a:pt x="22" y="123"/>
                    </a:lnTo>
                    <a:lnTo>
                      <a:pt x="21" y="121"/>
                    </a:lnTo>
                    <a:lnTo>
                      <a:pt x="19" y="117"/>
                    </a:lnTo>
                    <a:lnTo>
                      <a:pt x="15" y="114"/>
                    </a:lnTo>
                    <a:lnTo>
                      <a:pt x="14" y="110"/>
                    </a:lnTo>
                    <a:lnTo>
                      <a:pt x="12" y="107"/>
                    </a:lnTo>
                    <a:lnTo>
                      <a:pt x="12" y="103"/>
                    </a:lnTo>
                    <a:lnTo>
                      <a:pt x="10" y="98"/>
                    </a:lnTo>
                    <a:lnTo>
                      <a:pt x="10" y="95"/>
                    </a:lnTo>
                    <a:lnTo>
                      <a:pt x="8" y="91"/>
                    </a:lnTo>
                    <a:lnTo>
                      <a:pt x="8" y="88"/>
                    </a:lnTo>
                    <a:lnTo>
                      <a:pt x="8" y="83"/>
                    </a:lnTo>
                    <a:lnTo>
                      <a:pt x="7" y="79"/>
                    </a:lnTo>
                    <a:lnTo>
                      <a:pt x="7" y="74"/>
                    </a:lnTo>
                    <a:lnTo>
                      <a:pt x="7" y="71"/>
                    </a:lnTo>
                    <a:lnTo>
                      <a:pt x="7" y="65"/>
                    </a:lnTo>
                    <a:lnTo>
                      <a:pt x="7" y="62"/>
                    </a:lnTo>
                    <a:lnTo>
                      <a:pt x="8" y="57"/>
                    </a:lnTo>
                    <a:lnTo>
                      <a:pt x="8" y="53"/>
                    </a:lnTo>
                    <a:lnTo>
                      <a:pt x="8" y="48"/>
                    </a:lnTo>
                    <a:lnTo>
                      <a:pt x="8" y="45"/>
                    </a:lnTo>
                    <a:lnTo>
                      <a:pt x="10" y="39"/>
                    </a:lnTo>
                    <a:lnTo>
                      <a:pt x="10" y="36"/>
                    </a:lnTo>
                    <a:lnTo>
                      <a:pt x="10" y="31"/>
                    </a:lnTo>
                    <a:lnTo>
                      <a:pt x="10" y="27"/>
                    </a:lnTo>
                    <a:lnTo>
                      <a:pt x="12" y="22"/>
                    </a:lnTo>
                    <a:lnTo>
                      <a:pt x="12" y="17"/>
                    </a:lnTo>
                    <a:lnTo>
                      <a:pt x="12" y="13"/>
                    </a:lnTo>
                    <a:lnTo>
                      <a:pt x="12" y="8"/>
                    </a:lnTo>
                    <a:lnTo>
                      <a:pt x="12" y="5"/>
                    </a:lnTo>
                    <a:lnTo>
                      <a:pt x="12" y="0"/>
                    </a:lnTo>
                    <a:lnTo>
                      <a:pt x="5" y="0"/>
                    </a:lnTo>
                    <a:lnTo>
                      <a:pt x="5" y="5"/>
                    </a:lnTo>
                    <a:lnTo>
                      <a:pt x="5" y="8"/>
                    </a:lnTo>
                    <a:lnTo>
                      <a:pt x="5" y="13"/>
                    </a:lnTo>
                    <a:lnTo>
                      <a:pt x="5" y="17"/>
                    </a:lnTo>
                    <a:lnTo>
                      <a:pt x="3" y="22"/>
                    </a:lnTo>
                    <a:lnTo>
                      <a:pt x="3" y="25"/>
                    </a:lnTo>
                    <a:lnTo>
                      <a:pt x="3" y="31"/>
                    </a:lnTo>
                    <a:lnTo>
                      <a:pt x="3" y="34"/>
                    </a:lnTo>
                    <a:lnTo>
                      <a:pt x="1" y="39"/>
                    </a:lnTo>
                    <a:lnTo>
                      <a:pt x="1" y="43"/>
                    </a:lnTo>
                    <a:lnTo>
                      <a:pt x="1" y="48"/>
                    </a:lnTo>
                    <a:lnTo>
                      <a:pt x="1" y="53"/>
                    </a:lnTo>
                    <a:lnTo>
                      <a:pt x="0" y="57"/>
                    </a:lnTo>
                    <a:lnTo>
                      <a:pt x="0" y="62"/>
                    </a:lnTo>
                    <a:lnTo>
                      <a:pt x="0" y="65"/>
                    </a:lnTo>
                    <a:lnTo>
                      <a:pt x="0" y="71"/>
                    </a:lnTo>
                    <a:lnTo>
                      <a:pt x="0" y="74"/>
                    </a:lnTo>
                    <a:lnTo>
                      <a:pt x="0" y="79"/>
                    </a:lnTo>
                    <a:lnTo>
                      <a:pt x="0" y="84"/>
                    </a:lnTo>
                    <a:lnTo>
                      <a:pt x="1" y="88"/>
                    </a:lnTo>
                    <a:lnTo>
                      <a:pt x="1" y="93"/>
                    </a:lnTo>
                    <a:lnTo>
                      <a:pt x="1" y="97"/>
                    </a:lnTo>
                    <a:lnTo>
                      <a:pt x="3" y="100"/>
                    </a:lnTo>
                    <a:lnTo>
                      <a:pt x="5" y="105"/>
                    </a:lnTo>
                    <a:lnTo>
                      <a:pt x="7" y="109"/>
                    </a:lnTo>
                    <a:lnTo>
                      <a:pt x="8" y="112"/>
                    </a:lnTo>
                    <a:lnTo>
                      <a:pt x="10" y="117"/>
                    </a:lnTo>
                    <a:lnTo>
                      <a:pt x="12" y="121"/>
                    </a:lnTo>
                    <a:lnTo>
                      <a:pt x="14" y="124"/>
                    </a:lnTo>
                    <a:lnTo>
                      <a:pt x="17" y="128"/>
                    </a:lnTo>
                    <a:lnTo>
                      <a:pt x="21" y="131"/>
                    </a:lnTo>
                    <a:lnTo>
                      <a:pt x="24" y="135"/>
                    </a:lnTo>
                    <a:lnTo>
                      <a:pt x="22" y="133"/>
                    </a:lnTo>
                    <a:lnTo>
                      <a:pt x="29" y="131"/>
                    </a:lnTo>
                    <a:lnTo>
                      <a:pt x="29" y="129"/>
                    </a:lnTo>
                    <a:lnTo>
                      <a:pt x="29" y="1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66" name="Google Shape;266;p10"/>
              <p:cNvSpPr/>
              <p:nvPr/>
            </p:nvSpPr>
            <p:spPr>
              <a:xfrm>
                <a:off x="5094" y="1551"/>
                <a:ext cx="16" cy="37"/>
              </a:xfrm>
              <a:custGeom>
                <a:rect b="b" l="l" r="r" t="t"/>
                <a:pathLst>
                  <a:path extrusionOk="0" h="37" w="16">
                    <a:moveTo>
                      <a:pt x="9" y="31"/>
                    </a:moveTo>
                    <a:lnTo>
                      <a:pt x="12" y="30"/>
                    </a:lnTo>
                    <a:lnTo>
                      <a:pt x="11" y="28"/>
                    </a:lnTo>
                    <a:lnTo>
                      <a:pt x="9" y="28"/>
                    </a:lnTo>
                    <a:lnTo>
                      <a:pt x="9" y="26"/>
                    </a:lnTo>
                    <a:lnTo>
                      <a:pt x="7" y="26"/>
                    </a:lnTo>
                    <a:lnTo>
                      <a:pt x="7" y="24"/>
                    </a:lnTo>
                    <a:lnTo>
                      <a:pt x="7" y="23"/>
                    </a:lnTo>
                    <a:lnTo>
                      <a:pt x="7" y="21"/>
                    </a:lnTo>
                    <a:lnTo>
                      <a:pt x="9" y="21"/>
                    </a:lnTo>
                    <a:lnTo>
                      <a:pt x="9" y="19"/>
                    </a:lnTo>
                    <a:lnTo>
                      <a:pt x="11" y="17"/>
                    </a:lnTo>
                    <a:lnTo>
                      <a:pt x="11" y="16"/>
                    </a:lnTo>
                    <a:lnTo>
                      <a:pt x="12" y="16"/>
                    </a:lnTo>
                    <a:lnTo>
                      <a:pt x="12" y="14"/>
                    </a:lnTo>
                    <a:lnTo>
                      <a:pt x="12" y="12"/>
                    </a:lnTo>
                    <a:lnTo>
                      <a:pt x="14" y="12"/>
                    </a:lnTo>
                    <a:lnTo>
                      <a:pt x="14" y="11"/>
                    </a:lnTo>
                    <a:lnTo>
                      <a:pt x="14" y="9"/>
                    </a:lnTo>
                    <a:lnTo>
                      <a:pt x="16" y="7"/>
                    </a:lnTo>
                    <a:lnTo>
                      <a:pt x="16" y="5"/>
                    </a:lnTo>
                    <a:lnTo>
                      <a:pt x="16" y="4"/>
                    </a:lnTo>
                    <a:lnTo>
                      <a:pt x="16" y="2"/>
                    </a:lnTo>
                    <a:lnTo>
                      <a:pt x="14" y="0"/>
                    </a:lnTo>
                    <a:lnTo>
                      <a:pt x="7" y="2"/>
                    </a:lnTo>
                    <a:lnTo>
                      <a:pt x="7" y="4"/>
                    </a:lnTo>
                    <a:lnTo>
                      <a:pt x="9" y="4"/>
                    </a:lnTo>
                    <a:lnTo>
                      <a:pt x="9" y="5"/>
                    </a:lnTo>
                    <a:lnTo>
                      <a:pt x="7" y="5"/>
                    </a:lnTo>
                    <a:lnTo>
                      <a:pt x="7" y="7"/>
                    </a:lnTo>
                    <a:lnTo>
                      <a:pt x="7" y="9"/>
                    </a:lnTo>
                    <a:lnTo>
                      <a:pt x="6" y="11"/>
                    </a:lnTo>
                    <a:lnTo>
                      <a:pt x="6" y="12"/>
                    </a:lnTo>
                    <a:lnTo>
                      <a:pt x="4" y="14"/>
                    </a:lnTo>
                    <a:lnTo>
                      <a:pt x="4" y="16"/>
                    </a:lnTo>
                    <a:lnTo>
                      <a:pt x="2" y="16"/>
                    </a:lnTo>
                    <a:lnTo>
                      <a:pt x="2" y="17"/>
                    </a:lnTo>
                    <a:lnTo>
                      <a:pt x="2" y="19"/>
                    </a:lnTo>
                    <a:lnTo>
                      <a:pt x="0" y="19"/>
                    </a:lnTo>
                    <a:lnTo>
                      <a:pt x="0" y="21"/>
                    </a:lnTo>
                    <a:lnTo>
                      <a:pt x="0" y="23"/>
                    </a:lnTo>
                    <a:lnTo>
                      <a:pt x="0" y="24"/>
                    </a:lnTo>
                    <a:lnTo>
                      <a:pt x="0" y="26"/>
                    </a:lnTo>
                    <a:lnTo>
                      <a:pt x="0" y="28"/>
                    </a:lnTo>
                    <a:lnTo>
                      <a:pt x="2" y="30"/>
                    </a:lnTo>
                    <a:lnTo>
                      <a:pt x="4" y="31"/>
                    </a:lnTo>
                    <a:lnTo>
                      <a:pt x="6" y="33"/>
                    </a:lnTo>
                    <a:lnTo>
                      <a:pt x="7" y="35"/>
                    </a:lnTo>
                    <a:lnTo>
                      <a:pt x="9" y="37"/>
                    </a:lnTo>
                    <a:lnTo>
                      <a:pt x="14" y="35"/>
                    </a:lnTo>
                    <a:lnTo>
                      <a:pt x="9" y="37"/>
                    </a:lnTo>
                    <a:lnTo>
                      <a:pt x="12" y="37"/>
                    </a:lnTo>
                    <a:lnTo>
                      <a:pt x="14" y="35"/>
                    </a:lnTo>
                    <a:lnTo>
                      <a:pt x="9"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67" name="Google Shape;267;p10"/>
              <p:cNvSpPr/>
              <p:nvPr/>
            </p:nvSpPr>
            <p:spPr>
              <a:xfrm>
                <a:off x="5103" y="1539"/>
                <a:ext cx="31" cy="47"/>
              </a:xfrm>
              <a:custGeom>
                <a:rect b="b" l="l" r="r" t="t"/>
                <a:pathLst>
                  <a:path extrusionOk="0" h="47" w="31">
                    <a:moveTo>
                      <a:pt x="29" y="0"/>
                    </a:moveTo>
                    <a:lnTo>
                      <a:pt x="26" y="2"/>
                    </a:lnTo>
                    <a:lnTo>
                      <a:pt x="24" y="4"/>
                    </a:lnTo>
                    <a:lnTo>
                      <a:pt x="24" y="5"/>
                    </a:lnTo>
                    <a:lnTo>
                      <a:pt x="23" y="7"/>
                    </a:lnTo>
                    <a:lnTo>
                      <a:pt x="21" y="7"/>
                    </a:lnTo>
                    <a:lnTo>
                      <a:pt x="21" y="9"/>
                    </a:lnTo>
                    <a:lnTo>
                      <a:pt x="19" y="10"/>
                    </a:lnTo>
                    <a:lnTo>
                      <a:pt x="19" y="12"/>
                    </a:lnTo>
                    <a:lnTo>
                      <a:pt x="17" y="12"/>
                    </a:lnTo>
                    <a:lnTo>
                      <a:pt x="17" y="14"/>
                    </a:lnTo>
                    <a:lnTo>
                      <a:pt x="16" y="16"/>
                    </a:lnTo>
                    <a:lnTo>
                      <a:pt x="14" y="17"/>
                    </a:lnTo>
                    <a:lnTo>
                      <a:pt x="14" y="19"/>
                    </a:lnTo>
                    <a:lnTo>
                      <a:pt x="12" y="21"/>
                    </a:lnTo>
                    <a:lnTo>
                      <a:pt x="12" y="23"/>
                    </a:lnTo>
                    <a:lnTo>
                      <a:pt x="10" y="23"/>
                    </a:lnTo>
                    <a:lnTo>
                      <a:pt x="10" y="24"/>
                    </a:lnTo>
                    <a:lnTo>
                      <a:pt x="9" y="26"/>
                    </a:lnTo>
                    <a:lnTo>
                      <a:pt x="9" y="28"/>
                    </a:lnTo>
                    <a:lnTo>
                      <a:pt x="7" y="29"/>
                    </a:lnTo>
                    <a:lnTo>
                      <a:pt x="5" y="31"/>
                    </a:lnTo>
                    <a:lnTo>
                      <a:pt x="5" y="33"/>
                    </a:lnTo>
                    <a:lnTo>
                      <a:pt x="3" y="35"/>
                    </a:lnTo>
                    <a:lnTo>
                      <a:pt x="3" y="36"/>
                    </a:lnTo>
                    <a:lnTo>
                      <a:pt x="2" y="38"/>
                    </a:lnTo>
                    <a:lnTo>
                      <a:pt x="2" y="40"/>
                    </a:lnTo>
                    <a:lnTo>
                      <a:pt x="0" y="40"/>
                    </a:lnTo>
                    <a:lnTo>
                      <a:pt x="0" y="42"/>
                    </a:lnTo>
                    <a:lnTo>
                      <a:pt x="0" y="43"/>
                    </a:lnTo>
                    <a:lnTo>
                      <a:pt x="5" y="47"/>
                    </a:lnTo>
                    <a:lnTo>
                      <a:pt x="7" y="45"/>
                    </a:lnTo>
                    <a:lnTo>
                      <a:pt x="7" y="43"/>
                    </a:lnTo>
                    <a:lnTo>
                      <a:pt x="9" y="42"/>
                    </a:lnTo>
                    <a:lnTo>
                      <a:pt x="9" y="40"/>
                    </a:lnTo>
                    <a:lnTo>
                      <a:pt x="10" y="40"/>
                    </a:lnTo>
                    <a:lnTo>
                      <a:pt x="10" y="38"/>
                    </a:lnTo>
                    <a:lnTo>
                      <a:pt x="12" y="36"/>
                    </a:lnTo>
                    <a:lnTo>
                      <a:pt x="12" y="35"/>
                    </a:lnTo>
                    <a:lnTo>
                      <a:pt x="12" y="33"/>
                    </a:lnTo>
                    <a:lnTo>
                      <a:pt x="14" y="33"/>
                    </a:lnTo>
                    <a:lnTo>
                      <a:pt x="14" y="31"/>
                    </a:lnTo>
                    <a:lnTo>
                      <a:pt x="16" y="29"/>
                    </a:lnTo>
                    <a:lnTo>
                      <a:pt x="16" y="28"/>
                    </a:lnTo>
                    <a:lnTo>
                      <a:pt x="17" y="28"/>
                    </a:lnTo>
                    <a:lnTo>
                      <a:pt x="17" y="26"/>
                    </a:lnTo>
                    <a:lnTo>
                      <a:pt x="19" y="24"/>
                    </a:lnTo>
                    <a:lnTo>
                      <a:pt x="19" y="23"/>
                    </a:lnTo>
                    <a:lnTo>
                      <a:pt x="21" y="23"/>
                    </a:lnTo>
                    <a:lnTo>
                      <a:pt x="21" y="21"/>
                    </a:lnTo>
                    <a:lnTo>
                      <a:pt x="21" y="19"/>
                    </a:lnTo>
                    <a:lnTo>
                      <a:pt x="23" y="17"/>
                    </a:lnTo>
                    <a:lnTo>
                      <a:pt x="24" y="16"/>
                    </a:lnTo>
                    <a:lnTo>
                      <a:pt x="26" y="14"/>
                    </a:lnTo>
                    <a:lnTo>
                      <a:pt x="28" y="12"/>
                    </a:lnTo>
                    <a:lnTo>
                      <a:pt x="28" y="10"/>
                    </a:lnTo>
                    <a:lnTo>
                      <a:pt x="29" y="10"/>
                    </a:lnTo>
                    <a:lnTo>
                      <a:pt x="29" y="9"/>
                    </a:lnTo>
                    <a:lnTo>
                      <a:pt x="31" y="7"/>
                    </a:lnTo>
                    <a:lnTo>
                      <a:pt x="29" y="7"/>
                    </a:lnTo>
                    <a:lnTo>
                      <a:pt x="29" y="0"/>
                    </a:lnTo>
                    <a:lnTo>
                      <a:pt x="28" y="0"/>
                    </a:lnTo>
                    <a:lnTo>
                      <a:pt x="26" y="2"/>
                    </a:lnTo>
                    <a:lnTo>
                      <a:pt x="2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68" name="Google Shape;268;p10"/>
              <p:cNvSpPr/>
              <p:nvPr/>
            </p:nvSpPr>
            <p:spPr>
              <a:xfrm>
                <a:off x="5132" y="1539"/>
                <a:ext cx="37" cy="28"/>
              </a:xfrm>
              <a:custGeom>
                <a:rect b="b" l="l" r="r" t="t"/>
                <a:pathLst>
                  <a:path extrusionOk="0" h="28" w="37">
                    <a:moveTo>
                      <a:pt x="37" y="26"/>
                    </a:moveTo>
                    <a:lnTo>
                      <a:pt x="37" y="24"/>
                    </a:lnTo>
                    <a:lnTo>
                      <a:pt x="37" y="23"/>
                    </a:lnTo>
                    <a:lnTo>
                      <a:pt x="35" y="23"/>
                    </a:lnTo>
                    <a:lnTo>
                      <a:pt x="35" y="21"/>
                    </a:lnTo>
                    <a:lnTo>
                      <a:pt x="33" y="19"/>
                    </a:lnTo>
                    <a:lnTo>
                      <a:pt x="33" y="17"/>
                    </a:lnTo>
                    <a:lnTo>
                      <a:pt x="32" y="16"/>
                    </a:lnTo>
                    <a:lnTo>
                      <a:pt x="32" y="14"/>
                    </a:lnTo>
                    <a:lnTo>
                      <a:pt x="30" y="14"/>
                    </a:lnTo>
                    <a:lnTo>
                      <a:pt x="28" y="12"/>
                    </a:lnTo>
                    <a:lnTo>
                      <a:pt x="28" y="10"/>
                    </a:lnTo>
                    <a:lnTo>
                      <a:pt x="26" y="10"/>
                    </a:lnTo>
                    <a:lnTo>
                      <a:pt x="26" y="9"/>
                    </a:lnTo>
                    <a:lnTo>
                      <a:pt x="25" y="9"/>
                    </a:lnTo>
                    <a:lnTo>
                      <a:pt x="23" y="7"/>
                    </a:lnTo>
                    <a:lnTo>
                      <a:pt x="23" y="5"/>
                    </a:lnTo>
                    <a:lnTo>
                      <a:pt x="21" y="5"/>
                    </a:lnTo>
                    <a:lnTo>
                      <a:pt x="20" y="5"/>
                    </a:lnTo>
                    <a:lnTo>
                      <a:pt x="18" y="4"/>
                    </a:lnTo>
                    <a:lnTo>
                      <a:pt x="16" y="4"/>
                    </a:lnTo>
                    <a:lnTo>
                      <a:pt x="16" y="2"/>
                    </a:lnTo>
                    <a:lnTo>
                      <a:pt x="14" y="2"/>
                    </a:lnTo>
                    <a:lnTo>
                      <a:pt x="13" y="2"/>
                    </a:lnTo>
                    <a:lnTo>
                      <a:pt x="11" y="2"/>
                    </a:lnTo>
                    <a:lnTo>
                      <a:pt x="9" y="0"/>
                    </a:lnTo>
                    <a:lnTo>
                      <a:pt x="7" y="0"/>
                    </a:lnTo>
                    <a:lnTo>
                      <a:pt x="6" y="0"/>
                    </a:lnTo>
                    <a:lnTo>
                      <a:pt x="4" y="0"/>
                    </a:lnTo>
                    <a:lnTo>
                      <a:pt x="2" y="0"/>
                    </a:lnTo>
                    <a:lnTo>
                      <a:pt x="0" y="0"/>
                    </a:lnTo>
                    <a:lnTo>
                      <a:pt x="0" y="7"/>
                    </a:lnTo>
                    <a:lnTo>
                      <a:pt x="2" y="7"/>
                    </a:lnTo>
                    <a:lnTo>
                      <a:pt x="4" y="7"/>
                    </a:lnTo>
                    <a:lnTo>
                      <a:pt x="6" y="7"/>
                    </a:lnTo>
                    <a:lnTo>
                      <a:pt x="7" y="7"/>
                    </a:lnTo>
                    <a:lnTo>
                      <a:pt x="7" y="9"/>
                    </a:lnTo>
                    <a:lnTo>
                      <a:pt x="9" y="9"/>
                    </a:lnTo>
                    <a:lnTo>
                      <a:pt x="11" y="9"/>
                    </a:lnTo>
                    <a:lnTo>
                      <a:pt x="13" y="9"/>
                    </a:lnTo>
                    <a:lnTo>
                      <a:pt x="14" y="10"/>
                    </a:lnTo>
                    <a:lnTo>
                      <a:pt x="16" y="10"/>
                    </a:lnTo>
                    <a:lnTo>
                      <a:pt x="18" y="12"/>
                    </a:lnTo>
                    <a:lnTo>
                      <a:pt x="20" y="12"/>
                    </a:lnTo>
                    <a:lnTo>
                      <a:pt x="20" y="14"/>
                    </a:lnTo>
                    <a:lnTo>
                      <a:pt x="21" y="14"/>
                    </a:lnTo>
                    <a:lnTo>
                      <a:pt x="21" y="16"/>
                    </a:lnTo>
                    <a:lnTo>
                      <a:pt x="23" y="16"/>
                    </a:lnTo>
                    <a:lnTo>
                      <a:pt x="23" y="17"/>
                    </a:lnTo>
                    <a:lnTo>
                      <a:pt x="25" y="17"/>
                    </a:lnTo>
                    <a:lnTo>
                      <a:pt x="25" y="19"/>
                    </a:lnTo>
                    <a:lnTo>
                      <a:pt x="26" y="19"/>
                    </a:lnTo>
                    <a:lnTo>
                      <a:pt x="26" y="21"/>
                    </a:lnTo>
                    <a:lnTo>
                      <a:pt x="26" y="23"/>
                    </a:lnTo>
                    <a:lnTo>
                      <a:pt x="28" y="23"/>
                    </a:lnTo>
                    <a:lnTo>
                      <a:pt x="28" y="24"/>
                    </a:lnTo>
                    <a:lnTo>
                      <a:pt x="30" y="26"/>
                    </a:lnTo>
                    <a:lnTo>
                      <a:pt x="30" y="28"/>
                    </a:lnTo>
                    <a:lnTo>
                      <a:pt x="37"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69" name="Google Shape;269;p10"/>
              <p:cNvSpPr/>
              <p:nvPr/>
            </p:nvSpPr>
            <p:spPr>
              <a:xfrm>
                <a:off x="5157" y="1565"/>
                <a:ext cx="15" cy="52"/>
              </a:xfrm>
              <a:custGeom>
                <a:rect b="b" l="l" r="r" t="t"/>
                <a:pathLst>
                  <a:path extrusionOk="0" h="52" w="15">
                    <a:moveTo>
                      <a:pt x="7" y="52"/>
                    </a:moveTo>
                    <a:lnTo>
                      <a:pt x="7" y="50"/>
                    </a:lnTo>
                    <a:lnTo>
                      <a:pt x="7" y="49"/>
                    </a:lnTo>
                    <a:lnTo>
                      <a:pt x="7" y="47"/>
                    </a:lnTo>
                    <a:lnTo>
                      <a:pt x="8" y="47"/>
                    </a:lnTo>
                    <a:lnTo>
                      <a:pt x="8" y="45"/>
                    </a:lnTo>
                    <a:lnTo>
                      <a:pt x="8" y="43"/>
                    </a:lnTo>
                    <a:lnTo>
                      <a:pt x="10" y="42"/>
                    </a:lnTo>
                    <a:lnTo>
                      <a:pt x="10" y="40"/>
                    </a:lnTo>
                    <a:lnTo>
                      <a:pt x="10" y="38"/>
                    </a:lnTo>
                    <a:lnTo>
                      <a:pt x="12" y="36"/>
                    </a:lnTo>
                    <a:lnTo>
                      <a:pt x="12" y="35"/>
                    </a:lnTo>
                    <a:lnTo>
                      <a:pt x="12" y="33"/>
                    </a:lnTo>
                    <a:lnTo>
                      <a:pt x="14" y="31"/>
                    </a:lnTo>
                    <a:lnTo>
                      <a:pt x="14" y="29"/>
                    </a:lnTo>
                    <a:lnTo>
                      <a:pt x="14" y="28"/>
                    </a:lnTo>
                    <a:lnTo>
                      <a:pt x="14" y="26"/>
                    </a:lnTo>
                    <a:lnTo>
                      <a:pt x="14" y="24"/>
                    </a:lnTo>
                    <a:lnTo>
                      <a:pt x="15" y="23"/>
                    </a:lnTo>
                    <a:lnTo>
                      <a:pt x="15" y="21"/>
                    </a:lnTo>
                    <a:lnTo>
                      <a:pt x="15" y="19"/>
                    </a:lnTo>
                    <a:lnTo>
                      <a:pt x="15" y="17"/>
                    </a:lnTo>
                    <a:lnTo>
                      <a:pt x="15" y="16"/>
                    </a:lnTo>
                    <a:lnTo>
                      <a:pt x="15" y="14"/>
                    </a:lnTo>
                    <a:lnTo>
                      <a:pt x="15" y="12"/>
                    </a:lnTo>
                    <a:lnTo>
                      <a:pt x="15" y="10"/>
                    </a:lnTo>
                    <a:lnTo>
                      <a:pt x="14" y="9"/>
                    </a:lnTo>
                    <a:lnTo>
                      <a:pt x="14" y="7"/>
                    </a:lnTo>
                    <a:lnTo>
                      <a:pt x="14" y="5"/>
                    </a:lnTo>
                    <a:lnTo>
                      <a:pt x="14" y="3"/>
                    </a:lnTo>
                    <a:lnTo>
                      <a:pt x="12" y="2"/>
                    </a:lnTo>
                    <a:lnTo>
                      <a:pt x="12" y="0"/>
                    </a:lnTo>
                    <a:lnTo>
                      <a:pt x="5" y="2"/>
                    </a:lnTo>
                    <a:lnTo>
                      <a:pt x="5" y="3"/>
                    </a:lnTo>
                    <a:lnTo>
                      <a:pt x="7" y="5"/>
                    </a:lnTo>
                    <a:lnTo>
                      <a:pt x="7" y="7"/>
                    </a:lnTo>
                    <a:lnTo>
                      <a:pt x="7" y="9"/>
                    </a:lnTo>
                    <a:lnTo>
                      <a:pt x="7" y="10"/>
                    </a:lnTo>
                    <a:lnTo>
                      <a:pt x="8" y="12"/>
                    </a:lnTo>
                    <a:lnTo>
                      <a:pt x="8" y="14"/>
                    </a:lnTo>
                    <a:lnTo>
                      <a:pt x="8" y="16"/>
                    </a:lnTo>
                    <a:lnTo>
                      <a:pt x="8" y="17"/>
                    </a:lnTo>
                    <a:lnTo>
                      <a:pt x="8" y="19"/>
                    </a:lnTo>
                    <a:lnTo>
                      <a:pt x="7" y="21"/>
                    </a:lnTo>
                    <a:lnTo>
                      <a:pt x="7" y="23"/>
                    </a:lnTo>
                    <a:lnTo>
                      <a:pt x="7" y="24"/>
                    </a:lnTo>
                    <a:lnTo>
                      <a:pt x="7" y="26"/>
                    </a:lnTo>
                    <a:lnTo>
                      <a:pt x="7" y="28"/>
                    </a:lnTo>
                    <a:lnTo>
                      <a:pt x="7" y="29"/>
                    </a:lnTo>
                    <a:lnTo>
                      <a:pt x="5" y="31"/>
                    </a:lnTo>
                    <a:lnTo>
                      <a:pt x="5" y="33"/>
                    </a:lnTo>
                    <a:lnTo>
                      <a:pt x="5" y="35"/>
                    </a:lnTo>
                    <a:lnTo>
                      <a:pt x="3" y="36"/>
                    </a:lnTo>
                    <a:lnTo>
                      <a:pt x="3" y="38"/>
                    </a:lnTo>
                    <a:lnTo>
                      <a:pt x="3" y="40"/>
                    </a:lnTo>
                    <a:lnTo>
                      <a:pt x="1" y="40"/>
                    </a:lnTo>
                    <a:lnTo>
                      <a:pt x="1" y="42"/>
                    </a:lnTo>
                    <a:lnTo>
                      <a:pt x="1" y="43"/>
                    </a:lnTo>
                    <a:lnTo>
                      <a:pt x="0" y="45"/>
                    </a:lnTo>
                    <a:lnTo>
                      <a:pt x="0" y="47"/>
                    </a:lnTo>
                    <a:lnTo>
                      <a:pt x="0" y="49"/>
                    </a:lnTo>
                    <a:lnTo>
                      <a:pt x="0" y="47"/>
                    </a:lnTo>
                    <a:lnTo>
                      <a:pt x="7" y="52"/>
                    </a:lnTo>
                    <a:lnTo>
                      <a:pt x="7" y="50"/>
                    </a:lnTo>
                    <a:lnTo>
                      <a:pt x="7" y="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70" name="Google Shape;270;p10"/>
              <p:cNvSpPr/>
              <p:nvPr/>
            </p:nvSpPr>
            <p:spPr>
              <a:xfrm>
                <a:off x="5079" y="1612"/>
                <a:ext cx="85" cy="38"/>
              </a:xfrm>
              <a:custGeom>
                <a:rect b="b" l="l" r="r" t="t"/>
                <a:pathLst>
                  <a:path extrusionOk="0" h="38" w="85">
                    <a:moveTo>
                      <a:pt x="1" y="36"/>
                    </a:moveTo>
                    <a:lnTo>
                      <a:pt x="0" y="38"/>
                    </a:lnTo>
                    <a:lnTo>
                      <a:pt x="3" y="38"/>
                    </a:lnTo>
                    <a:lnTo>
                      <a:pt x="5" y="38"/>
                    </a:lnTo>
                    <a:lnTo>
                      <a:pt x="8" y="38"/>
                    </a:lnTo>
                    <a:lnTo>
                      <a:pt x="12" y="38"/>
                    </a:lnTo>
                    <a:lnTo>
                      <a:pt x="15" y="38"/>
                    </a:lnTo>
                    <a:lnTo>
                      <a:pt x="17" y="38"/>
                    </a:lnTo>
                    <a:lnTo>
                      <a:pt x="21" y="38"/>
                    </a:lnTo>
                    <a:lnTo>
                      <a:pt x="24" y="38"/>
                    </a:lnTo>
                    <a:lnTo>
                      <a:pt x="26" y="38"/>
                    </a:lnTo>
                    <a:lnTo>
                      <a:pt x="29" y="38"/>
                    </a:lnTo>
                    <a:lnTo>
                      <a:pt x="33" y="36"/>
                    </a:lnTo>
                    <a:lnTo>
                      <a:pt x="34" y="36"/>
                    </a:lnTo>
                    <a:lnTo>
                      <a:pt x="38" y="36"/>
                    </a:lnTo>
                    <a:lnTo>
                      <a:pt x="41" y="34"/>
                    </a:lnTo>
                    <a:lnTo>
                      <a:pt x="43" y="34"/>
                    </a:lnTo>
                    <a:lnTo>
                      <a:pt x="47" y="33"/>
                    </a:lnTo>
                    <a:lnTo>
                      <a:pt x="48" y="33"/>
                    </a:lnTo>
                    <a:lnTo>
                      <a:pt x="52" y="31"/>
                    </a:lnTo>
                    <a:lnTo>
                      <a:pt x="55" y="29"/>
                    </a:lnTo>
                    <a:lnTo>
                      <a:pt x="57" y="28"/>
                    </a:lnTo>
                    <a:lnTo>
                      <a:pt x="59" y="28"/>
                    </a:lnTo>
                    <a:lnTo>
                      <a:pt x="62" y="26"/>
                    </a:lnTo>
                    <a:lnTo>
                      <a:pt x="64" y="24"/>
                    </a:lnTo>
                    <a:lnTo>
                      <a:pt x="67" y="22"/>
                    </a:lnTo>
                    <a:lnTo>
                      <a:pt x="69" y="21"/>
                    </a:lnTo>
                    <a:lnTo>
                      <a:pt x="71" y="19"/>
                    </a:lnTo>
                    <a:lnTo>
                      <a:pt x="74" y="15"/>
                    </a:lnTo>
                    <a:lnTo>
                      <a:pt x="76" y="14"/>
                    </a:lnTo>
                    <a:lnTo>
                      <a:pt x="78" y="12"/>
                    </a:lnTo>
                    <a:lnTo>
                      <a:pt x="79" y="8"/>
                    </a:lnTo>
                    <a:lnTo>
                      <a:pt x="81" y="7"/>
                    </a:lnTo>
                    <a:lnTo>
                      <a:pt x="85" y="5"/>
                    </a:lnTo>
                    <a:lnTo>
                      <a:pt x="78" y="0"/>
                    </a:lnTo>
                    <a:lnTo>
                      <a:pt x="76" y="3"/>
                    </a:lnTo>
                    <a:lnTo>
                      <a:pt x="74" y="5"/>
                    </a:lnTo>
                    <a:lnTo>
                      <a:pt x="73" y="7"/>
                    </a:lnTo>
                    <a:lnTo>
                      <a:pt x="71" y="8"/>
                    </a:lnTo>
                    <a:lnTo>
                      <a:pt x="69" y="10"/>
                    </a:lnTo>
                    <a:lnTo>
                      <a:pt x="67" y="12"/>
                    </a:lnTo>
                    <a:lnTo>
                      <a:pt x="64" y="14"/>
                    </a:lnTo>
                    <a:lnTo>
                      <a:pt x="62" y="15"/>
                    </a:lnTo>
                    <a:lnTo>
                      <a:pt x="60" y="17"/>
                    </a:lnTo>
                    <a:lnTo>
                      <a:pt x="59" y="19"/>
                    </a:lnTo>
                    <a:lnTo>
                      <a:pt x="55" y="21"/>
                    </a:lnTo>
                    <a:lnTo>
                      <a:pt x="53" y="22"/>
                    </a:lnTo>
                    <a:lnTo>
                      <a:pt x="52" y="22"/>
                    </a:lnTo>
                    <a:lnTo>
                      <a:pt x="48" y="24"/>
                    </a:lnTo>
                    <a:lnTo>
                      <a:pt x="47" y="26"/>
                    </a:lnTo>
                    <a:lnTo>
                      <a:pt x="43" y="26"/>
                    </a:lnTo>
                    <a:lnTo>
                      <a:pt x="41" y="28"/>
                    </a:lnTo>
                    <a:lnTo>
                      <a:pt x="38" y="28"/>
                    </a:lnTo>
                    <a:lnTo>
                      <a:pt x="36" y="29"/>
                    </a:lnTo>
                    <a:lnTo>
                      <a:pt x="33" y="29"/>
                    </a:lnTo>
                    <a:lnTo>
                      <a:pt x="31" y="29"/>
                    </a:lnTo>
                    <a:lnTo>
                      <a:pt x="27" y="31"/>
                    </a:lnTo>
                    <a:lnTo>
                      <a:pt x="26" y="31"/>
                    </a:lnTo>
                    <a:lnTo>
                      <a:pt x="22" y="31"/>
                    </a:lnTo>
                    <a:lnTo>
                      <a:pt x="21" y="31"/>
                    </a:lnTo>
                    <a:lnTo>
                      <a:pt x="17" y="31"/>
                    </a:lnTo>
                    <a:lnTo>
                      <a:pt x="15" y="31"/>
                    </a:lnTo>
                    <a:lnTo>
                      <a:pt x="12" y="31"/>
                    </a:lnTo>
                    <a:lnTo>
                      <a:pt x="8" y="31"/>
                    </a:lnTo>
                    <a:lnTo>
                      <a:pt x="7" y="31"/>
                    </a:lnTo>
                    <a:lnTo>
                      <a:pt x="3" y="31"/>
                    </a:lnTo>
                    <a:lnTo>
                      <a:pt x="1" y="29"/>
                    </a:lnTo>
                    <a:lnTo>
                      <a:pt x="0" y="29"/>
                    </a:lnTo>
                    <a:lnTo>
                      <a:pt x="1" y="29"/>
                    </a:lnTo>
                    <a:lnTo>
                      <a:pt x="0" y="29"/>
                    </a:lnTo>
                    <a:lnTo>
                      <a:pt x="1"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71" name="Google Shape;271;p10"/>
              <p:cNvSpPr/>
              <p:nvPr/>
            </p:nvSpPr>
            <p:spPr>
              <a:xfrm>
                <a:off x="5070" y="1641"/>
                <a:ext cx="10" cy="25"/>
              </a:xfrm>
              <a:custGeom>
                <a:rect b="b" l="l" r="r" t="t"/>
                <a:pathLst>
                  <a:path extrusionOk="0" h="25" w="10">
                    <a:moveTo>
                      <a:pt x="7" y="23"/>
                    </a:moveTo>
                    <a:lnTo>
                      <a:pt x="5" y="25"/>
                    </a:lnTo>
                    <a:lnTo>
                      <a:pt x="7" y="25"/>
                    </a:lnTo>
                    <a:lnTo>
                      <a:pt x="7" y="23"/>
                    </a:lnTo>
                    <a:lnTo>
                      <a:pt x="7" y="21"/>
                    </a:lnTo>
                    <a:lnTo>
                      <a:pt x="9" y="21"/>
                    </a:lnTo>
                    <a:lnTo>
                      <a:pt x="9" y="19"/>
                    </a:lnTo>
                    <a:lnTo>
                      <a:pt x="9" y="18"/>
                    </a:lnTo>
                    <a:lnTo>
                      <a:pt x="9" y="16"/>
                    </a:lnTo>
                    <a:lnTo>
                      <a:pt x="9" y="14"/>
                    </a:lnTo>
                    <a:lnTo>
                      <a:pt x="9" y="12"/>
                    </a:lnTo>
                    <a:lnTo>
                      <a:pt x="7" y="12"/>
                    </a:lnTo>
                    <a:lnTo>
                      <a:pt x="7" y="11"/>
                    </a:lnTo>
                    <a:lnTo>
                      <a:pt x="7" y="9"/>
                    </a:lnTo>
                    <a:lnTo>
                      <a:pt x="9" y="9"/>
                    </a:lnTo>
                    <a:lnTo>
                      <a:pt x="10" y="7"/>
                    </a:lnTo>
                    <a:lnTo>
                      <a:pt x="9" y="0"/>
                    </a:lnTo>
                    <a:lnTo>
                      <a:pt x="7" y="2"/>
                    </a:lnTo>
                    <a:lnTo>
                      <a:pt x="5" y="2"/>
                    </a:lnTo>
                    <a:lnTo>
                      <a:pt x="3" y="4"/>
                    </a:lnTo>
                    <a:lnTo>
                      <a:pt x="2" y="5"/>
                    </a:lnTo>
                    <a:lnTo>
                      <a:pt x="0" y="7"/>
                    </a:lnTo>
                    <a:lnTo>
                      <a:pt x="0" y="9"/>
                    </a:lnTo>
                    <a:lnTo>
                      <a:pt x="0" y="11"/>
                    </a:lnTo>
                    <a:lnTo>
                      <a:pt x="0" y="12"/>
                    </a:lnTo>
                    <a:lnTo>
                      <a:pt x="0" y="14"/>
                    </a:lnTo>
                    <a:lnTo>
                      <a:pt x="2" y="14"/>
                    </a:lnTo>
                    <a:lnTo>
                      <a:pt x="2" y="16"/>
                    </a:lnTo>
                    <a:lnTo>
                      <a:pt x="2" y="18"/>
                    </a:lnTo>
                    <a:lnTo>
                      <a:pt x="2" y="19"/>
                    </a:lnTo>
                    <a:lnTo>
                      <a:pt x="0" y="19"/>
                    </a:lnTo>
                    <a:lnTo>
                      <a:pt x="0" y="21"/>
                    </a:lnTo>
                    <a:lnTo>
                      <a:pt x="0" y="19"/>
                    </a:lnTo>
                    <a:lnTo>
                      <a:pt x="0" y="21"/>
                    </a:lnTo>
                    <a:lnTo>
                      <a:pt x="7"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72" name="Google Shape;272;p10"/>
              <p:cNvSpPr/>
              <p:nvPr/>
            </p:nvSpPr>
            <p:spPr>
              <a:xfrm>
                <a:off x="4952" y="1662"/>
                <a:ext cx="125" cy="123"/>
              </a:xfrm>
              <a:custGeom>
                <a:rect b="b" l="l" r="r" t="t"/>
                <a:pathLst>
                  <a:path extrusionOk="0" h="123" w="125">
                    <a:moveTo>
                      <a:pt x="2" y="123"/>
                    </a:moveTo>
                    <a:lnTo>
                      <a:pt x="4" y="121"/>
                    </a:lnTo>
                    <a:lnTo>
                      <a:pt x="9" y="120"/>
                    </a:lnTo>
                    <a:lnTo>
                      <a:pt x="12" y="118"/>
                    </a:lnTo>
                    <a:lnTo>
                      <a:pt x="17" y="116"/>
                    </a:lnTo>
                    <a:lnTo>
                      <a:pt x="23" y="114"/>
                    </a:lnTo>
                    <a:lnTo>
                      <a:pt x="26" y="111"/>
                    </a:lnTo>
                    <a:lnTo>
                      <a:pt x="31" y="109"/>
                    </a:lnTo>
                    <a:lnTo>
                      <a:pt x="37" y="106"/>
                    </a:lnTo>
                    <a:lnTo>
                      <a:pt x="40" y="102"/>
                    </a:lnTo>
                    <a:lnTo>
                      <a:pt x="45" y="99"/>
                    </a:lnTo>
                    <a:lnTo>
                      <a:pt x="50" y="95"/>
                    </a:lnTo>
                    <a:lnTo>
                      <a:pt x="54" y="92"/>
                    </a:lnTo>
                    <a:lnTo>
                      <a:pt x="59" y="88"/>
                    </a:lnTo>
                    <a:lnTo>
                      <a:pt x="63" y="85"/>
                    </a:lnTo>
                    <a:lnTo>
                      <a:pt x="66" y="81"/>
                    </a:lnTo>
                    <a:lnTo>
                      <a:pt x="71" y="78"/>
                    </a:lnTo>
                    <a:lnTo>
                      <a:pt x="75" y="75"/>
                    </a:lnTo>
                    <a:lnTo>
                      <a:pt x="78" y="69"/>
                    </a:lnTo>
                    <a:lnTo>
                      <a:pt x="83" y="66"/>
                    </a:lnTo>
                    <a:lnTo>
                      <a:pt x="87" y="61"/>
                    </a:lnTo>
                    <a:lnTo>
                      <a:pt x="90" y="57"/>
                    </a:lnTo>
                    <a:lnTo>
                      <a:pt x="94" y="52"/>
                    </a:lnTo>
                    <a:lnTo>
                      <a:pt x="97" y="49"/>
                    </a:lnTo>
                    <a:lnTo>
                      <a:pt x="101" y="43"/>
                    </a:lnTo>
                    <a:lnTo>
                      <a:pt x="104" y="40"/>
                    </a:lnTo>
                    <a:lnTo>
                      <a:pt x="106" y="35"/>
                    </a:lnTo>
                    <a:lnTo>
                      <a:pt x="109" y="29"/>
                    </a:lnTo>
                    <a:lnTo>
                      <a:pt x="113" y="26"/>
                    </a:lnTo>
                    <a:lnTo>
                      <a:pt x="115" y="21"/>
                    </a:lnTo>
                    <a:lnTo>
                      <a:pt x="118" y="16"/>
                    </a:lnTo>
                    <a:lnTo>
                      <a:pt x="120" y="12"/>
                    </a:lnTo>
                    <a:lnTo>
                      <a:pt x="121" y="7"/>
                    </a:lnTo>
                    <a:lnTo>
                      <a:pt x="125" y="2"/>
                    </a:lnTo>
                    <a:lnTo>
                      <a:pt x="118" y="0"/>
                    </a:lnTo>
                    <a:lnTo>
                      <a:pt x="116" y="4"/>
                    </a:lnTo>
                    <a:lnTo>
                      <a:pt x="113" y="9"/>
                    </a:lnTo>
                    <a:lnTo>
                      <a:pt x="111" y="12"/>
                    </a:lnTo>
                    <a:lnTo>
                      <a:pt x="109" y="17"/>
                    </a:lnTo>
                    <a:lnTo>
                      <a:pt x="106" y="23"/>
                    </a:lnTo>
                    <a:lnTo>
                      <a:pt x="104" y="26"/>
                    </a:lnTo>
                    <a:lnTo>
                      <a:pt x="101" y="31"/>
                    </a:lnTo>
                    <a:lnTo>
                      <a:pt x="97" y="35"/>
                    </a:lnTo>
                    <a:lnTo>
                      <a:pt x="94" y="40"/>
                    </a:lnTo>
                    <a:lnTo>
                      <a:pt x="92" y="43"/>
                    </a:lnTo>
                    <a:lnTo>
                      <a:pt x="89" y="49"/>
                    </a:lnTo>
                    <a:lnTo>
                      <a:pt x="85" y="52"/>
                    </a:lnTo>
                    <a:lnTo>
                      <a:pt x="82" y="57"/>
                    </a:lnTo>
                    <a:lnTo>
                      <a:pt x="76" y="61"/>
                    </a:lnTo>
                    <a:lnTo>
                      <a:pt x="73" y="64"/>
                    </a:lnTo>
                    <a:lnTo>
                      <a:pt x="69" y="69"/>
                    </a:lnTo>
                    <a:lnTo>
                      <a:pt x="66" y="73"/>
                    </a:lnTo>
                    <a:lnTo>
                      <a:pt x="63" y="76"/>
                    </a:lnTo>
                    <a:lnTo>
                      <a:pt x="57" y="80"/>
                    </a:lnTo>
                    <a:lnTo>
                      <a:pt x="54" y="83"/>
                    </a:lnTo>
                    <a:lnTo>
                      <a:pt x="50" y="87"/>
                    </a:lnTo>
                    <a:lnTo>
                      <a:pt x="45" y="90"/>
                    </a:lnTo>
                    <a:lnTo>
                      <a:pt x="42" y="94"/>
                    </a:lnTo>
                    <a:lnTo>
                      <a:pt x="37" y="97"/>
                    </a:lnTo>
                    <a:lnTo>
                      <a:pt x="33" y="99"/>
                    </a:lnTo>
                    <a:lnTo>
                      <a:pt x="28" y="102"/>
                    </a:lnTo>
                    <a:lnTo>
                      <a:pt x="23" y="104"/>
                    </a:lnTo>
                    <a:lnTo>
                      <a:pt x="19" y="107"/>
                    </a:lnTo>
                    <a:lnTo>
                      <a:pt x="14" y="109"/>
                    </a:lnTo>
                    <a:lnTo>
                      <a:pt x="11" y="111"/>
                    </a:lnTo>
                    <a:lnTo>
                      <a:pt x="5" y="114"/>
                    </a:lnTo>
                    <a:lnTo>
                      <a:pt x="0" y="116"/>
                    </a:lnTo>
                    <a:lnTo>
                      <a:pt x="2" y="114"/>
                    </a:lnTo>
                    <a:lnTo>
                      <a:pt x="2" y="123"/>
                    </a:lnTo>
                    <a:lnTo>
                      <a:pt x="4" y="121"/>
                    </a:lnTo>
                    <a:lnTo>
                      <a:pt x="2" y="1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73" name="Google Shape;273;p10"/>
              <p:cNvSpPr/>
              <p:nvPr/>
            </p:nvSpPr>
            <p:spPr>
              <a:xfrm>
                <a:off x="4885" y="1766"/>
                <a:ext cx="69" cy="19"/>
              </a:xfrm>
              <a:custGeom>
                <a:rect b="b" l="l" r="r" t="t"/>
                <a:pathLst>
                  <a:path extrusionOk="0" h="19" w="69">
                    <a:moveTo>
                      <a:pt x="0" y="3"/>
                    </a:moveTo>
                    <a:lnTo>
                      <a:pt x="1" y="5"/>
                    </a:lnTo>
                    <a:lnTo>
                      <a:pt x="3" y="7"/>
                    </a:lnTo>
                    <a:lnTo>
                      <a:pt x="5" y="9"/>
                    </a:lnTo>
                    <a:lnTo>
                      <a:pt x="6" y="9"/>
                    </a:lnTo>
                    <a:lnTo>
                      <a:pt x="8" y="10"/>
                    </a:lnTo>
                    <a:lnTo>
                      <a:pt x="10" y="12"/>
                    </a:lnTo>
                    <a:lnTo>
                      <a:pt x="12" y="14"/>
                    </a:lnTo>
                    <a:lnTo>
                      <a:pt x="13" y="14"/>
                    </a:lnTo>
                    <a:lnTo>
                      <a:pt x="15" y="16"/>
                    </a:lnTo>
                    <a:lnTo>
                      <a:pt x="19" y="16"/>
                    </a:lnTo>
                    <a:lnTo>
                      <a:pt x="20" y="16"/>
                    </a:lnTo>
                    <a:lnTo>
                      <a:pt x="22" y="17"/>
                    </a:lnTo>
                    <a:lnTo>
                      <a:pt x="24" y="17"/>
                    </a:lnTo>
                    <a:lnTo>
                      <a:pt x="27" y="17"/>
                    </a:lnTo>
                    <a:lnTo>
                      <a:pt x="29" y="17"/>
                    </a:lnTo>
                    <a:lnTo>
                      <a:pt x="31" y="17"/>
                    </a:lnTo>
                    <a:lnTo>
                      <a:pt x="32" y="19"/>
                    </a:lnTo>
                    <a:lnTo>
                      <a:pt x="36" y="19"/>
                    </a:lnTo>
                    <a:lnTo>
                      <a:pt x="38" y="19"/>
                    </a:lnTo>
                    <a:lnTo>
                      <a:pt x="39" y="19"/>
                    </a:lnTo>
                    <a:lnTo>
                      <a:pt x="43" y="19"/>
                    </a:lnTo>
                    <a:lnTo>
                      <a:pt x="45" y="19"/>
                    </a:lnTo>
                    <a:lnTo>
                      <a:pt x="46" y="19"/>
                    </a:lnTo>
                    <a:lnTo>
                      <a:pt x="50" y="19"/>
                    </a:lnTo>
                    <a:lnTo>
                      <a:pt x="52" y="19"/>
                    </a:lnTo>
                    <a:lnTo>
                      <a:pt x="53" y="19"/>
                    </a:lnTo>
                    <a:lnTo>
                      <a:pt x="55" y="19"/>
                    </a:lnTo>
                    <a:lnTo>
                      <a:pt x="58" y="19"/>
                    </a:lnTo>
                    <a:lnTo>
                      <a:pt x="60" y="19"/>
                    </a:lnTo>
                    <a:lnTo>
                      <a:pt x="62" y="19"/>
                    </a:lnTo>
                    <a:lnTo>
                      <a:pt x="64" y="19"/>
                    </a:lnTo>
                    <a:lnTo>
                      <a:pt x="67" y="19"/>
                    </a:lnTo>
                    <a:lnTo>
                      <a:pt x="69" y="19"/>
                    </a:lnTo>
                    <a:lnTo>
                      <a:pt x="69" y="10"/>
                    </a:lnTo>
                    <a:lnTo>
                      <a:pt x="67" y="10"/>
                    </a:lnTo>
                    <a:lnTo>
                      <a:pt x="65" y="10"/>
                    </a:lnTo>
                    <a:lnTo>
                      <a:pt x="62" y="10"/>
                    </a:lnTo>
                    <a:lnTo>
                      <a:pt x="60" y="10"/>
                    </a:lnTo>
                    <a:lnTo>
                      <a:pt x="58" y="10"/>
                    </a:lnTo>
                    <a:lnTo>
                      <a:pt x="55" y="10"/>
                    </a:lnTo>
                    <a:lnTo>
                      <a:pt x="53" y="10"/>
                    </a:lnTo>
                    <a:lnTo>
                      <a:pt x="52" y="10"/>
                    </a:lnTo>
                    <a:lnTo>
                      <a:pt x="48" y="10"/>
                    </a:lnTo>
                    <a:lnTo>
                      <a:pt x="46" y="12"/>
                    </a:lnTo>
                    <a:lnTo>
                      <a:pt x="45" y="12"/>
                    </a:lnTo>
                    <a:lnTo>
                      <a:pt x="43" y="12"/>
                    </a:lnTo>
                    <a:lnTo>
                      <a:pt x="39" y="12"/>
                    </a:lnTo>
                    <a:lnTo>
                      <a:pt x="38" y="12"/>
                    </a:lnTo>
                    <a:lnTo>
                      <a:pt x="36" y="10"/>
                    </a:lnTo>
                    <a:lnTo>
                      <a:pt x="34" y="10"/>
                    </a:lnTo>
                    <a:lnTo>
                      <a:pt x="31" y="10"/>
                    </a:lnTo>
                    <a:lnTo>
                      <a:pt x="29" y="10"/>
                    </a:lnTo>
                    <a:lnTo>
                      <a:pt x="27" y="10"/>
                    </a:lnTo>
                    <a:lnTo>
                      <a:pt x="26" y="10"/>
                    </a:lnTo>
                    <a:lnTo>
                      <a:pt x="24" y="10"/>
                    </a:lnTo>
                    <a:lnTo>
                      <a:pt x="22" y="9"/>
                    </a:lnTo>
                    <a:lnTo>
                      <a:pt x="20" y="9"/>
                    </a:lnTo>
                    <a:lnTo>
                      <a:pt x="19" y="9"/>
                    </a:lnTo>
                    <a:lnTo>
                      <a:pt x="17" y="7"/>
                    </a:lnTo>
                    <a:lnTo>
                      <a:pt x="15" y="7"/>
                    </a:lnTo>
                    <a:lnTo>
                      <a:pt x="13" y="5"/>
                    </a:lnTo>
                    <a:lnTo>
                      <a:pt x="12" y="5"/>
                    </a:lnTo>
                    <a:lnTo>
                      <a:pt x="10" y="3"/>
                    </a:lnTo>
                    <a:lnTo>
                      <a:pt x="8" y="2"/>
                    </a:lnTo>
                    <a:lnTo>
                      <a:pt x="6" y="0"/>
                    </a:lnTo>
                    <a:lnTo>
                      <a:pt x="0" y="3"/>
                    </a:lnTo>
                    <a:lnTo>
                      <a:pt x="1" y="5"/>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74" name="Google Shape;274;p10"/>
              <p:cNvSpPr/>
              <p:nvPr/>
            </p:nvSpPr>
            <p:spPr>
              <a:xfrm>
                <a:off x="4862" y="1593"/>
                <a:ext cx="29" cy="176"/>
              </a:xfrm>
              <a:custGeom>
                <a:rect b="b" l="l" r="r" t="t"/>
                <a:pathLst>
                  <a:path extrusionOk="0" h="176" w="29">
                    <a:moveTo>
                      <a:pt x="2" y="0"/>
                    </a:moveTo>
                    <a:lnTo>
                      <a:pt x="0" y="5"/>
                    </a:lnTo>
                    <a:lnTo>
                      <a:pt x="0" y="10"/>
                    </a:lnTo>
                    <a:lnTo>
                      <a:pt x="0" y="15"/>
                    </a:lnTo>
                    <a:lnTo>
                      <a:pt x="0" y="21"/>
                    </a:lnTo>
                    <a:lnTo>
                      <a:pt x="0" y="26"/>
                    </a:lnTo>
                    <a:lnTo>
                      <a:pt x="0" y="31"/>
                    </a:lnTo>
                    <a:lnTo>
                      <a:pt x="0" y="36"/>
                    </a:lnTo>
                    <a:lnTo>
                      <a:pt x="0" y="41"/>
                    </a:lnTo>
                    <a:lnTo>
                      <a:pt x="0" y="48"/>
                    </a:lnTo>
                    <a:lnTo>
                      <a:pt x="0" y="53"/>
                    </a:lnTo>
                    <a:lnTo>
                      <a:pt x="0" y="59"/>
                    </a:lnTo>
                    <a:lnTo>
                      <a:pt x="0" y="64"/>
                    </a:lnTo>
                    <a:lnTo>
                      <a:pt x="0" y="71"/>
                    </a:lnTo>
                    <a:lnTo>
                      <a:pt x="0" y="76"/>
                    </a:lnTo>
                    <a:lnTo>
                      <a:pt x="0" y="81"/>
                    </a:lnTo>
                    <a:lnTo>
                      <a:pt x="0" y="88"/>
                    </a:lnTo>
                    <a:lnTo>
                      <a:pt x="0" y="93"/>
                    </a:lnTo>
                    <a:lnTo>
                      <a:pt x="0" y="98"/>
                    </a:lnTo>
                    <a:lnTo>
                      <a:pt x="2" y="104"/>
                    </a:lnTo>
                    <a:lnTo>
                      <a:pt x="2" y="111"/>
                    </a:lnTo>
                    <a:lnTo>
                      <a:pt x="2" y="116"/>
                    </a:lnTo>
                    <a:lnTo>
                      <a:pt x="3" y="121"/>
                    </a:lnTo>
                    <a:lnTo>
                      <a:pt x="3" y="126"/>
                    </a:lnTo>
                    <a:lnTo>
                      <a:pt x="5" y="131"/>
                    </a:lnTo>
                    <a:lnTo>
                      <a:pt x="7" y="137"/>
                    </a:lnTo>
                    <a:lnTo>
                      <a:pt x="7" y="144"/>
                    </a:lnTo>
                    <a:lnTo>
                      <a:pt x="9" y="149"/>
                    </a:lnTo>
                    <a:lnTo>
                      <a:pt x="10" y="152"/>
                    </a:lnTo>
                    <a:lnTo>
                      <a:pt x="14" y="157"/>
                    </a:lnTo>
                    <a:lnTo>
                      <a:pt x="16" y="163"/>
                    </a:lnTo>
                    <a:lnTo>
                      <a:pt x="17" y="168"/>
                    </a:lnTo>
                    <a:lnTo>
                      <a:pt x="21" y="173"/>
                    </a:lnTo>
                    <a:lnTo>
                      <a:pt x="23" y="176"/>
                    </a:lnTo>
                    <a:lnTo>
                      <a:pt x="29" y="173"/>
                    </a:lnTo>
                    <a:lnTo>
                      <a:pt x="26" y="170"/>
                    </a:lnTo>
                    <a:lnTo>
                      <a:pt x="24" y="164"/>
                    </a:lnTo>
                    <a:lnTo>
                      <a:pt x="23" y="159"/>
                    </a:lnTo>
                    <a:lnTo>
                      <a:pt x="19" y="156"/>
                    </a:lnTo>
                    <a:lnTo>
                      <a:pt x="17" y="150"/>
                    </a:lnTo>
                    <a:lnTo>
                      <a:pt x="16" y="145"/>
                    </a:lnTo>
                    <a:lnTo>
                      <a:pt x="16" y="140"/>
                    </a:lnTo>
                    <a:lnTo>
                      <a:pt x="14" y="135"/>
                    </a:lnTo>
                    <a:lnTo>
                      <a:pt x="12" y="130"/>
                    </a:lnTo>
                    <a:lnTo>
                      <a:pt x="10" y="124"/>
                    </a:lnTo>
                    <a:lnTo>
                      <a:pt x="10" y="119"/>
                    </a:lnTo>
                    <a:lnTo>
                      <a:pt x="9" y="114"/>
                    </a:lnTo>
                    <a:lnTo>
                      <a:pt x="9" y="109"/>
                    </a:lnTo>
                    <a:lnTo>
                      <a:pt x="9" y="104"/>
                    </a:lnTo>
                    <a:lnTo>
                      <a:pt x="9" y="98"/>
                    </a:lnTo>
                    <a:lnTo>
                      <a:pt x="7" y="93"/>
                    </a:lnTo>
                    <a:lnTo>
                      <a:pt x="7" y="86"/>
                    </a:lnTo>
                    <a:lnTo>
                      <a:pt x="7" y="81"/>
                    </a:lnTo>
                    <a:lnTo>
                      <a:pt x="7" y="76"/>
                    </a:lnTo>
                    <a:lnTo>
                      <a:pt x="7" y="71"/>
                    </a:lnTo>
                    <a:lnTo>
                      <a:pt x="7" y="64"/>
                    </a:lnTo>
                    <a:lnTo>
                      <a:pt x="7" y="59"/>
                    </a:lnTo>
                    <a:lnTo>
                      <a:pt x="7" y="53"/>
                    </a:lnTo>
                    <a:lnTo>
                      <a:pt x="7" y="48"/>
                    </a:lnTo>
                    <a:lnTo>
                      <a:pt x="7" y="41"/>
                    </a:lnTo>
                    <a:lnTo>
                      <a:pt x="7" y="36"/>
                    </a:lnTo>
                    <a:lnTo>
                      <a:pt x="7" y="31"/>
                    </a:lnTo>
                    <a:lnTo>
                      <a:pt x="7" y="26"/>
                    </a:lnTo>
                    <a:lnTo>
                      <a:pt x="7" y="21"/>
                    </a:lnTo>
                    <a:lnTo>
                      <a:pt x="7" y="15"/>
                    </a:lnTo>
                    <a:lnTo>
                      <a:pt x="7" y="8"/>
                    </a:lnTo>
                    <a:lnTo>
                      <a:pt x="7" y="3"/>
                    </a:lnTo>
                    <a:lnTo>
                      <a:pt x="3" y="8"/>
                    </a:lnTo>
                    <a:lnTo>
                      <a:pt x="2" y="0"/>
                    </a:lnTo>
                    <a:lnTo>
                      <a:pt x="0" y="1"/>
                    </a:lnTo>
                    <a:lnTo>
                      <a:pt x="0" y="5"/>
                    </a:lnTo>
                    <a:lnTo>
                      <a:pt x="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75" name="Google Shape;275;p10"/>
              <p:cNvSpPr/>
              <p:nvPr/>
            </p:nvSpPr>
            <p:spPr>
              <a:xfrm>
                <a:off x="4864" y="1593"/>
                <a:ext cx="67" cy="48"/>
              </a:xfrm>
              <a:custGeom>
                <a:rect b="b" l="l" r="r" t="t"/>
                <a:pathLst>
                  <a:path extrusionOk="0" h="48" w="67">
                    <a:moveTo>
                      <a:pt x="60" y="43"/>
                    </a:moveTo>
                    <a:lnTo>
                      <a:pt x="64" y="41"/>
                    </a:lnTo>
                    <a:lnTo>
                      <a:pt x="62" y="41"/>
                    </a:lnTo>
                    <a:lnTo>
                      <a:pt x="59" y="41"/>
                    </a:lnTo>
                    <a:lnTo>
                      <a:pt x="57" y="40"/>
                    </a:lnTo>
                    <a:lnTo>
                      <a:pt x="55" y="40"/>
                    </a:lnTo>
                    <a:lnTo>
                      <a:pt x="53" y="38"/>
                    </a:lnTo>
                    <a:lnTo>
                      <a:pt x="52" y="36"/>
                    </a:lnTo>
                    <a:lnTo>
                      <a:pt x="50" y="36"/>
                    </a:lnTo>
                    <a:lnTo>
                      <a:pt x="48" y="34"/>
                    </a:lnTo>
                    <a:lnTo>
                      <a:pt x="47" y="33"/>
                    </a:lnTo>
                    <a:lnTo>
                      <a:pt x="45" y="31"/>
                    </a:lnTo>
                    <a:lnTo>
                      <a:pt x="45" y="29"/>
                    </a:lnTo>
                    <a:lnTo>
                      <a:pt x="43" y="27"/>
                    </a:lnTo>
                    <a:lnTo>
                      <a:pt x="41" y="24"/>
                    </a:lnTo>
                    <a:lnTo>
                      <a:pt x="40" y="22"/>
                    </a:lnTo>
                    <a:lnTo>
                      <a:pt x="40" y="21"/>
                    </a:lnTo>
                    <a:lnTo>
                      <a:pt x="38" y="19"/>
                    </a:lnTo>
                    <a:lnTo>
                      <a:pt x="36" y="17"/>
                    </a:lnTo>
                    <a:lnTo>
                      <a:pt x="34" y="14"/>
                    </a:lnTo>
                    <a:lnTo>
                      <a:pt x="33" y="12"/>
                    </a:lnTo>
                    <a:lnTo>
                      <a:pt x="31" y="10"/>
                    </a:lnTo>
                    <a:lnTo>
                      <a:pt x="29" y="8"/>
                    </a:lnTo>
                    <a:lnTo>
                      <a:pt x="27" y="7"/>
                    </a:lnTo>
                    <a:lnTo>
                      <a:pt x="26" y="5"/>
                    </a:lnTo>
                    <a:lnTo>
                      <a:pt x="24" y="3"/>
                    </a:lnTo>
                    <a:lnTo>
                      <a:pt x="22" y="1"/>
                    </a:lnTo>
                    <a:lnTo>
                      <a:pt x="19" y="1"/>
                    </a:lnTo>
                    <a:lnTo>
                      <a:pt x="17" y="0"/>
                    </a:lnTo>
                    <a:lnTo>
                      <a:pt x="14" y="0"/>
                    </a:lnTo>
                    <a:lnTo>
                      <a:pt x="10" y="0"/>
                    </a:lnTo>
                    <a:lnTo>
                      <a:pt x="7" y="0"/>
                    </a:lnTo>
                    <a:lnTo>
                      <a:pt x="3" y="0"/>
                    </a:lnTo>
                    <a:lnTo>
                      <a:pt x="0" y="0"/>
                    </a:lnTo>
                    <a:lnTo>
                      <a:pt x="1" y="8"/>
                    </a:lnTo>
                    <a:lnTo>
                      <a:pt x="5" y="7"/>
                    </a:lnTo>
                    <a:lnTo>
                      <a:pt x="8" y="7"/>
                    </a:lnTo>
                    <a:lnTo>
                      <a:pt x="10" y="7"/>
                    </a:lnTo>
                    <a:lnTo>
                      <a:pt x="12" y="7"/>
                    </a:lnTo>
                    <a:lnTo>
                      <a:pt x="15" y="7"/>
                    </a:lnTo>
                    <a:lnTo>
                      <a:pt x="17" y="8"/>
                    </a:lnTo>
                    <a:lnTo>
                      <a:pt x="19" y="8"/>
                    </a:lnTo>
                    <a:lnTo>
                      <a:pt x="21" y="10"/>
                    </a:lnTo>
                    <a:lnTo>
                      <a:pt x="22" y="10"/>
                    </a:lnTo>
                    <a:lnTo>
                      <a:pt x="22" y="12"/>
                    </a:lnTo>
                    <a:lnTo>
                      <a:pt x="24" y="14"/>
                    </a:lnTo>
                    <a:lnTo>
                      <a:pt x="26" y="15"/>
                    </a:lnTo>
                    <a:lnTo>
                      <a:pt x="27" y="17"/>
                    </a:lnTo>
                    <a:lnTo>
                      <a:pt x="29" y="19"/>
                    </a:lnTo>
                    <a:lnTo>
                      <a:pt x="29" y="21"/>
                    </a:lnTo>
                    <a:lnTo>
                      <a:pt x="31" y="22"/>
                    </a:lnTo>
                    <a:lnTo>
                      <a:pt x="33" y="24"/>
                    </a:lnTo>
                    <a:lnTo>
                      <a:pt x="34" y="26"/>
                    </a:lnTo>
                    <a:lnTo>
                      <a:pt x="36" y="29"/>
                    </a:lnTo>
                    <a:lnTo>
                      <a:pt x="36" y="31"/>
                    </a:lnTo>
                    <a:lnTo>
                      <a:pt x="38" y="33"/>
                    </a:lnTo>
                    <a:lnTo>
                      <a:pt x="40" y="34"/>
                    </a:lnTo>
                    <a:lnTo>
                      <a:pt x="41" y="38"/>
                    </a:lnTo>
                    <a:lnTo>
                      <a:pt x="43" y="40"/>
                    </a:lnTo>
                    <a:lnTo>
                      <a:pt x="45" y="41"/>
                    </a:lnTo>
                    <a:lnTo>
                      <a:pt x="47" y="43"/>
                    </a:lnTo>
                    <a:lnTo>
                      <a:pt x="50" y="45"/>
                    </a:lnTo>
                    <a:lnTo>
                      <a:pt x="52" y="47"/>
                    </a:lnTo>
                    <a:lnTo>
                      <a:pt x="55" y="47"/>
                    </a:lnTo>
                    <a:lnTo>
                      <a:pt x="57" y="48"/>
                    </a:lnTo>
                    <a:lnTo>
                      <a:pt x="60" y="48"/>
                    </a:lnTo>
                    <a:lnTo>
                      <a:pt x="64" y="48"/>
                    </a:lnTo>
                    <a:lnTo>
                      <a:pt x="67" y="47"/>
                    </a:lnTo>
                    <a:lnTo>
                      <a:pt x="64" y="48"/>
                    </a:lnTo>
                    <a:lnTo>
                      <a:pt x="66" y="48"/>
                    </a:lnTo>
                    <a:lnTo>
                      <a:pt x="67" y="47"/>
                    </a:lnTo>
                    <a:lnTo>
                      <a:pt x="60" y="4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76" name="Google Shape;276;p10"/>
              <p:cNvSpPr/>
              <p:nvPr/>
            </p:nvSpPr>
            <p:spPr>
              <a:xfrm>
                <a:off x="4924" y="1620"/>
                <a:ext cx="13" cy="20"/>
              </a:xfrm>
              <a:custGeom>
                <a:rect b="b" l="l" r="r" t="t"/>
                <a:pathLst>
                  <a:path extrusionOk="0" h="20" w="13">
                    <a:moveTo>
                      <a:pt x="4" y="6"/>
                    </a:moveTo>
                    <a:lnTo>
                      <a:pt x="4" y="7"/>
                    </a:lnTo>
                    <a:lnTo>
                      <a:pt x="6" y="7"/>
                    </a:lnTo>
                    <a:lnTo>
                      <a:pt x="6" y="9"/>
                    </a:lnTo>
                    <a:lnTo>
                      <a:pt x="4" y="9"/>
                    </a:lnTo>
                    <a:lnTo>
                      <a:pt x="4" y="11"/>
                    </a:lnTo>
                    <a:lnTo>
                      <a:pt x="4" y="13"/>
                    </a:lnTo>
                    <a:lnTo>
                      <a:pt x="2" y="13"/>
                    </a:lnTo>
                    <a:lnTo>
                      <a:pt x="2" y="14"/>
                    </a:lnTo>
                    <a:lnTo>
                      <a:pt x="0" y="16"/>
                    </a:lnTo>
                    <a:lnTo>
                      <a:pt x="7" y="20"/>
                    </a:lnTo>
                    <a:lnTo>
                      <a:pt x="7" y="18"/>
                    </a:lnTo>
                    <a:lnTo>
                      <a:pt x="9" y="18"/>
                    </a:lnTo>
                    <a:lnTo>
                      <a:pt x="9" y="16"/>
                    </a:lnTo>
                    <a:lnTo>
                      <a:pt x="11" y="16"/>
                    </a:lnTo>
                    <a:lnTo>
                      <a:pt x="11" y="14"/>
                    </a:lnTo>
                    <a:lnTo>
                      <a:pt x="11" y="13"/>
                    </a:lnTo>
                    <a:lnTo>
                      <a:pt x="13" y="11"/>
                    </a:lnTo>
                    <a:lnTo>
                      <a:pt x="13" y="9"/>
                    </a:lnTo>
                    <a:lnTo>
                      <a:pt x="13" y="7"/>
                    </a:lnTo>
                    <a:lnTo>
                      <a:pt x="13" y="6"/>
                    </a:lnTo>
                    <a:lnTo>
                      <a:pt x="11" y="4"/>
                    </a:lnTo>
                    <a:lnTo>
                      <a:pt x="11" y="2"/>
                    </a:lnTo>
                    <a:lnTo>
                      <a:pt x="9" y="2"/>
                    </a:lnTo>
                    <a:lnTo>
                      <a:pt x="9" y="0"/>
                    </a:lnTo>
                    <a:lnTo>
                      <a:pt x="7" y="0"/>
                    </a:lnTo>
                    <a:lnTo>
                      <a:pt x="4"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77" name="Google Shape;277;p10"/>
              <p:cNvSpPr/>
              <p:nvPr/>
            </p:nvSpPr>
            <p:spPr>
              <a:xfrm>
                <a:off x="4907" y="1603"/>
                <a:ext cx="24" cy="23"/>
              </a:xfrm>
              <a:custGeom>
                <a:rect b="b" l="l" r="r" t="t"/>
                <a:pathLst>
                  <a:path extrusionOk="0" h="23" w="24">
                    <a:moveTo>
                      <a:pt x="4" y="0"/>
                    </a:moveTo>
                    <a:lnTo>
                      <a:pt x="2" y="5"/>
                    </a:lnTo>
                    <a:lnTo>
                      <a:pt x="4" y="7"/>
                    </a:lnTo>
                    <a:lnTo>
                      <a:pt x="5" y="9"/>
                    </a:lnTo>
                    <a:lnTo>
                      <a:pt x="5" y="11"/>
                    </a:lnTo>
                    <a:lnTo>
                      <a:pt x="7" y="11"/>
                    </a:lnTo>
                    <a:lnTo>
                      <a:pt x="7" y="12"/>
                    </a:lnTo>
                    <a:lnTo>
                      <a:pt x="9" y="12"/>
                    </a:lnTo>
                    <a:lnTo>
                      <a:pt x="9" y="14"/>
                    </a:lnTo>
                    <a:lnTo>
                      <a:pt x="10" y="16"/>
                    </a:lnTo>
                    <a:lnTo>
                      <a:pt x="12" y="17"/>
                    </a:lnTo>
                    <a:lnTo>
                      <a:pt x="14" y="17"/>
                    </a:lnTo>
                    <a:lnTo>
                      <a:pt x="14" y="19"/>
                    </a:lnTo>
                    <a:lnTo>
                      <a:pt x="16" y="19"/>
                    </a:lnTo>
                    <a:lnTo>
                      <a:pt x="16" y="21"/>
                    </a:lnTo>
                    <a:lnTo>
                      <a:pt x="17" y="21"/>
                    </a:lnTo>
                    <a:lnTo>
                      <a:pt x="19" y="23"/>
                    </a:lnTo>
                    <a:lnTo>
                      <a:pt x="21" y="23"/>
                    </a:lnTo>
                    <a:lnTo>
                      <a:pt x="24" y="17"/>
                    </a:lnTo>
                    <a:lnTo>
                      <a:pt x="23" y="16"/>
                    </a:lnTo>
                    <a:lnTo>
                      <a:pt x="21" y="14"/>
                    </a:lnTo>
                    <a:lnTo>
                      <a:pt x="19" y="14"/>
                    </a:lnTo>
                    <a:lnTo>
                      <a:pt x="19" y="12"/>
                    </a:lnTo>
                    <a:lnTo>
                      <a:pt x="17" y="12"/>
                    </a:lnTo>
                    <a:lnTo>
                      <a:pt x="17" y="11"/>
                    </a:lnTo>
                    <a:lnTo>
                      <a:pt x="16" y="11"/>
                    </a:lnTo>
                    <a:lnTo>
                      <a:pt x="14" y="9"/>
                    </a:lnTo>
                    <a:lnTo>
                      <a:pt x="12" y="7"/>
                    </a:lnTo>
                    <a:lnTo>
                      <a:pt x="12" y="5"/>
                    </a:lnTo>
                    <a:lnTo>
                      <a:pt x="10" y="5"/>
                    </a:lnTo>
                    <a:lnTo>
                      <a:pt x="10" y="4"/>
                    </a:lnTo>
                    <a:lnTo>
                      <a:pt x="9" y="2"/>
                    </a:lnTo>
                    <a:lnTo>
                      <a:pt x="7" y="5"/>
                    </a:lnTo>
                    <a:lnTo>
                      <a:pt x="4" y="0"/>
                    </a:lnTo>
                    <a:lnTo>
                      <a:pt x="0" y="2"/>
                    </a:lnTo>
                    <a:lnTo>
                      <a:pt x="2" y="5"/>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78" name="Google Shape;278;p10"/>
              <p:cNvSpPr/>
              <p:nvPr/>
            </p:nvSpPr>
            <p:spPr>
              <a:xfrm>
                <a:off x="4911" y="1487"/>
                <a:ext cx="45" cy="121"/>
              </a:xfrm>
              <a:custGeom>
                <a:rect b="b" l="l" r="r" t="t"/>
                <a:pathLst>
                  <a:path extrusionOk="0" h="121" w="45">
                    <a:moveTo>
                      <a:pt x="38" y="5"/>
                    </a:moveTo>
                    <a:lnTo>
                      <a:pt x="38" y="2"/>
                    </a:lnTo>
                    <a:lnTo>
                      <a:pt x="38" y="7"/>
                    </a:lnTo>
                    <a:lnTo>
                      <a:pt x="38" y="10"/>
                    </a:lnTo>
                    <a:lnTo>
                      <a:pt x="36" y="14"/>
                    </a:lnTo>
                    <a:lnTo>
                      <a:pt x="36" y="19"/>
                    </a:lnTo>
                    <a:lnTo>
                      <a:pt x="36" y="23"/>
                    </a:lnTo>
                    <a:lnTo>
                      <a:pt x="36" y="26"/>
                    </a:lnTo>
                    <a:lnTo>
                      <a:pt x="36" y="31"/>
                    </a:lnTo>
                    <a:lnTo>
                      <a:pt x="36" y="35"/>
                    </a:lnTo>
                    <a:lnTo>
                      <a:pt x="36" y="38"/>
                    </a:lnTo>
                    <a:lnTo>
                      <a:pt x="36" y="43"/>
                    </a:lnTo>
                    <a:lnTo>
                      <a:pt x="36" y="47"/>
                    </a:lnTo>
                    <a:lnTo>
                      <a:pt x="34" y="52"/>
                    </a:lnTo>
                    <a:lnTo>
                      <a:pt x="34" y="56"/>
                    </a:lnTo>
                    <a:lnTo>
                      <a:pt x="34" y="59"/>
                    </a:lnTo>
                    <a:lnTo>
                      <a:pt x="32" y="64"/>
                    </a:lnTo>
                    <a:lnTo>
                      <a:pt x="32" y="68"/>
                    </a:lnTo>
                    <a:lnTo>
                      <a:pt x="31" y="71"/>
                    </a:lnTo>
                    <a:lnTo>
                      <a:pt x="31" y="75"/>
                    </a:lnTo>
                    <a:lnTo>
                      <a:pt x="29" y="78"/>
                    </a:lnTo>
                    <a:lnTo>
                      <a:pt x="27" y="81"/>
                    </a:lnTo>
                    <a:lnTo>
                      <a:pt x="27" y="85"/>
                    </a:lnTo>
                    <a:lnTo>
                      <a:pt x="26" y="88"/>
                    </a:lnTo>
                    <a:lnTo>
                      <a:pt x="24" y="92"/>
                    </a:lnTo>
                    <a:lnTo>
                      <a:pt x="22" y="95"/>
                    </a:lnTo>
                    <a:lnTo>
                      <a:pt x="20" y="99"/>
                    </a:lnTo>
                    <a:lnTo>
                      <a:pt x="17" y="102"/>
                    </a:lnTo>
                    <a:lnTo>
                      <a:pt x="15" y="104"/>
                    </a:lnTo>
                    <a:lnTo>
                      <a:pt x="12" y="107"/>
                    </a:lnTo>
                    <a:lnTo>
                      <a:pt x="10" y="109"/>
                    </a:lnTo>
                    <a:lnTo>
                      <a:pt x="6" y="111"/>
                    </a:lnTo>
                    <a:lnTo>
                      <a:pt x="3" y="114"/>
                    </a:lnTo>
                    <a:lnTo>
                      <a:pt x="0" y="116"/>
                    </a:lnTo>
                    <a:lnTo>
                      <a:pt x="3" y="121"/>
                    </a:lnTo>
                    <a:lnTo>
                      <a:pt x="6" y="120"/>
                    </a:lnTo>
                    <a:lnTo>
                      <a:pt x="10" y="118"/>
                    </a:lnTo>
                    <a:lnTo>
                      <a:pt x="13" y="114"/>
                    </a:lnTo>
                    <a:lnTo>
                      <a:pt x="17" y="113"/>
                    </a:lnTo>
                    <a:lnTo>
                      <a:pt x="20" y="109"/>
                    </a:lnTo>
                    <a:lnTo>
                      <a:pt x="24" y="106"/>
                    </a:lnTo>
                    <a:lnTo>
                      <a:pt x="26" y="102"/>
                    </a:lnTo>
                    <a:lnTo>
                      <a:pt x="27" y="99"/>
                    </a:lnTo>
                    <a:lnTo>
                      <a:pt x="29" y="95"/>
                    </a:lnTo>
                    <a:lnTo>
                      <a:pt x="32" y="92"/>
                    </a:lnTo>
                    <a:lnTo>
                      <a:pt x="34" y="88"/>
                    </a:lnTo>
                    <a:lnTo>
                      <a:pt x="34" y="85"/>
                    </a:lnTo>
                    <a:lnTo>
                      <a:pt x="36" y="81"/>
                    </a:lnTo>
                    <a:lnTo>
                      <a:pt x="38" y="76"/>
                    </a:lnTo>
                    <a:lnTo>
                      <a:pt x="38" y="73"/>
                    </a:lnTo>
                    <a:lnTo>
                      <a:pt x="39" y="69"/>
                    </a:lnTo>
                    <a:lnTo>
                      <a:pt x="39" y="64"/>
                    </a:lnTo>
                    <a:lnTo>
                      <a:pt x="41" y="61"/>
                    </a:lnTo>
                    <a:lnTo>
                      <a:pt x="41" y="57"/>
                    </a:lnTo>
                    <a:lnTo>
                      <a:pt x="41" y="52"/>
                    </a:lnTo>
                    <a:lnTo>
                      <a:pt x="43" y="49"/>
                    </a:lnTo>
                    <a:lnTo>
                      <a:pt x="43" y="43"/>
                    </a:lnTo>
                    <a:lnTo>
                      <a:pt x="43" y="40"/>
                    </a:lnTo>
                    <a:lnTo>
                      <a:pt x="43" y="35"/>
                    </a:lnTo>
                    <a:lnTo>
                      <a:pt x="43" y="31"/>
                    </a:lnTo>
                    <a:lnTo>
                      <a:pt x="43" y="26"/>
                    </a:lnTo>
                    <a:lnTo>
                      <a:pt x="43" y="23"/>
                    </a:lnTo>
                    <a:lnTo>
                      <a:pt x="45" y="19"/>
                    </a:lnTo>
                    <a:lnTo>
                      <a:pt x="45" y="14"/>
                    </a:lnTo>
                    <a:lnTo>
                      <a:pt x="45" y="10"/>
                    </a:lnTo>
                    <a:lnTo>
                      <a:pt x="45" y="7"/>
                    </a:lnTo>
                    <a:lnTo>
                      <a:pt x="45" y="2"/>
                    </a:lnTo>
                    <a:lnTo>
                      <a:pt x="45" y="0"/>
                    </a:lnTo>
                    <a:lnTo>
                      <a:pt x="45" y="2"/>
                    </a:lnTo>
                    <a:lnTo>
                      <a:pt x="45" y="0"/>
                    </a:lnTo>
                    <a:lnTo>
                      <a:pt x="38"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79" name="Google Shape;279;p10"/>
              <p:cNvSpPr/>
              <p:nvPr/>
            </p:nvSpPr>
            <p:spPr>
              <a:xfrm>
                <a:off x="4876" y="1461"/>
                <a:ext cx="80" cy="31"/>
              </a:xfrm>
              <a:custGeom>
                <a:rect b="b" l="l" r="r" t="t"/>
                <a:pathLst>
                  <a:path extrusionOk="0" h="31" w="80">
                    <a:moveTo>
                      <a:pt x="0" y="4"/>
                    </a:moveTo>
                    <a:lnTo>
                      <a:pt x="3" y="7"/>
                    </a:lnTo>
                    <a:lnTo>
                      <a:pt x="5" y="9"/>
                    </a:lnTo>
                    <a:lnTo>
                      <a:pt x="9" y="9"/>
                    </a:lnTo>
                    <a:lnTo>
                      <a:pt x="10" y="9"/>
                    </a:lnTo>
                    <a:lnTo>
                      <a:pt x="12" y="9"/>
                    </a:lnTo>
                    <a:lnTo>
                      <a:pt x="15" y="10"/>
                    </a:lnTo>
                    <a:lnTo>
                      <a:pt x="17" y="10"/>
                    </a:lnTo>
                    <a:lnTo>
                      <a:pt x="21" y="10"/>
                    </a:lnTo>
                    <a:lnTo>
                      <a:pt x="22" y="10"/>
                    </a:lnTo>
                    <a:lnTo>
                      <a:pt x="26" y="10"/>
                    </a:lnTo>
                    <a:lnTo>
                      <a:pt x="28" y="10"/>
                    </a:lnTo>
                    <a:lnTo>
                      <a:pt x="31" y="12"/>
                    </a:lnTo>
                    <a:lnTo>
                      <a:pt x="33" y="12"/>
                    </a:lnTo>
                    <a:lnTo>
                      <a:pt x="36" y="12"/>
                    </a:lnTo>
                    <a:lnTo>
                      <a:pt x="38" y="12"/>
                    </a:lnTo>
                    <a:lnTo>
                      <a:pt x="40" y="12"/>
                    </a:lnTo>
                    <a:lnTo>
                      <a:pt x="43" y="14"/>
                    </a:lnTo>
                    <a:lnTo>
                      <a:pt x="45" y="14"/>
                    </a:lnTo>
                    <a:lnTo>
                      <a:pt x="47" y="14"/>
                    </a:lnTo>
                    <a:lnTo>
                      <a:pt x="50" y="16"/>
                    </a:lnTo>
                    <a:lnTo>
                      <a:pt x="52" y="16"/>
                    </a:lnTo>
                    <a:lnTo>
                      <a:pt x="54" y="16"/>
                    </a:lnTo>
                    <a:lnTo>
                      <a:pt x="55" y="17"/>
                    </a:lnTo>
                    <a:lnTo>
                      <a:pt x="57" y="17"/>
                    </a:lnTo>
                    <a:lnTo>
                      <a:pt x="61" y="19"/>
                    </a:lnTo>
                    <a:lnTo>
                      <a:pt x="62" y="21"/>
                    </a:lnTo>
                    <a:lnTo>
                      <a:pt x="64" y="21"/>
                    </a:lnTo>
                    <a:lnTo>
                      <a:pt x="66" y="23"/>
                    </a:lnTo>
                    <a:lnTo>
                      <a:pt x="67" y="24"/>
                    </a:lnTo>
                    <a:lnTo>
                      <a:pt x="69" y="26"/>
                    </a:lnTo>
                    <a:lnTo>
                      <a:pt x="71" y="28"/>
                    </a:lnTo>
                    <a:lnTo>
                      <a:pt x="73" y="31"/>
                    </a:lnTo>
                    <a:lnTo>
                      <a:pt x="80" y="26"/>
                    </a:lnTo>
                    <a:lnTo>
                      <a:pt x="78" y="24"/>
                    </a:lnTo>
                    <a:lnTo>
                      <a:pt x="76" y="23"/>
                    </a:lnTo>
                    <a:lnTo>
                      <a:pt x="74" y="21"/>
                    </a:lnTo>
                    <a:lnTo>
                      <a:pt x="71" y="19"/>
                    </a:lnTo>
                    <a:lnTo>
                      <a:pt x="69" y="17"/>
                    </a:lnTo>
                    <a:lnTo>
                      <a:pt x="67" y="16"/>
                    </a:lnTo>
                    <a:lnTo>
                      <a:pt x="66" y="14"/>
                    </a:lnTo>
                    <a:lnTo>
                      <a:pt x="64" y="12"/>
                    </a:lnTo>
                    <a:lnTo>
                      <a:pt x="61" y="12"/>
                    </a:lnTo>
                    <a:lnTo>
                      <a:pt x="59" y="10"/>
                    </a:lnTo>
                    <a:lnTo>
                      <a:pt x="57" y="9"/>
                    </a:lnTo>
                    <a:lnTo>
                      <a:pt x="54" y="9"/>
                    </a:lnTo>
                    <a:lnTo>
                      <a:pt x="52" y="9"/>
                    </a:lnTo>
                    <a:lnTo>
                      <a:pt x="48" y="7"/>
                    </a:lnTo>
                    <a:lnTo>
                      <a:pt x="47" y="7"/>
                    </a:lnTo>
                    <a:lnTo>
                      <a:pt x="43" y="7"/>
                    </a:lnTo>
                    <a:lnTo>
                      <a:pt x="41" y="5"/>
                    </a:lnTo>
                    <a:lnTo>
                      <a:pt x="40" y="5"/>
                    </a:lnTo>
                    <a:lnTo>
                      <a:pt x="36" y="5"/>
                    </a:lnTo>
                    <a:lnTo>
                      <a:pt x="35" y="5"/>
                    </a:lnTo>
                    <a:lnTo>
                      <a:pt x="31" y="4"/>
                    </a:lnTo>
                    <a:lnTo>
                      <a:pt x="29" y="4"/>
                    </a:lnTo>
                    <a:lnTo>
                      <a:pt x="26" y="4"/>
                    </a:lnTo>
                    <a:lnTo>
                      <a:pt x="24" y="4"/>
                    </a:lnTo>
                    <a:lnTo>
                      <a:pt x="21" y="4"/>
                    </a:lnTo>
                    <a:lnTo>
                      <a:pt x="19" y="4"/>
                    </a:lnTo>
                    <a:lnTo>
                      <a:pt x="15" y="2"/>
                    </a:lnTo>
                    <a:lnTo>
                      <a:pt x="14" y="2"/>
                    </a:lnTo>
                    <a:lnTo>
                      <a:pt x="12" y="2"/>
                    </a:lnTo>
                    <a:lnTo>
                      <a:pt x="9" y="2"/>
                    </a:lnTo>
                    <a:lnTo>
                      <a:pt x="7" y="2"/>
                    </a:lnTo>
                    <a:lnTo>
                      <a:pt x="5" y="0"/>
                    </a:lnTo>
                    <a:lnTo>
                      <a:pt x="7" y="5"/>
                    </a:lnTo>
                    <a:lnTo>
                      <a:pt x="0" y="4"/>
                    </a:lnTo>
                    <a:lnTo>
                      <a:pt x="0" y="7"/>
                    </a:lnTo>
                    <a:lnTo>
                      <a:pt x="3" y="7"/>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80" name="Google Shape;280;p10"/>
              <p:cNvSpPr/>
              <p:nvPr/>
            </p:nvSpPr>
            <p:spPr>
              <a:xfrm>
                <a:off x="4876" y="1426"/>
                <a:ext cx="15" cy="40"/>
              </a:xfrm>
              <a:custGeom>
                <a:rect b="b" l="l" r="r" t="t"/>
                <a:pathLst>
                  <a:path extrusionOk="0" h="40" w="15">
                    <a:moveTo>
                      <a:pt x="14" y="0"/>
                    </a:moveTo>
                    <a:lnTo>
                      <a:pt x="9" y="4"/>
                    </a:lnTo>
                    <a:lnTo>
                      <a:pt x="0" y="39"/>
                    </a:lnTo>
                    <a:lnTo>
                      <a:pt x="7" y="40"/>
                    </a:lnTo>
                    <a:lnTo>
                      <a:pt x="15" y="6"/>
                    </a:lnTo>
                    <a:lnTo>
                      <a:pt x="12" y="7"/>
                    </a:lnTo>
                    <a:lnTo>
                      <a:pt x="14" y="0"/>
                    </a:lnTo>
                    <a:lnTo>
                      <a:pt x="10" y="0"/>
                    </a:lnTo>
                    <a:lnTo>
                      <a:pt x="9" y="4"/>
                    </a:lnTo>
                    <a:lnTo>
                      <a:pt x="1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81" name="Google Shape;281;p10"/>
              <p:cNvSpPr/>
              <p:nvPr/>
            </p:nvSpPr>
            <p:spPr>
              <a:xfrm>
                <a:off x="4888" y="1426"/>
                <a:ext cx="12" cy="9"/>
              </a:xfrm>
              <a:custGeom>
                <a:rect b="b" l="l" r="r" t="t"/>
                <a:pathLst>
                  <a:path extrusionOk="0" h="9" w="12">
                    <a:moveTo>
                      <a:pt x="12" y="6"/>
                    </a:moveTo>
                    <a:lnTo>
                      <a:pt x="10" y="2"/>
                    </a:lnTo>
                    <a:lnTo>
                      <a:pt x="2" y="0"/>
                    </a:lnTo>
                    <a:lnTo>
                      <a:pt x="0" y="7"/>
                    </a:lnTo>
                    <a:lnTo>
                      <a:pt x="9" y="9"/>
                    </a:lnTo>
                    <a:lnTo>
                      <a:pt x="5" y="7"/>
                    </a:lnTo>
                    <a:lnTo>
                      <a:pt x="12" y="6"/>
                    </a:lnTo>
                    <a:lnTo>
                      <a:pt x="12" y="4"/>
                    </a:lnTo>
                    <a:lnTo>
                      <a:pt x="10" y="2"/>
                    </a:lnTo>
                    <a:lnTo>
                      <a:pt x="12"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82" name="Google Shape;282;p10"/>
              <p:cNvSpPr/>
              <p:nvPr/>
            </p:nvSpPr>
            <p:spPr>
              <a:xfrm>
                <a:off x="4890" y="1432"/>
                <a:ext cx="12" cy="22"/>
              </a:xfrm>
              <a:custGeom>
                <a:rect b="b" l="l" r="r" t="t"/>
                <a:pathLst>
                  <a:path extrusionOk="0" h="22" w="12">
                    <a:moveTo>
                      <a:pt x="7" y="17"/>
                    </a:moveTo>
                    <a:lnTo>
                      <a:pt x="7" y="15"/>
                    </a:lnTo>
                    <a:lnTo>
                      <a:pt x="7" y="13"/>
                    </a:lnTo>
                    <a:lnTo>
                      <a:pt x="7" y="12"/>
                    </a:lnTo>
                    <a:lnTo>
                      <a:pt x="8" y="12"/>
                    </a:lnTo>
                    <a:lnTo>
                      <a:pt x="8" y="10"/>
                    </a:lnTo>
                    <a:lnTo>
                      <a:pt x="8" y="8"/>
                    </a:lnTo>
                    <a:lnTo>
                      <a:pt x="10" y="8"/>
                    </a:lnTo>
                    <a:lnTo>
                      <a:pt x="10" y="7"/>
                    </a:lnTo>
                    <a:lnTo>
                      <a:pt x="10" y="5"/>
                    </a:lnTo>
                    <a:lnTo>
                      <a:pt x="10" y="3"/>
                    </a:lnTo>
                    <a:lnTo>
                      <a:pt x="12" y="3"/>
                    </a:lnTo>
                    <a:lnTo>
                      <a:pt x="12" y="1"/>
                    </a:lnTo>
                    <a:lnTo>
                      <a:pt x="10" y="0"/>
                    </a:lnTo>
                    <a:lnTo>
                      <a:pt x="3" y="1"/>
                    </a:lnTo>
                    <a:lnTo>
                      <a:pt x="3" y="3"/>
                    </a:lnTo>
                    <a:lnTo>
                      <a:pt x="3" y="5"/>
                    </a:lnTo>
                    <a:lnTo>
                      <a:pt x="1" y="7"/>
                    </a:lnTo>
                    <a:lnTo>
                      <a:pt x="1" y="8"/>
                    </a:lnTo>
                    <a:lnTo>
                      <a:pt x="1" y="10"/>
                    </a:lnTo>
                    <a:lnTo>
                      <a:pt x="0" y="10"/>
                    </a:lnTo>
                    <a:lnTo>
                      <a:pt x="0" y="12"/>
                    </a:lnTo>
                    <a:lnTo>
                      <a:pt x="0" y="13"/>
                    </a:lnTo>
                    <a:lnTo>
                      <a:pt x="0" y="15"/>
                    </a:lnTo>
                    <a:lnTo>
                      <a:pt x="0" y="17"/>
                    </a:lnTo>
                    <a:lnTo>
                      <a:pt x="0" y="19"/>
                    </a:lnTo>
                    <a:lnTo>
                      <a:pt x="0" y="20"/>
                    </a:lnTo>
                    <a:lnTo>
                      <a:pt x="1" y="20"/>
                    </a:lnTo>
                    <a:lnTo>
                      <a:pt x="1" y="22"/>
                    </a:lnTo>
                    <a:lnTo>
                      <a:pt x="3" y="22"/>
                    </a:lnTo>
                    <a:lnTo>
                      <a:pt x="1" y="22"/>
                    </a:lnTo>
                    <a:lnTo>
                      <a:pt x="3" y="22"/>
                    </a:lnTo>
                    <a:lnTo>
                      <a:pt x="7" y="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83" name="Google Shape;283;p10"/>
              <p:cNvSpPr/>
              <p:nvPr/>
            </p:nvSpPr>
            <p:spPr>
              <a:xfrm>
                <a:off x="4893" y="1449"/>
                <a:ext cx="18" cy="10"/>
              </a:xfrm>
              <a:custGeom>
                <a:rect b="b" l="l" r="r" t="t"/>
                <a:pathLst>
                  <a:path extrusionOk="0" h="10" w="18">
                    <a:moveTo>
                      <a:pt x="12" y="3"/>
                    </a:moveTo>
                    <a:lnTo>
                      <a:pt x="14" y="2"/>
                    </a:lnTo>
                    <a:lnTo>
                      <a:pt x="12" y="2"/>
                    </a:lnTo>
                    <a:lnTo>
                      <a:pt x="11" y="2"/>
                    </a:lnTo>
                    <a:lnTo>
                      <a:pt x="9" y="2"/>
                    </a:lnTo>
                    <a:lnTo>
                      <a:pt x="7" y="2"/>
                    </a:lnTo>
                    <a:lnTo>
                      <a:pt x="5" y="2"/>
                    </a:lnTo>
                    <a:lnTo>
                      <a:pt x="5" y="0"/>
                    </a:lnTo>
                    <a:lnTo>
                      <a:pt x="4" y="0"/>
                    </a:lnTo>
                    <a:lnTo>
                      <a:pt x="0" y="5"/>
                    </a:lnTo>
                    <a:lnTo>
                      <a:pt x="0" y="7"/>
                    </a:lnTo>
                    <a:lnTo>
                      <a:pt x="2" y="7"/>
                    </a:lnTo>
                    <a:lnTo>
                      <a:pt x="4" y="7"/>
                    </a:lnTo>
                    <a:lnTo>
                      <a:pt x="4" y="9"/>
                    </a:lnTo>
                    <a:lnTo>
                      <a:pt x="5" y="9"/>
                    </a:lnTo>
                    <a:lnTo>
                      <a:pt x="7" y="9"/>
                    </a:lnTo>
                    <a:lnTo>
                      <a:pt x="9" y="9"/>
                    </a:lnTo>
                    <a:lnTo>
                      <a:pt x="11" y="10"/>
                    </a:lnTo>
                    <a:lnTo>
                      <a:pt x="12" y="10"/>
                    </a:lnTo>
                    <a:lnTo>
                      <a:pt x="14" y="10"/>
                    </a:lnTo>
                    <a:lnTo>
                      <a:pt x="14" y="9"/>
                    </a:lnTo>
                    <a:lnTo>
                      <a:pt x="16" y="9"/>
                    </a:lnTo>
                    <a:lnTo>
                      <a:pt x="18" y="9"/>
                    </a:lnTo>
                    <a:lnTo>
                      <a:pt x="16" y="9"/>
                    </a:lnTo>
                    <a:lnTo>
                      <a:pt x="18" y="9"/>
                    </a:lnTo>
                    <a:lnTo>
                      <a:pt x="12"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84" name="Google Shape;284;p10"/>
              <p:cNvSpPr/>
              <p:nvPr/>
            </p:nvSpPr>
            <p:spPr>
              <a:xfrm>
                <a:off x="4905" y="1437"/>
                <a:ext cx="16" cy="21"/>
              </a:xfrm>
              <a:custGeom>
                <a:rect b="b" l="l" r="r" t="t"/>
                <a:pathLst>
                  <a:path extrusionOk="0" h="21" w="16">
                    <a:moveTo>
                      <a:pt x="16" y="2"/>
                    </a:moveTo>
                    <a:lnTo>
                      <a:pt x="12" y="2"/>
                    </a:lnTo>
                    <a:lnTo>
                      <a:pt x="11" y="2"/>
                    </a:lnTo>
                    <a:lnTo>
                      <a:pt x="11" y="3"/>
                    </a:lnTo>
                    <a:lnTo>
                      <a:pt x="9" y="3"/>
                    </a:lnTo>
                    <a:lnTo>
                      <a:pt x="9" y="5"/>
                    </a:lnTo>
                    <a:lnTo>
                      <a:pt x="7" y="5"/>
                    </a:lnTo>
                    <a:lnTo>
                      <a:pt x="7" y="7"/>
                    </a:lnTo>
                    <a:lnTo>
                      <a:pt x="6" y="8"/>
                    </a:lnTo>
                    <a:lnTo>
                      <a:pt x="6" y="10"/>
                    </a:lnTo>
                    <a:lnTo>
                      <a:pt x="4" y="10"/>
                    </a:lnTo>
                    <a:lnTo>
                      <a:pt x="4" y="12"/>
                    </a:lnTo>
                    <a:lnTo>
                      <a:pt x="2" y="14"/>
                    </a:lnTo>
                    <a:lnTo>
                      <a:pt x="2" y="15"/>
                    </a:lnTo>
                    <a:lnTo>
                      <a:pt x="0" y="15"/>
                    </a:lnTo>
                    <a:lnTo>
                      <a:pt x="6" y="21"/>
                    </a:lnTo>
                    <a:lnTo>
                      <a:pt x="7" y="19"/>
                    </a:lnTo>
                    <a:lnTo>
                      <a:pt x="9" y="17"/>
                    </a:lnTo>
                    <a:lnTo>
                      <a:pt x="9" y="15"/>
                    </a:lnTo>
                    <a:lnTo>
                      <a:pt x="11" y="15"/>
                    </a:lnTo>
                    <a:lnTo>
                      <a:pt x="11" y="14"/>
                    </a:lnTo>
                    <a:lnTo>
                      <a:pt x="12" y="14"/>
                    </a:lnTo>
                    <a:lnTo>
                      <a:pt x="12" y="12"/>
                    </a:lnTo>
                    <a:lnTo>
                      <a:pt x="12" y="10"/>
                    </a:lnTo>
                    <a:lnTo>
                      <a:pt x="14" y="10"/>
                    </a:lnTo>
                    <a:lnTo>
                      <a:pt x="14" y="8"/>
                    </a:lnTo>
                    <a:lnTo>
                      <a:pt x="16" y="8"/>
                    </a:lnTo>
                    <a:lnTo>
                      <a:pt x="16" y="7"/>
                    </a:lnTo>
                    <a:lnTo>
                      <a:pt x="12" y="7"/>
                    </a:lnTo>
                    <a:lnTo>
                      <a:pt x="16" y="2"/>
                    </a:lnTo>
                    <a:lnTo>
                      <a:pt x="14" y="0"/>
                    </a:lnTo>
                    <a:lnTo>
                      <a:pt x="12" y="2"/>
                    </a:lnTo>
                    <a:lnTo>
                      <a:pt x="16"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85" name="Google Shape;285;p10"/>
              <p:cNvSpPr/>
              <p:nvPr/>
            </p:nvSpPr>
            <p:spPr>
              <a:xfrm>
                <a:off x="4917" y="1439"/>
                <a:ext cx="21" cy="27"/>
              </a:xfrm>
              <a:custGeom>
                <a:rect b="b" l="l" r="r" t="t"/>
                <a:pathLst>
                  <a:path extrusionOk="0" h="27" w="21">
                    <a:moveTo>
                      <a:pt x="18" y="20"/>
                    </a:moveTo>
                    <a:lnTo>
                      <a:pt x="20" y="19"/>
                    </a:lnTo>
                    <a:lnTo>
                      <a:pt x="18" y="20"/>
                    </a:lnTo>
                    <a:lnTo>
                      <a:pt x="16" y="20"/>
                    </a:lnTo>
                    <a:lnTo>
                      <a:pt x="14" y="20"/>
                    </a:lnTo>
                    <a:lnTo>
                      <a:pt x="14" y="19"/>
                    </a:lnTo>
                    <a:lnTo>
                      <a:pt x="13" y="19"/>
                    </a:lnTo>
                    <a:lnTo>
                      <a:pt x="13" y="17"/>
                    </a:lnTo>
                    <a:lnTo>
                      <a:pt x="13" y="15"/>
                    </a:lnTo>
                    <a:lnTo>
                      <a:pt x="13" y="13"/>
                    </a:lnTo>
                    <a:lnTo>
                      <a:pt x="11" y="12"/>
                    </a:lnTo>
                    <a:lnTo>
                      <a:pt x="11" y="10"/>
                    </a:lnTo>
                    <a:lnTo>
                      <a:pt x="11" y="8"/>
                    </a:lnTo>
                    <a:lnTo>
                      <a:pt x="11" y="6"/>
                    </a:lnTo>
                    <a:lnTo>
                      <a:pt x="9" y="5"/>
                    </a:lnTo>
                    <a:lnTo>
                      <a:pt x="9" y="3"/>
                    </a:lnTo>
                    <a:lnTo>
                      <a:pt x="7" y="1"/>
                    </a:lnTo>
                    <a:lnTo>
                      <a:pt x="6" y="0"/>
                    </a:lnTo>
                    <a:lnTo>
                      <a:pt x="4" y="0"/>
                    </a:lnTo>
                    <a:lnTo>
                      <a:pt x="0" y="5"/>
                    </a:lnTo>
                    <a:lnTo>
                      <a:pt x="2" y="6"/>
                    </a:lnTo>
                    <a:lnTo>
                      <a:pt x="4" y="8"/>
                    </a:lnTo>
                    <a:lnTo>
                      <a:pt x="4" y="10"/>
                    </a:lnTo>
                    <a:lnTo>
                      <a:pt x="4" y="12"/>
                    </a:lnTo>
                    <a:lnTo>
                      <a:pt x="4" y="13"/>
                    </a:lnTo>
                    <a:lnTo>
                      <a:pt x="4" y="15"/>
                    </a:lnTo>
                    <a:lnTo>
                      <a:pt x="6" y="15"/>
                    </a:lnTo>
                    <a:lnTo>
                      <a:pt x="6" y="17"/>
                    </a:lnTo>
                    <a:lnTo>
                      <a:pt x="6" y="19"/>
                    </a:lnTo>
                    <a:lnTo>
                      <a:pt x="6" y="20"/>
                    </a:lnTo>
                    <a:lnTo>
                      <a:pt x="7" y="22"/>
                    </a:lnTo>
                    <a:lnTo>
                      <a:pt x="7" y="24"/>
                    </a:lnTo>
                    <a:lnTo>
                      <a:pt x="9" y="26"/>
                    </a:lnTo>
                    <a:lnTo>
                      <a:pt x="11" y="26"/>
                    </a:lnTo>
                    <a:lnTo>
                      <a:pt x="13" y="27"/>
                    </a:lnTo>
                    <a:lnTo>
                      <a:pt x="14" y="27"/>
                    </a:lnTo>
                    <a:lnTo>
                      <a:pt x="16" y="27"/>
                    </a:lnTo>
                    <a:lnTo>
                      <a:pt x="18" y="27"/>
                    </a:lnTo>
                    <a:lnTo>
                      <a:pt x="20" y="27"/>
                    </a:lnTo>
                    <a:lnTo>
                      <a:pt x="21" y="27"/>
                    </a:lnTo>
                    <a:lnTo>
                      <a:pt x="21" y="26"/>
                    </a:lnTo>
                    <a:lnTo>
                      <a:pt x="21" y="27"/>
                    </a:lnTo>
                    <a:lnTo>
                      <a:pt x="21" y="26"/>
                    </a:lnTo>
                    <a:lnTo>
                      <a:pt x="18"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86" name="Google Shape;286;p10"/>
              <p:cNvSpPr/>
              <p:nvPr/>
            </p:nvSpPr>
            <p:spPr>
              <a:xfrm>
                <a:off x="4935" y="1440"/>
                <a:ext cx="12" cy="25"/>
              </a:xfrm>
              <a:custGeom>
                <a:rect b="b" l="l" r="r" t="t"/>
                <a:pathLst>
                  <a:path extrusionOk="0" h="25" w="12">
                    <a:moveTo>
                      <a:pt x="8" y="0"/>
                    </a:moveTo>
                    <a:lnTo>
                      <a:pt x="5" y="5"/>
                    </a:lnTo>
                    <a:lnTo>
                      <a:pt x="5" y="7"/>
                    </a:lnTo>
                    <a:lnTo>
                      <a:pt x="5" y="9"/>
                    </a:lnTo>
                    <a:lnTo>
                      <a:pt x="5" y="11"/>
                    </a:lnTo>
                    <a:lnTo>
                      <a:pt x="5" y="12"/>
                    </a:lnTo>
                    <a:lnTo>
                      <a:pt x="3" y="14"/>
                    </a:lnTo>
                    <a:lnTo>
                      <a:pt x="3" y="16"/>
                    </a:lnTo>
                    <a:lnTo>
                      <a:pt x="2" y="16"/>
                    </a:lnTo>
                    <a:lnTo>
                      <a:pt x="2" y="18"/>
                    </a:lnTo>
                    <a:lnTo>
                      <a:pt x="0" y="18"/>
                    </a:lnTo>
                    <a:lnTo>
                      <a:pt x="0" y="19"/>
                    </a:lnTo>
                    <a:lnTo>
                      <a:pt x="3" y="25"/>
                    </a:lnTo>
                    <a:lnTo>
                      <a:pt x="5" y="25"/>
                    </a:lnTo>
                    <a:lnTo>
                      <a:pt x="5" y="23"/>
                    </a:lnTo>
                    <a:lnTo>
                      <a:pt x="7" y="23"/>
                    </a:lnTo>
                    <a:lnTo>
                      <a:pt x="7" y="21"/>
                    </a:lnTo>
                    <a:lnTo>
                      <a:pt x="8" y="21"/>
                    </a:lnTo>
                    <a:lnTo>
                      <a:pt x="8" y="19"/>
                    </a:lnTo>
                    <a:lnTo>
                      <a:pt x="10" y="19"/>
                    </a:lnTo>
                    <a:lnTo>
                      <a:pt x="10" y="18"/>
                    </a:lnTo>
                    <a:lnTo>
                      <a:pt x="10" y="16"/>
                    </a:lnTo>
                    <a:lnTo>
                      <a:pt x="12" y="14"/>
                    </a:lnTo>
                    <a:lnTo>
                      <a:pt x="12" y="12"/>
                    </a:lnTo>
                    <a:lnTo>
                      <a:pt x="12" y="11"/>
                    </a:lnTo>
                    <a:lnTo>
                      <a:pt x="12" y="9"/>
                    </a:lnTo>
                    <a:lnTo>
                      <a:pt x="12" y="7"/>
                    </a:lnTo>
                    <a:lnTo>
                      <a:pt x="12" y="5"/>
                    </a:lnTo>
                    <a:lnTo>
                      <a:pt x="12" y="4"/>
                    </a:lnTo>
                    <a:lnTo>
                      <a:pt x="8" y="9"/>
                    </a:lnTo>
                    <a:lnTo>
                      <a:pt x="8" y="0"/>
                    </a:lnTo>
                    <a:lnTo>
                      <a:pt x="3" y="2"/>
                    </a:lnTo>
                    <a:lnTo>
                      <a:pt x="5" y="5"/>
                    </a:lnTo>
                    <a:lnTo>
                      <a:pt x="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87" name="Google Shape;287;p10"/>
              <p:cNvSpPr/>
              <p:nvPr/>
            </p:nvSpPr>
            <p:spPr>
              <a:xfrm>
                <a:off x="4943" y="1435"/>
                <a:ext cx="78" cy="14"/>
              </a:xfrm>
              <a:custGeom>
                <a:rect b="b" l="l" r="r" t="t"/>
                <a:pathLst>
                  <a:path extrusionOk="0" h="14" w="78">
                    <a:moveTo>
                      <a:pt x="73" y="7"/>
                    </a:moveTo>
                    <a:lnTo>
                      <a:pt x="70" y="0"/>
                    </a:lnTo>
                    <a:lnTo>
                      <a:pt x="0" y="5"/>
                    </a:lnTo>
                    <a:lnTo>
                      <a:pt x="0" y="14"/>
                    </a:lnTo>
                    <a:lnTo>
                      <a:pt x="70" y="7"/>
                    </a:lnTo>
                    <a:lnTo>
                      <a:pt x="66" y="2"/>
                    </a:lnTo>
                    <a:lnTo>
                      <a:pt x="73" y="7"/>
                    </a:lnTo>
                    <a:lnTo>
                      <a:pt x="78" y="0"/>
                    </a:lnTo>
                    <a:lnTo>
                      <a:pt x="70" y="0"/>
                    </a:lnTo>
                    <a:lnTo>
                      <a:pt x="7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88" name="Google Shape;288;p10"/>
              <p:cNvSpPr/>
              <p:nvPr/>
            </p:nvSpPr>
            <p:spPr>
              <a:xfrm>
                <a:off x="5004" y="1437"/>
                <a:ext cx="12" cy="24"/>
              </a:xfrm>
              <a:custGeom>
                <a:rect b="b" l="l" r="r" t="t"/>
                <a:pathLst>
                  <a:path extrusionOk="0" h="24" w="12">
                    <a:moveTo>
                      <a:pt x="5" y="19"/>
                    </a:moveTo>
                    <a:lnTo>
                      <a:pt x="7" y="21"/>
                    </a:lnTo>
                    <a:lnTo>
                      <a:pt x="7" y="19"/>
                    </a:lnTo>
                    <a:lnTo>
                      <a:pt x="7" y="17"/>
                    </a:lnTo>
                    <a:lnTo>
                      <a:pt x="7" y="15"/>
                    </a:lnTo>
                    <a:lnTo>
                      <a:pt x="7" y="14"/>
                    </a:lnTo>
                    <a:lnTo>
                      <a:pt x="7" y="12"/>
                    </a:lnTo>
                    <a:lnTo>
                      <a:pt x="9" y="12"/>
                    </a:lnTo>
                    <a:lnTo>
                      <a:pt x="9" y="10"/>
                    </a:lnTo>
                    <a:lnTo>
                      <a:pt x="9" y="8"/>
                    </a:lnTo>
                    <a:lnTo>
                      <a:pt x="9" y="7"/>
                    </a:lnTo>
                    <a:lnTo>
                      <a:pt x="11" y="7"/>
                    </a:lnTo>
                    <a:lnTo>
                      <a:pt x="11" y="5"/>
                    </a:lnTo>
                    <a:lnTo>
                      <a:pt x="12" y="5"/>
                    </a:lnTo>
                    <a:lnTo>
                      <a:pt x="5" y="0"/>
                    </a:lnTo>
                    <a:lnTo>
                      <a:pt x="5" y="2"/>
                    </a:lnTo>
                    <a:lnTo>
                      <a:pt x="4" y="2"/>
                    </a:lnTo>
                    <a:lnTo>
                      <a:pt x="4" y="3"/>
                    </a:lnTo>
                    <a:lnTo>
                      <a:pt x="4" y="5"/>
                    </a:lnTo>
                    <a:lnTo>
                      <a:pt x="2" y="5"/>
                    </a:lnTo>
                    <a:lnTo>
                      <a:pt x="2" y="7"/>
                    </a:lnTo>
                    <a:lnTo>
                      <a:pt x="2" y="8"/>
                    </a:lnTo>
                    <a:lnTo>
                      <a:pt x="0" y="10"/>
                    </a:lnTo>
                    <a:lnTo>
                      <a:pt x="0" y="12"/>
                    </a:lnTo>
                    <a:lnTo>
                      <a:pt x="0" y="14"/>
                    </a:lnTo>
                    <a:lnTo>
                      <a:pt x="0" y="15"/>
                    </a:lnTo>
                    <a:lnTo>
                      <a:pt x="0" y="17"/>
                    </a:lnTo>
                    <a:lnTo>
                      <a:pt x="0" y="19"/>
                    </a:lnTo>
                    <a:lnTo>
                      <a:pt x="0" y="21"/>
                    </a:lnTo>
                    <a:lnTo>
                      <a:pt x="0" y="24"/>
                    </a:lnTo>
                    <a:lnTo>
                      <a:pt x="0" y="21"/>
                    </a:lnTo>
                    <a:lnTo>
                      <a:pt x="0" y="22"/>
                    </a:lnTo>
                    <a:lnTo>
                      <a:pt x="0" y="24"/>
                    </a:lnTo>
                    <a:lnTo>
                      <a:pt x="5"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89" name="Google Shape;289;p10"/>
              <p:cNvSpPr/>
              <p:nvPr/>
            </p:nvSpPr>
            <p:spPr>
              <a:xfrm>
                <a:off x="5004" y="1445"/>
                <a:ext cx="37" cy="20"/>
              </a:xfrm>
              <a:custGeom>
                <a:rect b="b" l="l" r="r" t="t"/>
                <a:pathLst>
                  <a:path extrusionOk="0" h="20" w="37">
                    <a:moveTo>
                      <a:pt x="37" y="4"/>
                    </a:moveTo>
                    <a:lnTo>
                      <a:pt x="35" y="2"/>
                    </a:lnTo>
                    <a:lnTo>
                      <a:pt x="33" y="0"/>
                    </a:lnTo>
                    <a:lnTo>
                      <a:pt x="31" y="0"/>
                    </a:lnTo>
                    <a:lnTo>
                      <a:pt x="30" y="0"/>
                    </a:lnTo>
                    <a:lnTo>
                      <a:pt x="28" y="0"/>
                    </a:lnTo>
                    <a:lnTo>
                      <a:pt x="26" y="0"/>
                    </a:lnTo>
                    <a:lnTo>
                      <a:pt x="24" y="2"/>
                    </a:lnTo>
                    <a:lnTo>
                      <a:pt x="23" y="2"/>
                    </a:lnTo>
                    <a:lnTo>
                      <a:pt x="21" y="4"/>
                    </a:lnTo>
                    <a:lnTo>
                      <a:pt x="19" y="6"/>
                    </a:lnTo>
                    <a:lnTo>
                      <a:pt x="17" y="6"/>
                    </a:lnTo>
                    <a:lnTo>
                      <a:pt x="17" y="7"/>
                    </a:lnTo>
                    <a:lnTo>
                      <a:pt x="16" y="7"/>
                    </a:lnTo>
                    <a:lnTo>
                      <a:pt x="16" y="9"/>
                    </a:lnTo>
                    <a:lnTo>
                      <a:pt x="14" y="9"/>
                    </a:lnTo>
                    <a:lnTo>
                      <a:pt x="14" y="11"/>
                    </a:lnTo>
                    <a:lnTo>
                      <a:pt x="12" y="11"/>
                    </a:lnTo>
                    <a:lnTo>
                      <a:pt x="12" y="13"/>
                    </a:lnTo>
                    <a:lnTo>
                      <a:pt x="11" y="13"/>
                    </a:lnTo>
                    <a:lnTo>
                      <a:pt x="9" y="13"/>
                    </a:lnTo>
                    <a:lnTo>
                      <a:pt x="7" y="13"/>
                    </a:lnTo>
                    <a:lnTo>
                      <a:pt x="7" y="11"/>
                    </a:lnTo>
                    <a:lnTo>
                      <a:pt x="5" y="11"/>
                    </a:lnTo>
                    <a:lnTo>
                      <a:pt x="0" y="16"/>
                    </a:lnTo>
                    <a:lnTo>
                      <a:pt x="2" y="18"/>
                    </a:lnTo>
                    <a:lnTo>
                      <a:pt x="4" y="18"/>
                    </a:lnTo>
                    <a:lnTo>
                      <a:pt x="5" y="20"/>
                    </a:lnTo>
                    <a:lnTo>
                      <a:pt x="7" y="20"/>
                    </a:lnTo>
                    <a:lnTo>
                      <a:pt x="9" y="20"/>
                    </a:lnTo>
                    <a:lnTo>
                      <a:pt x="11" y="20"/>
                    </a:lnTo>
                    <a:lnTo>
                      <a:pt x="12" y="20"/>
                    </a:lnTo>
                    <a:lnTo>
                      <a:pt x="14" y="20"/>
                    </a:lnTo>
                    <a:lnTo>
                      <a:pt x="16" y="20"/>
                    </a:lnTo>
                    <a:lnTo>
                      <a:pt x="16" y="18"/>
                    </a:lnTo>
                    <a:lnTo>
                      <a:pt x="17" y="18"/>
                    </a:lnTo>
                    <a:lnTo>
                      <a:pt x="17" y="16"/>
                    </a:lnTo>
                    <a:lnTo>
                      <a:pt x="19" y="16"/>
                    </a:lnTo>
                    <a:lnTo>
                      <a:pt x="19" y="14"/>
                    </a:lnTo>
                    <a:lnTo>
                      <a:pt x="21" y="14"/>
                    </a:lnTo>
                    <a:lnTo>
                      <a:pt x="21" y="13"/>
                    </a:lnTo>
                    <a:lnTo>
                      <a:pt x="23" y="13"/>
                    </a:lnTo>
                    <a:lnTo>
                      <a:pt x="23" y="11"/>
                    </a:lnTo>
                    <a:lnTo>
                      <a:pt x="24" y="11"/>
                    </a:lnTo>
                    <a:lnTo>
                      <a:pt x="24" y="9"/>
                    </a:lnTo>
                    <a:lnTo>
                      <a:pt x="26" y="9"/>
                    </a:lnTo>
                    <a:lnTo>
                      <a:pt x="28" y="7"/>
                    </a:lnTo>
                    <a:lnTo>
                      <a:pt x="30" y="7"/>
                    </a:lnTo>
                    <a:lnTo>
                      <a:pt x="31" y="7"/>
                    </a:lnTo>
                    <a:lnTo>
                      <a:pt x="31" y="9"/>
                    </a:lnTo>
                    <a:lnTo>
                      <a:pt x="30" y="6"/>
                    </a:lnTo>
                    <a:lnTo>
                      <a:pt x="37" y="4"/>
                    </a:lnTo>
                    <a:lnTo>
                      <a:pt x="37" y="2"/>
                    </a:lnTo>
                    <a:lnTo>
                      <a:pt x="35" y="2"/>
                    </a:lnTo>
                    <a:lnTo>
                      <a:pt x="37"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90" name="Google Shape;290;p10"/>
              <p:cNvSpPr/>
              <p:nvPr/>
            </p:nvSpPr>
            <p:spPr>
              <a:xfrm>
                <a:off x="5034" y="1449"/>
                <a:ext cx="17" cy="26"/>
              </a:xfrm>
              <a:custGeom>
                <a:rect b="b" l="l" r="r" t="t"/>
                <a:pathLst>
                  <a:path extrusionOk="0" h="26" w="17">
                    <a:moveTo>
                      <a:pt x="13" y="19"/>
                    </a:moveTo>
                    <a:lnTo>
                      <a:pt x="15" y="17"/>
                    </a:lnTo>
                    <a:lnTo>
                      <a:pt x="13" y="17"/>
                    </a:lnTo>
                    <a:lnTo>
                      <a:pt x="12" y="17"/>
                    </a:lnTo>
                    <a:lnTo>
                      <a:pt x="12" y="16"/>
                    </a:lnTo>
                    <a:lnTo>
                      <a:pt x="10" y="16"/>
                    </a:lnTo>
                    <a:lnTo>
                      <a:pt x="10" y="14"/>
                    </a:lnTo>
                    <a:lnTo>
                      <a:pt x="10" y="12"/>
                    </a:lnTo>
                    <a:lnTo>
                      <a:pt x="8" y="12"/>
                    </a:lnTo>
                    <a:lnTo>
                      <a:pt x="8" y="10"/>
                    </a:lnTo>
                    <a:lnTo>
                      <a:pt x="8" y="9"/>
                    </a:lnTo>
                    <a:lnTo>
                      <a:pt x="8" y="7"/>
                    </a:lnTo>
                    <a:lnTo>
                      <a:pt x="8" y="5"/>
                    </a:lnTo>
                    <a:lnTo>
                      <a:pt x="8" y="3"/>
                    </a:lnTo>
                    <a:lnTo>
                      <a:pt x="7" y="2"/>
                    </a:lnTo>
                    <a:lnTo>
                      <a:pt x="7" y="0"/>
                    </a:lnTo>
                    <a:lnTo>
                      <a:pt x="0" y="2"/>
                    </a:lnTo>
                    <a:lnTo>
                      <a:pt x="0" y="3"/>
                    </a:lnTo>
                    <a:lnTo>
                      <a:pt x="1" y="5"/>
                    </a:lnTo>
                    <a:lnTo>
                      <a:pt x="1" y="7"/>
                    </a:lnTo>
                    <a:lnTo>
                      <a:pt x="1" y="9"/>
                    </a:lnTo>
                    <a:lnTo>
                      <a:pt x="1" y="10"/>
                    </a:lnTo>
                    <a:lnTo>
                      <a:pt x="1" y="12"/>
                    </a:lnTo>
                    <a:lnTo>
                      <a:pt x="1" y="14"/>
                    </a:lnTo>
                    <a:lnTo>
                      <a:pt x="3" y="14"/>
                    </a:lnTo>
                    <a:lnTo>
                      <a:pt x="3" y="16"/>
                    </a:lnTo>
                    <a:lnTo>
                      <a:pt x="3" y="17"/>
                    </a:lnTo>
                    <a:lnTo>
                      <a:pt x="5" y="19"/>
                    </a:lnTo>
                    <a:lnTo>
                      <a:pt x="5" y="21"/>
                    </a:lnTo>
                    <a:lnTo>
                      <a:pt x="7" y="21"/>
                    </a:lnTo>
                    <a:lnTo>
                      <a:pt x="7" y="22"/>
                    </a:lnTo>
                    <a:lnTo>
                      <a:pt x="8" y="24"/>
                    </a:lnTo>
                    <a:lnTo>
                      <a:pt x="10" y="24"/>
                    </a:lnTo>
                    <a:lnTo>
                      <a:pt x="12" y="24"/>
                    </a:lnTo>
                    <a:lnTo>
                      <a:pt x="13" y="26"/>
                    </a:lnTo>
                    <a:lnTo>
                      <a:pt x="15" y="26"/>
                    </a:lnTo>
                    <a:lnTo>
                      <a:pt x="17" y="26"/>
                    </a:lnTo>
                    <a:lnTo>
                      <a:pt x="15" y="26"/>
                    </a:lnTo>
                    <a:lnTo>
                      <a:pt x="17" y="26"/>
                    </a:lnTo>
                    <a:lnTo>
                      <a:pt x="13"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91" name="Google Shape;291;p10"/>
              <p:cNvSpPr/>
              <p:nvPr/>
            </p:nvSpPr>
            <p:spPr>
              <a:xfrm>
                <a:off x="5041" y="1428"/>
                <a:ext cx="22" cy="47"/>
              </a:xfrm>
              <a:custGeom>
                <a:rect b="b" l="l" r="r" t="t"/>
                <a:pathLst>
                  <a:path extrusionOk="0" h="47" w="22">
                    <a:moveTo>
                      <a:pt x="5" y="0"/>
                    </a:moveTo>
                    <a:lnTo>
                      <a:pt x="1" y="5"/>
                    </a:lnTo>
                    <a:lnTo>
                      <a:pt x="1" y="7"/>
                    </a:lnTo>
                    <a:lnTo>
                      <a:pt x="3" y="9"/>
                    </a:lnTo>
                    <a:lnTo>
                      <a:pt x="5" y="11"/>
                    </a:lnTo>
                    <a:lnTo>
                      <a:pt x="5" y="12"/>
                    </a:lnTo>
                    <a:lnTo>
                      <a:pt x="5" y="14"/>
                    </a:lnTo>
                    <a:lnTo>
                      <a:pt x="6" y="14"/>
                    </a:lnTo>
                    <a:lnTo>
                      <a:pt x="6" y="16"/>
                    </a:lnTo>
                    <a:lnTo>
                      <a:pt x="8" y="17"/>
                    </a:lnTo>
                    <a:lnTo>
                      <a:pt x="8" y="19"/>
                    </a:lnTo>
                    <a:lnTo>
                      <a:pt x="10" y="19"/>
                    </a:lnTo>
                    <a:lnTo>
                      <a:pt x="10" y="21"/>
                    </a:lnTo>
                    <a:lnTo>
                      <a:pt x="12" y="23"/>
                    </a:lnTo>
                    <a:lnTo>
                      <a:pt x="12" y="24"/>
                    </a:lnTo>
                    <a:lnTo>
                      <a:pt x="13" y="24"/>
                    </a:lnTo>
                    <a:lnTo>
                      <a:pt x="13" y="26"/>
                    </a:lnTo>
                    <a:lnTo>
                      <a:pt x="13" y="28"/>
                    </a:lnTo>
                    <a:lnTo>
                      <a:pt x="15" y="28"/>
                    </a:lnTo>
                    <a:lnTo>
                      <a:pt x="15" y="30"/>
                    </a:lnTo>
                    <a:lnTo>
                      <a:pt x="15" y="31"/>
                    </a:lnTo>
                    <a:lnTo>
                      <a:pt x="15" y="33"/>
                    </a:lnTo>
                    <a:lnTo>
                      <a:pt x="15" y="35"/>
                    </a:lnTo>
                    <a:lnTo>
                      <a:pt x="13" y="35"/>
                    </a:lnTo>
                    <a:lnTo>
                      <a:pt x="13" y="37"/>
                    </a:lnTo>
                    <a:lnTo>
                      <a:pt x="12" y="37"/>
                    </a:lnTo>
                    <a:lnTo>
                      <a:pt x="10" y="38"/>
                    </a:lnTo>
                    <a:lnTo>
                      <a:pt x="8" y="38"/>
                    </a:lnTo>
                    <a:lnTo>
                      <a:pt x="6" y="40"/>
                    </a:lnTo>
                    <a:lnTo>
                      <a:pt x="10" y="47"/>
                    </a:lnTo>
                    <a:lnTo>
                      <a:pt x="12" y="45"/>
                    </a:lnTo>
                    <a:lnTo>
                      <a:pt x="13" y="43"/>
                    </a:lnTo>
                    <a:lnTo>
                      <a:pt x="15" y="43"/>
                    </a:lnTo>
                    <a:lnTo>
                      <a:pt x="17" y="42"/>
                    </a:lnTo>
                    <a:lnTo>
                      <a:pt x="19" y="40"/>
                    </a:lnTo>
                    <a:lnTo>
                      <a:pt x="20" y="38"/>
                    </a:lnTo>
                    <a:lnTo>
                      <a:pt x="22" y="37"/>
                    </a:lnTo>
                    <a:lnTo>
                      <a:pt x="22" y="35"/>
                    </a:lnTo>
                    <a:lnTo>
                      <a:pt x="22" y="33"/>
                    </a:lnTo>
                    <a:lnTo>
                      <a:pt x="22" y="31"/>
                    </a:lnTo>
                    <a:lnTo>
                      <a:pt x="22" y="30"/>
                    </a:lnTo>
                    <a:lnTo>
                      <a:pt x="22" y="28"/>
                    </a:lnTo>
                    <a:lnTo>
                      <a:pt x="20" y="26"/>
                    </a:lnTo>
                    <a:lnTo>
                      <a:pt x="20" y="24"/>
                    </a:lnTo>
                    <a:lnTo>
                      <a:pt x="20" y="23"/>
                    </a:lnTo>
                    <a:lnTo>
                      <a:pt x="19" y="21"/>
                    </a:lnTo>
                    <a:lnTo>
                      <a:pt x="17" y="19"/>
                    </a:lnTo>
                    <a:lnTo>
                      <a:pt x="17" y="17"/>
                    </a:lnTo>
                    <a:lnTo>
                      <a:pt x="15" y="16"/>
                    </a:lnTo>
                    <a:lnTo>
                      <a:pt x="15" y="14"/>
                    </a:lnTo>
                    <a:lnTo>
                      <a:pt x="13" y="14"/>
                    </a:lnTo>
                    <a:lnTo>
                      <a:pt x="13" y="12"/>
                    </a:lnTo>
                    <a:lnTo>
                      <a:pt x="12" y="11"/>
                    </a:lnTo>
                    <a:lnTo>
                      <a:pt x="12" y="9"/>
                    </a:lnTo>
                    <a:lnTo>
                      <a:pt x="10" y="7"/>
                    </a:lnTo>
                    <a:lnTo>
                      <a:pt x="10" y="5"/>
                    </a:lnTo>
                    <a:lnTo>
                      <a:pt x="8" y="4"/>
                    </a:lnTo>
                    <a:lnTo>
                      <a:pt x="6" y="7"/>
                    </a:lnTo>
                    <a:lnTo>
                      <a:pt x="5" y="0"/>
                    </a:lnTo>
                    <a:lnTo>
                      <a:pt x="0" y="2"/>
                    </a:lnTo>
                    <a:lnTo>
                      <a:pt x="1" y="5"/>
                    </a:lnTo>
                    <a:lnTo>
                      <a:pt x="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92" name="Google Shape;292;p10"/>
              <p:cNvSpPr/>
              <p:nvPr/>
            </p:nvSpPr>
            <p:spPr>
              <a:xfrm>
                <a:off x="5046" y="1414"/>
                <a:ext cx="45" cy="21"/>
              </a:xfrm>
              <a:custGeom>
                <a:rect b="b" l="l" r="r" t="t"/>
                <a:pathLst>
                  <a:path extrusionOk="0" h="21" w="45">
                    <a:moveTo>
                      <a:pt x="45" y="6"/>
                    </a:moveTo>
                    <a:lnTo>
                      <a:pt x="40" y="4"/>
                    </a:lnTo>
                    <a:lnTo>
                      <a:pt x="38" y="4"/>
                    </a:lnTo>
                    <a:lnTo>
                      <a:pt x="36" y="4"/>
                    </a:lnTo>
                    <a:lnTo>
                      <a:pt x="34" y="6"/>
                    </a:lnTo>
                    <a:lnTo>
                      <a:pt x="33" y="6"/>
                    </a:lnTo>
                    <a:lnTo>
                      <a:pt x="31" y="6"/>
                    </a:lnTo>
                    <a:lnTo>
                      <a:pt x="31" y="7"/>
                    </a:lnTo>
                    <a:lnTo>
                      <a:pt x="29" y="7"/>
                    </a:lnTo>
                    <a:lnTo>
                      <a:pt x="27" y="7"/>
                    </a:lnTo>
                    <a:lnTo>
                      <a:pt x="26" y="7"/>
                    </a:lnTo>
                    <a:lnTo>
                      <a:pt x="26" y="9"/>
                    </a:lnTo>
                    <a:lnTo>
                      <a:pt x="24" y="9"/>
                    </a:lnTo>
                    <a:lnTo>
                      <a:pt x="22" y="9"/>
                    </a:lnTo>
                    <a:lnTo>
                      <a:pt x="21" y="9"/>
                    </a:lnTo>
                    <a:lnTo>
                      <a:pt x="19" y="11"/>
                    </a:lnTo>
                    <a:lnTo>
                      <a:pt x="17" y="11"/>
                    </a:lnTo>
                    <a:lnTo>
                      <a:pt x="15" y="11"/>
                    </a:lnTo>
                    <a:lnTo>
                      <a:pt x="14" y="11"/>
                    </a:lnTo>
                    <a:lnTo>
                      <a:pt x="12" y="12"/>
                    </a:lnTo>
                    <a:lnTo>
                      <a:pt x="10" y="12"/>
                    </a:lnTo>
                    <a:lnTo>
                      <a:pt x="8" y="12"/>
                    </a:lnTo>
                    <a:lnTo>
                      <a:pt x="7" y="12"/>
                    </a:lnTo>
                    <a:lnTo>
                      <a:pt x="5" y="12"/>
                    </a:lnTo>
                    <a:lnTo>
                      <a:pt x="5" y="14"/>
                    </a:lnTo>
                    <a:lnTo>
                      <a:pt x="3" y="14"/>
                    </a:lnTo>
                    <a:lnTo>
                      <a:pt x="1" y="14"/>
                    </a:lnTo>
                    <a:lnTo>
                      <a:pt x="0" y="14"/>
                    </a:lnTo>
                    <a:lnTo>
                      <a:pt x="1" y="21"/>
                    </a:lnTo>
                    <a:lnTo>
                      <a:pt x="3" y="21"/>
                    </a:lnTo>
                    <a:lnTo>
                      <a:pt x="5" y="21"/>
                    </a:lnTo>
                    <a:lnTo>
                      <a:pt x="7" y="21"/>
                    </a:lnTo>
                    <a:lnTo>
                      <a:pt x="8" y="19"/>
                    </a:lnTo>
                    <a:lnTo>
                      <a:pt x="10" y="19"/>
                    </a:lnTo>
                    <a:lnTo>
                      <a:pt x="12" y="19"/>
                    </a:lnTo>
                    <a:lnTo>
                      <a:pt x="14" y="19"/>
                    </a:lnTo>
                    <a:lnTo>
                      <a:pt x="15" y="18"/>
                    </a:lnTo>
                    <a:lnTo>
                      <a:pt x="17" y="18"/>
                    </a:lnTo>
                    <a:lnTo>
                      <a:pt x="19" y="18"/>
                    </a:lnTo>
                    <a:lnTo>
                      <a:pt x="21" y="18"/>
                    </a:lnTo>
                    <a:lnTo>
                      <a:pt x="22" y="18"/>
                    </a:lnTo>
                    <a:lnTo>
                      <a:pt x="24" y="16"/>
                    </a:lnTo>
                    <a:lnTo>
                      <a:pt x="26" y="16"/>
                    </a:lnTo>
                    <a:lnTo>
                      <a:pt x="27" y="16"/>
                    </a:lnTo>
                    <a:lnTo>
                      <a:pt x="29" y="14"/>
                    </a:lnTo>
                    <a:lnTo>
                      <a:pt x="31" y="14"/>
                    </a:lnTo>
                    <a:lnTo>
                      <a:pt x="33" y="14"/>
                    </a:lnTo>
                    <a:lnTo>
                      <a:pt x="34" y="12"/>
                    </a:lnTo>
                    <a:lnTo>
                      <a:pt x="36" y="12"/>
                    </a:lnTo>
                    <a:lnTo>
                      <a:pt x="38" y="12"/>
                    </a:lnTo>
                    <a:lnTo>
                      <a:pt x="40" y="11"/>
                    </a:lnTo>
                    <a:lnTo>
                      <a:pt x="41" y="11"/>
                    </a:lnTo>
                    <a:lnTo>
                      <a:pt x="43" y="9"/>
                    </a:lnTo>
                    <a:lnTo>
                      <a:pt x="38" y="6"/>
                    </a:lnTo>
                    <a:lnTo>
                      <a:pt x="45" y="6"/>
                    </a:lnTo>
                    <a:lnTo>
                      <a:pt x="45" y="0"/>
                    </a:lnTo>
                    <a:lnTo>
                      <a:pt x="40" y="4"/>
                    </a:lnTo>
                    <a:lnTo>
                      <a:pt x="45"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93" name="Google Shape;293;p10"/>
              <p:cNvSpPr/>
              <p:nvPr/>
            </p:nvSpPr>
            <p:spPr>
              <a:xfrm>
                <a:off x="4959" y="1477"/>
                <a:ext cx="121" cy="145"/>
              </a:xfrm>
              <a:custGeom>
                <a:rect b="b" l="l" r="r" t="t"/>
                <a:pathLst>
                  <a:path extrusionOk="0" h="145" w="121">
                    <a:moveTo>
                      <a:pt x="109" y="14"/>
                    </a:moveTo>
                    <a:lnTo>
                      <a:pt x="111" y="17"/>
                    </a:lnTo>
                    <a:lnTo>
                      <a:pt x="113" y="20"/>
                    </a:lnTo>
                    <a:lnTo>
                      <a:pt x="114" y="24"/>
                    </a:lnTo>
                    <a:lnTo>
                      <a:pt x="116" y="27"/>
                    </a:lnTo>
                    <a:lnTo>
                      <a:pt x="116" y="31"/>
                    </a:lnTo>
                    <a:lnTo>
                      <a:pt x="118" y="34"/>
                    </a:lnTo>
                    <a:lnTo>
                      <a:pt x="120" y="38"/>
                    </a:lnTo>
                    <a:lnTo>
                      <a:pt x="120" y="41"/>
                    </a:lnTo>
                    <a:lnTo>
                      <a:pt x="121" y="45"/>
                    </a:lnTo>
                    <a:lnTo>
                      <a:pt x="121" y="50"/>
                    </a:lnTo>
                    <a:lnTo>
                      <a:pt x="121" y="53"/>
                    </a:lnTo>
                    <a:lnTo>
                      <a:pt x="121" y="57"/>
                    </a:lnTo>
                    <a:lnTo>
                      <a:pt x="121" y="60"/>
                    </a:lnTo>
                    <a:lnTo>
                      <a:pt x="121" y="64"/>
                    </a:lnTo>
                    <a:lnTo>
                      <a:pt x="121" y="67"/>
                    </a:lnTo>
                    <a:lnTo>
                      <a:pt x="121" y="71"/>
                    </a:lnTo>
                    <a:lnTo>
                      <a:pt x="121" y="76"/>
                    </a:lnTo>
                    <a:lnTo>
                      <a:pt x="121" y="79"/>
                    </a:lnTo>
                    <a:lnTo>
                      <a:pt x="121" y="83"/>
                    </a:lnTo>
                    <a:lnTo>
                      <a:pt x="120" y="86"/>
                    </a:lnTo>
                    <a:lnTo>
                      <a:pt x="120" y="90"/>
                    </a:lnTo>
                    <a:lnTo>
                      <a:pt x="120" y="93"/>
                    </a:lnTo>
                    <a:lnTo>
                      <a:pt x="118" y="98"/>
                    </a:lnTo>
                    <a:lnTo>
                      <a:pt x="118" y="102"/>
                    </a:lnTo>
                    <a:lnTo>
                      <a:pt x="116" y="105"/>
                    </a:lnTo>
                    <a:lnTo>
                      <a:pt x="116" y="109"/>
                    </a:lnTo>
                    <a:lnTo>
                      <a:pt x="114" y="112"/>
                    </a:lnTo>
                    <a:lnTo>
                      <a:pt x="114" y="116"/>
                    </a:lnTo>
                    <a:lnTo>
                      <a:pt x="113" y="119"/>
                    </a:lnTo>
                    <a:lnTo>
                      <a:pt x="111" y="123"/>
                    </a:lnTo>
                    <a:lnTo>
                      <a:pt x="111" y="126"/>
                    </a:lnTo>
                    <a:lnTo>
                      <a:pt x="109" y="131"/>
                    </a:lnTo>
                    <a:lnTo>
                      <a:pt x="108" y="133"/>
                    </a:lnTo>
                    <a:lnTo>
                      <a:pt x="104" y="135"/>
                    </a:lnTo>
                    <a:lnTo>
                      <a:pt x="102" y="137"/>
                    </a:lnTo>
                    <a:lnTo>
                      <a:pt x="99" y="138"/>
                    </a:lnTo>
                    <a:lnTo>
                      <a:pt x="95" y="140"/>
                    </a:lnTo>
                    <a:lnTo>
                      <a:pt x="94" y="142"/>
                    </a:lnTo>
                    <a:lnTo>
                      <a:pt x="90" y="142"/>
                    </a:lnTo>
                    <a:lnTo>
                      <a:pt x="87" y="143"/>
                    </a:lnTo>
                    <a:lnTo>
                      <a:pt x="83" y="143"/>
                    </a:lnTo>
                    <a:lnTo>
                      <a:pt x="82" y="143"/>
                    </a:lnTo>
                    <a:lnTo>
                      <a:pt x="78" y="145"/>
                    </a:lnTo>
                    <a:lnTo>
                      <a:pt x="75" y="145"/>
                    </a:lnTo>
                    <a:lnTo>
                      <a:pt x="71" y="145"/>
                    </a:lnTo>
                    <a:lnTo>
                      <a:pt x="68" y="145"/>
                    </a:lnTo>
                    <a:lnTo>
                      <a:pt x="64" y="145"/>
                    </a:lnTo>
                    <a:lnTo>
                      <a:pt x="62" y="143"/>
                    </a:lnTo>
                    <a:lnTo>
                      <a:pt x="59" y="143"/>
                    </a:lnTo>
                    <a:lnTo>
                      <a:pt x="56" y="143"/>
                    </a:lnTo>
                    <a:lnTo>
                      <a:pt x="52" y="143"/>
                    </a:lnTo>
                    <a:lnTo>
                      <a:pt x="49" y="142"/>
                    </a:lnTo>
                    <a:lnTo>
                      <a:pt x="45" y="142"/>
                    </a:lnTo>
                    <a:lnTo>
                      <a:pt x="42" y="140"/>
                    </a:lnTo>
                    <a:lnTo>
                      <a:pt x="38" y="140"/>
                    </a:lnTo>
                    <a:lnTo>
                      <a:pt x="36" y="138"/>
                    </a:lnTo>
                    <a:lnTo>
                      <a:pt x="33" y="138"/>
                    </a:lnTo>
                    <a:lnTo>
                      <a:pt x="30" y="137"/>
                    </a:lnTo>
                    <a:lnTo>
                      <a:pt x="26" y="135"/>
                    </a:lnTo>
                    <a:lnTo>
                      <a:pt x="24" y="135"/>
                    </a:lnTo>
                    <a:lnTo>
                      <a:pt x="21" y="133"/>
                    </a:lnTo>
                    <a:lnTo>
                      <a:pt x="17" y="133"/>
                    </a:lnTo>
                    <a:lnTo>
                      <a:pt x="16" y="131"/>
                    </a:lnTo>
                    <a:lnTo>
                      <a:pt x="12" y="131"/>
                    </a:lnTo>
                    <a:lnTo>
                      <a:pt x="10" y="128"/>
                    </a:lnTo>
                    <a:lnTo>
                      <a:pt x="9" y="124"/>
                    </a:lnTo>
                    <a:lnTo>
                      <a:pt x="7" y="123"/>
                    </a:lnTo>
                    <a:lnTo>
                      <a:pt x="5" y="119"/>
                    </a:lnTo>
                    <a:lnTo>
                      <a:pt x="4" y="116"/>
                    </a:lnTo>
                    <a:lnTo>
                      <a:pt x="4" y="112"/>
                    </a:lnTo>
                    <a:lnTo>
                      <a:pt x="2" y="111"/>
                    </a:lnTo>
                    <a:lnTo>
                      <a:pt x="2" y="107"/>
                    </a:lnTo>
                    <a:lnTo>
                      <a:pt x="0" y="104"/>
                    </a:lnTo>
                    <a:lnTo>
                      <a:pt x="0" y="100"/>
                    </a:lnTo>
                    <a:lnTo>
                      <a:pt x="0" y="97"/>
                    </a:lnTo>
                    <a:lnTo>
                      <a:pt x="0" y="93"/>
                    </a:lnTo>
                    <a:lnTo>
                      <a:pt x="0" y="90"/>
                    </a:lnTo>
                    <a:lnTo>
                      <a:pt x="0" y="86"/>
                    </a:lnTo>
                    <a:lnTo>
                      <a:pt x="0" y="83"/>
                    </a:lnTo>
                    <a:lnTo>
                      <a:pt x="0" y="79"/>
                    </a:lnTo>
                    <a:lnTo>
                      <a:pt x="2" y="76"/>
                    </a:lnTo>
                    <a:lnTo>
                      <a:pt x="2" y="72"/>
                    </a:lnTo>
                    <a:lnTo>
                      <a:pt x="2" y="69"/>
                    </a:lnTo>
                    <a:lnTo>
                      <a:pt x="2" y="66"/>
                    </a:lnTo>
                    <a:lnTo>
                      <a:pt x="4" y="62"/>
                    </a:lnTo>
                    <a:lnTo>
                      <a:pt x="4" y="59"/>
                    </a:lnTo>
                    <a:lnTo>
                      <a:pt x="5" y="55"/>
                    </a:lnTo>
                    <a:lnTo>
                      <a:pt x="5" y="52"/>
                    </a:lnTo>
                    <a:lnTo>
                      <a:pt x="5" y="48"/>
                    </a:lnTo>
                    <a:lnTo>
                      <a:pt x="7" y="46"/>
                    </a:lnTo>
                    <a:lnTo>
                      <a:pt x="7" y="43"/>
                    </a:lnTo>
                    <a:lnTo>
                      <a:pt x="9" y="40"/>
                    </a:lnTo>
                    <a:lnTo>
                      <a:pt x="9" y="36"/>
                    </a:lnTo>
                    <a:lnTo>
                      <a:pt x="9" y="33"/>
                    </a:lnTo>
                    <a:lnTo>
                      <a:pt x="9" y="29"/>
                    </a:lnTo>
                    <a:lnTo>
                      <a:pt x="10" y="26"/>
                    </a:lnTo>
                    <a:lnTo>
                      <a:pt x="10" y="24"/>
                    </a:lnTo>
                    <a:lnTo>
                      <a:pt x="12" y="22"/>
                    </a:lnTo>
                    <a:lnTo>
                      <a:pt x="14" y="20"/>
                    </a:lnTo>
                    <a:lnTo>
                      <a:pt x="14" y="19"/>
                    </a:lnTo>
                    <a:lnTo>
                      <a:pt x="16" y="17"/>
                    </a:lnTo>
                    <a:lnTo>
                      <a:pt x="17" y="15"/>
                    </a:lnTo>
                    <a:lnTo>
                      <a:pt x="19" y="14"/>
                    </a:lnTo>
                    <a:lnTo>
                      <a:pt x="21" y="12"/>
                    </a:lnTo>
                    <a:lnTo>
                      <a:pt x="23" y="12"/>
                    </a:lnTo>
                    <a:lnTo>
                      <a:pt x="24" y="10"/>
                    </a:lnTo>
                    <a:lnTo>
                      <a:pt x="26" y="8"/>
                    </a:lnTo>
                    <a:lnTo>
                      <a:pt x="28" y="8"/>
                    </a:lnTo>
                    <a:lnTo>
                      <a:pt x="30" y="7"/>
                    </a:lnTo>
                    <a:lnTo>
                      <a:pt x="31" y="7"/>
                    </a:lnTo>
                    <a:lnTo>
                      <a:pt x="33" y="7"/>
                    </a:lnTo>
                    <a:lnTo>
                      <a:pt x="35" y="5"/>
                    </a:lnTo>
                    <a:lnTo>
                      <a:pt x="36" y="5"/>
                    </a:lnTo>
                    <a:lnTo>
                      <a:pt x="38" y="5"/>
                    </a:lnTo>
                    <a:lnTo>
                      <a:pt x="40" y="3"/>
                    </a:lnTo>
                    <a:lnTo>
                      <a:pt x="42" y="3"/>
                    </a:lnTo>
                    <a:lnTo>
                      <a:pt x="43" y="3"/>
                    </a:lnTo>
                    <a:lnTo>
                      <a:pt x="45" y="3"/>
                    </a:lnTo>
                    <a:lnTo>
                      <a:pt x="47" y="1"/>
                    </a:lnTo>
                    <a:lnTo>
                      <a:pt x="49" y="1"/>
                    </a:lnTo>
                    <a:lnTo>
                      <a:pt x="50" y="1"/>
                    </a:lnTo>
                    <a:lnTo>
                      <a:pt x="52" y="1"/>
                    </a:lnTo>
                    <a:lnTo>
                      <a:pt x="54" y="1"/>
                    </a:lnTo>
                    <a:lnTo>
                      <a:pt x="56" y="0"/>
                    </a:lnTo>
                    <a:lnTo>
                      <a:pt x="57" y="1"/>
                    </a:lnTo>
                    <a:lnTo>
                      <a:pt x="59" y="1"/>
                    </a:lnTo>
                    <a:lnTo>
                      <a:pt x="61" y="1"/>
                    </a:lnTo>
                    <a:lnTo>
                      <a:pt x="62" y="1"/>
                    </a:lnTo>
                    <a:lnTo>
                      <a:pt x="64" y="1"/>
                    </a:lnTo>
                    <a:lnTo>
                      <a:pt x="66" y="3"/>
                    </a:lnTo>
                    <a:lnTo>
                      <a:pt x="68" y="3"/>
                    </a:lnTo>
                    <a:lnTo>
                      <a:pt x="69" y="3"/>
                    </a:lnTo>
                    <a:lnTo>
                      <a:pt x="71" y="3"/>
                    </a:lnTo>
                    <a:lnTo>
                      <a:pt x="73" y="3"/>
                    </a:lnTo>
                    <a:lnTo>
                      <a:pt x="75" y="3"/>
                    </a:lnTo>
                    <a:lnTo>
                      <a:pt x="76" y="3"/>
                    </a:lnTo>
                    <a:lnTo>
                      <a:pt x="78" y="5"/>
                    </a:lnTo>
                    <a:lnTo>
                      <a:pt x="80" y="5"/>
                    </a:lnTo>
                    <a:lnTo>
                      <a:pt x="82" y="5"/>
                    </a:lnTo>
                    <a:lnTo>
                      <a:pt x="83" y="5"/>
                    </a:lnTo>
                    <a:lnTo>
                      <a:pt x="85" y="5"/>
                    </a:lnTo>
                    <a:lnTo>
                      <a:pt x="87" y="5"/>
                    </a:lnTo>
                    <a:lnTo>
                      <a:pt x="88" y="5"/>
                    </a:lnTo>
                    <a:lnTo>
                      <a:pt x="90" y="7"/>
                    </a:lnTo>
                    <a:lnTo>
                      <a:pt x="92" y="7"/>
                    </a:lnTo>
                    <a:lnTo>
                      <a:pt x="94" y="7"/>
                    </a:lnTo>
                    <a:lnTo>
                      <a:pt x="95" y="7"/>
                    </a:lnTo>
                    <a:lnTo>
                      <a:pt x="97" y="8"/>
                    </a:lnTo>
                    <a:lnTo>
                      <a:pt x="99" y="8"/>
                    </a:lnTo>
                    <a:lnTo>
                      <a:pt x="101" y="8"/>
                    </a:lnTo>
                    <a:lnTo>
                      <a:pt x="102" y="10"/>
                    </a:lnTo>
                    <a:lnTo>
                      <a:pt x="104" y="10"/>
                    </a:lnTo>
                    <a:lnTo>
                      <a:pt x="106" y="12"/>
                    </a:lnTo>
                    <a:lnTo>
                      <a:pt x="108" y="14"/>
                    </a:lnTo>
                    <a:lnTo>
                      <a:pt x="109"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94" name="Google Shape;294;p10"/>
              <p:cNvSpPr/>
              <p:nvPr/>
            </p:nvSpPr>
            <p:spPr>
              <a:xfrm>
                <a:off x="5065" y="1489"/>
                <a:ext cx="21" cy="121"/>
              </a:xfrm>
              <a:custGeom>
                <a:rect b="b" l="l" r="r" t="t"/>
                <a:pathLst>
                  <a:path extrusionOk="0" h="121" w="21">
                    <a:moveTo>
                      <a:pt x="5" y="121"/>
                    </a:moveTo>
                    <a:lnTo>
                      <a:pt x="7" y="119"/>
                    </a:lnTo>
                    <a:lnTo>
                      <a:pt x="8" y="116"/>
                    </a:lnTo>
                    <a:lnTo>
                      <a:pt x="8" y="112"/>
                    </a:lnTo>
                    <a:lnTo>
                      <a:pt x="10" y="109"/>
                    </a:lnTo>
                    <a:lnTo>
                      <a:pt x="12" y="105"/>
                    </a:lnTo>
                    <a:lnTo>
                      <a:pt x="12" y="102"/>
                    </a:lnTo>
                    <a:lnTo>
                      <a:pt x="14" y="97"/>
                    </a:lnTo>
                    <a:lnTo>
                      <a:pt x="14" y="93"/>
                    </a:lnTo>
                    <a:lnTo>
                      <a:pt x="15" y="90"/>
                    </a:lnTo>
                    <a:lnTo>
                      <a:pt x="15" y="86"/>
                    </a:lnTo>
                    <a:lnTo>
                      <a:pt x="17" y="83"/>
                    </a:lnTo>
                    <a:lnTo>
                      <a:pt x="17" y="79"/>
                    </a:lnTo>
                    <a:lnTo>
                      <a:pt x="19" y="74"/>
                    </a:lnTo>
                    <a:lnTo>
                      <a:pt x="19" y="71"/>
                    </a:lnTo>
                    <a:lnTo>
                      <a:pt x="19" y="67"/>
                    </a:lnTo>
                    <a:lnTo>
                      <a:pt x="19" y="64"/>
                    </a:lnTo>
                    <a:lnTo>
                      <a:pt x="19" y="59"/>
                    </a:lnTo>
                    <a:lnTo>
                      <a:pt x="19" y="55"/>
                    </a:lnTo>
                    <a:lnTo>
                      <a:pt x="21" y="52"/>
                    </a:lnTo>
                    <a:lnTo>
                      <a:pt x="19" y="48"/>
                    </a:lnTo>
                    <a:lnTo>
                      <a:pt x="19" y="45"/>
                    </a:lnTo>
                    <a:lnTo>
                      <a:pt x="19" y="40"/>
                    </a:lnTo>
                    <a:lnTo>
                      <a:pt x="19" y="36"/>
                    </a:lnTo>
                    <a:lnTo>
                      <a:pt x="19" y="33"/>
                    </a:lnTo>
                    <a:lnTo>
                      <a:pt x="17" y="29"/>
                    </a:lnTo>
                    <a:lnTo>
                      <a:pt x="17" y="26"/>
                    </a:lnTo>
                    <a:lnTo>
                      <a:pt x="15" y="22"/>
                    </a:lnTo>
                    <a:lnTo>
                      <a:pt x="14" y="19"/>
                    </a:lnTo>
                    <a:lnTo>
                      <a:pt x="14" y="14"/>
                    </a:lnTo>
                    <a:lnTo>
                      <a:pt x="12" y="10"/>
                    </a:lnTo>
                    <a:lnTo>
                      <a:pt x="10" y="7"/>
                    </a:lnTo>
                    <a:lnTo>
                      <a:pt x="8" y="3"/>
                    </a:lnTo>
                    <a:lnTo>
                      <a:pt x="7" y="0"/>
                    </a:lnTo>
                    <a:lnTo>
                      <a:pt x="0" y="3"/>
                    </a:lnTo>
                    <a:lnTo>
                      <a:pt x="2" y="7"/>
                    </a:lnTo>
                    <a:lnTo>
                      <a:pt x="3" y="10"/>
                    </a:lnTo>
                    <a:lnTo>
                      <a:pt x="5" y="14"/>
                    </a:lnTo>
                    <a:lnTo>
                      <a:pt x="7" y="17"/>
                    </a:lnTo>
                    <a:lnTo>
                      <a:pt x="7" y="21"/>
                    </a:lnTo>
                    <a:lnTo>
                      <a:pt x="8" y="24"/>
                    </a:lnTo>
                    <a:lnTo>
                      <a:pt x="10" y="28"/>
                    </a:lnTo>
                    <a:lnTo>
                      <a:pt x="10" y="31"/>
                    </a:lnTo>
                    <a:lnTo>
                      <a:pt x="10" y="34"/>
                    </a:lnTo>
                    <a:lnTo>
                      <a:pt x="12" y="38"/>
                    </a:lnTo>
                    <a:lnTo>
                      <a:pt x="12" y="41"/>
                    </a:lnTo>
                    <a:lnTo>
                      <a:pt x="12" y="45"/>
                    </a:lnTo>
                    <a:lnTo>
                      <a:pt x="12" y="48"/>
                    </a:lnTo>
                    <a:lnTo>
                      <a:pt x="12" y="52"/>
                    </a:lnTo>
                    <a:lnTo>
                      <a:pt x="12" y="55"/>
                    </a:lnTo>
                    <a:lnTo>
                      <a:pt x="12" y="59"/>
                    </a:lnTo>
                    <a:lnTo>
                      <a:pt x="12" y="62"/>
                    </a:lnTo>
                    <a:lnTo>
                      <a:pt x="12" y="66"/>
                    </a:lnTo>
                    <a:lnTo>
                      <a:pt x="12" y="71"/>
                    </a:lnTo>
                    <a:lnTo>
                      <a:pt x="10" y="74"/>
                    </a:lnTo>
                    <a:lnTo>
                      <a:pt x="10" y="78"/>
                    </a:lnTo>
                    <a:lnTo>
                      <a:pt x="10" y="81"/>
                    </a:lnTo>
                    <a:lnTo>
                      <a:pt x="8" y="85"/>
                    </a:lnTo>
                    <a:lnTo>
                      <a:pt x="8" y="88"/>
                    </a:lnTo>
                    <a:lnTo>
                      <a:pt x="7" y="92"/>
                    </a:lnTo>
                    <a:lnTo>
                      <a:pt x="7" y="95"/>
                    </a:lnTo>
                    <a:lnTo>
                      <a:pt x="5" y="100"/>
                    </a:lnTo>
                    <a:lnTo>
                      <a:pt x="5" y="104"/>
                    </a:lnTo>
                    <a:lnTo>
                      <a:pt x="3" y="107"/>
                    </a:lnTo>
                    <a:lnTo>
                      <a:pt x="2" y="111"/>
                    </a:lnTo>
                    <a:lnTo>
                      <a:pt x="2" y="114"/>
                    </a:lnTo>
                    <a:lnTo>
                      <a:pt x="0" y="118"/>
                    </a:lnTo>
                    <a:lnTo>
                      <a:pt x="2" y="116"/>
                    </a:lnTo>
                    <a:lnTo>
                      <a:pt x="5" y="121"/>
                    </a:lnTo>
                    <a:lnTo>
                      <a:pt x="7" y="121"/>
                    </a:lnTo>
                    <a:lnTo>
                      <a:pt x="7" y="119"/>
                    </a:lnTo>
                    <a:lnTo>
                      <a:pt x="5" y="1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95" name="Google Shape;295;p10"/>
              <p:cNvSpPr/>
              <p:nvPr/>
            </p:nvSpPr>
            <p:spPr>
              <a:xfrm>
                <a:off x="4969" y="1605"/>
                <a:ext cx="101" cy="21"/>
              </a:xfrm>
              <a:custGeom>
                <a:rect b="b" l="l" r="r" t="t"/>
                <a:pathLst>
                  <a:path extrusionOk="0" h="21" w="101">
                    <a:moveTo>
                      <a:pt x="0" y="5"/>
                    </a:moveTo>
                    <a:lnTo>
                      <a:pt x="0" y="7"/>
                    </a:lnTo>
                    <a:lnTo>
                      <a:pt x="4" y="7"/>
                    </a:lnTo>
                    <a:lnTo>
                      <a:pt x="7" y="9"/>
                    </a:lnTo>
                    <a:lnTo>
                      <a:pt x="9" y="9"/>
                    </a:lnTo>
                    <a:lnTo>
                      <a:pt x="13" y="10"/>
                    </a:lnTo>
                    <a:lnTo>
                      <a:pt x="16" y="10"/>
                    </a:lnTo>
                    <a:lnTo>
                      <a:pt x="18" y="12"/>
                    </a:lnTo>
                    <a:lnTo>
                      <a:pt x="21" y="14"/>
                    </a:lnTo>
                    <a:lnTo>
                      <a:pt x="25" y="14"/>
                    </a:lnTo>
                    <a:lnTo>
                      <a:pt x="28" y="15"/>
                    </a:lnTo>
                    <a:lnTo>
                      <a:pt x="32" y="15"/>
                    </a:lnTo>
                    <a:lnTo>
                      <a:pt x="35" y="17"/>
                    </a:lnTo>
                    <a:lnTo>
                      <a:pt x="39" y="17"/>
                    </a:lnTo>
                    <a:lnTo>
                      <a:pt x="40" y="19"/>
                    </a:lnTo>
                    <a:lnTo>
                      <a:pt x="44" y="19"/>
                    </a:lnTo>
                    <a:lnTo>
                      <a:pt x="47" y="19"/>
                    </a:lnTo>
                    <a:lnTo>
                      <a:pt x="51" y="21"/>
                    </a:lnTo>
                    <a:lnTo>
                      <a:pt x="54" y="21"/>
                    </a:lnTo>
                    <a:lnTo>
                      <a:pt x="58" y="21"/>
                    </a:lnTo>
                    <a:lnTo>
                      <a:pt x="61" y="21"/>
                    </a:lnTo>
                    <a:lnTo>
                      <a:pt x="65" y="21"/>
                    </a:lnTo>
                    <a:lnTo>
                      <a:pt x="68" y="21"/>
                    </a:lnTo>
                    <a:lnTo>
                      <a:pt x="72" y="19"/>
                    </a:lnTo>
                    <a:lnTo>
                      <a:pt x="75" y="19"/>
                    </a:lnTo>
                    <a:lnTo>
                      <a:pt x="78" y="19"/>
                    </a:lnTo>
                    <a:lnTo>
                      <a:pt x="82" y="17"/>
                    </a:lnTo>
                    <a:lnTo>
                      <a:pt x="84" y="17"/>
                    </a:lnTo>
                    <a:lnTo>
                      <a:pt x="87" y="15"/>
                    </a:lnTo>
                    <a:lnTo>
                      <a:pt x="91" y="14"/>
                    </a:lnTo>
                    <a:lnTo>
                      <a:pt x="94" y="12"/>
                    </a:lnTo>
                    <a:lnTo>
                      <a:pt x="96" y="10"/>
                    </a:lnTo>
                    <a:lnTo>
                      <a:pt x="99" y="7"/>
                    </a:lnTo>
                    <a:lnTo>
                      <a:pt x="101" y="5"/>
                    </a:lnTo>
                    <a:lnTo>
                      <a:pt x="98" y="0"/>
                    </a:lnTo>
                    <a:lnTo>
                      <a:pt x="94" y="2"/>
                    </a:lnTo>
                    <a:lnTo>
                      <a:pt x="92" y="3"/>
                    </a:lnTo>
                    <a:lnTo>
                      <a:pt x="89" y="5"/>
                    </a:lnTo>
                    <a:lnTo>
                      <a:pt x="87" y="7"/>
                    </a:lnTo>
                    <a:lnTo>
                      <a:pt x="84" y="9"/>
                    </a:lnTo>
                    <a:lnTo>
                      <a:pt x="82" y="10"/>
                    </a:lnTo>
                    <a:lnTo>
                      <a:pt x="78" y="10"/>
                    </a:lnTo>
                    <a:lnTo>
                      <a:pt x="77" y="12"/>
                    </a:lnTo>
                    <a:lnTo>
                      <a:pt x="73" y="12"/>
                    </a:lnTo>
                    <a:lnTo>
                      <a:pt x="70" y="12"/>
                    </a:lnTo>
                    <a:lnTo>
                      <a:pt x="68" y="14"/>
                    </a:lnTo>
                    <a:lnTo>
                      <a:pt x="65" y="14"/>
                    </a:lnTo>
                    <a:lnTo>
                      <a:pt x="61" y="14"/>
                    </a:lnTo>
                    <a:lnTo>
                      <a:pt x="58" y="14"/>
                    </a:lnTo>
                    <a:lnTo>
                      <a:pt x="56" y="14"/>
                    </a:lnTo>
                    <a:lnTo>
                      <a:pt x="52" y="12"/>
                    </a:lnTo>
                    <a:lnTo>
                      <a:pt x="49" y="12"/>
                    </a:lnTo>
                    <a:lnTo>
                      <a:pt x="46" y="12"/>
                    </a:lnTo>
                    <a:lnTo>
                      <a:pt x="42" y="10"/>
                    </a:lnTo>
                    <a:lnTo>
                      <a:pt x="39" y="10"/>
                    </a:lnTo>
                    <a:lnTo>
                      <a:pt x="37" y="10"/>
                    </a:lnTo>
                    <a:lnTo>
                      <a:pt x="33" y="9"/>
                    </a:lnTo>
                    <a:lnTo>
                      <a:pt x="30" y="9"/>
                    </a:lnTo>
                    <a:lnTo>
                      <a:pt x="26" y="7"/>
                    </a:lnTo>
                    <a:lnTo>
                      <a:pt x="23" y="7"/>
                    </a:lnTo>
                    <a:lnTo>
                      <a:pt x="21" y="5"/>
                    </a:lnTo>
                    <a:lnTo>
                      <a:pt x="18" y="3"/>
                    </a:lnTo>
                    <a:lnTo>
                      <a:pt x="14" y="3"/>
                    </a:lnTo>
                    <a:lnTo>
                      <a:pt x="13" y="2"/>
                    </a:lnTo>
                    <a:lnTo>
                      <a:pt x="9" y="2"/>
                    </a:lnTo>
                    <a:lnTo>
                      <a:pt x="6" y="0"/>
                    </a:lnTo>
                    <a:lnTo>
                      <a:pt x="4" y="0"/>
                    </a:lnTo>
                    <a:lnTo>
                      <a:pt x="6" y="0"/>
                    </a:lnTo>
                    <a:lnTo>
                      <a:pt x="0" y="5"/>
                    </a:lnTo>
                    <a:lnTo>
                      <a:pt x="0" y="7"/>
                    </a:lnTo>
                    <a:lnTo>
                      <a:pt x="0"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96" name="Google Shape;296;p10"/>
              <p:cNvSpPr/>
              <p:nvPr/>
            </p:nvSpPr>
            <p:spPr>
              <a:xfrm>
                <a:off x="4956" y="1503"/>
                <a:ext cx="19" cy="107"/>
              </a:xfrm>
              <a:custGeom>
                <a:rect b="b" l="l" r="r" t="t"/>
                <a:pathLst>
                  <a:path extrusionOk="0" h="107" w="19">
                    <a:moveTo>
                      <a:pt x="10" y="0"/>
                    </a:moveTo>
                    <a:lnTo>
                      <a:pt x="8" y="3"/>
                    </a:lnTo>
                    <a:lnTo>
                      <a:pt x="8" y="7"/>
                    </a:lnTo>
                    <a:lnTo>
                      <a:pt x="8" y="10"/>
                    </a:lnTo>
                    <a:lnTo>
                      <a:pt x="7" y="12"/>
                    </a:lnTo>
                    <a:lnTo>
                      <a:pt x="7" y="15"/>
                    </a:lnTo>
                    <a:lnTo>
                      <a:pt x="7" y="19"/>
                    </a:lnTo>
                    <a:lnTo>
                      <a:pt x="5" y="22"/>
                    </a:lnTo>
                    <a:lnTo>
                      <a:pt x="5" y="26"/>
                    </a:lnTo>
                    <a:lnTo>
                      <a:pt x="5" y="29"/>
                    </a:lnTo>
                    <a:lnTo>
                      <a:pt x="3" y="33"/>
                    </a:lnTo>
                    <a:lnTo>
                      <a:pt x="3" y="36"/>
                    </a:lnTo>
                    <a:lnTo>
                      <a:pt x="1" y="40"/>
                    </a:lnTo>
                    <a:lnTo>
                      <a:pt x="1" y="43"/>
                    </a:lnTo>
                    <a:lnTo>
                      <a:pt x="1" y="46"/>
                    </a:lnTo>
                    <a:lnTo>
                      <a:pt x="1" y="50"/>
                    </a:lnTo>
                    <a:lnTo>
                      <a:pt x="0" y="53"/>
                    </a:lnTo>
                    <a:lnTo>
                      <a:pt x="0" y="57"/>
                    </a:lnTo>
                    <a:lnTo>
                      <a:pt x="0" y="60"/>
                    </a:lnTo>
                    <a:lnTo>
                      <a:pt x="0" y="64"/>
                    </a:lnTo>
                    <a:lnTo>
                      <a:pt x="0" y="67"/>
                    </a:lnTo>
                    <a:lnTo>
                      <a:pt x="0" y="71"/>
                    </a:lnTo>
                    <a:lnTo>
                      <a:pt x="0" y="74"/>
                    </a:lnTo>
                    <a:lnTo>
                      <a:pt x="0" y="78"/>
                    </a:lnTo>
                    <a:lnTo>
                      <a:pt x="1" y="81"/>
                    </a:lnTo>
                    <a:lnTo>
                      <a:pt x="1" y="85"/>
                    </a:lnTo>
                    <a:lnTo>
                      <a:pt x="3" y="88"/>
                    </a:lnTo>
                    <a:lnTo>
                      <a:pt x="3" y="91"/>
                    </a:lnTo>
                    <a:lnTo>
                      <a:pt x="5" y="95"/>
                    </a:lnTo>
                    <a:lnTo>
                      <a:pt x="7" y="98"/>
                    </a:lnTo>
                    <a:lnTo>
                      <a:pt x="8" y="100"/>
                    </a:lnTo>
                    <a:lnTo>
                      <a:pt x="10" y="104"/>
                    </a:lnTo>
                    <a:lnTo>
                      <a:pt x="13" y="107"/>
                    </a:lnTo>
                    <a:lnTo>
                      <a:pt x="19" y="102"/>
                    </a:lnTo>
                    <a:lnTo>
                      <a:pt x="17" y="100"/>
                    </a:lnTo>
                    <a:lnTo>
                      <a:pt x="15" y="97"/>
                    </a:lnTo>
                    <a:lnTo>
                      <a:pt x="13" y="95"/>
                    </a:lnTo>
                    <a:lnTo>
                      <a:pt x="12" y="91"/>
                    </a:lnTo>
                    <a:lnTo>
                      <a:pt x="10" y="88"/>
                    </a:lnTo>
                    <a:lnTo>
                      <a:pt x="10" y="86"/>
                    </a:lnTo>
                    <a:lnTo>
                      <a:pt x="8" y="83"/>
                    </a:lnTo>
                    <a:lnTo>
                      <a:pt x="8" y="79"/>
                    </a:lnTo>
                    <a:lnTo>
                      <a:pt x="8" y="78"/>
                    </a:lnTo>
                    <a:lnTo>
                      <a:pt x="7" y="74"/>
                    </a:lnTo>
                    <a:lnTo>
                      <a:pt x="7" y="71"/>
                    </a:lnTo>
                    <a:lnTo>
                      <a:pt x="7" y="67"/>
                    </a:lnTo>
                    <a:lnTo>
                      <a:pt x="7" y="64"/>
                    </a:lnTo>
                    <a:lnTo>
                      <a:pt x="7" y="60"/>
                    </a:lnTo>
                    <a:lnTo>
                      <a:pt x="7" y="57"/>
                    </a:lnTo>
                    <a:lnTo>
                      <a:pt x="7" y="53"/>
                    </a:lnTo>
                    <a:lnTo>
                      <a:pt x="8" y="50"/>
                    </a:lnTo>
                    <a:lnTo>
                      <a:pt x="8" y="48"/>
                    </a:lnTo>
                    <a:lnTo>
                      <a:pt x="8" y="45"/>
                    </a:lnTo>
                    <a:lnTo>
                      <a:pt x="10" y="41"/>
                    </a:lnTo>
                    <a:lnTo>
                      <a:pt x="10" y="38"/>
                    </a:lnTo>
                    <a:lnTo>
                      <a:pt x="10" y="34"/>
                    </a:lnTo>
                    <a:lnTo>
                      <a:pt x="12" y="31"/>
                    </a:lnTo>
                    <a:lnTo>
                      <a:pt x="12" y="27"/>
                    </a:lnTo>
                    <a:lnTo>
                      <a:pt x="12" y="24"/>
                    </a:lnTo>
                    <a:lnTo>
                      <a:pt x="13" y="20"/>
                    </a:lnTo>
                    <a:lnTo>
                      <a:pt x="13" y="17"/>
                    </a:lnTo>
                    <a:lnTo>
                      <a:pt x="15" y="14"/>
                    </a:lnTo>
                    <a:lnTo>
                      <a:pt x="15" y="10"/>
                    </a:lnTo>
                    <a:lnTo>
                      <a:pt x="15" y="7"/>
                    </a:lnTo>
                    <a:lnTo>
                      <a:pt x="17" y="5"/>
                    </a:lnTo>
                    <a:lnTo>
                      <a:pt x="17" y="1"/>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97" name="Google Shape;297;p10"/>
              <p:cNvSpPr/>
              <p:nvPr/>
            </p:nvSpPr>
            <p:spPr>
              <a:xfrm>
                <a:off x="4966" y="1473"/>
                <a:ext cx="50" cy="31"/>
              </a:xfrm>
              <a:custGeom>
                <a:rect b="b" l="l" r="r" t="t"/>
                <a:pathLst>
                  <a:path extrusionOk="0" h="31" w="50">
                    <a:moveTo>
                      <a:pt x="50" y="0"/>
                    </a:moveTo>
                    <a:lnTo>
                      <a:pt x="49" y="0"/>
                    </a:lnTo>
                    <a:lnTo>
                      <a:pt x="47" y="2"/>
                    </a:lnTo>
                    <a:lnTo>
                      <a:pt x="45" y="2"/>
                    </a:lnTo>
                    <a:lnTo>
                      <a:pt x="43" y="2"/>
                    </a:lnTo>
                    <a:lnTo>
                      <a:pt x="42" y="2"/>
                    </a:lnTo>
                    <a:lnTo>
                      <a:pt x="40" y="2"/>
                    </a:lnTo>
                    <a:lnTo>
                      <a:pt x="38" y="4"/>
                    </a:lnTo>
                    <a:lnTo>
                      <a:pt x="36" y="4"/>
                    </a:lnTo>
                    <a:lnTo>
                      <a:pt x="35" y="4"/>
                    </a:lnTo>
                    <a:lnTo>
                      <a:pt x="33" y="4"/>
                    </a:lnTo>
                    <a:lnTo>
                      <a:pt x="31" y="4"/>
                    </a:lnTo>
                    <a:lnTo>
                      <a:pt x="29" y="5"/>
                    </a:lnTo>
                    <a:lnTo>
                      <a:pt x="28" y="5"/>
                    </a:lnTo>
                    <a:lnTo>
                      <a:pt x="26" y="5"/>
                    </a:lnTo>
                    <a:lnTo>
                      <a:pt x="24" y="7"/>
                    </a:lnTo>
                    <a:lnTo>
                      <a:pt x="23" y="7"/>
                    </a:lnTo>
                    <a:lnTo>
                      <a:pt x="21" y="7"/>
                    </a:lnTo>
                    <a:lnTo>
                      <a:pt x="19" y="9"/>
                    </a:lnTo>
                    <a:lnTo>
                      <a:pt x="17" y="9"/>
                    </a:lnTo>
                    <a:lnTo>
                      <a:pt x="16" y="11"/>
                    </a:lnTo>
                    <a:lnTo>
                      <a:pt x="14" y="11"/>
                    </a:lnTo>
                    <a:lnTo>
                      <a:pt x="14" y="12"/>
                    </a:lnTo>
                    <a:lnTo>
                      <a:pt x="12" y="14"/>
                    </a:lnTo>
                    <a:lnTo>
                      <a:pt x="10" y="14"/>
                    </a:lnTo>
                    <a:lnTo>
                      <a:pt x="9" y="16"/>
                    </a:lnTo>
                    <a:lnTo>
                      <a:pt x="7" y="18"/>
                    </a:lnTo>
                    <a:lnTo>
                      <a:pt x="5" y="19"/>
                    </a:lnTo>
                    <a:lnTo>
                      <a:pt x="5" y="21"/>
                    </a:lnTo>
                    <a:lnTo>
                      <a:pt x="3" y="21"/>
                    </a:lnTo>
                    <a:lnTo>
                      <a:pt x="2" y="23"/>
                    </a:lnTo>
                    <a:lnTo>
                      <a:pt x="2" y="24"/>
                    </a:lnTo>
                    <a:lnTo>
                      <a:pt x="0" y="28"/>
                    </a:lnTo>
                    <a:lnTo>
                      <a:pt x="0" y="30"/>
                    </a:lnTo>
                    <a:lnTo>
                      <a:pt x="7" y="31"/>
                    </a:lnTo>
                    <a:lnTo>
                      <a:pt x="7" y="30"/>
                    </a:lnTo>
                    <a:lnTo>
                      <a:pt x="9" y="28"/>
                    </a:lnTo>
                    <a:lnTo>
                      <a:pt x="10" y="26"/>
                    </a:lnTo>
                    <a:lnTo>
                      <a:pt x="10" y="24"/>
                    </a:lnTo>
                    <a:lnTo>
                      <a:pt x="12" y="23"/>
                    </a:lnTo>
                    <a:lnTo>
                      <a:pt x="14" y="21"/>
                    </a:lnTo>
                    <a:lnTo>
                      <a:pt x="16" y="21"/>
                    </a:lnTo>
                    <a:lnTo>
                      <a:pt x="16" y="19"/>
                    </a:lnTo>
                    <a:lnTo>
                      <a:pt x="17" y="18"/>
                    </a:lnTo>
                    <a:lnTo>
                      <a:pt x="19" y="18"/>
                    </a:lnTo>
                    <a:lnTo>
                      <a:pt x="21" y="16"/>
                    </a:lnTo>
                    <a:lnTo>
                      <a:pt x="23" y="16"/>
                    </a:lnTo>
                    <a:lnTo>
                      <a:pt x="24" y="14"/>
                    </a:lnTo>
                    <a:lnTo>
                      <a:pt x="26" y="14"/>
                    </a:lnTo>
                    <a:lnTo>
                      <a:pt x="28" y="14"/>
                    </a:lnTo>
                    <a:lnTo>
                      <a:pt x="28" y="12"/>
                    </a:lnTo>
                    <a:lnTo>
                      <a:pt x="29" y="12"/>
                    </a:lnTo>
                    <a:lnTo>
                      <a:pt x="31" y="12"/>
                    </a:lnTo>
                    <a:lnTo>
                      <a:pt x="33" y="11"/>
                    </a:lnTo>
                    <a:lnTo>
                      <a:pt x="35" y="11"/>
                    </a:lnTo>
                    <a:lnTo>
                      <a:pt x="36" y="11"/>
                    </a:lnTo>
                    <a:lnTo>
                      <a:pt x="38" y="11"/>
                    </a:lnTo>
                    <a:lnTo>
                      <a:pt x="40" y="11"/>
                    </a:lnTo>
                    <a:lnTo>
                      <a:pt x="42" y="9"/>
                    </a:lnTo>
                    <a:lnTo>
                      <a:pt x="43" y="9"/>
                    </a:lnTo>
                    <a:lnTo>
                      <a:pt x="45" y="9"/>
                    </a:lnTo>
                    <a:lnTo>
                      <a:pt x="47" y="9"/>
                    </a:lnTo>
                    <a:lnTo>
                      <a:pt x="49" y="9"/>
                    </a:lnTo>
                    <a:lnTo>
                      <a:pt x="50" y="0"/>
                    </a:lnTo>
                    <a:lnTo>
                      <a:pt x="49" y="0"/>
                    </a:lnTo>
                    <a:lnTo>
                      <a:pt x="5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98" name="Google Shape;298;p10"/>
              <p:cNvSpPr/>
              <p:nvPr/>
            </p:nvSpPr>
            <p:spPr>
              <a:xfrm>
                <a:off x="5015" y="1473"/>
                <a:ext cx="57" cy="21"/>
              </a:xfrm>
              <a:custGeom>
                <a:rect b="b" l="l" r="r" t="t"/>
                <a:pathLst>
                  <a:path extrusionOk="0" h="21" w="57">
                    <a:moveTo>
                      <a:pt x="57" y="16"/>
                    </a:moveTo>
                    <a:lnTo>
                      <a:pt x="55" y="16"/>
                    </a:lnTo>
                    <a:lnTo>
                      <a:pt x="53" y="14"/>
                    </a:lnTo>
                    <a:lnTo>
                      <a:pt x="53" y="12"/>
                    </a:lnTo>
                    <a:lnTo>
                      <a:pt x="52" y="12"/>
                    </a:lnTo>
                    <a:lnTo>
                      <a:pt x="50" y="11"/>
                    </a:lnTo>
                    <a:lnTo>
                      <a:pt x="48" y="11"/>
                    </a:lnTo>
                    <a:lnTo>
                      <a:pt x="46" y="9"/>
                    </a:lnTo>
                    <a:lnTo>
                      <a:pt x="45" y="9"/>
                    </a:lnTo>
                    <a:lnTo>
                      <a:pt x="43" y="9"/>
                    </a:lnTo>
                    <a:lnTo>
                      <a:pt x="41" y="7"/>
                    </a:lnTo>
                    <a:lnTo>
                      <a:pt x="39" y="7"/>
                    </a:lnTo>
                    <a:lnTo>
                      <a:pt x="38" y="7"/>
                    </a:lnTo>
                    <a:lnTo>
                      <a:pt x="36" y="7"/>
                    </a:lnTo>
                    <a:lnTo>
                      <a:pt x="34" y="5"/>
                    </a:lnTo>
                    <a:lnTo>
                      <a:pt x="31" y="5"/>
                    </a:lnTo>
                    <a:lnTo>
                      <a:pt x="29" y="5"/>
                    </a:lnTo>
                    <a:lnTo>
                      <a:pt x="27" y="5"/>
                    </a:lnTo>
                    <a:lnTo>
                      <a:pt x="26" y="5"/>
                    </a:lnTo>
                    <a:lnTo>
                      <a:pt x="24" y="5"/>
                    </a:lnTo>
                    <a:lnTo>
                      <a:pt x="22" y="4"/>
                    </a:lnTo>
                    <a:lnTo>
                      <a:pt x="20" y="4"/>
                    </a:lnTo>
                    <a:lnTo>
                      <a:pt x="19" y="4"/>
                    </a:lnTo>
                    <a:lnTo>
                      <a:pt x="17" y="4"/>
                    </a:lnTo>
                    <a:lnTo>
                      <a:pt x="15" y="4"/>
                    </a:lnTo>
                    <a:lnTo>
                      <a:pt x="13" y="4"/>
                    </a:lnTo>
                    <a:lnTo>
                      <a:pt x="12" y="4"/>
                    </a:lnTo>
                    <a:lnTo>
                      <a:pt x="10" y="4"/>
                    </a:lnTo>
                    <a:lnTo>
                      <a:pt x="8" y="2"/>
                    </a:lnTo>
                    <a:lnTo>
                      <a:pt x="6" y="2"/>
                    </a:lnTo>
                    <a:lnTo>
                      <a:pt x="5" y="2"/>
                    </a:lnTo>
                    <a:lnTo>
                      <a:pt x="3" y="2"/>
                    </a:lnTo>
                    <a:lnTo>
                      <a:pt x="1" y="0"/>
                    </a:lnTo>
                    <a:lnTo>
                      <a:pt x="0" y="9"/>
                    </a:lnTo>
                    <a:lnTo>
                      <a:pt x="1" y="9"/>
                    </a:lnTo>
                    <a:lnTo>
                      <a:pt x="3" y="9"/>
                    </a:lnTo>
                    <a:lnTo>
                      <a:pt x="5" y="9"/>
                    </a:lnTo>
                    <a:lnTo>
                      <a:pt x="6" y="9"/>
                    </a:lnTo>
                    <a:lnTo>
                      <a:pt x="8" y="11"/>
                    </a:lnTo>
                    <a:lnTo>
                      <a:pt x="10" y="11"/>
                    </a:lnTo>
                    <a:lnTo>
                      <a:pt x="12" y="11"/>
                    </a:lnTo>
                    <a:lnTo>
                      <a:pt x="13" y="11"/>
                    </a:lnTo>
                    <a:lnTo>
                      <a:pt x="15" y="11"/>
                    </a:lnTo>
                    <a:lnTo>
                      <a:pt x="17" y="11"/>
                    </a:lnTo>
                    <a:lnTo>
                      <a:pt x="19" y="11"/>
                    </a:lnTo>
                    <a:lnTo>
                      <a:pt x="20" y="11"/>
                    </a:lnTo>
                    <a:lnTo>
                      <a:pt x="22" y="12"/>
                    </a:lnTo>
                    <a:lnTo>
                      <a:pt x="24" y="12"/>
                    </a:lnTo>
                    <a:lnTo>
                      <a:pt x="26" y="12"/>
                    </a:lnTo>
                    <a:lnTo>
                      <a:pt x="27" y="12"/>
                    </a:lnTo>
                    <a:lnTo>
                      <a:pt x="29" y="12"/>
                    </a:lnTo>
                    <a:lnTo>
                      <a:pt x="31" y="12"/>
                    </a:lnTo>
                    <a:lnTo>
                      <a:pt x="32" y="12"/>
                    </a:lnTo>
                    <a:lnTo>
                      <a:pt x="34" y="14"/>
                    </a:lnTo>
                    <a:lnTo>
                      <a:pt x="36" y="14"/>
                    </a:lnTo>
                    <a:lnTo>
                      <a:pt x="38" y="14"/>
                    </a:lnTo>
                    <a:lnTo>
                      <a:pt x="39" y="16"/>
                    </a:lnTo>
                    <a:lnTo>
                      <a:pt x="41" y="16"/>
                    </a:lnTo>
                    <a:lnTo>
                      <a:pt x="43" y="16"/>
                    </a:lnTo>
                    <a:lnTo>
                      <a:pt x="45" y="18"/>
                    </a:lnTo>
                    <a:lnTo>
                      <a:pt x="46" y="18"/>
                    </a:lnTo>
                    <a:lnTo>
                      <a:pt x="48" y="18"/>
                    </a:lnTo>
                    <a:lnTo>
                      <a:pt x="48" y="19"/>
                    </a:lnTo>
                    <a:lnTo>
                      <a:pt x="50" y="19"/>
                    </a:lnTo>
                    <a:lnTo>
                      <a:pt x="52" y="21"/>
                    </a:lnTo>
                    <a:lnTo>
                      <a:pt x="50" y="19"/>
                    </a:lnTo>
                    <a:lnTo>
                      <a:pt x="57" y="16"/>
                    </a:lnTo>
                    <a:lnTo>
                      <a:pt x="55" y="16"/>
                    </a:lnTo>
                    <a:lnTo>
                      <a:pt x="57"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299" name="Google Shape;299;p10"/>
              <p:cNvSpPr/>
              <p:nvPr/>
            </p:nvSpPr>
            <p:spPr>
              <a:xfrm>
                <a:off x="4848" y="1480"/>
                <a:ext cx="90" cy="108"/>
              </a:xfrm>
              <a:custGeom>
                <a:rect b="b" l="l" r="r" t="t"/>
                <a:pathLst>
                  <a:path extrusionOk="0" h="108" w="90">
                    <a:moveTo>
                      <a:pt x="90" y="23"/>
                    </a:moveTo>
                    <a:lnTo>
                      <a:pt x="90" y="24"/>
                    </a:lnTo>
                    <a:lnTo>
                      <a:pt x="90" y="28"/>
                    </a:lnTo>
                    <a:lnTo>
                      <a:pt x="89" y="30"/>
                    </a:lnTo>
                    <a:lnTo>
                      <a:pt x="89" y="33"/>
                    </a:lnTo>
                    <a:lnTo>
                      <a:pt x="89" y="37"/>
                    </a:lnTo>
                    <a:lnTo>
                      <a:pt x="89" y="38"/>
                    </a:lnTo>
                    <a:lnTo>
                      <a:pt x="89" y="42"/>
                    </a:lnTo>
                    <a:lnTo>
                      <a:pt x="87" y="45"/>
                    </a:lnTo>
                    <a:lnTo>
                      <a:pt x="87" y="49"/>
                    </a:lnTo>
                    <a:lnTo>
                      <a:pt x="87" y="50"/>
                    </a:lnTo>
                    <a:lnTo>
                      <a:pt x="87" y="54"/>
                    </a:lnTo>
                    <a:lnTo>
                      <a:pt x="87" y="57"/>
                    </a:lnTo>
                    <a:lnTo>
                      <a:pt x="85" y="59"/>
                    </a:lnTo>
                    <a:lnTo>
                      <a:pt x="85" y="63"/>
                    </a:lnTo>
                    <a:lnTo>
                      <a:pt x="85" y="66"/>
                    </a:lnTo>
                    <a:lnTo>
                      <a:pt x="85" y="69"/>
                    </a:lnTo>
                    <a:lnTo>
                      <a:pt x="83" y="71"/>
                    </a:lnTo>
                    <a:lnTo>
                      <a:pt x="83" y="75"/>
                    </a:lnTo>
                    <a:lnTo>
                      <a:pt x="82" y="78"/>
                    </a:lnTo>
                    <a:lnTo>
                      <a:pt x="82" y="80"/>
                    </a:lnTo>
                    <a:lnTo>
                      <a:pt x="80" y="83"/>
                    </a:lnTo>
                    <a:lnTo>
                      <a:pt x="80" y="85"/>
                    </a:lnTo>
                    <a:lnTo>
                      <a:pt x="78" y="88"/>
                    </a:lnTo>
                    <a:lnTo>
                      <a:pt x="76" y="90"/>
                    </a:lnTo>
                    <a:lnTo>
                      <a:pt x="75" y="92"/>
                    </a:lnTo>
                    <a:lnTo>
                      <a:pt x="73" y="95"/>
                    </a:lnTo>
                    <a:lnTo>
                      <a:pt x="71" y="97"/>
                    </a:lnTo>
                    <a:lnTo>
                      <a:pt x="69" y="99"/>
                    </a:lnTo>
                    <a:lnTo>
                      <a:pt x="68" y="101"/>
                    </a:lnTo>
                    <a:lnTo>
                      <a:pt x="66" y="102"/>
                    </a:lnTo>
                    <a:lnTo>
                      <a:pt x="63" y="104"/>
                    </a:lnTo>
                    <a:lnTo>
                      <a:pt x="61" y="106"/>
                    </a:lnTo>
                    <a:lnTo>
                      <a:pt x="59" y="108"/>
                    </a:lnTo>
                    <a:lnTo>
                      <a:pt x="57" y="108"/>
                    </a:lnTo>
                    <a:lnTo>
                      <a:pt x="56" y="108"/>
                    </a:lnTo>
                    <a:lnTo>
                      <a:pt x="54" y="108"/>
                    </a:lnTo>
                    <a:lnTo>
                      <a:pt x="52" y="108"/>
                    </a:lnTo>
                    <a:lnTo>
                      <a:pt x="50" y="108"/>
                    </a:lnTo>
                    <a:lnTo>
                      <a:pt x="49" y="108"/>
                    </a:lnTo>
                    <a:lnTo>
                      <a:pt x="47" y="108"/>
                    </a:lnTo>
                    <a:lnTo>
                      <a:pt x="45" y="108"/>
                    </a:lnTo>
                    <a:lnTo>
                      <a:pt x="43" y="108"/>
                    </a:lnTo>
                    <a:lnTo>
                      <a:pt x="42" y="108"/>
                    </a:lnTo>
                    <a:lnTo>
                      <a:pt x="40" y="108"/>
                    </a:lnTo>
                    <a:lnTo>
                      <a:pt x="38" y="108"/>
                    </a:lnTo>
                    <a:lnTo>
                      <a:pt x="37" y="108"/>
                    </a:lnTo>
                    <a:lnTo>
                      <a:pt x="37" y="106"/>
                    </a:lnTo>
                    <a:lnTo>
                      <a:pt x="35" y="106"/>
                    </a:lnTo>
                    <a:lnTo>
                      <a:pt x="33" y="106"/>
                    </a:lnTo>
                    <a:lnTo>
                      <a:pt x="31" y="106"/>
                    </a:lnTo>
                    <a:lnTo>
                      <a:pt x="30" y="106"/>
                    </a:lnTo>
                    <a:lnTo>
                      <a:pt x="30" y="104"/>
                    </a:lnTo>
                    <a:lnTo>
                      <a:pt x="28" y="104"/>
                    </a:lnTo>
                    <a:lnTo>
                      <a:pt x="26" y="104"/>
                    </a:lnTo>
                    <a:lnTo>
                      <a:pt x="24" y="104"/>
                    </a:lnTo>
                    <a:lnTo>
                      <a:pt x="24" y="102"/>
                    </a:lnTo>
                    <a:lnTo>
                      <a:pt x="23" y="102"/>
                    </a:lnTo>
                    <a:lnTo>
                      <a:pt x="21" y="102"/>
                    </a:lnTo>
                    <a:lnTo>
                      <a:pt x="19" y="101"/>
                    </a:lnTo>
                    <a:lnTo>
                      <a:pt x="17" y="101"/>
                    </a:lnTo>
                    <a:lnTo>
                      <a:pt x="16" y="101"/>
                    </a:lnTo>
                    <a:lnTo>
                      <a:pt x="14" y="97"/>
                    </a:lnTo>
                    <a:lnTo>
                      <a:pt x="12" y="95"/>
                    </a:lnTo>
                    <a:lnTo>
                      <a:pt x="10" y="94"/>
                    </a:lnTo>
                    <a:lnTo>
                      <a:pt x="9" y="90"/>
                    </a:lnTo>
                    <a:lnTo>
                      <a:pt x="7" y="88"/>
                    </a:lnTo>
                    <a:lnTo>
                      <a:pt x="5" y="85"/>
                    </a:lnTo>
                    <a:lnTo>
                      <a:pt x="4" y="83"/>
                    </a:lnTo>
                    <a:lnTo>
                      <a:pt x="4" y="80"/>
                    </a:lnTo>
                    <a:lnTo>
                      <a:pt x="2" y="78"/>
                    </a:lnTo>
                    <a:lnTo>
                      <a:pt x="2" y="75"/>
                    </a:lnTo>
                    <a:lnTo>
                      <a:pt x="2" y="71"/>
                    </a:lnTo>
                    <a:lnTo>
                      <a:pt x="2" y="69"/>
                    </a:lnTo>
                    <a:lnTo>
                      <a:pt x="0" y="66"/>
                    </a:lnTo>
                    <a:lnTo>
                      <a:pt x="0" y="63"/>
                    </a:lnTo>
                    <a:lnTo>
                      <a:pt x="0" y="61"/>
                    </a:lnTo>
                    <a:lnTo>
                      <a:pt x="0" y="57"/>
                    </a:lnTo>
                    <a:lnTo>
                      <a:pt x="0" y="54"/>
                    </a:lnTo>
                    <a:lnTo>
                      <a:pt x="0" y="50"/>
                    </a:lnTo>
                    <a:lnTo>
                      <a:pt x="2" y="47"/>
                    </a:lnTo>
                    <a:lnTo>
                      <a:pt x="2" y="45"/>
                    </a:lnTo>
                    <a:lnTo>
                      <a:pt x="2" y="42"/>
                    </a:lnTo>
                    <a:lnTo>
                      <a:pt x="2" y="38"/>
                    </a:lnTo>
                    <a:lnTo>
                      <a:pt x="2" y="35"/>
                    </a:lnTo>
                    <a:lnTo>
                      <a:pt x="4" y="33"/>
                    </a:lnTo>
                    <a:lnTo>
                      <a:pt x="4" y="30"/>
                    </a:lnTo>
                    <a:lnTo>
                      <a:pt x="4" y="26"/>
                    </a:lnTo>
                    <a:lnTo>
                      <a:pt x="4" y="23"/>
                    </a:lnTo>
                    <a:lnTo>
                      <a:pt x="4" y="21"/>
                    </a:lnTo>
                    <a:lnTo>
                      <a:pt x="5" y="17"/>
                    </a:lnTo>
                    <a:lnTo>
                      <a:pt x="5" y="16"/>
                    </a:lnTo>
                    <a:lnTo>
                      <a:pt x="5" y="12"/>
                    </a:lnTo>
                    <a:lnTo>
                      <a:pt x="5" y="9"/>
                    </a:lnTo>
                    <a:lnTo>
                      <a:pt x="7" y="9"/>
                    </a:lnTo>
                    <a:lnTo>
                      <a:pt x="10" y="7"/>
                    </a:lnTo>
                    <a:lnTo>
                      <a:pt x="12" y="5"/>
                    </a:lnTo>
                    <a:lnTo>
                      <a:pt x="16" y="5"/>
                    </a:lnTo>
                    <a:lnTo>
                      <a:pt x="17" y="4"/>
                    </a:lnTo>
                    <a:lnTo>
                      <a:pt x="21" y="4"/>
                    </a:lnTo>
                    <a:lnTo>
                      <a:pt x="24" y="2"/>
                    </a:lnTo>
                    <a:lnTo>
                      <a:pt x="26" y="2"/>
                    </a:lnTo>
                    <a:lnTo>
                      <a:pt x="30" y="2"/>
                    </a:lnTo>
                    <a:lnTo>
                      <a:pt x="33" y="2"/>
                    </a:lnTo>
                    <a:lnTo>
                      <a:pt x="35" y="0"/>
                    </a:lnTo>
                    <a:lnTo>
                      <a:pt x="38" y="0"/>
                    </a:lnTo>
                    <a:lnTo>
                      <a:pt x="42" y="0"/>
                    </a:lnTo>
                    <a:lnTo>
                      <a:pt x="45" y="0"/>
                    </a:lnTo>
                    <a:lnTo>
                      <a:pt x="49" y="0"/>
                    </a:lnTo>
                    <a:lnTo>
                      <a:pt x="50" y="2"/>
                    </a:lnTo>
                    <a:lnTo>
                      <a:pt x="54" y="2"/>
                    </a:lnTo>
                    <a:lnTo>
                      <a:pt x="57" y="2"/>
                    </a:lnTo>
                    <a:lnTo>
                      <a:pt x="59" y="4"/>
                    </a:lnTo>
                    <a:lnTo>
                      <a:pt x="63" y="4"/>
                    </a:lnTo>
                    <a:lnTo>
                      <a:pt x="66" y="5"/>
                    </a:lnTo>
                    <a:lnTo>
                      <a:pt x="68" y="5"/>
                    </a:lnTo>
                    <a:lnTo>
                      <a:pt x="71" y="7"/>
                    </a:lnTo>
                    <a:lnTo>
                      <a:pt x="73" y="7"/>
                    </a:lnTo>
                    <a:lnTo>
                      <a:pt x="76" y="9"/>
                    </a:lnTo>
                    <a:lnTo>
                      <a:pt x="78" y="11"/>
                    </a:lnTo>
                    <a:lnTo>
                      <a:pt x="80" y="12"/>
                    </a:lnTo>
                    <a:lnTo>
                      <a:pt x="83" y="14"/>
                    </a:lnTo>
                    <a:lnTo>
                      <a:pt x="85" y="16"/>
                    </a:lnTo>
                    <a:lnTo>
                      <a:pt x="87" y="17"/>
                    </a:lnTo>
                    <a:lnTo>
                      <a:pt x="89" y="19"/>
                    </a:lnTo>
                    <a:lnTo>
                      <a:pt x="90" y="23"/>
                    </a:lnTo>
                    <a:close/>
                  </a:path>
                </a:pathLst>
              </a:custGeom>
              <a:solidFill>
                <a:srgbClr val="B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00" name="Google Shape;300;p10"/>
              <p:cNvSpPr/>
              <p:nvPr/>
            </p:nvSpPr>
            <p:spPr>
              <a:xfrm>
                <a:off x="4907" y="1501"/>
                <a:ext cx="35" cy="88"/>
              </a:xfrm>
              <a:custGeom>
                <a:rect b="b" l="l" r="r" t="t"/>
                <a:pathLst>
                  <a:path extrusionOk="0" h="88" w="35">
                    <a:moveTo>
                      <a:pt x="4" y="88"/>
                    </a:moveTo>
                    <a:lnTo>
                      <a:pt x="7" y="87"/>
                    </a:lnTo>
                    <a:lnTo>
                      <a:pt x="9" y="85"/>
                    </a:lnTo>
                    <a:lnTo>
                      <a:pt x="10" y="83"/>
                    </a:lnTo>
                    <a:lnTo>
                      <a:pt x="14" y="81"/>
                    </a:lnTo>
                    <a:lnTo>
                      <a:pt x="16" y="78"/>
                    </a:lnTo>
                    <a:lnTo>
                      <a:pt x="17" y="76"/>
                    </a:lnTo>
                    <a:lnTo>
                      <a:pt x="19" y="74"/>
                    </a:lnTo>
                    <a:lnTo>
                      <a:pt x="21" y="71"/>
                    </a:lnTo>
                    <a:lnTo>
                      <a:pt x="23" y="69"/>
                    </a:lnTo>
                    <a:lnTo>
                      <a:pt x="23" y="66"/>
                    </a:lnTo>
                    <a:lnTo>
                      <a:pt x="24" y="62"/>
                    </a:lnTo>
                    <a:lnTo>
                      <a:pt x="26" y="61"/>
                    </a:lnTo>
                    <a:lnTo>
                      <a:pt x="26" y="57"/>
                    </a:lnTo>
                    <a:lnTo>
                      <a:pt x="28" y="54"/>
                    </a:lnTo>
                    <a:lnTo>
                      <a:pt x="28" y="52"/>
                    </a:lnTo>
                    <a:lnTo>
                      <a:pt x="30" y="48"/>
                    </a:lnTo>
                    <a:lnTo>
                      <a:pt x="30" y="45"/>
                    </a:lnTo>
                    <a:lnTo>
                      <a:pt x="30" y="43"/>
                    </a:lnTo>
                    <a:lnTo>
                      <a:pt x="31" y="40"/>
                    </a:lnTo>
                    <a:lnTo>
                      <a:pt x="31" y="36"/>
                    </a:lnTo>
                    <a:lnTo>
                      <a:pt x="31" y="33"/>
                    </a:lnTo>
                    <a:lnTo>
                      <a:pt x="31" y="29"/>
                    </a:lnTo>
                    <a:lnTo>
                      <a:pt x="31" y="28"/>
                    </a:lnTo>
                    <a:lnTo>
                      <a:pt x="33" y="24"/>
                    </a:lnTo>
                    <a:lnTo>
                      <a:pt x="33" y="21"/>
                    </a:lnTo>
                    <a:lnTo>
                      <a:pt x="33" y="19"/>
                    </a:lnTo>
                    <a:lnTo>
                      <a:pt x="33" y="16"/>
                    </a:lnTo>
                    <a:lnTo>
                      <a:pt x="33" y="12"/>
                    </a:lnTo>
                    <a:lnTo>
                      <a:pt x="33" y="10"/>
                    </a:lnTo>
                    <a:lnTo>
                      <a:pt x="35" y="7"/>
                    </a:lnTo>
                    <a:lnTo>
                      <a:pt x="35" y="3"/>
                    </a:lnTo>
                    <a:lnTo>
                      <a:pt x="35" y="2"/>
                    </a:lnTo>
                    <a:lnTo>
                      <a:pt x="28" y="0"/>
                    </a:lnTo>
                    <a:lnTo>
                      <a:pt x="28" y="3"/>
                    </a:lnTo>
                    <a:lnTo>
                      <a:pt x="26" y="5"/>
                    </a:lnTo>
                    <a:lnTo>
                      <a:pt x="26" y="9"/>
                    </a:lnTo>
                    <a:lnTo>
                      <a:pt x="26" y="12"/>
                    </a:lnTo>
                    <a:lnTo>
                      <a:pt x="26" y="14"/>
                    </a:lnTo>
                    <a:lnTo>
                      <a:pt x="26" y="17"/>
                    </a:lnTo>
                    <a:lnTo>
                      <a:pt x="26" y="21"/>
                    </a:lnTo>
                    <a:lnTo>
                      <a:pt x="24" y="24"/>
                    </a:lnTo>
                    <a:lnTo>
                      <a:pt x="24" y="26"/>
                    </a:lnTo>
                    <a:lnTo>
                      <a:pt x="24" y="29"/>
                    </a:lnTo>
                    <a:lnTo>
                      <a:pt x="24" y="33"/>
                    </a:lnTo>
                    <a:lnTo>
                      <a:pt x="24" y="35"/>
                    </a:lnTo>
                    <a:lnTo>
                      <a:pt x="23" y="38"/>
                    </a:lnTo>
                    <a:lnTo>
                      <a:pt x="23" y="42"/>
                    </a:lnTo>
                    <a:lnTo>
                      <a:pt x="23" y="45"/>
                    </a:lnTo>
                    <a:lnTo>
                      <a:pt x="21" y="47"/>
                    </a:lnTo>
                    <a:lnTo>
                      <a:pt x="21" y="50"/>
                    </a:lnTo>
                    <a:lnTo>
                      <a:pt x="21" y="52"/>
                    </a:lnTo>
                    <a:lnTo>
                      <a:pt x="19" y="55"/>
                    </a:lnTo>
                    <a:lnTo>
                      <a:pt x="19" y="57"/>
                    </a:lnTo>
                    <a:lnTo>
                      <a:pt x="17" y="61"/>
                    </a:lnTo>
                    <a:lnTo>
                      <a:pt x="17" y="62"/>
                    </a:lnTo>
                    <a:lnTo>
                      <a:pt x="16" y="66"/>
                    </a:lnTo>
                    <a:lnTo>
                      <a:pt x="14" y="67"/>
                    </a:lnTo>
                    <a:lnTo>
                      <a:pt x="12" y="69"/>
                    </a:lnTo>
                    <a:lnTo>
                      <a:pt x="12" y="73"/>
                    </a:lnTo>
                    <a:lnTo>
                      <a:pt x="10" y="74"/>
                    </a:lnTo>
                    <a:lnTo>
                      <a:pt x="9" y="76"/>
                    </a:lnTo>
                    <a:lnTo>
                      <a:pt x="7" y="78"/>
                    </a:lnTo>
                    <a:lnTo>
                      <a:pt x="4" y="80"/>
                    </a:lnTo>
                    <a:lnTo>
                      <a:pt x="2" y="81"/>
                    </a:lnTo>
                    <a:lnTo>
                      <a:pt x="0" y="81"/>
                    </a:lnTo>
                    <a:lnTo>
                      <a:pt x="4" y="8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01" name="Google Shape;301;p10"/>
              <p:cNvSpPr/>
              <p:nvPr/>
            </p:nvSpPr>
            <p:spPr>
              <a:xfrm>
                <a:off x="4862" y="1577"/>
                <a:ext cx="49" cy="16"/>
              </a:xfrm>
              <a:custGeom>
                <a:rect b="b" l="l" r="r" t="t"/>
                <a:pathLst>
                  <a:path extrusionOk="0" h="16" w="49">
                    <a:moveTo>
                      <a:pt x="0" y="5"/>
                    </a:moveTo>
                    <a:lnTo>
                      <a:pt x="0" y="7"/>
                    </a:lnTo>
                    <a:lnTo>
                      <a:pt x="2" y="7"/>
                    </a:lnTo>
                    <a:lnTo>
                      <a:pt x="3" y="7"/>
                    </a:lnTo>
                    <a:lnTo>
                      <a:pt x="5" y="7"/>
                    </a:lnTo>
                    <a:lnTo>
                      <a:pt x="5" y="9"/>
                    </a:lnTo>
                    <a:lnTo>
                      <a:pt x="7" y="9"/>
                    </a:lnTo>
                    <a:lnTo>
                      <a:pt x="9" y="9"/>
                    </a:lnTo>
                    <a:lnTo>
                      <a:pt x="10" y="9"/>
                    </a:lnTo>
                    <a:lnTo>
                      <a:pt x="10" y="11"/>
                    </a:lnTo>
                    <a:lnTo>
                      <a:pt x="12" y="11"/>
                    </a:lnTo>
                    <a:lnTo>
                      <a:pt x="14" y="11"/>
                    </a:lnTo>
                    <a:lnTo>
                      <a:pt x="16" y="12"/>
                    </a:lnTo>
                    <a:lnTo>
                      <a:pt x="17" y="12"/>
                    </a:lnTo>
                    <a:lnTo>
                      <a:pt x="19" y="12"/>
                    </a:lnTo>
                    <a:lnTo>
                      <a:pt x="21" y="14"/>
                    </a:lnTo>
                    <a:lnTo>
                      <a:pt x="23" y="14"/>
                    </a:lnTo>
                    <a:lnTo>
                      <a:pt x="24" y="14"/>
                    </a:lnTo>
                    <a:lnTo>
                      <a:pt x="26" y="14"/>
                    </a:lnTo>
                    <a:lnTo>
                      <a:pt x="28" y="14"/>
                    </a:lnTo>
                    <a:lnTo>
                      <a:pt x="29" y="14"/>
                    </a:lnTo>
                    <a:lnTo>
                      <a:pt x="31" y="14"/>
                    </a:lnTo>
                    <a:lnTo>
                      <a:pt x="33" y="16"/>
                    </a:lnTo>
                    <a:lnTo>
                      <a:pt x="35" y="16"/>
                    </a:lnTo>
                    <a:lnTo>
                      <a:pt x="36" y="16"/>
                    </a:lnTo>
                    <a:lnTo>
                      <a:pt x="38" y="14"/>
                    </a:lnTo>
                    <a:lnTo>
                      <a:pt x="40" y="14"/>
                    </a:lnTo>
                    <a:lnTo>
                      <a:pt x="42" y="14"/>
                    </a:lnTo>
                    <a:lnTo>
                      <a:pt x="43" y="14"/>
                    </a:lnTo>
                    <a:lnTo>
                      <a:pt x="45" y="14"/>
                    </a:lnTo>
                    <a:lnTo>
                      <a:pt x="47" y="14"/>
                    </a:lnTo>
                    <a:lnTo>
                      <a:pt x="49" y="12"/>
                    </a:lnTo>
                    <a:lnTo>
                      <a:pt x="45" y="5"/>
                    </a:lnTo>
                    <a:lnTo>
                      <a:pt x="43" y="7"/>
                    </a:lnTo>
                    <a:lnTo>
                      <a:pt x="42" y="7"/>
                    </a:lnTo>
                    <a:lnTo>
                      <a:pt x="40" y="7"/>
                    </a:lnTo>
                    <a:lnTo>
                      <a:pt x="38" y="7"/>
                    </a:lnTo>
                    <a:lnTo>
                      <a:pt x="36" y="7"/>
                    </a:lnTo>
                    <a:lnTo>
                      <a:pt x="35" y="7"/>
                    </a:lnTo>
                    <a:lnTo>
                      <a:pt x="33" y="7"/>
                    </a:lnTo>
                    <a:lnTo>
                      <a:pt x="31" y="7"/>
                    </a:lnTo>
                    <a:lnTo>
                      <a:pt x="29" y="7"/>
                    </a:lnTo>
                    <a:lnTo>
                      <a:pt x="28" y="7"/>
                    </a:lnTo>
                    <a:lnTo>
                      <a:pt x="26" y="7"/>
                    </a:lnTo>
                    <a:lnTo>
                      <a:pt x="24" y="7"/>
                    </a:lnTo>
                    <a:lnTo>
                      <a:pt x="23" y="5"/>
                    </a:lnTo>
                    <a:lnTo>
                      <a:pt x="21" y="5"/>
                    </a:lnTo>
                    <a:lnTo>
                      <a:pt x="19" y="5"/>
                    </a:lnTo>
                    <a:lnTo>
                      <a:pt x="17" y="5"/>
                    </a:lnTo>
                    <a:lnTo>
                      <a:pt x="16" y="4"/>
                    </a:lnTo>
                    <a:lnTo>
                      <a:pt x="14" y="4"/>
                    </a:lnTo>
                    <a:lnTo>
                      <a:pt x="12" y="4"/>
                    </a:lnTo>
                    <a:lnTo>
                      <a:pt x="10" y="2"/>
                    </a:lnTo>
                    <a:lnTo>
                      <a:pt x="9" y="2"/>
                    </a:lnTo>
                    <a:lnTo>
                      <a:pt x="7" y="0"/>
                    </a:lnTo>
                    <a:lnTo>
                      <a:pt x="5" y="0"/>
                    </a:lnTo>
                    <a:lnTo>
                      <a:pt x="3" y="0"/>
                    </a:lnTo>
                    <a:lnTo>
                      <a:pt x="5" y="0"/>
                    </a:lnTo>
                    <a:lnTo>
                      <a:pt x="0" y="5"/>
                    </a:lnTo>
                    <a:lnTo>
                      <a:pt x="0" y="7"/>
                    </a:lnTo>
                    <a:lnTo>
                      <a:pt x="0"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02" name="Google Shape;302;p10"/>
              <p:cNvSpPr/>
              <p:nvPr/>
            </p:nvSpPr>
            <p:spPr>
              <a:xfrm>
                <a:off x="4845" y="1487"/>
                <a:ext cx="22" cy="95"/>
              </a:xfrm>
              <a:custGeom>
                <a:rect b="b" l="l" r="r" t="t"/>
                <a:pathLst>
                  <a:path extrusionOk="0" h="95" w="22">
                    <a:moveTo>
                      <a:pt x="7" y="0"/>
                    </a:moveTo>
                    <a:lnTo>
                      <a:pt x="5" y="2"/>
                    </a:lnTo>
                    <a:lnTo>
                      <a:pt x="5" y="5"/>
                    </a:lnTo>
                    <a:lnTo>
                      <a:pt x="5" y="7"/>
                    </a:lnTo>
                    <a:lnTo>
                      <a:pt x="5" y="10"/>
                    </a:lnTo>
                    <a:lnTo>
                      <a:pt x="3" y="12"/>
                    </a:lnTo>
                    <a:lnTo>
                      <a:pt x="3" y="16"/>
                    </a:lnTo>
                    <a:lnTo>
                      <a:pt x="3" y="19"/>
                    </a:lnTo>
                    <a:lnTo>
                      <a:pt x="3" y="23"/>
                    </a:lnTo>
                    <a:lnTo>
                      <a:pt x="1" y="24"/>
                    </a:lnTo>
                    <a:lnTo>
                      <a:pt x="1" y="28"/>
                    </a:lnTo>
                    <a:lnTo>
                      <a:pt x="1" y="31"/>
                    </a:lnTo>
                    <a:lnTo>
                      <a:pt x="1" y="35"/>
                    </a:lnTo>
                    <a:lnTo>
                      <a:pt x="1" y="36"/>
                    </a:lnTo>
                    <a:lnTo>
                      <a:pt x="0" y="40"/>
                    </a:lnTo>
                    <a:lnTo>
                      <a:pt x="0" y="43"/>
                    </a:lnTo>
                    <a:lnTo>
                      <a:pt x="0" y="47"/>
                    </a:lnTo>
                    <a:lnTo>
                      <a:pt x="0" y="50"/>
                    </a:lnTo>
                    <a:lnTo>
                      <a:pt x="0" y="54"/>
                    </a:lnTo>
                    <a:lnTo>
                      <a:pt x="0" y="56"/>
                    </a:lnTo>
                    <a:lnTo>
                      <a:pt x="0" y="59"/>
                    </a:lnTo>
                    <a:lnTo>
                      <a:pt x="0" y="62"/>
                    </a:lnTo>
                    <a:lnTo>
                      <a:pt x="1" y="66"/>
                    </a:lnTo>
                    <a:lnTo>
                      <a:pt x="1" y="68"/>
                    </a:lnTo>
                    <a:lnTo>
                      <a:pt x="1" y="71"/>
                    </a:lnTo>
                    <a:lnTo>
                      <a:pt x="3" y="75"/>
                    </a:lnTo>
                    <a:lnTo>
                      <a:pt x="5" y="78"/>
                    </a:lnTo>
                    <a:lnTo>
                      <a:pt x="5" y="80"/>
                    </a:lnTo>
                    <a:lnTo>
                      <a:pt x="7" y="83"/>
                    </a:lnTo>
                    <a:lnTo>
                      <a:pt x="8" y="85"/>
                    </a:lnTo>
                    <a:lnTo>
                      <a:pt x="10" y="88"/>
                    </a:lnTo>
                    <a:lnTo>
                      <a:pt x="12" y="90"/>
                    </a:lnTo>
                    <a:lnTo>
                      <a:pt x="13" y="94"/>
                    </a:lnTo>
                    <a:lnTo>
                      <a:pt x="17" y="95"/>
                    </a:lnTo>
                    <a:lnTo>
                      <a:pt x="22" y="90"/>
                    </a:lnTo>
                    <a:lnTo>
                      <a:pt x="19" y="88"/>
                    </a:lnTo>
                    <a:lnTo>
                      <a:pt x="17" y="87"/>
                    </a:lnTo>
                    <a:lnTo>
                      <a:pt x="15" y="85"/>
                    </a:lnTo>
                    <a:lnTo>
                      <a:pt x="13" y="81"/>
                    </a:lnTo>
                    <a:lnTo>
                      <a:pt x="13" y="80"/>
                    </a:lnTo>
                    <a:lnTo>
                      <a:pt x="12" y="78"/>
                    </a:lnTo>
                    <a:lnTo>
                      <a:pt x="10" y="75"/>
                    </a:lnTo>
                    <a:lnTo>
                      <a:pt x="10" y="73"/>
                    </a:lnTo>
                    <a:lnTo>
                      <a:pt x="8" y="69"/>
                    </a:lnTo>
                    <a:lnTo>
                      <a:pt x="8" y="68"/>
                    </a:lnTo>
                    <a:lnTo>
                      <a:pt x="8" y="64"/>
                    </a:lnTo>
                    <a:lnTo>
                      <a:pt x="8" y="61"/>
                    </a:lnTo>
                    <a:lnTo>
                      <a:pt x="7" y="59"/>
                    </a:lnTo>
                    <a:lnTo>
                      <a:pt x="7" y="56"/>
                    </a:lnTo>
                    <a:lnTo>
                      <a:pt x="7" y="52"/>
                    </a:lnTo>
                    <a:lnTo>
                      <a:pt x="7" y="50"/>
                    </a:lnTo>
                    <a:lnTo>
                      <a:pt x="7" y="47"/>
                    </a:lnTo>
                    <a:lnTo>
                      <a:pt x="7" y="43"/>
                    </a:lnTo>
                    <a:lnTo>
                      <a:pt x="8" y="42"/>
                    </a:lnTo>
                    <a:lnTo>
                      <a:pt x="8" y="38"/>
                    </a:lnTo>
                    <a:lnTo>
                      <a:pt x="8" y="35"/>
                    </a:lnTo>
                    <a:lnTo>
                      <a:pt x="8" y="31"/>
                    </a:lnTo>
                    <a:lnTo>
                      <a:pt x="8" y="30"/>
                    </a:lnTo>
                    <a:lnTo>
                      <a:pt x="10" y="26"/>
                    </a:lnTo>
                    <a:lnTo>
                      <a:pt x="10" y="23"/>
                    </a:lnTo>
                    <a:lnTo>
                      <a:pt x="10" y="19"/>
                    </a:lnTo>
                    <a:lnTo>
                      <a:pt x="10" y="17"/>
                    </a:lnTo>
                    <a:lnTo>
                      <a:pt x="12" y="14"/>
                    </a:lnTo>
                    <a:lnTo>
                      <a:pt x="12" y="10"/>
                    </a:lnTo>
                    <a:lnTo>
                      <a:pt x="12" y="9"/>
                    </a:lnTo>
                    <a:lnTo>
                      <a:pt x="12" y="5"/>
                    </a:lnTo>
                    <a:lnTo>
                      <a:pt x="12" y="4"/>
                    </a:lnTo>
                    <a:lnTo>
                      <a:pt x="10" y="5"/>
                    </a:lnTo>
                    <a:lnTo>
                      <a:pt x="7" y="0"/>
                    </a:lnTo>
                    <a:lnTo>
                      <a:pt x="5" y="0"/>
                    </a:lnTo>
                    <a:lnTo>
                      <a:pt x="5" y="2"/>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03" name="Google Shape;303;p10"/>
              <p:cNvSpPr/>
              <p:nvPr/>
            </p:nvSpPr>
            <p:spPr>
              <a:xfrm>
                <a:off x="4852" y="1477"/>
                <a:ext cx="90" cy="27"/>
              </a:xfrm>
              <a:custGeom>
                <a:rect b="b" l="l" r="r" t="t"/>
                <a:pathLst>
                  <a:path extrusionOk="0" h="27" w="90">
                    <a:moveTo>
                      <a:pt x="90" y="26"/>
                    </a:moveTo>
                    <a:lnTo>
                      <a:pt x="90" y="22"/>
                    </a:lnTo>
                    <a:lnTo>
                      <a:pt x="88" y="20"/>
                    </a:lnTo>
                    <a:lnTo>
                      <a:pt x="86" y="19"/>
                    </a:lnTo>
                    <a:lnTo>
                      <a:pt x="83" y="17"/>
                    </a:lnTo>
                    <a:lnTo>
                      <a:pt x="81" y="14"/>
                    </a:lnTo>
                    <a:lnTo>
                      <a:pt x="79" y="12"/>
                    </a:lnTo>
                    <a:lnTo>
                      <a:pt x="76" y="10"/>
                    </a:lnTo>
                    <a:lnTo>
                      <a:pt x="74" y="8"/>
                    </a:lnTo>
                    <a:lnTo>
                      <a:pt x="71" y="8"/>
                    </a:lnTo>
                    <a:lnTo>
                      <a:pt x="69" y="7"/>
                    </a:lnTo>
                    <a:lnTo>
                      <a:pt x="65" y="5"/>
                    </a:lnTo>
                    <a:lnTo>
                      <a:pt x="62" y="5"/>
                    </a:lnTo>
                    <a:lnTo>
                      <a:pt x="60" y="3"/>
                    </a:lnTo>
                    <a:lnTo>
                      <a:pt x="57" y="3"/>
                    </a:lnTo>
                    <a:lnTo>
                      <a:pt x="53" y="1"/>
                    </a:lnTo>
                    <a:lnTo>
                      <a:pt x="50" y="1"/>
                    </a:lnTo>
                    <a:lnTo>
                      <a:pt x="46" y="1"/>
                    </a:lnTo>
                    <a:lnTo>
                      <a:pt x="45" y="0"/>
                    </a:lnTo>
                    <a:lnTo>
                      <a:pt x="41" y="0"/>
                    </a:lnTo>
                    <a:lnTo>
                      <a:pt x="38" y="0"/>
                    </a:lnTo>
                    <a:lnTo>
                      <a:pt x="34" y="0"/>
                    </a:lnTo>
                    <a:lnTo>
                      <a:pt x="31" y="0"/>
                    </a:lnTo>
                    <a:lnTo>
                      <a:pt x="29" y="0"/>
                    </a:lnTo>
                    <a:lnTo>
                      <a:pt x="26" y="1"/>
                    </a:lnTo>
                    <a:lnTo>
                      <a:pt x="22" y="1"/>
                    </a:lnTo>
                    <a:lnTo>
                      <a:pt x="19" y="1"/>
                    </a:lnTo>
                    <a:lnTo>
                      <a:pt x="17" y="3"/>
                    </a:lnTo>
                    <a:lnTo>
                      <a:pt x="13" y="3"/>
                    </a:lnTo>
                    <a:lnTo>
                      <a:pt x="10" y="5"/>
                    </a:lnTo>
                    <a:lnTo>
                      <a:pt x="8" y="5"/>
                    </a:lnTo>
                    <a:lnTo>
                      <a:pt x="5" y="7"/>
                    </a:lnTo>
                    <a:lnTo>
                      <a:pt x="1" y="8"/>
                    </a:lnTo>
                    <a:lnTo>
                      <a:pt x="0" y="10"/>
                    </a:lnTo>
                    <a:lnTo>
                      <a:pt x="3" y="15"/>
                    </a:lnTo>
                    <a:lnTo>
                      <a:pt x="5" y="14"/>
                    </a:lnTo>
                    <a:lnTo>
                      <a:pt x="8" y="14"/>
                    </a:lnTo>
                    <a:lnTo>
                      <a:pt x="10" y="12"/>
                    </a:lnTo>
                    <a:lnTo>
                      <a:pt x="13" y="12"/>
                    </a:lnTo>
                    <a:lnTo>
                      <a:pt x="15" y="10"/>
                    </a:lnTo>
                    <a:lnTo>
                      <a:pt x="19" y="10"/>
                    </a:lnTo>
                    <a:lnTo>
                      <a:pt x="20" y="8"/>
                    </a:lnTo>
                    <a:lnTo>
                      <a:pt x="24" y="8"/>
                    </a:lnTo>
                    <a:lnTo>
                      <a:pt x="26" y="8"/>
                    </a:lnTo>
                    <a:lnTo>
                      <a:pt x="29" y="8"/>
                    </a:lnTo>
                    <a:lnTo>
                      <a:pt x="33" y="8"/>
                    </a:lnTo>
                    <a:lnTo>
                      <a:pt x="34" y="7"/>
                    </a:lnTo>
                    <a:lnTo>
                      <a:pt x="38" y="7"/>
                    </a:lnTo>
                    <a:lnTo>
                      <a:pt x="41" y="7"/>
                    </a:lnTo>
                    <a:lnTo>
                      <a:pt x="43" y="8"/>
                    </a:lnTo>
                    <a:lnTo>
                      <a:pt x="46" y="8"/>
                    </a:lnTo>
                    <a:lnTo>
                      <a:pt x="50" y="8"/>
                    </a:lnTo>
                    <a:lnTo>
                      <a:pt x="52" y="8"/>
                    </a:lnTo>
                    <a:lnTo>
                      <a:pt x="55" y="10"/>
                    </a:lnTo>
                    <a:lnTo>
                      <a:pt x="57" y="10"/>
                    </a:lnTo>
                    <a:lnTo>
                      <a:pt x="60" y="12"/>
                    </a:lnTo>
                    <a:lnTo>
                      <a:pt x="62" y="12"/>
                    </a:lnTo>
                    <a:lnTo>
                      <a:pt x="65" y="14"/>
                    </a:lnTo>
                    <a:lnTo>
                      <a:pt x="67" y="14"/>
                    </a:lnTo>
                    <a:lnTo>
                      <a:pt x="71" y="15"/>
                    </a:lnTo>
                    <a:lnTo>
                      <a:pt x="72" y="17"/>
                    </a:lnTo>
                    <a:lnTo>
                      <a:pt x="74" y="19"/>
                    </a:lnTo>
                    <a:lnTo>
                      <a:pt x="76" y="20"/>
                    </a:lnTo>
                    <a:lnTo>
                      <a:pt x="78" y="22"/>
                    </a:lnTo>
                    <a:lnTo>
                      <a:pt x="79" y="24"/>
                    </a:lnTo>
                    <a:lnTo>
                      <a:pt x="81" y="26"/>
                    </a:lnTo>
                    <a:lnTo>
                      <a:pt x="83" y="27"/>
                    </a:lnTo>
                    <a:lnTo>
                      <a:pt x="83" y="24"/>
                    </a:lnTo>
                    <a:lnTo>
                      <a:pt x="90" y="26"/>
                    </a:lnTo>
                    <a:lnTo>
                      <a:pt x="90" y="24"/>
                    </a:lnTo>
                    <a:lnTo>
                      <a:pt x="90" y="22"/>
                    </a:lnTo>
                    <a:lnTo>
                      <a:pt x="90"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04" name="Google Shape;304;p10"/>
              <p:cNvSpPr/>
              <p:nvPr/>
            </p:nvSpPr>
            <p:spPr>
              <a:xfrm>
                <a:off x="4973" y="1492"/>
                <a:ext cx="95" cy="116"/>
              </a:xfrm>
              <a:custGeom>
                <a:rect b="b" l="l" r="r" t="t"/>
                <a:pathLst>
                  <a:path extrusionOk="0" h="116" w="95">
                    <a:moveTo>
                      <a:pt x="87" y="11"/>
                    </a:moveTo>
                    <a:lnTo>
                      <a:pt x="88" y="12"/>
                    </a:lnTo>
                    <a:lnTo>
                      <a:pt x="88" y="16"/>
                    </a:lnTo>
                    <a:lnTo>
                      <a:pt x="90" y="18"/>
                    </a:lnTo>
                    <a:lnTo>
                      <a:pt x="92" y="21"/>
                    </a:lnTo>
                    <a:lnTo>
                      <a:pt x="92" y="25"/>
                    </a:lnTo>
                    <a:lnTo>
                      <a:pt x="94" y="28"/>
                    </a:lnTo>
                    <a:lnTo>
                      <a:pt x="94" y="30"/>
                    </a:lnTo>
                    <a:lnTo>
                      <a:pt x="94" y="33"/>
                    </a:lnTo>
                    <a:lnTo>
                      <a:pt x="95" y="37"/>
                    </a:lnTo>
                    <a:lnTo>
                      <a:pt x="95" y="40"/>
                    </a:lnTo>
                    <a:lnTo>
                      <a:pt x="95" y="44"/>
                    </a:lnTo>
                    <a:lnTo>
                      <a:pt x="95" y="47"/>
                    </a:lnTo>
                    <a:lnTo>
                      <a:pt x="95" y="51"/>
                    </a:lnTo>
                    <a:lnTo>
                      <a:pt x="95" y="54"/>
                    </a:lnTo>
                    <a:lnTo>
                      <a:pt x="95" y="57"/>
                    </a:lnTo>
                    <a:lnTo>
                      <a:pt x="95" y="59"/>
                    </a:lnTo>
                    <a:lnTo>
                      <a:pt x="95" y="63"/>
                    </a:lnTo>
                    <a:lnTo>
                      <a:pt x="95" y="66"/>
                    </a:lnTo>
                    <a:lnTo>
                      <a:pt x="95" y="70"/>
                    </a:lnTo>
                    <a:lnTo>
                      <a:pt x="94" y="73"/>
                    </a:lnTo>
                    <a:lnTo>
                      <a:pt x="94" y="76"/>
                    </a:lnTo>
                    <a:lnTo>
                      <a:pt x="94" y="80"/>
                    </a:lnTo>
                    <a:lnTo>
                      <a:pt x="92" y="83"/>
                    </a:lnTo>
                    <a:lnTo>
                      <a:pt x="92" y="87"/>
                    </a:lnTo>
                    <a:lnTo>
                      <a:pt x="92" y="90"/>
                    </a:lnTo>
                    <a:lnTo>
                      <a:pt x="90" y="92"/>
                    </a:lnTo>
                    <a:lnTo>
                      <a:pt x="90" y="96"/>
                    </a:lnTo>
                    <a:lnTo>
                      <a:pt x="88" y="99"/>
                    </a:lnTo>
                    <a:lnTo>
                      <a:pt x="88" y="102"/>
                    </a:lnTo>
                    <a:lnTo>
                      <a:pt x="87" y="104"/>
                    </a:lnTo>
                    <a:lnTo>
                      <a:pt x="87" y="108"/>
                    </a:lnTo>
                    <a:lnTo>
                      <a:pt x="85" y="111"/>
                    </a:lnTo>
                    <a:lnTo>
                      <a:pt x="83" y="111"/>
                    </a:lnTo>
                    <a:lnTo>
                      <a:pt x="80" y="113"/>
                    </a:lnTo>
                    <a:lnTo>
                      <a:pt x="78" y="115"/>
                    </a:lnTo>
                    <a:lnTo>
                      <a:pt x="76" y="115"/>
                    </a:lnTo>
                    <a:lnTo>
                      <a:pt x="73" y="116"/>
                    </a:lnTo>
                    <a:lnTo>
                      <a:pt x="71" y="116"/>
                    </a:lnTo>
                    <a:lnTo>
                      <a:pt x="69" y="116"/>
                    </a:lnTo>
                    <a:lnTo>
                      <a:pt x="66" y="116"/>
                    </a:lnTo>
                    <a:lnTo>
                      <a:pt x="64" y="116"/>
                    </a:lnTo>
                    <a:lnTo>
                      <a:pt x="62" y="116"/>
                    </a:lnTo>
                    <a:lnTo>
                      <a:pt x="59" y="116"/>
                    </a:lnTo>
                    <a:lnTo>
                      <a:pt x="57" y="116"/>
                    </a:lnTo>
                    <a:lnTo>
                      <a:pt x="55" y="116"/>
                    </a:lnTo>
                    <a:lnTo>
                      <a:pt x="52" y="116"/>
                    </a:lnTo>
                    <a:lnTo>
                      <a:pt x="50" y="116"/>
                    </a:lnTo>
                    <a:lnTo>
                      <a:pt x="47" y="116"/>
                    </a:lnTo>
                    <a:lnTo>
                      <a:pt x="45" y="115"/>
                    </a:lnTo>
                    <a:lnTo>
                      <a:pt x="43" y="115"/>
                    </a:lnTo>
                    <a:lnTo>
                      <a:pt x="40" y="115"/>
                    </a:lnTo>
                    <a:lnTo>
                      <a:pt x="38" y="113"/>
                    </a:lnTo>
                    <a:lnTo>
                      <a:pt x="36" y="113"/>
                    </a:lnTo>
                    <a:lnTo>
                      <a:pt x="33" y="111"/>
                    </a:lnTo>
                    <a:lnTo>
                      <a:pt x="31" y="111"/>
                    </a:lnTo>
                    <a:lnTo>
                      <a:pt x="29" y="111"/>
                    </a:lnTo>
                    <a:lnTo>
                      <a:pt x="26" y="109"/>
                    </a:lnTo>
                    <a:lnTo>
                      <a:pt x="24" y="109"/>
                    </a:lnTo>
                    <a:lnTo>
                      <a:pt x="22" y="108"/>
                    </a:lnTo>
                    <a:lnTo>
                      <a:pt x="19" y="108"/>
                    </a:lnTo>
                    <a:lnTo>
                      <a:pt x="17" y="108"/>
                    </a:lnTo>
                    <a:lnTo>
                      <a:pt x="16" y="106"/>
                    </a:lnTo>
                    <a:lnTo>
                      <a:pt x="12" y="106"/>
                    </a:lnTo>
                    <a:lnTo>
                      <a:pt x="10" y="106"/>
                    </a:lnTo>
                    <a:lnTo>
                      <a:pt x="9" y="104"/>
                    </a:lnTo>
                    <a:lnTo>
                      <a:pt x="7" y="102"/>
                    </a:lnTo>
                    <a:lnTo>
                      <a:pt x="5" y="101"/>
                    </a:lnTo>
                    <a:lnTo>
                      <a:pt x="5" y="99"/>
                    </a:lnTo>
                    <a:lnTo>
                      <a:pt x="3" y="97"/>
                    </a:lnTo>
                    <a:lnTo>
                      <a:pt x="2" y="96"/>
                    </a:lnTo>
                    <a:lnTo>
                      <a:pt x="2" y="94"/>
                    </a:lnTo>
                    <a:lnTo>
                      <a:pt x="2" y="90"/>
                    </a:lnTo>
                    <a:lnTo>
                      <a:pt x="0" y="89"/>
                    </a:lnTo>
                    <a:lnTo>
                      <a:pt x="0" y="87"/>
                    </a:lnTo>
                    <a:lnTo>
                      <a:pt x="0" y="85"/>
                    </a:lnTo>
                    <a:lnTo>
                      <a:pt x="0" y="83"/>
                    </a:lnTo>
                    <a:lnTo>
                      <a:pt x="0" y="80"/>
                    </a:lnTo>
                    <a:lnTo>
                      <a:pt x="0" y="78"/>
                    </a:lnTo>
                    <a:lnTo>
                      <a:pt x="0" y="76"/>
                    </a:lnTo>
                    <a:lnTo>
                      <a:pt x="0" y="75"/>
                    </a:lnTo>
                    <a:lnTo>
                      <a:pt x="0" y="71"/>
                    </a:lnTo>
                    <a:lnTo>
                      <a:pt x="0" y="70"/>
                    </a:lnTo>
                    <a:lnTo>
                      <a:pt x="0" y="68"/>
                    </a:lnTo>
                    <a:lnTo>
                      <a:pt x="2" y="64"/>
                    </a:lnTo>
                    <a:lnTo>
                      <a:pt x="2" y="63"/>
                    </a:lnTo>
                    <a:lnTo>
                      <a:pt x="2" y="61"/>
                    </a:lnTo>
                    <a:lnTo>
                      <a:pt x="2" y="57"/>
                    </a:lnTo>
                    <a:lnTo>
                      <a:pt x="2" y="56"/>
                    </a:lnTo>
                    <a:lnTo>
                      <a:pt x="3" y="54"/>
                    </a:lnTo>
                    <a:lnTo>
                      <a:pt x="3" y="51"/>
                    </a:lnTo>
                    <a:lnTo>
                      <a:pt x="3" y="49"/>
                    </a:lnTo>
                    <a:lnTo>
                      <a:pt x="3" y="47"/>
                    </a:lnTo>
                    <a:lnTo>
                      <a:pt x="3" y="44"/>
                    </a:lnTo>
                    <a:lnTo>
                      <a:pt x="3" y="42"/>
                    </a:lnTo>
                    <a:lnTo>
                      <a:pt x="3" y="40"/>
                    </a:lnTo>
                    <a:lnTo>
                      <a:pt x="3" y="38"/>
                    </a:lnTo>
                    <a:lnTo>
                      <a:pt x="3" y="37"/>
                    </a:lnTo>
                    <a:lnTo>
                      <a:pt x="3" y="35"/>
                    </a:lnTo>
                    <a:lnTo>
                      <a:pt x="5" y="33"/>
                    </a:lnTo>
                    <a:lnTo>
                      <a:pt x="5" y="31"/>
                    </a:lnTo>
                    <a:lnTo>
                      <a:pt x="5" y="30"/>
                    </a:lnTo>
                    <a:lnTo>
                      <a:pt x="7" y="28"/>
                    </a:lnTo>
                    <a:lnTo>
                      <a:pt x="7" y="26"/>
                    </a:lnTo>
                    <a:lnTo>
                      <a:pt x="7" y="25"/>
                    </a:lnTo>
                    <a:lnTo>
                      <a:pt x="7" y="23"/>
                    </a:lnTo>
                    <a:lnTo>
                      <a:pt x="7" y="21"/>
                    </a:lnTo>
                    <a:lnTo>
                      <a:pt x="9" y="19"/>
                    </a:lnTo>
                    <a:lnTo>
                      <a:pt x="9" y="18"/>
                    </a:lnTo>
                    <a:lnTo>
                      <a:pt x="9" y="16"/>
                    </a:lnTo>
                    <a:lnTo>
                      <a:pt x="9" y="14"/>
                    </a:lnTo>
                    <a:lnTo>
                      <a:pt x="10" y="12"/>
                    </a:lnTo>
                    <a:lnTo>
                      <a:pt x="10" y="11"/>
                    </a:lnTo>
                    <a:lnTo>
                      <a:pt x="12" y="11"/>
                    </a:lnTo>
                    <a:lnTo>
                      <a:pt x="12" y="9"/>
                    </a:lnTo>
                    <a:lnTo>
                      <a:pt x="14" y="7"/>
                    </a:lnTo>
                    <a:lnTo>
                      <a:pt x="16" y="5"/>
                    </a:lnTo>
                    <a:lnTo>
                      <a:pt x="17" y="4"/>
                    </a:lnTo>
                    <a:lnTo>
                      <a:pt x="19" y="4"/>
                    </a:lnTo>
                    <a:lnTo>
                      <a:pt x="21" y="2"/>
                    </a:lnTo>
                    <a:lnTo>
                      <a:pt x="22" y="2"/>
                    </a:lnTo>
                    <a:lnTo>
                      <a:pt x="26" y="2"/>
                    </a:lnTo>
                    <a:lnTo>
                      <a:pt x="28" y="0"/>
                    </a:lnTo>
                    <a:lnTo>
                      <a:pt x="29" y="0"/>
                    </a:lnTo>
                    <a:lnTo>
                      <a:pt x="31" y="0"/>
                    </a:lnTo>
                    <a:lnTo>
                      <a:pt x="33" y="0"/>
                    </a:lnTo>
                    <a:lnTo>
                      <a:pt x="36" y="0"/>
                    </a:lnTo>
                    <a:lnTo>
                      <a:pt x="38" y="0"/>
                    </a:lnTo>
                    <a:lnTo>
                      <a:pt x="40" y="0"/>
                    </a:lnTo>
                    <a:lnTo>
                      <a:pt x="42" y="0"/>
                    </a:lnTo>
                    <a:lnTo>
                      <a:pt x="45" y="0"/>
                    </a:lnTo>
                    <a:lnTo>
                      <a:pt x="47" y="0"/>
                    </a:lnTo>
                    <a:lnTo>
                      <a:pt x="48" y="0"/>
                    </a:lnTo>
                    <a:lnTo>
                      <a:pt x="50" y="0"/>
                    </a:lnTo>
                    <a:lnTo>
                      <a:pt x="52" y="0"/>
                    </a:lnTo>
                    <a:lnTo>
                      <a:pt x="55" y="0"/>
                    </a:lnTo>
                    <a:lnTo>
                      <a:pt x="57" y="0"/>
                    </a:lnTo>
                    <a:lnTo>
                      <a:pt x="59" y="2"/>
                    </a:lnTo>
                    <a:lnTo>
                      <a:pt x="61" y="2"/>
                    </a:lnTo>
                    <a:lnTo>
                      <a:pt x="62" y="2"/>
                    </a:lnTo>
                    <a:lnTo>
                      <a:pt x="66" y="4"/>
                    </a:lnTo>
                    <a:lnTo>
                      <a:pt x="68" y="4"/>
                    </a:lnTo>
                    <a:lnTo>
                      <a:pt x="69" y="4"/>
                    </a:lnTo>
                    <a:lnTo>
                      <a:pt x="71" y="5"/>
                    </a:lnTo>
                    <a:lnTo>
                      <a:pt x="73" y="5"/>
                    </a:lnTo>
                    <a:lnTo>
                      <a:pt x="74" y="5"/>
                    </a:lnTo>
                    <a:lnTo>
                      <a:pt x="78" y="7"/>
                    </a:lnTo>
                    <a:lnTo>
                      <a:pt x="80" y="7"/>
                    </a:lnTo>
                    <a:lnTo>
                      <a:pt x="81" y="7"/>
                    </a:lnTo>
                    <a:lnTo>
                      <a:pt x="83" y="9"/>
                    </a:lnTo>
                    <a:lnTo>
                      <a:pt x="85" y="9"/>
                    </a:lnTo>
                    <a:lnTo>
                      <a:pt x="87" y="11"/>
                    </a:lnTo>
                    <a:close/>
                  </a:path>
                </a:pathLst>
              </a:custGeom>
              <a:solidFill>
                <a:srgbClr val="B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05" name="Google Shape;305;p10"/>
              <p:cNvSpPr/>
              <p:nvPr/>
            </p:nvSpPr>
            <p:spPr>
              <a:xfrm>
                <a:off x="5054" y="1501"/>
                <a:ext cx="18" cy="104"/>
              </a:xfrm>
              <a:custGeom>
                <a:rect b="b" l="l" r="r" t="t"/>
                <a:pathLst>
                  <a:path extrusionOk="0" h="104" w="18">
                    <a:moveTo>
                      <a:pt x="6" y="104"/>
                    </a:moveTo>
                    <a:lnTo>
                      <a:pt x="7" y="102"/>
                    </a:lnTo>
                    <a:lnTo>
                      <a:pt x="9" y="100"/>
                    </a:lnTo>
                    <a:lnTo>
                      <a:pt x="9" y="97"/>
                    </a:lnTo>
                    <a:lnTo>
                      <a:pt x="11" y="93"/>
                    </a:lnTo>
                    <a:lnTo>
                      <a:pt x="11" y="90"/>
                    </a:lnTo>
                    <a:lnTo>
                      <a:pt x="13" y="88"/>
                    </a:lnTo>
                    <a:lnTo>
                      <a:pt x="13" y="85"/>
                    </a:lnTo>
                    <a:lnTo>
                      <a:pt x="14" y="81"/>
                    </a:lnTo>
                    <a:lnTo>
                      <a:pt x="14" y="78"/>
                    </a:lnTo>
                    <a:lnTo>
                      <a:pt x="14" y="74"/>
                    </a:lnTo>
                    <a:lnTo>
                      <a:pt x="16" y="71"/>
                    </a:lnTo>
                    <a:lnTo>
                      <a:pt x="16" y="67"/>
                    </a:lnTo>
                    <a:lnTo>
                      <a:pt x="16" y="64"/>
                    </a:lnTo>
                    <a:lnTo>
                      <a:pt x="18" y="61"/>
                    </a:lnTo>
                    <a:lnTo>
                      <a:pt x="18" y="59"/>
                    </a:lnTo>
                    <a:lnTo>
                      <a:pt x="18" y="55"/>
                    </a:lnTo>
                    <a:lnTo>
                      <a:pt x="18" y="52"/>
                    </a:lnTo>
                    <a:lnTo>
                      <a:pt x="18" y="48"/>
                    </a:lnTo>
                    <a:lnTo>
                      <a:pt x="18" y="45"/>
                    </a:lnTo>
                    <a:lnTo>
                      <a:pt x="18" y="42"/>
                    </a:lnTo>
                    <a:lnTo>
                      <a:pt x="18" y="38"/>
                    </a:lnTo>
                    <a:lnTo>
                      <a:pt x="18" y="35"/>
                    </a:lnTo>
                    <a:lnTo>
                      <a:pt x="18" y="31"/>
                    </a:lnTo>
                    <a:lnTo>
                      <a:pt x="18" y="28"/>
                    </a:lnTo>
                    <a:lnTo>
                      <a:pt x="16" y="24"/>
                    </a:lnTo>
                    <a:lnTo>
                      <a:pt x="16" y="21"/>
                    </a:lnTo>
                    <a:lnTo>
                      <a:pt x="16" y="17"/>
                    </a:lnTo>
                    <a:lnTo>
                      <a:pt x="14" y="14"/>
                    </a:lnTo>
                    <a:lnTo>
                      <a:pt x="14" y="10"/>
                    </a:lnTo>
                    <a:lnTo>
                      <a:pt x="13" y="9"/>
                    </a:lnTo>
                    <a:lnTo>
                      <a:pt x="11" y="5"/>
                    </a:lnTo>
                    <a:lnTo>
                      <a:pt x="11" y="2"/>
                    </a:lnTo>
                    <a:lnTo>
                      <a:pt x="9" y="0"/>
                    </a:lnTo>
                    <a:lnTo>
                      <a:pt x="2" y="3"/>
                    </a:lnTo>
                    <a:lnTo>
                      <a:pt x="4" y="5"/>
                    </a:lnTo>
                    <a:lnTo>
                      <a:pt x="4" y="9"/>
                    </a:lnTo>
                    <a:lnTo>
                      <a:pt x="6" y="10"/>
                    </a:lnTo>
                    <a:lnTo>
                      <a:pt x="7" y="14"/>
                    </a:lnTo>
                    <a:lnTo>
                      <a:pt x="7" y="16"/>
                    </a:lnTo>
                    <a:lnTo>
                      <a:pt x="9" y="19"/>
                    </a:lnTo>
                    <a:lnTo>
                      <a:pt x="9" y="22"/>
                    </a:lnTo>
                    <a:lnTo>
                      <a:pt x="9" y="26"/>
                    </a:lnTo>
                    <a:lnTo>
                      <a:pt x="11" y="28"/>
                    </a:lnTo>
                    <a:lnTo>
                      <a:pt x="11" y="31"/>
                    </a:lnTo>
                    <a:lnTo>
                      <a:pt x="11" y="35"/>
                    </a:lnTo>
                    <a:lnTo>
                      <a:pt x="11" y="38"/>
                    </a:lnTo>
                    <a:lnTo>
                      <a:pt x="11" y="42"/>
                    </a:lnTo>
                    <a:lnTo>
                      <a:pt x="11" y="45"/>
                    </a:lnTo>
                    <a:lnTo>
                      <a:pt x="11" y="47"/>
                    </a:lnTo>
                    <a:lnTo>
                      <a:pt x="11" y="50"/>
                    </a:lnTo>
                    <a:lnTo>
                      <a:pt x="11" y="54"/>
                    </a:lnTo>
                    <a:lnTo>
                      <a:pt x="11" y="57"/>
                    </a:lnTo>
                    <a:lnTo>
                      <a:pt x="11" y="61"/>
                    </a:lnTo>
                    <a:lnTo>
                      <a:pt x="9" y="64"/>
                    </a:lnTo>
                    <a:lnTo>
                      <a:pt x="9" y="67"/>
                    </a:lnTo>
                    <a:lnTo>
                      <a:pt x="9" y="71"/>
                    </a:lnTo>
                    <a:lnTo>
                      <a:pt x="7" y="73"/>
                    </a:lnTo>
                    <a:lnTo>
                      <a:pt x="7" y="76"/>
                    </a:lnTo>
                    <a:lnTo>
                      <a:pt x="7" y="80"/>
                    </a:lnTo>
                    <a:lnTo>
                      <a:pt x="6" y="83"/>
                    </a:lnTo>
                    <a:lnTo>
                      <a:pt x="6" y="87"/>
                    </a:lnTo>
                    <a:lnTo>
                      <a:pt x="4" y="88"/>
                    </a:lnTo>
                    <a:lnTo>
                      <a:pt x="4" y="92"/>
                    </a:lnTo>
                    <a:lnTo>
                      <a:pt x="2" y="95"/>
                    </a:lnTo>
                    <a:lnTo>
                      <a:pt x="2" y="97"/>
                    </a:lnTo>
                    <a:lnTo>
                      <a:pt x="0" y="100"/>
                    </a:lnTo>
                    <a:lnTo>
                      <a:pt x="2" y="99"/>
                    </a:lnTo>
                    <a:lnTo>
                      <a:pt x="6" y="104"/>
                    </a:lnTo>
                    <a:lnTo>
                      <a:pt x="7" y="104"/>
                    </a:lnTo>
                    <a:lnTo>
                      <a:pt x="7" y="102"/>
                    </a:lnTo>
                    <a:lnTo>
                      <a:pt x="6" y="1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06" name="Google Shape;306;p10"/>
              <p:cNvSpPr/>
              <p:nvPr/>
            </p:nvSpPr>
            <p:spPr>
              <a:xfrm>
                <a:off x="4982" y="1593"/>
                <a:ext cx="78" cy="21"/>
              </a:xfrm>
              <a:custGeom>
                <a:rect b="b" l="l" r="r" t="t"/>
                <a:pathLst>
                  <a:path extrusionOk="0" h="21" w="78">
                    <a:moveTo>
                      <a:pt x="0" y="7"/>
                    </a:moveTo>
                    <a:lnTo>
                      <a:pt x="1" y="8"/>
                    </a:lnTo>
                    <a:lnTo>
                      <a:pt x="3" y="8"/>
                    </a:lnTo>
                    <a:lnTo>
                      <a:pt x="5" y="8"/>
                    </a:lnTo>
                    <a:lnTo>
                      <a:pt x="7" y="10"/>
                    </a:lnTo>
                    <a:lnTo>
                      <a:pt x="10" y="10"/>
                    </a:lnTo>
                    <a:lnTo>
                      <a:pt x="12" y="10"/>
                    </a:lnTo>
                    <a:lnTo>
                      <a:pt x="13" y="12"/>
                    </a:lnTo>
                    <a:lnTo>
                      <a:pt x="17" y="12"/>
                    </a:lnTo>
                    <a:lnTo>
                      <a:pt x="19" y="14"/>
                    </a:lnTo>
                    <a:lnTo>
                      <a:pt x="20" y="14"/>
                    </a:lnTo>
                    <a:lnTo>
                      <a:pt x="24" y="14"/>
                    </a:lnTo>
                    <a:lnTo>
                      <a:pt x="26" y="15"/>
                    </a:lnTo>
                    <a:lnTo>
                      <a:pt x="27" y="15"/>
                    </a:lnTo>
                    <a:lnTo>
                      <a:pt x="31" y="17"/>
                    </a:lnTo>
                    <a:lnTo>
                      <a:pt x="33" y="17"/>
                    </a:lnTo>
                    <a:lnTo>
                      <a:pt x="36" y="17"/>
                    </a:lnTo>
                    <a:lnTo>
                      <a:pt x="38" y="19"/>
                    </a:lnTo>
                    <a:lnTo>
                      <a:pt x="39" y="19"/>
                    </a:lnTo>
                    <a:lnTo>
                      <a:pt x="43" y="19"/>
                    </a:lnTo>
                    <a:lnTo>
                      <a:pt x="45" y="19"/>
                    </a:lnTo>
                    <a:lnTo>
                      <a:pt x="48" y="19"/>
                    </a:lnTo>
                    <a:lnTo>
                      <a:pt x="50" y="21"/>
                    </a:lnTo>
                    <a:lnTo>
                      <a:pt x="53" y="21"/>
                    </a:lnTo>
                    <a:lnTo>
                      <a:pt x="55" y="19"/>
                    </a:lnTo>
                    <a:lnTo>
                      <a:pt x="59" y="19"/>
                    </a:lnTo>
                    <a:lnTo>
                      <a:pt x="60" y="19"/>
                    </a:lnTo>
                    <a:lnTo>
                      <a:pt x="64" y="19"/>
                    </a:lnTo>
                    <a:lnTo>
                      <a:pt x="65" y="19"/>
                    </a:lnTo>
                    <a:lnTo>
                      <a:pt x="67" y="17"/>
                    </a:lnTo>
                    <a:lnTo>
                      <a:pt x="71" y="17"/>
                    </a:lnTo>
                    <a:lnTo>
                      <a:pt x="72" y="15"/>
                    </a:lnTo>
                    <a:lnTo>
                      <a:pt x="76" y="14"/>
                    </a:lnTo>
                    <a:lnTo>
                      <a:pt x="78" y="12"/>
                    </a:lnTo>
                    <a:lnTo>
                      <a:pt x="74" y="7"/>
                    </a:lnTo>
                    <a:lnTo>
                      <a:pt x="72" y="8"/>
                    </a:lnTo>
                    <a:lnTo>
                      <a:pt x="69" y="8"/>
                    </a:lnTo>
                    <a:lnTo>
                      <a:pt x="67" y="10"/>
                    </a:lnTo>
                    <a:lnTo>
                      <a:pt x="65" y="10"/>
                    </a:lnTo>
                    <a:lnTo>
                      <a:pt x="64" y="12"/>
                    </a:lnTo>
                    <a:lnTo>
                      <a:pt x="62" y="12"/>
                    </a:lnTo>
                    <a:lnTo>
                      <a:pt x="59" y="12"/>
                    </a:lnTo>
                    <a:lnTo>
                      <a:pt x="57" y="12"/>
                    </a:lnTo>
                    <a:lnTo>
                      <a:pt x="55" y="12"/>
                    </a:lnTo>
                    <a:lnTo>
                      <a:pt x="53" y="12"/>
                    </a:lnTo>
                    <a:lnTo>
                      <a:pt x="50" y="12"/>
                    </a:lnTo>
                    <a:lnTo>
                      <a:pt x="48" y="12"/>
                    </a:lnTo>
                    <a:lnTo>
                      <a:pt x="46" y="12"/>
                    </a:lnTo>
                    <a:lnTo>
                      <a:pt x="43" y="12"/>
                    </a:lnTo>
                    <a:lnTo>
                      <a:pt x="41" y="12"/>
                    </a:lnTo>
                    <a:lnTo>
                      <a:pt x="39" y="10"/>
                    </a:lnTo>
                    <a:lnTo>
                      <a:pt x="38" y="10"/>
                    </a:lnTo>
                    <a:lnTo>
                      <a:pt x="34" y="10"/>
                    </a:lnTo>
                    <a:lnTo>
                      <a:pt x="33" y="10"/>
                    </a:lnTo>
                    <a:lnTo>
                      <a:pt x="31" y="8"/>
                    </a:lnTo>
                    <a:lnTo>
                      <a:pt x="27" y="8"/>
                    </a:lnTo>
                    <a:lnTo>
                      <a:pt x="26" y="7"/>
                    </a:lnTo>
                    <a:lnTo>
                      <a:pt x="24" y="7"/>
                    </a:lnTo>
                    <a:lnTo>
                      <a:pt x="20" y="7"/>
                    </a:lnTo>
                    <a:lnTo>
                      <a:pt x="19" y="5"/>
                    </a:lnTo>
                    <a:lnTo>
                      <a:pt x="17" y="5"/>
                    </a:lnTo>
                    <a:lnTo>
                      <a:pt x="13" y="3"/>
                    </a:lnTo>
                    <a:lnTo>
                      <a:pt x="12" y="3"/>
                    </a:lnTo>
                    <a:lnTo>
                      <a:pt x="10" y="1"/>
                    </a:lnTo>
                    <a:lnTo>
                      <a:pt x="7" y="1"/>
                    </a:lnTo>
                    <a:lnTo>
                      <a:pt x="5" y="1"/>
                    </a:lnTo>
                    <a:lnTo>
                      <a:pt x="3" y="0"/>
                    </a:lnTo>
                    <a:lnTo>
                      <a:pt x="3" y="1"/>
                    </a:lnTo>
                    <a:lnTo>
                      <a:pt x="0" y="7"/>
                    </a:lnTo>
                    <a:lnTo>
                      <a:pt x="1" y="8"/>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07" name="Google Shape;307;p10"/>
              <p:cNvSpPr/>
              <p:nvPr/>
            </p:nvSpPr>
            <p:spPr>
              <a:xfrm>
                <a:off x="4969" y="1529"/>
                <a:ext cx="16" cy="71"/>
              </a:xfrm>
              <a:custGeom>
                <a:rect b="b" l="l" r="r" t="t"/>
                <a:pathLst>
                  <a:path extrusionOk="0" h="71" w="16">
                    <a:moveTo>
                      <a:pt x="4" y="0"/>
                    </a:moveTo>
                    <a:lnTo>
                      <a:pt x="4" y="1"/>
                    </a:lnTo>
                    <a:lnTo>
                      <a:pt x="4" y="3"/>
                    </a:lnTo>
                    <a:lnTo>
                      <a:pt x="4" y="5"/>
                    </a:lnTo>
                    <a:lnTo>
                      <a:pt x="4" y="7"/>
                    </a:lnTo>
                    <a:lnTo>
                      <a:pt x="4" y="8"/>
                    </a:lnTo>
                    <a:lnTo>
                      <a:pt x="4" y="12"/>
                    </a:lnTo>
                    <a:lnTo>
                      <a:pt x="4" y="14"/>
                    </a:lnTo>
                    <a:lnTo>
                      <a:pt x="2" y="15"/>
                    </a:lnTo>
                    <a:lnTo>
                      <a:pt x="2" y="19"/>
                    </a:lnTo>
                    <a:lnTo>
                      <a:pt x="2" y="20"/>
                    </a:lnTo>
                    <a:lnTo>
                      <a:pt x="2" y="22"/>
                    </a:lnTo>
                    <a:lnTo>
                      <a:pt x="2" y="26"/>
                    </a:lnTo>
                    <a:lnTo>
                      <a:pt x="2" y="27"/>
                    </a:lnTo>
                    <a:lnTo>
                      <a:pt x="0" y="29"/>
                    </a:lnTo>
                    <a:lnTo>
                      <a:pt x="0" y="33"/>
                    </a:lnTo>
                    <a:lnTo>
                      <a:pt x="0" y="34"/>
                    </a:lnTo>
                    <a:lnTo>
                      <a:pt x="0" y="36"/>
                    </a:lnTo>
                    <a:lnTo>
                      <a:pt x="0" y="39"/>
                    </a:lnTo>
                    <a:lnTo>
                      <a:pt x="0" y="41"/>
                    </a:lnTo>
                    <a:lnTo>
                      <a:pt x="0" y="43"/>
                    </a:lnTo>
                    <a:lnTo>
                      <a:pt x="0" y="46"/>
                    </a:lnTo>
                    <a:lnTo>
                      <a:pt x="0" y="48"/>
                    </a:lnTo>
                    <a:lnTo>
                      <a:pt x="0" y="50"/>
                    </a:lnTo>
                    <a:lnTo>
                      <a:pt x="0" y="53"/>
                    </a:lnTo>
                    <a:lnTo>
                      <a:pt x="2" y="55"/>
                    </a:lnTo>
                    <a:lnTo>
                      <a:pt x="2" y="57"/>
                    </a:lnTo>
                    <a:lnTo>
                      <a:pt x="2" y="60"/>
                    </a:lnTo>
                    <a:lnTo>
                      <a:pt x="4" y="62"/>
                    </a:lnTo>
                    <a:lnTo>
                      <a:pt x="6" y="64"/>
                    </a:lnTo>
                    <a:lnTo>
                      <a:pt x="7" y="65"/>
                    </a:lnTo>
                    <a:lnTo>
                      <a:pt x="9" y="67"/>
                    </a:lnTo>
                    <a:lnTo>
                      <a:pt x="11" y="69"/>
                    </a:lnTo>
                    <a:lnTo>
                      <a:pt x="13" y="71"/>
                    </a:lnTo>
                    <a:lnTo>
                      <a:pt x="16" y="65"/>
                    </a:lnTo>
                    <a:lnTo>
                      <a:pt x="14" y="64"/>
                    </a:lnTo>
                    <a:lnTo>
                      <a:pt x="14" y="62"/>
                    </a:lnTo>
                    <a:lnTo>
                      <a:pt x="13" y="60"/>
                    </a:lnTo>
                    <a:lnTo>
                      <a:pt x="11" y="60"/>
                    </a:lnTo>
                    <a:lnTo>
                      <a:pt x="11" y="59"/>
                    </a:lnTo>
                    <a:lnTo>
                      <a:pt x="9" y="57"/>
                    </a:lnTo>
                    <a:lnTo>
                      <a:pt x="9" y="55"/>
                    </a:lnTo>
                    <a:lnTo>
                      <a:pt x="9" y="53"/>
                    </a:lnTo>
                    <a:lnTo>
                      <a:pt x="7" y="52"/>
                    </a:lnTo>
                    <a:lnTo>
                      <a:pt x="7" y="50"/>
                    </a:lnTo>
                    <a:lnTo>
                      <a:pt x="7" y="48"/>
                    </a:lnTo>
                    <a:lnTo>
                      <a:pt x="7" y="46"/>
                    </a:lnTo>
                    <a:lnTo>
                      <a:pt x="7" y="43"/>
                    </a:lnTo>
                    <a:lnTo>
                      <a:pt x="7" y="41"/>
                    </a:lnTo>
                    <a:lnTo>
                      <a:pt x="7" y="39"/>
                    </a:lnTo>
                    <a:lnTo>
                      <a:pt x="7" y="38"/>
                    </a:lnTo>
                    <a:lnTo>
                      <a:pt x="7" y="36"/>
                    </a:lnTo>
                    <a:lnTo>
                      <a:pt x="7" y="33"/>
                    </a:lnTo>
                    <a:lnTo>
                      <a:pt x="7" y="31"/>
                    </a:lnTo>
                    <a:lnTo>
                      <a:pt x="9" y="29"/>
                    </a:lnTo>
                    <a:lnTo>
                      <a:pt x="9" y="26"/>
                    </a:lnTo>
                    <a:lnTo>
                      <a:pt x="9" y="24"/>
                    </a:lnTo>
                    <a:lnTo>
                      <a:pt x="9" y="22"/>
                    </a:lnTo>
                    <a:lnTo>
                      <a:pt x="9" y="19"/>
                    </a:lnTo>
                    <a:lnTo>
                      <a:pt x="11" y="17"/>
                    </a:lnTo>
                    <a:lnTo>
                      <a:pt x="11" y="14"/>
                    </a:lnTo>
                    <a:lnTo>
                      <a:pt x="11" y="12"/>
                    </a:lnTo>
                    <a:lnTo>
                      <a:pt x="11" y="10"/>
                    </a:lnTo>
                    <a:lnTo>
                      <a:pt x="11" y="7"/>
                    </a:lnTo>
                    <a:lnTo>
                      <a:pt x="11" y="5"/>
                    </a:lnTo>
                    <a:lnTo>
                      <a:pt x="11" y="3"/>
                    </a:lnTo>
                    <a:lnTo>
                      <a:pt x="11" y="0"/>
                    </a:lnTo>
                    <a:lnTo>
                      <a:pt x="11" y="1"/>
                    </a:lnTo>
                    <a:lnTo>
                      <a:pt x="4" y="0"/>
                    </a:lnTo>
                    <a:lnTo>
                      <a:pt x="4" y="1"/>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08" name="Google Shape;308;p10"/>
              <p:cNvSpPr/>
              <p:nvPr/>
            </p:nvSpPr>
            <p:spPr>
              <a:xfrm>
                <a:off x="4973" y="1491"/>
                <a:ext cx="22" cy="39"/>
              </a:xfrm>
              <a:custGeom>
                <a:rect b="b" l="l" r="r" t="t"/>
                <a:pathLst>
                  <a:path extrusionOk="0" h="39" w="22">
                    <a:moveTo>
                      <a:pt x="19" y="0"/>
                    </a:moveTo>
                    <a:lnTo>
                      <a:pt x="17" y="1"/>
                    </a:lnTo>
                    <a:lnTo>
                      <a:pt x="16" y="3"/>
                    </a:lnTo>
                    <a:lnTo>
                      <a:pt x="14" y="3"/>
                    </a:lnTo>
                    <a:lnTo>
                      <a:pt x="12" y="5"/>
                    </a:lnTo>
                    <a:lnTo>
                      <a:pt x="10" y="6"/>
                    </a:lnTo>
                    <a:lnTo>
                      <a:pt x="9" y="8"/>
                    </a:lnTo>
                    <a:lnTo>
                      <a:pt x="7" y="10"/>
                    </a:lnTo>
                    <a:lnTo>
                      <a:pt x="7" y="12"/>
                    </a:lnTo>
                    <a:lnTo>
                      <a:pt x="7" y="13"/>
                    </a:lnTo>
                    <a:lnTo>
                      <a:pt x="5" y="13"/>
                    </a:lnTo>
                    <a:lnTo>
                      <a:pt x="5" y="15"/>
                    </a:lnTo>
                    <a:lnTo>
                      <a:pt x="5" y="17"/>
                    </a:lnTo>
                    <a:lnTo>
                      <a:pt x="5" y="19"/>
                    </a:lnTo>
                    <a:lnTo>
                      <a:pt x="3" y="20"/>
                    </a:lnTo>
                    <a:lnTo>
                      <a:pt x="3" y="22"/>
                    </a:lnTo>
                    <a:lnTo>
                      <a:pt x="3" y="24"/>
                    </a:lnTo>
                    <a:lnTo>
                      <a:pt x="3" y="26"/>
                    </a:lnTo>
                    <a:lnTo>
                      <a:pt x="3" y="27"/>
                    </a:lnTo>
                    <a:lnTo>
                      <a:pt x="3" y="29"/>
                    </a:lnTo>
                    <a:lnTo>
                      <a:pt x="2" y="29"/>
                    </a:lnTo>
                    <a:lnTo>
                      <a:pt x="2" y="31"/>
                    </a:lnTo>
                    <a:lnTo>
                      <a:pt x="2" y="32"/>
                    </a:lnTo>
                    <a:lnTo>
                      <a:pt x="2" y="34"/>
                    </a:lnTo>
                    <a:lnTo>
                      <a:pt x="0" y="34"/>
                    </a:lnTo>
                    <a:lnTo>
                      <a:pt x="0" y="36"/>
                    </a:lnTo>
                    <a:lnTo>
                      <a:pt x="0" y="38"/>
                    </a:lnTo>
                    <a:lnTo>
                      <a:pt x="7" y="39"/>
                    </a:lnTo>
                    <a:lnTo>
                      <a:pt x="7" y="38"/>
                    </a:lnTo>
                    <a:lnTo>
                      <a:pt x="9" y="36"/>
                    </a:lnTo>
                    <a:lnTo>
                      <a:pt x="9" y="34"/>
                    </a:lnTo>
                    <a:lnTo>
                      <a:pt x="9" y="32"/>
                    </a:lnTo>
                    <a:lnTo>
                      <a:pt x="9" y="31"/>
                    </a:lnTo>
                    <a:lnTo>
                      <a:pt x="10" y="29"/>
                    </a:lnTo>
                    <a:lnTo>
                      <a:pt x="10" y="27"/>
                    </a:lnTo>
                    <a:lnTo>
                      <a:pt x="10" y="26"/>
                    </a:lnTo>
                    <a:lnTo>
                      <a:pt x="10" y="24"/>
                    </a:lnTo>
                    <a:lnTo>
                      <a:pt x="10" y="22"/>
                    </a:lnTo>
                    <a:lnTo>
                      <a:pt x="12" y="20"/>
                    </a:lnTo>
                    <a:lnTo>
                      <a:pt x="12" y="19"/>
                    </a:lnTo>
                    <a:lnTo>
                      <a:pt x="12" y="17"/>
                    </a:lnTo>
                    <a:lnTo>
                      <a:pt x="14" y="15"/>
                    </a:lnTo>
                    <a:lnTo>
                      <a:pt x="14" y="13"/>
                    </a:lnTo>
                    <a:lnTo>
                      <a:pt x="16" y="12"/>
                    </a:lnTo>
                    <a:lnTo>
                      <a:pt x="16" y="10"/>
                    </a:lnTo>
                    <a:lnTo>
                      <a:pt x="17" y="10"/>
                    </a:lnTo>
                    <a:lnTo>
                      <a:pt x="19" y="8"/>
                    </a:lnTo>
                    <a:lnTo>
                      <a:pt x="21" y="8"/>
                    </a:lnTo>
                    <a:lnTo>
                      <a:pt x="22" y="6"/>
                    </a:lnTo>
                    <a:lnTo>
                      <a:pt x="1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09" name="Google Shape;309;p10"/>
              <p:cNvSpPr/>
              <p:nvPr/>
            </p:nvSpPr>
            <p:spPr>
              <a:xfrm>
                <a:off x="4992" y="1487"/>
                <a:ext cx="71" cy="19"/>
              </a:xfrm>
              <a:custGeom>
                <a:rect b="b" l="l" r="r" t="t"/>
                <a:pathLst>
                  <a:path extrusionOk="0" h="19" w="71">
                    <a:moveTo>
                      <a:pt x="71" y="14"/>
                    </a:moveTo>
                    <a:lnTo>
                      <a:pt x="69" y="12"/>
                    </a:lnTo>
                    <a:lnTo>
                      <a:pt x="68" y="10"/>
                    </a:lnTo>
                    <a:lnTo>
                      <a:pt x="66" y="10"/>
                    </a:lnTo>
                    <a:lnTo>
                      <a:pt x="62" y="9"/>
                    </a:lnTo>
                    <a:lnTo>
                      <a:pt x="61" y="9"/>
                    </a:lnTo>
                    <a:lnTo>
                      <a:pt x="59" y="9"/>
                    </a:lnTo>
                    <a:lnTo>
                      <a:pt x="57" y="7"/>
                    </a:lnTo>
                    <a:lnTo>
                      <a:pt x="55" y="7"/>
                    </a:lnTo>
                    <a:lnTo>
                      <a:pt x="54" y="7"/>
                    </a:lnTo>
                    <a:lnTo>
                      <a:pt x="52" y="5"/>
                    </a:lnTo>
                    <a:lnTo>
                      <a:pt x="49" y="5"/>
                    </a:lnTo>
                    <a:lnTo>
                      <a:pt x="47" y="5"/>
                    </a:lnTo>
                    <a:lnTo>
                      <a:pt x="45" y="4"/>
                    </a:lnTo>
                    <a:lnTo>
                      <a:pt x="43" y="4"/>
                    </a:lnTo>
                    <a:lnTo>
                      <a:pt x="42" y="4"/>
                    </a:lnTo>
                    <a:lnTo>
                      <a:pt x="38" y="2"/>
                    </a:lnTo>
                    <a:lnTo>
                      <a:pt x="36" y="2"/>
                    </a:lnTo>
                    <a:lnTo>
                      <a:pt x="35" y="2"/>
                    </a:lnTo>
                    <a:lnTo>
                      <a:pt x="33" y="2"/>
                    </a:lnTo>
                    <a:lnTo>
                      <a:pt x="29" y="2"/>
                    </a:lnTo>
                    <a:lnTo>
                      <a:pt x="28" y="2"/>
                    </a:lnTo>
                    <a:lnTo>
                      <a:pt x="26" y="0"/>
                    </a:lnTo>
                    <a:lnTo>
                      <a:pt x="23" y="0"/>
                    </a:lnTo>
                    <a:lnTo>
                      <a:pt x="21" y="0"/>
                    </a:lnTo>
                    <a:lnTo>
                      <a:pt x="19" y="0"/>
                    </a:lnTo>
                    <a:lnTo>
                      <a:pt x="17" y="2"/>
                    </a:lnTo>
                    <a:lnTo>
                      <a:pt x="14" y="2"/>
                    </a:lnTo>
                    <a:lnTo>
                      <a:pt x="12" y="2"/>
                    </a:lnTo>
                    <a:lnTo>
                      <a:pt x="10" y="2"/>
                    </a:lnTo>
                    <a:lnTo>
                      <a:pt x="7" y="2"/>
                    </a:lnTo>
                    <a:lnTo>
                      <a:pt x="5" y="4"/>
                    </a:lnTo>
                    <a:lnTo>
                      <a:pt x="3" y="4"/>
                    </a:lnTo>
                    <a:lnTo>
                      <a:pt x="0" y="4"/>
                    </a:lnTo>
                    <a:lnTo>
                      <a:pt x="3" y="10"/>
                    </a:lnTo>
                    <a:lnTo>
                      <a:pt x="5" y="10"/>
                    </a:lnTo>
                    <a:lnTo>
                      <a:pt x="7" y="10"/>
                    </a:lnTo>
                    <a:lnTo>
                      <a:pt x="9" y="9"/>
                    </a:lnTo>
                    <a:lnTo>
                      <a:pt x="10" y="9"/>
                    </a:lnTo>
                    <a:lnTo>
                      <a:pt x="14" y="9"/>
                    </a:lnTo>
                    <a:lnTo>
                      <a:pt x="16" y="9"/>
                    </a:lnTo>
                    <a:lnTo>
                      <a:pt x="17" y="9"/>
                    </a:lnTo>
                    <a:lnTo>
                      <a:pt x="19" y="9"/>
                    </a:lnTo>
                    <a:lnTo>
                      <a:pt x="21" y="9"/>
                    </a:lnTo>
                    <a:lnTo>
                      <a:pt x="23" y="9"/>
                    </a:lnTo>
                    <a:lnTo>
                      <a:pt x="24" y="9"/>
                    </a:lnTo>
                    <a:lnTo>
                      <a:pt x="28" y="9"/>
                    </a:lnTo>
                    <a:lnTo>
                      <a:pt x="29" y="9"/>
                    </a:lnTo>
                    <a:lnTo>
                      <a:pt x="31" y="9"/>
                    </a:lnTo>
                    <a:lnTo>
                      <a:pt x="33" y="9"/>
                    </a:lnTo>
                    <a:lnTo>
                      <a:pt x="35" y="9"/>
                    </a:lnTo>
                    <a:lnTo>
                      <a:pt x="38" y="10"/>
                    </a:lnTo>
                    <a:lnTo>
                      <a:pt x="40" y="10"/>
                    </a:lnTo>
                    <a:lnTo>
                      <a:pt x="42" y="10"/>
                    </a:lnTo>
                    <a:lnTo>
                      <a:pt x="43" y="10"/>
                    </a:lnTo>
                    <a:lnTo>
                      <a:pt x="45" y="12"/>
                    </a:lnTo>
                    <a:lnTo>
                      <a:pt x="47" y="12"/>
                    </a:lnTo>
                    <a:lnTo>
                      <a:pt x="49" y="12"/>
                    </a:lnTo>
                    <a:lnTo>
                      <a:pt x="52" y="14"/>
                    </a:lnTo>
                    <a:lnTo>
                      <a:pt x="54" y="14"/>
                    </a:lnTo>
                    <a:lnTo>
                      <a:pt x="55" y="14"/>
                    </a:lnTo>
                    <a:lnTo>
                      <a:pt x="57" y="16"/>
                    </a:lnTo>
                    <a:lnTo>
                      <a:pt x="59" y="16"/>
                    </a:lnTo>
                    <a:lnTo>
                      <a:pt x="61" y="16"/>
                    </a:lnTo>
                    <a:lnTo>
                      <a:pt x="62" y="17"/>
                    </a:lnTo>
                    <a:lnTo>
                      <a:pt x="64" y="17"/>
                    </a:lnTo>
                    <a:lnTo>
                      <a:pt x="66" y="19"/>
                    </a:lnTo>
                    <a:lnTo>
                      <a:pt x="64" y="17"/>
                    </a:lnTo>
                    <a:lnTo>
                      <a:pt x="71" y="14"/>
                    </a:lnTo>
                    <a:lnTo>
                      <a:pt x="69" y="12"/>
                    </a:lnTo>
                    <a:lnTo>
                      <a:pt x="71"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10" name="Google Shape;310;p10"/>
              <p:cNvSpPr/>
              <p:nvPr/>
            </p:nvSpPr>
            <p:spPr>
              <a:xfrm>
                <a:off x="4895" y="1503"/>
                <a:ext cx="24" cy="72"/>
              </a:xfrm>
              <a:custGeom>
                <a:rect b="b" l="l" r="r" t="t"/>
                <a:pathLst>
                  <a:path extrusionOk="0" h="72" w="24">
                    <a:moveTo>
                      <a:pt x="19" y="33"/>
                    </a:moveTo>
                    <a:lnTo>
                      <a:pt x="19" y="34"/>
                    </a:lnTo>
                    <a:lnTo>
                      <a:pt x="19" y="36"/>
                    </a:lnTo>
                    <a:lnTo>
                      <a:pt x="19" y="38"/>
                    </a:lnTo>
                    <a:lnTo>
                      <a:pt x="19" y="40"/>
                    </a:lnTo>
                    <a:lnTo>
                      <a:pt x="19" y="41"/>
                    </a:lnTo>
                    <a:lnTo>
                      <a:pt x="19" y="43"/>
                    </a:lnTo>
                    <a:lnTo>
                      <a:pt x="19" y="45"/>
                    </a:lnTo>
                    <a:lnTo>
                      <a:pt x="19" y="46"/>
                    </a:lnTo>
                    <a:lnTo>
                      <a:pt x="19" y="48"/>
                    </a:lnTo>
                    <a:lnTo>
                      <a:pt x="19" y="50"/>
                    </a:lnTo>
                    <a:lnTo>
                      <a:pt x="19" y="52"/>
                    </a:lnTo>
                    <a:lnTo>
                      <a:pt x="17" y="52"/>
                    </a:lnTo>
                    <a:lnTo>
                      <a:pt x="17" y="53"/>
                    </a:lnTo>
                    <a:lnTo>
                      <a:pt x="17" y="55"/>
                    </a:lnTo>
                    <a:lnTo>
                      <a:pt x="17" y="57"/>
                    </a:lnTo>
                    <a:lnTo>
                      <a:pt x="16" y="59"/>
                    </a:lnTo>
                    <a:lnTo>
                      <a:pt x="16" y="60"/>
                    </a:lnTo>
                    <a:lnTo>
                      <a:pt x="16" y="62"/>
                    </a:lnTo>
                    <a:lnTo>
                      <a:pt x="14" y="64"/>
                    </a:lnTo>
                    <a:lnTo>
                      <a:pt x="14" y="65"/>
                    </a:lnTo>
                    <a:lnTo>
                      <a:pt x="14" y="67"/>
                    </a:lnTo>
                    <a:lnTo>
                      <a:pt x="14" y="69"/>
                    </a:lnTo>
                    <a:lnTo>
                      <a:pt x="12" y="69"/>
                    </a:lnTo>
                    <a:lnTo>
                      <a:pt x="12" y="71"/>
                    </a:lnTo>
                    <a:lnTo>
                      <a:pt x="12" y="72"/>
                    </a:lnTo>
                    <a:lnTo>
                      <a:pt x="10" y="72"/>
                    </a:lnTo>
                    <a:lnTo>
                      <a:pt x="9" y="72"/>
                    </a:lnTo>
                    <a:lnTo>
                      <a:pt x="7" y="72"/>
                    </a:lnTo>
                    <a:lnTo>
                      <a:pt x="7" y="71"/>
                    </a:lnTo>
                    <a:lnTo>
                      <a:pt x="5" y="71"/>
                    </a:lnTo>
                    <a:lnTo>
                      <a:pt x="5" y="69"/>
                    </a:lnTo>
                    <a:lnTo>
                      <a:pt x="5" y="67"/>
                    </a:lnTo>
                    <a:lnTo>
                      <a:pt x="3" y="67"/>
                    </a:lnTo>
                    <a:lnTo>
                      <a:pt x="3" y="65"/>
                    </a:lnTo>
                    <a:lnTo>
                      <a:pt x="3" y="64"/>
                    </a:lnTo>
                    <a:lnTo>
                      <a:pt x="2" y="62"/>
                    </a:lnTo>
                    <a:lnTo>
                      <a:pt x="2" y="60"/>
                    </a:lnTo>
                    <a:lnTo>
                      <a:pt x="0" y="60"/>
                    </a:lnTo>
                    <a:lnTo>
                      <a:pt x="0" y="59"/>
                    </a:lnTo>
                    <a:lnTo>
                      <a:pt x="0" y="57"/>
                    </a:lnTo>
                    <a:lnTo>
                      <a:pt x="0" y="55"/>
                    </a:lnTo>
                    <a:lnTo>
                      <a:pt x="2" y="53"/>
                    </a:lnTo>
                    <a:lnTo>
                      <a:pt x="2" y="52"/>
                    </a:lnTo>
                    <a:lnTo>
                      <a:pt x="2" y="50"/>
                    </a:lnTo>
                    <a:lnTo>
                      <a:pt x="2" y="48"/>
                    </a:lnTo>
                    <a:lnTo>
                      <a:pt x="2" y="46"/>
                    </a:lnTo>
                    <a:lnTo>
                      <a:pt x="3" y="45"/>
                    </a:lnTo>
                    <a:lnTo>
                      <a:pt x="3" y="43"/>
                    </a:lnTo>
                    <a:lnTo>
                      <a:pt x="3" y="40"/>
                    </a:lnTo>
                    <a:lnTo>
                      <a:pt x="3" y="38"/>
                    </a:lnTo>
                    <a:lnTo>
                      <a:pt x="3" y="36"/>
                    </a:lnTo>
                    <a:lnTo>
                      <a:pt x="3" y="34"/>
                    </a:lnTo>
                    <a:lnTo>
                      <a:pt x="3" y="33"/>
                    </a:lnTo>
                    <a:lnTo>
                      <a:pt x="3" y="31"/>
                    </a:lnTo>
                    <a:lnTo>
                      <a:pt x="3" y="27"/>
                    </a:lnTo>
                    <a:lnTo>
                      <a:pt x="3" y="26"/>
                    </a:lnTo>
                    <a:lnTo>
                      <a:pt x="5" y="24"/>
                    </a:lnTo>
                    <a:lnTo>
                      <a:pt x="5" y="22"/>
                    </a:lnTo>
                    <a:lnTo>
                      <a:pt x="5" y="20"/>
                    </a:lnTo>
                    <a:lnTo>
                      <a:pt x="5" y="19"/>
                    </a:lnTo>
                    <a:lnTo>
                      <a:pt x="5" y="17"/>
                    </a:lnTo>
                    <a:lnTo>
                      <a:pt x="5" y="15"/>
                    </a:lnTo>
                    <a:lnTo>
                      <a:pt x="7" y="14"/>
                    </a:lnTo>
                    <a:lnTo>
                      <a:pt x="7" y="10"/>
                    </a:lnTo>
                    <a:lnTo>
                      <a:pt x="7" y="8"/>
                    </a:lnTo>
                    <a:lnTo>
                      <a:pt x="9" y="7"/>
                    </a:lnTo>
                    <a:lnTo>
                      <a:pt x="9" y="5"/>
                    </a:lnTo>
                    <a:lnTo>
                      <a:pt x="10" y="3"/>
                    </a:lnTo>
                    <a:lnTo>
                      <a:pt x="12" y="1"/>
                    </a:lnTo>
                    <a:lnTo>
                      <a:pt x="14" y="0"/>
                    </a:lnTo>
                    <a:lnTo>
                      <a:pt x="16" y="0"/>
                    </a:lnTo>
                    <a:lnTo>
                      <a:pt x="17" y="0"/>
                    </a:lnTo>
                    <a:lnTo>
                      <a:pt x="19" y="0"/>
                    </a:lnTo>
                    <a:lnTo>
                      <a:pt x="21" y="1"/>
                    </a:lnTo>
                    <a:lnTo>
                      <a:pt x="22" y="3"/>
                    </a:lnTo>
                    <a:lnTo>
                      <a:pt x="24" y="5"/>
                    </a:lnTo>
                    <a:lnTo>
                      <a:pt x="24" y="7"/>
                    </a:lnTo>
                    <a:lnTo>
                      <a:pt x="24" y="8"/>
                    </a:lnTo>
                    <a:lnTo>
                      <a:pt x="24" y="10"/>
                    </a:lnTo>
                    <a:lnTo>
                      <a:pt x="24" y="12"/>
                    </a:lnTo>
                    <a:lnTo>
                      <a:pt x="24" y="14"/>
                    </a:lnTo>
                    <a:lnTo>
                      <a:pt x="22" y="15"/>
                    </a:lnTo>
                    <a:lnTo>
                      <a:pt x="22" y="17"/>
                    </a:lnTo>
                    <a:lnTo>
                      <a:pt x="22" y="19"/>
                    </a:lnTo>
                    <a:lnTo>
                      <a:pt x="21" y="19"/>
                    </a:lnTo>
                    <a:lnTo>
                      <a:pt x="21" y="20"/>
                    </a:lnTo>
                    <a:lnTo>
                      <a:pt x="21" y="22"/>
                    </a:lnTo>
                    <a:lnTo>
                      <a:pt x="21" y="24"/>
                    </a:lnTo>
                    <a:lnTo>
                      <a:pt x="19" y="24"/>
                    </a:lnTo>
                    <a:lnTo>
                      <a:pt x="19" y="26"/>
                    </a:lnTo>
                    <a:lnTo>
                      <a:pt x="19" y="27"/>
                    </a:lnTo>
                    <a:lnTo>
                      <a:pt x="19" y="29"/>
                    </a:lnTo>
                    <a:lnTo>
                      <a:pt x="19" y="31"/>
                    </a:lnTo>
                    <a:lnTo>
                      <a:pt x="19"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11" name="Google Shape;311;p10"/>
              <p:cNvSpPr/>
              <p:nvPr/>
            </p:nvSpPr>
            <p:spPr>
              <a:xfrm>
                <a:off x="4904" y="1536"/>
                <a:ext cx="15" cy="43"/>
              </a:xfrm>
              <a:custGeom>
                <a:rect b="b" l="l" r="r" t="t"/>
                <a:pathLst>
                  <a:path extrusionOk="0" h="43" w="15">
                    <a:moveTo>
                      <a:pt x="5" y="43"/>
                    </a:moveTo>
                    <a:lnTo>
                      <a:pt x="7" y="39"/>
                    </a:lnTo>
                    <a:lnTo>
                      <a:pt x="7" y="38"/>
                    </a:lnTo>
                    <a:lnTo>
                      <a:pt x="8" y="36"/>
                    </a:lnTo>
                    <a:lnTo>
                      <a:pt x="8" y="34"/>
                    </a:lnTo>
                    <a:lnTo>
                      <a:pt x="8" y="32"/>
                    </a:lnTo>
                    <a:lnTo>
                      <a:pt x="8" y="31"/>
                    </a:lnTo>
                    <a:lnTo>
                      <a:pt x="10" y="31"/>
                    </a:lnTo>
                    <a:lnTo>
                      <a:pt x="10" y="29"/>
                    </a:lnTo>
                    <a:lnTo>
                      <a:pt x="10" y="27"/>
                    </a:lnTo>
                    <a:lnTo>
                      <a:pt x="10" y="26"/>
                    </a:lnTo>
                    <a:lnTo>
                      <a:pt x="12" y="24"/>
                    </a:lnTo>
                    <a:lnTo>
                      <a:pt x="12" y="22"/>
                    </a:lnTo>
                    <a:lnTo>
                      <a:pt x="12" y="20"/>
                    </a:lnTo>
                    <a:lnTo>
                      <a:pt x="13" y="19"/>
                    </a:lnTo>
                    <a:lnTo>
                      <a:pt x="13" y="17"/>
                    </a:lnTo>
                    <a:lnTo>
                      <a:pt x="13" y="15"/>
                    </a:lnTo>
                    <a:lnTo>
                      <a:pt x="13" y="13"/>
                    </a:lnTo>
                    <a:lnTo>
                      <a:pt x="13" y="12"/>
                    </a:lnTo>
                    <a:lnTo>
                      <a:pt x="13" y="10"/>
                    </a:lnTo>
                    <a:lnTo>
                      <a:pt x="15" y="8"/>
                    </a:lnTo>
                    <a:lnTo>
                      <a:pt x="15" y="7"/>
                    </a:lnTo>
                    <a:lnTo>
                      <a:pt x="15" y="5"/>
                    </a:lnTo>
                    <a:lnTo>
                      <a:pt x="13" y="3"/>
                    </a:lnTo>
                    <a:lnTo>
                      <a:pt x="13" y="1"/>
                    </a:lnTo>
                    <a:lnTo>
                      <a:pt x="13" y="0"/>
                    </a:lnTo>
                    <a:lnTo>
                      <a:pt x="7" y="1"/>
                    </a:lnTo>
                    <a:lnTo>
                      <a:pt x="7" y="3"/>
                    </a:lnTo>
                    <a:lnTo>
                      <a:pt x="7" y="5"/>
                    </a:lnTo>
                    <a:lnTo>
                      <a:pt x="7" y="7"/>
                    </a:lnTo>
                    <a:lnTo>
                      <a:pt x="7" y="8"/>
                    </a:lnTo>
                    <a:lnTo>
                      <a:pt x="7" y="10"/>
                    </a:lnTo>
                    <a:lnTo>
                      <a:pt x="7" y="12"/>
                    </a:lnTo>
                    <a:lnTo>
                      <a:pt x="7" y="13"/>
                    </a:lnTo>
                    <a:lnTo>
                      <a:pt x="7" y="15"/>
                    </a:lnTo>
                    <a:lnTo>
                      <a:pt x="7" y="17"/>
                    </a:lnTo>
                    <a:lnTo>
                      <a:pt x="5" y="19"/>
                    </a:lnTo>
                    <a:lnTo>
                      <a:pt x="5" y="20"/>
                    </a:lnTo>
                    <a:lnTo>
                      <a:pt x="5" y="22"/>
                    </a:lnTo>
                    <a:lnTo>
                      <a:pt x="3" y="24"/>
                    </a:lnTo>
                    <a:lnTo>
                      <a:pt x="3" y="26"/>
                    </a:lnTo>
                    <a:lnTo>
                      <a:pt x="3" y="27"/>
                    </a:lnTo>
                    <a:lnTo>
                      <a:pt x="3" y="29"/>
                    </a:lnTo>
                    <a:lnTo>
                      <a:pt x="1" y="29"/>
                    </a:lnTo>
                    <a:lnTo>
                      <a:pt x="1" y="31"/>
                    </a:lnTo>
                    <a:lnTo>
                      <a:pt x="1" y="32"/>
                    </a:lnTo>
                    <a:lnTo>
                      <a:pt x="1" y="34"/>
                    </a:lnTo>
                    <a:lnTo>
                      <a:pt x="0" y="36"/>
                    </a:lnTo>
                    <a:lnTo>
                      <a:pt x="0" y="38"/>
                    </a:lnTo>
                    <a:lnTo>
                      <a:pt x="1" y="36"/>
                    </a:lnTo>
                    <a:lnTo>
                      <a:pt x="5" y="43"/>
                    </a:lnTo>
                    <a:lnTo>
                      <a:pt x="7" y="41"/>
                    </a:lnTo>
                    <a:lnTo>
                      <a:pt x="7" y="39"/>
                    </a:lnTo>
                    <a:lnTo>
                      <a:pt x="5" y="4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12" name="Google Shape;312;p10"/>
              <p:cNvSpPr/>
              <p:nvPr/>
            </p:nvSpPr>
            <p:spPr>
              <a:xfrm>
                <a:off x="4890" y="1560"/>
                <a:ext cx="19" cy="19"/>
              </a:xfrm>
              <a:custGeom>
                <a:rect b="b" l="l" r="r" t="t"/>
                <a:pathLst>
                  <a:path extrusionOk="0" h="19" w="19">
                    <a:moveTo>
                      <a:pt x="1" y="2"/>
                    </a:moveTo>
                    <a:lnTo>
                      <a:pt x="3" y="5"/>
                    </a:lnTo>
                    <a:lnTo>
                      <a:pt x="3" y="7"/>
                    </a:lnTo>
                    <a:lnTo>
                      <a:pt x="5" y="7"/>
                    </a:lnTo>
                    <a:lnTo>
                      <a:pt x="5" y="8"/>
                    </a:lnTo>
                    <a:lnTo>
                      <a:pt x="5" y="10"/>
                    </a:lnTo>
                    <a:lnTo>
                      <a:pt x="7" y="12"/>
                    </a:lnTo>
                    <a:lnTo>
                      <a:pt x="7" y="14"/>
                    </a:lnTo>
                    <a:lnTo>
                      <a:pt x="7" y="15"/>
                    </a:lnTo>
                    <a:lnTo>
                      <a:pt x="8" y="15"/>
                    </a:lnTo>
                    <a:lnTo>
                      <a:pt x="8" y="17"/>
                    </a:lnTo>
                    <a:lnTo>
                      <a:pt x="10" y="17"/>
                    </a:lnTo>
                    <a:lnTo>
                      <a:pt x="10" y="19"/>
                    </a:lnTo>
                    <a:lnTo>
                      <a:pt x="12" y="19"/>
                    </a:lnTo>
                    <a:lnTo>
                      <a:pt x="14" y="19"/>
                    </a:lnTo>
                    <a:lnTo>
                      <a:pt x="15" y="19"/>
                    </a:lnTo>
                    <a:lnTo>
                      <a:pt x="17" y="19"/>
                    </a:lnTo>
                    <a:lnTo>
                      <a:pt x="19" y="19"/>
                    </a:lnTo>
                    <a:lnTo>
                      <a:pt x="15" y="12"/>
                    </a:lnTo>
                    <a:lnTo>
                      <a:pt x="14" y="12"/>
                    </a:lnTo>
                    <a:lnTo>
                      <a:pt x="14" y="10"/>
                    </a:lnTo>
                    <a:lnTo>
                      <a:pt x="12" y="8"/>
                    </a:lnTo>
                    <a:lnTo>
                      <a:pt x="12" y="7"/>
                    </a:lnTo>
                    <a:lnTo>
                      <a:pt x="12" y="5"/>
                    </a:lnTo>
                    <a:lnTo>
                      <a:pt x="10" y="3"/>
                    </a:lnTo>
                    <a:lnTo>
                      <a:pt x="10" y="2"/>
                    </a:lnTo>
                    <a:lnTo>
                      <a:pt x="8" y="2"/>
                    </a:lnTo>
                    <a:lnTo>
                      <a:pt x="8" y="0"/>
                    </a:lnTo>
                    <a:lnTo>
                      <a:pt x="7" y="0"/>
                    </a:lnTo>
                    <a:lnTo>
                      <a:pt x="8" y="3"/>
                    </a:lnTo>
                    <a:lnTo>
                      <a:pt x="1" y="2"/>
                    </a:lnTo>
                    <a:lnTo>
                      <a:pt x="0" y="3"/>
                    </a:lnTo>
                    <a:lnTo>
                      <a:pt x="3" y="5"/>
                    </a:lnTo>
                    <a:lnTo>
                      <a:pt x="1"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13" name="Google Shape;313;p10"/>
              <p:cNvSpPr/>
              <p:nvPr/>
            </p:nvSpPr>
            <p:spPr>
              <a:xfrm>
                <a:off x="4891" y="1497"/>
                <a:ext cx="21" cy="66"/>
              </a:xfrm>
              <a:custGeom>
                <a:rect b="b" l="l" r="r" t="t"/>
                <a:pathLst>
                  <a:path extrusionOk="0" h="66" w="21">
                    <a:moveTo>
                      <a:pt x="18" y="2"/>
                    </a:moveTo>
                    <a:lnTo>
                      <a:pt x="14" y="2"/>
                    </a:lnTo>
                    <a:lnTo>
                      <a:pt x="13" y="4"/>
                    </a:lnTo>
                    <a:lnTo>
                      <a:pt x="13" y="6"/>
                    </a:lnTo>
                    <a:lnTo>
                      <a:pt x="11" y="7"/>
                    </a:lnTo>
                    <a:lnTo>
                      <a:pt x="11" y="9"/>
                    </a:lnTo>
                    <a:lnTo>
                      <a:pt x="9" y="13"/>
                    </a:lnTo>
                    <a:lnTo>
                      <a:pt x="9" y="14"/>
                    </a:lnTo>
                    <a:lnTo>
                      <a:pt x="7" y="16"/>
                    </a:lnTo>
                    <a:lnTo>
                      <a:pt x="7" y="18"/>
                    </a:lnTo>
                    <a:lnTo>
                      <a:pt x="6" y="20"/>
                    </a:lnTo>
                    <a:lnTo>
                      <a:pt x="6" y="21"/>
                    </a:lnTo>
                    <a:lnTo>
                      <a:pt x="6" y="23"/>
                    </a:lnTo>
                    <a:lnTo>
                      <a:pt x="6" y="26"/>
                    </a:lnTo>
                    <a:lnTo>
                      <a:pt x="6" y="28"/>
                    </a:lnTo>
                    <a:lnTo>
                      <a:pt x="4" y="30"/>
                    </a:lnTo>
                    <a:lnTo>
                      <a:pt x="4" y="32"/>
                    </a:lnTo>
                    <a:lnTo>
                      <a:pt x="4" y="33"/>
                    </a:lnTo>
                    <a:lnTo>
                      <a:pt x="4" y="35"/>
                    </a:lnTo>
                    <a:lnTo>
                      <a:pt x="4" y="39"/>
                    </a:lnTo>
                    <a:lnTo>
                      <a:pt x="4" y="40"/>
                    </a:lnTo>
                    <a:lnTo>
                      <a:pt x="4" y="42"/>
                    </a:lnTo>
                    <a:lnTo>
                      <a:pt x="4" y="44"/>
                    </a:lnTo>
                    <a:lnTo>
                      <a:pt x="4" y="46"/>
                    </a:lnTo>
                    <a:lnTo>
                      <a:pt x="4" y="47"/>
                    </a:lnTo>
                    <a:lnTo>
                      <a:pt x="2" y="49"/>
                    </a:lnTo>
                    <a:lnTo>
                      <a:pt x="2" y="52"/>
                    </a:lnTo>
                    <a:lnTo>
                      <a:pt x="2" y="54"/>
                    </a:lnTo>
                    <a:lnTo>
                      <a:pt x="2" y="56"/>
                    </a:lnTo>
                    <a:lnTo>
                      <a:pt x="2" y="58"/>
                    </a:lnTo>
                    <a:lnTo>
                      <a:pt x="2" y="59"/>
                    </a:lnTo>
                    <a:lnTo>
                      <a:pt x="0" y="61"/>
                    </a:lnTo>
                    <a:lnTo>
                      <a:pt x="0" y="63"/>
                    </a:lnTo>
                    <a:lnTo>
                      <a:pt x="0" y="65"/>
                    </a:lnTo>
                    <a:lnTo>
                      <a:pt x="7" y="66"/>
                    </a:lnTo>
                    <a:lnTo>
                      <a:pt x="7" y="65"/>
                    </a:lnTo>
                    <a:lnTo>
                      <a:pt x="7" y="63"/>
                    </a:lnTo>
                    <a:lnTo>
                      <a:pt x="9" y="61"/>
                    </a:lnTo>
                    <a:lnTo>
                      <a:pt x="9" y="59"/>
                    </a:lnTo>
                    <a:lnTo>
                      <a:pt x="9" y="56"/>
                    </a:lnTo>
                    <a:lnTo>
                      <a:pt x="9" y="54"/>
                    </a:lnTo>
                    <a:lnTo>
                      <a:pt x="11" y="52"/>
                    </a:lnTo>
                    <a:lnTo>
                      <a:pt x="11" y="51"/>
                    </a:lnTo>
                    <a:lnTo>
                      <a:pt x="11" y="49"/>
                    </a:lnTo>
                    <a:lnTo>
                      <a:pt x="11" y="47"/>
                    </a:lnTo>
                    <a:lnTo>
                      <a:pt x="11" y="44"/>
                    </a:lnTo>
                    <a:lnTo>
                      <a:pt x="11" y="42"/>
                    </a:lnTo>
                    <a:lnTo>
                      <a:pt x="11" y="40"/>
                    </a:lnTo>
                    <a:lnTo>
                      <a:pt x="11" y="39"/>
                    </a:lnTo>
                    <a:lnTo>
                      <a:pt x="11" y="37"/>
                    </a:lnTo>
                    <a:lnTo>
                      <a:pt x="11" y="35"/>
                    </a:lnTo>
                    <a:lnTo>
                      <a:pt x="11" y="33"/>
                    </a:lnTo>
                    <a:lnTo>
                      <a:pt x="13" y="30"/>
                    </a:lnTo>
                    <a:lnTo>
                      <a:pt x="13" y="28"/>
                    </a:lnTo>
                    <a:lnTo>
                      <a:pt x="13" y="26"/>
                    </a:lnTo>
                    <a:lnTo>
                      <a:pt x="13" y="25"/>
                    </a:lnTo>
                    <a:lnTo>
                      <a:pt x="13" y="23"/>
                    </a:lnTo>
                    <a:lnTo>
                      <a:pt x="14" y="21"/>
                    </a:lnTo>
                    <a:lnTo>
                      <a:pt x="14" y="20"/>
                    </a:lnTo>
                    <a:lnTo>
                      <a:pt x="14" y="18"/>
                    </a:lnTo>
                    <a:lnTo>
                      <a:pt x="14" y="16"/>
                    </a:lnTo>
                    <a:lnTo>
                      <a:pt x="16" y="14"/>
                    </a:lnTo>
                    <a:lnTo>
                      <a:pt x="16" y="13"/>
                    </a:lnTo>
                    <a:lnTo>
                      <a:pt x="18" y="11"/>
                    </a:lnTo>
                    <a:lnTo>
                      <a:pt x="20" y="9"/>
                    </a:lnTo>
                    <a:lnTo>
                      <a:pt x="21" y="7"/>
                    </a:lnTo>
                    <a:lnTo>
                      <a:pt x="18" y="9"/>
                    </a:lnTo>
                    <a:lnTo>
                      <a:pt x="18" y="2"/>
                    </a:lnTo>
                    <a:lnTo>
                      <a:pt x="16" y="0"/>
                    </a:lnTo>
                    <a:lnTo>
                      <a:pt x="14" y="2"/>
                    </a:lnTo>
                    <a:lnTo>
                      <a:pt x="18"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14" name="Google Shape;314;p10"/>
              <p:cNvSpPr/>
              <p:nvPr/>
            </p:nvSpPr>
            <p:spPr>
              <a:xfrm>
                <a:off x="4909" y="1499"/>
                <a:ext cx="14" cy="38"/>
              </a:xfrm>
              <a:custGeom>
                <a:rect b="b" l="l" r="r" t="t"/>
                <a:pathLst>
                  <a:path extrusionOk="0" h="38" w="14">
                    <a:moveTo>
                      <a:pt x="8" y="37"/>
                    </a:moveTo>
                    <a:lnTo>
                      <a:pt x="8" y="35"/>
                    </a:lnTo>
                    <a:lnTo>
                      <a:pt x="8" y="33"/>
                    </a:lnTo>
                    <a:lnTo>
                      <a:pt x="8" y="31"/>
                    </a:lnTo>
                    <a:lnTo>
                      <a:pt x="8" y="30"/>
                    </a:lnTo>
                    <a:lnTo>
                      <a:pt x="10" y="28"/>
                    </a:lnTo>
                    <a:lnTo>
                      <a:pt x="10" y="26"/>
                    </a:lnTo>
                    <a:lnTo>
                      <a:pt x="10" y="24"/>
                    </a:lnTo>
                    <a:lnTo>
                      <a:pt x="12" y="23"/>
                    </a:lnTo>
                    <a:lnTo>
                      <a:pt x="12" y="21"/>
                    </a:lnTo>
                    <a:lnTo>
                      <a:pt x="12" y="19"/>
                    </a:lnTo>
                    <a:lnTo>
                      <a:pt x="14" y="18"/>
                    </a:lnTo>
                    <a:lnTo>
                      <a:pt x="14" y="16"/>
                    </a:lnTo>
                    <a:lnTo>
                      <a:pt x="14" y="14"/>
                    </a:lnTo>
                    <a:lnTo>
                      <a:pt x="14" y="12"/>
                    </a:lnTo>
                    <a:lnTo>
                      <a:pt x="14" y="11"/>
                    </a:lnTo>
                    <a:lnTo>
                      <a:pt x="14" y="9"/>
                    </a:lnTo>
                    <a:lnTo>
                      <a:pt x="14" y="7"/>
                    </a:lnTo>
                    <a:lnTo>
                      <a:pt x="12" y="5"/>
                    </a:lnTo>
                    <a:lnTo>
                      <a:pt x="10" y="4"/>
                    </a:lnTo>
                    <a:lnTo>
                      <a:pt x="8" y="2"/>
                    </a:lnTo>
                    <a:lnTo>
                      <a:pt x="7" y="2"/>
                    </a:lnTo>
                    <a:lnTo>
                      <a:pt x="5" y="0"/>
                    </a:lnTo>
                    <a:lnTo>
                      <a:pt x="3" y="0"/>
                    </a:lnTo>
                    <a:lnTo>
                      <a:pt x="0" y="0"/>
                    </a:lnTo>
                    <a:lnTo>
                      <a:pt x="0" y="7"/>
                    </a:lnTo>
                    <a:lnTo>
                      <a:pt x="2" y="7"/>
                    </a:lnTo>
                    <a:lnTo>
                      <a:pt x="3" y="7"/>
                    </a:lnTo>
                    <a:lnTo>
                      <a:pt x="5" y="9"/>
                    </a:lnTo>
                    <a:lnTo>
                      <a:pt x="7" y="9"/>
                    </a:lnTo>
                    <a:lnTo>
                      <a:pt x="7" y="11"/>
                    </a:lnTo>
                    <a:lnTo>
                      <a:pt x="7" y="12"/>
                    </a:lnTo>
                    <a:lnTo>
                      <a:pt x="7" y="14"/>
                    </a:lnTo>
                    <a:lnTo>
                      <a:pt x="7" y="16"/>
                    </a:lnTo>
                    <a:lnTo>
                      <a:pt x="5" y="18"/>
                    </a:lnTo>
                    <a:lnTo>
                      <a:pt x="5" y="19"/>
                    </a:lnTo>
                    <a:lnTo>
                      <a:pt x="5" y="21"/>
                    </a:lnTo>
                    <a:lnTo>
                      <a:pt x="3" y="23"/>
                    </a:lnTo>
                    <a:lnTo>
                      <a:pt x="3" y="24"/>
                    </a:lnTo>
                    <a:lnTo>
                      <a:pt x="3" y="26"/>
                    </a:lnTo>
                    <a:lnTo>
                      <a:pt x="2" y="28"/>
                    </a:lnTo>
                    <a:lnTo>
                      <a:pt x="2" y="30"/>
                    </a:lnTo>
                    <a:lnTo>
                      <a:pt x="2" y="31"/>
                    </a:lnTo>
                    <a:lnTo>
                      <a:pt x="2" y="33"/>
                    </a:lnTo>
                    <a:lnTo>
                      <a:pt x="2" y="35"/>
                    </a:lnTo>
                    <a:lnTo>
                      <a:pt x="2" y="37"/>
                    </a:lnTo>
                    <a:lnTo>
                      <a:pt x="2" y="38"/>
                    </a:lnTo>
                    <a:lnTo>
                      <a:pt x="8" y="3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15" name="Google Shape;315;p10"/>
              <p:cNvSpPr/>
              <p:nvPr/>
            </p:nvSpPr>
            <p:spPr>
              <a:xfrm>
                <a:off x="4803" y="1508"/>
                <a:ext cx="47" cy="116"/>
              </a:xfrm>
              <a:custGeom>
                <a:rect b="b" l="l" r="r" t="t"/>
                <a:pathLst>
                  <a:path extrusionOk="0" h="116" w="47">
                    <a:moveTo>
                      <a:pt x="33" y="0"/>
                    </a:moveTo>
                    <a:lnTo>
                      <a:pt x="31" y="3"/>
                    </a:lnTo>
                    <a:lnTo>
                      <a:pt x="31" y="7"/>
                    </a:lnTo>
                    <a:lnTo>
                      <a:pt x="29" y="12"/>
                    </a:lnTo>
                    <a:lnTo>
                      <a:pt x="29" y="15"/>
                    </a:lnTo>
                    <a:lnTo>
                      <a:pt x="29" y="19"/>
                    </a:lnTo>
                    <a:lnTo>
                      <a:pt x="29" y="22"/>
                    </a:lnTo>
                    <a:lnTo>
                      <a:pt x="29" y="28"/>
                    </a:lnTo>
                    <a:lnTo>
                      <a:pt x="29" y="31"/>
                    </a:lnTo>
                    <a:lnTo>
                      <a:pt x="29" y="35"/>
                    </a:lnTo>
                    <a:lnTo>
                      <a:pt x="31" y="38"/>
                    </a:lnTo>
                    <a:lnTo>
                      <a:pt x="31" y="41"/>
                    </a:lnTo>
                    <a:lnTo>
                      <a:pt x="33" y="45"/>
                    </a:lnTo>
                    <a:lnTo>
                      <a:pt x="33" y="48"/>
                    </a:lnTo>
                    <a:lnTo>
                      <a:pt x="35" y="52"/>
                    </a:lnTo>
                    <a:lnTo>
                      <a:pt x="36" y="55"/>
                    </a:lnTo>
                    <a:lnTo>
                      <a:pt x="36" y="59"/>
                    </a:lnTo>
                    <a:lnTo>
                      <a:pt x="38" y="62"/>
                    </a:lnTo>
                    <a:lnTo>
                      <a:pt x="40" y="66"/>
                    </a:lnTo>
                    <a:lnTo>
                      <a:pt x="42" y="67"/>
                    </a:lnTo>
                    <a:lnTo>
                      <a:pt x="42" y="71"/>
                    </a:lnTo>
                    <a:lnTo>
                      <a:pt x="43" y="74"/>
                    </a:lnTo>
                    <a:lnTo>
                      <a:pt x="43" y="78"/>
                    </a:lnTo>
                    <a:lnTo>
                      <a:pt x="45" y="81"/>
                    </a:lnTo>
                    <a:lnTo>
                      <a:pt x="45" y="85"/>
                    </a:lnTo>
                    <a:lnTo>
                      <a:pt x="47" y="88"/>
                    </a:lnTo>
                    <a:lnTo>
                      <a:pt x="47" y="92"/>
                    </a:lnTo>
                    <a:lnTo>
                      <a:pt x="47" y="97"/>
                    </a:lnTo>
                    <a:lnTo>
                      <a:pt x="47" y="100"/>
                    </a:lnTo>
                    <a:lnTo>
                      <a:pt x="47" y="104"/>
                    </a:lnTo>
                    <a:lnTo>
                      <a:pt x="47" y="107"/>
                    </a:lnTo>
                    <a:lnTo>
                      <a:pt x="45" y="111"/>
                    </a:lnTo>
                    <a:lnTo>
                      <a:pt x="45" y="116"/>
                    </a:lnTo>
                    <a:lnTo>
                      <a:pt x="42" y="114"/>
                    </a:lnTo>
                    <a:lnTo>
                      <a:pt x="40" y="112"/>
                    </a:lnTo>
                    <a:lnTo>
                      <a:pt x="36" y="111"/>
                    </a:lnTo>
                    <a:lnTo>
                      <a:pt x="35" y="111"/>
                    </a:lnTo>
                    <a:lnTo>
                      <a:pt x="31" y="109"/>
                    </a:lnTo>
                    <a:lnTo>
                      <a:pt x="29" y="107"/>
                    </a:lnTo>
                    <a:lnTo>
                      <a:pt x="28" y="106"/>
                    </a:lnTo>
                    <a:lnTo>
                      <a:pt x="26" y="102"/>
                    </a:lnTo>
                    <a:lnTo>
                      <a:pt x="24" y="100"/>
                    </a:lnTo>
                    <a:lnTo>
                      <a:pt x="21" y="99"/>
                    </a:lnTo>
                    <a:lnTo>
                      <a:pt x="19" y="97"/>
                    </a:lnTo>
                    <a:lnTo>
                      <a:pt x="17" y="95"/>
                    </a:lnTo>
                    <a:lnTo>
                      <a:pt x="16" y="92"/>
                    </a:lnTo>
                    <a:lnTo>
                      <a:pt x="16" y="90"/>
                    </a:lnTo>
                    <a:lnTo>
                      <a:pt x="14" y="88"/>
                    </a:lnTo>
                    <a:lnTo>
                      <a:pt x="12" y="85"/>
                    </a:lnTo>
                    <a:lnTo>
                      <a:pt x="10" y="83"/>
                    </a:lnTo>
                    <a:lnTo>
                      <a:pt x="9" y="80"/>
                    </a:lnTo>
                    <a:lnTo>
                      <a:pt x="9" y="78"/>
                    </a:lnTo>
                    <a:lnTo>
                      <a:pt x="7" y="74"/>
                    </a:lnTo>
                    <a:lnTo>
                      <a:pt x="7" y="73"/>
                    </a:lnTo>
                    <a:lnTo>
                      <a:pt x="5" y="69"/>
                    </a:lnTo>
                    <a:lnTo>
                      <a:pt x="5" y="66"/>
                    </a:lnTo>
                    <a:lnTo>
                      <a:pt x="3" y="64"/>
                    </a:lnTo>
                    <a:lnTo>
                      <a:pt x="3" y="60"/>
                    </a:lnTo>
                    <a:lnTo>
                      <a:pt x="2" y="57"/>
                    </a:lnTo>
                    <a:lnTo>
                      <a:pt x="2" y="55"/>
                    </a:lnTo>
                    <a:lnTo>
                      <a:pt x="2" y="52"/>
                    </a:lnTo>
                    <a:lnTo>
                      <a:pt x="2" y="50"/>
                    </a:lnTo>
                    <a:lnTo>
                      <a:pt x="0" y="47"/>
                    </a:lnTo>
                    <a:lnTo>
                      <a:pt x="0" y="43"/>
                    </a:lnTo>
                    <a:lnTo>
                      <a:pt x="0" y="41"/>
                    </a:lnTo>
                    <a:lnTo>
                      <a:pt x="0" y="40"/>
                    </a:lnTo>
                    <a:lnTo>
                      <a:pt x="0" y="38"/>
                    </a:lnTo>
                    <a:lnTo>
                      <a:pt x="0" y="35"/>
                    </a:lnTo>
                    <a:lnTo>
                      <a:pt x="0" y="33"/>
                    </a:lnTo>
                    <a:lnTo>
                      <a:pt x="2" y="31"/>
                    </a:lnTo>
                    <a:lnTo>
                      <a:pt x="2" y="29"/>
                    </a:lnTo>
                    <a:lnTo>
                      <a:pt x="2" y="28"/>
                    </a:lnTo>
                    <a:lnTo>
                      <a:pt x="2" y="26"/>
                    </a:lnTo>
                    <a:lnTo>
                      <a:pt x="3" y="24"/>
                    </a:lnTo>
                    <a:lnTo>
                      <a:pt x="3" y="22"/>
                    </a:lnTo>
                    <a:lnTo>
                      <a:pt x="3" y="21"/>
                    </a:lnTo>
                    <a:lnTo>
                      <a:pt x="5" y="19"/>
                    </a:lnTo>
                    <a:lnTo>
                      <a:pt x="5" y="17"/>
                    </a:lnTo>
                    <a:lnTo>
                      <a:pt x="7" y="15"/>
                    </a:lnTo>
                    <a:lnTo>
                      <a:pt x="9" y="14"/>
                    </a:lnTo>
                    <a:lnTo>
                      <a:pt x="9" y="12"/>
                    </a:lnTo>
                    <a:lnTo>
                      <a:pt x="10" y="10"/>
                    </a:lnTo>
                    <a:lnTo>
                      <a:pt x="10" y="9"/>
                    </a:lnTo>
                    <a:lnTo>
                      <a:pt x="12" y="7"/>
                    </a:lnTo>
                    <a:lnTo>
                      <a:pt x="14" y="7"/>
                    </a:lnTo>
                    <a:lnTo>
                      <a:pt x="16" y="5"/>
                    </a:lnTo>
                    <a:lnTo>
                      <a:pt x="16" y="3"/>
                    </a:lnTo>
                    <a:lnTo>
                      <a:pt x="17" y="3"/>
                    </a:lnTo>
                    <a:lnTo>
                      <a:pt x="19" y="2"/>
                    </a:lnTo>
                    <a:lnTo>
                      <a:pt x="21" y="2"/>
                    </a:lnTo>
                    <a:lnTo>
                      <a:pt x="23" y="0"/>
                    </a:lnTo>
                    <a:lnTo>
                      <a:pt x="24" y="0"/>
                    </a:lnTo>
                    <a:lnTo>
                      <a:pt x="26" y="0"/>
                    </a:lnTo>
                    <a:lnTo>
                      <a:pt x="28" y="0"/>
                    </a:lnTo>
                    <a:lnTo>
                      <a:pt x="29" y="0"/>
                    </a:lnTo>
                    <a:lnTo>
                      <a:pt x="31" y="0"/>
                    </a:lnTo>
                    <a:lnTo>
                      <a:pt x="33" y="0"/>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16" name="Google Shape;316;p10"/>
              <p:cNvSpPr/>
              <p:nvPr/>
            </p:nvSpPr>
            <p:spPr>
              <a:xfrm>
                <a:off x="4829" y="1506"/>
                <a:ext cx="24" cy="121"/>
              </a:xfrm>
              <a:custGeom>
                <a:rect b="b" l="l" r="r" t="t"/>
                <a:pathLst>
                  <a:path extrusionOk="0" h="121" w="24">
                    <a:moveTo>
                      <a:pt x="17" y="120"/>
                    </a:moveTo>
                    <a:lnTo>
                      <a:pt x="23" y="118"/>
                    </a:lnTo>
                    <a:lnTo>
                      <a:pt x="23" y="114"/>
                    </a:lnTo>
                    <a:lnTo>
                      <a:pt x="24" y="109"/>
                    </a:lnTo>
                    <a:lnTo>
                      <a:pt x="24" y="106"/>
                    </a:lnTo>
                    <a:lnTo>
                      <a:pt x="24" y="102"/>
                    </a:lnTo>
                    <a:lnTo>
                      <a:pt x="24" y="97"/>
                    </a:lnTo>
                    <a:lnTo>
                      <a:pt x="24" y="94"/>
                    </a:lnTo>
                    <a:lnTo>
                      <a:pt x="24" y="90"/>
                    </a:lnTo>
                    <a:lnTo>
                      <a:pt x="23" y="87"/>
                    </a:lnTo>
                    <a:lnTo>
                      <a:pt x="23" y="83"/>
                    </a:lnTo>
                    <a:lnTo>
                      <a:pt x="21" y="80"/>
                    </a:lnTo>
                    <a:lnTo>
                      <a:pt x="21" y="76"/>
                    </a:lnTo>
                    <a:lnTo>
                      <a:pt x="19" y="73"/>
                    </a:lnTo>
                    <a:lnTo>
                      <a:pt x="19" y="69"/>
                    </a:lnTo>
                    <a:lnTo>
                      <a:pt x="17" y="66"/>
                    </a:lnTo>
                    <a:lnTo>
                      <a:pt x="16" y="62"/>
                    </a:lnTo>
                    <a:lnTo>
                      <a:pt x="14" y="59"/>
                    </a:lnTo>
                    <a:lnTo>
                      <a:pt x="14" y="56"/>
                    </a:lnTo>
                    <a:lnTo>
                      <a:pt x="12" y="52"/>
                    </a:lnTo>
                    <a:lnTo>
                      <a:pt x="10" y="49"/>
                    </a:lnTo>
                    <a:lnTo>
                      <a:pt x="10" y="45"/>
                    </a:lnTo>
                    <a:lnTo>
                      <a:pt x="9" y="42"/>
                    </a:lnTo>
                    <a:lnTo>
                      <a:pt x="9" y="38"/>
                    </a:lnTo>
                    <a:lnTo>
                      <a:pt x="7" y="35"/>
                    </a:lnTo>
                    <a:lnTo>
                      <a:pt x="7" y="31"/>
                    </a:lnTo>
                    <a:lnTo>
                      <a:pt x="7" y="28"/>
                    </a:lnTo>
                    <a:lnTo>
                      <a:pt x="7" y="24"/>
                    </a:lnTo>
                    <a:lnTo>
                      <a:pt x="7" y="21"/>
                    </a:lnTo>
                    <a:lnTo>
                      <a:pt x="7" y="17"/>
                    </a:lnTo>
                    <a:lnTo>
                      <a:pt x="7" y="14"/>
                    </a:lnTo>
                    <a:lnTo>
                      <a:pt x="9" y="11"/>
                    </a:lnTo>
                    <a:lnTo>
                      <a:pt x="9" y="7"/>
                    </a:lnTo>
                    <a:lnTo>
                      <a:pt x="10" y="2"/>
                    </a:lnTo>
                    <a:lnTo>
                      <a:pt x="3" y="0"/>
                    </a:lnTo>
                    <a:lnTo>
                      <a:pt x="2" y="4"/>
                    </a:lnTo>
                    <a:lnTo>
                      <a:pt x="2" y="9"/>
                    </a:lnTo>
                    <a:lnTo>
                      <a:pt x="0" y="12"/>
                    </a:lnTo>
                    <a:lnTo>
                      <a:pt x="0" y="17"/>
                    </a:lnTo>
                    <a:lnTo>
                      <a:pt x="0" y="21"/>
                    </a:lnTo>
                    <a:lnTo>
                      <a:pt x="0" y="24"/>
                    </a:lnTo>
                    <a:lnTo>
                      <a:pt x="0" y="30"/>
                    </a:lnTo>
                    <a:lnTo>
                      <a:pt x="0" y="33"/>
                    </a:lnTo>
                    <a:lnTo>
                      <a:pt x="0" y="37"/>
                    </a:lnTo>
                    <a:lnTo>
                      <a:pt x="2" y="40"/>
                    </a:lnTo>
                    <a:lnTo>
                      <a:pt x="2" y="43"/>
                    </a:lnTo>
                    <a:lnTo>
                      <a:pt x="3" y="47"/>
                    </a:lnTo>
                    <a:lnTo>
                      <a:pt x="3" y="50"/>
                    </a:lnTo>
                    <a:lnTo>
                      <a:pt x="5" y="54"/>
                    </a:lnTo>
                    <a:lnTo>
                      <a:pt x="7" y="57"/>
                    </a:lnTo>
                    <a:lnTo>
                      <a:pt x="9" y="61"/>
                    </a:lnTo>
                    <a:lnTo>
                      <a:pt x="9" y="64"/>
                    </a:lnTo>
                    <a:lnTo>
                      <a:pt x="10" y="68"/>
                    </a:lnTo>
                    <a:lnTo>
                      <a:pt x="12" y="71"/>
                    </a:lnTo>
                    <a:lnTo>
                      <a:pt x="12" y="75"/>
                    </a:lnTo>
                    <a:lnTo>
                      <a:pt x="14" y="78"/>
                    </a:lnTo>
                    <a:lnTo>
                      <a:pt x="14" y="82"/>
                    </a:lnTo>
                    <a:lnTo>
                      <a:pt x="16" y="85"/>
                    </a:lnTo>
                    <a:lnTo>
                      <a:pt x="16" y="88"/>
                    </a:lnTo>
                    <a:lnTo>
                      <a:pt x="17" y="92"/>
                    </a:lnTo>
                    <a:lnTo>
                      <a:pt x="17" y="95"/>
                    </a:lnTo>
                    <a:lnTo>
                      <a:pt x="17" y="99"/>
                    </a:lnTo>
                    <a:lnTo>
                      <a:pt x="17" y="102"/>
                    </a:lnTo>
                    <a:lnTo>
                      <a:pt x="17" y="106"/>
                    </a:lnTo>
                    <a:lnTo>
                      <a:pt x="17" y="109"/>
                    </a:lnTo>
                    <a:lnTo>
                      <a:pt x="16" y="113"/>
                    </a:lnTo>
                    <a:lnTo>
                      <a:pt x="16" y="116"/>
                    </a:lnTo>
                    <a:lnTo>
                      <a:pt x="21" y="114"/>
                    </a:lnTo>
                    <a:lnTo>
                      <a:pt x="17" y="120"/>
                    </a:lnTo>
                    <a:lnTo>
                      <a:pt x="21" y="121"/>
                    </a:lnTo>
                    <a:lnTo>
                      <a:pt x="23" y="118"/>
                    </a:lnTo>
                    <a:lnTo>
                      <a:pt x="17" y="1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17" name="Google Shape;317;p10"/>
              <p:cNvSpPr/>
              <p:nvPr/>
            </p:nvSpPr>
            <p:spPr>
              <a:xfrm>
                <a:off x="4800" y="1548"/>
                <a:ext cx="50" cy="78"/>
              </a:xfrm>
              <a:custGeom>
                <a:rect b="b" l="l" r="r" t="t"/>
                <a:pathLst>
                  <a:path extrusionOk="0" h="78" w="50">
                    <a:moveTo>
                      <a:pt x="0" y="1"/>
                    </a:moveTo>
                    <a:lnTo>
                      <a:pt x="0" y="3"/>
                    </a:lnTo>
                    <a:lnTo>
                      <a:pt x="0" y="7"/>
                    </a:lnTo>
                    <a:lnTo>
                      <a:pt x="0" y="10"/>
                    </a:lnTo>
                    <a:lnTo>
                      <a:pt x="1" y="14"/>
                    </a:lnTo>
                    <a:lnTo>
                      <a:pt x="1" y="15"/>
                    </a:lnTo>
                    <a:lnTo>
                      <a:pt x="1" y="19"/>
                    </a:lnTo>
                    <a:lnTo>
                      <a:pt x="3" y="22"/>
                    </a:lnTo>
                    <a:lnTo>
                      <a:pt x="3" y="24"/>
                    </a:lnTo>
                    <a:lnTo>
                      <a:pt x="5" y="27"/>
                    </a:lnTo>
                    <a:lnTo>
                      <a:pt x="5" y="31"/>
                    </a:lnTo>
                    <a:lnTo>
                      <a:pt x="6" y="33"/>
                    </a:lnTo>
                    <a:lnTo>
                      <a:pt x="6" y="36"/>
                    </a:lnTo>
                    <a:lnTo>
                      <a:pt x="8" y="38"/>
                    </a:lnTo>
                    <a:lnTo>
                      <a:pt x="10" y="41"/>
                    </a:lnTo>
                    <a:lnTo>
                      <a:pt x="10" y="45"/>
                    </a:lnTo>
                    <a:lnTo>
                      <a:pt x="12" y="46"/>
                    </a:lnTo>
                    <a:lnTo>
                      <a:pt x="13" y="50"/>
                    </a:lnTo>
                    <a:lnTo>
                      <a:pt x="15" y="52"/>
                    </a:lnTo>
                    <a:lnTo>
                      <a:pt x="17" y="55"/>
                    </a:lnTo>
                    <a:lnTo>
                      <a:pt x="19" y="57"/>
                    </a:lnTo>
                    <a:lnTo>
                      <a:pt x="20" y="59"/>
                    </a:lnTo>
                    <a:lnTo>
                      <a:pt x="22" y="62"/>
                    </a:lnTo>
                    <a:lnTo>
                      <a:pt x="24" y="64"/>
                    </a:lnTo>
                    <a:lnTo>
                      <a:pt x="26" y="66"/>
                    </a:lnTo>
                    <a:lnTo>
                      <a:pt x="29" y="67"/>
                    </a:lnTo>
                    <a:lnTo>
                      <a:pt x="31" y="69"/>
                    </a:lnTo>
                    <a:lnTo>
                      <a:pt x="32" y="71"/>
                    </a:lnTo>
                    <a:lnTo>
                      <a:pt x="36" y="72"/>
                    </a:lnTo>
                    <a:lnTo>
                      <a:pt x="38" y="74"/>
                    </a:lnTo>
                    <a:lnTo>
                      <a:pt x="41" y="76"/>
                    </a:lnTo>
                    <a:lnTo>
                      <a:pt x="43" y="78"/>
                    </a:lnTo>
                    <a:lnTo>
                      <a:pt x="46" y="78"/>
                    </a:lnTo>
                    <a:lnTo>
                      <a:pt x="50" y="72"/>
                    </a:lnTo>
                    <a:lnTo>
                      <a:pt x="46" y="71"/>
                    </a:lnTo>
                    <a:lnTo>
                      <a:pt x="45" y="69"/>
                    </a:lnTo>
                    <a:lnTo>
                      <a:pt x="41" y="69"/>
                    </a:lnTo>
                    <a:lnTo>
                      <a:pt x="39" y="67"/>
                    </a:lnTo>
                    <a:lnTo>
                      <a:pt x="38" y="66"/>
                    </a:lnTo>
                    <a:lnTo>
                      <a:pt x="34" y="64"/>
                    </a:lnTo>
                    <a:lnTo>
                      <a:pt x="32" y="62"/>
                    </a:lnTo>
                    <a:lnTo>
                      <a:pt x="31" y="60"/>
                    </a:lnTo>
                    <a:lnTo>
                      <a:pt x="29" y="59"/>
                    </a:lnTo>
                    <a:lnTo>
                      <a:pt x="27" y="57"/>
                    </a:lnTo>
                    <a:lnTo>
                      <a:pt x="26" y="55"/>
                    </a:lnTo>
                    <a:lnTo>
                      <a:pt x="24" y="52"/>
                    </a:lnTo>
                    <a:lnTo>
                      <a:pt x="22" y="50"/>
                    </a:lnTo>
                    <a:lnTo>
                      <a:pt x="20" y="48"/>
                    </a:lnTo>
                    <a:lnTo>
                      <a:pt x="20" y="46"/>
                    </a:lnTo>
                    <a:lnTo>
                      <a:pt x="19" y="43"/>
                    </a:lnTo>
                    <a:lnTo>
                      <a:pt x="17" y="41"/>
                    </a:lnTo>
                    <a:lnTo>
                      <a:pt x="15" y="38"/>
                    </a:lnTo>
                    <a:lnTo>
                      <a:pt x="15" y="36"/>
                    </a:lnTo>
                    <a:lnTo>
                      <a:pt x="13" y="33"/>
                    </a:lnTo>
                    <a:lnTo>
                      <a:pt x="13" y="31"/>
                    </a:lnTo>
                    <a:lnTo>
                      <a:pt x="12" y="27"/>
                    </a:lnTo>
                    <a:lnTo>
                      <a:pt x="12" y="26"/>
                    </a:lnTo>
                    <a:lnTo>
                      <a:pt x="10" y="22"/>
                    </a:lnTo>
                    <a:lnTo>
                      <a:pt x="10" y="20"/>
                    </a:lnTo>
                    <a:lnTo>
                      <a:pt x="8" y="17"/>
                    </a:lnTo>
                    <a:lnTo>
                      <a:pt x="8" y="14"/>
                    </a:lnTo>
                    <a:lnTo>
                      <a:pt x="8" y="12"/>
                    </a:lnTo>
                    <a:lnTo>
                      <a:pt x="8" y="8"/>
                    </a:lnTo>
                    <a:lnTo>
                      <a:pt x="6" y="7"/>
                    </a:lnTo>
                    <a:lnTo>
                      <a:pt x="6" y="3"/>
                    </a:lnTo>
                    <a:lnTo>
                      <a:pt x="6" y="0"/>
                    </a:lnTo>
                    <a:lnTo>
                      <a:pt x="6" y="1"/>
                    </a:lnTo>
                    <a:lnTo>
                      <a:pt x="0"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18" name="Google Shape;318;p10"/>
              <p:cNvSpPr/>
              <p:nvPr/>
            </p:nvSpPr>
            <p:spPr>
              <a:xfrm>
                <a:off x="4800" y="1503"/>
                <a:ext cx="41" cy="46"/>
              </a:xfrm>
              <a:custGeom>
                <a:rect b="b" l="l" r="r" t="t"/>
                <a:pathLst>
                  <a:path extrusionOk="0" h="46" w="41">
                    <a:moveTo>
                      <a:pt x="39" y="5"/>
                    </a:moveTo>
                    <a:lnTo>
                      <a:pt x="36" y="1"/>
                    </a:lnTo>
                    <a:lnTo>
                      <a:pt x="34" y="0"/>
                    </a:lnTo>
                    <a:lnTo>
                      <a:pt x="32" y="0"/>
                    </a:lnTo>
                    <a:lnTo>
                      <a:pt x="31" y="1"/>
                    </a:lnTo>
                    <a:lnTo>
                      <a:pt x="29" y="1"/>
                    </a:lnTo>
                    <a:lnTo>
                      <a:pt x="26" y="1"/>
                    </a:lnTo>
                    <a:lnTo>
                      <a:pt x="24" y="1"/>
                    </a:lnTo>
                    <a:lnTo>
                      <a:pt x="22" y="3"/>
                    </a:lnTo>
                    <a:lnTo>
                      <a:pt x="20" y="3"/>
                    </a:lnTo>
                    <a:lnTo>
                      <a:pt x="19" y="5"/>
                    </a:lnTo>
                    <a:lnTo>
                      <a:pt x="17" y="7"/>
                    </a:lnTo>
                    <a:lnTo>
                      <a:pt x="15" y="7"/>
                    </a:lnTo>
                    <a:lnTo>
                      <a:pt x="13" y="8"/>
                    </a:lnTo>
                    <a:lnTo>
                      <a:pt x="13" y="10"/>
                    </a:lnTo>
                    <a:lnTo>
                      <a:pt x="12" y="12"/>
                    </a:lnTo>
                    <a:lnTo>
                      <a:pt x="10" y="14"/>
                    </a:lnTo>
                    <a:lnTo>
                      <a:pt x="8" y="15"/>
                    </a:lnTo>
                    <a:lnTo>
                      <a:pt x="8" y="17"/>
                    </a:lnTo>
                    <a:lnTo>
                      <a:pt x="6" y="19"/>
                    </a:lnTo>
                    <a:lnTo>
                      <a:pt x="6" y="20"/>
                    </a:lnTo>
                    <a:lnTo>
                      <a:pt x="5" y="22"/>
                    </a:lnTo>
                    <a:lnTo>
                      <a:pt x="5" y="24"/>
                    </a:lnTo>
                    <a:lnTo>
                      <a:pt x="3" y="26"/>
                    </a:lnTo>
                    <a:lnTo>
                      <a:pt x="3" y="27"/>
                    </a:lnTo>
                    <a:lnTo>
                      <a:pt x="1" y="29"/>
                    </a:lnTo>
                    <a:lnTo>
                      <a:pt x="1" y="33"/>
                    </a:lnTo>
                    <a:lnTo>
                      <a:pt x="1" y="34"/>
                    </a:lnTo>
                    <a:lnTo>
                      <a:pt x="0" y="36"/>
                    </a:lnTo>
                    <a:lnTo>
                      <a:pt x="0" y="38"/>
                    </a:lnTo>
                    <a:lnTo>
                      <a:pt x="0" y="40"/>
                    </a:lnTo>
                    <a:lnTo>
                      <a:pt x="0" y="41"/>
                    </a:lnTo>
                    <a:lnTo>
                      <a:pt x="0" y="45"/>
                    </a:lnTo>
                    <a:lnTo>
                      <a:pt x="0" y="46"/>
                    </a:lnTo>
                    <a:lnTo>
                      <a:pt x="6" y="46"/>
                    </a:lnTo>
                    <a:lnTo>
                      <a:pt x="6" y="45"/>
                    </a:lnTo>
                    <a:lnTo>
                      <a:pt x="6" y="43"/>
                    </a:lnTo>
                    <a:lnTo>
                      <a:pt x="6" y="41"/>
                    </a:lnTo>
                    <a:lnTo>
                      <a:pt x="6" y="40"/>
                    </a:lnTo>
                    <a:lnTo>
                      <a:pt x="8" y="38"/>
                    </a:lnTo>
                    <a:lnTo>
                      <a:pt x="8" y="36"/>
                    </a:lnTo>
                    <a:lnTo>
                      <a:pt x="8" y="34"/>
                    </a:lnTo>
                    <a:lnTo>
                      <a:pt x="8" y="33"/>
                    </a:lnTo>
                    <a:lnTo>
                      <a:pt x="10" y="31"/>
                    </a:lnTo>
                    <a:lnTo>
                      <a:pt x="10" y="29"/>
                    </a:lnTo>
                    <a:lnTo>
                      <a:pt x="10" y="27"/>
                    </a:lnTo>
                    <a:lnTo>
                      <a:pt x="12" y="26"/>
                    </a:lnTo>
                    <a:lnTo>
                      <a:pt x="12" y="24"/>
                    </a:lnTo>
                    <a:lnTo>
                      <a:pt x="13" y="22"/>
                    </a:lnTo>
                    <a:lnTo>
                      <a:pt x="13" y="20"/>
                    </a:lnTo>
                    <a:lnTo>
                      <a:pt x="15" y="19"/>
                    </a:lnTo>
                    <a:lnTo>
                      <a:pt x="15" y="17"/>
                    </a:lnTo>
                    <a:lnTo>
                      <a:pt x="17" y="17"/>
                    </a:lnTo>
                    <a:lnTo>
                      <a:pt x="19" y="15"/>
                    </a:lnTo>
                    <a:lnTo>
                      <a:pt x="19" y="14"/>
                    </a:lnTo>
                    <a:lnTo>
                      <a:pt x="20" y="14"/>
                    </a:lnTo>
                    <a:lnTo>
                      <a:pt x="22" y="12"/>
                    </a:lnTo>
                    <a:lnTo>
                      <a:pt x="22" y="10"/>
                    </a:lnTo>
                    <a:lnTo>
                      <a:pt x="24" y="10"/>
                    </a:lnTo>
                    <a:lnTo>
                      <a:pt x="26" y="10"/>
                    </a:lnTo>
                    <a:lnTo>
                      <a:pt x="27" y="8"/>
                    </a:lnTo>
                    <a:lnTo>
                      <a:pt x="29" y="8"/>
                    </a:lnTo>
                    <a:lnTo>
                      <a:pt x="31" y="8"/>
                    </a:lnTo>
                    <a:lnTo>
                      <a:pt x="32" y="8"/>
                    </a:lnTo>
                    <a:lnTo>
                      <a:pt x="34" y="8"/>
                    </a:lnTo>
                    <a:lnTo>
                      <a:pt x="36" y="8"/>
                    </a:lnTo>
                    <a:lnTo>
                      <a:pt x="32" y="3"/>
                    </a:lnTo>
                    <a:lnTo>
                      <a:pt x="39" y="5"/>
                    </a:lnTo>
                    <a:lnTo>
                      <a:pt x="41" y="1"/>
                    </a:lnTo>
                    <a:lnTo>
                      <a:pt x="36" y="1"/>
                    </a:lnTo>
                    <a:lnTo>
                      <a:pt x="39"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19" name="Google Shape;319;p10"/>
              <p:cNvSpPr/>
              <p:nvPr/>
            </p:nvSpPr>
            <p:spPr>
              <a:xfrm>
                <a:off x="4995" y="1513"/>
                <a:ext cx="25" cy="76"/>
              </a:xfrm>
              <a:custGeom>
                <a:rect b="b" l="l" r="r" t="t"/>
                <a:pathLst>
                  <a:path extrusionOk="0" h="76" w="25">
                    <a:moveTo>
                      <a:pt x="25" y="12"/>
                    </a:moveTo>
                    <a:lnTo>
                      <a:pt x="25" y="14"/>
                    </a:lnTo>
                    <a:lnTo>
                      <a:pt x="23" y="16"/>
                    </a:lnTo>
                    <a:lnTo>
                      <a:pt x="23" y="17"/>
                    </a:lnTo>
                    <a:lnTo>
                      <a:pt x="23" y="19"/>
                    </a:lnTo>
                    <a:lnTo>
                      <a:pt x="23" y="21"/>
                    </a:lnTo>
                    <a:lnTo>
                      <a:pt x="23" y="23"/>
                    </a:lnTo>
                    <a:lnTo>
                      <a:pt x="21" y="26"/>
                    </a:lnTo>
                    <a:lnTo>
                      <a:pt x="21" y="28"/>
                    </a:lnTo>
                    <a:lnTo>
                      <a:pt x="21" y="30"/>
                    </a:lnTo>
                    <a:lnTo>
                      <a:pt x="21" y="31"/>
                    </a:lnTo>
                    <a:lnTo>
                      <a:pt x="21" y="35"/>
                    </a:lnTo>
                    <a:lnTo>
                      <a:pt x="21" y="36"/>
                    </a:lnTo>
                    <a:lnTo>
                      <a:pt x="21" y="38"/>
                    </a:lnTo>
                    <a:lnTo>
                      <a:pt x="21" y="40"/>
                    </a:lnTo>
                    <a:lnTo>
                      <a:pt x="21" y="43"/>
                    </a:lnTo>
                    <a:lnTo>
                      <a:pt x="21" y="45"/>
                    </a:lnTo>
                    <a:lnTo>
                      <a:pt x="21" y="47"/>
                    </a:lnTo>
                    <a:lnTo>
                      <a:pt x="21" y="49"/>
                    </a:lnTo>
                    <a:lnTo>
                      <a:pt x="20" y="52"/>
                    </a:lnTo>
                    <a:lnTo>
                      <a:pt x="20" y="54"/>
                    </a:lnTo>
                    <a:lnTo>
                      <a:pt x="20" y="55"/>
                    </a:lnTo>
                    <a:lnTo>
                      <a:pt x="20" y="57"/>
                    </a:lnTo>
                    <a:lnTo>
                      <a:pt x="20" y="59"/>
                    </a:lnTo>
                    <a:lnTo>
                      <a:pt x="18" y="61"/>
                    </a:lnTo>
                    <a:lnTo>
                      <a:pt x="18" y="62"/>
                    </a:lnTo>
                    <a:lnTo>
                      <a:pt x="18" y="66"/>
                    </a:lnTo>
                    <a:lnTo>
                      <a:pt x="16" y="68"/>
                    </a:lnTo>
                    <a:lnTo>
                      <a:pt x="16" y="69"/>
                    </a:lnTo>
                    <a:lnTo>
                      <a:pt x="14" y="71"/>
                    </a:lnTo>
                    <a:lnTo>
                      <a:pt x="13" y="73"/>
                    </a:lnTo>
                    <a:lnTo>
                      <a:pt x="13" y="75"/>
                    </a:lnTo>
                    <a:lnTo>
                      <a:pt x="11" y="75"/>
                    </a:lnTo>
                    <a:lnTo>
                      <a:pt x="11" y="76"/>
                    </a:lnTo>
                    <a:lnTo>
                      <a:pt x="9" y="76"/>
                    </a:lnTo>
                    <a:lnTo>
                      <a:pt x="7" y="76"/>
                    </a:lnTo>
                    <a:lnTo>
                      <a:pt x="6" y="76"/>
                    </a:lnTo>
                    <a:lnTo>
                      <a:pt x="6" y="75"/>
                    </a:lnTo>
                    <a:lnTo>
                      <a:pt x="4" y="75"/>
                    </a:lnTo>
                    <a:lnTo>
                      <a:pt x="4" y="73"/>
                    </a:lnTo>
                    <a:lnTo>
                      <a:pt x="2" y="71"/>
                    </a:lnTo>
                    <a:lnTo>
                      <a:pt x="2" y="69"/>
                    </a:lnTo>
                    <a:lnTo>
                      <a:pt x="0" y="68"/>
                    </a:lnTo>
                    <a:lnTo>
                      <a:pt x="0" y="64"/>
                    </a:lnTo>
                    <a:lnTo>
                      <a:pt x="0" y="62"/>
                    </a:lnTo>
                    <a:lnTo>
                      <a:pt x="0" y="61"/>
                    </a:lnTo>
                    <a:lnTo>
                      <a:pt x="0" y="59"/>
                    </a:lnTo>
                    <a:lnTo>
                      <a:pt x="2" y="55"/>
                    </a:lnTo>
                    <a:lnTo>
                      <a:pt x="2" y="54"/>
                    </a:lnTo>
                    <a:lnTo>
                      <a:pt x="2" y="52"/>
                    </a:lnTo>
                    <a:lnTo>
                      <a:pt x="2" y="50"/>
                    </a:lnTo>
                    <a:lnTo>
                      <a:pt x="4" y="47"/>
                    </a:lnTo>
                    <a:lnTo>
                      <a:pt x="4" y="45"/>
                    </a:lnTo>
                    <a:lnTo>
                      <a:pt x="4" y="43"/>
                    </a:lnTo>
                    <a:lnTo>
                      <a:pt x="4" y="42"/>
                    </a:lnTo>
                    <a:lnTo>
                      <a:pt x="6" y="40"/>
                    </a:lnTo>
                    <a:lnTo>
                      <a:pt x="6" y="36"/>
                    </a:lnTo>
                    <a:lnTo>
                      <a:pt x="6" y="35"/>
                    </a:lnTo>
                    <a:lnTo>
                      <a:pt x="6" y="33"/>
                    </a:lnTo>
                    <a:lnTo>
                      <a:pt x="7" y="31"/>
                    </a:lnTo>
                    <a:lnTo>
                      <a:pt x="7" y="30"/>
                    </a:lnTo>
                    <a:lnTo>
                      <a:pt x="7" y="28"/>
                    </a:lnTo>
                    <a:lnTo>
                      <a:pt x="9" y="24"/>
                    </a:lnTo>
                    <a:lnTo>
                      <a:pt x="9" y="23"/>
                    </a:lnTo>
                    <a:lnTo>
                      <a:pt x="9" y="21"/>
                    </a:lnTo>
                    <a:lnTo>
                      <a:pt x="11" y="19"/>
                    </a:lnTo>
                    <a:lnTo>
                      <a:pt x="11" y="17"/>
                    </a:lnTo>
                    <a:lnTo>
                      <a:pt x="11" y="16"/>
                    </a:lnTo>
                    <a:lnTo>
                      <a:pt x="13" y="12"/>
                    </a:lnTo>
                    <a:lnTo>
                      <a:pt x="13" y="10"/>
                    </a:lnTo>
                    <a:lnTo>
                      <a:pt x="13" y="9"/>
                    </a:lnTo>
                    <a:lnTo>
                      <a:pt x="14" y="7"/>
                    </a:lnTo>
                    <a:lnTo>
                      <a:pt x="14" y="5"/>
                    </a:lnTo>
                    <a:lnTo>
                      <a:pt x="16" y="4"/>
                    </a:lnTo>
                    <a:lnTo>
                      <a:pt x="16" y="2"/>
                    </a:lnTo>
                    <a:lnTo>
                      <a:pt x="16" y="0"/>
                    </a:lnTo>
                    <a:lnTo>
                      <a:pt x="18" y="0"/>
                    </a:lnTo>
                    <a:lnTo>
                      <a:pt x="18" y="2"/>
                    </a:lnTo>
                    <a:lnTo>
                      <a:pt x="20" y="2"/>
                    </a:lnTo>
                    <a:lnTo>
                      <a:pt x="21" y="2"/>
                    </a:lnTo>
                    <a:lnTo>
                      <a:pt x="21" y="4"/>
                    </a:lnTo>
                    <a:lnTo>
                      <a:pt x="23" y="4"/>
                    </a:lnTo>
                    <a:lnTo>
                      <a:pt x="23" y="5"/>
                    </a:lnTo>
                    <a:lnTo>
                      <a:pt x="23" y="7"/>
                    </a:lnTo>
                    <a:lnTo>
                      <a:pt x="23" y="9"/>
                    </a:lnTo>
                    <a:lnTo>
                      <a:pt x="25" y="9"/>
                    </a:lnTo>
                    <a:lnTo>
                      <a:pt x="25" y="10"/>
                    </a:lnTo>
                    <a:lnTo>
                      <a:pt x="25"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20" name="Google Shape;320;p10"/>
              <p:cNvSpPr/>
              <p:nvPr/>
            </p:nvSpPr>
            <p:spPr>
              <a:xfrm>
                <a:off x="5002" y="1523"/>
                <a:ext cx="21" cy="68"/>
              </a:xfrm>
              <a:custGeom>
                <a:rect b="b" l="l" r="r" t="t"/>
                <a:pathLst>
                  <a:path extrusionOk="0" h="68" w="21">
                    <a:moveTo>
                      <a:pt x="6" y="68"/>
                    </a:moveTo>
                    <a:lnTo>
                      <a:pt x="7" y="68"/>
                    </a:lnTo>
                    <a:lnTo>
                      <a:pt x="7" y="66"/>
                    </a:lnTo>
                    <a:lnTo>
                      <a:pt x="9" y="65"/>
                    </a:lnTo>
                    <a:lnTo>
                      <a:pt x="11" y="63"/>
                    </a:lnTo>
                    <a:lnTo>
                      <a:pt x="13" y="61"/>
                    </a:lnTo>
                    <a:lnTo>
                      <a:pt x="13" y="58"/>
                    </a:lnTo>
                    <a:lnTo>
                      <a:pt x="14" y="56"/>
                    </a:lnTo>
                    <a:lnTo>
                      <a:pt x="14" y="54"/>
                    </a:lnTo>
                    <a:lnTo>
                      <a:pt x="14" y="52"/>
                    </a:lnTo>
                    <a:lnTo>
                      <a:pt x="16" y="51"/>
                    </a:lnTo>
                    <a:lnTo>
                      <a:pt x="16" y="49"/>
                    </a:lnTo>
                    <a:lnTo>
                      <a:pt x="16" y="45"/>
                    </a:lnTo>
                    <a:lnTo>
                      <a:pt x="16" y="44"/>
                    </a:lnTo>
                    <a:lnTo>
                      <a:pt x="18" y="42"/>
                    </a:lnTo>
                    <a:lnTo>
                      <a:pt x="18" y="40"/>
                    </a:lnTo>
                    <a:lnTo>
                      <a:pt x="18" y="37"/>
                    </a:lnTo>
                    <a:lnTo>
                      <a:pt x="18" y="35"/>
                    </a:lnTo>
                    <a:lnTo>
                      <a:pt x="18" y="33"/>
                    </a:lnTo>
                    <a:lnTo>
                      <a:pt x="18" y="30"/>
                    </a:lnTo>
                    <a:lnTo>
                      <a:pt x="18" y="28"/>
                    </a:lnTo>
                    <a:lnTo>
                      <a:pt x="18" y="26"/>
                    </a:lnTo>
                    <a:lnTo>
                      <a:pt x="18" y="25"/>
                    </a:lnTo>
                    <a:lnTo>
                      <a:pt x="18" y="23"/>
                    </a:lnTo>
                    <a:lnTo>
                      <a:pt x="18" y="20"/>
                    </a:lnTo>
                    <a:lnTo>
                      <a:pt x="18" y="18"/>
                    </a:lnTo>
                    <a:lnTo>
                      <a:pt x="18" y="16"/>
                    </a:lnTo>
                    <a:lnTo>
                      <a:pt x="19" y="14"/>
                    </a:lnTo>
                    <a:lnTo>
                      <a:pt x="19" y="13"/>
                    </a:lnTo>
                    <a:lnTo>
                      <a:pt x="19" y="9"/>
                    </a:lnTo>
                    <a:lnTo>
                      <a:pt x="19" y="7"/>
                    </a:lnTo>
                    <a:lnTo>
                      <a:pt x="19" y="6"/>
                    </a:lnTo>
                    <a:lnTo>
                      <a:pt x="21" y="4"/>
                    </a:lnTo>
                    <a:lnTo>
                      <a:pt x="21" y="2"/>
                    </a:lnTo>
                    <a:lnTo>
                      <a:pt x="14" y="0"/>
                    </a:lnTo>
                    <a:lnTo>
                      <a:pt x="14" y="2"/>
                    </a:lnTo>
                    <a:lnTo>
                      <a:pt x="13" y="4"/>
                    </a:lnTo>
                    <a:lnTo>
                      <a:pt x="13" y="6"/>
                    </a:lnTo>
                    <a:lnTo>
                      <a:pt x="13" y="9"/>
                    </a:lnTo>
                    <a:lnTo>
                      <a:pt x="13" y="11"/>
                    </a:lnTo>
                    <a:lnTo>
                      <a:pt x="11" y="13"/>
                    </a:lnTo>
                    <a:lnTo>
                      <a:pt x="11" y="14"/>
                    </a:lnTo>
                    <a:lnTo>
                      <a:pt x="11" y="18"/>
                    </a:lnTo>
                    <a:lnTo>
                      <a:pt x="11" y="20"/>
                    </a:lnTo>
                    <a:lnTo>
                      <a:pt x="11" y="21"/>
                    </a:lnTo>
                    <a:lnTo>
                      <a:pt x="11" y="25"/>
                    </a:lnTo>
                    <a:lnTo>
                      <a:pt x="11" y="26"/>
                    </a:lnTo>
                    <a:lnTo>
                      <a:pt x="11" y="28"/>
                    </a:lnTo>
                    <a:lnTo>
                      <a:pt x="11" y="30"/>
                    </a:lnTo>
                    <a:lnTo>
                      <a:pt x="11" y="33"/>
                    </a:lnTo>
                    <a:lnTo>
                      <a:pt x="11" y="35"/>
                    </a:lnTo>
                    <a:lnTo>
                      <a:pt x="11" y="37"/>
                    </a:lnTo>
                    <a:lnTo>
                      <a:pt x="9" y="39"/>
                    </a:lnTo>
                    <a:lnTo>
                      <a:pt x="9" y="40"/>
                    </a:lnTo>
                    <a:lnTo>
                      <a:pt x="9" y="42"/>
                    </a:lnTo>
                    <a:lnTo>
                      <a:pt x="9" y="45"/>
                    </a:lnTo>
                    <a:lnTo>
                      <a:pt x="9" y="47"/>
                    </a:lnTo>
                    <a:lnTo>
                      <a:pt x="9" y="49"/>
                    </a:lnTo>
                    <a:lnTo>
                      <a:pt x="7" y="51"/>
                    </a:lnTo>
                    <a:lnTo>
                      <a:pt x="7" y="52"/>
                    </a:lnTo>
                    <a:lnTo>
                      <a:pt x="7" y="54"/>
                    </a:lnTo>
                    <a:lnTo>
                      <a:pt x="6" y="56"/>
                    </a:lnTo>
                    <a:lnTo>
                      <a:pt x="6" y="58"/>
                    </a:lnTo>
                    <a:lnTo>
                      <a:pt x="4" y="59"/>
                    </a:lnTo>
                    <a:lnTo>
                      <a:pt x="2" y="61"/>
                    </a:lnTo>
                    <a:lnTo>
                      <a:pt x="0" y="63"/>
                    </a:lnTo>
                    <a:lnTo>
                      <a:pt x="2" y="63"/>
                    </a:lnTo>
                    <a:lnTo>
                      <a:pt x="6" y="68"/>
                    </a:lnTo>
                    <a:lnTo>
                      <a:pt x="7" y="68"/>
                    </a:lnTo>
                    <a:lnTo>
                      <a:pt x="6" y="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21" name="Google Shape;321;p10"/>
              <p:cNvSpPr/>
              <p:nvPr/>
            </p:nvSpPr>
            <p:spPr>
              <a:xfrm>
                <a:off x="4990" y="1577"/>
                <a:ext cx="18" cy="16"/>
              </a:xfrm>
              <a:custGeom>
                <a:rect b="b" l="l" r="r" t="t"/>
                <a:pathLst>
                  <a:path extrusionOk="0" h="16" w="18">
                    <a:moveTo>
                      <a:pt x="2" y="2"/>
                    </a:moveTo>
                    <a:lnTo>
                      <a:pt x="2" y="5"/>
                    </a:lnTo>
                    <a:lnTo>
                      <a:pt x="4" y="5"/>
                    </a:lnTo>
                    <a:lnTo>
                      <a:pt x="4" y="7"/>
                    </a:lnTo>
                    <a:lnTo>
                      <a:pt x="4" y="9"/>
                    </a:lnTo>
                    <a:lnTo>
                      <a:pt x="5" y="9"/>
                    </a:lnTo>
                    <a:lnTo>
                      <a:pt x="5" y="11"/>
                    </a:lnTo>
                    <a:lnTo>
                      <a:pt x="5" y="12"/>
                    </a:lnTo>
                    <a:lnTo>
                      <a:pt x="7" y="12"/>
                    </a:lnTo>
                    <a:lnTo>
                      <a:pt x="7" y="14"/>
                    </a:lnTo>
                    <a:lnTo>
                      <a:pt x="9" y="14"/>
                    </a:lnTo>
                    <a:lnTo>
                      <a:pt x="9" y="16"/>
                    </a:lnTo>
                    <a:lnTo>
                      <a:pt x="11" y="16"/>
                    </a:lnTo>
                    <a:lnTo>
                      <a:pt x="12" y="16"/>
                    </a:lnTo>
                    <a:lnTo>
                      <a:pt x="14" y="16"/>
                    </a:lnTo>
                    <a:lnTo>
                      <a:pt x="16" y="16"/>
                    </a:lnTo>
                    <a:lnTo>
                      <a:pt x="18" y="14"/>
                    </a:lnTo>
                    <a:lnTo>
                      <a:pt x="14" y="9"/>
                    </a:lnTo>
                    <a:lnTo>
                      <a:pt x="12" y="9"/>
                    </a:lnTo>
                    <a:lnTo>
                      <a:pt x="12" y="7"/>
                    </a:lnTo>
                    <a:lnTo>
                      <a:pt x="11" y="7"/>
                    </a:lnTo>
                    <a:lnTo>
                      <a:pt x="11" y="5"/>
                    </a:lnTo>
                    <a:lnTo>
                      <a:pt x="11" y="4"/>
                    </a:lnTo>
                    <a:lnTo>
                      <a:pt x="9" y="2"/>
                    </a:lnTo>
                    <a:lnTo>
                      <a:pt x="7" y="0"/>
                    </a:lnTo>
                    <a:lnTo>
                      <a:pt x="9" y="4"/>
                    </a:lnTo>
                    <a:lnTo>
                      <a:pt x="2" y="2"/>
                    </a:lnTo>
                    <a:lnTo>
                      <a:pt x="0" y="5"/>
                    </a:lnTo>
                    <a:lnTo>
                      <a:pt x="2" y="5"/>
                    </a:lnTo>
                    <a:lnTo>
                      <a:pt x="2"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22" name="Google Shape;322;p10"/>
              <p:cNvSpPr/>
              <p:nvPr/>
            </p:nvSpPr>
            <p:spPr>
              <a:xfrm>
                <a:off x="4992" y="1510"/>
                <a:ext cx="23" cy="71"/>
              </a:xfrm>
              <a:custGeom>
                <a:rect b="b" l="l" r="r" t="t"/>
                <a:pathLst>
                  <a:path extrusionOk="0" h="71" w="23">
                    <a:moveTo>
                      <a:pt x="19" y="0"/>
                    </a:moveTo>
                    <a:lnTo>
                      <a:pt x="16" y="3"/>
                    </a:lnTo>
                    <a:lnTo>
                      <a:pt x="16" y="5"/>
                    </a:lnTo>
                    <a:lnTo>
                      <a:pt x="14" y="7"/>
                    </a:lnTo>
                    <a:lnTo>
                      <a:pt x="14" y="8"/>
                    </a:lnTo>
                    <a:lnTo>
                      <a:pt x="12" y="10"/>
                    </a:lnTo>
                    <a:lnTo>
                      <a:pt x="12" y="13"/>
                    </a:lnTo>
                    <a:lnTo>
                      <a:pt x="12" y="15"/>
                    </a:lnTo>
                    <a:lnTo>
                      <a:pt x="10" y="17"/>
                    </a:lnTo>
                    <a:lnTo>
                      <a:pt x="10" y="19"/>
                    </a:lnTo>
                    <a:lnTo>
                      <a:pt x="10" y="20"/>
                    </a:lnTo>
                    <a:lnTo>
                      <a:pt x="9" y="22"/>
                    </a:lnTo>
                    <a:lnTo>
                      <a:pt x="9" y="26"/>
                    </a:lnTo>
                    <a:lnTo>
                      <a:pt x="9" y="27"/>
                    </a:lnTo>
                    <a:lnTo>
                      <a:pt x="7" y="29"/>
                    </a:lnTo>
                    <a:lnTo>
                      <a:pt x="7" y="31"/>
                    </a:lnTo>
                    <a:lnTo>
                      <a:pt x="7" y="33"/>
                    </a:lnTo>
                    <a:lnTo>
                      <a:pt x="5" y="36"/>
                    </a:lnTo>
                    <a:lnTo>
                      <a:pt x="5" y="38"/>
                    </a:lnTo>
                    <a:lnTo>
                      <a:pt x="5" y="39"/>
                    </a:lnTo>
                    <a:lnTo>
                      <a:pt x="3" y="41"/>
                    </a:lnTo>
                    <a:lnTo>
                      <a:pt x="3" y="43"/>
                    </a:lnTo>
                    <a:lnTo>
                      <a:pt x="3" y="46"/>
                    </a:lnTo>
                    <a:lnTo>
                      <a:pt x="3" y="48"/>
                    </a:lnTo>
                    <a:lnTo>
                      <a:pt x="2" y="50"/>
                    </a:lnTo>
                    <a:lnTo>
                      <a:pt x="2" y="52"/>
                    </a:lnTo>
                    <a:lnTo>
                      <a:pt x="2" y="55"/>
                    </a:lnTo>
                    <a:lnTo>
                      <a:pt x="2" y="57"/>
                    </a:lnTo>
                    <a:lnTo>
                      <a:pt x="2" y="58"/>
                    </a:lnTo>
                    <a:lnTo>
                      <a:pt x="0" y="60"/>
                    </a:lnTo>
                    <a:lnTo>
                      <a:pt x="0" y="64"/>
                    </a:lnTo>
                    <a:lnTo>
                      <a:pt x="0" y="65"/>
                    </a:lnTo>
                    <a:lnTo>
                      <a:pt x="0" y="67"/>
                    </a:lnTo>
                    <a:lnTo>
                      <a:pt x="0" y="69"/>
                    </a:lnTo>
                    <a:lnTo>
                      <a:pt x="7" y="71"/>
                    </a:lnTo>
                    <a:lnTo>
                      <a:pt x="7" y="69"/>
                    </a:lnTo>
                    <a:lnTo>
                      <a:pt x="7" y="65"/>
                    </a:lnTo>
                    <a:lnTo>
                      <a:pt x="7" y="64"/>
                    </a:lnTo>
                    <a:lnTo>
                      <a:pt x="9" y="62"/>
                    </a:lnTo>
                    <a:lnTo>
                      <a:pt x="9" y="60"/>
                    </a:lnTo>
                    <a:lnTo>
                      <a:pt x="9" y="57"/>
                    </a:lnTo>
                    <a:lnTo>
                      <a:pt x="9" y="55"/>
                    </a:lnTo>
                    <a:lnTo>
                      <a:pt x="9" y="53"/>
                    </a:lnTo>
                    <a:lnTo>
                      <a:pt x="10" y="52"/>
                    </a:lnTo>
                    <a:lnTo>
                      <a:pt x="10" y="50"/>
                    </a:lnTo>
                    <a:lnTo>
                      <a:pt x="10" y="46"/>
                    </a:lnTo>
                    <a:lnTo>
                      <a:pt x="10" y="45"/>
                    </a:lnTo>
                    <a:lnTo>
                      <a:pt x="12" y="43"/>
                    </a:lnTo>
                    <a:lnTo>
                      <a:pt x="12" y="41"/>
                    </a:lnTo>
                    <a:lnTo>
                      <a:pt x="12" y="39"/>
                    </a:lnTo>
                    <a:lnTo>
                      <a:pt x="12" y="38"/>
                    </a:lnTo>
                    <a:lnTo>
                      <a:pt x="14" y="34"/>
                    </a:lnTo>
                    <a:lnTo>
                      <a:pt x="14" y="33"/>
                    </a:lnTo>
                    <a:lnTo>
                      <a:pt x="14" y="31"/>
                    </a:lnTo>
                    <a:lnTo>
                      <a:pt x="16" y="29"/>
                    </a:lnTo>
                    <a:lnTo>
                      <a:pt x="16" y="27"/>
                    </a:lnTo>
                    <a:lnTo>
                      <a:pt x="16" y="26"/>
                    </a:lnTo>
                    <a:lnTo>
                      <a:pt x="17" y="24"/>
                    </a:lnTo>
                    <a:lnTo>
                      <a:pt x="17" y="20"/>
                    </a:lnTo>
                    <a:lnTo>
                      <a:pt x="17" y="19"/>
                    </a:lnTo>
                    <a:lnTo>
                      <a:pt x="19" y="17"/>
                    </a:lnTo>
                    <a:lnTo>
                      <a:pt x="19" y="15"/>
                    </a:lnTo>
                    <a:lnTo>
                      <a:pt x="19" y="13"/>
                    </a:lnTo>
                    <a:lnTo>
                      <a:pt x="21" y="12"/>
                    </a:lnTo>
                    <a:lnTo>
                      <a:pt x="21" y="8"/>
                    </a:lnTo>
                    <a:lnTo>
                      <a:pt x="23" y="7"/>
                    </a:lnTo>
                    <a:lnTo>
                      <a:pt x="23" y="5"/>
                    </a:lnTo>
                    <a:lnTo>
                      <a:pt x="19" y="8"/>
                    </a:lnTo>
                    <a:lnTo>
                      <a:pt x="19" y="0"/>
                    </a:lnTo>
                    <a:lnTo>
                      <a:pt x="16" y="1"/>
                    </a:lnTo>
                    <a:lnTo>
                      <a:pt x="16" y="3"/>
                    </a:lnTo>
                    <a:lnTo>
                      <a:pt x="1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23" name="Google Shape;323;p10"/>
              <p:cNvSpPr/>
              <p:nvPr/>
            </p:nvSpPr>
            <p:spPr>
              <a:xfrm>
                <a:off x="5011" y="1510"/>
                <a:ext cx="12" cy="17"/>
              </a:xfrm>
              <a:custGeom>
                <a:rect b="b" l="l" r="r" t="t"/>
                <a:pathLst>
                  <a:path extrusionOk="0" h="17" w="12">
                    <a:moveTo>
                      <a:pt x="12" y="15"/>
                    </a:moveTo>
                    <a:lnTo>
                      <a:pt x="12" y="12"/>
                    </a:lnTo>
                    <a:lnTo>
                      <a:pt x="12" y="10"/>
                    </a:lnTo>
                    <a:lnTo>
                      <a:pt x="10" y="10"/>
                    </a:lnTo>
                    <a:lnTo>
                      <a:pt x="10" y="8"/>
                    </a:lnTo>
                    <a:lnTo>
                      <a:pt x="10" y="7"/>
                    </a:lnTo>
                    <a:lnTo>
                      <a:pt x="9" y="5"/>
                    </a:lnTo>
                    <a:lnTo>
                      <a:pt x="9" y="3"/>
                    </a:lnTo>
                    <a:lnTo>
                      <a:pt x="7" y="3"/>
                    </a:lnTo>
                    <a:lnTo>
                      <a:pt x="7" y="1"/>
                    </a:lnTo>
                    <a:lnTo>
                      <a:pt x="5" y="1"/>
                    </a:lnTo>
                    <a:lnTo>
                      <a:pt x="4" y="1"/>
                    </a:lnTo>
                    <a:lnTo>
                      <a:pt x="4" y="0"/>
                    </a:lnTo>
                    <a:lnTo>
                      <a:pt x="2" y="0"/>
                    </a:lnTo>
                    <a:lnTo>
                      <a:pt x="0" y="0"/>
                    </a:lnTo>
                    <a:lnTo>
                      <a:pt x="0" y="8"/>
                    </a:lnTo>
                    <a:lnTo>
                      <a:pt x="2" y="8"/>
                    </a:lnTo>
                    <a:lnTo>
                      <a:pt x="4" y="8"/>
                    </a:lnTo>
                    <a:lnTo>
                      <a:pt x="4" y="10"/>
                    </a:lnTo>
                    <a:lnTo>
                      <a:pt x="4" y="12"/>
                    </a:lnTo>
                    <a:lnTo>
                      <a:pt x="5" y="13"/>
                    </a:lnTo>
                    <a:lnTo>
                      <a:pt x="5" y="15"/>
                    </a:lnTo>
                    <a:lnTo>
                      <a:pt x="5" y="17"/>
                    </a:lnTo>
                    <a:lnTo>
                      <a:pt x="5" y="13"/>
                    </a:lnTo>
                    <a:lnTo>
                      <a:pt x="12" y="15"/>
                    </a:lnTo>
                    <a:lnTo>
                      <a:pt x="12" y="13"/>
                    </a:lnTo>
                    <a:lnTo>
                      <a:pt x="12" y="12"/>
                    </a:lnTo>
                    <a:lnTo>
                      <a:pt x="12" y="1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24" name="Google Shape;324;p10"/>
              <p:cNvSpPr/>
              <p:nvPr/>
            </p:nvSpPr>
            <p:spPr>
              <a:xfrm>
                <a:off x="5004" y="1626"/>
                <a:ext cx="14" cy="34"/>
              </a:xfrm>
              <a:custGeom>
                <a:rect b="b" l="l" r="r" t="t"/>
                <a:pathLst>
                  <a:path extrusionOk="0" h="34" w="14">
                    <a:moveTo>
                      <a:pt x="14" y="7"/>
                    </a:moveTo>
                    <a:lnTo>
                      <a:pt x="14" y="8"/>
                    </a:lnTo>
                    <a:lnTo>
                      <a:pt x="14" y="10"/>
                    </a:lnTo>
                    <a:lnTo>
                      <a:pt x="12" y="10"/>
                    </a:lnTo>
                    <a:lnTo>
                      <a:pt x="12" y="12"/>
                    </a:lnTo>
                    <a:lnTo>
                      <a:pt x="12" y="14"/>
                    </a:lnTo>
                    <a:lnTo>
                      <a:pt x="12" y="15"/>
                    </a:lnTo>
                    <a:lnTo>
                      <a:pt x="12" y="17"/>
                    </a:lnTo>
                    <a:lnTo>
                      <a:pt x="12" y="19"/>
                    </a:lnTo>
                    <a:lnTo>
                      <a:pt x="11" y="20"/>
                    </a:lnTo>
                    <a:lnTo>
                      <a:pt x="11" y="22"/>
                    </a:lnTo>
                    <a:lnTo>
                      <a:pt x="11" y="24"/>
                    </a:lnTo>
                    <a:lnTo>
                      <a:pt x="9" y="26"/>
                    </a:lnTo>
                    <a:lnTo>
                      <a:pt x="9" y="27"/>
                    </a:lnTo>
                    <a:lnTo>
                      <a:pt x="7" y="29"/>
                    </a:lnTo>
                    <a:lnTo>
                      <a:pt x="7" y="31"/>
                    </a:lnTo>
                    <a:lnTo>
                      <a:pt x="5" y="31"/>
                    </a:lnTo>
                    <a:lnTo>
                      <a:pt x="4" y="33"/>
                    </a:lnTo>
                    <a:lnTo>
                      <a:pt x="2" y="33"/>
                    </a:lnTo>
                    <a:lnTo>
                      <a:pt x="0" y="33"/>
                    </a:lnTo>
                    <a:lnTo>
                      <a:pt x="0" y="34"/>
                    </a:lnTo>
                    <a:lnTo>
                      <a:pt x="0" y="33"/>
                    </a:lnTo>
                    <a:lnTo>
                      <a:pt x="0" y="31"/>
                    </a:lnTo>
                    <a:lnTo>
                      <a:pt x="0" y="29"/>
                    </a:lnTo>
                    <a:lnTo>
                      <a:pt x="0" y="27"/>
                    </a:lnTo>
                    <a:lnTo>
                      <a:pt x="0" y="26"/>
                    </a:lnTo>
                    <a:lnTo>
                      <a:pt x="0" y="24"/>
                    </a:lnTo>
                    <a:lnTo>
                      <a:pt x="0" y="22"/>
                    </a:lnTo>
                    <a:lnTo>
                      <a:pt x="0" y="20"/>
                    </a:lnTo>
                    <a:lnTo>
                      <a:pt x="0" y="19"/>
                    </a:lnTo>
                    <a:lnTo>
                      <a:pt x="0" y="17"/>
                    </a:lnTo>
                    <a:lnTo>
                      <a:pt x="0" y="15"/>
                    </a:lnTo>
                    <a:lnTo>
                      <a:pt x="2" y="14"/>
                    </a:lnTo>
                    <a:lnTo>
                      <a:pt x="2" y="12"/>
                    </a:lnTo>
                    <a:lnTo>
                      <a:pt x="2" y="10"/>
                    </a:lnTo>
                    <a:lnTo>
                      <a:pt x="2" y="8"/>
                    </a:lnTo>
                    <a:lnTo>
                      <a:pt x="4" y="8"/>
                    </a:lnTo>
                    <a:lnTo>
                      <a:pt x="4" y="7"/>
                    </a:lnTo>
                    <a:lnTo>
                      <a:pt x="4" y="5"/>
                    </a:lnTo>
                    <a:lnTo>
                      <a:pt x="5" y="3"/>
                    </a:lnTo>
                    <a:lnTo>
                      <a:pt x="5" y="1"/>
                    </a:lnTo>
                    <a:lnTo>
                      <a:pt x="7" y="1"/>
                    </a:lnTo>
                    <a:lnTo>
                      <a:pt x="9" y="0"/>
                    </a:lnTo>
                    <a:lnTo>
                      <a:pt x="11" y="0"/>
                    </a:lnTo>
                    <a:lnTo>
                      <a:pt x="11" y="1"/>
                    </a:lnTo>
                    <a:lnTo>
                      <a:pt x="12" y="1"/>
                    </a:lnTo>
                    <a:lnTo>
                      <a:pt x="12" y="3"/>
                    </a:lnTo>
                    <a:lnTo>
                      <a:pt x="12" y="5"/>
                    </a:lnTo>
                    <a:lnTo>
                      <a:pt x="14" y="5"/>
                    </a:lnTo>
                    <a:lnTo>
                      <a:pt x="14"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25" name="Google Shape;325;p10"/>
              <p:cNvSpPr/>
              <p:nvPr/>
            </p:nvSpPr>
            <p:spPr>
              <a:xfrm>
                <a:off x="5001" y="1631"/>
                <a:ext cx="20" cy="33"/>
              </a:xfrm>
              <a:custGeom>
                <a:rect b="b" l="l" r="r" t="t"/>
                <a:pathLst>
                  <a:path extrusionOk="0" h="33" w="20">
                    <a:moveTo>
                      <a:pt x="0" y="29"/>
                    </a:moveTo>
                    <a:lnTo>
                      <a:pt x="3" y="33"/>
                    </a:lnTo>
                    <a:lnTo>
                      <a:pt x="5" y="31"/>
                    </a:lnTo>
                    <a:lnTo>
                      <a:pt x="7" y="31"/>
                    </a:lnTo>
                    <a:lnTo>
                      <a:pt x="8" y="31"/>
                    </a:lnTo>
                    <a:lnTo>
                      <a:pt x="8" y="29"/>
                    </a:lnTo>
                    <a:lnTo>
                      <a:pt x="10" y="29"/>
                    </a:lnTo>
                    <a:lnTo>
                      <a:pt x="12" y="28"/>
                    </a:lnTo>
                    <a:lnTo>
                      <a:pt x="12" y="26"/>
                    </a:lnTo>
                    <a:lnTo>
                      <a:pt x="14" y="26"/>
                    </a:lnTo>
                    <a:lnTo>
                      <a:pt x="14" y="24"/>
                    </a:lnTo>
                    <a:lnTo>
                      <a:pt x="15" y="24"/>
                    </a:lnTo>
                    <a:lnTo>
                      <a:pt x="15" y="22"/>
                    </a:lnTo>
                    <a:lnTo>
                      <a:pt x="17" y="21"/>
                    </a:lnTo>
                    <a:lnTo>
                      <a:pt x="17" y="19"/>
                    </a:lnTo>
                    <a:lnTo>
                      <a:pt x="17" y="17"/>
                    </a:lnTo>
                    <a:lnTo>
                      <a:pt x="17" y="15"/>
                    </a:lnTo>
                    <a:lnTo>
                      <a:pt x="19" y="15"/>
                    </a:lnTo>
                    <a:lnTo>
                      <a:pt x="19" y="14"/>
                    </a:lnTo>
                    <a:lnTo>
                      <a:pt x="19" y="12"/>
                    </a:lnTo>
                    <a:lnTo>
                      <a:pt x="19" y="10"/>
                    </a:lnTo>
                    <a:lnTo>
                      <a:pt x="19" y="9"/>
                    </a:lnTo>
                    <a:lnTo>
                      <a:pt x="19" y="7"/>
                    </a:lnTo>
                    <a:lnTo>
                      <a:pt x="20" y="7"/>
                    </a:lnTo>
                    <a:lnTo>
                      <a:pt x="20" y="5"/>
                    </a:lnTo>
                    <a:lnTo>
                      <a:pt x="20" y="3"/>
                    </a:lnTo>
                    <a:lnTo>
                      <a:pt x="20" y="2"/>
                    </a:lnTo>
                    <a:lnTo>
                      <a:pt x="14" y="0"/>
                    </a:lnTo>
                    <a:lnTo>
                      <a:pt x="14" y="2"/>
                    </a:lnTo>
                    <a:lnTo>
                      <a:pt x="14" y="3"/>
                    </a:lnTo>
                    <a:lnTo>
                      <a:pt x="12" y="5"/>
                    </a:lnTo>
                    <a:lnTo>
                      <a:pt x="12" y="7"/>
                    </a:lnTo>
                    <a:lnTo>
                      <a:pt x="12" y="9"/>
                    </a:lnTo>
                    <a:lnTo>
                      <a:pt x="12" y="10"/>
                    </a:lnTo>
                    <a:lnTo>
                      <a:pt x="12" y="12"/>
                    </a:lnTo>
                    <a:lnTo>
                      <a:pt x="10" y="14"/>
                    </a:lnTo>
                    <a:lnTo>
                      <a:pt x="10" y="15"/>
                    </a:lnTo>
                    <a:lnTo>
                      <a:pt x="10" y="17"/>
                    </a:lnTo>
                    <a:lnTo>
                      <a:pt x="8" y="19"/>
                    </a:lnTo>
                    <a:lnTo>
                      <a:pt x="8" y="21"/>
                    </a:lnTo>
                    <a:lnTo>
                      <a:pt x="7" y="22"/>
                    </a:lnTo>
                    <a:lnTo>
                      <a:pt x="5" y="24"/>
                    </a:lnTo>
                    <a:lnTo>
                      <a:pt x="3" y="24"/>
                    </a:lnTo>
                    <a:lnTo>
                      <a:pt x="1" y="26"/>
                    </a:lnTo>
                    <a:lnTo>
                      <a:pt x="7" y="29"/>
                    </a:lnTo>
                    <a:lnTo>
                      <a:pt x="0" y="29"/>
                    </a:lnTo>
                    <a:lnTo>
                      <a:pt x="0" y="33"/>
                    </a:lnTo>
                    <a:lnTo>
                      <a:pt x="3" y="33"/>
                    </a:lnTo>
                    <a:lnTo>
                      <a:pt x="0" y="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26" name="Google Shape;326;p10"/>
              <p:cNvSpPr/>
              <p:nvPr/>
            </p:nvSpPr>
            <p:spPr>
              <a:xfrm>
                <a:off x="5001" y="1624"/>
                <a:ext cx="12" cy="36"/>
              </a:xfrm>
              <a:custGeom>
                <a:rect b="b" l="l" r="r" t="t"/>
                <a:pathLst>
                  <a:path extrusionOk="0" h="36" w="12">
                    <a:moveTo>
                      <a:pt x="8" y="0"/>
                    </a:moveTo>
                    <a:lnTo>
                      <a:pt x="7" y="2"/>
                    </a:lnTo>
                    <a:lnTo>
                      <a:pt x="5" y="3"/>
                    </a:lnTo>
                    <a:lnTo>
                      <a:pt x="3" y="5"/>
                    </a:lnTo>
                    <a:lnTo>
                      <a:pt x="3" y="7"/>
                    </a:lnTo>
                    <a:lnTo>
                      <a:pt x="3" y="9"/>
                    </a:lnTo>
                    <a:lnTo>
                      <a:pt x="1" y="9"/>
                    </a:lnTo>
                    <a:lnTo>
                      <a:pt x="1" y="10"/>
                    </a:lnTo>
                    <a:lnTo>
                      <a:pt x="1" y="12"/>
                    </a:lnTo>
                    <a:lnTo>
                      <a:pt x="1" y="14"/>
                    </a:lnTo>
                    <a:lnTo>
                      <a:pt x="0" y="16"/>
                    </a:lnTo>
                    <a:lnTo>
                      <a:pt x="0" y="17"/>
                    </a:lnTo>
                    <a:lnTo>
                      <a:pt x="0" y="19"/>
                    </a:lnTo>
                    <a:lnTo>
                      <a:pt x="0" y="21"/>
                    </a:lnTo>
                    <a:lnTo>
                      <a:pt x="0" y="22"/>
                    </a:lnTo>
                    <a:lnTo>
                      <a:pt x="0" y="24"/>
                    </a:lnTo>
                    <a:lnTo>
                      <a:pt x="0" y="26"/>
                    </a:lnTo>
                    <a:lnTo>
                      <a:pt x="0" y="28"/>
                    </a:lnTo>
                    <a:lnTo>
                      <a:pt x="0" y="29"/>
                    </a:lnTo>
                    <a:lnTo>
                      <a:pt x="0" y="31"/>
                    </a:lnTo>
                    <a:lnTo>
                      <a:pt x="0" y="33"/>
                    </a:lnTo>
                    <a:lnTo>
                      <a:pt x="0" y="35"/>
                    </a:lnTo>
                    <a:lnTo>
                      <a:pt x="0" y="36"/>
                    </a:lnTo>
                    <a:lnTo>
                      <a:pt x="7" y="36"/>
                    </a:lnTo>
                    <a:lnTo>
                      <a:pt x="7" y="35"/>
                    </a:lnTo>
                    <a:lnTo>
                      <a:pt x="7" y="33"/>
                    </a:lnTo>
                    <a:lnTo>
                      <a:pt x="7" y="31"/>
                    </a:lnTo>
                    <a:lnTo>
                      <a:pt x="7" y="29"/>
                    </a:lnTo>
                    <a:lnTo>
                      <a:pt x="7" y="28"/>
                    </a:lnTo>
                    <a:lnTo>
                      <a:pt x="7" y="26"/>
                    </a:lnTo>
                    <a:lnTo>
                      <a:pt x="7" y="24"/>
                    </a:lnTo>
                    <a:lnTo>
                      <a:pt x="7" y="22"/>
                    </a:lnTo>
                    <a:lnTo>
                      <a:pt x="7" y="21"/>
                    </a:lnTo>
                    <a:lnTo>
                      <a:pt x="7" y="19"/>
                    </a:lnTo>
                    <a:lnTo>
                      <a:pt x="8" y="17"/>
                    </a:lnTo>
                    <a:lnTo>
                      <a:pt x="8" y="16"/>
                    </a:lnTo>
                    <a:lnTo>
                      <a:pt x="8" y="14"/>
                    </a:lnTo>
                    <a:lnTo>
                      <a:pt x="8" y="12"/>
                    </a:lnTo>
                    <a:lnTo>
                      <a:pt x="10" y="10"/>
                    </a:lnTo>
                    <a:lnTo>
                      <a:pt x="10" y="9"/>
                    </a:lnTo>
                    <a:lnTo>
                      <a:pt x="12" y="7"/>
                    </a:lnTo>
                    <a:lnTo>
                      <a:pt x="12" y="5"/>
                    </a:lnTo>
                    <a:lnTo>
                      <a:pt x="12" y="7"/>
                    </a:lnTo>
                    <a:lnTo>
                      <a:pt x="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27" name="Google Shape;327;p10"/>
              <p:cNvSpPr/>
              <p:nvPr/>
            </p:nvSpPr>
            <p:spPr>
              <a:xfrm>
                <a:off x="5009" y="1622"/>
                <a:ext cx="14" cy="12"/>
              </a:xfrm>
              <a:custGeom>
                <a:rect b="b" l="l" r="r" t="t"/>
                <a:pathLst>
                  <a:path extrusionOk="0" h="12" w="14">
                    <a:moveTo>
                      <a:pt x="12" y="11"/>
                    </a:moveTo>
                    <a:lnTo>
                      <a:pt x="11" y="7"/>
                    </a:lnTo>
                    <a:lnTo>
                      <a:pt x="12" y="7"/>
                    </a:lnTo>
                    <a:lnTo>
                      <a:pt x="11" y="7"/>
                    </a:lnTo>
                    <a:lnTo>
                      <a:pt x="11" y="5"/>
                    </a:lnTo>
                    <a:lnTo>
                      <a:pt x="11" y="4"/>
                    </a:lnTo>
                    <a:lnTo>
                      <a:pt x="9" y="4"/>
                    </a:lnTo>
                    <a:lnTo>
                      <a:pt x="9" y="2"/>
                    </a:lnTo>
                    <a:lnTo>
                      <a:pt x="7" y="2"/>
                    </a:lnTo>
                    <a:lnTo>
                      <a:pt x="6" y="0"/>
                    </a:lnTo>
                    <a:lnTo>
                      <a:pt x="4" y="0"/>
                    </a:lnTo>
                    <a:lnTo>
                      <a:pt x="2" y="0"/>
                    </a:lnTo>
                    <a:lnTo>
                      <a:pt x="2" y="2"/>
                    </a:lnTo>
                    <a:lnTo>
                      <a:pt x="0" y="2"/>
                    </a:lnTo>
                    <a:lnTo>
                      <a:pt x="4" y="9"/>
                    </a:lnTo>
                    <a:lnTo>
                      <a:pt x="4" y="7"/>
                    </a:lnTo>
                    <a:lnTo>
                      <a:pt x="4" y="9"/>
                    </a:lnTo>
                    <a:lnTo>
                      <a:pt x="6" y="9"/>
                    </a:lnTo>
                    <a:lnTo>
                      <a:pt x="6" y="11"/>
                    </a:lnTo>
                    <a:lnTo>
                      <a:pt x="6" y="12"/>
                    </a:lnTo>
                    <a:lnTo>
                      <a:pt x="7" y="12"/>
                    </a:lnTo>
                    <a:lnTo>
                      <a:pt x="6" y="9"/>
                    </a:lnTo>
                    <a:lnTo>
                      <a:pt x="12" y="11"/>
                    </a:lnTo>
                    <a:lnTo>
                      <a:pt x="14" y="9"/>
                    </a:lnTo>
                    <a:lnTo>
                      <a:pt x="11" y="7"/>
                    </a:lnTo>
                    <a:lnTo>
                      <a:pt x="12"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28" name="Google Shape;328;p10"/>
              <p:cNvSpPr/>
              <p:nvPr/>
            </p:nvSpPr>
            <p:spPr>
              <a:xfrm>
                <a:off x="5032" y="1636"/>
                <a:ext cx="12" cy="17"/>
              </a:xfrm>
              <a:custGeom>
                <a:rect b="b" l="l" r="r" t="t"/>
                <a:pathLst>
                  <a:path extrusionOk="0" h="17" w="12">
                    <a:moveTo>
                      <a:pt x="12" y="4"/>
                    </a:moveTo>
                    <a:lnTo>
                      <a:pt x="12" y="5"/>
                    </a:lnTo>
                    <a:lnTo>
                      <a:pt x="12" y="7"/>
                    </a:lnTo>
                    <a:lnTo>
                      <a:pt x="12" y="9"/>
                    </a:lnTo>
                    <a:lnTo>
                      <a:pt x="12" y="10"/>
                    </a:lnTo>
                    <a:lnTo>
                      <a:pt x="12" y="12"/>
                    </a:lnTo>
                    <a:lnTo>
                      <a:pt x="10" y="12"/>
                    </a:lnTo>
                    <a:lnTo>
                      <a:pt x="10" y="14"/>
                    </a:lnTo>
                    <a:lnTo>
                      <a:pt x="9" y="14"/>
                    </a:lnTo>
                    <a:lnTo>
                      <a:pt x="9" y="16"/>
                    </a:lnTo>
                    <a:lnTo>
                      <a:pt x="7" y="16"/>
                    </a:lnTo>
                    <a:lnTo>
                      <a:pt x="7" y="17"/>
                    </a:lnTo>
                    <a:lnTo>
                      <a:pt x="7" y="16"/>
                    </a:lnTo>
                    <a:lnTo>
                      <a:pt x="5" y="16"/>
                    </a:lnTo>
                    <a:lnTo>
                      <a:pt x="5" y="14"/>
                    </a:lnTo>
                    <a:lnTo>
                      <a:pt x="3" y="14"/>
                    </a:lnTo>
                    <a:lnTo>
                      <a:pt x="3" y="12"/>
                    </a:lnTo>
                    <a:lnTo>
                      <a:pt x="3" y="10"/>
                    </a:lnTo>
                    <a:lnTo>
                      <a:pt x="2" y="10"/>
                    </a:lnTo>
                    <a:lnTo>
                      <a:pt x="2" y="9"/>
                    </a:lnTo>
                    <a:lnTo>
                      <a:pt x="2" y="7"/>
                    </a:lnTo>
                    <a:lnTo>
                      <a:pt x="0" y="7"/>
                    </a:lnTo>
                    <a:lnTo>
                      <a:pt x="0" y="5"/>
                    </a:lnTo>
                    <a:lnTo>
                      <a:pt x="0" y="4"/>
                    </a:lnTo>
                    <a:lnTo>
                      <a:pt x="0" y="2"/>
                    </a:lnTo>
                    <a:lnTo>
                      <a:pt x="2" y="2"/>
                    </a:lnTo>
                    <a:lnTo>
                      <a:pt x="2" y="0"/>
                    </a:lnTo>
                    <a:lnTo>
                      <a:pt x="3" y="0"/>
                    </a:lnTo>
                    <a:lnTo>
                      <a:pt x="5" y="0"/>
                    </a:lnTo>
                    <a:lnTo>
                      <a:pt x="7" y="0"/>
                    </a:lnTo>
                    <a:lnTo>
                      <a:pt x="9" y="0"/>
                    </a:lnTo>
                    <a:lnTo>
                      <a:pt x="10" y="0"/>
                    </a:lnTo>
                    <a:lnTo>
                      <a:pt x="10" y="2"/>
                    </a:lnTo>
                    <a:lnTo>
                      <a:pt x="12" y="2"/>
                    </a:lnTo>
                    <a:lnTo>
                      <a:pt x="12"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29" name="Google Shape;329;p10"/>
              <p:cNvSpPr/>
              <p:nvPr/>
            </p:nvSpPr>
            <p:spPr>
              <a:xfrm>
                <a:off x="5035" y="1640"/>
                <a:ext cx="12" cy="19"/>
              </a:xfrm>
              <a:custGeom>
                <a:rect b="b" l="l" r="r" t="t"/>
                <a:pathLst>
                  <a:path extrusionOk="0" h="19" w="12">
                    <a:moveTo>
                      <a:pt x="0" y="15"/>
                    </a:moveTo>
                    <a:lnTo>
                      <a:pt x="6" y="15"/>
                    </a:lnTo>
                    <a:lnTo>
                      <a:pt x="7" y="15"/>
                    </a:lnTo>
                    <a:lnTo>
                      <a:pt x="7" y="13"/>
                    </a:lnTo>
                    <a:lnTo>
                      <a:pt x="9" y="13"/>
                    </a:lnTo>
                    <a:lnTo>
                      <a:pt x="9" y="12"/>
                    </a:lnTo>
                    <a:lnTo>
                      <a:pt x="11" y="12"/>
                    </a:lnTo>
                    <a:lnTo>
                      <a:pt x="11" y="10"/>
                    </a:lnTo>
                    <a:lnTo>
                      <a:pt x="11" y="8"/>
                    </a:lnTo>
                    <a:lnTo>
                      <a:pt x="12" y="8"/>
                    </a:lnTo>
                    <a:lnTo>
                      <a:pt x="12" y="6"/>
                    </a:lnTo>
                    <a:lnTo>
                      <a:pt x="12" y="5"/>
                    </a:lnTo>
                    <a:lnTo>
                      <a:pt x="12" y="3"/>
                    </a:lnTo>
                    <a:lnTo>
                      <a:pt x="12" y="1"/>
                    </a:lnTo>
                    <a:lnTo>
                      <a:pt x="12" y="0"/>
                    </a:lnTo>
                    <a:lnTo>
                      <a:pt x="6" y="1"/>
                    </a:lnTo>
                    <a:lnTo>
                      <a:pt x="6" y="3"/>
                    </a:lnTo>
                    <a:lnTo>
                      <a:pt x="6" y="5"/>
                    </a:lnTo>
                    <a:lnTo>
                      <a:pt x="6" y="6"/>
                    </a:lnTo>
                    <a:lnTo>
                      <a:pt x="4" y="6"/>
                    </a:lnTo>
                    <a:lnTo>
                      <a:pt x="4" y="8"/>
                    </a:lnTo>
                    <a:lnTo>
                      <a:pt x="2" y="8"/>
                    </a:lnTo>
                    <a:lnTo>
                      <a:pt x="2" y="10"/>
                    </a:lnTo>
                    <a:lnTo>
                      <a:pt x="7" y="12"/>
                    </a:lnTo>
                    <a:lnTo>
                      <a:pt x="0" y="15"/>
                    </a:lnTo>
                    <a:lnTo>
                      <a:pt x="2" y="19"/>
                    </a:lnTo>
                    <a:lnTo>
                      <a:pt x="6" y="15"/>
                    </a:lnTo>
                    <a:lnTo>
                      <a:pt x="0" y="1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30" name="Google Shape;330;p10"/>
              <p:cNvSpPr/>
              <p:nvPr/>
            </p:nvSpPr>
            <p:spPr>
              <a:xfrm>
                <a:off x="5028" y="1633"/>
                <a:ext cx="14" cy="22"/>
              </a:xfrm>
              <a:custGeom>
                <a:rect b="b" l="l" r="r" t="t"/>
                <a:pathLst>
                  <a:path extrusionOk="0" h="22" w="14">
                    <a:moveTo>
                      <a:pt x="6" y="0"/>
                    </a:moveTo>
                    <a:lnTo>
                      <a:pt x="4" y="1"/>
                    </a:lnTo>
                    <a:lnTo>
                      <a:pt x="2" y="3"/>
                    </a:lnTo>
                    <a:lnTo>
                      <a:pt x="0" y="5"/>
                    </a:lnTo>
                    <a:lnTo>
                      <a:pt x="0" y="7"/>
                    </a:lnTo>
                    <a:lnTo>
                      <a:pt x="0" y="8"/>
                    </a:lnTo>
                    <a:lnTo>
                      <a:pt x="0" y="10"/>
                    </a:lnTo>
                    <a:lnTo>
                      <a:pt x="0" y="12"/>
                    </a:lnTo>
                    <a:lnTo>
                      <a:pt x="2" y="12"/>
                    </a:lnTo>
                    <a:lnTo>
                      <a:pt x="2" y="13"/>
                    </a:lnTo>
                    <a:lnTo>
                      <a:pt x="2" y="15"/>
                    </a:lnTo>
                    <a:lnTo>
                      <a:pt x="4" y="15"/>
                    </a:lnTo>
                    <a:lnTo>
                      <a:pt x="4" y="17"/>
                    </a:lnTo>
                    <a:lnTo>
                      <a:pt x="6" y="17"/>
                    </a:lnTo>
                    <a:lnTo>
                      <a:pt x="6" y="19"/>
                    </a:lnTo>
                    <a:lnTo>
                      <a:pt x="6" y="20"/>
                    </a:lnTo>
                    <a:lnTo>
                      <a:pt x="7" y="20"/>
                    </a:lnTo>
                    <a:lnTo>
                      <a:pt x="7" y="22"/>
                    </a:lnTo>
                    <a:lnTo>
                      <a:pt x="14" y="19"/>
                    </a:lnTo>
                    <a:lnTo>
                      <a:pt x="14" y="17"/>
                    </a:lnTo>
                    <a:lnTo>
                      <a:pt x="13" y="17"/>
                    </a:lnTo>
                    <a:lnTo>
                      <a:pt x="13" y="15"/>
                    </a:lnTo>
                    <a:lnTo>
                      <a:pt x="11" y="15"/>
                    </a:lnTo>
                    <a:lnTo>
                      <a:pt x="11" y="13"/>
                    </a:lnTo>
                    <a:lnTo>
                      <a:pt x="11" y="12"/>
                    </a:lnTo>
                    <a:lnTo>
                      <a:pt x="9" y="12"/>
                    </a:lnTo>
                    <a:lnTo>
                      <a:pt x="9" y="10"/>
                    </a:lnTo>
                    <a:lnTo>
                      <a:pt x="7" y="10"/>
                    </a:lnTo>
                    <a:lnTo>
                      <a:pt x="7" y="8"/>
                    </a:lnTo>
                    <a:lnTo>
                      <a:pt x="7" y="7"/>
                    </a:lnTo>
                    <a:lnTo>
                      <a:pt x="9" y="7"/>
                    </a:lnTo>
                    <a:lnTo>
                      <a:pt x="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31" name="Google Shape;331;p10"/>
              <p:cNvSpPr/>
              <p:nvPr/>
            </p:nvSpPr>
            <p:spPr>
              <a:xfrm>
                <a:off x="5034" y="1631"/>
                <a:ext cx="13" cy="10"/>
              </a:xfrm>
              <a:custGeom>
                <a:rect b="b" l="l" r="r" t="t"/>
                <a:pathLst>
                  <a:path extrusionOk="0" h="10" w="13">
                    <a:moveTo>
                      <a:pt x="13" y="9"/>
                    </a:moveTo>
                    <a:lnTo>
                      <a:pt x="13" y="7"/>
                    </a:lnTo>
                    <a:lnTo>
                      <a:pt x="13" y="5"/>
                    </a:lnTo>
                    <a:lnTo>
                      <a:pt x="12" y="5"/>
                    </a:lnTo>
                    <a:lnTo>
                      <a:pt x="12" y="3"/>
                    </a:lnTo>
                    <a:lnTo>
                      <a:pt x="10" y="3"/>
                    </a:lnTo>
                    <a:lnTo>
                      <a:pt x="10" y="2"/>
                    </a:lnTo>
                    <a:lnTo>
                      <a:pt x="8" y="2"/>
                    </a:lnTo>
                    <a:lnTo>
                      <a:pt x="7" y="2"/>
                    </a:lnTo>
                    <a:lnTo>
                      <a:pt x="5" y="0"/>
                    </a:lnTo>
                    <a:lnTo>
                      <a:pt x="3" y="0"/>
                    </a:lnTo>
                    <a:lnTo>
                      <a:pt x="1" y="0"/>
                    </a:lnTo>
                    <a:lnTo>
                      <a:pt x="1" y="2"/>
                    </a:lnTo>
                    <a:lnTo>
                      <a:pt x="0" y="2"/>
                    </a:lnTo>
                    <a:lnTo>
                      <a:pt x="3" y="9"/>
                    </a:lnTo>
                    <a:lnTo>
                      <a:pt x="5" y="9"/>
                    </a:lnTo>
                    <a:lnTo>
                      <a:pt x="7" y="9"/>
                    </a:lnTo>
                    <a:lnTo>
                      <a:pt x="7" y="10"/>
                    </a:lnTo>
                    <a:lnTo>
                      <a:pt x="13"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32" name="Google Shape;332;p10"/>
              <p:cNvSpPr/>
              <p:nvPr/>
            </p:nvSpPr>
            <p:spPr>
              <a:xfrm>
                <a:off x="4876" y="1641"/>
                <a:ext cx="106" cy="113"/>
              </a:xfrm>
              <a:custGeom>
                <a:rect b="b" l="l" r="r" t="t"/>
                <a:pathLst>
                  <a:path extrusionOk="0" h="113" w="106">
                    <a:moveTo>
                      <a:pt x="106" y="9"/>
                    </a:moveTo>
                    <a:lnTo>
                      <a:pt x="106" y="12"/>
                    </a:lnTo>
                    <a:lnTo>
                      <a:pt x="104" y="16"/>
                    </a:lnTo>
                    <a:lnTo>
                      <a:pt x="104" y="19"/>
                    </a:lnTo>
                    <a:lnTo>
                      <a:pt x="104" y="23"/>
                    </a:lnTo>
                    <a:lnTo>
                      <a:pt x="102" y="26"/>
                    </a:lnTo>
                    <a:lnTo>
                      <a:pt x="102" y="31"/>
                    </a:lnTo>
                    <a:lnTo>
                      <a:pt x="102" y="35"/>
                    </a:lnTo>
                    <a:lnTo>
                      <a:pt x="100" y="38"/>
                    </a:lnTo>
                    <a:lnTo>
                      <a:pt x="100" y="42"/>
                    </a:lnTo>
                    <a:lnTo>
                      <a:pt x="99" y="45"/>
                    </a:lnTo>
                    <a:lnTo>
                      <a:pt x="99" y="49"/>
                    </a:lnTo>
                    <a:lnTo>
                      <a:pt x="97" y="50"/>
                    </a:lnTo>
                    <a:lnTo>
                      <a:pt x="95" y="54"/>
                    </a:lnTo>
                    <a:lnTo>
                      <a:pt x="95" y="57"/>
                    </a:lnTo>
                    <a:lnTo>
                      <a:pt x="93" y="61"/>
                    </a:lnTo>
                    <a:lnTo>
                      <a:pt x="92" y="64"/>
                    </a:lnTo>
                    <a:lnTo>
                      <a:pt x="90" y="68"/>
                    </a:lnTo>
                    <a:lnTo>
                      <a:pt x="90" y="71"/>
                    </a:lnTo>
                    <a:lnTo>
                      <a:pt x="88" y="75"/>
                    </a:lnTo>
                    <a:lnTo>
                      <a:pt x="87" y="78"/>
                    </a:lnTo>
                    <a:lnTo>
                      <a:pt x="85" y="82"/>
                    </a:lnTo>
                    <a:lnTo>
                      <a:pt x="83" y="83"/>
                    </a:lnTo>
                    <a:lnTo>
                      <a:pt x="81" y="87"/>
                    </a:lnTo>
                    <a:lnTo>
                      <a:pt x="80" y="90"/>
                    </a:lnTo>
                    <a:lnTo>
                      <a:pt x="76" y="94"/>
                    </a:lnTo>
                    <a:lnTo>
                      <a:pt x="74" y="96"/>
                    </a:lnTo>
                    <a:lnTo>
                      <a:pt x="73" y="99"/>
                    </a:lnTo>
                    <a:lnTo>
                      <a:pt x="71" y="102"/>
                    </a:lnTo>
                    <a:lnTo>
                      <a:pt x="67" y="104"/>
                    </a:lnTo>
                    <a:lnTo>
                      <a:pt x="66" y="108"/>
                    </a:lnTo>
                    <a:lnTo>
                      <a:pt x="64" y="109"/>
                    </a:lnTo>
                    <a:lnTo>
                      <a:pt x="61" y="113"/>
                    </a:lnTo>
                    <a:lnTo>
                      <a:pt x="59" y="113"/>
                    </a:lnTo>
                    <a:lnTo>
                      <a:pt x="57" y="113"/>
                    </a:lnTo>
                    <a:lnTo>
                      <a:pt x="55" y="113"/>
                    </a:lnTo>
                    <a:lnTo>
                      <a:pt x="54" y="113"/>
                    </a:lnTo>
                    <a:lnTo>
                      <a:pt x="52" y="113"/>
                    </a:lnTo>
                    <a:lnTo>
                      <a:pt x="50" y="113"/>
                    </a:lnTo>
                    <a:lnTo>
                      <a:pt x="48" y="113"/>
                    </a:lnTo>
                    <a:lnTo>
                      <a:pt x="47" y="113"/>
                    </a:lnTo>
                    <a:lnTo>
                      <a:pt x="45" y="111"/>
                    </a:lnTo>
                    <a:lnTo>
                      <a:pt x="43" y="111"/>
                    </a:lnTo>
                    <a:lnTo>
                      <a:pt x="41" y="111"/>
                    </a:lnTo>
                    <a:lnTo>
                      <a:pt x="40" y="109"/>
                    </a:lnTo>
                    <a:lnTo>
                      <a:pt x="38" y="109"/>
                    </a:lnTo>
                    <a:lnTo>
                      <a:pt x="36" y="108"/>
                    </a:lnTo>
                    <a:lnTo>
                      <a:pt x="35" y="108"/>
                    </a:lnTo>
                    <a:lnTo>
                      <a:pt x="35" y="106"/>
                    </a:lnTo>
                    <a:lnTo>
                      <a:pt x="33" y="106"/>
                    </a:lnTo>
                    <a:lnTo>
                      <a:pt x="31" y="106"/>
                    </a:lnTo>
                    <a:lnTo>
                      <a:pt x="31" y="104"/>
                    </a:lnTo>
                    <a:lnTo>
                      <a:pt x="29" y="104"/>
                    </a:lnTo>
                    <a:lnTo>
                      <a:pt x="29" y="102"/>
                    </a:lnTo>
                    <a:lnTo>
                      <a:pt x="28" y="102"/>
                    </a:lnTo>
                    <a:lnTo>
                      <a:pt x="28" y="101"/>
                    </a:lnTo>
                    <a:lnTo>
                      <a:pt x="26" y="101"/>
                    </a:lnTo>
                    <a:lnTo>
                      <a:pt x="26" y="99"/>
                    </a:lnTo>
                    <a:lnTo>
                      <a:pt x="24" y="97"/>
                    </a:lnTo>
                    <a:lnTo>
                      <a:pt x="22" y="94"/>
                    </a:lnTo>
                    <a:lnTo>
                      <a:pt x="22" y="92"/>
                    </a:lnTo>
                    <a:lnTo>
                      <a:pt x="21" y="90"/>
                    </a:lnTo>
                    <a:lnTo>
                      <a:pt x="19" y="87"/>
                    </a:lnTo>
                    <a:lnTo>
                      <a:pt x="17" y="85"/>
                    </a:lnTo>
                    <a:lnTo>
                      <a:pt x="17" y="82"/>
                    </a:lnTo>
                    <a:lnTo>
                      <a:pt x="15" y="80"/>
                    </a:lnTo>
                    <a:lnTo>
                      <a:pt x="14" y="76"/>
                    </a:lnTo>
                    <a:lnTo>
                      <a:pt x="12" y="73"/>
                    </a:lnTo>
                    <a:lnTo>
                      <a:pt x="12" y="71"/>
                    </a:lnTo>
                    <a:lnTo>
                      <a:pt x="10" y="68"/>
                    </a:lnTo>
                    <a:lnTo>
                      <a:pt x="10" y="66"/>
                    </a:lnTo>
                    <a:lnTo>
                      <a:pt x="9" y="63"/>
                    </a:lnTo>
                    <a:lnTo>
                      <a:pt x="9" y="61"/>
                    </a:lnTo>
                    <a:lnTo>
                      <a:pt x="7" y="57"/>
                    </a:lnTo>
                    <a:lnTo>
                      <a:pt x="7" y="54"/>
                    </a:lnTo>
                    <a:lnTo>
                      <a:pt x="5" y="52"/>
                    </a:lnTo>
                    <a:lnTo>
                      <a:pt x="5" y="49"/>
                    </a:lnTo>
                    <a:lnTo>
                      <a:pt x="3" y="45"/>
                    </a:lnTo>
                    <a:lnTo>
                      <a:pt x="3" y="44"/>
                    </a:lnTo>
                    <a:lnTo>
                      <a:pt x="3" y="40"/>
                    </a:lnTo>
                    <a:lnTo>
                      <a:pt x="2" y="37"/>
                    </a:lnTo>
                    <a:lnTo>
                      <a:pt x="2" y="35"/>
                    </a:lnTo>
                    <a:lnTo>
                      <a:pt x="2" y="31"/>
                    </a:lnTo>
                    <a:lnTo>
                      <a:pt x="2" y="28"/>
                    </a:lnTo>
                    <a:lnTo>
                      <a:pt x="0" y="25"/>
                    </a:lnTo>
                    <a:lnTo>
                      <a:pt x="0" y="23"/>
                    </a:lnTo>
                    <a:lnTo>
                      <a:pt x="0" y="19"/>
                    </a:lnTo>
                    <a:lnTo>
                      <a:pt x="0" y="16"/>
                    </a:lnTo>
                    <a:lnTo>
                      <a:pt x="0" y="12"/>
                    </a:lnTo>
                    <a:lnTo>
                      <a:pt x="0" y="9"/>
                    </a:lnTo>
                    <a:lnTo>
                      <a:pt x="2" y="9"/>
                    </a:lnTo>
                    <a:lnTo>
                      <a:pt x="2" y="7"/>
                    </a:lnTo>
                    <a:lnTo>
                      <a:pt x="3" y="7"/>
                    </a:lnTo>
                    <a:lnTo>
                      <a:pt x="5" y="5"/>
                    </a:lnTo>
                    <a:lnTo>
                      <a:pt x="7" y="5"/>
                    </a:lnTo>
                    <a:lnTo>
                      <a:pt x="9" y="4"/>
                    </a:lnTo>
                    <a:lnTo>
                      <a:pt x="10" y="4"/>
                    </a:lnTo>
                    <a:lnTo>
                      <a:pt x="12" y="2"/>
                    </a:lnTo>
                    <a:lnTo>
                      <a:pt x="14" y="2"/>
                    </a:lnTo>
                    <a:lnTo>
                      <a:pt x="15" y="2"/>
                    </a:lnTo>
                    <a:lnTo>
                      <a:pt x="17" y="2"/>
                    </a:lnTo>
                    <a:lnTo>
                      <a:pt x="19" y="0"/>
                    </a:lnTo>
                    <a:lnTo>
                      <a:pt x="21" y="0"/>
                    </a:lnTo>
                    <a:lnTo>
                      <a:pt x="22" y="0"/>
                    </a:lnTo>
                    <a:lnTo>
                      <a:pt x="24" y="0"/>
                    </a:lnTo>
                    <a:lnTo>
                      <a:pt x="26" y="0"/>
                    </a:lnTo>
                    <a:lnTo>
                      <a:pt x="28" y="0"/>
                    </a:lnTo>
                    <a:lnTo>
                      <a:pt x="29" y="0"/>
                    </a:lnTo>
                    <a:lnTo>
                      <a:pt x="31" y="0"/>
                    </a:lnTo>
                    <a:lnTo>
                      <a:pt x="33" y="2"/>
                    </a:lnTo>
                    <a:lnTo>
                      <a:pt x="35" y="2"/>
                    </a:lnTo>
                    <a:lnTo>
                      <a:pt x="36" y="2"/>
                    </a:lnTo>
                    <a:lnTo>
                      <a:pt x="38" y="2"/>
                    </a:lnTo>
                    <a:lnTo>
                      <a:pt x="40" y="2"/>
                    </a:lnTo>
                    <a:lnTo>
                      <a:pt x="41" y="2"/>
                    </a:lnTo>
                    <a:lnTo>
                      <a:pt x="43" y="2"/>
                    </a:lnTo>
                    <a:lnTo>
                      <a:pt x="45" y="2"/>
                    </a:lnTo>
                    <a:lnTo>
                      <a:pt x="47" y="4"/>
                    </a:lnTo>
                    <a:lnTo>
                      <a:pt x="48" y="2"/>
                    </a:lnTo>
                    <a:lnTo>
                      <a:pt x="50" y="2"/>
                    </a:lnTo>
                    <a:lnTo>
                      <a:pt x="52" y="2"/>
                    </a:lnTo>
                    <a:lnTo>
                      <a:pt x="54" y="2"/>
                    </a:lnTo>
                    <a:lnTo>
                      <a:pt x="57" y="2"/>
                    </a:lnTo>
                    <a:lnTo>
                      <a:pt x="59" y="2"/>
                    </a:lnTo>
                    <a:lnTo>
                      <a:pt x="61" y="2"/>
                    </a:lnTo>
                    <a:lnTo>
                      <a:pt x="62" y="2"/>
                    </a:lnTo>
                    <a:lnTo>
                      <a:pt x="64" y="2"/>
                    </a:lnTo>
                    <a:lnTo>
                      <a:pt x="66" y="4"/>
                    </a:lnTo>
                    <a:lnTo>
                      <a:pt x="67" y="4"/>
                    </a:lnTo>
                    <a:lnTo>
                      <a:pt x="69" y="4"/>
                    </a:lnTo>
                    <a:lnTo>
                      <a:pt x="71" y="4"/>
                    </a:lnTo>
                    <a:lnTo>
                      <a:pt x="73" y="4"/>
                    </a:lnTo>
                    <a:lnTo>
                      <a:pt x="74" y="4"/>
                    </a:lnTo>
                    <a:lnTo>
                      <a:pt x="76" y="4"/>
                    </a:lnTo>
                    <a:lnTo>
                      <a:pt x="78" y="5"/>
                    </a:lnTo>
                    <a:lnTo>
                      <a:pt x="80" y="5"/>
                    </a:lnTo>
                    <a:lnTo>
                      <a:pt x="81" y="5"/>
                    </a:lnTo>
                    <a:lnTo>
                      <a:pt x="83" y="5"/>
                    </a:lnTo>
                    <a:lnTo>
                      <a:pt x="85" y="7"/>
                    </a:lnTo>
                    <a:lnTo>
                      <a:pt x="87" y="7"/>
                    </a:lnTo>
                    <a:lnTo>
                      <a:pt x="88" y="7"/>
                    </a:lnTo>
                    <a:lnTo>
                      <a:pt x="92" y="7"/>
                    </a:lnTo>
                    <a:lnTo>
                      <a:pt x="93" y="7"/>
                    </a:lnTo>
                    <a:lnTo>
                      <a:pt x="95" y="9"/>
                    </a:lnTo>
                    <a:lnTo>
                      <a:pt x="97" y="9"/>
                    </a:lnTo>
                    <a:lnTo>
                      <a:pt x="99" y="9"/>
                    </a:lnTo>
                    <a:lnTo>
                      <a:pt x="100" y="9"/>
                    </a:lnTo>
                    <a:lnTo>
                      <a:pt x="102" y="9"/>
                    </a:lnTo>
                    <a:lnTo>
                      <a:pt x="104" y="9"/>
                    </a:lnTo>
                    <a:lnTo>
                      <a:pt x="106"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33" name="Google Shape;333;p10"/>
              <p:cNvSpPr/>
              <p:nvPr/>
            </p:nvSpPr>
            <p:spPr>
              <a:xfrm>
                <a:off x="4935" y="1650"/>
                <a:ext cx="50" cy="107"/>
              </a:xfrm>
              <a:custGeom>
                <a:rect b="b" l="l" r="r" t="t"/>
                <a:pathLst>
                  <a:path extrusionOk="0" h="107" w="50">
                    <a:moveTo>
                      <a:pt x="3" y="107"/>
                    </a:moveTo>
                    <a:lnTo>
                      <a:pt x="5" y="106"/>
                    </a:lnTo>
                    <a:lnTo>
                      <a:pt x="7" y="104"/>
                    </a:lnTo>
                    <a:lnTo>
                      <a:pt x="10" y="100"/>
                    </a:lnTo>
                    <a:lnTo>
                      <a:pt x="12" y="97"/>
                    </a:lnTo>
                    <a:lnTo>
                      <a:pt x="14" y="95"/>
                    </a:lnTo>
                    <a:lnTo>
                      <a:pt x="17" y="92"/>
                    </a:lnTo>
                    <a:lnTo>
                      <a:pt x="19" y="90"/>
                    </a:lnTo>
                    <a:lnTo>
                      <a:pt x="21" y="87"/>
                    </a:lnTo>
                    <a:lnTo>
                      <a:pt x="22" y="83"/>
                    </a:lnTo>
                    <a:lnTo>
                      <a:pt x="26" y="80"/>
                    </a:lnTo>
                    <a:lnTo>
                      <a:pt x="28" y="76"/>
                    </a:lnTo>
                    <a:lnTo>
                      <a:pt x="29" y="74"/>
                    </a:lnTo>
                    <a:lnTo>
                      <a:pt x="31" y="71"/>
                    </a:lnTo>
                    <a:lnTo>
                      <a:pt x="33" y="67"/>
                    </a:lnTo>
                    <a:lnTo>
                      <a:pt x="33" y="64"/>
                    </a:lnTo>
                    <a:lnTo>
                      <a:pt x="34" y="61"/>
                    </a:lnTo>
                    <a:lnTo>
                      <a:pt x="36" y="57"/>
                    </a:lnTo>
                    <a:lnTo>
                      <a:pt x="38" y="54"/>
                    </a:lnTo>
                    <a:lnTo>
                      <a:pt x="40" y="50"/>
                    </a:lnTo>
                    <a:lnTo>
                      <a:pt x="40" y="47"/>
                    </a:lnTo>
                    <a:lnTo>
                      <a:pt x="41" y="43"/>
                    </a:lnTo>
                    <a:lnTo>
                      <a:pt x="43" y="40"/>
                    </a:lnTo>
                    <a:lnTo>
                      <a:pt x="43" y="36"/>
                    </a:lnTo>
                    <a:lnTo>
                      <a:pt x="45" y="33"/>
                    </a:lnTo>
                    <a:lnTo>
                      <a:pt x="45" y="29"/>
                    </a:lnTo>
                    <a:lnTo>
                      <a:pt x="47" y="26"/>
                    </a:lnTo>
                    <a:lnTo>
                      <a:pt x="47" y="22"/>
                    </a:lnTo>
                    <a:lnTo>
                      <a:pt x="47" y="19"/>
                    </a:lnTo>
                    <a:lnTo>
                      <a:pt x="48" y="16"/>
                    </a:lnTo>
                    <a:lnTo>
                      <a:pt x="48" y="12"/>
                    </a:lnTo>
                    <a:lnTo>
                      <a:pt x="48" y="9"/>
                    </a:lnTo>
                    <a:lnTo>
                      <a:pt x="50" y="5"/>
                    </a:lnTo>
                    <a:lnTo>
                      <a:pt x="50" y="2"/>
                    </a:lnTo>
                    <a:lnTo>
                      <a:pt x="43" y="0"/>
                    </a:lnTo>
                    <a:lnTo>
                      <a:pt x="43" y="3"/>
                    </a:lnTo>
                    <a:lnTo>
                      <a:pt x="41" y="7"/>
                    </a:lnTo>
                    <a:lnTo>
                      <a:pt x="41" y="10"/>
                    </a:lnTo>
                    <a:lnTo>
                      <a:pt x="41" y="14"/>
                    </a:lnTo>
                    <a:lnTo>
                      <a:pt x="40" y="17"/>
                    </a:lnTo>
                    <a:lnTo>
                      <a:pt x="40" y="21"/>
                    </a:lnTo>
                    <a:lnTo>
                      <a:pt x="40" y="24"/>
                    </a:lnTo>
                    <a:lnTo>
                      <a:pt x="38" y="28"/>
                    </a:lnTo>
                    <a:lnTo>
                      <a:pt x="38" y="31"/>
                    </a:lnTo>
                    <a:lnTo>
                      <a:pt x="36" y="35"/>
                    </a:lnTo>
                    <a:lnTo>
                      <a:pt x="36" y="38"/>
                    </a:lnTo>
                    <a:lnTo>
                      <a:pt x="34" y="41"/>
                    </a:lnTo>
                    <a:lnTo>
                      <a:pt x="33" y="45"/>
                    </a:lnTo>
                    <a:lnTo>
                      <a:pt x="33" y="48"/>
                    </a:lnTo>
                    <a:lnTo>
                      <a:pt x="31" y="52"/>
                    </a:lnTo>
                    <a:lnTo>
                      <a:pt x="29" y="54"/>
                    </a:lnTo>
                    <a:lnTo>
                      <a:pt x="28" y="57"/>
                    </a:lnTo>
                    <a:lnTo>
                      <a:pt x="28" y="61"/>
                    </a:lnTo>
                    <a:lnTo>
                      <a:pt x="26" y="64"/>
                    </a:lnTo>
                    <a:lnTo>
                      <a:pt x="24" y="67"/>
                    </a:lnTo>
                    <a:lnTo>
                      <a:pt x="22" y="71"/>
                    </a:lnTo>
                    <a:lnTo>
                      <a:pt x="21" y="73"/>
                    </a:lnTo>
                    <a:lnTo>
                      <a:pt x="19" y="76"/>
                    </a:lnTo>
                    <a:lnTo>
                      <a:pt x="17" y="80"/>
                    </a:lnTo>
                    <a:lnTo>
                      <a:pt x="15" y="81"/>
                    </a:lnTo>
                    <a:lnTo>
                      <a:pt x="14" y="85"/>
                    </a:lnTo>
                    <a:lnTo>
                      <a:pt x="10" y="88"/>
                    </a:lnTo>
                    <a:lnTo>
                      <a:pt x="8" y="90"/>
                    </a:lnTo>
                    <a:lnTo>
                      <a:pt x="7" y="93"/>
                    </a:lnTo>
                    <a:lnTo>
                      <a:pt x="5" y="95"/>
                    </a:lnTo>
                    <a:lnTo>
                      <a:pt x="2" y="99"/>
                    </a:lnTo>
                    <a:lnTo>
                      <a:pt x="0" y="100"/>
                    </a:lnTo>
                    <a:lnTo>
                      <a:pt x="2" y="100"/>
                    </a:lnTo>
                    <a:lnTo>
                      <a:pt x="3" y="107"/>
                    </a:lnTo>
                    <a:lnTo>
                      <a:pt x="5" y="106"/>
                    </a:lnTo>
                    <a:lnTo>
                      <a:pt x="3" y="10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34" name="Google Shape;334;p10"/>
              <p:cNvSpPr/>
              <p:nvPr/>
            </p:nvSpPr>
            <p:spPr>
              <a:xfrm>
                <a:off x="4898" y="1738"/>
                <a:ext cx="40" cy="19"/>
              </a:xfrm>
              <a:custGeom>
                <a:rect b="b" l="l" r="r" t="t"/>
                <a:pathLst>
                  <a:path extrusionOk="0" h="19" w="40">
                    <a:moveTo>
                      <a:pt x="0" y="4"/>
                    </a:moveTo>
                    <a:lnTo>
                      <a:pt x="0" y="5"/>
                    </a:lnTo>
                    <a:lnTo>
                      <a:pt x="2" y="5"/>
                    </a:lnTo>
                    <a:lnTo>
                      <a:pt x="2" y="7"/>
                    </a:lnTo>
                    <a:lnTo>
                      <a:pt x="4" y="7"/>
                    </a:lnTo>
                    <a:lnTo>
                      <a:pt x="6" y="9"/>
                    </a:lnTo>
                    <a:lnTo>
                      <a:pt x="7" y="11"/>
                    </a:lnTo>
                    <a:lnTo>
                      <a:pt x="9" y="12"/>
                    </a:lnTo>
                    <a:lnTo>
                      <a:pt x="11" y="12"/>
                    </a:lnTo>
                    <a:lnTo>
                      <a:pt x="13" y="14"/>
                    </a:lnTo>
                    <a:lnTo>
                      <a:pt x="14" y="16"/>
                    </a:lnTo>
                    <a:lnTo>
                      <a:pt x="16" y="16"/>
                    </a:lnTo>
                    <a:lnTo>
                      <a:pt x="18" y="18"/>
                    </a:lnTo>
                    <a:lnTo>
                      <a:pt x="19" y="18"/>
                    </a:lnTo>
                    <a:lnTo>
                      <a:pt x="21" y="18"/>
                    </a:lnTo>
                    <a:lnTo>
                      <a:pt x="23" y="18"/>
                    </a:lnTo>
                    <a:lnTo>
                      <a:pt x="25" y="19"/>
                    </a:lnTo>
                    <a:lnTo>
                      <a:pt x="26" y="19"/>
                    </a:lnTo>
                    <a:lnTo>
                      <a:pt x="28" y="19"/>
                    </a:lnTo>
                    <a:lnTo>
                      <a:pt x="30" y="19"/>
                    </a:lnTo>
                    <a:lnTo>
                      <a:pt x="32" y="19"/>
                    </a:lnTo>
                    <a:lnTo>
                      <a:pt x="33" y="19"/>
                    </a:lnTo>
                    <a:lnTo>
                      <a:pt x="35" y="19"/>
                    </a:lnTo>
                    <a:lnTo>
                      <a:pt x="37" y="19"/>
                    </a:lnTo>
                    <a:lnTo>
                      <a:pt x="39" y="19"/>
                    </a:lnTo>
                    <a:lnTo>
                      <a:pt x="40" y="19"/>
                    </a:lnTo>
                    <a:lnTo>
                      <a:pt x="39" y="12"/>
                    </a:lnTo>
                    <a:lnTo>
                      <a:pt x="37" y="12"/>
                    </a:lnTo>
                    <a:lnTo>
                      <a:pt x="35" y="12"/>
                    </a:lnTo>
                    <a:lnTo>
                      <a:pt x="33" y="12"/>
                    </a:lnTo>
                    <a:lnTo>
                      <a:pt x="32" y="12"/>
                    </a:lnTo>
                    <a:lnTo>
                      <a:pt x="30" y="12"/>
                    </a:lnTo>
                    <a:lnTo>
                      <a:pt x="28" y="12"/>
                    </a:lnTo>
                    <a:lnTo>
                      <a:pt x="26" y="12"/>
                    </a:lnTo>
                    <a:lnTo>
                      <a:pt x="25" y="12"/>
                    </a:lnTo>
                    <a:lnTo>
                      <a:pt x="25" y="11"/>
                    </a:lnTo>
                    <a:lnTo>
                      <a:pt x="23" y="11"/>
                    </a:lnTo>
                    <a:lnTo>
                      <a:pt x="21" y="11"/>
                    </a:lnTo>
                    <a:lnTo>
                      <a:pt x="19" y="9"/>
                    </a:lnTo>
                    <a:lnTo>
                      <a:pt x="18" y="9"/>
                    </a:lnTo>
                    <a:lnTo>
                      <a:pt x="16" y="9"/>
                    </a:lnTo>
                    <a:lnTo>
                      <a:pt x="16" y="7"/>
                    </a:lnTo>
                    <a:lnTo>
                      <a:pt x="14" y="7"/>
                    </a:lnTo>
                    <a:lnTo>
                      <a:pt x="13" y="5"/>
                    </a:lnTo>
                    <a:lnTo>
                      <a:pt x="11" y="4"/>
                    </a:lnTo>
                    <a:lnTo>
                      <a:pt x="9" y="4"/>
                    </a:lnTo>
                    <a:lnTo>
                      <a:pt x="9" y="2"/>
                    </a:lnTo>
                    <a:lnTo>
                      <a:pt x="7" y="2"/>
                    </a:lnTo>
                    <a:lnTo>
                      <a:pt x="7" y="0"/>
                    </a:lnTo>
                    <a:lnTo>
                      <a:pt x="0" y="4"/>
                    </a:lnTo>
                    <a:lnTo>
                      <a:pt x="0" y="5"/>
                    </a:lnTo>
                    <a:lnTo>
                      <a:pt x="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35" name="Google Shape;335;p10"/>
              <p:cNvSpPr/>
              <p:nvPr/>
            </p:nvSpPr>
            <p:spPr>
              <a:xfrm>
                <a:off x="4872" y="1648"/>
                <a:ext cx="33" cy="94"/>
              </a:xfrm>
              <a:custGeom>
                <a:rect b="b" l="l" r="r" t="t"/>
                <a:pathLst>
                  <a:path extrusionOk="0" h="94" w="33">
                    <a:moveTo>
                      <a:pt x="2" y="0"/>
                    </a:moveTo>
                    <a:lnTo>
                      <a:pt x="0" y="2"/>
                    </a:lnTo>
                    <a:lnTo>
                      <a:pt x="0" y="5"/>
                    </a:lnTo>
                    <a:lnTo>
                      <a:pt x="0" y="9"/>
                    </a:lnTo>
                    <a:lnTo>
                      <a:pt x="0" y="12"/>
                    </a:lnTo>
                    <a:lnTo>
                      <a:pt x="0" y="16"/>
                    </a:lnTo>
                    <a:lnTo>
                      <a:pt x="0" y="19"/>
                    </a:lnTo>
                    <a:lnTo>
                      <a:pt x="0" y="21"/>
                    </a:lnTo>
                    <a:lnTo>
                      <a:pt x="2" y="24"/>
                    </a:lnTo>
                    <a:lnTo>
                      <a:pt x="2" y="28"/>
                    </a:lnTo>
                    <a:lnTo>
                      <a:pt x="2" y="31"/>
                    </a:lnTo>
                    <a:lnTo>
                      <a:pt x="2" y="33"/>
                    </a:lnTo>
                    <a:lnTo>
                      <a:pt x="4" y="37"/>
                    </a:lnTo>
                    <a:lnTo>
                      <a:pt x="4" y="40"/>
                    </a:lnTo>
                    <a:lnTo>
                      <a:pt x="6" y="43"/>
                    </a:lnTo>
                    <a:lnTo>
                      <a:pt x="6" y="45"/>
                    </a:lnTo>
                    <a:lnTo>
                      <a:pt x="7" y="49"/>
                    </a:lnTo>
                    <a:lnTo>
                      <a:pt x="7" y="52"/>
                    </a:lnTo>
                    <a:lnTo>
                      <a:pt x="9" y="54"/>
                    </a:lnTo>
                    <a:lnTo>
                      <a:pt x="9" y="57"/>
                    </a:lnTo>
                    <a:lnTo>
                      <a:pt x="11" y="61"/>
                    </a:lnTo>
                    <a:lnTo>
                      <a:pt x="11" y="63"/>
                    </a:lnTo>
                    <a:lnTo>
                      <a:pt x="13" y="66"/>
                    </a:lnTo>
                    <a:lnTo>
                      <a:pt x="14" y="68"/>
                    </a:lnTo>
                    <a:lnTo>
                      <a:pt x="14" y="71"/>
                    </a:lnTo>
                    <a:lnTo>
                      <a:pt x="16" y="73"/>
                    </a:lnTo>
                    <a:lnTo>
                      <a:pt x="18" y="76"/>
                    </a:lnTo>
                    <a:lnTo>
                      <a:pt x="18" y="80"/>
                    </a:lnTo>
                    <a:lnTo>
                      <a:pt x="19" y="82"/>
                    </a:lnTo>
                    <a:lnTo>
                      <a:pt x="21" y="85"/>
                    </a:lnTo>
                    <a:lnTo>
                      <a:pt x="23" y="87"/>
                    </a:lnTo>
                    <a:lnTo>
                      <a:pt x="25" y="90"/>
                    </a:lnTo>
                    <a:lnTo>
                      <a:pt x="25" y="92"/>
                    </a:lnTo>
                    <a:lnTo>
                      <a:pt x="26" y="94"/>
                    </a:lnTo>
                    <a:lnTo>
                      <a:pt x="33" y="90"/>
                    </a:lnTo>
                    <a:lnTo>
                      <a:pt x="32" y="89"/>
                    </a:lnTo>
                    <a:lnTo>
                      <a:pt x="30" y="85"/>
                    </a:lnTo>
                    <a:lnTo>
                      <a:pt x="28" y="83"/>
                    </a:lnTo>
                    <a:lnTo>
                      <a:pt x="28" y="82"/>
                    </a:lnTo>
                    <a:lnTo>
                      <a:pt x="26" y="78"/>
                    </a:lnTo>
                    <a:lnTo>
                      <a:pt x="25" y="76"/>
                    </a:lnTo>
                    <a:lnTo>
                      <a:pt x="23" y="73"/>
                    </a:lnTo>
                    <a:lnTo>
                      <a:pt x="23" y="71"/>
                    </a:lnTo>
                    <a:lnTo>
                      <a:pt x="21" y="68"/>
                    </a:lnTo>
                    <a:lnTo>
                      <a:pt x="19" y="66"/>
                    </a:lnTo>
                    <a:lnTo>
                      <a:pt x="19" y="63"/>
                    </a:lnTo>
                    <a:lnTo>
                      <a:pt x="18" y="61"/>
                    </a:lnTo>
                    <a:lnTo>
                      <a:pt x="18" y="57"/>
                    </a:lnTo>
                    <a:lnTo>
                      <a:pt x="16" y="56"/>
                    </a:lnTo>
                    <a:lnTo>
                      <a:pt x="16" y="52"/>
                    </a:lnTo>
                    <a:lnTo>
                      <a:pt x="14" y="49"/>
                    </a:lnTo>
                    <a:lnTo>
                      <a:pt x="14" y="47"/>
                    </a:lnTo>
                    <a:lnTo>
                      <a:pt x="13" y="43"/>
                    </a:lnTo>
                    <a:lnTo>
                      <a:pt x="13" y="42"/>
                    </a:lnTo>
                    <a:lnTo>
                      <a:pt x="11" y="38"/>
                    </a:lnTo>
                    <a:lnTo>
                      <a:pt x="11" y="35"/>
                    </a:lnTo>
                    <a:lnTo>
                      <a:pt x="11" y="33"/>
                    </a:lnTo>
                    <a:lnTo>
                      <a:pt x="9" y="30"/>
                    </a:lnTo>
                    <a:lnTo>
                      <a:pt x="9" y="26"/>
                    </a:lnTo>
                    <a:lnTo>
                      <a:pt x="9" y="24"/>
                    </a:lnTo>
                    <a:lnTo>
                      <a:pt x="9" y="21"/>
                    </a:lnTo>
                    <a:lnTo>
                      <a:pt x="7" y="18"/>
                    </a:lnTo>
                    <a:lnTo>
                      <a:pt x="7" y="16"/>
                    </a:lnTo>
                    <a:lnTo>
                      <a:pt x="7" y="12"/>
                    </a:lnTo>
                    <a:lnTo>
                      <a:pt x="7" y="9"/>
                    </a:lnTo>
                    <a:lnTo>
                      <a:pt x="7" y="5"/>
                    </a:lnTo>
                    <a:lnTo>
                      <a:pt x="7" y="2"/>
                    </a:lnTo>
                    <a:lnTo>
                      <a:pt x="6" y="5"/>
                    </a:lnTo>
                    <a:lnTo>
                      <a:pt x="2" y="0"/>
                    </a:lnTo>
                    <a:lnTo>
                      <a:pt x="0" y="2"/>
                    </a:lnTo>
                    <a:lnTo>
                      <a:pt x="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36" name="Google Shape;336;p10"/>
              <p:cNvSpPr/>
              <p:nvPr/>
            </p:nvSpPr>
            <p:spPr>
              <a:xfrm>
                <a:off x="4874" y="1638"/>
                <a:ext cx="50" cy="15"/>
              </a:xfrm>
              <a:custGeom>
                <a:rect b="b" l="l" r="r" t="t"/>
                <a:pathLst>
                  <a:path extrusionOk="0" h="15" w="50">
                    <a:moveTo>
                      <a:pt x="49" y="2"/>
                    </a:moveTo>
                    <a:lnTo>
                      <a:pt x="50" y="2"/>
                    </a:lnTo>
                    <a:lnTo>
                      <a:pt x="49" y="2"/>
                    </a:lnTo>
                    <a:lnTo>
                      <a:pt x="47" y="2"/>
                    </a:lnTo>
                    <a:lnTo>
                      <a:pt x="45" y="2"/>
                    </a:lnTo>
                    <a:lnTo>
                      <a:pt x="43" y="2"/>
                    </a:lnTo>
                    <a:lnTo>
                      <a:pt x="42" y="2"/>
                    </a:lnTo>
                    <a:lnTo>
                      <a:pt x="40" y="2"/>
                    </a:lnTo>
                    <a:lnTo>
                      <a:pt x="38" y="2"/>
                    </a:lnTo>
                    <a:lnTo>
                      <a:pt x="37" y="0"/>
                    </a:lnTo>
                    <a:lnTo>
                      <a:pt x="35" y="0"/>
                    </a:lnTo>
                    <a:lnTo>
                      <a:pt x="33" y="0"/>
                    </a:lnTo>
                    <a:lnTo>
                      <a:pt x="31" y="0"/>
                    </a:lnTo>
                    <a:lnTo>
                      <a:pt x="30" y="0"/>
                    </a:lnTo>
                    <a:lnTo>
                      <a:pt x="28" y="0"/>
                    </a:lnTo>
                    <a:lnTo>
                      <a:pt x="26" y="0"/>
                    </a:lnTo>
                    <a:lnTo>
                      <a:pt x="24" y="0"/>
                    </a:lnTo>
                    <a:lnTo>
                      <a:pt x="23" y="0"/>
                    </a:lnTo>
                    <a:lnTo>
                      <a:pt x="21" y="0"/>
                    </a:lnTo>
                    <a:lnTo>
                      <a:pt x="19" y="2"/>
                    </a:lnTo>
                    <a:lnTo>
                      <a:pt x="17" y="2"/>
                    </a:lnTo>
                    <a:lnTo>
                      <a:pt x="16" y="2"/>
                    </a:lnTo>
                    <a:lnTo>
                      <a:pt x="14" y="2"/>
                    </a:lnTo>
                    <a:lnTo>
                      <a:pt x="12" y="2"/>
                    </a:lnTo>
                    <a:lnTo>
                      <a:pt x="11" y="3"/>
                    </a:lnTo>
                    <a:lnTo>
                      <a:pt x="9" y="3"/>
                    </a:lnTo>
                    <a:lnTo>
                      <a:pt x="7" y="5"/>
                    </a:lnTo>
                    <a:lnTo>
                      <a:pt x="5" y="5"/>
                    </a:lnTo>
                    <a:lnTo>
                      <a:pt x="4" y="7"/>
                    </a:lnTo>
                    <a:lnTo>
                      <a:pt x="2" y="8"/>
                    </a:lnTo>
                    <a:lnTo>
                      <a:pt x="0" y="8"/>
                    </a:lnTo>
                    <a:lnTo>
                      <a:pt x="0" y="10"/>
                    </a:lnTo>
                    <a:lnTo>
                      <a:pt x="4" y="15"/>
                    </a:lnTo>
                    <a:lnTo>
                      <a:pt x="5" y="14"/>
                    </a:lnTo>
                    <a:lnTo>
                      <a:pt x="7" y="14"/>
                    </a:lnTo>
                    <a:lnTo>
                      <a:pt x="7" y="12"/>
                    </a:lnTo>
                    <a:lnTo>
                      <a:pt x="9" y="12"/>
                    </a:lnTo>
                    <a:lnTo>
                      <a:pt x="11" y="12"/>
                    </a:lnTo>
                    <a:lnTo>
                      <a:pt x="11" y="10"/>
                    </a:lnTo>
                    <a:lnTo>
                      <a:pt x="12" y="10"/>
                    </a:lnTo>
                    <a:lnTo>
                      <a:pt x="14" y="10"/>
                    </a:lnTo>
                    <a:lnTo>
                      <a:pt x="16" y="8"/>
                    </a:lnTo>
                    <a:lnTo>
                      <a:pt x="17" y="8"/>
                    </a:lnTo>
                    <a:lnTo>
                      <a:pt x="19" y="8"/>
                    </a:lnTo>
                    <a:lnTo>
                      <a:pt x="21" y="8"/>
                    </a:lnTo>
                    <a:lnTo>
                      <a:pt x="23" y="8"/>
                    </a:lnTo>
                    <a:lnTo>
                      <a:pt x="23" y="7"/>
                    </a:lnTo>
                    <a:lnTo>
                      <a:pt x="24" y="7"/>
                    </a:lnTo>
                    <a:lnTo>
                      <a:pt x="26" y="7"/>
                    </a:lnTo>
                    <a:lnTo>
                      <a:pt x="28" y="7"/>
                    </a:lnTo>
                    <a:lnTo>
                      <a:pt x="30" y="7"/>
                    </a:lnTo>
                    <a:lnTo>
                      <a:pt x="31" y="7"/>
                    </a:lnTo>
                    <a:lnTo>
                      <a:pt x="31" y="8"/>
                    </a:lnTo>
                    <a:lnTo>
                      <a:pt x="33" y="8"/>
                    </a:lnTo>
                    <a:lnTo>
                      <a:pt x="35" y="8"/>
                    </a:lnTo>
                    <a:lnTo>
                      <a:pt x="37" y="8"/>
                    </a:lnTo>
                    <a:lnTo>
                      <a:pt x="38" y="8"/>
                    </a:lnTo>
                    <a:lnTo>
                      <a:pt x="40" y="8"/>
                    </a:lnTo>
                    <a:lnTo>
                      <a:pt x="42" y="8"/>
                    </a:lnTo>
                    <a:lnTo>
                      <a:pt x="43" y="8"/>
                    </a:lnTo>
                    <a:lnTo>
                      <a:pt x="45" y="8"/>
                    </a:lnTo>
                    <a:lnTo>
                      <a:pt x="47" y="10"/>
                    </a:lnTo>
                    <a:lnTo>
                      <a:pt x="49" y="10"/>
                    </a:lnTo>
                    <a:lnTo>
                      <a:pt x="50" y="10"/>
                    </a:lnTo>
                    <a:lnTo>
                      <a:pt x="49" y="10"/>
                    </a:lnTo>
                    <a:lnTo>
                      <a:pt x="50" y="10"/>
                    </a:lnTo>
                    <a:lnTo>
                      <a:pt x="49"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37" name="Google Shape;337;p10"/>
              <p:cNvSpPr/>
              <p:nvPr/>
            </p:nvSpPr>
            <p:spPr>
              <a:xfrm>
                <a:off x="4923" y="1640"/>
                <a:ext cx="62" cy="15"/>
              </a:xfrm>
              <a:custGeom>
                <a:rect b="b" l="l" r="r" t="t"/>
                <a:pathLst>
                  <a:path extrusionOk="0" h="15" w="62">
                    <a:moveTo>
                      <a:pt x="62" y="12"/>
                    </a:moveTo>
                    <a:lnTo>
                      <a:pt x="59" y="6"/>
                    </a:lnTo>
                    <a:lnTo>
                      <a:pt x="57" y="6"/>
                    </a:lnTo>
                    <a:lnTo>
                      <a:pt x="55" y="6"/>
                    </a:lnTo>
                    <a:lnTo>
                      <a:pt x="53" y="6"/>
                    </a:lnTo>
                    <a:lnTo>
                      <a:pt x="52" y="6"/>
                    </a:lnTo>
                    <a:lnTo>
                      <a:pt x="50" y="6"/>
                    </a:lnTo>
                    <a:lnTo>
                      <a:pt x="48" y="5"/>
                    </a:lnTo>
                    <a:lnTo>
                      <a:pt x="46" y="5"/>
                    </a:lnTo>
                    <a:lnTo>
                      <a:pt x="45" y="5"/>
                    </a:lnTo>
                    <a:lnTo>
                      <a:pt x="43" y="5"/>
                    </a:lnTo>
                    <a:lnTo>
                      <a:pt x="41" y="5"/>
                    </a:lnTo>
                    <a:lnTo>
                      <a:pt x="40" y="3"/>
                    </a:lnTo>
                    <a:lnTo>
                      <a:pt x="38" y="3"/>
                    </a:lnTo>
                    <a:lnTo>
                      <a:pt x="36" y="3"/>
                    </a:lnTo>
                    <a:lnTo>
                      <a:pt x="34" y="3"/>
                    </a:lnTo>
                    <a:lnTo>
                      <a:pt x="33" y="3"/>
                    </a:lnTo>
                    <a:lnTo>
                      <a:pt x="29" y="1"/>
                    </a:lnTo>
                    <a:lnTo>
                      <a:pt x="27" y="1"/>
                    </a:lnTo>
                    <a:lnTo>
                      <a:pt x="26" y="1"/>
                    </a:lnTo>
                    <a:lnTo>
                      <a:pt x="24" y="1"/>
                    </a:lnTo>
                    <a:lnTo>
                      <a:pt x="22" y="1"/>
                    </a:lnTo>
                    <a:lnTo>
                      <a:pt x="20" y="1"/>
                    </a:lnTo>
                    <a:lnTo>
                      <a:pt x="19" y="0"/>
                    </a:lnTo>
                    <a:lnTo>
                      <a:pt x="17" y="0"/>
                    </a:lnTo>
                    <a:lnTo>
                      <a:pt x="15" y="0"/>
                    </a:lnTo>
                    <a:lnTo>
                      <a:pt x="14" y="0"/>
                    </a:lnTo>
                    <a:lnTo>
                      <a:pt x="12" y="0"/>
                    </a:lnTo>
                    <a:lnTo>
                      <a:pt x="10" y="0"/>
                    </a:lnTo>
                    <a:lnTo>
                      <a:pt x="7" y="0"/>
                    </a:lnTo>
                    <a:lnTo>
                      <a:pt x="5" y="0"/>
                    </a:lnTo>
                    <a:lnTo>
                      <a:pt x="3" y="0"/>
                    </a:lnTo>
                    <a:lnTo>
                      <a:pt x="1" y="0"/>
                    </a:lnTo>
                    <a:lnTo>
                      <a:pt x="0" y="0"/>
                    </a:lnTo>
                    <a:lnTo>
                      <a:pt x="1" y="8"/>
                    </a:lnTo>
                    <a:lnTo>
                      <a:pt x="3" y="8"/>
                    </a:lnTo>
                    <a:lnTo>
                      <a:pt x="5" y="6"/>
                    </a:lnTo>
                    <a:lnTo>
                      <a:pt x="7" y="6"/>
                    </a:lnTo>
                    <a:lnTo>
                      <a:pt x="8" y="6"/>
                    </a:lnTo>
                    <a:lnTo>
                      <a:pt x="10" y="6"/>
                    </a:lnTo>
                    <a:lnTo>
                      <a:pt x="12" y="6"/>
                    </a:lnTo>
                    <a:lnTo>
                      <a:pt x="14" y="6"/>
                    </a:lnTo>
                    <a:lnTo>
                      <a:pt x="15" y="6"/>
                    </a:lnTo>
                    <a:lnTo>
                      <a:pt x="17" y="8"/>
                    </a:lnTo>
                    <a:lnTo>
                      <a:pt x="19" y="8"/>
                    </a:lnTo>
                    <a:lnTo>
                      <a:pt x="20" y="8"/>
                    </a:lnTo>
                    <a:lnTo>
                      <a:pt x="22" y="8"/>
                    </a:lnTo>
                    <a:lnTo>
                      <a:pt x="24" y="8"/>
                    </a:lnTo>
                    <a:lnTo>
                      <a:pt x="26" y="8"/>
                    </a:lnTo>
                    <a:lnTo>
                      <a:pt x="27" y="8"/>
                    </a:lnTo>
                    <a:lnTo>
                      <a:pt x="29" y="10"/>
                    </a:lnTo>
                    <a:lnTo>
                      <a:pt x="31" y="10"/>
                    </a:lnTo>
                    <a:lnTo>
                      <a:pt x="33" y="10"/>
                    </a:lnTo>
                    <a:lnTo>
                      <a:pt x="34" y="10"/>
                    </a:lnTo>
                    <a:lnTo>
                      <a:pt x="36" y="10"/>
                    </a:lnTo>
                    <a:lnTo>
                      <a:pt x="38" y="12"/>
                    </a:lnTo>
                    <a:lnTo>
                      <a:pt x="40" y="12"/>
                    </a:lnTo>
                    <a:lnTo>
                      <a:pt x="41" y="12"/>
                    </a:lnTo>
                    <a:lnTo>
                      <a:pt x="43" y="12"/>
                    </a:lnTo>
                    <a:lnTo>
                      <a:pt x="45" y="12"/>
                    </a:lnTo>
                    <a:lnTo>
                      <a:pt x="46" y="13"/>
                    </a:lnTo>
                    <a:lnTo>
                      <a:pt x="48" y="13"/>
                    </a:lnTo>
                    <a:lnTo>
                      <a:pt x="50" y="13"/>
                    </a:lnTo>
                    <a:lnTo>
                      <a:pt x="52" y="13"/>
                    </a:lnTo>
                    <a:lnTo>
                      <a:pt x="55" y="13"/>
                    </a:lnTo>
                    <a:lnTo>
                      <a:pt x="57" y="13"/>
                    </a:lnTo>
                    <a:lnTo>
                      <a:pt x="59" y="15"/>
                    </a:lnTo>
                    <a:lnTo>
                      <a:pt x="55" y="10"/>
                    </a:lnTo>
                    <a:lnTo>
                      <a:pt x="62" y="12"/>
                    </a:lnTo>
                    <a:lnTo>
                      <a:pt x="62" y="8"/>
                    </a:lnTo>
                    <a:lnTo>
                      <a:pt x="59" y="6"/>
                    </a:lnTo>
                    <a:lnTo>
                      <a:pt x="62"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38" name="Google Shape;338;p10"/>
              <p:cNvSpPr/>
              <p:nvPr/>
            </p:nvSpPr>
            <p:spPr>
              <a:xfrm>
                <a:off x="4891" y="1655"/>
                <a:ext cx="78" cy="87"/>
              </a:xfrm>
              <a:custGeom>
                <a:rect b="b" l="l" r="r" t="t"/>
                <a:pathLst>
                  <a:path extrusionOk="0" h="87" w="78">
                    <a:moveTo>
                      <a:pt x="78" y="7"/>
                    </a:moveTo>
                    <a:lnTo>
                      <a:pt x="77" y="9"/>
                    </a:lnTo>
                    <a:lnTo>
                      <a:pt x="77" y="12"/>
                    </a:lnTo>
                    <a:lnTo>
                      <a:pt x="77" y="14"/>
                    </a:lnTo>
                    <a:lnTo>
                      <a:pt x="75" y="17"/>
                    </a:lnTo>
                    <a:lnTo>
                      <a:pt x="75" y="19"/>
                    </a:lnTo>
                    <a:lnTo>
                      <a:pt x="73" y="23"/>
                    </a:lnTo>
                    <a:lnTo>
                      <a:pt x="73" y="24"/>
                    </a:lnTo>
                    <a:lnTo>
                      <a:pt x="73" y="26"/>
                    </a:lnTo>
                    <a:lnTo>
                      <a:pt x="72" y="30"/>
                    </a:lnTo>
                    <a:lnTo>
                      <a:pt x="72" y="31"/>
                    </a:lnTo>
                    <a:lnTo>
                      <a:pt x="70" y="35"/>
                    </a:lnTo>
                    <a:lnTo>
                      <a:pt x="70" y="36"/>
                    </a:lnTo>
                    <a:lnTo>
                      <a:pt x="68" y="40"/>
                    </a:lnTo>
                    <a:lnTo>
                      <a:pt x="66" y="42"/>
                    </a:lnTo>
                    <a:lnTo>
                      <a:pt x="66" y="43"/>
                    </a:lnTo>
                    <a:lnTo>
                      <a:pt x="65" y="47"/>
                    </a:lnTo>
                    <a:lnTo>
                      <a:pt x="65" y="49"/>
                    </a:lnTo>
                    <a:lnTo>
                      <a:pt x="63" y="52"/>
                    </a:lnTo>
                    <a:lnTo>
                      <a:pt x="63" y="54"/>
                    </a:lnTo>
                    <a:lnTo>
                      <a:pt x="61" y="56"/>
                    </a:lnTo>
                    <a:lnTo>
                      <a:pt x="59" y="59"/>
                    </a:lnTo>
                    <a:lnTo>
                      <a:pt x="59" y="61"/>
                    </a:lnTo>
                    <a:lnTo>
                      <a:pt x="58" y="64"/>
                    </a:lnTo>
                    <a:lnTo>
                      <a:pt x="56" y="66"/>
                    </a:lnTo>
                    <a:lnTo>
                      <a:pt x="54" y="68"/>
                    </a:lnTo>
                    <a:lnTo>
                      <a:pt x="54" y="71"/>
                    </a:lnTo>
                    <a:lnTo>
                      <a:pt x="52" y="73"/>
                    </a:lnTo>
                    <a:lnTo>
                      <a:pt x="51" y="75"/>
                    </a:lnTo>
                    <a:lnTo>
                      <a:pt x="49" y="78"/>
                    </a:lnTo>
                    <a:lnTo>
                      <a:pt x="49" y="80"/>
                    </a:lnTo>
                    <a:lnTo>
                      <a:pt x="47" y="82"/>
                    </a:lnTo>
                    <a:lnTo>
                      <a:pt x="46" y="85"/>
                    </a:lnTo>
                    <a:lnTo>
                      <a:pt x="44" y="85"/>
                    </a:lnTo>
                    <a:lnTo>
                      <a:pt x="44" y="87"/>
                    </a:lnTo>
                    <a:lnTo>
                      <a:pt x="42" y="87"/>
                    </a:lnTo>
                    <a:lnTo>
                      <a:pt x="40" y="87"/>
                    </a:lnTo>
                    <a:lnTo>
                      <a:pt x="39" y="87"/>
                    </a:lnTo>
                    <a:lnTo>
                      <a:pt x="37" y="87"/>
                    </a:lnTo>
                    <a:lnTo>
                      <a:pt x="35" y="87"/>
                    </a:lnTo>
                    <a:lnTo>
                      <a:pt x="33" y="85"/>
                    </a:lnTo>
                    <a:lnTo>
                      <a:pt x="32" y="85"/>
                    </a:lnTo>
                    <a:lnTo>
                      <a:pt x="30" y="85"/>
                    </a:lnTo>
                    <a:lnTo>
                      <a:pt x="30" y="83"/>
                    </a:lnTo>
                    <a:lnTo>
                      <a:pt x="28" y="83"/>
                    </a:lnTo>
                    <a:lnTo>
                      <a:pt x="26" y="83"/>
                    </a:lnTo>
                    <a:lnTo>
                      <a:pt x="26" y="82"/>
                    </a:lnTo>
                    <a:lnTo>
                      <a:pt x="25" y="82"/>
                    </a:lnTo>
                    <a:lnTo>
                      <a:pt x="25" y="80"/>
                    </a:lnTo>
                    <a:lnTo>
                      <a:pt x="23" y="80"/>
                    </a:lnTo>
                    <a:lnTo>
                      <a:pt x="21" y="78"/>
                    </a:lnTo>
                    <a:lnTo>
                      <a:pt x="20" y="78"/>
                    </a:lnTo>
                    <a:lnTo>
                      <a:pt x="20" y="76"/>
                    </a:lnTo>
                    <a:lnTo>
                      <a:pt x="18" y="75"/>
                    </a:lnTo>
                    <a:lnTo>
                      <a:pt x="16" y="73"/>
                    </a:lnTo>
                    <a:lnTo>
                      <a:pt x="16" y="71"/>
                    </a:lnTo>
                    <a:lnTo>
                      <a:pt x="14" y="69"/>
                    </a:lnTo>
                    <a:lnTo>
                      <a:pt x="14" y="68"/>
                    </a:lnTo>
                    <a:lnTo>
                      <a:pt x="13" y="68"/>
                    </a:lnTo>
                    <a:lnTo>
                      <a:pt x="13" y="66"/>
                    </a:lnTo>
                    <a:lnTo>
                      <a:pt x="11" y="64"/>
                    </a:lnTo>
                    <a:lnTo>
                      <a:pt x="11" y="62"/>
                    </a:lnTo>
                    <a:lnTo>
                      <a:pt x="11" y="61"/>
                    </a:lnTo>
                    <a:lnTo>
                      <a:pt x="9" y="59"/>
                    </a:lnTo>
                    <a:lnTo>
                      <a:pt x="9" y="57"/>
                    </a:lnTo>
                    <a:lnTo>
                      <a:pt x="9" y="56"/>
                    </a:lnTo>
                    <a:lnTo>
                      <a:pt x="7" y="54"/>
                    </a:lnTo>
                    <a:lnTo>
                      <a:pt x="7" y="52"/>
                    </a:lnTo>
                    <a:lnTo>
                      <a:pt x="7" y="50"/>
                    </a:lnTo>
                    <a:lnTo>
                      <a:pt x="6" y="49"/>
                    </a:lnTo>
                    <a:lnTo>
                      <a:pt x="6" y="47"/>
                    </a:lnTo>
                    <a:lnTo>
                      <a:pt x="6" y="45"/>
                    </a:lnTo>
                    <a:lnTo>
                      <a:pt x="4" y="43"/>
                    </a:lnTo>
                    <a:lnTo>
                      <a:pt x="4" y="42"/>
                    </a:lnTo>
                    <a:lnTo>
                      <a:pt x="4" y="40"/>
                    </a:lnTo>
                    <a:lnTo>
                      <a:pt x="4" y="38"/>
                    </a:lnTo>
                    <a:lnTo>
                      <a:pt x="2" y="36"/>
                    </a:lnTo>
                    <a:lnTo>
                      <a:pt x="2" y="35"/>
                    </a:lnTo>
                    <a:lnTo>
                      <a:pt x="2" y="33"/>
                    </a:lnTo>
                    <a:lnTo>
                      <a:pt x="0" y="31"/>
                    </a:lnTo>
                    <a:lnTo>
                      <a:pt x="0" y="30"/>
                    </a:lnTo>
                    <a:lnTo>
                      <a:pt x="0" y="28"/>
                    </a:lnTo>
                    <a:lnTo>
                      <a:pt x="0" y="26"/>
                    </a:lnTo>
                    <a:lnTo>
                      <a:pt x="26" y="0"/>
                    </a:lnTo>
                    <a:lnTo>
                      <a:pt x="78"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39" name="Google Shape;339;p10"/>
              <p:cNvSpPr/>
              <p:nvPr/>
            </p:nvSpPr>
            <p:spPr>
              <a:xfrm>
                <a:off x="4933" y="1660"/>
                <a:ext cx="40" cy="83"/>
              </a:xfrm>
              <a:custGeom>
                <a:rect b="b" l="l" r="r" t="t"/>
                <a:pathLst>
                  <a:path extrusionOk="0" h="83" w="40">
                    <a:moveTo>
                      <a:pt x="5" y="83"/>
                    </a:moveTo>
                    <a:lnTo>
                      <a:pt x="7" y="82"/>
                    </a:lnTo>
                    <a:lnTo>
                      <a:pt x="9" y="80"/>
                    </a:lnTo>
                    <a:lnTo>
                      <a:pt x="10" y="77"/>
                    </a:lnTo>
                    <a:lnTo>
                      <a:pt x="10" y="75"/>
                    </a:lnTo>
                    <a:lnTo>
                      <a:pt x="12" y="71"/>
                    </a:lnTo>
                    <a:lnTo>
                      <a:pt x="14" y="70"/>
                    </a:lnTo>
                    <a:lnTo>
                      <a:pt x="16" y="68"/>
                    </a:lnTo>
                    <a:lnTo>
                      <a:pt x="16" y="64"/>
                    </a:lnTo>
                    <a:lnTo>
                      <a:pt x="17" y="63"/>
                    </a:lnTo>
                    <a:lnTo>
                      <a:pt x="19" y="59"/>
                    </a:lnTo>
                    <a:lnTo>
                      <a:pt x="19" y="57"/>
                    </a:lnTo>
                    <a:lnTo>
                      <a:pt x="21" y="56"/>
                    </a:lnTo>
                    <a:lnTo>
                      <a:pt x="23" y="52"/>
                    </a:lnTo>
                    <a:lnTo>
                      <a:pt x="23" y="51"/>
                    </a:lnTo>
                    <a:lnTo>
                      <a:pt x="24" y="47"/>
                    </a:lnTo>
                    <a:lnTo>
                      <a:pt x="26" y="45"/>
                    </a:lnTo>
                    <a:lnTo>
                      <a:pt x="26" y="44"/>
                    </a:lnTo>
                    <a:lnTo>
                      <a:pt x="28" y="40"/>
                    </a:lnTo>
                    <a:lnTo>
                      <a:pt x="28" y="38"/>
                    </a:lnTo>
                    <a:lnTo>
                      <a:pt x="30" y="35"/>
                    </a:lnTo>
                    <a:lnTo>
                      <a:pt x="31" y="33"/>
                    </a:lnTo>
                    <a:lnTo>
                      <a:pt x="31" y="30"/>
                    </a:lnTo>
                    <a:lnTo>
                      <a:pt x="33" y="28"/>
                    </a:lnTo>
                    <a:lnTo>
                      <a:pt x="33" y="26"/>
                    </a:lnTo>
                    <a:lnTo>
                      <a:pt x="33" y="23"/>
                    </a:lnTo>
                    <a:lnTo>
                      <a:pt x="35" y="21"/>
                    </a:lnTo>
                    <a:lnTo>
                      <a:pt x="35" y="18"/>
                    </a:lnTo>
                    <a:lnTo>
                      <a:pt x="36" y="16"/>
                    </a:lnTo>
                    <a:lnTo>
                      <a:pt x="36" y="12"/>
                    </a:lnTo>
                    <a:lnTo>
                      <a:pt x="38" y="11"/>
                    </a:lnTo>
                    <a:lnTo>
                      <a:pt x="38" y="7"/>
                    </a:lnTo>
                    <a:lnTo>
                      <a:pt x="38" y="6"/>
                    </a:lnTo>
                    <a:lnTo>
                      <a:pt x="40" y="2"/>
                    </a:lnTo>
                    <a:lnTo>
                      <a:pt x="33" y="0"/>
                    </a:lnTo>
                    <a:lnTo>
                      <a:pt x="31" y="4"/>
                    </a:lnTo>
                    <a:lnTo>
                      <a:pt x="31" y="6"/>
                    </a:lnTo>
                    <a:lnTo>
                      <a:pt x="31" y="9"/>
                    </a:lnTo>
                    <a:lnTo>
                      <a:pt x="30" y="11"/>
                    </a:lnTo>
                    <a:lnTo>
                      <a:pt x="30" y="14"/>
                    </a:lnTo>
                    <a:lnTo>
                      <a:pt x="28" y="16"/>
                    </a:lnTo>
                    <a:lnTo>
                      <a:pt x="28" y="18"/>
                    </a:lnTo>
                    <a:lnTo>
                      <a:pt x="28" y="21"/>
                    </a:lnTo>
                    <a:lnTo>
                      <a:pt x="26" y="23"/>
                    </a:lnTo>
                    <a:lnTo>
                      <a:pt x="26" y="26"/>
                    </a:lnTo>
                    <a:lnTo>
                      <a:pt x="24" y="28"/>
                    </a:lnTo>
                    <a:lnTo>
                      <a:pt x="24" y="30"/>
                    </a:lnTo>
                    <a:lnTo>
                      <a:pt x="23" y="33"/>
                    </a:lnTo>
                    <a:lnTo>
                      <a:pt x="23" y="35"/>
                    </a:lnTo>
                    <a:lnTo>
                      <a:pt x="21" y="38"/>
                    </a:lnTo>
                    <a:lnTo>
                      <a:pt x="19" y="40"/>
                    </a:lnTo>
                    <a:lnTo>
                      <a:pt x="19" y="42"/>
                    </a:lnTo>
                    <a:lnTo>
                      <a:pt x="17" y="45"/>
                    </a:lnTo>
                    <a:lnTo>
                      <a:pt x="17" y="47"/>
                    </a:lnTo>
                    <a:lnTo>
                      <a:pt x="16" y="51"/>
                    </a:lnTo>
                    <a:lnTo>
                      <a:pt x="14" y="52"/>
                    </a:lnTo>
                    <a:lnTo>
                      <a:pt x="14" y="54"/>
                    </a:lnTo>
                    <a:lnTo>
                      <a:pt x="12" y="57"/>
                    </a:lnTo>
                    <a:lnTo>
                      <a:pt x="10" y="59"/>
                    </a:lnTo>
                    <a:lnTo>
                      <a:pt x="10" y="61"/>
                    </a:lnTo>
                    <a:lnTo>
                      <a:pt x="9" y="64"/>
                    </a:lnTo>
                    <a:lnTo>
                      <a:pt x="7" y="66"/>
                    </a:lnTo>
                    <a:lnTo>
                      <a:pt x="5" y="68"/>
                    </a:lnTo>
                    <a:lnTo>
                      <a:pt x="5" y="71"/>
                    </a:lnTo>
                    <a:lnTo>
                      <a:pt x="4" y="73"/>
                    </a:lnTo>
                    <a:lnTo>
                      <a:pt x="2" y="75"/>
                    </a:lnTo>
                    <a:lnTo>
                      <a:pt x="0" y="78"/>
                    </a:lnTo>
                    <a:lnTo>
                      <a:pt x="2" y="77"/>
                    </a:lnTo>
                    <a:lnTo>
                      <a:pt x="5" y="83"/>
                    </a:lnTo>
                    <a:lnTo>
                      <a:pt x="7" y="82"/>
                    </a:lnTo>
                    <a:lnTo>
                      <a:pt x="5" y="8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40" name="Google Shape;340;p10"/>
              <p:cNvSpPr/>
              <p:nvPr/>
            </p:nvSpPr>
            <p:spPr>
              <a:xfrm>
                <a:off x="4907" y="1730"/>
                <a:ext cx="31" cy="15"/>
              </a:xfrm>
              <a:custGeom>
                <a:rect b="b" l="l" r="r" t="t"/>
                <a:pathLst>
                  <a:path extrusionOk="0" h="15" w="31">
                    <a:moveTo>
                      <a:pt x="0" y="5"/>
                    </a:moveTo>
                    <a:lnTo>
                      <a:pt x="2" y="5"/>
                    </a:lnTo>
                    <a:lnTo>
                      <a:pt x="2" y="7"/>
                    </a:lnTo>
                    <a:lnTo>
                      <a:pt x="4" y="7"/>
                    </a:lnTo>
                    <a:lnTo>
                      <a:pt x="5" y="7"/>
                    </a:lnTo>
                    <a:lnTo>
                      <a:pt x="5" y="8"/>
                    </a:lnTo>
                    <a:lnTo>
                      <a:pt x="7" y="8"/>
                    </a:lnTo>
                    <a:lnTo>
                      <a:pt x="7" y="10"/>
                    </a:lnTo>
                    <a:lnTo>
                      <a:pt x="9" y="10"/>
                    </a:lnTo>
                    <a:lnTo>
                      <a:pt x="10" y="12"/>
                    </a:lnTo>
                    <a:lnTo>
                      <a:pt x="12" y="12"/>
                    </a:lnTo>
                    <a:lnTo>
                      <a:pt x="14" y="13"/>
                    </a:lnTo>
                    <a:lnTo>
                      <a:pt x="16" y="13"/>
                    </a:lnTo>
                    <a:lnTo>
                      <a:pt x="17" y="13"/>
                    </a:lnTo>
                    <a:lnTo>
                      <a:pt x="17" y="15"/>
                    </a:lnTo>
                    <a:lnTo>
                      <a:pt x="19" y="15"/>
                    </a:lnTo>
                    <a:lnTo>
                      <a:pt x="21" y="15"/>
                    </a:lnTo>
                    <a:lnTo>
                      <a:pt x="23" y="15"/>
                    </a:lnTo>
                    <a:lnTo>
                      <a:pt x="24" y="15"/>
                    </a:lnTo>
                    <a:lnTo>
                      <a:pt x="26" y="15"/>
                    </a:lnTo>
                    <a:lnTo>
                      <a:pt x="28" y="15"/>
                    </a:lnTo>
                    <a:lnTo>
                      <a:pt x="28" y="13"/>
                    </a:lnTo>
                    <a:lnTo>
                      <a:pt x="30" y="13"/>
                    </a:lnTo>
                    <a:lnTo>
                      <a:pt x="31" y="13"/>
                    </a:lnTo>
                    <a:lnTo>
                      <a:pt x="28" y="7"/>
                    </a:lnTo>
                    <a:lnTo>
                      <a:pt x="26" y="7"/>
                    </a:lnTo>
                    <a:lnTo>
                      <a:pt x="26" y="8"/>
                    </a:lnTo>
                    <a:lnTo>
                      <a:pt x="24" y="8"/>
                    </a:lnTo>
                    <a:lnTo>
                      <a:pt x="23" y="8"/>
                    </a:lnTo>
                    <a:lnTo>
                      <a:pt x="21" y="8"/>
                    </a:lnTo>
                    <a:lnTo>
                      <a:pt x="19" y="8"/>
                    </a:lnTo>
                    <a:lnTo>
                      <a:pt x="19" y="7"/>
                    </a:lnTo>
                    <a:lnTo>
                      <a:pt x="17" y="7"/>
                    </a:lnTo>
                    <a:lnTo>
                      <a:pt x="16" y="7"/>
                    </a:lnTo>
                    <a:lnTo>
                      <a:pt x="14" y="5"/>
                    </a:lnTo>
                    <a:lnTo>
                      <a:pt x="12" y="5"/>
                    </a:lnTo>
                    <a:lnTo>
                      <a:pt x="12" y="3"/>
                    </a:lnTo>
                    <a:lnTo>
                      <a:pt x="10" y="3"/>
                    </a:lnTo>
                    <a:lnTo>
                      <a:pt x="9" y="1"/>
                    </a:lnTo>
                    <a:lnTo>
                      <a:pt x="7" y="0"/>
                    </a:lnTo>
                    <a:lnTo>
                      <a:pt x="5" y="0"/>
                    </a:lnTo>
                    <a:lnTo>
                      <a:pt x="7" y="0"/>
                    </a:lnTo>
                    <a:lnTo>
                      <a:pt x="0" y="5"/>
                    </a:lnTo>
                    <a:lnTo>
                      <a:pt x="2" y="5"/>
                    </a:lnTo>
                    <a:lnTo>
                      <a:pt x="0"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41" name="Google Shape;341;p10"/>
              <p:cNvSpPr/>
              <p:nvPr/>
            </p:nvSpPr>
            <p:spPr>
              <a:xfrm>
                <a:off x="4886" y="1678"/>
                <a:ext cx="28" cy="57"/>
              </a:xfrm>
              <a:custGeom>
                <a:rect b="b" l="l" r="r" t="t"/>
                <a:pathLst>
                  <a:path extrusionOk="0" h="57" w="28">
                    <a:moveTo>
                      <a:pt x="2" y="0"/>
                    </a:moveTo>
                    <a:lnTo>
                      <a:pt x="2" y="3"/>
                    </a:lnTo>
                    <a:lnTo>
                      <a:pt x="2" y="5"/>
                    </a:lnTo>
                    <a:lnTo>
                      <a:pt x="2" y="7"/>
                    </a:lnTo>
                    <a:lnTo>
                      <a:pt x="2" y="8"/>
                    </a:lnTo>
                    <a:lnTo>
                      <a:pt x="4" y="10"/>
                    </a:lnTo>
                    <a:lnTo>
                      <a:pt x="4" y="12"/>
                    </a:lnTo>
                    <a:lnTo>
                      <a:pt x="4" y="13"/>
                    </a:lnTo>
                    <a:lnTo>
                      <a:pt x="4" y="15"/>
                    </a:lnTo>
                    <a:lnTo>
                      <a:pt x="5" y="17"/>
                    </a:lnTo>
                    <a:lnTo>
                      <a:pt x="5" y="19"/>
                    </a:lnTo>
                    <a:lnTo>
                      <a:pt x="5" y="20"/>
                    </a:lnTo>
                    <a:lnTo>
                      <a:pt x="5" y="22"/>
                    </a:lnTo>
                    <a:lnTo>
                      <a:pt x="7" y="24"/>
                    </a:lnTo>
                    <a:lnTo>
                      <a:pt x="7" y="26"/>
                    </a:lnTo>
                    <a:lnTo>
                      <a:pt x="7" y="27"/>
                    </a:lnTo>
                    <a:lnTo>
                      <a:pt x="9" y="29"/>
                    </a:lnTo>
                    <a:lnTo>
                      <a:pt x="9" y="31"/>
                    </a:lnTo>
                    <a:lnTo>
                      <a:pt x="9" y="33"/>
                    </a:lnTo>
                    <a:lnTo>
                      <a:pt x="11" y="34"/>
                    </a:lnTo>
                    <a:lnTo>
                      <a:pt x="11" y="36"/>
                    </a:lnTo>
                    <a:lnTo>
                      <a:pt x="11" y="38"/>
                    </a:lnTo>
                    <a:lnTo>
                      <a:pt x="12" y="39"/>
                    </a:lnTo>
                    <a:lnTo>
                      <a:pt x="12" y="41"/>
                    </a:lnTo>
                    <a:lnTo>
                      <a:pt x="14" y="43"/>
                    </a:lnTo>
                    <a:lnTo>
                      <a:pt x="14" y="45"/>
                    </a:lnTo>
                    <a:lnTo>
                      <a:pt x="16" y="46"/>
                    </a:lnTo>
                    <a:lnTo>
                      <a:pt x="18" y="48"/>
                    </a:lnTo>
                    <a:lnTo>
                      <a:pt x="18" y="50"/>
                    </a:lnTo>
                    <a:lnTo>
                      <a:pt x="19" y="52"/>
                    </a:lnTo>
                    <a:lnTo>
                      <a:pt x="19" y="53"/>
                    </a:lnTo>
                    <a:lnTo>
                      <a:pt x="21" y="55"/>
                    </a:lnTo>
                    <a:lnTo>
                      <a:pt x="21" y="57"/>
                    </a:lnTo>
                    <a:lnTo>
                      <a:pt x="28" y="52"/>
                    </a:lnTo>
                    <a:lnTo>
                      <a:pt x="26" y="52"/>
                    </a:lnTo>
                    <a:lnTo>
                      <a:pt x="26" y="50"/>
                    </a:lnTo>
                    <a:lnTo>
                      <a:pt x="25" y="48"/>
                    </a:lnTo>
                    <a:lnTo>
                      <a:pt x="25" y="46"/>
                    </a:lnTo>
                    <a:lnTo>
                      <a:pt x="23" y="45"/>
                    </a:lnTo>
                    <a:lnTo>
                      <a:pt x="23" y="43"/>
                    </a:lnTo>
                    <a:lnTo>
                      <a:pt x="21" y="43"/>
                    </a:lnTo>
                    <a:lnTo>
                      <a:pt x="21" y="41"/>
                    </a:lnTo>
                    <a:lnTo>
                      <a:pt x="19" y="39"/>
                    </a:lnTo>
                    <a:lnTo>
                      <a:pt x="19" y="38"/>
                    </a:lnTo>
                    <a:lnTo>
                      <a:pt x="19" y="36"/>
                    </a:lnTo>
                    <a:lnTo>
                      <a:pt x="18" y="34"/>
                    </a:lnTo>
                    <a:lnTo>
                      <a:pt x="18" y="33"/>
                    </a:lnTo>
                    <a:lnTo>
                      <a:pt x="18" y="31"/>
                    </a:lnTo>
                    <a:lnTo>
                      <a:pt x="16" y="31"/>
                    </a:lnTo>
                    <a:lnTo>
                      <a:pt x="16" y="29"/>
                    </a:lnTo>
                    <a:lnTo>
                      <a:pt x="16" y="27"/>
                    </a:lnTo>
                    <a:lnTo>
                      <a:pt x="14" y="26"/>
                    </a:lnTo>
                    <a:lnTo>
                      <a:pt x="14" y="24"/>
                    </a:lnTo>
                    <a:lnTo>
                      <a:pt x="14" y="22"/>
                    </a:lnTo>
                    <a:lnTo>
                      <a:pt x="14" y="20"/>
                    </a:lnTo>
                    <a:lnTo>
                      <a:pt x="12" y="19"/>
                    </a:lnTo>
                    <a:lnTo>
                      <a:pt x="12" y="17"/>
                    </a:lnTo>
                    <a:lnTo>
                      <a:pt x="12" y="15"/>
                    </a:lnTo>
                    <a:lnTo>
                      <a:pt x="11" y="13"/>
                    </a:lnTo>
                    <a:lnTo>
                      <a:pt x="11" y="12"/>
                    </a:lnTo>
                    <a:lnTo>
                      <a:pt x="11" y="10"/>
                    </a:lnTo>
                    <a:lnTo>
                      <a:pt x="11" y="8"/>
                    </a:lnTo>
                    <a:lnTo>
                      <a:pt x="9" y="7"/>
                    </a:lnTo>
                    <a:lnTo>
                      <a:pt x="9" y="5"/>
                    </a:lnTo>
                    <a:lnTo>
                      <a:pt x="9" y="3"/>
                    </a:lnTo>
                    <a:lnTo>
                      <a:pt x="9" y="1"/>
                    </a:lnTo>
                    <a:lnTo>
                      <a:pt x="7" y="5"/>
                    </a:lnTo>
                    <a:lnTo>
                      <a:pt x="2" y="0"/>
                    </a:lnTo>
                    <a:lnTo>
                      <a:pt x="0" y="1"/>
                    </a:lnTo>
                    <a:lnTo>
                      <a:pt x="2" y="3"/>
                    </a:lnTo>
                    <a:lnTo>
                      <a:pt x="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42" name="Google Shape;342;p10"/>
              <p:cNvSpPr/>
              <p:nvPr/>
            </p:nvSpPr>
            <p:spPr>
              <a:xfrm>
                <a:off x="4888" y="1652"/>
                <a:ext cx="31" cy="31"/>
              </a:xfrm>
              <a:custGeom>
                <a:rect b="b" l="l" r="r" t="t"/>
                <a:pathLst>
                  <a:path extrusionOk="0" h="31" w="31">
                    <a:moveTo>
                      <a:pt x="29" y="0"/>
                    </a:moveTo>
                    <a:lnTo>
                      <a:pt x="26" y="1"/>
                    </a:lnTo>
                    <a:lnTo>
                      <a:pt x="0" y="26"/>
                    </a:lnTo>
                    <a:lnTo>
                      <a:pt x="5" y="31"/>
                    </a:lnTo>
                    <a:lnTo>
                      <a:pt x="31" y="7"/>
                    </a:lnTo>
                    <a:lnTo>
                      <a:pt x="28" y="8"/>
                    </a:lnTo>
                    <a:lnTo>
                      <a:pt x="29" y="0"/>
                    </a:lnTo>
                    <a:lnTo>
                      <a:pt x="28" y="0"/>
                    </a:lnTo>
                    <a:lnTo>
                      <a:pt x="26" y="1"/>
                    </a:lnTo>
                    <a:lnTo>
                      <a:pt x="2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43" name="Google Shape;343;p10"/>
              <p:cNvSpPr/>
              <p:nvPr/>
            </p:nvSpPr>
            <p:spPr>
              <a:xfrm>
                <a:off x="4916" y="1652"/>
                <a:ext cx="57" cy="14"/>
              </a:xfrm>
              <a:custGeom>
                <a:rect b="b" l="l" r="r" t="t"/>
                <a:pathLst>
                  <a:path extrusionOk="0" h="14" w="57">
                    <a:moveTo>
                      <a:pt x="57" y="10"/>
                    </a:moveTo>
                    <a:lnTo>
                      <a:pt x="53" y="7"/>
                    </a:lnTo>
                    <a:lnTo>
                      <a:pt x="1" y="0"/>
                    </a:lnTo>
                    <a:lnTo>
                      <a:pt x="0" y="8"/>
                    </a:lnTo>
                    <a:lnTo>
                      <a:pt x="52" y="14"/>
                    </a:lnTo>
                    <a:lnTo>
                      <a:pt x="50" y="8"/>
                    </a:lnTo>
                    <a:lnTo>
                      <a:pt x="57" y="10"/>
                    </a:lnTo>
                    <a:lnTo>
                      <a:pt x="57" y="7"/>
                    </a:lnTo>
                    <a:lnTo>
                      <a:pt x="53" y="7"/>
                    </a:lnTo>
                    <a:lnTo>
                      <a:pt x="57"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44" name="Google Shape;344;p10"/>
              <p:cNvSpPr/>
              <p:nvPr/>
            </p:nvSpPr>
            <p:spPr>
              <a:xfrm>
                <a:off x="4096" y="1691"/>
                <a:ext cx="282" cy="215"/>
              </a:xfrm>
              <a:custGeom>
                <a:rect b="b" l="l" r="r" t="t"/>
                <a:pathLst>
                  <a:path extrusionOk="0" h="215" w="282">
                    <a:moveTo>
                      <a:pt x="280" y="0"/>
                    </a:moveTo>
                    <a:lnTo>
                      <a:pt x="280" y="4"/>
                    </a:lnTo>
                    <a:lnTo>
                      <a:pt x="282" y="6"/>
                    </a:lnTo>
                    <a:lnTo>
                      <a:pt x="282" y="7"/>
                    </a:lnTo>
                    <a:lnTo>
                      <a:pt x="282" y="11"/>
                    </a:lnTo>
                    <a:lnTo>
                      <a:pt x="280" y="13"/>
                    </a:lnTo>
                    <a:lnTo>
                      <a:pt x="280" y="14"/>
                    </a:lnTo>
                    <a:lnTo>
                      <a:pt x="280" y="16"/>
                    </a:lnTo>
                    <a:lnTo>
                      <a:pt x="280" y="20"/>
                    </a:lnTo>
                    <a:lnTo>
                      <a:pt x="280" y="21"/>
                    </a:lnTo>
                    <a:lnTo>
                      <a:pt x="279" y="23"/>
                    </a:lnTo>
                    <a:lnTo>
                      <a:pt x="279" y="25"/>
                    </a:lnTo>
                    <a:lnTo>
                      <a:pt x="277" y="26"/>
                    </a:lnTo>
                    <a:lnTo>
                      <a:pt x="277" y="28"/>
                    </a:lnTo>
                    <a:lnTo>
                      <a:pt x="275" y="32"/>
                    </a:lnTo>
                    <a:lnTo>
                      <a:pt x="275" y="33"/>
                    </a:lnTo>
                    <a:lnTo>
                      <a:pt x="274" y="35"/>
                    </a:lnTo>
                    <a:lnTo>
                      <a:pt x="274" y="37"/>
                    </a:lnTo>
                    <a:lnTo>
                      <a:pt x="272" y="39"/>
                    </a:lnTo>
                    <a:lnTo>
                      <a:pt x="270" y="40"/>
                    </a:lnTo>
                    <a:lnTo>
                      <a:pt x="270" y="42"/>
                    </a:lnTo>
                    <a:lnTo>
                      <a:pt x="268" y="46"/>
                    </a:lnTo>
                    <a:lnTo>
                      <a:pt x="268" y="47"/>
                    </a:lnTo>
                    <a:lnTo>
                      <a:pt x="267" y="49"/>
                    </a:lnTo>
                    <a:lnTo>
                      <a:pt x="267" y="51"/>
                    </a:lnTo>
                    <a:lnTo>
                      <a:pt x="265" y="52"/>
                    </a:lnTo>
                    <a:lnTo>
                      <a:pt x="263" y="54"/>
                    </a:lnTo>
                    <a:lnTo>
                      <a:pt x="263" y="56"/>
                    </a:lnTo>
                    <a:lnTo>
                      <a:pt x="263" y="59"/>
                    </a:lnTo>
                    <a:lnTo>
                      <a:pt x="261" y="61"/>
                    </a:lnTo>
                    <a:lnTo>
                      <a:pt x="261" y="63"/>
                    </a:lnTo>
                    <a:lnTo>
                      <a:pt x="260" y="65"/>
                    </a:lnTo>
                    <a:lnTo>
                      <a:pt x="260" y="68"/>
                    </a:lnTo>
                    <a:lnTo>
                      <a:pt x="260" y="72"/>
                    </a:lnTo>
                    <a:lnTo>
                      <a:pt x="260" y="75"/>
                    </a:lnTo>
                    <a:lnTo>
                      <a:pt x="258" y="78"/>
                    </a:lnTo>
                    <a:lnTo>
                      <a:pt x="258" y="82"/>
                    </a:lnTo>
                    <a:lnTo>
                      <a:pt x="258" y="85"/>
                    </a:lnTo>
                    <a:lnTo>
                      <a:pt x="256" y="89"/>
                    </a:lnTo>
                    <a:lnTo>
                      <a:pt x="256" y="92"/>
                    </a:lnTo>
                    <a:lnTo>
                      <a:pt x="256" y="96"/>
                    </a:lnTo>
                    <a:lnTo>
                      <a:pt x="256" y="99"/>
                    </a:lnTo>
                    <a:lnTo>
                      <a:pt x="254" y="103"/>
                    </a:lnTo>
                    <a:lnTo>
                      <a:pt x="254" y="106"/>
                    </a:lnTo>
                    <a:lnTo>
                      <a:pt x="254" y="110"/>
                    </a:lnTo>
                    <a:lnTo>
                      <a:pt x="254" y="113"/>
                    </a:lnTo>
                    <a:lnTo>
                      <a:pt x="253" y="117"/>
                    </a:lnTo>
                    <a:lnTo>
                      <a:pt x="253" y="120"/>
                    </a:lnTo>
                    <a:lnTo>
                      <a:pt x="253" y="123"/>
                    </a:lnTo>
                    <a:lnTo>
                      <a:pt x="253" y="127"/>
                    </a:lnTo>
                    <a:lnTo>
                      <a:pt x="253" y="130"/>
                    </a:lnTo>
                    <a:lnTo>
                      <a:pt x="251" y="134"/>
                    </a:lnTo>
                    <a:lnTo>
                      <a:pt x="251" y="137"/>
                    </a:lnTo>
                    <a:lnTo>
                      <a:pt x="251" y="141"/>
                    </a:lnTo>
                    <a:lnTo>
                      <a:pt x="251" y="146"/>
                    </a:lnTo>
                    <a:lnTo>
                      <a:pt x="251" y="149"/>
                    </a:lnTo>
                    <a:lnTo>
                      <a:pt x="251" y="153"/>
                    </a:lnTo>
                    <a:lnTo>
                      <a:pt x="251" y="156"/>
                    </a:lnTo>
                    <a:lnTo>
                      <a:pt x="251" y="160"/>
                    </a:lnTo>
                    <a:lnTo>
                      <a:pt x="253" y="163"/>
                    </a:lnTo>
                    <a:lnTo>
                      <a:pt x="253" y="167"/>
                    </a:lnTo>
                    <a:lnTo>
                      <a:pt x="253" y="170"/>
                    </a:lnTo>
                    <a:lnTo>
                      <a:pt x="253" y="174"/>
                    </a:lnTo>
                    <a:lnTo>
                      <a:pt x="254" y="177"/>
                    </a:lnTo>
                    <a:lnTo>
                      <a:pt x="254" y="181"/>
                    </a:lnTo>
                    <a:lnTo>
                      <a:pt x="197" y="215"/>
                    </a:lnTo>
                    <a:lnTo>
                      <a:pt x="194" y="210"/>
                    </a:lnTo>
                    <a:lnTo>
                      <a:pt x="190" y="205"/>
                    </a:lnTo>
                    <a:lnTo>
                      <a:pt x="185" y="200"/>
                    </a:lnTo>
                    <a:lnTo>
                      <a:pt x="182" y="195"/>
                    </a:lnTo>
                    <a:lnTo>
                      <a:pt x="176" y="191"/>
                    </a:lnTo>
                    <a:lnTo>
                      <a:pt x="173" y="188"/>
                    </a:lnTo>
                    <a:lnTo>
                      <a:pt x="168" y="182"/>
                    </a:lnTo>
                    <a:lnTo>
                      <a:pt x="163" y="179"/>
                    </a:lnTo>
                    <a:lnTo>
                      <a:pt x="157" y="177"/>
                    </a:lnTo>
                    <a:lnTo>
                      <a:pt x="152" y="174"/>
                    </a:lnTo>
                    <a:lnTo>
                      <a:pt x="147" y="170"/>
                    </a:lnTo>
                    <a:lnTo>
                      <a:pt x="142" y="169"/>
                    </a:lnTo>
                    <a:lnTo>
                      <a:pt x="137" y="165"/>
                    </a:lnTo>
                    <a:lnTo>
                      <a:pt x="130" y="163"/>
                    </a:lnTo>
                    <a:lnTo>
                      <a:pt x="124" y="160"/>
                    </a:lnTo>
                    <a:lnTo>
                      <a:pt x="119" y="158"/>
                    </a:lnTo>
                    <a:lnTo>
                      <a:pt x="112" y="155"/>
                    </a:lnTo>
                    <a:lnTo>
                      <a:pt x="107" y="153"/>
                    </a:lnTo>
                    <a:lnTo>
                      <a:pt x="102" y="151"/>
                    </a:lnTo>
                    <a:lnTo>
                      <a:pt x="95" y="148"/>
                    </a:lnTo>
                    <a:lnTo>
                      <a:pt x="90" y="146"/>
                    </a:lnTo>
                    <a:lnTo>
                      <a:pt x="85" y="144"/>
                    </a:lnTo>
                    <a:lnTo>
                      <a:pt x="78" y="141"/>
                    </a:lnTo>
                    <a:lnTo>
                      <a:pt x="72" y="139"/>
                    </a:lnTo>
                    <a:lnTo>
                      <a:pt x="67" y="136"/>
                    </a:lnTo>
                    <a:lnTo>
                      <a:pt x="62" y="132"/>
                    </a:lnTo>
                    <a:lnTo>
                      <a:pt x="55" y="129"/>
                    </a:lnTo>
                    <a:lnTo>
                      <a:pt x="50" y="125"/>
                    </a:lnTo>
                    <a:lnTo>
                      <a:pt x="45" y="122"/>
                    </a:lnTo>
                    <a:lnTo>
                      <a:pt x="41" y="118"/>
                    </a:lnTo>
                    <a:lnTo>
                      <a:pt x="36" y="113"/>
                    </a:lnTo>
                    <a:lnTo>
                      <a:pt x="31" y="110"/>
                    </a:lnTo>
                    <a:lnTo>
                      <a:pt x="29" y="108"/>
                    </a:lnTo>
                    <a:lnTo>
                      <a:pt x="29" y="106"/>
                    </a:lnTo>
                    <a:lnTo>
                      <a:pt x="27" y="104"/>
                    </a:lnTo>
                    <a:lnTo>
                      <a:pt x="26" y="104"/>
                    </a:lnTo>
                    <a:lnTo>
                      <a:pt x="24" y="103"/>
                    </a:lnTo>
                    <a:lnTo>
                      <a:pt x="24" y="101"/>
                    </a:lnTo>
                    <a:lnTo>
                      <a:pt x="22" y="101"/>
                    </a:lnTo>
                    <a:lnTo>
                      <a:pt x="20" y="99"/>
                    </a:lnTo>
                    <a:lnTo>
                      <a:pt x="19" y="97"/>
                    </a:lnTo>
                    <a:lnTo>
                      <a:pt x="17" y="97"/>
                    </a:lnTo>
                    <a:lnTo>
                      <a:pt x="15" y="96"/>
                    </a:lnTo>
                    <a:lnTo>
                      <a:pt x="15" y="94"/>
                    </a:lnTo>
                    <a:lnTo>
                      <a:pt x="13" y="94"/>
                    </a:lnTo>
                    <a:lnTo>
                      <a:pt x="12" y="92"/>
                    </a:lnTo>
                    <a:lnTo>
                      <a:pt x="10" y="91"/>
                    </a:lnTo>
                    <a:lnTo>
                      <a:pt x="8" y="91"/>
                    </a:lnTo>
                    <a:lnTo>
                      <a:pt x="8" y="89"/>
                    </a:lnTo>
                    <a:lnTo>
                      <a:pt x="7" y="87"/>
                    </a:lnTo>
                    <a:lnTo>
                      <a:pt x="5" y="87"/>
                    </a:lnTo>
                    <a:lnTo>
                      <a:pt x="5" y="85"/>
                    </a:lnTo>
                    <a:lnTo>
                      <a:pt x="3" y="84"/>
                    </a:lnTo>
                    <a:lnTo>
                      <a:pt x="3" y="82"/>
                    </a:lnTo>
                    <a:lnTo>
                      <a:pt x="1" y="80"/>
                    </a:lnTo>
                    <a:lnTo>
                      <a:pt x="1" y="78"/>
                    </a:lnTo>
                    <a:lnTo>
                      <a:pt x="0" y="77"/>
                    </a:lnTo>
                    <a:lnTo>
                      <a:pt x="0" y="75"/>
                    </a:lnTo>
                    <a:lnTo>
                      <a:pt x="0" y="73"/>
                    </a:lnTo>
                    <a:lnTo>
                      <a:pt x="0" y="72"/>
                    </a:lnTo>
                    <a:lnTo>
                      <a:pt x="0" y="70"/>
                    </a:lnTo>
                    <a:lnTo>
                      <a:pt x="1" y="68"/>
                    </a:lnTo>
                    <a:lnTo>
                      <a:pt x="1" y="66"/>
                    </a:lnTo>
                    <a:lnTo>
                      <a:pt x="7" y="63"/>
                    </a:lnTo>
                    <a:lnTo>
                      <a:pt x="12" y="59"/>
                    </a:lnTo>
                    <a:lnTo>
                      <a:pt x="19" y="56"/>
                    </a:lnTo>
                    <a:lnTo>
                      <a:pt x="24" y="54"/>
                    </a:lnTo>
                    <a:lnTo>
                      <a:pt x="31" y="51"/>
                    </a:lnTo>
                    <a:lnTo>
                      <a:pt x="36" y="49"/>
                    </a:lnTo>
                    <a:lnTo>
                      <a:pt x="43" y="47"/>
                    </a:lnTo>
                    <a:lnTo>
                      <a:pt x="50" y="46"/>
                    </a:lnTo>
                    <a:lnTo>
                      <a:pt x="55" y="46"/>
                    </a:lnTo>
                    <a:lnTo>
                      <a:pt x="62" y="44"/>
                    </a:lnTo>
                    <a:lnTo>
                      <a:pt x="69" y="42"/>
                    </a:lnTo>
                    <a:lnTo>
                      <a:pt x="76" y="42"/>
                    </a:lnTo>
                    <a:lnTo>
                      <a:pt x="83" y="42"/>
                    </a:lnTo>
                    <a:lnTo>
                      <a:pt x="90" y="42"/>
                    </a:lnTo>
                    <a:lnTo>
                      <a:pt x="97" y="42"/>
                    </a:lnTo>
                    <a:lnTo>
                      <a:pt x="102" y="42"/>
                    </a:lnTo>
                    <a:lnTo>
                      <a:pt x="109" y="42"/>
                    </a:lnTo>
                    <a:lnTo>
                      <a:pt x="116" y="44"/>
                    </a:lnTo>
                    <a:lnTo>
                      <a:pt x="123" y="44"/>
                    </a:lnTo>
                    <a:lnTo>
                      <a:pt x="130" y="46"/>
                    </a:lnTo>
                    <a:lnTo>
                      <a:pt x="137" y="46"/>
                    </a:lnTo>
                    <a:lnTo>
                      <a:pt x="144" y="47"/>
                    </a:lnTo>
                    <a:lnTo>
                      <a:pt x="150" y="49"/>
                    </a:lnTo>
                    <a:lnTo>
                      <a:pt x="156" y="51"/>
                    </a:lnTo>
                    <a:lnTo>
                      <a:pt x="163" y="52"/>
                    </a:lnTo>
                    <a:lnTo>
                      <a:pt x="170" y="54"/>
                    </a:lnTo>
                    <a:lnTo>
                      <a:pt x="175" y="56"/>
                    </a:lnTo>
                    <a:lnTo>
                      <a:pt x="182" y="58"/>
                    </a:lnTo>
                    <a:lnTo>
                      <a:pt x="189" y="59"/>
                    </a:lnTo>
                    <a:lnTo>
                      <a:pt x="194" y="61"/>
                    </a:lnTo>
                    <a:lnTo>
                      <a:pt x="199" y="63"/>
                    </a:lnTo>
                    <a:lnTo>
                      <a:pt x="206" y="66"/>
                    </a:lnTo>
                    <a:lnTo>
                      <a:pt x="208" y="65"/>
                    </a:lnTo>
                    <a:lnTo>
                      <a:pt x="209" y="61"/>
                    </a:lnTo>
                    <a:lnTo>
                      <a:pt x="213" y="59"/>
                    </a:lnTo>
                    <a:lnTo>
                      <a:pt x="215" y="58"/>
                    </a:lnTo>
                    <a:lnTo>
                      <a:pt x="216" y="56"/>
                    </a:lnTo>
                    <a:lnTo>
                      <a:pt x="218" y="52"/>
                    </a:lnTo>
                    <a:lnTo>
                      <a:pt x="220" y="51"/>
                    </a:lnTo>
                    <a:lnTo>
                      <a:pt x="223" y="49"/>
                    </a:lnTo>
                    <a:lnTo>
                      <a:pt x="225" y="46"/>
                    </a:lnTo>
                    <a:lnTo>
                      <a:pt x="227" y="44"/>
                    </a:lnTo>
                    <a:lnTo>
                      <a:pt x="228" y="40"/>
                    </a:lnTo>
                    <a:lnTo>
                      <a:pt x="230" y="39"/>
                    </a:lnTo>
                    <a:lnTo>
                      <a:pt x="234" y="35"/>
                    </a:lnTo>
                    <a:lnTo>
                      <a:pt x="235" y="33"/>
                    </a:lnTo>
                    <a:lnTo>
                      <a:pt x="237" y="32"/>
                    </a:lnTo>
                    <a:lnTo>
                      <a:pt x="239" y="28"/>
                    </a:lnTo>
                    <a:lnTo>
                      <a:pt x="242" y="26"/>
                    </a:lnTo>
                    <a:lnTo>
                      <a:pt x="244" y="25"/>
                    </a:lnTo>
                    <a:lnTo>
                      <a:pt x="246" y="21"/>
                    </a:lnTo>
                    <a:lnTo>
                      <a:pt x="248" y="20"/>
                    </a:lnTo>
                    <a:lnTo>
                      <a:pt x="251" y="18"/>
                    </a:lnTo>
                    <a:lnTo>
                      <a:pt x="253" y="16"/>
                    </a:lnTo>
                    <a:lnTo>
                      <a:pt x="256" y="13"/>
                    </a:lnTo>
                    <a:lnTo>
                      <a:pt x="258" y="11"/>
                    </a:lnTo>
                    <a:lnTo>
                      <a:pt x="261" y="9"/>
                    </a:lnTo>
                    <a:lnTo>
                      <a:pt x="263" y="7"/>
                    </a:lnTo>
                    <a:lnTo>
                      <a:pt x="267" y="7"/>
                    </a:lnTo>
                    <a:lnTo>
                      <a:pt x="268" y="6"/>
                    </a:lnTo>
                    <a:lnTo>
                      <a:pt x="272" y="4"/>
                    </a:lnTo>
                    <a:lnTo>
                      <a:pt x="275" y="2"/>
                    </a:lnTo>
                    <a:lnTo>
                      <a:pt x="277" y="2"/>
                    </a:lnTo>
                    <a:lnTo>
                      <a:pt x="280" y="0"/>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45" name="Google Shape;345;p10"/>
              <p:cNvSpPr/>
              <p:nvPr/>
            </p:nvSpPr>
            <p:spPr>
              <a:xfrm>
                <a:off x="4352" y="1691"/>
                <a:ext cx="30" cy="68"/>
              </a:xfrm>
              <a:custGeom>
                <a:rect b="b" l="l" r="r" t="t"/>
                <a:pathLst>
                  <a:path extrusionOk="0" h="68" w="30">
                    <a:moveTo>
                      <a:pt x="7" y="68"/>
                    </a:moveTo>
                    <a:lnTo>
                      <a:pt x="7" y="66"/>
                    </a:lnTo>
                    <a:lnTo>
                      <a:pt x="9" y="65"/>
                    </a:lnTo>
                    <a:lnTo>
                      <a:pt x="9" y="63"/>
                    </a:lnTo>
                    <a:lnTo>
                      <a:pt x="9" y="59"/>
                    </a:lnTo>
                    <a:lnTo>
                      <a:pt x="11" y="58"/>
                    </a:lnTo>
                    <a:lnTo>
                      <a:pt x="11" y="56"/>
                    </a:lnTo>
                    <a:lnTo>
                      <a:pt x="12" y="54"/>
                    </a:lnTo>
                    <a:lnTo>
                      <a:pt x="12" y="52"/>
                    </a:lnTo>
                    <a:lnTo>
                      <a:pt x="14" y="51"/>
                    </a:lnTo>
                    <a:lnTo>
                      <a:pt x="16" y="49"/>
                    </a:lnTo>
                    <a:lnTo>
                      <a:pt x="16" y="46"/>
                    </a:lnTo>
                    <a:lnTo>
                      <a:pt x="18" y="44"/>
                    </a:lnTo>
                    <a:lnTo>
                      <a:pt x="18" y="42"/>
                    </a:lnTo>
                    <a:lnTo>
                      <a:pt x="19" y="40"/>
                    </a:lnTo>
                    <a:lnTo>
                      <a:pt x="19" y="39"/>
                    </a:lnTo>
                    <a:lnTo>
                      <a:pt x="21" y="37"/>
                    </a:lnTo>
                    <a:lnTo>
                      <a:pt x="23" y="35"/>
                    </a:lnTo>
                    <a:lnTo>
                      <a:pt x="23" y="32"/>
                    </a:lnTo>
                    <a:lnTo>
                      <a:pt x="24" y="30"/>
                    </a:lnTo>
                    <a:lnTo>
                      <a:pt x="24" y="28"/>
                    </a:lnTo>
                    <a:lnTo>
                      <a:pt x="26" y="26"/>
                    </a:lnTo>
                    <a:lnTo>
                      <a:pt x="26" y="25"/>
                    </a:lnTo>
                    <a:lnTo>
                      <a:pt x="28" y="21"/>
                    </a:lnTo>
                    <a:lnTo>
                      <a:pt x="28" y="20"/>
                    </a:lnTo>
                    <a:lnTo>
                      <a:pt x="28" y="18"/>
                    </a:lnTo>
                    <a:lnTo>
                      <a:pt x="28" y="16"/>
                    </a:lnTo>
                    <a:lnTo>
                      <a:pt x="30" y="13"/>
                    </a:lnTo>
                    <a:lnTo>
                      <a:pt x="30" y="11"/>
                    </a:lnTo>
                    <a:lnTo>
                      <a:pt x="30" y="7"/>
                    </a:lnTo>
                    <a:lnTo>
                      <a:pt x="30" y="6"/>
                    </a:lnTo>
                    <a:lnTo>
                      <a:pt x="30" y="4"/>
                    </a:lnTo>
                    <a:lnTo>
                      <a:pt x="28" y="0"/>
                    </a:lnTo>
                    <a:lnTo>
                      <a:pt x="21" y="2"/>
                    </a:lnTo>
                    <a:lnTo>
                      <a:pt x="21" y="4"/>
                    </a:lnTo>
                    <a:lnTo>
                      <a:pt x="23" y="6"/>
                    </a:lnTo>
                    <a:lnTo>
                      <a:pt x="23" y="7"/>
                    </a:lnTo>
                    <a:lnTo>
                      <a:pt x="23" y="11"/>
                    </a:lnTo>
                    <a:lnTo>
                      <a:pt x="21" y="13"/>
                    </a:lnTo>
                    <a:lnTo>
                      <a:pt x="21" y="14"/>
                    </a:lnTo>
                    <a:lnTo>
                      <a:pt x="21" y="16"/>
                    </a:lnTo>
                    <a:lnTo>
                      <a:pt x="21" y="18"/>
                    </a:lnTo>
                    <a:lnTo>
                      <a:pt x="19" y="20"/>
                    </a:lnTo>
                    <a:lnTo>
                      <a:pt x="19" y="21"/>
                    </a:lnTo>
                    <a:lnTo>
                      <a:pt x="19" y="23"/>
                    </a:lnTo>
                    <a:lnTo>
                      <a:pt x="18" y="26"/>
                    </a:lnTo>
                    <a:lnTo>
                      <a:pt x="18" y="28"/>
                    </a:lnTo>
                    <a:lnTo>
                      <a:pt x="16" y="30"/>
                    </a:lnTo>
                    <a:lnTo>
                      <a:pt x="16" y="32"/>
                    </a:lnTo>
                    <a:lnTo>
                      <a:pt x="14" y="33"/>
                    </a:lnTo>
                    <a:lnTo>
                      <a:pt x="14" y="35"/>
                    </a:lnTo>
                    <a:lnTo>
                      <a:pt x="12" y="37"/>
                    </a:lnTo>
                    <a:lnTo>
                      <a:pt x="12" y="39"/>
                    </a:lnTo>
                    <a:lnTo>
                      <a:pt x="11" y="40"/>
                    </a:lnTo>
                    <a:lnTo>
                      <a:pt x="9" y="44"/>
                    </a:lnTo>
                    <a:lnTo>
                      <a:pt x="9" y="46"/>
                    </a:lnTo>
                    <a:lnTo>
                      <a:pt x="7" y="47"/>
                    </a:lnTo>
                    <a:lnTo>
                      <a:pt x="7" y="49"/>
                    </a:lnTo>
                    <a:lnTo>
                      <a:pt x="5" y="51"/>
                    </a:lnTo>
                    <a:lnTo>
                      <a:pt x="5" y="52"/>
                    </a:lnTo>
                    <a:lnTo>
                      <a:pt x="4" y="56"/>
                    </a:lnTo>
                    <a:lnTo>
                      <a:pt x="4" y="58"/>
                    </a:lnTo>
                    <a:lnTo>
                      <a:pt x="2" y="59"/>
                    </a:lnTo>
                    <a:lnTo>
                      <a:pt x="2" y="61"/>
                    </a:lnTo>
                    <a:lnTo>
                      <a:pt x="0" y="65"/>
                    </a:lnTo>
                    <a:lnTo>
                      <a:pt x="0" y="66"/>
                    </a:lnTo>
                    <a:lnTo>
                      <a:pt x="7" y="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46" name="Google Shape;346;p10"/>
              <p:cNvSpPr/>
              <p:nvPr/>
            </p:nvSpPr>
            <p:spPr>
              <a:xfrm>
                <a:off x="4344" y="1757"/>
                <a:ext cx="15" cy="118"/>
              </a:xfrm>
              <a:custGeom>
                <a:rect b="b" l="l" r="r" t="t"/>
                <a:pathLst>
                  <a:path extrusionOk="0" h="118" w="15">
                    <a:moveTo>
                      <a:pt x="8" y="118"/>
                    </a:moveTo>
                    <a:lnTo>
                      <a:pt x="10" y="115"/>
                    </a:lnTo>
                    <a:lnTo>
                      <a:pt x="10" y="111"/>
                    </a:lnTo>
                    <a:lnTo>
                      <a:pt x="10" y="108"/>
                    </a:lnTo>
                    <a:lnTo>
                      <a:pt x="8" y="104"/>
                    </a:lnTo>
                    <a:lnTo>
                      <a:pt x="8" y="101"/>
                    </a:lnTo>
                    <a:lnTo>
                      <a:pt x="8" y="97"/>
                    </a:lnTo>
                    <a:lnTo>
                      <a:pt x="8" y="94"/>
                    </a:lnTo>
                    <a:lnTo>
                      <a:pt x="6" y="90"/>
                    </a:lnTo>
                    <a:lnTo>
                      <a:pt x="6" y="87"/>
                    </a:lnTo>
                    <a:lnTo>
                      <a:pt x="6" y="83"/>
                    </a:lnTo>
                    <a:lnTo>
                      <a:pt x="6" y="80"/>
                    </a:lnTo>
                    <a:lnTo>
                      <a:pt x="6" y="77"/>
                    </a:lnTo>
                    <a:lnTo>
                      <a:pt x="6" y="73"/>
                    </a:lnTo>
                    <a:lnTo>
                      <a:pt x="6" y="70"/>
                    </a:lnTo>
                    <a:lnTo>
                      <a:pt x="8" y="66"/>
                    </a:lnTo>
                    <a:lnTo>
                      <a:pt x="8" y="63"/>
                    </a:lnTo>
                    <a:lnTo>
                      <a:pt x="8" y="59"/>
                    </a:lnTo>
                    <a:lnTo>
                      <a:pt x="8" y="56"/>
                    </a:lnTo>
                    <a:lnTo>
                      <a:pt x="8" y="52"/>
                    </a:lnTo>
                    <a:lnTo>
                      <a:pt x="10" y="49"/>
                    </a:lnTo>
                    <a:lnTo>
                      <a:pt x="10" y="45"/>
                    </a:lnTo>
                    <a:lnTo>
                      <a:pt x="10" y="42"/>
                    </a:lnTo>
                    <a:lnTo>
                      <a:pt x="10" y="38"/>
                    </a:lnTo>
                    <a:lnTo>
                      <a:pt x="12" y="33"/>
                    </a:lnTo>
                    <a:lnTo>
                      <a:pt x="12" y="30"/>
                    </a:lnTo>
                    <a:lnTo>
                      <a:pt x="12" y="26"/>
                    </a:lnTo>
                    <a:lnTo>
                      <a:pt x="13" y="23"/>
                    </a:lnTo>
                    <a:lnTo>
                      <a:pt x="13" y="19"/>
                    </a:lnTo>
                    <a:lnTo>
                      <a:pt x="13" y="16"/>
                    </a:lnTo>
                    <a:lnTo>
                      <a:pt x="13" y="12"/>
                    </a:lnTo>
                    <a:lnTo>
                      <a:pt x="15" y="9"/>
                    </a:lnTo>
                    <a:lnTo>
                      <a:pt x="15" y="6"/>
                    </a:lnTo>
                    <a:lnTo>
                      <a:pt x="15" y="2"/>
                    </a:lnTo>
                    <a:lnTo>
                      <a:pt x="8" y="0"/>
                    </a:lnTo>
                    <a:lnTo>
                      <a:pt x="8" y="4"/>
                    </a:lnTo>
                    <a:lnTo>
                      <a:pt x="6" y="9"/>
                    </a:lnTo>
                    <a:lnTo>
                      <a:pt x="6" y="12"/>
                    </a:lnTo>
                    <a:lnTo>
                      <a:pt x="6" y="16"/>
                    </a:lnTo>
                    <a:lnTo>
                      <a:pt x="6" y="19"/>
                    </a:lnTo>
                    <a:lnTo>
                      <a:pt x="5" y="23"/>
                    </a:lnTo>
                    <a:lnTo>
                      <a:pt x="5" y="26"/>
                    </a:lnTo>
                    <a:lnTo>
                      <a:pt x="5" y="30"/>
                    </a:lnTo>
                    <a:lnTo>
                      <a:pt x="5" y="33"/>
                    </a:lnTo>
                    <a:lnTo>
                      <a:pt x="3" y="37"/>
                    </a:lnTo>
                    <a:lnTo>
                      <a:pt x="3" y="40"/>
                    </a:lnTo>
                    <a:lnTo>
                      <a:pt x="3" y="44"/>
                    </a:lnTo>
                    <a:lnTo>
                      <a:pt x="1" y="47"/>
                    </a:lnTo>
                    <a:lnTo>
                      <a:pt x="1" y="51"/>
                    </a:lnTo>
                    <a:lnTo>
                      <a:pt x="1" y="54"/>
                    </a:lnTo>
                    <a:lnTo>
                      <a:pt x="1" y="57"/>
                    </a:lnTo>
                    <a:lnTo>
                      <a:pt x="1" y="61"/>
                    </a:lnTo>
                    <a:lnTo>
                      <a:pt x="0" y="64"/>
                    </a:lnTo>
                    <a:lnTo>
                      <a:pt x="0" y="68"/>
                    </a:lnTo>
                    <a:lnTo>
                      <a:pt x="0" y="71"/>
                    </a:lnTo>
                    <a:lnTo>
                      <a:pt x="0" y="75"/>
                    </a:lnTo>
                    <a:lnTo>
                      <a:pt x="0" y="80"/>
                    </a:lnTo>
                    <a:lnTo>
                      <a:pt x="0" y="83"/>
                    </a:lnTo>
                    <a:lnTo>
                      <a:pt x="0" y="87"/>
                    </a:lnTo>
                    <a:lnTo>
                      <a:pt x="0" y="90"/>
                    </a:lnTo>
                    <a:lnTo>
                      <a:pt x="0" y="94"/>
                    </a:lnTo>
                    <a:lnTo>
                      <a:pt x="1" y="97"/>
                    </a:lnTo>
                    <a:lnTo>
                      <a:pt x="1" y="101"/>
                    </a:lnTo>
                    <a:lnTo>
                      <a:pt x="1" y="104"/>
                    </a:lnTo>
                    <a:lnTo>
                      <a:pt x="1" y="108"/>
                    </a:lnTo>
                    <a:lnTo>
                      <a:pt x="3" y="113"/>
                    </a:lnTo>
                    <a:lnTo>
                      <a:pt x="3" y="116"/>
                    </a:lnTo>
                    <a:lnTo>
                      <a:pt x="5" y="113"/>
                    </a:lnTo>
                    <a:lnTo>
                      <a:pt x="8" y="118"/>
                    </a:lnTo>
                    <a:lnTo>
                      <a:pt x="12" y="116"/>
                    </a:lnTo>
                    <a:lnTo>
                      <a:pt x="10" y="115"/>
                    </a:lnTo>
                    <a:lnTo>
                      <a:pt x="8" y="1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47" name="Google Shape;347;p10"/>
              <p:cNvSpPr/>
              <p:nvPr/>
            </p:nvSpPr>
            <p:spPr>
              <a:xfrm>
                <a:off x="4290" y="1870"/>
                <a:ext cx="62" cy="41"/>
              </a:xfrm>
              <a:custGeom>
                <a:rect b="b" l="l" r="r" t="t"/>
                <a:pathLst>
                  <a:path extrusionOk="0" h="41" w="62">
                    <a:moveTo>
                      <a:pt x="0" y="38"/>
                    </a:moveTo>
                    <a:lnTo>
                      <a:pt x="5" y="40"/>
                    </a:lnTo>
                    <a:lnTo>
                      <a:pt x="62" y="5"/>
                    </a:lnTo>
                    <a:lnTo>
                      <a:pt x="59" y="0"/>
                    </a:lnTo>
                    <a:lnTo>
                      <a:pt x="2" y="35"/>
                    </a:lnTo>
                    <a:lnTo>
                      <a:pt x="7" y="35"/>
                    </a:lnTo>
                    <a:lnTo>
                      <a:pt x="0" y="38"/>
                    </a:lnTo>
                    <a:lnTo>
                      <a:pt x="2" y="41"/>
                    </a:lnTo>
                    <a:lnTo>
                      <a:pt x="5" y="40"/>
                    </a:lnTo>
                    <a:lnTo>
                      <a:pt x="0"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48" name="Google Shape;348;p10"/>
              <p:cNvSpPr/>
              <p:nvPr/>
            </p:nvSpPr>
            <p:spPr>
              <a:xfrm>
                <a:off x="4123" y="1797"/>
                <a:ext cx="174" cy="111"/>
              </a:xfrm>
              <a:custGeom>
                <a:rect b="b" l="l" r="r" t="t"/>
                <a:pathLst>
                  <a:path extrusionOk="0" h="111" w="174">
                    <a:moveTo>
                      <a:pt x="0" y="5"/>
                    </a:moveTo>
                    <a:lnTo>
                      <a:pt x="2" y="5"/>
                    </a:lnTo>
                    <a:lnTo>
                      <a:pt x="6" y="11"/>
                    </a:lnTo>
                    <a:lnTo>
                      <a:pt x="11" y="14"/>
                    </a:lnTo>
                    <a:lnTo>
                      <a:pt x="16" y="19"/>
                    </a:lnTo>
                    <a:lnTo>
                      <a:pt x="21" y="23"/>
                    </a:lnTo>
                    <a:lnTo>
                      <a:pt x="26" y="26"/>
                    </a:lnTo>
                    <a:lnTo>
                      <a:pt x="33" y="30"/>
                    </a:lnTo>
                    <a:lnTo>
                      <a:pt x="38" y="33"/>
                    </a:lnTo>
                    <a:lnTo>
                      <a:pt x="44" y="35"/>
                    </a:lnTo>
                    <a:lnTo>
                      <a:pt x="49" y="38"/>
                    </a:lnTo>
                    <a:lnTo>
                      <a:pt x="56" y="42"/>
                    </a:lnTo>
                    <a:lnTo>
                      <a:pt x="61" y="43"/>
                    </a:lnTo>
                    <a:lnTo>
                      <a:pt x="68" y="45"/>
                    </a:lnTo>
                    <a:lnTo>
                      <a:pt x="73" y="49"/>
                    </a:lnTo>
                    <a:lnTo>
                      <a:pt x="78" y="50"/>
                    </a:lnTo>
                    <a:lnTo>
                      <a:pt x="85" y="52"/>
                    </a:lnTo>
                    <a:lnTo>
                      <a:pt x="91" y="56"/>
                    </a:lnTo>
                    <a:lnTo>
                      <a:pt x="96" y="57"/>
                    </a:lnTo>
                    <a:lnTo>
                      <a:pt x="103" y="61"/>
                    </a:lnTo>
                    <a:lnTo>
                      <a:pt x="108" y="63"/>
                    </a:lnTo>
                    <a:lnTo>
                      <a:pt x="113" y="64"/>
                    </a:lnTo>
                    <a:lnTo>
                      <a:pt x="118" y="68"/>
                    </a:lnTo>
                    <a:lnTo>
                      <a:pt x="123" y="71"/>
                    </a:lnTo>
                    <a:lnTo>
                      <a:pt x="129" y="73"/>
                    </a:lnTo>
                    <a:lnTo>
                      <a:pt x="134" y="76"/>
                    </a:lnTo>
                    <a:lnTo>
                      <a:pt x="139" y="80"/>
                    </a:lnTo>
                    <a:lnTo>
                      <a:pt x="143" y="83"/>
                    </a:lnTo>
                    <a:lnTo>
                      <a:pt x="148" y="89"/>
                    </a:lnTo>
                    <a:lnTo>
                      <a:pt x="151" y="92"/>
                    </a:lnTo>
                    <a:lnTo>
                      <a:pt x="156" y="97"/>
                    </a:lnTo>
                    <a:lnTo>
                      <a:pt x="160" y="101"/>
                    </a:lnTo>
                    <a:lnTo>
                      <a:pt x="163" y="106"/>
                    </a:lnTo>
                    <a:lnTo>
                      <a:pt x="167" y="111"/>
                    </a:lnTo>
                    <a:lnTo>
                      <a:pt x="174" y="108"/>
                    </a:lnTo>
                    <a:lnTo>
                      <a:pt x="169" y="102"/>
                    </a:lnTo>
                    <a:lnTo>
                      <a:pt x="165" y="97"/>
                    </a:lnTo>
                    <a:lnTo>
                      <a:pt x="162" y="92"/>
                    </a:lnTo>
                    <a:lnTo>
                      <a:pt x="156" y="87"/>
                    </a:lnTo>
                    <a:lnTo>
                      <a:pt x="153" y="82"/>
                    </a:lnTo>
                    <a:lnTo>
                      <a:pt x="148" y="78"/>
                    </a:lnTo>
                    <a:lnTo>
                      <a:pt x="143" y="75"/>
                    </a:lnTo>
                    <a:lnTo>
                      <a:pt x="137" y="71"/>
                    </a:lnTo>
                    <a:lnTo>
                      <a:pt x="132" y="68"/>
                    </a:lnTo>
                    <a:lnTo>
                      <a:pt x="127" y="64"/>
                    </a:lnTo>
                    <a:lnTo>
                      <a:pt x="122" y="61"/>
                    </a:lnTo>
                    <a:lnTo>
                      <a:pt x="117" y="59"/>
                    </a:lnTo>
                    <a:lnTo>
                      <a:pt x="111" y="56"/>
                    </a:lnTo>
                    <a:lnTo>
                      <a:pt x="104" y="54"/>
                    </a:lnTo>
                    <a:lnTo>
                      <a:pt x="99" y="50"/>
                    </a:lnTo>
                    <a:lnTo>
                      <a:pt x="94" y="49"/>
                    </a:lnTo>
                    <a:lnTo>
                      <a:pt x="87" y="47"/>
                    </a:lnTo>
                    <a:lnTo>
                      <a:pt x="82" y="43"/>
                    </a:lnTo>
                    <a:lnTo>
                      <a:pt x="75" y="42"/>
                    </a:lnTo>
                    <a:lnTo>
                      <a:pt x="70" y="40"/>
                    </a:lnTo>
                    <a:lnTo>
                      <a:pt x="64" y="37"/>
                    </a:lnTo>
                    <a:lnTo>
                      <a:pt x="58" y="35"/>
                    </a:lnTo>
                    <a:lnTo>
                      <a:pt x="52" y="31"/>
                    </a:lnTo>
                    <a:lnTo>
                      <a:pt x="47" y="30"/>
                    </a:lnTo>
                    <a:lnTo>
                      <a:pt x="42" y="26"/>
                    </a:lnTo>
                    <a:lnTo>
                      <a:pt x="37" y="23"/>
                    </a:lnTo>
                    <a:lnTo>
                      <a:pt x="32" y="19"/>
                    </a:lnTo>
                    <a:lnTo>
                      <a:pt x="26" y="16"/>
                    </a:lnTo>
                    <a:lnTo>
                      <a:pt x="21" y="12"/>
                    </a:lnTo>
                    <a:lnTo>
                      <a:pt x="16" y="9"/>
                    </a:lnTo>
                    <a:lnTo>
                      <a:pt x="11" y="5"/>
                    </a:lnTo>
                    <a:lnTo>
                      <a:pt x="7" y="0"/>
                    </a:lnTo>
                    <a:lnTo>
                      <a:pt x="0" y="5"/>
                    </a:lnTo>
                    <a:lnTo>
                      <a:pt x="2" y="5"/>
                    </a:lnTo>
                    <a:lnTo>
                      <a:pt x="0"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49" name="Google Shape;349;p10"/>
              <p:cNvSpPr/>
              <p:nvPr/>
            </p:nvSpPr>
            <p:spPr>
              <a:xfrm>
                <a:off x="4092" y="1754"/>
                <a:ext cx="38" cy="48"/>
              </a:xfrm>
              <a:custGeom>
                <a:rect b="b" l="l" r="r" t="t"/>
                <a:pathLst>
                  <a:path extrusionOk="0" h="48" w="38">
                    <a:moveTo>
                      <a:pt x="4" y="0"/>
                    </a:moveTo>
                    <a:lnTo>
                      <a:pt x="2" y="2"/>
                    </a:lnTo>
                    <a:lnTo>
                      <a:pt x="2" y="3"/>
                    </a:lnTo>
                    <a:lnTo>
                      <a:pt x="0" y="7"/>
                    </a:lnTo>
                    <a:lnTo>
                      <a:pt x="0" y="9"/>
                    </a:lnTo>
                    <a:lnTo>
                      <a:pt x="0" y="10"/>
                    </a:lnTo>
                    <a:lnTo>
                      <a:pt x="0" y="12"/>
                    </a:lnTo>
                    <a:lnTo>
                      <a:pt x="0" y="14"/>
                    </a:lnTo>
                    <a:lnTo>
                      <a:pt x="2" y="15"/>
                    </a:lnTo>
                    <a:lnTo>
                      <a:pt x="2" y="17"/>
                    </a:lnTo>
                    <a:lnTo>
                      <a:pt x="2" y="19"/>
                    </a:lnTo>
                    <a:lnTo>
                      <a:pt x="4" y="21"/>
                    </a:lnTo>
                    <a:lnTo>
                      <a:pt x="4" y="22"/>
                    </a:lnTo>
                    <a:lnTo>
                      <a:pt x="5" y="24"/>
                    </a:lnTo>
                    <a:lnTo>
                      <a:pt x="7" y="26"/>
                    </a:lnTo>
                    <a:lnTo>
                      <a:pt x="7" y="28"/>
                    </a:lnTo>
                    <a:lnTo>
                      <a:pt x="9" y="28"/>
                    </a:lnTo>
                    <a:lnTo>
                      <a:pt x="11" y="29"/>
                    </a:lnTo>
                    <a:lnTo>
                      <a:pt x="12" y="31"/>
                    </a:lnTo>
                    <a:lnTo>
                      <a:pt x="14" y="33"/>
                    </a:lnTo>
                    <a:lnTo>
                      <a:pt x="16" y="34"/>
                    </a:lnTo>
                    <a:lnTo>
                      <a:pt x="17" y="36"/>
                    </a:lnTo>
                    <a:lnTo>
                      <a:pt x="19" y="36"/>
                    </a:lnTo>
                    <a:lnTo>
                      <a:pt x="21" y="38"/>
                    </a:lnTo>
                    <a:lnTo>
                      <a:pt x="23" y="40"/>
                    </a:lnTo>
                    <a:lnTo>
                      <a:pt x="24" y="41"/>
                    </a:lnTo>
                    <a:lnTo>
                      <a:pt x="26" y="43"/>
                    </a:lnTo>
                    <a:lnTo>
                      <a:pt x="28" y="43"/>
                    </a:lnTo>
                    <a:lnTo>
                      <a:pt x="30" y="45"/>
                    </a:lnTo>
                    <a:lnTo>
                      <a:pt x="30" y="47"/>
                    </a:lnTo>
                    <a:lnTo>
                      <a:pt x="31" y="47"/>
                    </a:lnTo>
                    <a:lnTo>
                      <a:pt x="31" y="48"/>
                    </a:lnTo>
                    <a:lnTo>
                      <a:pt x="38" y="43"/>
                    </a:lnTo>
                    <a:lnTo>
                      <a:pt x="37" y="41"/>
                    </a:lnTo>
                    <a:lnTo>
                      <a:pt x="35" y="41"/>
                    </a:lnTo>
                    <a:lnTo>
                      <a:pt x="33" y="40"/>
                    </a:lnTo>
                    <a:lnTo>
                      <a:pt x="33" y="38"/>
                    </a:lnTo>
                    <a:lnTo>
                      <a:pt x="31" y="38"/>
                    </a:lnTo>
                    <a:lnTo>
                      <a:pt x="30" y="36"/>
                    </a:lnTo>
                    <a:lnTo>
                      <a:pt x="28" y="34"/>
                    </a:lnTo>
                    <a:lnTo>
                      <a:pt x="26" y="33"/>
                    </a:lnTo>
                    <a:lnTo>
                      <a:pt x="24" y="33"/>
                    </a:lnTo>
                    <a:lnTo>
                      <a:pt x="24" y="31"/>
                    </a:lnTo>
                    <a:lnTo>
                      <a:pt x="23" y="29"/>
                    </a:lnTo>
                    <a:lnTo>
                      <a:pt x="21" y="29"/>
                    </a:lnTo>
                    <a:lnTo>
                      <a:pt x="19" y="28"/>
                    </a:lnTo>
                    <a:lnTo>
                      <a:pt x="17" y="28"/>
                    </a:lnTo>
                    <a:lnTo>
                      <a:pt x="17" y="26"/>
                    </a:lnTo>
                    <a:lnTo>
                      <a:pt x="16" y="24"/>
                    </a:lnTo>
                    <a:lnTo>
                      <a:pt x="14" y="24"/>
                    </a:lnTo>
                    <a:lnTo>
                      <a:pt x="14" y="22"/>
                    </a:lnTo>
                    <a:lnTo>
                      <a:pt x="12" y="21"/>
                    </a:lnTo>
                    <a:lnTo>
                      <a:pt x="11" y="21"/>
                    </a:lnTo>
                    <a:lnTo>
                      <a:pt x="11" y="19"/>
                    </a:lnTo>
                    <a:lnTo>
                      <a:pt x="11" y="17"/>
                    </a:lnTo>
                    <a:lnTo>
                      <a:pt x="9" y="15"/>
                    </a:lnTo>
                    <a:lnTo>
                      <a:pt x="9" y="14"/>
                    </a:lnTo>
                    <a:lnTo>
                      <a:pt x="7" y="12"/>
                    </a:lnTo>
                    <a:lnTo>
                      <a:pt x="7" y="10"/>
                    </a:lnTo>
                    <a:lnTo>
                      <a:pt x="7" y="9"/>
                    </a:lnTo>
                    <a:lnTo>
                      <a:pt x="7" y="7"/>
                    </a:lnTo>
                    <a:lnTo>
                      <a:pt x="9" y="5"/>
                    </a:lnTo>
                    <a:lnTo>
                      <a:pt x="9" y="3"/>
                    </a:lnTo>
                    <a:lnTo>
                      <a:pt x="7" y="5"/>
                    </a:lnTo>
                    <a:lnTo>
                      <a:pt x="4" y="0"/>
                    </a:lnTo>
                    <a:lnTo>
                      <a:pt x="2" y="0"/>
                    </a:lnTo>
                    <a:lnTo>
                      <a:pt x="2" y="2"/>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50" name="Google Shape;350;p10"/>
              <p:cNvSpPr/>
              <p:nvPr/>
            </p:nvSpPr>
            <p:spPr>
              <a:xfrm>
                <a:off x="4096" y="1730"/>
                <a:ext cx="208" cy="31"/>
              </a:xfrm>
              <a:custGeom>
                <a:rect b="b" l="l" r="r" t="t"/>
                <a:pathLst>
                  <a:path extrusionOk="0" h="31" w="208">
                    <a:moveTo>
                      <a:pt x="202" y="24"/>
                    </a:moveTo>
                    <a:lnTo>
                      <a:pt x="208" y="24"/>
                    </a:lnTo>
                    <a:lnTo>
                      <a:pt x="201" y="20"/>
                    </a:lnTo>
                    <a:lnTo>
                      <a:pt x="196" y="19"/>
                    </a:lnTo>
                    <a:lnTo>
                      <a:pt x="189" y="17"/>
                    </a:lnTo>
                    <a:lnTo>
                      <a:pt x="183" y="15"/>
                    </a:lnTo>
                    <a:lnTo>
                      <a:pt x="176" y="13"/>
                    </a:lnTo>
                    <a:lnTo>
                      <a:pt x="170" y="12"/>
                    </a:lnTo>
                    <a:lnTo>
                      <a:pt x="164" y="10"/>
                    </a:lnTo>
                    <a:lnTo>
                      <a:pt x="157" y="8"/>
                    </a:lnTo>
                    <a:lnTo>
                      <a:pt x="150" y="7"/>
                    </a:lnTo>
                    <a:lnTo>
                      <a:pt x="144" y="5"/>
                    </a:lnTo>
                    <a:lnTo>
                      <a:pt x="137" y="3"/>
                    </a:lnTo>
                    <a:lnTo>
                      <a:pt x="130" y="3"/>
                    </a:lnTo>
                    <a:lnTo>
                      <a:pt x="123" y="1"/>
                    </a:lnTo>
                    <a:lnTo>
                      <a:pt x="116" y="1"/>
                    </a:lnTo>
                    <a:lnTo>
                      <a:pt x="109" y="0"/>
                    </a:lnTo>
                    <a:lnTo>
                      <a:pt x="104" y="0"/>
                    </a:lnTo>
                    <a:lnTo>
                      <a:pt x="97" y="0"/>
                    </a:lnTo>
                    <a:lnTo>
                      <a:pt x="90" y="0"/>
                    </a:lnTo>
                    <a:lnTo>
                      <a:pt x="83" y="0"/>
                    </a:lnTo>
                    <a:lnTo>
                      <a:pt x="76" y="0"/>
                    </a:lnTo>
                    <a:lnTo>
                      <a:pt x="69" y="0"/>
                    </a:lnTo>
                    <a:lnTo>
                      <a:pt x="62" y="1"/>
                    </a:lnTo>
                    <a:lnTo>
                      <a:pt x="55" y="1"/>
                    </a:lnTo>
                    <a:lnTo>
                      <a:pt x="48" y="3"/>
                    </a:lnTo>
                    <a:lnTo>
                      <a:pt x="41" y="5"/>
                    </a:lnTo>
                    <a:lnTo>
                      <a:pt x="36" y="7"/>
                    </a:lnTo>
                    <a:lnTo>
                      <a:pt x="29" y="8"/>
                    </a:lnTo>
                    <a:lnTo>
                      <a:pt x="22" y="12"/>
                    </a:lnTo>
                    <a:lnTo>
                      <a:pt x="17" y="13"/>
                    </a:lnTo>
                    <a:lnTo>
                      <a:pt x="10" y="17"/>
                    </a:lnTo>
                    <a:lnTo>
                      <a:pt x="5" y="20"/>
                    </a:lnTo>
                    <a:lnTo>
                      <a:pt x="0" y="24"/>
                    </a:lnTo>
                    <a:lnTo>
                      <a:pt x="3" y="29"/>
                    </a:lnTo>
                    <a:lnTo>
                      <a:pt x="8" y="26"/>
                    </a:lnTo>
                    <a:lnTo>
                      <a:pt x="13" y="24"/>
                    </a:lnTo>
                    <a:lnTo>
                      <a:pt x="20" y="20"/>
                    </a:lnTo>
                    <a:lnTo>
                      <a:pt x="26" y="19"/>
                    </a:lnTo>
                    <a:lnTo>
                      <a:pt x="31" y="15"/>
                    </a:lnTo>
                    <a:lnTo>
                      <a:pt x="38" y="13"/>
                    </a:lnTo>
                    <a:lnTo>
                      <a:pt x="45" y="12"/>
                    </a:lnTo>
                    <a:lnTo>
                      <a:pt x="50" y="10"/>
                    </a:lnTo>
                    <a:lnTo>
                      <a:pt x="57" y="10"/>
                    </a:lnTo>
                    <a:lnTo>
                      <a:pt x="62" y="8"/>
                    </a:lnTo>
                    <a:lnTo>
                      <a:pt x="69" y="8"/>
                    </a:lnTo>
                    <a:lnTo>
                      <a:pt x="76" y="7"/>
                    </a:lnTo>
                    <a:lnTo>
                      <a:pt x="83" y="7"/>
                    </a:lnTo>
                    <a:lnTo>
                      <a:pt x="90" y="7"/>
                    </a:lnTo>
                    <a:lnTo>
                      <a:pt x="95" y="7"/>
                    </a:lnTo>
                    <a:lnTo>
                      <a:pt x="102" y="7"/>
                    </a:lnTo>
                    <a:lnTo>
                      <a:pt x="109" y="7"/>
                    </a:lnTo>
                    <a:lnTo>
                      <a:pt x="116" y="8"/>
                    </a:lnTo>
                    <a:lnTo>
                      <a:pt x="123" y="8"/>
                    </a:lnTo>
                    <a:lnTo>
                      <a:pt x="130" y="10"/>
                    </a:lnTo>
                    <a:lnTo>
                      <a:pt x="137" y="10"/>
                    </a:lnTo>
                    <a:lnTo>
                      <a:pt x="142" y="12"/>
                    </a:lnTo>
                    <a:lnTo>
                      <a:pt x="149" y="13"/>
                    </a:lnTo>
                    <a:lnTo>
                      <a:pt x="156" y="15"/>
                    </a:lnTo>
                    <a:lnTo>
                      <a:pt x="163" y="17"/>
                    </a:lnTo>
                    <a:lnTo>
                      <a:pt x="168" y="19"/>
                    </a:lnTo>
                    <a:lnTo>
                      <a:pt x="175" y="20"/>
                    </a:lnTo>
                    <a:lnTo>
                      <a:pt x="180" y="22"/>
                    </a:lnTo>
                    <a:lnTo>
                      <a:pt x="187" y="24"/>
                    </a:lnTo>
                    <a:lnTo>
                      <a:pt x="192" y="26"/>
                    </a:lnTo>
                    <a:lnTo>
                      <a:pt x="199" y="27"/>
                    </a:lnTo>
                    <a:lnTo>
                      <a:pt x="204" y="31"/>
                    </a:lnTo>
                    <a:lnTo>
                      <a:pt x="208" y="29"/>
                    </a:lnTo>
                    <a:lnTo>
                      <a:pt x="204" y="31"/>
                    </a:lnTo>
                    <a:lnTo>
                      <a:pt x="206" y="31"/>
                    </a:lnTo>
                    <a:lnTo>
                      <a:pt x="208" y="29"/>
                    </a:lnTo>
                    <a:lnTo>
                      <a:pt x="202"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51" name="Google Shape;351;p10"/>
              <p:cNvSpPr/>
              <p:nvPr/>
            </p:nvSpPr>
            <p:spPr>
              <a:xfrm>
                <a:off x="4298" y="1688"/>
                <a:ext cx="82" cy="71"/>
              </a:xfrm>
              <a:custGeom>
                <a:rect b="b" l="l" r="r" t="t"/>
                <a:pathLst>
                  <a:path extrusionOk="0" h="71" w="82">
                    <a:moveTo>
                      <a:pt x="82" y="3"/>
                    </a:moveTo>
                    <a:lnTo>
                      <a:pt x="78" y="0"/>
                    </a:lnTo>
                    <a:lnTo>
                      <a:pt x="75" y="2"/>
                    </a:lnTo>
                    <a:lnTo>
                      <a:pt x="72" y="2"/>
                    </a:lnTo>
                    <a:lnTo>
                      <a:pt x="68" y="3"/>
                    </a:lnTo>
                    <a:lnTo>
                      <a:pt x="65" y="5"/>
                    </a:lnTo>
                    <a:lnTo>
                      <a:pt x="63" y="7"/>
                    </a:lnTo>
                    <a:lnTo>
                      <a:pt x="59" y="9"/>
                    </a:lnTo>
                    <a:lnTo>
                      <a:pt x="56" y="10"/>
                    </a:lnTo>
                    <a:lnTo>
                      <a:pt x="54" y="12"/>
                    </a:lnTo>
                    <a:lnTo>
                      <a:pt x="51" y="14"/>
                    </a:lnTo>
                    <a:lnTo>
                      <a:pt x="49" y="16"/>
                    </a:lnTo>
                    <a:lnTo>
                      <a:pt x="46" y="17"/>
                    </a:lnTo>
                    <a:lnTo>
                      <a:pt x="44" y="19"/>
                    </a:lnTo>
                    <a:lnTo>
                      <a:pt x="42" y="23"/>
                    </a:lnTo>
                    <a:lnTo>
                      <a:pt x="39" y="24"/>
                    </a:lnTo>
                    <a:lnTo>
                      <a:pt x="37" y="26"/>
                    </a:lnTo>
                    <a:lnTo>
                      <a:pt x="35" y="29"/>
                    </a:lnTo>
                    <a:lnTo>
                      <a:pt x="33" y="31"/>
                    </a:lnTo>
                    <a:lnTo>
                      <a:pt x="30" y="35"/>
                    </a:lnTo>
                    <a:lnTo>
                      <a:pt x="28" y="36"/>
                    </a:lnTo>
                    <a:lnTo>
                      <a:pt x="26" y="40"/>
                    </a:lnTo>
                    <a:lnTo>
                      <a:pt x="25" y="42"/>
                    </a:lnTo>
                    <a:lnTo>
                      <a:pt x="21" y="43"/>
                    </a:lnTo>
                    <a:lnTo>
                      <a:pt x="20" y="47"/>
                    </a:lnTo>
                    <a:lnTo>
                      <a:pt x="18" y="49"/>
                    </a:lnTo>
                    <a:lnTo>
                      <a:pt x="16" y="52"/>
                    </a:lnTo>
                    <a:lnTo>
                      <a:pt x="14" y="54"/>
                    </a:lnTo>
                    <a:lnTo>
                      <a:pt x="13" y="55"/>
                    </a:lnTo>
                    <a:lnTo>
                      <a:pt x="9" y="57"/>
                    </a:lnTo>
                    <a:lnTo>
                      <a:pt x="7" y="61"/>
                    </a:lnTo>
                    <a:lnTo>
                      <a:pt x="6" y="62"/>
                    </a:lnTo>
                    <a:lnTo>
                      <a:pt x="4" y="64"/>
                    </a:lnTo>
                    <a:lnTo>
                      <a:pt x="0" y="66"/>
                    </a:lnTo>
                    <a:lnTo>
                      <a:pt x="6" y="71"/>
                    </a:lnTo>
                    <a:lnTo>
                      <a:pt x="9" y="69"/>
                    </a:lnTo>
                    <a:lnTo>
                      <a:pt x="11" y="68"/>
                    </a:lnTo>
                    <a:lnTo>
                      <a:pt x="13" y="66"/>
                    </a:lnTo>
                    <a:lnTo>
                      <a:pt x="14" y="62"/>
                    </a:lnTo>
                    <a:lnTo>
                      <a:pt x="18" y="61"/>
                    </a:lnTo>
                    <a:lnTo>
                      <a:pt x="20" y="59"/>
                    </a:lnTo>
                    <a:lnTo>
                      <a:pt x="21" y="55"/>
                    </a:lnTo>
                    <a:lnTo>
                      <a:pt x="23" y="54"/>
                    </a:lnTo>
                    <a:lnTo>
                      <a:pt x="25" y="50"/>
                    </a:lnTo>
                    <a:lnTo>
                      <a:pt x="28" y="49"/>
                    </a:lnTo>
                    <a:lnTo>
                      <a:pt x="30" y="47"/>
                    </a:lnTo>
                    <a:lnTo>
                      <a:pt x="32" y="43"/>
                    </a:lnTo>
                    <a:lnTo>
                      <a:pt x="33" y="42"/>
                    </a:lnTo>
                    <a:lnTo>
                      <a:pt x="35" y="38"/>
                    </a:lnTo>
                    <a:lnTo>
                      <a:pt x="39" y="36"/>
                    </a:lnTo>
                    <a:lnTo>
                      <a:pt x="40" y="35"/>
                    </a:lnTo>
                    <a:lnTo>
                      <a:pt x="42" y="31"/>
                    </a:lnTo>
                    <a:lnTo>
                      <a:pt x="44" y="29"/>
                    </a:lnTo>
                    <a:lnTo>
                      <a:pt x="47" y="28"/>
                    </a:lnTo>
                    <a:lnTo>
                      <a:pt x="49" y="26"/>
                    </a:lnTo>
                    <a:lnTo>
                      <a:pt x="51" y="23"/>
                    </a:lnTo>
                    <a:lnTo>
                      <a:pt x="54" y="21"/>
                    </a:lnTo>
                    <a:lnTo>
                      <a:pt x="56" y="19"/>
                    </a:lnTo>
                    <a:lnTo>
                      <a:pt x="58" y="17"/>
                    </a:lnTo>
                    <a:lnTo>
                      <a:pt x="61" y="16"/>
                    </a:lnTo>
                    <a:lnTo>
                      <a:pt x="63" y="14"/>
                    </a:lnTo>
                    <a:lnTo>
                      <a:pt x="66" y="12"/>
                    </a:lnTo>
                    <a:lnTo>
                      <a:pt x="68" y="12"/>
                    </a:lnTo>
                    <a:lnTo>
                      <a:pt x="72" y="10"/>
                    </a:lnTo>
                    <a:lnTo>
                      <a:pt x="73" y="9"/>
                    </a:lnTo>
                    <a:lnTo>
                      <a:pt x="77" y="9"/>
                    </a:lnTo>
                    <a:lnTo>
                      <a:pt x="80" y="9"/>
                    </a:lnTo>
                    <a:lnTo>
                      <a:pt x="75" y="5"/>
                    </a:lnTo>
                    <a:lnTo>
                      <a:pt x="82" y="3"/>
                    </a:lnTo>
                    <a:lnTo>
                      <a:pt x="82" y="0"/>
                    </a:lnTo>
                    <a:lnTo>
                      <a:pt x="78" y="0"/>
                    </a:lnTo>
                    <a:lnTo>
                      <a:pt x="82"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52" name="Google Shape;352;p10"/>
              <p:cNvSpPr/>
              <p:nvPr/>
            </p:nvSpPr>
            <p:spPr>
              <a:xfrm>
                <a:off x="4893" y="1768"/>
                <a:ext cx="111" cy="66"/>
              </a:xfrm>
              <a:custGeom>
                <a:rect b="b" l="l" r="r" t="t"/>
                <a:pathLst>
                  <a:path extrusionOk="0" h="66" w="111">
                    <a:moveTo>
                      <a:pt x="75" y="64"/>
                    </a:moveTo>
                    <a:lnTo>
                      <a:pt x="73" y="64"/>
                    </a:lnTo>
                    <a:lnTo>
                      <a:pt x="70" y="64"/>
                    </a:lnTo>
                    <a:lnTo>
                      <a:pt x="68" y="64"/>
                    </a:lnTo>
                    <a:lnTo>
                      <a:pt x="64" y="64"/>
                    </a:lnTo>
                    <a:lnTo>
                      <a:pt x="63" y="64"/>
                    </a:lnTo>
                    <a:lnTo>
                      <a:pt x="61" y="64"/>
                    </a:lnTo>
                    <a:lnTo>
                      <a:pt x="57" y="64"/>
                    </a:lnTo>
                    <a:lnTo>
                      <a:pt x="56" y="66"/>
                    </a:lnTo>
                    <a:lnTo>
                      <a:pt x="52" y="66"/>
                    </a:lnTo>
                    <a:lnTo>
                      <a:pt x="50" y="66"/>
                    </a:lnTo>
                    <a:lnTo>
                      <a:pt x="47" y="66"/>
                    </a:lnTo>
                    <a:lnTo>
                      <a:pt x="45" y="66"/>
                    </a:lnTo>
                    <a:lnTo>
                      <a:pt x="42" y="66"/>
                    </a:lnTo>
                    <a:lnTo>
                      <a:pt x="40" y="66"/>
                    </a:lnTo>
                    <a:lnTo>
                      <a:pt x="37" y="66"/>
                    </a:lnTo>
                    <a:lnTo>
                      <a:pt x="35" y="66"/>
                    </a:lnTo>
                    <a:lnTo>
                      <a:pt x="31" y="66"/>
                    </a:lnTo>
                    <a:lnTo>
                      <a:pt x="30" y="66"/>
                    </a:lnTo>
                    <a:lnTo>
                      <a:pt x="28" y="66"/>
                    </a:lnTo>
                    <a:lnTo>
                      <a:pt x="24" y="66"/>
                    </a:lnTo>
                    <a:lnTo>
                      <a:pt x="23" y="66"/>
                    </a:lnTo>
                    <a:lnTo>
                      <a:pt x="21" y="64"/>
                    </a:lnTo>
                    <a:lnTo>
                      <a:pt x="18" y="64"/>
                    </a:lnTo>
                    <a:lnTo>
                      <a:pt x="16" y="64"/>
                    </a:lnTo>
                    <a:lnTo>
                      <a:pt x="14" y="62"/>
                    </a:lnTo>
                    <a:lnTo>
                      <a:pt x="12" y="62"/>
                    </a:lnTo>
                    <a:lnTo>
                      <a:pt x="9" y="60"/>
                    </a:lnTo>
                    <a:lnTo>
                      <a:pt x="7" y="59"/>
                    </a:lnTo>
                    <a:lnTo>
                      <a:pt x="5" y="57"/>
                    </a:lnTo>
                    <a:lnTo>
                      <a:pt x="4" y="55"/>
                    </a:lnTo>
                    <a:lnTo>
                      <a:pt x="2" y="53"/>
                    </a:lnTo>
                    <a:lnTo>
                      <a:pt x="0" y="52"/>
                    </a:lnTo>
                    <a:lnTo>
                      <a:pt x="2" y="52"/>
                    </a:lnTo>
                    <a:lnTo>
                      <a:pt x="2" y="50"/>
                    </a:lnTo>
                    <a:lnTo>
                      <a:pt x="4" y="50"/>
                    </a:lnTo>
                    <a:lnTo>
                      <a:pt x="5" y="48"/>
                    </a:lnTo>
                    <a:lnTo>
                      <a:pt x="7" y="46"/>
                    </a:lnTo>
                    <a:lnTo>
                      <a:pt x="9" y="46"/>
                    </a:lnTo>
                    <a:lnTo>
                      <a:pt x="9" y="45"/>
                    </a:lnTo>
                    <a:lnTo>
                      <a:pt x="11" y="45"/>
                    </a:lnTo>
                    <a:lnTo>
                      <a:pt x="11" y="43"/>
                    </a:lnTo>
                    <a:lnTo>
                      <a:pt x="12" y="43"/>
                    </a:lnTo>
                    <a:lnTo>
                      <a:pt x="12" y="41"/>
                    </a:lnTo>
                    <a:lnTo>
                      <a:pt x="14" y="41"/>
                    </a:lnTo>
                    <a:lnTo>
                      <a:pt x="16" y="40"/>
                    </a:lnTo>
                    <a:lnTo>
                      <a:pt x="18" y="40"/>
                    </a:lnTo>
                    <a:lnTo>
                      <a:pt x="18" y="38"/>
                    </a:lnTo>
                    <a:lnTo>
                      <a:pt x="19" y="38"/>
                    </a:lnTo>
                    <a:lnTo>
                      <a:pt x="19" y="36"/>
                    </a:lnTo>
                    <a:lnTo>
                      <a:pt x="21" y="36"/>
                    </a:lnTo>
                    <a:lnTo>
                      <a:pt x="21" y="34"/>
                    </a:lnTo>
                    <a:lnTo>
                      <a:pt x="23" y="34"/>
                    </a:lnTo>
                    <a:lnTo>
                      <a:pt x="23" y="33"/>
                    </a:lnTo>
                    <a:lnTo>
                      <a:pt x="24" y="33"/>
                    </a:lnTo>
                    <a:lnTo>
                      <a:pt x="24" y="31"/>
                    </a:lnTo>
                    <a:lnTo>
                      <a:pt x="26" y="31"/>
                    </a:lnTo>
                    <a:lnTo>
                      <a:pt x="26" y="29"/>
                    </a:lnTo>
                    <a:lnTo>
                      <a:pt x="28" y="29"/>
                    </a:lnTo>
                    <a:lnTo>
                      <a:pt x="28" y="27"/>
                    </a:lnTo>
                    <a:lnTo>
                      <a:pt x="30" y="27"/>
                    </a:lnTo>
                    <a:lnTo>
                      <a:pt x="30" y="26"/>
                    </a:lnTo>
                    <a:lnTo>
                      <a:pt x="33" y="27"/>
                    </a:lnTo>
                    <a:lnTo>
                      <a:pt x="37" y="27"/>
                    </a:lnTo>
                    <a:lnTo>
                      <a:pt x="38" y="27"/>
                    </a:lnTo>
                    <a:lnTo>
                      <a:pt x="42" y="27"/>
                    </a:lnTo>
                    <a:lnTo>
                      <a:pt x="45" y="29"/>
                    </a:lnTo>
                    <a:lnTo>
                      <a:pt x="47" y="29"/>
                    </a:lnTo>
                    <a:lnTo>
                      <a:pt x="50" y="27"/>
                    </a:lnTo>
                    <a:lnTo>
                      <a:pt x="52" y="27"/>
                    </a:lnTo>
                    <a:lnTo>
                      <a:pt x="56" y="27"/>
                    </a:lnTo>
                    <a:lnTo>
                      <a:pt x="57" y="27"/>
                    </a:lnTo>
                    <a:lnTo>
                      <a:pt x="61" y="26"/>
                    </a:lnTo>
                    <a:lnTo>
                      <a:pt x="63" y="26"/>
                    </a:lnTo>
                    <a:lnTo>
                      <a:pt x="66" y="26"/>
                    </a:lnTo>
                    <a:lnTo>
                      <a:pt x="68" y="24"/>
                    </a:lnTo>
                    <a:lnTo>
                      <a:pt x="71" y="22"/>
                    </a:lnTo>
                    <a:lnTo>
                      <a:pt x="73" y="22"/>
                    </a:lnTo>
                    <a:lnTo>
                      <a:pt x="76" y="20"/>
                    </a:lnTo>
                    <a:lnTo>
                      <a:pt x="78" y="20"/>
                    </a:lnTo>
                    <a:lnTo>
                      <a:pt x="80" y="19"/>
                    </a:lnTo>
                    <a:lnTo>
                      <a:pt x="83" y="17"/>
                    </a:lnTo>
                    <a:lnTo>
                      <a:pt x="85" y="15"/>
                    </a:lnTo>
                    <a:lnTo>
                      <a:pt x="87" y="15"/>
                    </a:lnTo>
                    <a:lnTo>
                      <a:pt x="90" y="14"/>
                    </a:lnTo>
                    <a:lnTo>
                      <a:pt x="92" y="12"/>
                    </a:lnTo>
                    <a:lnTo>
                      <a:pt x="96" y="10"/>
                    </a:lnTo>
                    <a:lnTo>
                      <a:pt x="97" y="8"/>
                    </a:lnTo>
                    <a:lnTo>
                      <a:pt x="99" y="7"/>
                    </a:lnTo>
                    <a:lnTo>
                      <a:pt x="102" y="7"/>
                    </a:lnTo>
                    <a:lnTo>
                      <a:pt x="104" y="5"/>
                    </a:lnTo>
                    <a:lnTo>
                      <a:pt x="106" y="3"/>
                    </a:lnTo>
                    <a:lnTo>
                      <a:pt x="108" y="1"/>
                    </a:lnTo>
                    <a:lnTo>
                      <a:pt x="111" y="0"/>
                    </a:lnTo>
                    <a:lnTo>
                      <a:pt x="109" y="3"/>
                    </a:lnTo>
                    <a:lnTo>
                      <a:pt x="109" y="5"/>
                    </a:lnTo>
                    <a:lnTo>
                      <a:pt x="109" y="7"/>
                    </a:lnTo>
                    <a:lnTo>
                      <a:pt x="109" y="10"/>
                    </a:lnTo>
                    <a:lnTo>
                      <a:pt x="108" y="12"/>
                    </a:lnTo>
                    <a:lnTo>
                      <a:pt x="108" y="15"/>
                    </a:lnTo>
                    <a:lnTo>
                      <a:pt x="108" y="17"/>
                    </a:lnTo>
                    <a:lnTo>
                      <a:pt x="108" y="20"/>
                    </a:lnTo>
                    <a:lnTo>
                      <a:pt x="106" y="24"/>
                    </a:lnTo>
                    <a:lnTo>
                      <a:pt x="106" y="26"/>
                    </a:lnTo>
                    <a:lnTo>
                      <a:pt x="106" y="29"/>
                    </a:lnTo>
                    <a:lnTo>
                      <a:pt x="106" y="31"/>
                    </a:lnTo>
                    <a:lnTo>
                      <a:pt x="104" y="34"/>
                    </a:lnTo>
                    <a:lnTo>
                      <a:pt x="104" y="36"/>
                    </a:lnTo>
                    <a:lnTo>
                      <a:pt x="104" y="40"/>
                    </a:lnTo>
                    <a:lnTo>
                      <a:pt x="102" y="41"/>
                    </a:lnTo>
                    <a:lnTo>
                      <a:pt x="102" y="45"/>
                    </a:lnTo>
                    <a:lnTo>
                      <a:pt x="101" y="46"/>
                    </a:lnTo>
                    <a:lnTo>
                      <a:pt x="101" y="50"/>
                    </a:lnTo>
                    <a:lnTo>
                      <a:pt x="99" y="52"/>
                    </a:lnTo>
                    <a:lnTo>
                      <a:pt x="99" y="53"/>
                    </a:lnTo>
                    <a:lnTo>
                      <a:pt x="97" y="55"/>
                    </a:lnTo>
                    <a:lnTo>
                      <a:pt x="96" y="57"/>
                    </a:lnTo>
                    <a:lnTo>
                      <a:pt x="94" y="59"/>
                    </a:lnTo>
                    <a:lnTo>
                      <a:pt x="92" y="60"/>
                    </a:lnTo>
                    <a:lnTo>
                      <a:pt x="90" y="60"/>
                    </a:lnTo>
                    <a:lnTo>
                      <a:pt x="89" y="62"/>
                    </a:lnTo>
                    <a:lnTo>
                      <a:pt x="87" y="62"/>
                    </a:lnTo>
                    <a:lnTo>
                      <a:pt x="83" y="64"/>
                    </a:lnTo>
                    <a:lnTo>
                      <a:pt x="82" y="64"/>
                    </a:lnTo>
                    <a:lnTo>
                      <a:pt x="78" y="64"/>
                    </a:lnTo>
                    <a:lnTo>
                      <a:pt x="75" y="64"/>
                    </a:lnTo>
                    <a:close/>
                  </a:path>
                </a:pathLst>
              </a:custGeom>
              <a:solidFill>
                <a:srgbClr val="FFBFB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53" name="Google Shape;353;p10"/>
              <p:cNvSpPr/>
              <p:nvPr/>
            </p:nvSpPr>
            <p:spPr>
              <a:xfrm>
                <a:off x="4888" y="1818"/>
                <a:ext cx="80" cy="19"/>
              </a:xfrm>
              <a:custGeom>
                <a:rect b="b" l="l" r="r" t="t"/>
                <a:pathLst>
                  <a:path extrusionOk="0" h="19" w="80">
                    <a:moveTo>
                      <a:pt x="3" y="0"/>
                    </a:moveTo>
                    <a:lnTo>
                      <a:pt x="3" y="5"/>
                    </a:lnTo>
                    <a:lnTo>
                      <a:pt x="5" y="7"/>
                    </a:lnTo>
                    <a:lnTo>
                      <a:pt x="7" y="9"/>
                    </a:lnTo>
                    <a:lnTo>
                      <a:pt x="9" y="10"/>
                    </a:lnTo>
                    <a:lnTo>
                      <a:pt x="10" y="12"/>
                    </a:lnTo>
                    <a:lnTo>
                      <a:pt x="12" y="14"/>
                    </a:lnTo>
                    <a:lnTo>
                      <a:pt x="16" y="14"/>
                    </a:lnTo>
                    <a:lnTo>
                      <a:pt x="17" y="16"/>
                    </a:lnTo>
                    <a:lnTo>
                      <a:pt x="19" y="17"/>
                    </a:lnTo>
                    <a:lnTo>
                      <a:pt x="23" y="17"/>
                    </a:lnTo>
                    <a:lnTo>
                      <a:pt x="24" y="17"/>
                    </a:lnTo>
                    <a:lnTo>
                      <a:pt x="28" y="19"/>
                    </a:lnTo>
                    <a:lnTo>
                      <a:pt x="29" y="19"/>
                    </a:lnTo>
                    <a:lnTo>
                      <a:pt x="31" y="19"/>
                    </a:lnTo>
                    <a:lnTo>
                      <a:pt x="35" y="19"/>
                    </a:lnTo>
                    <a:lnTo>
                      <a:pt x="36" y="19"/>
                    </a:lnTo>
                    <a:lnTo>
                      <a:pt x="40" y="19"/>
                    </a:lnTo>
                    <a:lnTo>
                      <a:pt x="42" y="19"/>
                    </a:lnTo>
                    <a:lnTo>
                      <a:pt x="45" y="19"/>
                    </a:lnTo>
                    <a:lnTo>
                      <a:pt x="47" y="19"/>
                    </a:lnTo>
                    <a:lnTo>
                      <a:pt x="50" y="19"/>
                    </a:lnTo>
                    <a:lnTo>
                      <a:pt x="52" y="19"/>
                    </a:lnTo>
                    <a:lnTo>
                      <a:pt x="55" y="19"/>
                    </a:lnTo>
                    <a:lnTo>
                      <a:pt x="57" y="19"/>
                    </a:lnTo>
                    <a:lnTo>
                      <a:pt x="61" y="19"/>
                    </a:lnTo>
                    <a:lnTo>
                      <a:pt x="62" y="19"/>
                    </a:lnTo>
                    <a:lnTo>
                      <a:pt x="66" y="17"/>
                    </a:lnTo>
                    <a:lnTo>
                      <a:pt x="68" y="17"/>
                    </a:lnTo>
                    <a:lnTo>
                      <a:pt x="71" y="17"/>
                    </a:lnTo>
                    <a:lnTo>
                      <a:pt x="73" y="17"/>
                    </a:lnTo>
                    <a:lnTo>
                      <a:pt x="75" y="17"/>
                    </a:lnTo>
                    <a:lnTo>
                      <a:pt x="78" y="17"/>
                    </a:lnTo>
                    <a:lnTo>
                      <a:pt x="80" y="17"/>
                    </a:lnTo>
                    <a:lnTo>
                      <a:pt x="80" y="10"/>
                    </a:lnTo>
                    <a:lnTo>
                      <a:pt x="78" y="10"/>
                    </a:lnTo>
                    <a:lnTo>
                      <a:pt x="75" y="10"/>
                    </a:lnTo>
                    <a:lnTo>
                      <a:pt x="73" y="10"/>
                    </a:lnTo>
                    <a:lnTo>
                      <a:pt x="69" y="10"/>
                    </a:lnTo>
                    <a:lnTo>
                      <a:pt x="68" y="10"/>
                    </a:lnTo>
                    <a:lnTo>
                      <a:pt x="64" y="10"/>
                    </a:lnTo>
                    <a:lnTo>
                      <a:pt x="62" y="10"/>
                    </a:lnTo>
                    <a:lnTo>
                      <a:pt x="59" y="12"/>
                    </a:lnTo>
                    <a:lnTo>
                      <a:pt x="57" y="12"/>
                    </a:lnTo>
                    <a:lnTo>
                      <a:pt x="54" y="12"/>
                    </a:lnTo>
                    <a:lnTo>
                      <a:pt x="52" y="12"/>
                    </a:lnTo>
                    <a:lnTo>
                      <a:pt x="50" y="12"/>
                    </a:lnTo>
                    <a:lnTo>
                      <a:pt x="47" y="12"/>
                    </a:lnTo>
                    <a:lnTo>
                      <a:pt x="45" y="12"/>
                    </a:lnTo>
                    <a:lnTo>
                      <a:pt x="42" y="12"/>
                    </a:lnTo>
                    <a:lnTo>
                      <a:pt x="40" y="12"/>
                    </a:lnTo>
                    <a:lnTo>
                      <a:pt x="38" y="12"/>
                    </a:lnTo>
                    <a:lnTo>
                      <a:pt x="35" y="12"/>
                    </a:lnTo>
                    <a:lnTo>
                      <a:pt x="33" y="12"/>
                    </a:lnTo>
                    <a:lnTo>
                      <a:pt x="31" y="12"/>
                    </a:lnTo>
                    <a:lnTo>
                      <a:pt x="28" y="12"/>
                    </a:lnTo>
                    <a:lnTo>
                      <a:pt x="26" y="10"/>
                    </a:lnTo>
                    <a:lnTo>
                      <a:pt x="24" y="10"/>
                    </a:lnTo>
                    <a:lnTo>
                      <a:pt x="23" y="10"/>
                    </a:lnTo>
                    <a:lnTo>
                      <a:pt x="21" y="9"/>
                    </a:lnTo>
                    <a:lnTo>
                      <a:pt x="19" y="9"/>
                    </a:lnTo>
                    <a:lnTo>
                      <a:pt x="16" y="7"/>
                    </a:lnTo>
                    <a:lnTo>
                      <a:pt x="14" y="5"/>
                    </a:lnTo>
                    <a:lnTo>
                      <a:pt x="12" y="3"/>
                    </a:lnTo>
                    <a:lnTo>
                      <a:pt x="10" y="2"/>
                    </a:lnTo>
                    <a:lnTo>
                      <a:pt x="9" y="0"/>
                    </a:lnTo>
                    <a:lnTo>
                      <a:pt x="9" y="5"/>
                    </a:lnTo>
                    <a:lnTo>
                      <a:pt x="3" y="0"/>
                    </a:lnTo>
                    <a:lnTo>
                      <a:pt x="0" y="2"/>
                    </a:lnTo>
                    <a:lnTo>
                      <a:pt x="3" y="5"/>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54" name="Google Shape;354;p10"/>
              <p:cNvSpPr/>
              <p:nvPr/>
            </p:nvSpPr>
            <p:spPr>
              <a:xfrm>
                <a:off x="4891" y="1790"/>
                <a:ext cx="35" cy="33"/>
              </a:xfrm>
              <a:custGeom>
                <a:rect b="b" l="l" r="r" t="t"/>
                <a:pathLst>
                  <a:path extrusionOk="0" h="33" w="35">
                    <a:moveTo>
                      <a:pt x="33" y="0"/>
                    </a:moveTo>
                    <a:lnTo>
                      <a:pt x="30" y="2"/>
                    </a:lnTo>
                    <a:lnTo>
                      <a:pt x="28" y="2"/>
                    </a:lnTo>
                    <a:lnTo>
                      <a:pt x="28" y="4"/>
                    </a:lnTo>
                    <a:lnTo>
                      <a:pt x="26" y="4"/>
                    </a:lnTo>
                    <a:lnTo>
                      <a:pt x="26" y="5"/>
                    </a:lnTo>
                    <a:lnTo>
                      <a:pt x="25" y="5"/>
                    </a:lnTo>
                    <a:lnTo>
                      <a:pt x="25" y="7"/>
                    </a:lnTo>
                    <a:lnTo>
                      <a:pt x="23" y="7"/>
                    </a:lnTo>
                    <a:lnTo>
                      <a:pt x="23" y="9"/>
                    </a:lnTo>
                    <a:lnTo>
                      <a:pt x="21" y="9"/>
                    </a:lnTo>
                    <a:lnTo>
                      <a:pt x="21" y="11"/>
                    </a:lnTo>
                    <a:lnTo>
                      <a:pt x="20" y="11"/>
                    </a:lnTo>
                    <a:lnTo>
                      <a:pt x="20" y="12"/>
                    </a:lnTo>
                    <a:lnTo>
                      <a:pt x="18" y="12"/>
                    </a:lnTo>
                    <a:lnTo>
                      <a:pt x="18" y="14"/>
                    </a:lnTo>
                    <a:lnTo>
                      <a:pt x="16" y="14"/>
                    </a:lnTo>
                    <a:lnTo>
                      <a:pt x="14" y="16"/>
                    </a:lnTo>
                    <a:lnTo>
                      <a:pt x="13" y="18"/>
                    </a:lnTo>
                    <a:lnTo>
                      <a:pt x="11" y="18"/>
                    </a:lnTo>
                    <a:lnTo>
                      <a:pt x="11" y="19"/>
                    </a:lnTo>
                    <a:lnTo>
                      <a:pt x="9" y="19"/>
                    </a:lnTo>
                    <a:lnTo>
                      <a:pt x="9" y="21"/>
                    </a:lnTo>
                    <a:lnTo>
                      <a:pt x="7" y="21"/>
                    </a:lnTo>
                    <a:lnTo>
                      <a:pt x="7" y="23"/>
                    </a:lnTo>
                    <a:lnTo>
                      <a:pt x="6" y="23"/>
                    </a:lnTo>
                    <a:lnTo>
                      <a:pt x="6" y="24"/>
                    </a:lnTo>
                    <a:lnTo>
                      <a:pt x="4" y="24"/>
                    </a:lnTo>
                    <a:lnTo>
                      <a:pt x="2" y="26"/>
                    </a:lnTo>
                    <a:lnTo>
                      <a:pt x="0" y="26"/>
                    </a:lnTo>
                    <a:lnTo>
                      <a:pt x="0" y="28"/>
                    </a:lnTo>
                    <a:lnTo>
                      <a:pt x="6" y="33"/>
                    </a:lnTo>
                    <a:lnTo>
                      <a:pt x="7" y="31"/>
                    </a:lnTo>
                    <a:lnTo>
                      <a:pt x="9" y="30"/>
                    </a:lnTo>
                    <a:lnTo>
                      <a:pt x="11" y="28"/>
                    </a:lnTo>
                    <a:lnTo>
                      <a:pt x="13" y="26"/>
                    </a:lnTo>
                    <a:lnTo>
                      <a:pt x="14" y="24"/>
                    </a:lnTo>
                    <a:lnTo>
                      <a:pt x="16" y="24"/>
                    </a:lnTo>
                    <a:lnTo>
                      <a:pt x="18" y="23"/>
                    </a:lnTo>
                    <a:lnTo>
                      <a:pt x="20" y="21"/>
                    </a:lnTo>
                    <a:lnTo>
                      <a:pt x="21" y="19"/>
                    </a:lnTo>
                    <a:lnTo>
                      <a:pt x="23" y="18"/>
                    </a:lnTo>
                    <a:lnTo>
                      <a:pt x="25" y="18"/>
                    </a:lnTo>
                    <a:lnTo>
                      <a:pt x="25" y="16"/>
                    </a:lnTo>
                    <a:lnTo>
                      <a:pt x="26" y="16"/>
                    </a:lnTo>
                    <a:lnTo>
                      <a:pt x="26" y="14"/>
                    </a:lnTo>
                    <a:lnTo>
                      <a:pt x="28" y="14"/>
                    </a:lnTo>
                    <a:lnTo>
                      <a:pt x="28" y="12"/>
                    </a:lnTo>
                    <a:lnTo>
                      <a:pt x="30" y="12"/>
                    </a:lnTo>
                    <a:lnTo>
                      <a:pt x="30" y="11"/>
                    </a:lnTo>
                    <a:lnTo>
                      <a:pt x="32" y="11"/>
                    </a:lnTo>
                    <a:lnTo>
                      <a:pt x="32" y="9"/>
                    </a:lnTo>
                    <a:lnTo>
                      <a:pt x="33" y="9"/>
                    </a:lnTo>
                    <a:lnTo>
                      <a:pt x="33" y="7"/>
                    </a:lnTo>
                    <a:lnTo>
                      <a:pt x="35" y="7"/>
                    </a:lnTo>
                    <a:lnTo>
                      <a:pt x="32" y="7"/>
                    </a:lnTo>
                    <a:lnTo>
                      <a:pt x="33" y="0"/>
                    </a:lnTo>
                    <a:lnTo>
                      <a:pt x="32" y="0"/>
                    </a:lnTo>
                    <a:lnTo>
                      <a:pt x="30" y="2"/>
                    </a:lnTo>
                    <a:lnTo>
                      <a:pt x="3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55" name="Google Shape;355;p10"/>
              <p:cNvSpPr/>
              <p:nvPr/>
            </p:nvSpPr>
            <p:spPr>
              <a:xfrm>
                <a:off x="4923" y="1761"/>
                <a:ext cx="86" cy="40"/>
              </a:xfrm>
              <a:custGeom>
                <a:rect b="b" l="l" r="r" t="t"/>
                <a:pathLst>
                  <a:path extrusionOk="0" h="40" w="86">
                    <a:moveTo>
                      <a:pt x="85" y="8"/>
                    </a:moveTo>
                    <a:lnTo>
                      <a:pt x="79" y="3"/>
                    </a:lnTo>
                    <a:lnTo>
                      <a:pt x="76" y="5"/>
                    </a:lnTo>
                    <a:lnTo>
                      <a:pt x="74" y="7"/>
                    </a:lnTo>
                    <a:lnTo>
                      <a:pt x="72" y="8"/>
                    </a:lnTo>
                    <a:lnTo>
                      <a:pt x="69" y="10"/>
                    </a:lnTo>
                    <a:lnTo>
                      <a:pt x="67" y="12"/>
                    </a:lnTo>
                    <a:lnTo>
                      <a:pt x="66" y="12"/>
                    </a:lnTo>
                    <a:lnTo>
                      <a:pt x="62" y="14"/>
                    </a:lnTo>
                    <a:lnTo>
                      <a:pt x="60" y="15"/>
                    </a:lnTo>
                    <a:lnTo>
                      <a:pt x="59" y="17"/>
                    </a:lnTo>
                    <a:lnTo>
                      <a:pt x="55" y="19"/>
                    </a:lnTo>
                    <a:lnTo>
                      <a:pt x="53" y="19"/>
                    </a:lnTo>
                    <a:lnTo>
                      <a:pt x="52" y="21"/>
                    </a:lnTo>
                    <a:lnTo>
                      <a:pt x="48" y="22"/>
                    </a:lnTo>
                    <a:lnTo>
                      <a:pt x="46" y="24"/>
                    </a:lnTo>
                    <a:lnTo>
                      <a:pt x="45" y="24"/>
                    </a:lnTo>
                    <a:lnTo>
                      <a:pt x="41" y="26"/>
                    </a:lnTo>
                    <a:lnTo>
                      <a:pt x="40" y="27"/>
                    </a:lnTo>
                    <a:lnTo>
                      <a:pt x="38" y="27"/>
                    </a:lnTo>
                    <a:lnTo>
                      <a:pt x="34" y="29"/>
                    </a:lnTo>
                    <a:lnTo>
                      <a:pt x="33" y="29"/>
                    </a:lnTo>
                    <a:lnTo>
                      <a:pt x="29" y="29"/>
                    </a:lnTo>
                    <a:lnTo>
                      <a:pt x="27" y="31"/>
                    </a:lnTo>
                    <a:lnTo>
                      <a:pt x="24" y="31"/>
                    </a:lnTo>
                    <a:lnTo>
                      <a:pt x="22" y="31"/>
                    </a:lnTo>
                    <a:lnTo>
                      <a:pt x="20" y="31"/>
                    </a:lnTo>
                    <a:lnTo>
                      <a:pt x="17" y="31"/>
                    </a:lnTo>
                    <a:lnTo>
                      <a:pt x="15" y="31"/>
                    </a:lnTo>
                    <a:lnTo>
                      <a:pt x="12" y="31"/>
                    </a:lnTo>
                    <a:lnTo>
                      <a:pt x="10" y="31"/>
                    </a:lnTo>
                    <a:lnTo>
                      <a:pt x="7" y="31"/>
                    </a:lnTo>
                    <a:lnTo>
                      <a:pt x="3" y="31"/>
                    </a:lnTo>
                    <a:lnTo>
                      <a:pt x="1" y="29"/>
                    </a:lnTo>
                    <a:lnTo>
                      <a:pt x="0" y="36"/>
                    </a:lnTo>
                    <a:lnTo>
                      <a:pt x="3" y="38"/>
                    </a:lnTo>
                    <a:lnTo>
                      <a:pt x="5" y="38"/>
                    </a:lnTo>
                    <a:lnTo>
                      <a:pt x="8" y="38"/>
                    </a:lnTo>
                    <a:lnTo>
                      <a:pt x="12" y="40"/>
                    </a:lnTo>
                    <a:lnTo>
                      <a:pt x="15" y="40"/>
                    </a:lnTo>
                    <a:lnTo>
                      <a:pt x="17" y="40"/>
                    </a:lnTo>
                    <a:lnTo>
                      <a:pt x="20" y="40"/>
                    </a:lnTo>
                    <a:lnTo>
                      <a:pt x="24" y="38"/>
                    </a:lnTo>
                    <a:lnTo>
                      <a:pt x="26" y="38"/>
                    </a:lnTo>
                    <a:lnTo>
                      <a:pt x="29" y="38"/>
                    </a:lnTo>
                    <a:lnTo>
                      <a:pt x="31" y="36"/>
                    </a:lnTo>
                    <a:lnTo>
                      <a:pt x="34" y="36"/>
                    </a:lnTo>
                    <a:lnTo>
                      <a:pt x="36" y="36"/>
                    </a:lnTo>
                    <a:lnTo>
                      <a:pt x="40" y="34"/>
                    </a:lnTo>
                    <a:lnTo>
                      <a:pt x="41" y="33"/>
                    </a:lnTo>
                    <a:lnTo>
                      <a:pt x="45" y="33"/>
                    </a:lnTo>
                    <a:lnTo>
                      <a:pt x="46" y="31"/>
                    </a:lnTo>
                    <a:lnTo>
                      <a:pt x="50" y="29"/>
                    </a:lnTo>
                    <a:lnTo>
                      <a:pt x="52" y="29"/>
                    </a:lnTo>
                    <a:lnTo>
                      <a:pt x="55" y="27"/>
                    </a:lnTo>
                    <a:lnTo>
                      <a:pt x="57" y="26"/>
                    </a:lnTo>
                    <a:lnTo>
                      <a:pt x="60" y="24"/>
                    </a:lnTo>
                    <a:lnTo>
                      <a:pt x="62" y="24"/>
                    </a:lnTo>
                    <a:lnTo>
                      <a:pt x="64" y="22"/>
                    </a:lnTo>
                    <a:lnTo>
                      <a:pt x="67" y="21"/>
                    </a:lnTo>
                    <a:lnTo>
                      <a:pt x="69" y="19"/>
                    </a:lnTo>
                    <a:lnTo>
                      <a:pt x="71" y="17"/>
                    </a:lnTo>
                    <a:lnTo>
                      <a:pt x="74" y="15"/>
                    </a:lnTo>
                    <a:lnTo>
                      <a:pt x="76" y="15"/>
                    </a:lnTo>
                    <a:lnTo>
                      <a:pt x="78" y="14"/>
                    </a:lnTo>
                    <a:lnTo>
                      <a:pt x="81" y="12"/>
                    </a:lnTo>
                    <a:lnTo>
                      <a:pt x="83" y="10"/>
                    </a:lnTo>
                    <a:lnTo>
                      <a:pt x="78" y="7"/>
                    </a:lnTo>
                    <a:lnTo>
                      <a:pt x="85" y="8"/>
                    </a:lnTo>
                    <a:lnTo>
                      <a:pt x="86" y="0"/>
                    </a:lnTo>
                    <a:lnTo>
                      <a:pt x="79" y="3"/>
                    </a:lnTo>
                    <a:lnTo>
                      <a:pt x="85"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56" name="Google Shape;356;p10"/>
              <p:cNvSpPr/>
              <p:nvPr/>
            </p:nvSpPr>
            <p:spPr>
              <a:xfrm>
                <a:off x="4968" y="1768"/>
                <a:ext cx="40" cy="67"/>
              </a:xfrm>
              <a:custGeom>
                <a:rect b="b" l="l" r="r" t="t"/>
                <a:pathLst>
                  <a:path extrusionOk="0" h="67" w="40">
                    <a:moveTo>
                      <a:pt x="0" y="67"/>
                    </a:moveTo>
                    <a:lnTo>
                      <a:pt x="3" y="67"/>
                    </a:lnTo>
                    <a:lnTo>
                      <a:pt x="7" y="67"/>
                    </a:lnTo>
                    <a:lnTo>
                      <a:pt x="8" y="67"/>
                    </a:lnTo>
                    <a:lnTo>
                      <a:pt x="12" y="66"/>
                    </a:lnTo>
                    <a:lnTo>
                      <a:pt x="15" y="66"/>
                    </a:lnTo>
                    <a:lnTo>
                      <a:pt x="17" y="64"/>
                    </a:lnTo>
                    <a:lnTo>
                      <a:pt x="19" y="62"/>
                    </a:lnTo>
                    <a:lnTo>
                      <a:pt x="21" y="60"/>
                    </a:lnTo>
                    <a:lnTo>
                      <a:pt x="24" y="59"/>
                    </a:lnTo>
                    <a:lnTo>
                      <a:pt x="24" y="57"/>
                    </a:lnTo>
                    <a:lnTo>
                      <a:pt x="26" y="55"/>
                    </a:lnTo>
                    <a:lnTo>
                      <a:pt x="27" y="53"/>
                    </a:lnTo>
                    <a:lnTo>
                      <a:pt x="29" y="50"/>
                    </a:lnTo>
                    <a:lnTo>
                      <a:pt x="29" y="48"/>
                    </a:lnTo>
                    <a:lnTo>
                      <a:pt x="31" y="45"/>
                    </a:lnTo>
                    <a:lnTo>
                      <a:pt x="31" y="43"/>
                    </a:lnTo>
                    <a:lnTo>
                      <a:pt x="33" y="40"/>
                    </a:lnTo>
                    <a:lnTo>
                      <a:pt x="33" y="38"/>
                    </a:lnTo>
                    <a:lnTo>
                      <a:pt x="33" y="34"/>
                    </a:lnTo>
                    <a:lnTo>
                      <a:pt x="34" y="33"/>
                    </a:lnTo>
                    <a:lnTo>
                      <a:pt x="34" y="29"/>
                    </a:lnTo>
                    <a:lnTo>
                      <a:pt x="34" y="26"/>
                    </a:lnTo>
                    <a:lnTo>
                      <a:pt x="34" y="24"/>
                    </a:lnTo>
                    <a:lnTo>
                      <a:pt x="36" y="20"/>
                    </a:lnTo>
                    <a:lnTo>
                      <a:pt x="36" y="19"/>
                    </a:lnTo>
                    <a:lnTo>
                      <a:pt x="36" y="15"/>
                    </a:lnTo>
                    <a:lnTo>
                      <a:pt x="36" y="14"/>
                    </a:lnTo>
                    <a:lnTo>
                      <a:pt x="38" y="10"/>
                    </a:lnTo>
                    <a:lnTo>
                      <a:pt x="38" y="8"/>
                    </a:lnTo>
                    <a:lnTo>
                      <a:pt x="38" y="5"/>
                    </a:lnTo>
                    <a:lnTo>
                      <a:pt x="38" y="3"/>
                    </a:lnTo>
                    <a:lnTo>
                      <a:pt x="40" y="1"/>
                    </a:lnTo>
                    <a:lnTo>
                      <a:pt x="33" y="0"/>
                    </a:lnTo>
                    <a:lnTo>
                      <a:pt x="31" y="1"/>
                    </a:lnTo>
                    <a:lnTo>
                      <a:pt x="31" y="3"/>
                    </a:lnTo>
                    <a:lnTo>
                      <a:pt x="31" y="7"/>
                    </a:lnTo>
                    <a:lnTo>
                      <a:pt x="29" y="8"/>
                    </a:lnTo>
                    <a:lnTo>
                      <a:pt x="29" y="12"/>
                    </a:lnTo>
                    <a:lnTo>
                      <a:pt x="29" y="15"/>
                    </a:lnTo>
                    <a:lnTo>
                      <a:pt x="29" y="17"/>
                    </a:lnTo>
                    <a:lnTo>
                      <a:pt x="29" y="20"/>
                    </a:lnTo>
                    <a:lnTo>
                      <a:pt x="27" y="22"/>
                    </a:lnTo>
                    <a:lnTo>
                      <a:pt x="27" y="26"/>
                    </a:lnTo>
                    <a:lnTo>
                      <a:pt x="27" y="27"/>
                    </a:lnTo>
                    <a:lnTo>
                      <a:pt x="27" y="31"/>
                    </a:lnTo>
                    <a:lnTo>
                      <a:pt x="26" y="34"/>
                    </a:lnTo>
                    <a:lnTo>
                      <a:pt x="26" y="36"/>
                    </a:lnTo>
                    <a:lnTo>
                      <a:pt x="26" y="38"/>
                    </a:lnTo>
                    <a:lnTo>
                      <a:pt x="24" y="41"/>
                    </a:lnTo>
                    <a:lnTo>
                      <a:pt x="24" y="43"/>
                    </a:lnTo>
                    <a:lnTo>
                      <a:pt x="22" y="45"/>
                    </a:lnTo>
                    <a:lnTo>
                      <a:pt x="22" y="48"/>
                    </a:lnTo>
                    <a:lnTo>
                      <a:pt x="21" y="50"/>
                    </a:lnTo>
                    <a:lnTo>
                      <a:pt x="21" y="52"/>
                    </a:lnTo>
                    <a:lnTo>
                      <a:pt x="19" y="53"/>
                    </a:lnTo>
                    <a:lnTo>
                      <a:pt x="17" y="55"/>
                    </a:lnTo>
                    <a:lnTo>
                      <a:pt x="15" y="57"/>
                    </a:lnTo>
                    <a:lnTo>
                      <a:pt x="14" y="57"/>
                    </a:lnTo>
                    <a:lnTo>
                      <a:pt x="12" y="59"/>
                    </a:lnTo>
                    <a:lnTo>
                      <a:pt x="10" y="59"/>
                    </a:lnTo>
                    <a:lnTo>
                      <a:pt x="8" y="60"/>
                    </a:lnTo>
                    <a:lnTo>
                      <a:pt x="5" y="60"/>
                    </a:lnTo>
                    <a:lnTo>
                      <a:pt x="3" y="60"/>
                    </a:lnTo>
                    <a:lnTo>
                      <a:pt x="0" y="60"/>
                    </a:lnTo>
                    <a:lnTo>
                      <a:pt x="0" y="6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57" name="Google Shape;357;p10"/>
              <p:cNvSpPr/>
              <p:nvPr/>
            </p:nvSpPr>
            <p:spPr>
              <a:xfrm>
                <a:off x="4259" y="1820"/>
                <a:ext cx="1149" cy="961"/>
              </a:xfrm>
              <a:custGeom>
                <a:rect b="b" l="l" r="r" t="t"/>
                <a:pathLst>
                  <a:path extrusionOk="0" h="961" w="1149">
                    <a:moveTo>
                      <a:pt x="608" y="0"/>
                    </a:moveTo>
                    <a:lnTo>
                      <a:pt x="605" y="5"/>
                    </a:lnTo>
                    <a:lnTo>
                      <a:pt x="601" y="8"/>
                    </a:lnTo>
                    <a:lnTo>
                      <a:pt x="599" y="12"/>
                    </a:lnTo>
                    <a:lnTo>
                      <a:pt x="596" y="17"/>
                    </a:lnTo>
                    <a:lnTo>
                      <a:pt x="593" y="20"/>
                    </a:lnTo>
                    <a:lnTo>
                      <a:pt x="591" y="26"/>
                    </a:lnTo>
                    <a:lnTo>
                      <a:pt x="589" y="31"/>
                    </a:lnTo>
                    <a:lnTo>
                      <a:pt x="586" y="34"/>
                    </a:lnTo>
                    <a:lnTo>
                      <a:pt x="584" y="40"/>
                    </a:lnTo>
                    <a:lnTo>
                      <a:pt x="582" y="43"/>
                    </a:lnTo>
                    <a:lnTo>
                      <a:pt x="580" y="48"/>
                    </a:lnTo>
                    <a:lnTo>
                      <a:pt x="579" y="53"/>
                    </a:lnTo>
                    <a:lnTo>
                      <a:pt x="577" y="59"/>
                    </a:lnTo>
                    <a:lnTo>
                      <a:pt x="575" y="62"/>
                    </a:lnTo>
                    <a:lnTo>
                      <a:pt x="573" y="67"/>
                    </a:lnTo>
                    <a:lnTo>
                      <a:pt x="572" y="72"/>
                    </a:lnTo>
                    <a:lnTo>
                      <a:pt x="572" y="78"/>
                    </a:lnTo>
                    <a:lnTo>
                      <a:pt x="570" y="83"/>
                    </a:lnTo>
                    <a:lnTo>
                      <a:pt x="568" y="88"/>
                    </a:lnTo>
                    <a:lnTo>
                      <a:pt x="568" y="93"/>
                    </a:lnTo>
                    <a:lnTo>
                      <a:pt x="567" y="98"/>
                    </a:lnTo>
                    <a:lnTo>
                      <a:pt x="567" y="102"/>
                    </a:lnTo>
                    <a:lnTo>
                      <a:pt x="565" y="107"/>
                    </a:lnTo>
                    <a:lnTo>
                      <a:pt x="565" y="112"/>
                    </a:lnTo>
                    <a:lnTo>
                      <a:pt x="565" y="117"/>
                    </a:lnTo>
                    <a:lnTo>
                      <a:pt x="563" y="123"/>
                    </a:lnTo>
                    <a:lnTo>
                      <a:pt x="563" y="128"/>
                    </a:lnTo>
                    <a:lnTo>
                      <a:pt x="563" y="133"/>
                    </a:lnTo>
                    <a:lnTo>
                      <a:pt x="561" y="138"/>
                    </a:lnTo>
                    <a:lnTo>
                      <a:pt x="561" y="143"/>
                    </a:lnTo>
                    <a:lnTo>
                      <a:pt x="561" y="149"/>
                    </a:lnTo>
                    <a:lnTo>
                      <a:pt x="561" y="154"/>
                    </a:lnTo>
                    <a:lnTo>
                      <a:pt x="561" y="156"/>
                    </a:lnTo>
                    <a:lnTo>
                      <a:pt x="561" y="157"/>
                    </a:lnTo>
                    <a:lnTo>
                      <a:pt x="563" y="157"/>
                    </a:lnTo>
                    <a:lnTo>
                      <a:pt x="563" y="159"/>
                    </a:lnTo>
                    <a:lnTo>
                      <a:pt x="563" y="161"/>
                    </a:lnTo>
                    <a:lnTo>
                      <a:pt x="563" y="163"/>
                    </a:lnTo>
                    <a:lnTo>
                      <a:pt x="563" y="164"/>
                    </a:lnTo>
                    <a:lnTo>
                      <a:pt x="565" y="166"/>
                    </a:lnTo>
                    <a:lnTo>
                      <a:pt x="565" y="168"/>
                    </a:lnTo>
                    <a:lnTo>
                      <a:pt x="565" y="169"/>
                    </a:lnTo>
                    <a:lnTo>
                      <a:pt x="565" y="171"/>
                    </a:lnTo>
                    <a:lnTo>
                      <a:pt x="565" y="173"/>
                    </a:lnTo>
                    <a:lnTo>
                      <a:pt x="565" y="175"/>
                    </a:lnTo>
                    <a:lnTo>
                      <a:pt x="565" y="176"/>
                    </a:lnTo>
                    <a:lnTo>
                      <a:pt x="565" y="178"/>
                    </a:lnTo>
                    <a:lnTo>
                      <a:pt x="565" y="180"/>
                    </a:lnTo>
                    <a:lnTo>
                      <a:pt x="567" y="182"/>
                    </a:lnTo>
                    <a:lnTo>
                      <a:pt x="567" y="183"/>
                    </a:lnTo>
                    <a:lnTo>
                      <a:pt x="567" y="185"/>
                    </a:lnTo>
                    <a:lnTo>
                      <a:pt x="567" y="187"/>
                    </a:lnTo>
                    <a:lnTo>
                      <a:pt x="567" y="189"/>
                    </a:lnTo>
                    <a:lnTo>
                      <a:pt x="567" y="190"/>
                    </a:lnTo>
                    <a:lnTo>
                      <a:pt x="567" y="192"/>
                    </a:lnTo>
                    <a:lnTo>
                      <a:pt x="567" y="194"/>
                    </a:lnTo>
                    <a:lnTo>
                      <a:pt x="567" y="195"/>
                    </a:lnTo>
                    <a:lnTo>
                      <a:pt x="567" y="197"/>
                    </a:lnTo>
                    <a:lnTo>
                      <a:pt x="567" y="199"/>
                    </a:lnTo>
                    <a:lnTo>
                      <a:pt x="567" y="201"/>
                    </a:lnTo>
                    <a:lnTo>
                      <a:pt x="567" y="202"/>
                    </a:lnTo>
                    <a:lnTo>
                      <a:pt x="567" y="204"/>
                    </a:lnTo>
                    <a:lnTo>
                      <a:pt x="568" y="208"/>
                    </a:lnTo>
                    <a:lnTo>
                      <a:pt x="568" y="211"/>
                    </a:lnTo>
                    <a:lnTo>
                      <a:pt x="570" y="216"/>
                    </a:lnTo>
                    <a:lnTo>
                      <a:pt x="570" y="220"/>
                    </a:lnTo>
                    <a:lnTo>
                      <a:pt x="572" y="223"/>
                    </a:lnTo>
                    <a:lnTo>
                      <a:pt x="572" y="228"/>
                    </a:lnTo>
                    <a:lnTo>
                      <a:pt x="573" y="232"/>
                    </a:lnTo>
                    <a:lnTo>
                      <a:pt x="573" y="235"/>
                    </a:lnTo>
                    <a:lnTo>
                      <a:pt x="573" y="240"/>
                    </a:lnTo>
                    <a:lnTo>
                      <a:pt x="575" y="244"/>
                    </a:lnTo>
                    <a:lnTo>
                      <a:pt x="575" y="249"/>
                    </a:lnTo>
                    <a:lnTo>
                      <a:pt x="577" y="253"/>
                    </a:lnTo>
                    <a:lnTo>
                      <a:pt x="577" y="256"/>
                    </a:lnTo>
                    <a:lnTo>
                      <a:pt x="577" y="261"/>
                    </a:lnTo>
                    <a:lnTo>
                      <a:pt x="579" y="265"/>
                    </a:lnTo>
                    <a:lnTo>
                      <a:pt x="579" y="268"/>
                    </a:lnTo>
                    <a:lnTo>
                      <a:pt x="580" y="273"/>
                    </a:lnTo>
                    <a:lnTo>
                      <a:pt x="580" y="277"/>
                    </a:lnTo>
                    <a:lnTo>
                      <a:pt x="582" y="280"/>
                    </a:lnTo>
                    <a:lnTo>
                      <a:pt x="582" y="286"/>
                    </a:lnTo>
                    <a:lnTo>
                      <a:pt x="584" y="289"/>
                    </a:lnTo>
                    <a:lnTo>
                      <a:pt x="586" y="292"/>
                    </a:lnTo>
                    <a:lnTo>
                      <a:pt x="586" y="296"/>
                    </a:lnTo>
                    <a:lnTo>
                      <a:pt x="587" y="301"/>
                    </a:lnTo>
                    <a:lnTo>
                      <a:pt x="589" y="305"/>
                    </a:lnTo>
                    <a:lnTo>
                      <a:pt x="591" y="308"/>
                    </a:lnTo>
                    <a:lnTo>
                      <a:pt x="593" y="312"/>
                    </a:lnTo>
                    <a:lnTo>
                      <a:pt x="594" y="315"/>
                    </a:lnTo>
                    <a:lnTo>
                      <a:pt x="596" y="318"/>
                    </a:lnTo>
                    <a:lnTo>
                      <a:pt x="598" y="322"/>
                    </a:lnTo>
                    <a:lnTo>
                      <a:pt x="601" y="325"/>
                    </a:lnTo>
                    <a:lnTo>
                      <a:pt x="603" y="329"/>
                    </a:lnTo>
                    <a:lnTo>
                      <a:pt x="605" y="331"/>
                    </a:lnTo>
                    <a:lnTo>
                      <a:pt x="605" y="332"/>
                    </a:lnTo>
                    <a:lnTo>
                      <a:pt x="606" y="334"/>
                    </a:lnTo>
                    <a:lnTo>
                      <a:pt x="606" y="336"/>
                    </a:lnTo>
                    <a:lnTo>
                      <a:pt x="606" y="337"/>
                    </a:lnTo>
                    <a:lnTo>
                      <a:pt x="608" y="337"/>
                    </a:lnTo>
                    <a:lnTo>
                      <a:pt x="608" y="339"/>
                    </a:lnTo>
                    <a:lnTo>
                      <a:pt x="608" y="341"/>
                    </a:lnTo>
                    <a:lnTo>
                      <a:pt x="610" y="341"/>
                    </a:lnTo>
                    <a:lnTo>
                      <a:pt x="610" y="343"/>
                    </a:lnTo>
                    <a:lnTo>
                      <a:pt x="610" y="344"/>
                    </a:lnTo>
                    <a:lnTo>
                      <a:pt x="612" y="346"/>
                    </a:lnTo>
                    <a:lnTo>
                      <a:pt x="612" y="348"/>
                    </a:lnTo>
                    <a:lnTo>
                      <a:pt x="613" y="350"/>
                    </a:lnTo>
                    <a:lnTo>
                      <a:pt x="615" y="351"/>
                    </a:lnTo>
                    <a:lnTo>
                      <a:pt x="615" y="353"/>
                    </a:lnTo>
                    <a:lnTo>
                      <a:pt x="617" y="355"/>
                    </a:lnTo>
                    <a:lnTo>
                      <a:pt x="619" y="357"/>
                    </a:lnTo>
                    <a:lnTo>
                      <a:pt x="620" y="358"/>
                    </a:lnTo>
                    <a:lnTo>
                      <a:pt x="622" y="360"/>
                    </a:lnTo>
                    <a:lnTo>
                      <a:pt x="624" y="362"/>
                    </a:lnTo>
                    <a:lnTo>
                      <a:pt x="626" y="362"/>
                    </a:lnTo>
                    <a:lnTo>
                      <a:pt x="626" y="363"/>
                    </a:lnTo>
                    <a:lnTo>
                      <a:pt x="629" y="360"/>
                    </a:lnTo>
                    <a:lnTo>
                      <a:pt x="632" y="358"/>
                    </a:lnTo>
                    <a:lnTo>
                      <a:pt x="634" y="355"/>
                    </a:lnTo>
                    <a:lnTo>
                      <a:pt x="638" y="353"/>
                    </a:lnTo>
                    <a:lnTo>
                      <a:pt x="641" y="350"/>
                    </a:lnTo>
                    <a:lnTo>
                      <a:pt x="643" y="348"/>
                    </a:lnTo>
                    <a:lnTo>
                      <a:pt x="646" y="344"/>
                    </a:lnTo>
                    <a:lnTo>
                      <a:pt x="648" y="341"/>
                    </a:lnTo>
                    <a:lnTo>
                      <a:pt x="652" y="339"/>
                    </a:lnTo>
                    <a:lnTo>
                      <a:pt x="653" y="336"/>
                    </a:lnTo>
                    <a:lnTo>
                      <a:pt x="657" y="332"/>
                    </a:lnTo>
                    <a:lnTo>
                      <a:pt x="658" y="329"/>
                    </a:lnTo>
                    <a:lnTo>
                      <a:pt x="660" y="325"/>
                    </a:lnTo>
                    <a:lnTo>
                      <a:pt x="664" y="322"/>
                    </a:lnTo>
                    <a:lnTo>
                      <a:pt x="665" y="318"/>
                    </a:lnTo>
                    <a:lnTo>
                      <a:pt x="667" y="315"/>
                    </a:lnTo>
                    <a:lnTo>
                      <a:pt x="669" y="312"/>
                    </a:lnTo>
                    <a:lnTo>
                      <a:pt x="672" y="308"/>
                    </a:lnTo>
                    <a:lnTo>
                      <a:pt x="674" y="305"/>
                    </a:lnTo>
                    <a:lnTo>
                      <a:pt x="676" y="301"/>
                    </a:lnTo>
                    <a:lnTo>
                      <a:pt x="678" y="298"/>
                    </a:lnTo>
                    <a:lnTo>
                      <a:pt x="679" y="294"/>
                    </a:lnTo>
                    <a:lnTo>
                      <a:pt x="681" y="291"/>
                    </a:lnTo>
                    <a:lnTo>
                      <a:pt x="684" y="287"/>
                    </a:lnTo>
                    <a:lnTo>
                      <a:pt x="686" y="284"/>
                    </a:lnTo>
                    <a:lnTo>
                      <a:pt x="688" y="280"/>
                    </a:lnTo>
                    <a:lnTo>
                      <a:pt x="690" y="277"/>
                    </a:lnTo>
                    <a:lnTo>
                      <a:pt x="691" y="272"/>
                    </a:lnTo>
                    <a:lnTo>
                      <a:pt x="693" y="268"/>
                    </a:lnTo>
                    <a:lnTo>
                      <a:pt x="697" y="265"/>
                    </a:lnTo>
                    <a:lnTo>
                      <a:pt x="698" y="261"/>
                    </a:lnTo>
                    <a:lnTo>
                      <a:pt x="700" y="260"/>
                    </a:lnTo>
                    <a:lnTo>
                      <a:pt x="702" y="256"/>
                    </a:lnTo>
                    <a:lnTo>
                      <a:pt x="704" y="253"/>
                    </a:lnTo>
                    <a:lnTo>
                      <a:pt x="705" y="251"/>
                    </a:lnTo>
                    <a:lnTo>
                      <a:pt x="707" y="247"/>
                    </a:lnTo>
                    <a:lnTo>
                      <a:pt x="709" y="246"/>
                    </a:lnTo>
                    <a:lnTo>
                      <a:pt x="710" y="242"/>
                    </a:lnTo>
                    <a:lnTo>
                      <a:pt x="710" y="239"/>
                    </a:lnTo>
                    <a:lnTo>
                      <a:pt x="712" y="235"/>
                    </a:lnTo>
                    <a:lnTo>
                      <a:pt x="714" y="234"/>
                    </a:lnTo>
                    <a:lnTo>
                      <a:pt x="714" y="230"/>
                    </a:lnTo>
                    <a:lnTo>
                      <a:pt x="716" y="227"/>
                    </a:lnTo>
                    <a:lnTo>
                      <a:pt x="717" y="223"/>
                    </a:lnTo>
                    <a:lnTo>
                      <a:pt x="717" y="221"/>
                    </a:lnTo>
                    <a:lnTo>
                      <a:pt x="719" y="218"/>
                    </a:lnTo>
                    <a:lnTo>
                      <a:pt x="719" y="214"/>
                    </a:lnTo>
                    <a:lnTo>
                      <a:pt x="721" y="211"/>
                    </a:lnTo>
                    <a:lnTo>
                      <a:pt x="721" y="208"/>
                    </a:lnTo>
                    <a:lnTo>
                      <a:pt x="723" y="206"/>
                    </a:lnTo>
                    <a:lnTo>
                      <a:pt x="724" y="202"/>
                    </a:lnTo>
                    <a:lnTo>
                      <a:pt x="724" y="199"/>
                    </a:lnTo>
                    <a:lnTo>
                      <a:pt x="726" y="195"/>
                    </a:lnTo>
                    <a:lnTo>
                      <a:pt x="728" y="194"/>
                    </a:lnTo>
                    <a:lnTo>
                      <a:pt x="728" y="190"/>
                    </a:lnTo>
                    <a:lnTo>
                      <a:pt x="730" y="187"/>
                    </a:lnTo>
                    <a:lnTo>
                      <a:pt x="731" y="183"/>
                    </a:lnTo>
                    <a:lnTo>
                      <a:pt x="731" y="182"/>
                    </a:lnTo>
                    <a:lnTo>
                      <a:pt x="733" y="178"/>
                    </a:lnTo>
                    <a:lnTo>
                      <a:pt x="735" y="175"/>
                    </a:lnTo>
                    <a:lnTo>
                      <a:pt x="736" y="171"/>
                    </a:lnTo>
                    <a:lnTo>
                      <a:pt x="738" y="169"/>
                    </a:lnTo>
                    <a:lnTo>
                      <a:pt x="740" y="166"/>
                    </a:lnTo>
                    <a:lnTo>
                      <a:pt x="742" y="164"/>
                    </a:lnTo>
                    <a:lnTo>
                      <a:pt x="743" y="159"/>
                    </a:lnTo>
                    <a:lnTo>
                      <a:pt x="745" y="154"/>
                    </a:lnTo>
                    <a:lnTo>
                      <a:pt x="745" y="150"/>
                    </a:lnTo>
                    <a:lnTo>
                      <a:pt x="747" y="145"/>
                    </a:lnTo>
                    <a:lnTo>
                      <a:pt x="749" y="140"/>
                    </a:lnTo>
                    <a:lnTo>
                      <a:pt x="749" y="135"/>
                    </a:lnTo>
                    <a:lnTo>
                      <a:pt x="750" y="131"/>
                    </a:lnTo>
                    <a:lnTo>
                      <a:pt x="750" y="126"/>
                    </a:lnTo>
                    <a:lnTo>
                      <a:pt x="752" y="121"/>
                    </a:lnTo>
                    <a:lnTo>
                      <a:pt x="754" y="116"/>
                    </a:lnTo>
                    <a:lnTo>
                      <a:pt x="754" y="112"/>
                    </a:lnTo>
                    <a:lnTo>
                      <a:pt x="756" y="107"/>
                    </a:lnTo>
                    <a:lnTo>
                      <a:pt x="756" y="102"/>
                    </a:lnTo>
                    <a:lnTo>
                      <a:pt x="757" y="97"/>
                    </a:lnTo>
                    <a:lnTo>
                      <a:pt x="757" y="91"/>
                    </a:lnTo>
                    <a:lnTo>
                      <a:pt x="759" y="86"/>
                    </a:lnTo>
                    <a:lnTo>
                      <a:pt x="759" y="83"/>
                    </a:lnTo>
                    <a:lnTo>
                      <a:pt x="759" y="78"/>
                    </a:lnTo>
                    <a:lnTo>
                      <a:pt x="761" y="72"/>
                    </a:lnTo>
                    <a:lnTo>
                      <a:pt x="761" y="67"/>
                    </a:lnTo>
                    <a:lnTo>
                      <a:pt x="761" y="62"/>
                    </a:lnTo>
                    <a:lnTo>
                      <a:pt x="761" y="57"/>
                    </a:lnTo>
                    <a:lnTo>
                      <a:pt x="761" y="52"/>
                    </a:lnTo>
                    <a:lnTo>
                      <a:pt x="761" y="48"/>
                    </a:lnTo>
                    <a:lnTo>
                      <a:pt x="761" y="43"/>
                    </a:lnTo>
                    <a:lnTo>
                      <a:pt x="761" y="38"/>
                    </a:lnTo>
                    <a:lnTo>
                      <a:pt x="761" y="33"/>
                    </a:lnTo>
                    <a:lnTo>
                      <a:pt x="759" y="27"/>
                    </a:lnTo>
                    <a:lnTo>
                      <a:pt x="759" y="22"/>
                    </a:lnTo>
                    <a:lnTo>
                      <a:pt x="757" y="17"/>
                    </a:lnTo>
                    <a:lnTo>
                      <a:pt x="757" y="12"/>
                    </a:lnTo>
                    <a:lnTo>
                      <a:pt x="756" y="8"/>
                    </a:lnTo>
                    <a:lnTo>
                      <a:pt x="757" y="8"/>
                    </a:lnTo>
                    <a:lnTo>
                      <a:pt x="759" y="8"/>
                    </a:lnTo>
                    <a:lnTo>
                      <a:pt x="761" y="8"/>
                    </a:lnTo>
                    <a:lnTo>
                      <a:pt x="762" y="8"/>
                    </a:lnTo>
                    <a:lnTo>
                      <a:pt x="764" y="8"/>
                    </a:lnTo>
                    <a:lnTo>
                      <a:pt x="766" y="8"/>
                    </a:lnTo>
                    <a:lnTo>
                      <a:pt x="766" y="10"/>
                    </a:lnTo>
                    <a:lnTo>
                      <a:pt x="768" y="8"/>
                    </a:lnTo>
                    <a:lnTo>
                      <a:pt x="769" y="8"/>
                    </a:lnTo>
                    <a:lnTo>
                      <a:pt x="771" y="14"/>
                    </a:lnTo>
                    <a:lnTo>
                      <a:pt x="775" y="17"/>
                    </a:lnTo>
                    <a:lnTo>
                      <a:pt x="776" y="20"/>
                    </a:lnTo>
                    <a:lnTo>
                      <a:pt x="780" y="24"/>
                    </a:lnTo>
                    <a:lnTo>
                      <a:pt x="782" y="27"/>
                    </a:lnTo>
                    <a:lnTo>
                      <a:pt x="783" y="33"/>
                    </a:lnTo>
                    <a:lnTo>
                      <a:pt x="785" y="36"/>
                    </a:lnTo>
                    <a:lnTo>
                      <a:pt x="787" y="40"/>
                    </a:lnTo>
                    <a:lnTo>
                      <a:pt x="788" y="43"/>
                    </a:lnTo>
                    <a:lnTo>
                      <a:pt x="790" y="48"/>
                    </a:lnTo>
                    <a:lnTo>
                      <a:pt x="792" y="52"/>
                    </a:lnTo>
                    <a:lnTo>
                      <a:pt x="794" y="57"/>
                    </a:lnTo>
                    <a:lnTo>
                      <a:pt x="794" y="60"/>
                    </a:lnTo>
                    <a:lnTo>
                      <a:pt x="795" y="64"/>
                    </a:lnTo>
                    <a:lnTo>
                      <a:pt x="797" y="69"/>
                    </a:lnTo>
                    <a:lnTo>
                      <a:pt x="799" y="72"/>
                    </a:lnTo>
                    <a:lnTo>
                      <a:pt x="799" y="78"/>
                    </a:lnTo>
                    <a:lnTo>
                      <a:pt x="801" y="81"/>
                    </a:lnTo>
                    <a:lnTo>
                      <a:pt x="802" y="86"/>
                    </a:lnTo>
                    <a:lnTo>
                      <a:pt x="802" y="90"/>
                    </a:lnTo>
                    <a:lnTo>
                      <a:pt x="804" y="95"/>
                    </a:lnTo>
                    <a:lnTo>
                      <a:pt x="804" y="98"/>
                    </a:lnTo>
                    <a:lnTo>
                      <a:pt x="806" y="104"/>
                    </a:lnTo>
                    <a:lnTo>
                      <a:pt x="808" y="107"/>
                    </a:lnTo>
                    <a:lnTo>
                      <a:pt x="808" y="112"/>
                    </a:lnTo>
                    <a:lnTo>
                      <a:pt x="809" y="116"/>
                    </a:lnTo>
                    <a:lnTo>
                      <a:pt x="809" y="121"/>
                    </a:lnTo>
                    <a:lnTo>
                      <a:pt x="811" y="124"/>
                    </a:lnTo>
                    <a:lnTo>
                      <a:pt x="813" y="128"/>
                    </a:lnTo>
                    <a:lnTo>
                      <a:pt x="814" y="133"/>
                    </a:lnTo>
                    <a:lnTo>
                      <a:pt x="814" y="137"/>
                    </a:lnTo>
                    <a:lnTo>
                      <a:pt x="816" y="142"/>
                    </a:lnTo>
                    <a:lnTo>
                      <a:pt x="814" y="142"/>
                    </a:lnTo>
                    <a:lnTo>
                      <a:pt x="813" y="143"/>
                    </a:lnTo>
                    <a:lnTo>
                      <a:pt x="811" y="145"/>
                    </a:lnTo>
                    <a:lnTo>
                      <a:pt x="809" y="147"/>
                    </a:lnTo>
                    <a:lnTo>
                      <a:pt x="808" y="147"/>
                    </a:lnTo>
                    <a:lnTo>
                      <a:pt x="806" y="149"/>
                    </a:lnTo>
                    <a:lnTo>
                      <a:pt x="804" y="149"/>
                    </a:lnTo>
                    <a:lnTo>
                      <a:pt x="802" y="150"/>
                    </a:lnTo>
                    <a:lnTo>
                      <a:pt x="799" y="150"/>
                    </a:lnTo>
                    <a:lnTo>
                      <a:pt x="797" y="152"/>
                    </a:lnTo>
                    <a:lnTo>
                      <a:pt x="795" y="152"/>
                    </a:lnTo>
                    <a:lnTo>
                      <a:pt x="794" y="154"/>
                    </a:lnTo>
                    <a:lnTo>
                      <a:pt x="792" y="154"/>
                    </a:lnTo>
                    <a:lnTo>
                      <a:pt x="790" y="154"/>
                    </a:lnTo>
                    <a:lnTo>
                      <a:pt x="788" y="156"/>
                    </a:lnTo>
                    <a:lnTo>
                      <a:pt x="787" y="156"/>
                    </a:lnTo>
                    <a:lnTo>
                      <a:pt x="785" y="157"/>
                    </a:lnTo>
                    <a:lnTo>
                      <a:pt x="783" y="157"/>
                    </a:lnTo>
                    <a:lnTo>
                      <a:pt x="782" y="159"/>
                    </a:lnTo>
                    <a:lnTo>
                      <a:pt x="780" y="159"/>
                    </a:lnTo>
                    <a:lnTo>
                      <a:pt x="778" y="161"/>
                    </a:lnTo>
                    <a:lnTo>
                      <a:pt x="776" y="163"/>
                    </a:lnTo>
                    <a:lnTo>
                      <a:pt x="775" y="164"/>
                    </a:lnTo>
                    <a:lnTo>
                      <a:pt x="773" y="164"/>
                    </a:lnTo>
                    <a:lnTo>
                      <a:pt x="771" y="166"/>
                    </a:lnTo>
                    <a:lnTo>
                      <a:pt x="769" y="168"/>
                    </a:lnTo>
                    <a:lnTo>
                      <a:pt x="769" y="169"/>
                    </a:lnTo>
                    <a:lnTo>
                      <a:pt x="768" y="171"/>
                    </a:lnTo>
                    <a:lnTo>
                      <a:pt x="766" y="173"/>
                    </a:lnTo>
                    <a:lnTo>
                      <a:pt x="766" y="175"/>
                    </a:lnTo>
                    <a:lnTo>
                      <a:pt x="766" y="176"/>
                    </a:lnTo>
                    <a:lnTo>
                      <a:pt x="768" y="178"/>
                    </a:lnTo>
                    <a:lnTo>
                      <a:pt x="769" y="182"/>
                    </a:lnTo>
                    <a:lnTo>
                      <a:pt x="769" y="183"/>
                    </a:lnTo>
                    <a:lnTo>
                      <a:pt x="771" y="185"/>
                    </a:lnTo>
                    <a:lnTo>
                      <a:pt x="773" y="187"/>
                    </a:lnTo>
                    <a:lnTo>
                      <a:pt x="775" y="189"/>
                    </a:lnTo>
                    <a:lnTo>
                      <a:pt x="776" y="190"/>
                    </a:lnTo>
                    <a:lnTo>
                      <a:pt x="778" y="192"/>
                    </a:lnTo>
                    <a:lnTo>
                      <a:pt x="780" y="194"/>
                    </a:lnTo>
                    <a:lnTo>
                      <a:pt x="782" y="195"/>
                    </a:lnTo>
                    <a:lnTo>
                      <a:pt x="783" y="197"/>
                    </a:lnTo>
                    <a:lnTo>
                      <a:pt x="785" y="197"/>
                    </a:lnTo>
                    <a:lnTo>
                      <a:pt x="787" y="199"/>
                    </a:lnTo>
                    <a:lnTo>
                      <a:pt x="790" y="201"/>
                    </a:lnTo>
                    <a:lnTo>
                      <a:pt x="792" y="202"/>
                    </a:lnTo>
                    <a:lnTo>
                      <a:pt x="794" y="202"/>
                    </a:lnTo>
                    <a:lnTo>
                      <a:pt x="795" y="204"/>
                    </a:lnTo>
                    <a:lnTo>
                      <a:pt x="797" y="206"/>
                    </a:lnTo>
                    <a:lnTo>
                      <a:pt x="799" y="208"/>
                    </a:lnTo>
                    <a:lnTo>
                      <a:pt x="801" y="208"/>
                    </a:lnTo>
                    <a:lnTo>
                      <a:pt x="802" y="209"/>
                    </a:lnTo>
                    <a:lnTo>
                      <a:pt x="804" y="211"/>
                    </a:lnTo>
                    <a:lnTo>
                      <a:pt x="806" y="213"/>
                    </a:lnTo>
                    <a:lnTo>
                      <a:pt x="808" y="214"/>
                    </a:lnTo>
                    <a:lnTo>
                      <a:pt x="809" y="216"/>
                    </a:lnTo>
                    <a:lnTo>
                      <a:pt x="809" y="218"/>
                    </a:lnTo>
                    <a:lnTo>
                      <a:pt x="811" y="220"/>
                    </a:lnTo>
                    <a:lnTo>
                      <a:pt x="813" y="221"/>
                    </a:lnTo>
                    <a:lnTo>
                      <a:pt x="813" y="225"/>
                    </a:lnTo>
                    <a:lnTo>
                      <a:pt x="813" y="227"/>
                    </a:lnTo>
                    <a:lnTo>
                      <a:pt x="814" y="230"/>
                    </a:lnTo>
                    <a:lnTo>
                      <a:pt x="811" y="235"/>
                    </a:lnTo>
                    <a:lnTo>
                      <a:pt x="808" y="242"/>
                    </a:lnTo>
                    <a:lnTo>
                      <a:pt x="804" y="247"/>
                    </a:lnTo>
                    <a:lnTo>
                      <a:pt x="799" y="253"/>
                    </a:lnTo>
                    <a:lnTo>
                      <a:pt x="795" y="260"/>
                    </a:lnTo>
                    <a:lnTo>
                      <a:pt x="792" y="265"/>
                    </a:lnTo>
                    <a:lnTo>
                      <a:pt x="787" y="270"/>
                    </a:lnTo>
                    <a:lnTo>
                      <a:pt x="783" y="277"/>
                    </a:lnTo>
                    <a:lnTo>
                      <a:pt x="778" y="282"/>
                    </a:lnTo>
                    <a:lnTo>
                      <a:pt x="775" y="287"/>
                    </a:lnTo>
                    <a:lnTo>
                      <a:pt x="769" y="292"/>
                    </a:lnTo>
                    <a:lnTo>
                      <a:pt x="764" y="299"/>
                    </a:lnTo>
                    <a:lnTo>
                      <a:pt x="761" y="305"/>
                    </a:lnTo>
                    <a:lnTo>
                      <a:pt x="756" y="310"/>
                    </a:lnTo>
                    <a:lnTo>
                      <a:pt x="750" y="315"/>
                    </a:lnTo>
                    <a:lnTo>
                      <a:pt x="745" y="320"/>
                    </a:lnTo>
                    <a:lnTo>
                      <a:pt x="742" y="325"/>
                    </a:lnTo>
                    <a:lnTo>
                      <a:pt x="736" y="332"/>
                    </a:lnTo>
                    <a:lnTo>
                      <a:pt x="731" y="337"/>
                    </a:lnTo>
                    <a:lnTo>
                      <a:pt x="726" y="343"/>
                    </a:lnTo>
                    <a:lnTo>
                      <a:pt x="723" y="348"/>
                    </a:lnTo>
                    <a:lnTo>
                      <a:pt x="717" y="353"/>
                    </a:lnTo>
                    <a:lnTo>
                      <a:pt x="712" y="358"/>
                    </a:lnTo>
                    <a:lnTo>
                      <a:pt x="709" y="365"/>
                    </a:lnTo>
                    <a:lnTo>
                      <a:pt x="704" y="370"/>
                    </a:lnTo>
                    <a:lnTo>
                      <a:pt x="698" y="376"/>
                    </a:lnTo>
                    <a:lnTo>
                      <a:pt x="695" y="381"/>
                    </a:lnTo>
                    <a:lnTo>
                      <a:pt x="690" y="388"/>
                    </a:lnTo>
                    <a:lnTo>
                      <a:pt x="686" y="393"/>
                    </a:lnTo>
                    <a:lnTo>
                      <a:pt x="683" y="398"/>
                    </a:lnTo>
                    <a:lnTo>
                      <a:pt x="678" y="403"/>
                    </a:lnTo>
                    <a:lnTo>
                      <a:pt x="674" y="410"/>
                    </a:lnTo>
                    <a:lnTo>
                      <a:pt x="676" y="412"/>
                    </a:lnTo>
                    <a:lnTo>
                      <a:pt x="678" y="412"/>
                    </a:lnTo>
                    <a:lnTo>
                      <a:pt x="678" y="414"/>
                    </a:lnTo>
                    <a:lnTo>
                      <a:pt x="679" y="414"/>
                    </a:lnTo>
                    <a:lnTo>
                      <a:pt x="681" y="414"/>
                    </a:lnTo>
                    <a:lnTo>
                      <a:pt x="681" y="412"/>
                    </a:lnTo>
                    <a:lnTo>
                      <a:pt x="683" y="412"/>
                    </a:lnTo>
                    <a:lnTo>
                      <a:pt x="684" y="412"/>
                    </a:lnTo>
                    <a:lnTo>
                      <a:pt x="684" y="410"/>
                    </a:lnTo>
                    <a:lnTo>
                      <a:pt x="686" y="410"/>
                    </a:lnTo>
                    <a:lnTo>
                      <a:pt x="686" y="409"/>
                    </a:lnTo>
                    <a:lnTo>
                      <a:pt x="688" y="409"/>
                    </a:lnTo>
                    <a:lnTo>
                      <a:pt x="690" y="407"/>
                    </a:lnTo>
                    <a:lnTo>
                      <a:pt x="691" y="407"/>
                    </a:lnTo>
                    <a:lnTo>
                      <a:pt x="813" y="263"/>
                    </a:lnTo>
                    <a:lnTo>
                      <a:pt x="814" y="263"/>
                    </a:lnTo>
                    <a:lnTo>
                      <a:pt x="818" y="263"/>
                    </a:lnTo>
                    <a:lnTo>
                      <a:pt x="820" y="263"/>
                    </a:lnTo>
                    <a:lnTo>
                      <a:pt x="821" y="263"/>
                    </a:lnTo>
                    <a:lnTo>
                      <a:pt x="825" y="263"/>
                    </a:lnTo>
                    <a:lnTo>
                      <a:pt x="827" y="263"/>
                    </a:lnTo>
                    <a:lnTo>
                      <a:pt x="828" y="263"/>
                    </a:lnTo>
                    <a:lnTo>
                      <a:pt x="832" y="263"/>
                    </a:lnTo>
                    <a:lnTo>
                      <a:pt x="834" y="263"/>
                    </a:lnTo>
                    <a:lnTo>
                      <a:pt x="835" y="263"/>
                    </a:lnTo>
                    <a:lnTo>
                      <a:pt x="839" y="265"/>
                    </a:lnTo>
                    <a:lnTo>
                      <a:pt x="841" y="265"/>
                    </a:lnTo>
                    <a:lnTo>
                      <a:pt x="842" y="265"/>
                    </a:lnTo>
                    <a:lnTo>
                      <a:pt x="844" y="265"/>
                    </a:lnTo>
                    <a:lnTo>
                      <a:pt x="847" y="265"/>
                    </a:lnTo>
                    <a:lnTo>
                      <a:pt x="849" y="266"/>
                    </a:lnTo>
                    <a:lnTo>
                      <a:pt x="851" y="266"/>
                    </a:lnTo>
                    <a:lnTo>
                      <a:pt x="854" y="266"/>
                    </a:lnTo>
                    <a:lnTo>
                      <a:pt x="856" y="266"/>
                    </a:lnTo>
                    <a:lnTo>
                      <a:pt x="858" y="266"/>
                    </a:lnTo>
                    <a:lnTo>
                      <a:pt x="860" y="268"/>
                    </a:lnTo>
                    <a:lnTo>
                      <a:pt x="863" y="268"/>
                    </a:lnTo>
                    <a:lnTo>
                      <a:pt x="865" y="268"/>
                    </a:lnTo>
                    <a:lnTo>
                      <a:pt x="867" y="268"/>
                    </a:lnTo>
                    <a:lnTo>
                      <a:pt x="868" y="268"/>
                    </a:lnTo>
                    <a:lnTo>
                      <a:pt x="872" y="268"/>
                    </a:lnTo>
                    <a:lnTo>
                      <a:pt x="873" y="268"/>
                    </a:lnTo>
                    <a:lnTo>
                      <a:pt x="875" y="268"/>
                    </a:lnTo>
                    <a:lnTo>
                      <a:pt x="877" y="268"/>
                    </a:lnTo>
                    <a:lnTo>
                      <a:pt x="879" y="270"/>
                    </a:lnTo>
                    <a:lnTo>
                      <a:pt x="882" y="270"/>
                    </a:lnTo>
                    <a:lnTo>
                      <a:pt x="884" y="270"/>
                    </a:lnTo>
                    <a:lnTo>
                      <a:pt x="884" y="268"/>
                    </a:lnTo>
                    <a:lnTo>
                      <a:pt x="886" y="268"/>
                    </a:lnTo>
                    <a:lnTo>
                      <a:pt x="887" y="268"/>
                    </a:lnTo>
                    <a:lnTo>
                      <a:pt x="887" y="266"/>
                    </a:lnTo>
                    <a:lnTo>
                      <a:pt x="887" y="265"/>
                    </a:lnTo>
                    <a:lnTo>
                      <a:pt x="887" y="263"/>
                    </a:lnTo>
                    <a:lnTo>
                      <a:pt x="887" y="261"/>
                    </a:lnTo>
                    <a:lnTo>
                      <a:pt x="887" y="260"/>
                    </a:lnTo>
                    <a:lnTo>
                      <a:pt x="887" y="258"/>
                    </a:lnTo>
                    <a:lnTo>
                      <a:pt x="887" y="256"/>
                    </a:lnTo>
                    <a:lnTo>
                      <a:pt x="825" y="246"/>
                    </a:lnTo>
                    <a:lnTo>
                      <a:pt x="827" y="242"/>
                    </a:lnTo>
                    <a:lnTo>
                      <a:pt x="827" y="240"/>
                    </a:lnTo>
                    <a:lnTo>
                      <a:pt x="828" y="239"/>
                    </a:lnTo>
                    <a:lnTo>
                      <a:pt x="828" y="235"/>
                    </a:lnTo>
                    <a:lnTo>
                      <a:pt x="828" y="234"/>
                    </a:lnTo>
                    <a:lnTo>
                      <a:pt x="828" y="232"/>
                    </a:lnTo>
                    <a:lnTo>
                      <a:pt x="828" y="230"/>
                    </a:lnTo>
                    <a:lnTo>
                      <a:pt x="828" y="227"/>
                    </a:lnTo>
                    <a:lnTo>
                      <a:pt x="828" y="225"/>
                    </a:lnTo>
                    <a:lnTo>
                      <a:pt x="827" y="223"/>
                    </a:lnTo>
                    <a:lnTo>
                      <a:pt x="827" y="221"/>
                    </a:lnTo>
                    <a:lnTo>
                      <a:pt x="827" y="218"/>
                    </a:lnTo>
                    <a:lnTo>
                      <a:pt x="825" y="216"/>
                    </a:lnTo>
                    <a:lnTo>
                      <a:pt x="825" y="214"/>
                    </a:lnTo>
                    <a:lnTo>
                      <a:pt x="823" y="213"/>
                    </a:lnTo>
                    <a:lnTo>
                      <a:pt x="821" y="209"/>
                    </a:lnTo>
                    <a:lnTo>
                      <a:pt x="821" y="208"/>
                    </a:lnTo>
                    <a:lnTo>
                      <a:pt x="820" y="206"/>
                    </a:lnTo>
                    <a:lnTo>
                      <a:pt x="818" y="204"/>
                    </a:lnTo>
                    <a:lnTo>
                      <a:pt x="816" y="202"/>
                    </a:lnTo>
                    <a:lnTo>
                      <a:pt x="814" y="199"/>
                    </a:lnTo>
                    <a:lnTo>
                      <a:pt x="814" y="197"/>
                    </a:lnTo>
                    <a:lnTo>
                      <a:pt x="813" y="195"/>
                    </a:lnTo>
                    <a:lnTo>
                      <a:pt x="811" y="194"/>
                    </a:lnTo>
                    <a:lnTo>
                      <a:pt x="809" y="192"/>
                    </a:lnTo>
                    <a:lnTo>
                      <a:pt x="808" y="190"/>
                    </a:lnTo>
                    <a:lnTo>
                      <a:pt x="806" y="187"/>
                    </a:lnTo>
                    <a:lnTo>
                      <a:pt x="806" y="185"/>
                    </a:lnTo>
                    <a:lnTo>
                      <a:pt x="804" y="183"/>
                    </a:lnTo>
                    <a:lnTo>
                      <a:pt x="802" y="182"/>
                    </a:lnTo>
                    <a:lnTo>
                      <a:pt x="802" y="180"/>
                    </a:lnTo>
                    <a:lnTo>
                      <a:pt x="801" y="178"/>
                    </a:lnTo>
                    <a:lnTo>
                      <a:pt x="806" y="175"/>
                    </a:lnTo>
                    <a:lnTo>
                      <a:pt x="811" y="171"/>
                    </a:lnTo>
                    <a:lnTo>
                      <a:pt x="814" y="168"/>
                    </a:lnTo>
                    <a:lnTo>
                      <a:pt x="820" y="164"/>
                    </a:lnTo>
                    <a:lnTo>
                      <a:pt x="821" y="161"/>
                    </a:lnTo>
                    <a:lnTo>
                      <a:pt x="825" y="157"/>
                    </a:lnTo>
                    <a:lnTo>
                      <a:pt x="827" y="154"/>
                    </a:lnTo>
                    <a:lnTo>
                      <a:pt x="828" y="150"/>
                    </a:lnTo>
                    <a:lnTo>
                      <a:pt x="828" y="147"/>
                    </a:lnTo>
                    <a:lnTo>
                      <a:pt x="830" y="142"/>
                    </a:lnTo>
                    <a:lnTo>
                      <a:pt x="830" y="138"/>
                    </a:lnTo>
                    <a:lnTo>
                      <a:pt x="830" y="135"/>
                    </a:lnTo>
                    <a:lnTo>
                      <a:pt x="830" y="130"/>
                    </a:lnTo>
                    <a:lnTo>
                      <a:pt x="828" y="126"/>
                    </a:lnTo>
                    <a:lnTo>
                      <a:pt x="828" y="121"/>
                    </a:lnTo>
                    <a:lnTo>
                      <a:pt x="827" y="117"/>
                    </a:lnTo>
                    <a:lnTo>
                      <a:pt x="825" y="112"/>
                    </a:lnTo>
                    <a:lnTo>
                      <a:pt x="825" y="109"/>
                    </a:lnTo>
                    <a:lnTo>
                      <a:pt x="823" y="104"/>
                    </a:lnTo>
                    <a:lnTo>
                      <a:pt x="821" y="98"/>
                    </a:lnTo>
                    <a:lnTo>
                      <a:pt x="820" y="95"/>
                    </a:lnTo>
                    <a:lnTo>
                      <a:pt x="818" y="90"/>
                    </a:lnTo>
                    <a:lnTo>
                      <a:pt x="816" y="86"/>
                    </a:lnTo>
                    <a:lnTo>
                      <a:pt x="814" y="81"/>
                    </a:lnTo>
                    <a:lnTo>
                      <a:pt x="813" y="78"/>
                    </a:lnTo>
                    <a:lnTo>
                      <a:pt x="811" y="72"/>
                    </a:lnTo>
                    <a:lnTo>
                      <a:pt x="809" y="69"/>
                    </a:lnTo>
                    <a:lnTo>
                      <a:pt x="808" y="64"/>
                    </a:lnTo>
                    <a:lnTo>
                      <a:pt x="808" y="60"/>
                    </a:lnTo>
                    <a:lnTo>
                      <a:pt x="806" y="55"/>
                    </a:lnTo>
                    <a:lnTo>
                      <a:pt x="806" y="52"/>
                    </a:lnTo>
                    <a:lnTo>
                      <a:pt x="806" y="48"/>
                    </a:lnTo>
                    <a:lnTo>
                      <a:pt x="790" y="17"/>
                    </a:lnTo>
                    <a:lnTo>
                      <a:pt x="795" y="17"/>
                    </a:lnTo>
                    <a:lnTo>
                      <a:pt x="799" y="17"/>
                    </a:lnTo>
                    <a:lnTo>
                      <a:pt x="804" y="19"/>
                    </a:lnTo>
                    <a:lnTo>
                      <a:pt x="808" y="19"/>
                    </a:lnTo>
                    <a:lnTo>
                      <a:pt x="811" y="20"/>
                    </a:lnTo>
                    <a:lnTo>
                      <a:pt x="816" y="20"/>
                    </a:lnTo>
                    <a:lnTo>
                      <a:pt x="820" y="22"/>
                    </a:lnTo>
                    <a:lnTo>
                      <a:pt x="825" y="22"/>
                    </a:lnTo>
                    <a:lnTo>
                      <a:pt x="828" y="24"/>
                    </a:lnTo>
                    <a:lnTo>
                      <a:pt x="832" y="24"/>
                    </a:lnTo>
                    <a:lnTo>
                      <a:pt x="837" y="26"/>
                    </a:lnTo>
                    <a:lnTo>
                      <a:pt x="841" y="27"/>
                    </a:lnTo>
                    <a:lnTo>
                      <a:pt x="844" y="27"/>
                    </a:lnTo>
                    <a:lnTo>
                      <a:pt x="849" y="29"/>
                    </a:lnTo>
                    <a:lnTo>
                      <a:pt x="853" y="29"/>
                    </a:lnTo>
                    <a:lnTo>
                      <a:pt x="856" y="31"/>
                    </a:lnTo>
                    <a:lnTo>
                      <a:pt x="861" y="33"/>
                    </a:lnTo>
                    <a:lnTo>
                      <a:pt x="865" y="34"/>
                    </a:lnTo>
                    <a:lnTo>
                      <a:pt x="868" y="34"/>
                    </a:lnTo>
                    <a:lnTo>
                      <a:pt x="872" y="36"/>
                    </a:lnTo>
                    <a:lnTo>
                      <a:pt x="877" y="38"/>
                    </a:lnTo>
                    <a:lnTo>
                      <a:pt x="880" y="40"/>
                    </a:lnTo>
                    <a:lnTo>
                      <a:pt x="884" y="41"/>
                    </a:lnTo>
                    <a:lnTo>
                      <a:pt x="887" y="43"/>
                    </a:lnTo>
                    <a:lnTo>
                      <a:pt x="893" y="45"/>
                    </a:lnTo>
                    <a:lnTo>
                      <a:pt x="896" y="46"/>
                    </a:lnTo>
                    <a:lnTo>
                      <a:pt x="899" y="48"/>
                    </a:lnTo>
                    <a:lnTo>
                      <a:pt x="903" y="50"/>
                    </a:lnTo>
                    <a:lnTo>
                      <a:pt x="906" y="52"/>
                    </a:lnTo>
                    <a:lnTo>
                      <a:pt x="910" y="53"/>
                    </a:lnTo>
                    <a:lnTo>
                      <a:pt x="915" y="55"/>
                    </a:lnTo>
                    <a:lnTo>
                      <a:pt x="919" y="59"/>
                    </a:lnTo>
                    <a:lnTo>
                      <a:pt x="920" y="57"/>
                    </a:lnTo>
                    <a:lnTo>
                      <a:pt x="922" y="57"/>
                    </a:lnTo>
                    <a:lnTo>
                      <a:pt x="924" y="55"/>
                    </a:lnTo>
                    <a:lnTo>
                      <a:pt x="925" y="55"/>
                    </a:lnTo>
                    <a:lnTo>
                      <a:pt x="927" y="55"/>
                    </a:lnTo>
                    <a:lnTo>
                      <a:pt x="929" y="53"/>
                    </a:lnTo>
                    <a:lnTo>
                      <a:pt x="931" y="53"/>
                    </a:lnTo>
                    <a:lnTo>
                      <a:pt x="932" y="53"/>
                    </a:lnTo>
                    <a:lnTo>
                      <a:pt x="934" y="53"/>
                    </a:lnTo>
                    <a:lnTo>
                      <a:pt x="936" y="52"/>
                    </a:lnTo>
                    <a:lnTo>
                      <a:pt x="938" y="52"/>
                    </a:lnTo>
                    <a:lnTo>
                      <a:pt x="939" y="52"/>
                    </a:lnTo>
                    <a:lnTo>
                      <a:pt x="941" y="52"/>
                    </a:lnTo>
                    <a:lnTo>
                      <a:pt x="943" y="52"/>
                    </a:lnTo>
                    <a:lnTo>
                      <a:pt x="945" y="52"/>
                    </a:lnTo>
                    <a:lnTo>
                      <a:pt x="946" y="52"/>
                    </a:lnTo>
                    <a:lnTo>
                      <a:pt x="948" y="52"/>
                    </a:lnTo>
                    <a:lnTo>
                      <a:pt x="950" y="52"/>
                    </a:lnTo>
                    <a:lnTo>
                      <a:pt x="950" y="53"/>
                    </a:lnTo>
                    <a:lnTo>
                      <a:pt x="951" y="53"/>
                    </a:lnTo>
                    <a:lnTo>
                      <a:pt x="953" y="53"/>
                    </a:lnTo>
                    <a:lnTo>
                      <a:pt x="955" y="55"/>
                    </a:lnTo>
                    <a:lnTo>
                      <a:pt x="957" y="55"/>
                    </a:lnTo>
                    <a:lnTo>
                      <a:pt x="957" y="57"/>
                    </a:lnTo>
                    <a:lnTo>
                      <a:pt x="958" y="57"/>
                    </a:lnTo>
                    <a:lnTo>
                      <a:pt x="960" y="59"/>
                    </a:lnTo>
                    <a:lnTo>
                      <a:pt x="960" y="60"/>
                    </a:lnTo>
                    <a:lnTo>
                      <a:pt x="962" y="62"/>
                    </a:lnTo>
                    <a:lnTo>
                      <a:pt x="964" y="62"/>
                    </a:lnTo>
                    <a:lnTo>
                      <a:pt x="964" y="66"/>
                    </a:lnTo>
                    <a:lnTo>
                      <a:pt x="965" y="66"/>
                    </a:lnTo>
                    <a:lnTo>
                      <a:pt x="965" y="67"/>
                    </a:lnTo>
                    <a:lnTo>
                      <a:pt x="967" y="67"/>
                    </a:lnTo>
                    <a:lnTo>
                      <a:pt x="967" y="69"/>
                    </a:lnTo>
                    <a:lnTo>
                      <a:pt x="969" y="71"/>
                    </a:lnTo>
                    <a:lnTo>
                      <a:pt x="969" y="72"/>
                    </a:lnTo>
                    <a:lnTo>
                      <a:pt x="971" y="74"/>
                    </a:lnTo>
                    <a:lnTo>
                      <a:pt x="971" y="76"/>
                    </a:lnTo>
                    <a:lnTo>
                      <a:pt x="971" y="78"/>
                    </a:lnTo>
                    <a:lnTo>
                      <a:pt x="972" y="79"/>
                    </a:lnTo>
                    <a:lnTo>
                      <a:pt x="972" y="81"/>
                    </a:lnTo>
                    <a:lnTo>
                      <a:pt x="972" y="83"/>
                    </a:lnTo>
                    <a:lnTo>
                      <a:pt x="974" y="85"/>
                    </a:lnTo>
                    <a:lnTo>
                      <a:pt x="974" y="86"/>
                    </a:lnTo>
                    <a:lnTo>
                      <a:pt x="974" y="88"/>
                    </a:lnTo>
                    <a:lnTo>
                      <a:pt x="974" y="90"/>
                    </a:lnTo>
                    <a:lnTo>
                      <a:pt x="976" y="91"/>
                    </a:lnTo>
                    <a:lnTo>
                      <a:pt x="976" y="93"/>
                    </a:lnTo>
                    <a:lnTo>
                      <a:pt x="976" y="95"/>
                    </a:lnTo>
                    <a:lnTo>
                      <a:pt x="976" y="97"/>
                    </a:lnTo>
                    <a:lnTo>
                      <a:pt x="976" y="98"/>
                    </a:lnTo>
                    <a:lnTo>
                      <a:pt x="976" y="100"/>
                    </a:lnTo>
                    <a:lnTo>
                      <a:pt x="977" y="100"/>
                    </a:lnTo>
                    <a:lnTo>
                      <a:pt x="977" y="102"/>
                    </a:lnTo>
                    <a:lnTo>
                      <a:pt x="977" y="104"/>
                    </a:lnTo>
                    <a:lnTo>
                      <a:pt x="977" y="105"/>
                    </a:lnTo>
                    <a:lnTo>
                      <a:pt x="977" y="107"/>
                    </a:lnTo>
                    <a:lnTo>
                      <a:pt x="979" y="109"/>
                    </a:lnTo>
                    <a:lnTo>
                      <a:pt x="979" y="111"/>
                    </a:lnTo>
                    <a:lnTo>
                      <a:pt x="984" y="121"/>
                    </a:lnTo>
                    <a:lnTo>
                      <a:pt x="991" y="133"/>
                    </a:lnTo>
                    <a:lnTo>
                      <a:pt x="998" y="143"/>
                    </a:lnTo>
                    <a:lnTo>
                      <a:pt x="1003" y="154"/>
                    </a:lnTo>
                    <a:lnTo>
                      <a:pt x="1010" y="166"/>
                    </a:lnTo>
                    <a:lnTo>
                      <a:pt x="1016" y="178"/>
                    </a:lnTo>
                    <a:lnTo>
                      <a:pt x="1023" y="189"/>
                    </a:lnTo>
                    <a:lnTo>
                      <a:pt x="1028" y="201"/>
                    </a:lnTo>
                    <a:lnTo>
                      <a:pt x="1033" y="211"/>
                    </a:lnTo>
                    <a:lnTo>
                      <a:pt x="1040" y="223"/>
                    </a:lnTo>
                    <a:lnTo>
                      <a:pt x="1045" y="234"/>
                    </a:lnTo>
                    <a:lnTo>
                      <a:pt x="1050" y="246"/>
                    </a:lnTo>
                    <a:lnTo>
                      <a:pt x="1056" y="258"/>
                    </a:lnTo>
                    <a:lnTo>
                      <a:pt x="1061" y="268"/>
                    </a:lnTo>
                    <a:lnTo>
                      <a:pt x="1068" y="280"/>
                    </a:lnTo>
                    <a:lnTo>
                      <a:pt x="1073" y="292"/>
                    </a:lnTo>
                    <a:lnTo>
                      <a:pt x="1078" y="305"/>
                    </a:lnTo>
                    <a:lnTo>
                      <a:pt x="1083" y="315"/>
                    </a:lnTo>
                    <a:lnTo>
                      <a:pt x="1087" y="327"/>
                    </a:lnTo>
                    <a:lnTo>
                      <a:pt x="1092" y="339"/>
                    </a:lnTo>
                    <a:lnTo>
                      <a:pt x="1097" y="351"/>
                    </a:lnTo>
                    <a:lnTo>
                      <a:pt x="1102" y="363"/>
                    </a:lnTo>
                    <a:lnTo>
                      <a:pt x="1108" y="374"/>
                    </a:lnTo>
                    <a:lnTo>
                      <a:pt x="1111" y="386"/>
                    </a:lnTo>
                    <a:lnTo>
                      <a:pt x="1116" y="398"/>
                    </a:lnTo>
                    <a:lnTo>
                      <a:pt x="1120" y="410"/>
                    </a:lnTo>
                    <a:lnTo>
                      <a:pt x="1125" y="422"/>
                    </a:lnTo>
                    <a:lnTo>
                      <a:pt x="1130" y="435"/>
                    </a:lnTo>
                    <a:lnTo>
                      <a:pt x="1134" y="447"/>
                    </a:lnTo>
                    <a:lnTo>
                      <a:pt x="1137" y="459"/>
                    </a:lnTo>
                    <a:lnTo>
                      <a:pt x="1142" y="471"/>
                    </a:lnTo>
                    <a:lnTo>
                      <a:pt x="1146" y="483"/>
                    </a:lnTo>
                    <a:lnTo>
                      <a:pt x="1147" y="485"/>
                    </a:lnTo>
                    <a:lnTo>
                      <a:pt x="1147" y="486"/>
                    </a:lnTo>
                    <a:lnTo>
                      <a:pt x="1147" y="488"/>
                    </a:lnTo>
                    <a:lnTo>
                      <a:pt x="1147" y="490"/>
                    </a:lnTo>
                    <a:lnTo>
                      <a:pt x="1149" y="492"/>
                    </a:lnTo>
                    <a:lnTo>
                      <a:pt x="1149" y="493"/>
                    </a:lnTo>
                    <a:lnTo>
                      <a:pt x="1149" y="495"/>
                    </a:lnTo>
                    <a:lnTo>
                      <a:pt x="1149" y="497"/>
                    </a:lnTo>
                    <a:lnTo>
                      <a:pt x="1149" y="499"/>
                    </a:lnTo>
                    <a:lnTo>
                      <a:pt x="1149" y="500"/>
                    </a:lnTo>
                    <a:lnTo>
                      <a:pt x="1149" y="502"/>
                    </a:lnTo>
                    <a:lnTo>
                      <a:pt x="1149" y="504"/>
                    </a:lnTo>
                    <a:lnTo>
                      <a:pt x="1149" y="506"/>
                    </a:lnTo>
                    <a:lnTo>
                      <a:pt x="1149" y="507"/>
                    </a:lnTo>
                    <a:lnTo>
                      <a:pt x="1149" y="509"/>
                    </a:lnTo>
                    <a:lnTo>
                      <a:pt x="1149" y="511"/>
                    </a:lnTo>
                    <a:lnTo>
                      <a:pt x="1149" y="512"/>
                    </a:lnTo>
                    <a:lnTo>
                      <a:pt x="1149" y="514"/>
                    </a:lnTo>
                    <a:lnTo>
                      <a:pt x="1147" y="516"/>
                    </a:lnTo>
                    <a:lnTo>
                      <a:pt x="1147" y="518"/>
                    </a:lnTo>
                    <a:lnTo>
                      <a:pt x="1147" y="519"/>
                    </a:lnTo>
                    <a:lnTo>
                      <a:pt x="1147" y="521"/>
                    </a:lnTo>
                    <a:lnTo>
                      <a:pt x="1146" y="523"/>
                    </a:lnTo>
                    <a:lnTo>
                      <a:pt x="1146" y="525"/>
                    </a:lnTo>
                    <a:lnTo>
                      <a:pt x="1144" y="526"/>
                    </a:lnTo>
                    <a:lnTo>
                      <a:pt x="1144" y="528"/>
                    </a:lnTo>
                    <a:lnTo>
                      <a:pt x="1142" y="530"/>
                    </a:lnTo>
                    <a:lnTo>
                      <a:pt x="1142" y="532"/>
                    </a:lnTo>
                    <a:lnTo>
                      <a:pt x="1142" y="533"/>
                    </a:lnTo>
                    <a:lnTo>
                      <a:pt x="1140" y="535"/>
                    </a:lnTo>
                    <a:lnTo>
                      <a:pt x="1135" y="544"/>
                    </a:lnTo>
                    <a:lnTo>
                      <a:pt x="1132" y="551"/>
                    </a:lnTo>
                    <a:lnTo>
                      <a:pt x="1127" y="559"/>
                    </a:lnTo>
                    <a:lnTo>
                      <a:pt x="1121" y="566"/>
                    </a:lnTo>
                    <a:lnTo>
                      <a:pt x="1116" y="575"/>
                    </a:lnTo>
                    <a:lnTo>
                      <a:pt x="1111" y="583"/>
                    </a:lnTo>
                    <a:lnTo>
                      <a:pt x="1104" y="590"/>
                    </a:lnTo>
                    <a:lnTo>
                      <a:pt x="1099" y="597"/>
                    </a:lnTo>
                    <a:lnTo>
                      <a:pt x="1094" y="606"/>
                    </a:lnTo>
                    <a:lnTo>
                      <a:pt x="1088" y="613"/>
                    </a:lnTo>
                    <a:lnTo>
                      <a:pt x="1083" y="622"/>
                    </a:lnTo>
                    <a:lnTo>
                      <a:pt x="1076" y="629"/>
                    </a:lnTo>
                    <a:lnTo>
                      <a:pt x="1071" y="637"/>
                    </a:lnTo>
                    <a:lnTo>
                      <a:pt x="1066" y="644"/>
                    </a:lnTo>
                    <a:lnTo>
                      <a:pt x="1059" y="651"/>
                    </a:lnTo>
                    <a:lnTo>
                      <a:pt x="1054" y="660"/>
                    </a:lnTo>
                    <a:lnTo>
                      <a:pt x="1047" y="667"/>
                    </a:lnTo>
                    <a:lnTo>
                      <a:pt x="1042" y="674"/>
                    </a:lnTo>
                    <a:lnTo>
                      <a:pt x="1035" y="682"/>
                    </a:lnTo>
                    <a:lnTo>
                      <a:pt x="1029" y="689"/>
                    </a:lnTo>
                    <a:lnTo>
                      <a:pt x="1023" y="696"/>
                    </a:lnTo>
                    <a:lnTo>
                      <a:pt x="1017" y="705"/>
                    </a:lnTo>
                    <a:lnTo>
                      <a:pt x="1010" y="712"/>
                    </a:lnTo>
                    <a:lnTo>
                      <a:pt x="1005" y="719"/>
                    </a:lnTo>
                    <a:lnTo>
                      <a:pt x="998" y="727"/>
                    </a:lnTo>
                    <a:lnTo>
                      <a:pt x="993" y="734"/>
                    </a:lnTo>
                    <a:lnTo>
                      <a:pt x="986" y="741"/>
                    </a:lnTo>
                    <a:lnTo>
                      <a:pt x="981" y="750"/>
                    </a:lnTo>
                    <a:lnTo>
                      <a:pt x="974" y="757"/>
                    </a:lnTo>
                    <a:lnTo>
                      <a:pt x="969" y="765"/>
                    </a:lnTo>
                    <a:lnTo>
                      <a:pt x="962" y="772"/>
                    </a:lnTo>
                    <a:lnTo>
                      <a:pt x="957" y="781"/>
                    </a:lnTo>
                    <a:lnTo>
                      <a:pt x="950" y="779"/>
                    </a:lnTo>
                    <a:lnTo>
                      <a:pt x="950" y="772"/>
                    </a:lnTo>
                    <a:lnTo>
                      <a:pt x="950" y="767"/>
                    </a:lnTo>
                    <a:lnTo>
                      <a:pt x="950" y="762"/>
                    </a:lnTo>
                    <a:lnTo>
                      <a:pt x="948" y="755"/>
                    </a:lnTo>
                    <a:lnTo>
                      <a:pt x="948" y="750"/>
                    </a:lnTo>
                    <a:lnTo>
                      <a:pt x="946" y="745"/>
                    </a:lnTo>
                    <a:lnTo>
                      <a:pt x="945" y="738"/>
                    </a:lnTo>
                    <a:lnTo>
                      <a:pt x="943" y="732"/>
                    </a:lnTo>
                    <a:lnTo>
                      <a:pt x="943" y="727"/>
                    </a:lnTo>
                    <a:lnTo>
                      <a:pt x="941" y="720"/>
                    </a:lnTo>
                    <a:lnTo>
                      <a:pt x="939" y="715"/>
                    </a:lnTo>
                    <a:lnTo>
                      <a:pt x="938" y="710"/>
                    </a:lnTo>
                    <a:lnTo>
                      <a:pt x="936" y="703"/>
                    </a:lnTo>
                    <a:lnTo>
                      <a:pt x="936" y="698"/>
                    </a:lnTo>
                    <a:lnTo>
                      <a:pt x="934" y="693"/>
                    </a:lnTo>
                    <a:lnTo>
                      <a:pt x="932" y="686"/>
                    </a:lnTo>
                    <a:lnTo>
                      <a:pt x="931" y="681"/>
                    </a:lnTo>
                    <a:lnTo>
                      <a:pt x="931" y="675"/>
                    </a:lnTo>
                    <a:lnTo>
                      <a:pt x="929" y="668"/>
                    </a:lnTo>
                    <a:lnTo>
                      <a:pt x="929" y="663"/>
                    </a:lnTo>
                    <a:lnTo>
                      <a:pt x="927" y="658"/>
                    </a:lnTo>
                    <a:lnTo>
                      <a:pt x="927" y="653"/>
                    </a:lnTo>
                    <a:lnTo>
                      <a:pt x="927" y="646"/>
                    </a:lnTo>
                    <a:lnTo>
                      <a:pt x="927" y="641"/>
                    </a:lnTo>
                    <a:lnTo>
                      <a:pt x="927" y="635"/>
                    </a:lnTo>
                    <a:lnTo>
                      <a:pt x="927" y="630"/>
                    </a:lnTo>
                    <a:lnTo>
                      <a:pt x="929" y="623"/>
                    </a:lnTo>
                    <a:lnTo>
                      <a:pt x="929" y="618"/>
                    </a:lnTo>
                    <a:lnTo>
                      <a:pt x="931" y="613"/>
                    </a:lnTo>
                    <a:lnTo>
                      <a:pt x="932" y="608"/>
                    </a:lnTo>
                    <a:lnTo>
                      <a:pt x="936" y="601"/>
                    </a:lnTo>
                    <a:lnTo>
                      <a:pt x="938" y="596"/>
                    </a:lnTo>
                    <a:lnTo>
                      <a:pt x="983" y="532"/>
                    </a:lnTo>
                    <a:lnTo>
                      <a:pt x="983" y="528"/>
                    </a:lnTo>
                    <a:lnTo>
                      <a:pt x="983" y="526"/>
                    </a:lnTo>
                    <a:lnTo>
                      <a:pt x="981" y="525"/>
                    </a:lnTo>
                    <a:lnTo>
                      <a:pt x="981" y="521"/>
                    </a:lnTo>
                    <a:lnTo>
                      <a:pt x="981" y="519"/>
                    </a:lnTo>
                    <a:lnTo>
                      <a:pt x="979" y="518"/>
                    </a:lnTo>
                    <a:lnTo>
                      <a:pt x="979" y="514"/>
                    </a:lnTo>
                    <a:lnTo>
                      <a:pt x="977" y="512"/>
                    </a:lnTo>
                    <a:lnTo>
                      <a:pt x="977" y="509"/>
                    </a:lnTo>
                    <a:lnTo>
                      <a:pt x="976" y="507"/>
                    </a:lnTo>
                    <a:lnTo>
                      <a:pt x="976" y="506"/>
                    </a:lnTo>
                    <a:lnTo>
                      <a:pt x="974" y="502"/>
                    </a:lnTo>
                    <a:lnTo>
                      <a:pt x="974" y="500"/>
                    </a:lnTo>
                    <a:lnTo>
                      <a:pt x="972" y="499"/>
                    </a:lnTo>
                    <a:lnTo>
                      <a:pt x="972" y="495"/>
                    </a:lnTo>
                    <a:lnTo>
                      <a:pt x="972" y="493"/>
                    </a:lnTo>
                    <a:lnTo>
                      <a:pt x="972" y="492"/>
                    </a:lnTo>
                    <a:lnTo>
                      <a:pt x="971" y="488"/>
                    </a:lnTo>
                    <a:lnTo>
                      <a:pt x="971" y="486"/>
                    </a:lnTo>
                    <a:lnTo>
                      <a:pt x="971" y="485"/>
                    </a:lnTo>
                    <a:lnTo>
                      <a:pt x="972" y="483"/>
                    </a:lnTo>
                    <a:lnTo>
                      <a:pt x="972" y="480"/>
                    </a:lnTo>
                    <a:lnTo>
                      <a:pt x="972" y="478"/>
                    </a:lnTo>
                    <a:lnTo>
                      <a:pt x="974" y="476"/>
                    </a:lnTo>
                    <a:lnTo>
                      <a:pt x="974" y="474"/>
                    </a:lnTo>
                    <a:lnTo>
                      <a:pt x="976" y="473"/>
                    </a:lnTo>
                    <a:lnTo>
                      <a:pt x="977" y="471"/>
                    </a:lnTo>
                    <a:lnTo>
                      <a:pt x="979" y="469"/>
                    </a:lnTo>
                    <a:lnTo>
                      <a:pt x="983" y="467"/>
                    </a:lnTo>
                    <a:lnTo>
                      <a:pt x="984" y="466"/>
                    </a:lnTo>
                    <a:lnTo>
                      <a:pt x="988" y="466"/>
                    </a:lnTo>
                    <a:lnTo>
                      <a:pt x="991" y="464"/>
                    </a:lnTo>
                    <a:lnTo>
                      <a:pt x="990" y="460"/>
                    </a:lnTo>
                    <a:lnTo>
                      <a:pt x="990" y="459"/>
                    </a:lnTo>
                    <a:lnTo>
                      <a:pt x="988" y="455"/>
                    </a:lnTo>
                    <a:lnTo>
                      <a:pt x="986" y="454"/>
                    </a:lnTo>
                    <a:lnTo>
                      <a:pt x="984" y="450"/>
                    </a:lnTo>
                    <a:lnTo>
                      <a:pt x="983" y="448"/>
                    </a:lnTo>
                    <a:lnTo>
                      <a:pt x="983" y="447"/>
                    </a:lnTo>
                    <a:lnTo>
                      <a:pt x="981" y="443"/>
                    </a:lnTo>
                    <a:lnTo>
                      <a:pt x="979" y="441"/>
                    </a:lnTo>
                    <a:lnTo>
                      <a:pt x="977" y="438"/>
                    </a:lnTo>
                    <a:lnTo>
                      <a:pt x="976" y="436"/>
                    </a:lnTo>
                    <a:lnTo>
                      <a:pt x="974" y="433"/>
                    </a:lnTo>
                    <a:lnTo>
                      <a:pt x="972" y="431"/>
                    </a:lnTo>
                    <a:lnTo>
                      <a:pt x="971" y="429"/>
                    </a:lnTo>
                    <a:lnTo>
                      <a:pt x="971" y="426"/>
                    </a:lnTo>
                    <a:lnTo>
                      <a:pt x="969" y="424"/>
                    </a:lnTo>
                    <a:lnTo>
                      <a:pt x="967" y="421"/>
                    </a:lnTo>
                    <a:lnTo>
                      <a:pt x="965" y="419"/>
                    </a:lnTo>
                    <a:lnTo>
                      <a:pt x="964" y="417"/>
                    </a:lnTo>
                    <a:lnTo>
                      <a:pt x="962" y="414"/>
                    </a:lnTo>
                    <a:lnTo>
                      <a:pt x="960" y="412"/>
                    </a:lnTo>
                    <a:lnTo>
                      <a:pt x="958" y="409"/>
                    </a:lnTo>
                    <a:lnTo>
                      <a:pt x="957" y="407"/>
                    </a:lnTo>
                    <a:lnTo>
                      <a:pt x="955" y="405"/>
                    </a:lnTo>
                    <a:lnTo>
                      <a:pt x="955" y="402"/>
                    </a:lnTo>
                    <a:lnTo>
                      <a:pt x="953" y="400"/>
                    </a:lnTo>
                    <a:lnTo>
                      <a:pt x="951" y="396"/>
                    </a:lnTo>
                    <a:lnTo>
                      <a:pt x="950" y="395"/>
                    </a:lnTo>
                    <a:lnTo>
                      <a:pt x="948" y="391"/>
                    </a:lnTo>
                    <a:lnTo>
                      <a:pt x="946" y="389"/>
                    </a:lnTo>
                    <a:lnTo>
                      <a:pt x="946" y="386"/>
                    </a:lnTo>
                    <a:lnTo>
                      <a:pt x="945" y="384"/>
                    </a:lnTo>
                    <a:lnTo>
                      <a:pt x="945" y="379"/>
                    </a:lnTo>
                    <a:lnTo>
                      <a:pt x="945" y="372"/>
                    </a:lnTo>
                    <a:lnTo>
                      <a:pt x="945" y="367"/>
                    </a:lnTo>
                    <a:lnTo>
                      <a:pt x="945" y="362"/>
                    </a:lnTo>
                    <a:lnTo>
                      <a:pt x="945" y="355"/>
                    </a:lnTo>
                    <a:lnTo>
                      <a:pt x="945" y="350"/>
                    </a:lnTo>
                    <a:lnTo>
                      <a:pt x="945" y="344"/>
                    </a:lnTo>
                    <a:lnTo>
                      <a:pt x="945" y="337"/>
                    </a:lnTo>
                    <a:lnTo>
                      <a:pt x="945" y="332"/>
                    </a:lnTo>
                    <a:lnTo>
                      <a:pt x="945" y="327"/>
                    </a:lnTo>
                    <a:lnTo>
                      <a:pt x="945" y="322"/>
                    </a:lnTo>
                    <a:lnTo>
                      <a:pt x="945" y="315"/>
                    </a:lnTo>
                    <a:lnTo>
                      <a:pt x="945" y="310"/>
                    </a:lnTo>
                    <a:lnTo>
                      <a:pt x="945" y="305"/>
                    </a:lnTo>
                    <a:lnTo>
                      <a:pt x="945" y="298"/>
                    </a:lnTo>
                    <a:lnTo>
                      <a:pt x="945" y="292"/>
                    </a:lnTo>
                    <a:lnTo>
                      <a:pt x="945" y="287"/>
                    </a:lnTo>
                    <a:lnTo>
                      <a:pt x="945" y="282"/>
                    </a:lnTo>
                    <a:lnTo>
                      <a:pt x="945" y="275"/>
                    </a:lnTo>
                    <a:lnTo>
                      <a:pt x="945" y="270"/>
                    </a:lnTo>
                    <a:lnTo>
                      <a:pt x="945" y="265"/>
                    </a:lnTo>
                    <a:lnTo>
                      <a:pt x="945" y="258"/>
                    </a:lnTo>
                    <a:lnTo>
                      <a:pt x="945" y="253"/>
                    </a:lnTo>
                    <a:lnTo>
                      <a:pt x="945" y="247"/>
                    </a:lnTo>
                    <a:lnTo>
                      <a:pt x="946" y="242"/>
                    </a:lnTo>
                    <a:lnTo>
                      <a:pt x="946" y="235"/>
                    </a:lnTo>
                    <a:lnTo>
                      <a:pt x="946" y="230"/>
                    </a:lnTo>
                    <a:lnTo>
                      <a:pt x="946" y="225"/>
                    </a:lnTo>
                    <a:lnTo>
                      <a:pt x="948" y="220"/>
                    </a:lnTo>
                    <a:lnTo>
                      <a:pt x="948" y="213"/>
                    </a:lnTo>
                    <a:lnTo>
                      <a:pt x="950" y="208"/>
                    </a:lnTo>
                    <a:lnTo>
                      <a:pt x="950" y="202"/>
                    </a:lnTo>
                    <a:lnTo>
                      <a:pt x="950" y="201"/>
                    </a:lnTo>
                    <a:lnTo>
                      <a:pt x="950" y="199"/>
                    </a:lnTo>
                    <a:lnTo>
                      <a:pt x="948" y="199"/>
                    </a:lnTo>
                    <a:lnTo>
                      <a:pt x="948" y="197"/>
                    </a:lnTo>
                    <a:lnTo>
                      <a:pt x="946" y="197"/>
                    </a:lnTo>
                    <a:lnTo>
                      <a:pt x="946" y="195"/>
                    </a:lnTo>
                    <a:lnTo>
                      <a:pt x="945" y="195"/>
                    </a:lnTo>
                    <a:lnTo>
                      <a:pt x="943" y="195"/>
                    </a:lnTo>
                    <a:lnTo>
                      <a:pt x="943" y="194"/>
                    </a:lnTo>
                    <a:lnTo>
                      <a:pt x="941" y="194"/>
                    </a:lnTo>
                    <a:lnTo>
                      <a:pt x="941" y="195"/>
                    </a:lnTo>
                    <a:lnTo>
                      <a:pt x="939" y="195"/>
                    </a:lnTo>
                    <a:lnTo>
                      <a:pt x="936" y="201"/>
                    </a:lnTo>
                    <a:lnTo>
                      <a:pt x="934" y="209"/>
                    </a:lnTo>
                    <a:lnTo>
                      <a:pt x="934" y="218"/>
                    </a:lnTo>
                    <a:lnTo>
                      <a:pt x="932" y="227"/>
                    </a:lnTo>
                    <a:lnTo>
                      <a:pt x="932" y="237"/>
                    </a:lnTo>
                    <a:lnTo>
                      <a:pt x="931" y="246"/>
                    </a:lnTo>
                    <a:lnTo>
                      <a:pt x="931" y="254"/>
                    </a:lnTo>
                    <a:lnTo>
                      <a:pt x="929" y="263"/>
                    </a:lnTo>
                    <a:lnTo>
                      <a:pt x="927" y="273"/>
                    </a:lnTo>
                    <a:lnTo>
                      <a:pt x="927" y="282"/>
                    </a:lnTo>
                    <a:lnTo>
                      <a:pt x="925" y="291"/>
                    </a:lnTo>
                    <a:lnTo>
                      <a:pt x="925" y="299"/>
                    </a:lnTo>
                    <a:lnTo>
                      <a:pt x="924" y="310"/>
                    </a:lnTo>
                    <a:lnTo>
                      <a:pt x="924" y="318"/>
                    </a:lnTo>
                    <a:lnTo>
                      <a:pt x="922" y="327"/>
                    </a:lnTo>
                    <a:lnTo>
                      <a:pt x="920" y="336"/>
                    </a:lnTo>
                    <a:lnTo>
                      <a:pt x="920" y="344"/>
                    </a:lnTo>
                    <a:lnTo>
                      <a:pt x="919" y="355"/>
                    </a:lnTo>
                    <a:lnTo>
                      <a:pt x="917" y="363"/>
                    </a:lnTo>
                    <a:lnTo>
                      <a:pt x="917" y="372"/>
                    </a:lnTo>
                    <a:lnTo>
                      <a:pt x="915" y="381"/>
                    </a:lnTo>
                    <a:lnTo>
                      <a:pt x="913" y="389"/>
                    </a:lnTo>
                    <a:lnTo>
                      <a:pt x="912" y="398"/>
                    </a:lnTo>
                    <a:lnTo>
                      <a:pt x="910" y="407"/>
                    </a:lnTo>
                    <a:lnTo>
                      <a:pt x="910" y="417"/>
                    </a:lnTo>
                    <a:lnTo>
                      <a:pt x="908" y="426"/>
                    </a:lnTo>
                    <a:lnTo>
                      <a:pt x="906" y="435"/>
                    </a:lnTo>
                    <a:lnTo>
                      <a:pt x="905" y="443"/>
                    </a:lnTo>
                    <a:lnTo>
                      <a:pt x="903" y="452"/>
                    </a:lnTo>
                    <a:lnTo>
                      <a:pt x="901" y="460"/>
                    </a:lnTo>
                    <a:lnTo>
                      <a:pt x="899" y="469"/>
                    </a:lnTo>
                    <a:lnTo>
                      <a:pt x="896" y="478"/>
                    </a:lnTo>
                    <a:lnTo>
                      <a:pt x="894" y="486"/>
                    </a:lnTo>
                    <a:lnTo>
                      <a:pt x="896" y="488"/>
                    </a:lnTo>
                    <a:lnTo>
                      <a:pt x="896" y="490"/>
                    </a:lnTo>
                    <a:lnTo>
                      <a:pt x="898" y="490"/>
                    </a:lnTo>
                    <a:lnTo>
                      <a:pt x="899" y="492"/>
                    </a:lnTo>
                    <a:lnTo>
                      <a:pt x="899" y="493"/>
                    </a:lnTo>
                    <a:lnTo>
                      <a:pt x="901" y="495"/>
                    </a:lnTo>
                    <a:lnTo>
                      <a:pt x="903" y="497"/>
                    </a:lnTo>
                    <a:lnTo>
                      <a:pt x="905" y="499"/>
                    </a:lnTo>
                    <a:lnTo>
                      <a:pt x="906" y="500"/>
                    </a:lnTo>
                    <a:lnTo>
                      <a:pt x="906" y="502"/>
                    </a:lnTo>
                    <a:lnTo>
                      <a:pt x="908" y="504"/>
                    </a:lnTo>
                    <a:lnTo>
                      <a:pt x="910" y="506"/>
                    </a:lnTo>
                    <a:lnTo>
                      <a:pt x="912" y="507"/>
                    </a:lnTo>
                    <a:lnTo>
                      <a:pt x="913" y="509"/>
                    </a:lnTo>
                    <a:lnTo>
                      <a:pt x="915" y="511"/>
                    </a:lnTo>
                    <a:lnTo>
                      <a:pt x="915" y="512"/>
                    </a:lnTo>
                    <a:lnTo>
                      <a:pt x="917" y="514"/>
                    </a:lnTo>
                    <a:lnTo>
                      <a:pt x="919" y="516"/>
                    </a:lnTo>
                    <a:lnTo>
                      <a:pt x="919" y="518"/>
                    </a:lnTo>
                    <a:lnTo>
                      <a:pt x="920" y="519"/>
                    </a:lnTo>
                    <a:lnTo>
                      <a:pt x="920" y="521"/>
                    </a:lnTo>
                    <a:lnTo>
                      <a:pt x="920" y="523"/>
                    </a:lnTo>
                    <a:lnTo>
                      <a:pt x="920" y="525"/>
                    </a:lnTo>
                    <a:lnTo>
                      <a:pt x="920" y="526"/>
                    </a:lnTo>
                    <a:lnTo>
                      <a:pt x="920" y="528"/>
                    </a:lnTo>
                    <a:lnTo>
                      <a:pt x="920" y="530"/>
                    </a:lnTo>
                    <a:lnTo>
                      <a:pt x="920" y="532"/>
                    </a:lnTo>
                    <a:lnTo>
                      <a:pt x="919" y="533"/>
                    </a:lnTo>
                    <a:lnTo>
                      <a:pt x="919" y="535"/>
                    </a:lnTo>
                    <a:lnTo>
                      <a:pt x="917" y="537"/>
                    </a:lnTo>
                    <a:lnTo>
                      <a:pt x="915" y="540"/>
                    </a:lnTo>
                    <a:lnTo>
                      <a:pt x="913" y="542"/>
                    </a:lnTo>
                    <a:lnTo>
                      <a:pt x="912" y="544"/>
                    </a:lnTo>
                    <a:lnTo>
                      <a:pt x="908" y="545"/>
                    </a:lnTo>
                    <a:lnTo>
                      <a:pt x="906" y="547"/>
                    </a:lnTo>
                    <a:lnTo>
                      <a:pt x="905" y="549"/>
                    </a:lnTo>
                    <a:lnTo>
                      <a:pt x="903" y="551"/>
                    </a:lnTo>
                    <a:lnTo>
                      <a:pt x="903" y="552"/>
                    </a:lnTo>
                    <a:lnTo>
                      <a:pt x="901" y="556"/>
                    </a:lnTo>
                    <a:lnTo>
                      <a:pt x="901" y="558"/>
                    </a:lnTo>
                    <a:lnTo>
                      <a:pt x="899" y="559"/>
                    </a:lnTo>
                    <a:lnTo>
                      <a:pt x="899" y="561"/>
                    </a:lnTo>
                    <a:lnTo>
                      <a:pt x="899" y="564"/>
                    </a:lnTo>
                    <a:lnTo>
                      <a:pt x="898" y="566"/>
                    </a:lnTo>
                    <a:lnTo>
                      <a:pt x="898" y="568"/>
                    </a:lnTo>
                    <a:lnTo>
                      <a:pt x="898" y="571"/>
                    </a:lnTo>
                    <a:lnTo>
                      <a:pt x="898" y="573"/>
                    </a:lnTo>
                    <a:lnTo>
                      <a:pt x="898" y="577"/>
                    </a:lnTo>
                    <a:lnTo>
                      <a:pt x="898" y="578"/>
                    </a:lnTo>
                    <a:lnTo>
                      <a:pt x="898" y="580"/>
                    </a:lnTo>
                    <a:lnTo>
                      <a:pt x="899" y="583"/>
                    </a:lnTo>
                    <a:lnTo>
                      <a:pt x="899" y="585"/>
                    </a:lnTo>
                    <a:lnTo>
                      <a:pt x="899" y="589"/>
                    </a:lnTo>
                    <a:lnTo>
                      <a:pt x="899" y="590"/>
                    </a:lnTo>
                    <a:lnTo>
                      <a:pt x="899" y="594"/>
                    </a:lnTo>
                    <a:lnTo>
                      <a:pt x="899" y="596"/>
                    </a:lnTo>
                    <a:lnTo>
                      <a:pt x="901" y="599"/>
                    </a:lnTo>
                    <a:lnTo>
                      <a:pt x="901" y="601"/>
                    </a:lnTo>
                    <a:lnTo>
                      <a:pt x="901" y="604"/>
                    </a:lnTo>
                    <a:lnTo>
                      <a:pt x="901" y="606"/>
                    </a:lnTo>
                    <a:lnTo>
                      <a:pt x="901" y="609"/>
                    </a:lnTo>
                    <a:lnTo>
                      <a:pt x="901" y="611"/>
                    </a:lnTo>
                    <a:lnTo>
                      <a:pt x="901" y="613"/>
                    </a:lnTo>
                    <a:lnTo>
                      <a:pt x="901" y="616"/>
                    </a:lnTo>
                    <a:lnTo>
                      <a:pt x="903" y="625"/>
                    </a:lnTo>
                    <a:lnTo>
                      <a:pt x="905" y="635"/>
                    </a:lnTo>
                    <a:lnTo>
                      <a:pt x="905" y="644"/>
                    </a:lnTo>
                    <a:lnTo>
                      <a:pt x="906" y="655"/>
                    </a:lnTo>
                    <a:lnTo>
                      <a:pt x="908" y="663"/>
                    </a:lnTo>
                    <a:lnTo>
                      <a:pt x="910" y="674"/>
                    </a:lnTo>
                    <a:lnTo>
                      <a:pt x="912" y="682"/>
                    </a:lnTo>
                    <a:lnTo>
                      <a:pt x="912" y="691"/>
                    </a:lnTo>
                    <a:lnTo>
                      <a:pt x="913" y="701"/>
                    </a:lnTo>
                    <a:lnTo>
                      <a:pt x="915" y="710"/>
                    </a:lnTo>
                    <a:lnTo>
                      <a:pt x="915" y="720"/>
                    </a:lnTo>
                    <a:lnTo>
                      <a:pt x="917" y="729"/>
                    </a:lnTo>
                    <a:lnTo>
                      <a:pt x="917" y="739"/>
                    </a:lnTo>
                    <a:lnTo>
                      <a:pt x="919" y="748"/>
                    </a:lnTo>
                    <a:lnTo>
                      <a:pt x="920" y="758"/>
                    </a:lnTo>
                    <a:lnTo>
                      <a:pt x="920" y="767"/>
                    </a:lnTo>
                    <a:lnTo>
                      <a:pt x="922" y="776"/>
                    </a:lnTo>
                    <a:lnTo>
                      <a:pt x="922" y="786"/>
                    </a:lnTo>
                    <a:lnTo>
                      <a:pt x="924" y="795"/>
                    </a:lnTo>
                    <a:lnTo>
                      <a:pt x="924" y="805"/>
                    </a:lnTo>
                    <a:lnTo>
                      <a:pt x="925" y="814"/>
                    </a:lnTo>
                    <a:lnTo>
                      <a:pt x="925" y="824"/>
                    </a:lnTo>
                    <a:lnTo>
                      <a:pt x="927" y="833"/>
                    </a:lnTo>
                    <a:lnTo>
                      <a:pt x="927" y="843"/>
                    </a:lnTo>
                    <a:lnTo>
                      <a:pt x="929" y="852"/>
                    </a:lnTo>
                    <a:lnTo>
                      <a:pt x="929" y="862"/>
                    </a:lnTo>
                    <a:lnTo>
                      <a:pt x="931" y="873"/>
                    </a:lnTo>
                    <a:lnTo>
                      <a:pt x="931" y="881"/>
                    </a:lnTo>
                    <a:lnTo>
                      <a:pt x="932" y="892"/>
                    </a:lnTo>
                    <a:lnTo>
                      <a:pt x="932" y="901"/>
                    </a:lnTo>
                    <a:lnTo>
                      <a:pt x="934" y="911"/>
                    </a:lnTo>
                    <a:lnTo>
                      <a:pt x="934" y="921"/>
                    </a:lnTo>
                    <a:lnTo>
                      <a:pt x="934" y="923"/>
                    </a:lnTo>
                    <a:lnTo>
                      <a:pt x="932" y="925"/>
                    </a:lnTo>
                    <a:lnTo>
                      <a:pt x="932" y="926"/>
                    </a:lnTo>
                    <a:lnTo>
                      <a:pt x="931" y="926"/>
                    </a:lnTo>
                    <a:lnTo>
                      <a:pt x="929" y="928"/>
                    </a:lnTo>
                    <a:lnTo>
                      <a:pt x="929" y="930"/>
                    </a:lnTo>
                    <a:lnTo>
                      <a:pt x="927" y="932"/>
                    </a:lnTo>
                    <a:lnTo>
                      <a:pt x="925" y="933"/>
                    </a:lnTo>
                    <a:lnTo>
                      <a:pt x="924" y="933"/>
                    </a:lnTo>
                    <a:lnTo>
                      <a:pt x="924" y="935"/>
                    </a:lnTo>
                    <a:lnTo>
                      <a:pt x="922" y="937"/>
                    </a:lnTo>
                    <a:lnTo>
                      <a:pt x="920" y="937"/>
                    </a:lnTo>
                    <a:lnTo>
                      <a:pt x="919" y="939"/>
                    </a:lnTo>
                    <a:lnTo>
                      <a:pt x="917" y="939"/>
                    </a:lnTo>
                    <a:lnTo>
                      <a:pt x="915" y="940"/>
                    </a:lnTo>
                    <a:lnTo>
                      <a:pt x="913" y="940"/>
                    </a:lnTo>
                    <a:lnTo>
                      <a:pt x="912" y="942"/>
                    </a:lnTo>
                    <a:lnTo>
                      <a:pt x="910" y="942"/>
                    </a:lnTo>
                    <a:lnTo>
                      <a:pt x="908" y="944"/>
                    </a:lnTo>
                    <a:lnTo>
                      <a:pt x="906" y="944"/>
                    </a:lnTo>
                    <a:lnTo>
                      <a:pt x="905" y="946"/>
                    </a:lnTo>
                    <a:lnTo>
                      <a:pt x="903" y="946"/>
                    </a:lnTo>
                    <a:lnTo>
                      <a:pt x="901" y="946"/>
                    </a:lnTo>
                    <a:lnTo>
                      <a:pt x="899" y="947"/>
                    </a:lnTo>
                    <a:lnTo>
                      <a:pt x="896" y="947"/>
                    </a:lnTo>
                    <a:lnTo>
                      <a:pt x="894" y="947"/>
                    </a:lnTo>
                    <a:lnTo>
                      <a:pt x="893" y="949"/>
                    </a:lnTo>
                    <a:lnTo>
                      <a:pt x="891" y="949"/>
                    </a:lnTo>
                    <a:lnTo>
                      <a:pt x="889" y="949"/>
                    </a:lnTo>
                    <a:lnTo>
                      <a:pt x="887" y="949"/>
                    </a:lnTo>
                    <a:lnTo>
                      <a:pt x="886" y="951"/>
                    </a:lnTo>
                    <a:lnTo>
                      <a:pt x="884" y="951"/>
                    </a:lnTo>
                    <a:lnTo>
                      <a:pt x="879" y="951"/>
                    </a:lnTo>
                    <a:lnTo>
                      <a:pt x="873" y="952"/>
                    </a:lnTo>
                    <a:lnTo>
                      <a:pt x="870" y="954"/>
                    </a:lnTo>
                    <a:lnTo>
                      <a:pt x="865" y="954"/>
                    </a:lnTo>
                    <a:lnTo>
                      <a:pt x="860" y="956"/>
                    </a:lnTo>
                    <a:lnTo>
                      <a:pt x="854" y="956"/>
                    </a:lnTo>
                    <a:lnTo>
                      <a:pt x="849" y="958"/>
                    </a:lnTo>
                    <a:lnTo>
                      <a:pt x="844" y="958"/>
                    </a:lnTo>
                    <a:lnTo>
                      <a:pt x="841" y="958"/>
                    </a:lnTo>
                    <a:lnTo>
                      <a:pt x="835" y="959"/>
                    </a:lnTo>
                    <a:lnTo>
                      <a:pt x="830" y="959"/>
                    </a:lnTo>
                    <a:lnTo>
                      <a:pt x="825" y="959"/>
                    </a:lnTo>
                    <a:lnTo>
                      <a:pt x="820" y="959"/>
                    </a:lnTo>
                    <a:lnTo>
                      <a:pt x="814" y="959"/>
                    </a:lnTo>
                    <a:lnTo>
                      <a:pt x="809" y="961"/>
                    </a:lnTo>
                    <a:lnTo>
                      <a:pt x="804" y="961"/>
                    </a:lnTo>
                    <a:lnTo>
                      <a:pt x="799" y="961"/>
                    </a:lnTo>
                    <a:lnTo>
                      <a:pt x="794" y="961"/>
                    </a:lnTo>
                    <a:lnTo>
                      <a:pt x="788" y="961"/>
                    </a:lnTo>
                    <a:lnTo>
                      <a:pt x="783" y="961"/>
                    </a:lnTo>
                    <a:lnTo>
                      <a:pt x="778" y="961"/>
                    </a:lnTo>
                    <a:lnTo>
                      <a:pt x="773" y="961"/>
                    </a:lnTo>
                    <a:lnTo>
                      <a:pt x="768" y="961"/>
                    </a:lnTo>
                    <a:lnTo>
                      <a:pt x="762" y="959"/>
                    </a:lnTo>
                    <a:lnTo>
                      <a:pt x="757" y="959"/>
                    </a:lnTo>
                    <a:lnTo>
                      <a:pt x="752" y="959"/>
                    </a:lnTo>
                    <a:lnTo>
                      <a:pt x="747" y="959"/>
                    </a:lnTo>
                    <a:lnTo>
                      <a:pt x="742" y="959"/>
                    </a:lnTo>
                    <a:lnTo>
                      <a:pt x="736" y="959"/>
                    </a:lnTo>
                    <a:lnTo>
                      <a:pt x="731" y="958"/>
                    </a:lnTo>
                    <a:lnTo>
                      <a:pt x="726" y="958"/>
                    </a:lnTo>
                    <a:lnTo>
                      <a:pt x="721" y="958"/>
                    </a:lnTo>
                    <a:lnTo>
                      <a:pt x="717" y="956"/>
                    </a:lnTo>
                    <a:lnTo>
                      <a:pt x="716" y="954"/>
                    </a:lnTo>
                    <a:lnTo>
                      <a:pt x="712" y="952"/>
                    </a:lnTo>
                    <a:lnTo>
                      <a:pt x="709" y="951"/>
                    </a:lnTo>
                    <a:lnTo>
                      <a:pt x="705" y="947"/>
                    </a:lnTo>
                    <a:lnTo>
                      <a:pt x="702" y="946"/>
                    </a:lnTo>
                    <a:lnTo>
                      <a:pt x="700" y="944"/>
                    </a:lnTo>
                    <a:lnTo>
                      <a:pt x="697" y="942"/>
                    </a:lnTo>
                    <a:lnTo>
                      <a:pt x="693" y="940"/>
                    </a:lnTo>
                    <a:lnTo>
                      <a:pt x="690" y="939"/>
                    </a:lnTo>
                    <a:lnTo>
                      <a:pt x="688" y="937"/>
                    </a:lnTo>
                    <a:lnTo>
                      <a:pt x="684" y="935"/>
                    </a:lnTo>
                    <a:lnTo>
                      <a:pt x="681" y="933"/>
                    </a:lnTo>
                    <a:lnTo>
                      <a:pt x="678" y="932"/>
                    </a:lnTo>
                    <a:lnTo>
                      <a:pt x="676" y="930"/>
                    </a:lnTo>
                    <a:lnTo>
                      <a:pt x="672" y="928"/>
                    </a:lnTo>
                    <a:lnTo>
                      <a:pt x="669" y="926"/>
                    </a:lnTo>
                    <a:lnTo>
                      <a:pt x="665" y="925"/>
                    </a:lnTo>
                    <a:lnTo>
                      <a:pt x="664" y="923"/>
                    </a:lnTo>
                    <a:lnTo>
                      <a:pt x="660" y="921"/>
                    </a:lnTo>
                    <a:lnTo>
                      <a:pt x="657" y="920"/>
                    </a:lnTo>
                    <a:lnTo>
                      <a:pt x="655" y="916"/>
                    </a:lnTo>
                    <a:lnTo>
                      <a:pt x="652" y="914"/>
                    </a:lnTo>
                    <a:lnTo>
                      <a:pt x="648" y="913"/>
                    </a:lnTo>
                    <a:lnTo>
                      <a:pt x="646" y="911"/>
                    </a:lnTo>
                    <a:lnTo>
                      <a:pt x="643" y="907"/>
                    </a:lnTo>
                    <a:lnTo>
                      <a:pt x="641" y="906"/>
                    </a:lnTo>
                    <a:lnTo>
                      <a:pt x="638" y="904"/>
                    </a:lnTo>
                    <a:lnTo>
                      <a:pt x="634" y="901"/>
                    </a:lnTo>
                    <a:lnTo>
                      <a:pt x="632" y="899"/>
                    </a:lnTo>
                    <a:lnTo>
                      <a:pt x="629" y="895"/>
                    </a:lnTo>
                    <a:lnTo>
                      <a:pt x="627" y="892"/>
                    </a:lnTo>
                    <a:lnTo>
                      <a:pt x="619" y="892"/>
                    </a:lnTo>
                    <a:lnTo>
                      <a:pt x="613" y="897"/>
                    </a:lnTo>
                    <a:lnTo>
                      <a:pt x="610" y="901"/>
                    </a:lnTo>
                    <a:lnTo>
                      <a:pt x="605" y="904"/>
                    </a:lnTo>
                    <a:lnTo>
                      <a:pt x="601" y="907"/>
                    </a:lnTo>
                    <a:lnTo>
                      <a:pt x="596" y="911"/>
                    </a:lnTo>
                    <a:lnTo>
                      <a:pt x="591" y="914"/>
                    </a:lnTo>
                    <a:lnTo>
                      <a:pt x="587" y="918"/>
                    </a:lnTo>
                    <a:lnTo>
                      <a:pt x="582" y="921"/>
                    </a:lnTo>
                    <a:lnTo>
                      <a:pt x="577" y="925"/>
                    </a:lnTo>
                    <a:lnTo>
                      <a:pt x="573" y="928"/>
                    </a:lnTo>
                    <a:lnTo>
                      <a:pt x="568" y="930"/>
                    </a:lnTo>
                    <a:lnTo>
                      <a:pt x="563" y="933"/>
                    </a:lnTo>
                    <a:lnTo>
                      <a:pt x="558" y="937"/>
                    </a:lnTo>
                    <a:lnTo>
                      <a:pt x="553" y="939"/>
                    </a:lnTo>
                    <a:lnTo>
                      <a:pt x="547" y="942"/>
                    </a:lnTo>
                    <a:lnTo>
                      <a:pt x="542" y="944"/>
                    </a:lnTo>
                    <a:lnTo>
                      <a:pt x="537" y="946"/>
                    </a:lnTo>
                    <a:lnTo>
                      <a:pt x="532" y="947"/>
                    </a:lnTo>
                    <a:lnTo>
                      <a:pt x="527" y="949"/>
                    </a:lnTo>
                    <a:lnTo>
                      <a:pt x="521" y="951"/>
                    </a:lnTo>
                    <a:lnTo>
                      <a:pt x="516" y="952"/>
                    </a:lnTo>
                    <a:lnTo>
                      <a:pt x="511" y="954"/>
                    </a:lnTo>
                    <a:lnTo>
                      <a:pt x="506" y="954"/>
                    </a:lnTo>
                    <a:lnTo>
                      <a:pt x="501" y="956"/>
                    </a:lnTo>
                    <a:lnTo>
                      <a:pt x="494" y="956"/>
                    </a:lnTo>
                    <a:lnTo>
                      <a:pt x="489" y="956"/>
                    </a:lnTo>
                    <a:lnTo>
                      <a:pt x="483" y="956"/>
                    </a:lnTo>
                    <a:lnTo>
                      <a:pt x="476" y="956"/>
                    </a:lnTo>
                    <a:lnTo>
                      <a:pt x="471" y="954"/>
                    </a:lnTo>
                    <a:lnTo>
                      <a:pt x="464" y="954"/>
                    </a:lnTo>
                    <a:lnTo>
                      <a:pt x="459" y="952"/>
                    </a:lnTo>
                    <a:lnTo>
                      <a:pt x="452" y="951"/>
                    </a:lnTo>
                    <a:lnTo>
                      <a:pt x="450" y="951"/>
                    </a:lnTo>
                    <a:lnTo>
                      <a:pt x="449" y="951"/>
                    </a:lnTo>
                    <a:lnTo>
                      <a:pt x="447" y="949"/>
                    </a:lnTo>
                    <a:lnTo>
                      <a:pt x="445" y="949"/>
                    </a:lnTo>
                    <a:lnTo>
                      <a:pt x="442" y="949"/>
                    </a:lnTo>
                    <a:lnTo>
                      <a:pt x="440" y="949"/>
                    </a:lnTo>
                    <a:lnTo>
                      <a:pt x="438" y="949"/>
                    </a:lnTo>
                    <a:lnTo>
                      <a:pt x="437" y="947"/>
                    </a:lnTo>
                    <a:lnTo>
                      <a:pt x="435" y="947"/>
                    </a:lnTo>
                    <a:lnTo>
                      <a:pt x="433" y="947"/>
                    </a:lnTo>
                    <a:lnTo>
                      <a:pt x="430" y="947"/>
                    </a:lnTo>
                    <a:lnTo>
                      <a:pt x="428" y="946"/>
                    </a:lnTo>
                    <a:lnTo>
                      <a:pt x="426" y="946"/>
                    </a:lnTo>
                    <a:lnTo>
                      <a:pt x="424" y="946"/>
                    </a:lnTo>
                    <a:lnTo>
                      <a:pt x="423" y="946"/>
                    </a:lnTo>
                    <a:lnTo>
                      <a:pt x="421" y="944"/>
                    </a:lnTo>
                    <a:lnTo>
                      <a:pt x="419" y="944"/>
                    </a:lnTo>
                    <a:lnTo>
                      <a:pt x="417" y="944"/>
                    </a:lnTo>
                    <a:lnTo>
                      <a:pt x="414" y="942"/>
                    </a:lnTo>
                    <a:lnTo>
                      <a:pt x="412" y="942"/>
                    </a:lnTo>
                    <a:lnTo>
                      <a:pt x="411" y="942"/>
                    </a:lnTo>
                    <a:lnTo>
                      <a:pt x="409" y="940"/>
                    </a:lnTo>
                    <a:lnTo>
                      <a:pt x="407" y="940"/>
                    </a:lnTo>
                    <a:lnTo>
                      <a:pt x="405" y="940"/>
                    </a:lnTo>
                    <a:lnTo>
                      <a:pt x="404" y="939"/>
                    </a:lnTo>
                    <a:lnTo>
                      <a:pt x="402" y="939"/>
                    </a:lnTo>
                    <a:lnTo>
                      <a:pt x="400" y="939"/>
                    </a:lnTo>
                    <a:lnTo>
                      <a:pt x="397" y="939"/>
                    </a:lnTo>
                    <a:lnTo>
                      <a:pt x="395" y="937"/>
                    </a:lnTo>
                    <a:lnTo>
                      <a:pt x="393" y="937"/>
                    </a:lnTo>
                    <a:lnTo>
                      <a:pt x="391" y="937"/>
                    </a:lnTo>
                    <a:lnTo>
                      <a:pt x="390" y="935"/>
                    </a:lnTo>
                    <a:lnTo>
                      <a:pt x="388" y="926"/>
                    </a:lnTo>
                    <a:lnTo>
                      <a:pt x="388" y="916"/>
                    </a:lnTo>
                    <a:lnTo>
                      <a:pt x="388" y="906"/>
                    </a:lnTo>
                    <a:lnTo>
                      <a:pt x="386" y="897"/>
                    </a:lnTo>
                    <a:lnTo>
                      <a:pt x="386" y="887"/>
                    </a:lnTo>
                    <a:lnTo>
                      <a:pt x="386" y="876"/>
                    </a:lnTo>
                    <a:lnTo>
                      <a:pt x="388" y="868"/>
                    </a:lnTo>
                    <a:lnTo>
                      <a:pt x="388" y="857"/>
                    </a:lnTo>
                    <a:lnTo>
                      <a:pt x="388" y="849"/>
                    </a:lnTo>
                    <a:lnTo>
                      <a:pt x="390" y="838"/>
                    </a:lnTo>
                    <a:lnTo>
                      <a:pt x="390" y="829"/>
                    </a:lnTo>
                    <a:lnTo>
                      <a:pt x="391" y="819"/>
                    </a:lnTo>
                    <a:lnTo>
                      <a:pt x="393" y="810"/>
                    </a:lnTo>
                    <a:lnTo>
                      <a:pt x="393" y="802"/>
                    </a:lnTo>
                    <a:lnTo>
                      <a:pt x="395" y="791"/>
                    </a:lnTo>
                    <a:lnTo>
                      <a:pt x="397" y="783"/>
                    </a:lnTo>
                    <a:lnTo>
                      <a:pt x="398" y="772"/>
                    </a:lnTo>
                    <a:lnTo>
                      <a:pt x="400" y="764"/>
                    </a:lnTo>
                    <a:lnTo>
                      <a:pt x="402" y="755"/>
                    </a:lnTo>
                    <a:lnTo>
                      <a:pt x="404" y="745"/>
                    </a:lnTo>
                    <a:lnTo>
                      <a:pt x="405" y="736"/>
                    </a:lnTo>
                    <a:lnTo>
                      <a:pt x="407" y="727"/>
                    </a:lnTo>
                    <a:lnTo>
                      <a:pt x="409" y="717"/>
                    </a:lnTo>
                    <a:lnTo>
                      <a:pt x="411" y="708"/>
                    </a:lnTo>
                    <a:lnTo>
                      <a:pt x="411" y="698"/>
                    </a:lnTo>
                    <a:lnTo>
                      <a:pt x="412" y="689"/>
                    </a:lnTo>
                    <a:lnTo>
                      <a:pt x="414" y="681"/>
                    </a:lnTo>
                    <a:lnTo>
                      <a:pt x="416" y="670"/>
                    </a:lnTo>
                    <a:lnTo>
                      <a:pt x="416" y="661"/>
                    </a:lnTo>
                    <a:lnTo>
                      <a:pt x="417" y="651"/>
                    </a:lnTo>
                    <a:lnTo>
                      <a:pt x="419" y="642"/>
                    </a:lnTo>
                    <a:lnTo>
                      <a:pt x="419" y="634"/>
                    </a:lnTo>
                    <a:lnTo>
                      <a:pt x="419" y="620"/>
                    </a:lnTo>
                    <a:lnTo>
                      <a:pt x="419" y="604"/>
                    </a:lnTo>
                    <a:lnTo>
                      <a:pt x="419" y="590"/>
                    </a:lnTo>
                    <a:lnTo>
                      <a:pt x="419" y="577"/>
                    </a:lnTo>
                    <a:lnTo>
                      <a:pt x="419" y="563"/>
                    </a:lnTo>
                    <a:lnTo>
                      <a:pt x="419" y="549"/>
                    </a:lnTo>
                    <a:lnTo>
                      <a:pt x="419" y="535"/>
                    </a:lnTo>
                    <a:lnTo>
                      <a:pt x="417" y="521"/>
                    </a:lnTo>
                    <a:lnTo>
                      <a:pt x="417" y="507"/>
                    </a:lnTo>
                    <a:lnTo>
                      <a:pt x="417" y="493"/>
                    </a:lnTo>
                    <a:lnTo>
                      <a:pt x="417" y="480"/>
                    </a:lnTo>
                    <a:lnTo>
                      <a:pt x="417" y="466"/>
                    </a:lnTo>
                    <a:lnTo>
                      <a:pt x="416" y="452"/>
                    </a:lnTo>
                    <a:lnTo>
                      <a:pt x="416" y="438"/>
                    </a:lnTo>
                    <a:lnTo>
                      <a:pt x="416" y="424"/>
                    </a:lnTo>
                    <a:lnTo>
                      <a:pt x="416" y="410"/>
                    </a:lnTo>
                    <a:lnTo>
                      <a:pt x="416" y="396"/>
                    </a:lnTo>
                    <a:lnTo>
                      <a:pt x="416" y="383"/>
                    </a:lnTo>
                    <a:lnTo>
                      <a:pt x="416" y="369"/>
                    </a:lnTo>
                    <a:lnTo>
                      <a:pt x="416" y="355"/>
                    </a:lnTo>
                    <a:lnTo>
                      <a:pt x="416" y="341"/>
                    </a:lnTo>
                    <a:lnTo>
                      <a:pt x="416" y="329"/>
                    </a:lnTo>
                    <a:lnTo>
                      <a:pt x="416" y="315"/>
                    </a:lnTo>
                    <a:lnTo>
                      <a:pt x="417" y="301"/>
                    </a:lnTo>
                    <a:lnTo>
                      <a:pt x="417" y="287"/>
                    </a:lnTo>
                    <a:lnTo>
                      <a:pt x="417" y="273"/>
                    </a:lnTo>
                    <a:lnTo>
                      <a:pt x="419" y="260"/>
                    </a:lnTo>
                    <a:lnTo>
                      <a:pt x="421" y="247"/>
                    </a:lnTo>
                    <a:lnTo>
                      <a:pt x="423" y="234"/>
                    </a:lnTo>
                    <a:lnTo>
                      <a:pt x="424" y="220"/>
                    </a:lnTo>
                    <a:lnTo>
                      <a:pt x="426" y="206"/>
                    </a:lnTo>
                    <a:lnTo>
                      <a:pt x="428" y="194"/>
                    </a:lnTo>
                    <a:lnTo>
                      <a:pt x="428" y="192"/>
                    </a:lnTo>
                    <a:lnTo>
                      <a:pt x="428" y="190"/>
                    </a:lnTo>
                    <a:lnTo>
                      <a:pt x="430" y="189"/>
                    </a:lnTo>
                    <a:lnTo>
                      <a:pt x="430" y="187"/>
                    </a:lnTo>
                    <a:lnTo>
                      <a:pt x="430" y="185"/>
                    </a:lnTo>
                    <a:lnTo>
                      <a:pt x="430" y="183"/>
                    </a:lnTo>
                    <a:lnTo>
                      <a:pt x="431" y="182"/>
                    </a:lnTo>
                    <a:lnTo>
                      <a:pt x="431" y="180"/>
                    </a:lnTo>
                    <a:lnTo>
                      <a:pt x="431" y="178"/>
                    </a:lnTo>
                    <a:lnTo>
                      <a:pt x="433" y="176"/>
                    </a:lnTo>
                    <a:lnTo>
                      <a:pt x="433" y="175"/>
                    </a:lnTo>
                    <a:lnTo>
                      <a:pt x="433" y="173"/>
                    </a:lnTo>
                    <a:lnTo>
                      <a:pt x="435" y="171"/>
                    </a:lnTo>
                    <a:lnTo>
                      <a:pt x="435" y="169"/>
                    </a:lnTo>
                    <a:lnTo>
                      <a:pt x="435" y="168"/>
                    </a:lnTo>
                    <a:lnTo>
                      <a:pt x="437" y="166"/>
                    </a:lnTo>
                    <a:lnTo>
                      <a:pt x="437" y="164"/>
                    </a:lnTo>
                    <a:lnTo>
                      <a:pt x="437" y="163"/>
                    </a:lnTo>
                    <a:lnTo>
                      <a:pt x="437" y="161"/>
                    </a:lnTo>
                    <a:lnTo>
                      <a:pt x="438" y="159"/>
                    </a:lnTo>
                    <a:lnTo>
                      <a:pt x="438" y="157"/>
                    </a:lnTo>
                    <a:lnTo>
                      <a:pt x="438" y="156"/>
                    </a:lnTo>
                    <a:lnTo>
                      <a:pt x="438" y="154"/>
                    </a:lnTo>
                    <a:lnTo>
                      <a:pt x="438" y="152"/>
                    </a:lnTo>
                    <a:lnTo>
                      <a:pt x="438" y="150"/>
                    </a:lnTo>
                    <a:lnTo>
                      <a:pt x="438" y="149"/>
                    </a:lnTo>
                    <a:lnTo>
                      <a:pt x="438" y="147"/>
                    </a:lnTo>
                    <a:lnTo>
                      <a:pt x="438" y="145"/>
                    </a:lnTo>
                    <a:lnTo>
                      <a:pt x="438" y="143"/>
                    </a:lnTo>
                    <a:lnTo>
                      <a:pt x="438" y="142"/>
                    </a:lnTo>
                    <a:lnTo>
                      <a:pt x="437" y="140"/>
                    </a:lnTo>
                    <a:lnTo>
                      <a:pt x="437" y="138"/>
                    </a:lnTo>
                    <a:lnTo>
                      <a:pt x="435" y="140"/>
                    </a:lnTo>
                    <a:lnTo>
                      <a:pt x="433" y="140"/>
                    </a:lnTo>
                    <a:lnTo>
                      <a:pt x="431" y="140"/>
                    </a:lnTo>
                    <a:lnTo>
                      <a:pt x="430" y="140"/>
                    </a:lnTo>
                    <a:lnTo>
                      <a:pt x="430" y="142"/>
                    </a:lnTo>
                    <a:lnTo>
                      <a:pt x="428" y="142"/>
                    </a:lnTo>
                    <a:lnTo>
                      <a:pt x="428" y="143"/>
                    </a:lnTo>
                    <a:lnTo>
                      <a:pt x="426" y="143"/>
                    </a:lnTo>
                    <a:lnTo>
                      <a:pt x="426" y="145"/>
                    </a:lnTo>
                    <a:lnTo>
                      <a:pt x="424" y="147"/>
                    </a:lnTo>
                    <a:lnTo>
                      <a:pt x="424" y="149"/>
                    </a:lnTo>
                    <a:lnTo>
                      <a:pt x="424" y="150"/>
                    </a:lnTo>
                    <a:lnTo>
                      <a:pt x="424" y="152"/>
                    </a:lnTo>
                    <a:lnTo>
                      <a:pt x="423" y="152"/>
                    </a:lnTo>
                    <a:lnTo>
                      <a:pt x="423" y="154"/>
                    </a:lnTo>
                    <a:lnTo>
                      <a:pt x="423" y="156"/>
                    </a:lnTo>
                    <a:lnTo>
                      <a:pt x="423" y="157"/>
                    </a:lnTo>
                    <a:lnTo>
                      <a:pt x="423" y="159"/>
                    </a:lnTo>
                    <a:lnTo>
                      <a:pt x="423" y="161"/>
                    </a:lnTo>
                    <a:lnTo>
                      <a:pt x="421" y="163"/>
                    </a:lnTo>
                    <a:lnTo>
                      <a:pt x="421" y="164"/>
                    </a:lnTo>
                    <a:lnTo>
                      <a:pt x="421" y="166"/>
                    </a:lnTo>
                    <a:lnTo>
                      <a:pt x="419" y="168"/>
                    </a:lnTo>
                    <a:lnTo>
                      <a:pt x="419" y="169"/>
                    </a:lnTo>
                    <a:lnTo>
                      <a:pt x="417" y="175"/>
                    </a:lnTo>
                    <a:lnTo>
                      <a:pt x="417" y="182"/>
                    </a:lnTo>
                    <a:lnTo>
                      <a:pt x="416" y="189"/>
                    </a:lnTo>
                    <a:lnTo>
                      <a:pt x="416" y="195"/>
                    </a:lnTo>
                    <a:lnTo>
                      <a:pt x="414" y="202"/>
                    </a:lnTo>
                    <a:lnTo>
                      <a:pt x="414" y="209"/>
                    </a:lnTo>
                    <a:lnTo>
                      <a:pt x="412" y="214"/>
                    </a:lnTo>
                    <a:lnTo>
                      <a:pt x="412" y="221"/>
                    </a:lnTo>
                    <a:lnTo>
                      <a:pt x="411" y="228"/>
                    </a:lnTo>
                    <a:lnTo>
                      <a:pt x="409" y="235"/>
                    </a:lnTo>
                    <a:lnTo>
                      <a:pt x="409" y="242"/>
                    </a:lnTo>
                    <a:lnTo>
                      <a:pt x="407" y="247"/>
                    </a:lnTo>
                    <a:lnTo>
                      <a:pt x="405" y="254"/>
                    </a:lnTo>
                    <a:lnTo>
                      <a:pt x="404" y="261"/>
                    </a:lnTo>
                    <a:lnTo>
                      <a:pt x="404" y="268"/>
                    </a:lnTo>
                    <a:lnTo>
                      <a:pt x="402" y="273"/>
                    </a:lnTo>
                    <a:lnTo>
                      <a:pt x="400" y="280"/>
                    </a:lnTo>
                    <a:lnTo>
                      <a:pt x="398" y="287"/>
                    </a:lnTo>
                    <a:lnTo>
                      <a:pt x="397" y="292"/>
                    </a:lnTo>
                    <a:lnTo>
                      <a:pt x="395" y="299"/>
                    </a:lnTo>
                    <a:lnTo>
                      <a:pt x="391" y="305"/>
                    </a:lnTo>
                    <a:lnTo>
                      <a:pt x="390" y="312"/>
                    </a:lnTo>
                    <a:lnTo>
                      <a:pt x="388" y="317"/>
                    </a:lnTo>
                    <a:lnTo>
                      <a:pt x="385" y="324"/>
                    </a:lnTo>
                    <a:lnTo>
                      <a:pt x="383" y="329"/>
                    </a:lnTo>
                    <a:lnTo>
                      <a:pt x="379" y="334"/>
                    </a:lnTo>
                    <a:lnTo>
                      <a:pt x="376" y="341"/>
                    </a:lnTo>
                    <a:lnTo>
                      <a:pt x="372" y="346"/>
                    </a:lnTo>
                    <a:lnTo>
                      <a:pt x="371" y="351"/>
                    </a:lnTo>
                    <a:lnTo>
                      <a:pt x="365" y="357"/>
                    </a:lnTo>
                    <a:lnTo>
                      <a:pt x="362" y="362"/>
                    </a:lnTo>
                    <a:lnTo>
                      <a:pt x="358" y="369"/>
                    </a:lnTo>
                    <a:lnTo>
                      <a:pt x="355" y="372"/>
                    </a:lnTo>
                    <a:lnTo>
                      <a:pt x="352" y="376"/>
                    </a:lnTo>
                    <a:lnTo>
                      <a:pt x="348" y="379"/>
                    </a:lnTo>
                    <a:lnTo>
                      <a:pt x="345" y="383"/>
                    </a:lnTo>
                    <a:lnTo>
                      <a:pt x="341" y="386"/>
                    </a:lnTo>
                    <a:lnTo>
                      <a:pt x="338" y="391"/>
                    </a:lnTo>
                    <a:lnTo>
                      <a:pt x="334" y="395"/>
                    </a:lnTo>
                    <a:lnTo>
                      <a:pt x="331" y="398"/>
                    </a:lnTo>
                    <a:lnTo>
                      <a:pt x="327" y="402"/>
                    </a:lnTo>
                    <a:lnTo>
                      <a:pt x="324" y="405"/>
                    </a:lnTo>
                    <a:lnTo>
                      <a:pt x="320" y="407"/>
                    </a:lnTo>
                    <a:lnTo>
                      <a:pt x="317" y="410"/>
                    </a:lnTo>
                    <a:lnTo>
                      <a:pt x="313" y="414"/>
                    </a:lnTo>
                    <a:lnTo>
                      <a:pt x="310" y="417"/>
                    </a:lnTo>
                    <a:lnTo>
                      <a:pt x="306" y="421"/>
                    </a:lnTo>
                    <a:lnTo>
                      <a:pt x="301" y="424"/>
                    </a:lnTo>
                    <a:lnTo>
                      <a:pt x="298" y="426"/>
                    </a:lnTo>
                    <a:lnTo>
                      <a:pt x="294" y="429"/>
                    </a:lnTo>
                    <a:lnTo>
                      <a:pt x="291" y="433"/>
                    </a:lnTo>
                    <a:lnTo>
                      <a:pt x="287" y="435"/>
                    </a:lnTo>
                    <a:lnTo>
                      <a:pt x="284" y="438"/>
                    </a:lnTo>
                    <a:lnTo>
                      <a:pt x="279" y="441"/>
                    </a:lnTo>
                    <a:lnTo>
                      <a:pt x="275" y="443"/>
                    </a:lnTo>
                    <a:lnTo>
                      <a:pt x="272" y="447"/>
                    </a:lnTo>
                    <a:lnTo>
                      <a:pt x="268" y="450"/>
                    </a:lnTo>
                    <a:lnTo>
                      <a:pt x="265" y="452"/>
                    </a:lnTo>
                    <a:lnTo>
                      <a:pt x="260" y="455"/>
                    </a:lnTo>
                    <a:lnTo>
                      <a:pt x="256" y="457"/>
                    </a:lnTo>
                    <a:lnTo>
                      <a:pt x="253" y="460"/>
                    </a:lnTo>
                    <a:lnTo>
                      <a:pt x="249" y="462"/>
                    </a:lnTo>
                    <a:lnTo>
                      <a:pt x="246" y="466"/>
                    </a:lnTo>
                    <a:lnTo>
                      <a:pt x="242" y="467"/>
                    </a:lnTo>
                    <a:lnTo>
                      <a:pt x="239" y="469"/>
                    </a:lnTo>
                    <a:lnTo>
                      <a:pt x="237" y="469"/>
                    </a:lnTo>
                    <a:lnTo>
                      <a:pt x="235" y="469"/>
                    </a:lnTo>
                    <a:lnTo>
                      <a:pt x="234" y="469"/>
                    </a:lnTo>
                    <a:lnTo>
                      <a:pt x="232" y="469"/>
                    </a:lnTo>
                    <a:lnTo>
                      <a:pt x="230" y="467"/>
                    </a:lnTo>
                    <a:lnTo>
                      <a:pt x="227" y="467"/>
                    </a:lnTo>
                    <a:lnTo>
                      <a:pt x="225" y="467"/>
                    </a:lnTo>
                    <a:lnTo>
                      <a:pt x="223" y="466"/>
                    </a:lnTo>
                    <a:lnTo>
                      <a:pt x="222" y="466"/>
                    </a:lnTo>
                    <a:lnTo>
                      <a:pt x="220" y="464"/>
                    </a:lnTo>
                    <a:lnTo>
                      <a:pt x="218" y="462"/>
                    </a:lnTo>
                    <a:lnTo>
                      <a:pt x="216" y="462"/>
                    </a:lnTo>
                    <a:lnTo>
                      <a:pt x="215" y="460"/>
                    </a:lnTo>
                    <a:lnTo>
                      <a:pt x="213" y="459"/>
                    </a:lnTo>
                    <a:lnTo>
                      <a:pt x="211" y="457"/>
                    </a:lnTo>
                    <a:lnTo>
                      <a:pt x="209" y="455"/>
                    </a:lnTo>
                    <a:lnTo>
                      <a:pt x="208" y="455"/>
                    </a:lnTo>
                    <a:lnTo>
                      <a:pt x="206" y="454"/>
                    </a:lnTo>
                    <a:lnTo>
                      <a:pt x="204" y="452"/>
                    </a:lnTo>
                    <a:lnTo>
                      <a:pt x="202" y="450"/>
                    </a:lnTo>
                    <a:lnTo>
                      <a:pt x="201" y="448"/>
                    </a:lnTo>
                    <a:lnTo>
                      <a:pt x="199" y="447"/>
                    </a:lnTo>
                    <a:lnTo>
                      <a:pt x="199" y="445"/>
                    </a:lnTo>
                    <a:lnTo>
                      <a:pt x="197" y="443"/>
                    </a:lnTo>
                    <a:lnTo>
                      <a:pt x="196" y="441"/>
                    </a:lnTo>
                    <a:lnTo>
                      <a:pt x="194" y="440"/>
                    </a:lnTo>
                    <a:lnTo>
                      <a:pt x="192" y="438"/>
                    </a:lnTo>
                    <a:lnTo>
                      <a:pt x="190" y="436"/>
                    </a:lnTo>
                    <a:lnTo>
                      <a:pt x="189" y="435"/>
                    </a:lnTo>
                    <a:lnTo>
                      <a:pt x="187" y="435"/>
                    </a:lnTo>
                    <a:lnTo>
                      <a:pt x="185" y="433"/>
                    </a:lnTo>
                    <a:lnTo>
                      <a:pt x="176" y="426"/>
                    </a:lnTo>
                    <a:lnTo>
                      <a:pt x="170" y="421"/>
                    </a:lnTo>
                    <a:lnTo>
                      <a:pt x="161" y="414"/>
                    </a:lnTo>
                    <a:lnTo>
                      <a:pt x="154" y="407"/>
                    </a:lnTo>
                    <a:lnTo>
                      <a:pt x="147" y="402"/>
                    </a:lnTo>
                    <a:lnTo>
                      <a:pt x="140" y="395"/>
                    </a:lnTo>
                    <a:lnTo>
                      <a:pt x="133" y="388"/>
                    </a:lnTo>
                    <a:lnTo>
                      <a:pt x="126" y="381"/>
                    </a:lnTo>
                    <a:lnTo>
                      <a:pt x="121" y="374"/>
                    </a:lnTo>
                    <a:lnTo>
                      <a:pt x="114" y="367"/>
                    </a:lnTo>
                    <a:lnTo>
                      <a:pt x="109" y="358"/>
                    </a:lnTo>
                    <a:lnTo>
                      <a:pt x="102" y="351"/>
                    </a:lnTo>
                    <a:lnTo>
                      <a:pt x="97" y="344"/>
                    </a:lnTo>
                    <a:lnTo>
                      <a:pt x="91" y="336"/>
                    </a:lnTo>
                    <a:lnTo>
                      <a:pt x="86" y="329"/>
                    </a:lnTo>
                    <a:lnTo>
                      <a:pt x="81" y="322"/>
                    </a:lnTo>
                    <a:lnTo>
                      <a:pt x="76" y="313"/>
                    </a:lnTo>
                    <a:lnTo>
                      <a:pt x="71" y="306"/>
                    </a:lnTo>
                    <a:lnTo>
                      <a:pt x="65" y="298"/>
                    </a:lnTo>
                    <a:lnTo>
                      <a:pt x="60" y="291"/>
                    </a:lnTo>
                    <a:lnTo>
                      <a:pt x="55" y="282"/>
                    </a:lnTo>
                    <a:lnTo>
                      <a:pt x="52" y="273"/>
                    </a:lnTo>
                    <a:lnTo>
                      <a:pt x="46" y="266"/>
                    </a:lnTo>
                    <a:lnTo>
                      <a:pt x="41" y="258"/>
                    </a:lnTo>
                    <a:lnTo>
                      <a:pt x="36" y="251"/>
                    </a:lnTo>
                    <a:lnTo>
                      <a:pt x="31" y="242"/>
                    </a:lnTo>
                    <a:lnTo>
                      <a:pt x="26" y="235"/>
                    </a:lnTo>
                    <a:lnTo>
                      <a:pt x="20" y="227"/>
                    </a:lnTo>
                    <a:lnTo>
                      <a:pt x="15" y="220"/>
                    </a:lnTo>
                    <a:lnTo>
                      <a:pt x="10" y="211"/>
                    </a:lnTo>
                    <a:lnTo>
                      <a:pt x="5" y="204"/>
                    </a:lnTo>
                    <a:lnTo>
                      <a:pt x="0" y="197"/>
                    </a:lnTo>
                    <a:lnTo>
                      <a:pt x="0" y="195"/>
                    </a:lnTo>
                    <a:lnTo>
                      <a:pt x="0" y="194"/>
                    </a:lnTo>
                    <a:lnTo>
                      <a:pt x="0" y="192"/>
                    </a:lnTo>
                    <a:lnTo>
                      <a:pt x="0" y="190"/>
                    </a:lnTo>
                    <a:lnTo>
                      <a:pt x="1" y="189"/>
                    </a:lnTo>
                    <a:lnTo>
                      <a:pt x="1" y="187"/>
                    </a:lnTo>
                    <a:lnTo>
                      <a:pt x="1" y="185"/>
                    </a:lnTo>
                    <a:lnTo>
                      <a:pt x="3" y="185"/>
                    </a:lnTo>
                    <a:lnTo>
                      <a:pt x="3" y="183"/>
                    </a:lnTo>
                    <a:lnTo>
                      <a:pt x="3" y="182"/>
                    </a:lnTo>
                    <a:lnTo>
                      <a:pt x="5" y="182"/>
                    </a:lnTo>
                    <a:lnTo>
                      <a:pt x="5" y="180"/>
                    </a:lnTo>
                    <a:lnTo>
                      <a:pt x="7" y="178"/>
                    </a:lnTo>
                    <a:lnTo>
                      <a:pt x="7" y="176"/>
                    </a:lnTo>
                    <a:lnTo>
                      <a:pt x="8" y="176"/>
                    </a:lnTo>
                    <a:lnTo>
                      <a:pt x="8" y="175"/>
                    </a:lnTo>
                    <a:lnTo>
                      <a:pt x="10" y="173"/>
                    </a:lnTo>
                    <a:lnTo>
                      <a:pt x="10" y="171"/>
                    </a:lnTo>
                    <a:lnTo>
                      <a:pt x="12" y="169"/>
                    </a:lnTo>
                    <a:lnTo>
                      <a:pt x="13" y="168"/>
                    </a:lnTo>
                    <a:lnTo>
                      <a:pt x="13" y="166"/>
                    </a:lnTo>
                    <a:lnTo>
                      <a:pt x="15" y="164"/>
                    </a:lnTo>
                    <a:lnTo>
                      <a:pt x="15" y="163"/>
                    </a:lnTo>
                    <a:lnTo>
                      <a:pt x="17" y="161"/>
                    </a:lnTo>
                    <a:lnTo>
                      <a:pt x="17" y="159"/>
                    </a:lnTo>
                    <a:lnTo>
                      <a:pt x="20" y="164"/>
                    </a:lnTo>
                    <a:lnTo>
                      <a:pt x="20" y="166"/>
                    </a:lnTo>
                    <a:lnTo>
                      <a:pt x="19" y="168"/>
                    </a:lnTo>
                    <a:lnTo>
                      <a:pt x="19" y="169"/>
                    </a:lnTo>
                    <a:lnTo>
                      <a:pt x="17" y="169"/>
                    </a:lnTo>
                    <a:lnTo>
                      <a:pt x="17" y="171"/>
                    </a:lnTo>
                    <a:lnTo>
                      <a:pt x="15" y="171"/>
                    </a:lnTo>
                    <a:lnTo>
                      <a:pt x="15" y="173"/>
                    </a:lnTo>
                    <a:lnTo>
                      <a:pt x="13" y="173"/>
                    </a:lnTo>
                    <a:lnTo>
                      <a:pt x="13" y="175"/>
                    </a:lnTo>
                    <a:lnTo>
                      <a:pt x="12" y="175"/>
                    </a:lnTo>
                    <a:lnTo>
                      <a:pt x="12" y="176"/>
                    </a:lnTo>
                    <a:lnTo>
                      <a:pt x="10" y="176"/>
                    </a:lnTo>
                    <a:lnTo>
                      <a:pt x="10" y="178"/>
                    </a:lnTo>
                    <a:lnTo>
                      <a:pt x="8" y="178"/>
                    </a:lnTo>
                    <a:lnTo>
                      <a:pt x="8" y="180"/>
                    </a:lnTo>
                    <a:lnTo>
                      <a:pt x="7" y="182"/>
                    </a:lnTo>
                    <a:lnTo>
                      <a:pt x="7" y="183"/>
                    </a:lnTo>
                    <a:lnTo>
                      <a:pt x="7" y="185"/>
                    </a:lnTo>
                    <a:lnTo>
                      <a:pt x="7" y="187"/>
                    </a:lnTo>
                    <a:lnTo>
                      <a:pt x="8" y="189"/>
                    </a:lnTo>
                    <a:lnTo>
                      <a:pt x="10" y="190"/>
                    </a:lnTo>
                    <a:lnTo>
                      <a:pt x="12" y="190"/>
                    </a:lnTo>
                    <a:lnTo>
                      <a:pt x="15" y="190"/>
                    </a:lnTo>
                    <a:lnTo>
                      <a:pt x="20" y="189"/>
                    </a:lnTo>
                    <a:lnTo>
                      <a:pt x="24" y="189"/>
                    </a:lnTo>
                    <a:lnTo>
                      <a:pt x="27" y="187"/>
                    </a:lnTo>
                    <a:lnTo>
                      <a:pt x="31" y="185"/>
                    </a:lnTo>
                    <a:lnTo>
                      <a:pt x="34" y="183"/>
                    </a:lnTo>
                    <a:lnTo>
                      <a:pt x="38" y="182"/>
                    </a:lnTo>
                    <a:lnTo>
                      <a:pt x="43" y="180"/>
                    </a:lnTo>
                    <a:lnTo>
                      <a:pt x="46" y="178"/>
                    </a:lnTo>
                    <a:lnTo>
                      <a:pt x="50" y="175"/>
                    </a:lnTo>
                    <a:lnTo>
                      <a:pt x="53" y="173"/>
                    </a:lnTo>
                    <a:lnTo>
                      <a:pt x="57" y="171"/>
                    </a:lnTo>
                    <a:lnTo>
                      <a:pt x="60" y="169"/>
                    </a:lnTo>
                    <a:lnTo>
                      <a:pt x="64" y="166"/>
                    </a:lnTo>
                    <a:lnTo>
                      <a:pt x="67" y="164"/>
                    </a:lnTo>
                    <a:lnTo>
                      <a:pt x="69" y="161"/>
                    </a:lnTo>
                    <a:lnTo>
                      <a:pt x="72" y="159"/>
                    </a:lnTo>
                    <a:lnTo>
                      <a:pt x="76" y="157"/>
                    </a:lnTo>
                    <a:lnTo>
                      <a:pt x="79" y="154"/>
                    </a:lnTo>
                    <a:lnTo>
                      <a:pt x="83" y="152"/>
                    </a:lnTo>
                    <a:lnTo>
                      <a:pt x="86" y="149"/>
                    </a:lnTo>
                    <a:lnTo>
                      <a:pt x="90" y="147"/>
                    </a:lnTo>
                    <a:lnTo>
                      <a:pt x="93" y="143"/>
                    </a:lnTo>
                    <a:lnTo>
                      <a:pt x="97" y="142"/>
                    </a:lnTo>
                    <a:lnTo>
                      <a:pt x="100" y="138"/>
                    </a:lnTo>
                    <a:lnTo>
                      <a:pt x="104" y="137"/>
                    </a:lnTo>
                    <a:lnTo>
                      <a:pt x="107" y="133"/>
                    </a:lnTo>
                    <a:lnTo>
                      <a:pt x="111" y="131"/>
                    </a:lnTo>
                    <a:lnTo>
                      <a:pt x="114" y="130"/>
                    </a:lnTo>
                    <a:lnTo>
                      <a:pt x="117" y="126"/>
                    </a:lnTo>
                    <a:lnTo>
                      <a:pt x="121" y="124"/>
                    </a:lnTo>
                    <a:lnTo>
                      <a:pt x="124" y="123"/>
                    </a:lnTo>
                    <a:lnTo>
                      <a:pt x="124" y="121"/>
                    </a:lnTo>
                    <a:lnTo>
                      <a:pt x="126" y="119"/>
                    </a:lnTo>
                    <a:lnTo>
                      <a:pt x="128" y="117"/>
                    </a:lnTo>
                    <a:lnTo>
                      <a:pt x="130" y="116"/>
                    </a:lnTo>
                    <a:lnTo>
                      <a:pt x="131" y="114"/>
                    </a:lnTo>
                    <a:lnTo>
                      <a:pt x="133" y="114"/>
                    </a:lnTo>
                    <a:lnTo>
                      <a:pt x="133" y="112"/>
                    </a:lnTo>
                    <a:lnTo>
                      <a:pt x="135" y="111"/>
                    </a:lnTo>
                    <a:lnTo>
                      <a:pt x="137" y="111"/>
                    </a:lnTo>
                    <a:lnTo>
                      <a:pt x="137" y="109"/>
                    </a:lnTo>
                    <a:lnTo>
                      <a:pt x="138" y="109"/>
                    </a:lnTo>
                    <a:lnTo>
                      <a:pt x="140" y="107"/>
                    </a:lnTo>
                    <a:lnTo>
                      <a:pt x="142" y="107"/>
                    </a:lnTo>
                    <a:lnTo>
                      <a:pt x="142" y="105"/>
                    </a:lnTo>
                    <a:lnTo>
                      <a:pt x="143" y="104"/>
                    </a:lnTo>
                    <a:lnTo>
                      <a:pt x="145" y="102"/>
                    </a:lnTo>
                    <a:lnTo>
                      <a:pt x="147" y="100"/>
                    </a:lnTo>
                    <a:lnTo>
                      <a:pt x="147" y="98"/>
                    </a:lnTo>
                    <a:lnTo>
                      <a:pt x="147" y="97"/>
                    </a:lnTo>
                    <a:lnTo>
                      <a:pt x="147" y="95"/>
                    </a:lnTo>
                    <a:lnTo>
                      <a:pt x="147" y="93"/>
                    </a:lnTo>
                    <a:lnTo>
                      <a:pt x="145" y="93"/>
                    </a:lnTo>
                    <a:lnTo>
                      <a:pt x="145" y="91"/>
                    </a:lnTo>
                    <a:lnTo>
                      <a:pt x="143" y="90"/>
                    </a:lnTo>
                    <a:lnTo>
                      <a:pt x="142" y="88"/>
                    </a:lnTo>
                    <a:lnTo>
                      <a:pt x="140" y="86"/>
                    </a:lnTo>
                    <a:lnTo>
                      <a:pt x="138" y="86"/>
                    </a:lnTo>
                    <a:lnTo>
                      <a:pt x="138" y="85"/>
                    </a:lnTo>
                    <a:lnTo>
                      <a:pt x="140" y="85"/>
                    </a:lnTo>
                    <a:lnTo>
                      <a:pt x="142" y="85"/>
                    </a:lnTo>
                    <a:lnTo>
                      <a:pt x="143" y="85"/>
                    </a:lnTo>
                    <a:lnTo>
                      <a:pt x="145" y="85"/>
                    </a:lnTo>
                    <a:lnTo>
                      <a:pt x="147" y="85"/>
                    </a:lnTo>
                    <a:lnTo>
                      <a:pt x="149" y="85"/>
                    </a:lnTo>
                    <a:lnTo>
                      <a:pt x="150" y="85"/>
                    </a:lnTo>
                    <a:lnTo>
                      <a:pt x="152" y="85"/>
                    </a:lnTo>
                    <a:lnTo>
                      <a:pt x="154" y="85"/>
                    </a:lnTo>
                    <a:lnTo>
                      <a:pt x="156" y="85"/>
                    </a:lnTo>
                    <a:lnTo>
                      <a:pt x="157" y="85"/>
                    </a:lnTo>
                    <a:lnTo>
                      <a:pt x="159" y="85"/>
                    </a:lnTo>
                    <a:lnTo>
                      <a:pt x="161" y="85"/>
                    </a:lnTo>
                    <a:lnTo>
                      <a:pt x="163" y="85"/>
                    </a:lnTo>
                    <a:lnTo>
                      <a:pt x="164" y="86"/>
                    </a:lnTo>
                    <a:lnTo>
                      <a:pt x="166" y="86"/>
                    </a:lnTo>
                    <a:lnTo>
                      <a:pt x="168" y="88"/>
                    </a:lnTo>
                    <a:lnTo>
                      <a:pt x="168" y="90"/>
                    </a:lnTo>
                    <a:lnTo>
                      <a:pt x="170" y="91"/>
                    </a:lnTo>
                    <a:lnTo>
                      <a:pt x="170" y="93"/>
                    </a:lnTo>
                    <a:lnTo>
                      <a:pt x="170" y="95"/>
                    </a:lnTo>
                    <a:lnTo>
                      <a:pt x="170" y="97"/>
                    </a:lnTo>
                    <a:lnTo>
                      <a:pt x="170" y="98"/>
                    </a:lnTo>
                    <a:lnTo>
                      <a:pt x="170" y="100"/>
                    </a:lnTo>
                    <a:lnTo>
                      <a:pt x="171" y="104"/>
                    </a:lnTo>
                    <a:lnTo>
                      <a:pt x="171" y="109"/>
                    </a:lnTo>
                    <a:lnTo>
                      <a:pt x="173" y="114"/>
                    </a:lnTo>
                    <a:lnTo>
                      <a:pt x="173" y="119"/>
                    </a:lnTo>
                    <a:lnTo>
                      <a:pt x="175" y="124"/>
                    </a:lnTo>
                    <a:lnTo>
                      <a:pt x="176" y="128"/>
                    </a:lnTo>
                    <a:lnTo>
                      <a:pt x="178" y="133"/>
                    </a:lnTo>
                    <a:lnTo>
                      <a:pt x="180" y="138"/>
                    </a:lnTo>
                    <a:lnTo>
                      <a:pt x="180" y="142"/>
                    </a:lnTo>
                    <a:lnTo>
                      <a:pt x="182" y="147"/>
                    </a:lnTo>
                    <a:lnTo>
                      <a:pt x="185" y="152"/>
                    </a:lnTo>
                    <a:lnTo>
                      <a:pt x="187" y="156"/>
                    </a:lnTo>
                    <a:lnTo>
                      <a:pt x="189" y="161"/>
                    </a:lnTo>
                    <a:lnTo>
                      <a:pt x="190" y="166"/>
                    </a:lnTo>
                    <a:lnTo>
                      <a:pt x="192" y="169"/>
                    </a:lnTo>
                    <a:lnTo>
                      <a:pt x="194" y="175"/>
                    </a:lnTo>
                    <a:lnTo>
                      <a:pt x="197" y="178"/>
                    </a:lnTo>
                    <a:lnTo>
                      <a:pt x="199" y="183"/>
                    </a:lnTo>
                    <a:lnTo>
                      <a:pt x="202" y="187"/>
                    </a:lnTo>
                    <a:lnTo>
                      <a:pt x="204" y="192"/>
                    </a:lnTo>
                    <a:lnTo>
                      <a:pt x="206" y="197"/>
                    </a:lnTo>
                    <a:lnTo>
                      <a:pt x="209" y="201"/>
                    </a:lnTo>
                    <a:lnTo>
                      <a:pt x="213" y="206"/>
                    </a:lnTo>
                    <a:lnTo>
                      <a:pt x="215" y="209"/>
                    </a:lnTo>
                    <a:lnTo>
                      <a:pt x="218" y="213"/>
                    </a:lnTo>
                    <a:lnTo>
                      <a:pt x="220" y="218"/>
                    </a:lnTo>
                    <a:lnTo>
                      <a:pt x="223" y="221"/>
                    </a:lnTo>
                    <a:lnTo>
                      <a:pt x="225" y="227"/>
                    </a:lnTo>
                    <a:lnTo>
                      <a:pt x="228" y="230"/>
                    </a:lnTo>
                    <a:lnTo>
                      <a:pt x="232" y="235"/>
                    </a:lnTo>
                    <a:lnTo>
                      <a:pt x="234" y="239"/>
                    </a:lnTo>
                    <a:lnTo>
                      <a:pt x="237" y="244"/>
                    </a:lnTo>
                    <a:lnTo>
                      <a:pt x="239" y="242"/>
                    </a:lnTo>
                    <a:lnTo>
                      <a:pt x="241" y="242"/>
                    </a:lnTo>
                    <a:lnTo>
                      <a:pt x="241" y="240"/>
                    </a:lnTo>
                    <a:lnTo>
                      <a:pt x="242" y="240"/>
                    </a:lnTo>
                    <a:lnTo>
                      <a:pt x="242" y="239"/>
                    </a:lnTo>
                    <a:lnTo>
                      <a:pt x="244" y="239"/>
                    </a:lnTo>
                    <a:lnTo>
                      <a:pt x="246" y="239"/>
                    </a:lnTo>
                    <a:lnTo>
                      <a:pt x="246" y="237"/>
                    </a:lnTo>
                    <a:lnTo>
                      <a:pt x="248" y="237"/>
                    </a:lnTo>
                    <a:lnTo>
                      <a:pt x="248" y="235"/>
                    </a:lnTo>
                    <a:lnTo>
                      <a:pt x="249" y="235"/>
                    </a:lnTo>
                    <a:lnTo>
                      <a:pt x="251" y="234"/>
                    </a:lnTo>
                    <a:lnTo>
                      <a:pt x="253" y="234"/>
                    </a:lnTo>
                    <a:lnTo>
                      <a:pt x="254" y="232"/>
                    </a:lnTo>
                    <a:lnTo>
                      <a:pt x="256" y="230"/>
                    </a:lnTo>
                    <a:lnTo>
                      <a:pt x="258" y="230"/>
                    </a:lnTo>
                    <a:lnTo>
                      <a:pt x="260" y="230"/>
                    </a:lnTo>
                    <a:lnTo>
                      <a:pt x="260" y="228"/>
                    </a:lnTo>
                    <a:lnTo>
                      <a:pt x="261" y="228"/>
                    </a:lnTo>
                    <a:lnTo>
                      <a:pt x="263" y="228"/>
                    </a:lnTo>
                    <a:lnTo>
                      <a:pt x="263" y="227"/>
                    </a:lnTo>
                    <a:lnTo>
                      <a:pt x="265" y="227"/>
                    </a:lnTo>
                    <a:lnTo>
                      <a:pt x="267" y="227"/>
                    </a:lnTo>
                    <a:lnTo>
                      <a:pt x="268" y="227"/>
                    </a:lnTo>
                    <a:lnTo>
                      <a:pt x="270" y="227"/>
                    </a:lnTo>
                    <a:lnTo>
                      <a:pt x="272" y="228"/>
                    </a:lnTo>
                    <a:lnTo>
                      <a:pt x="274" y="230"/>
                    </a:lnTo>
                    <a:lnTo>
                      <a:pt x="274" y="232"/>
                    </a:lnTo>
                    <a:lnTo>
                      <a:pt x="275" y="234"/>
                    </a:lnTo>
                    <a:lnTo>
                      <a:pt x="275" y="235"/>
                    </a:lnTo>
                    <a:lnTo>
                      <a:pt x="275" y="237"/>
                    </a:lnTo>
                    <a:lnTo>
                      <a:pt x="277" y="240"/>
                    </a:lnTo>
                    <a:lnTo>
                      <a:pt x="277" y="242"/>
                    </a:lnTo>
                    <a:lnTo>
                      <a:pt x="277" y="244"/>
                    </a:lnTo>
                    <a:lnTo>
                      <a:pt x="277" y="246"/>
                    </a:lnTo>
                    <a:lnTo>
                      <a:pt x="277" y="247"/>
                    </a:lnTo>
                    <a:lnTo>
                      <a:pt x="277" y="249"/>
                    </a:lnTo>
                    <a:lnTo>
                      <a:pt x="277" y="251"/>
                    </a:lnTo>
                    <a:lnTo>
                      <a:pt x="277" y="253"/>
                    </a:lnTo>
                    <a:lnTo>
                      <a:pt x="279" y="254"/>
                    </a:lnTo>
                    <a:lnTo>
                      <a:pt x="279" y="258"/>
                    </a:lnTo>
                    <a:lnTo>
                      <a:pt x="279" y="260"/>
                    </a:lnTo>
                    <a:lnTo>
                      <a:pt x="279" y="261"/>
                    </a:lnTo>
                    <a:lnTo>
                      <a:pt x="279" y="263"/>
                    </a:lnTo>
                    <a:lnTo>
                      <a:pt x="279" y="265"/>
                    </a:lnTo>
                    <a:lnTo>
                      <a:pt x="279" y="266"/>
                    </a:lnTo>
                    <a:lnTo>
                      <a:pt x="279" y="268"/>
                    </a:lnTo>
                    <a:lnTo>
                      <a:pt x="279" y="270"/>
                    </a:lnTo>
                    <a:lnTo>
                      <a:pt x="280" y="272"/>
                    </a:lnTo>
                    <a:lnTo>
                      <a:pt x="280" y="275"/>
                    </a:lnTo>
                    <a:lnTo>
                      <a:pt x="280" y="277"/>
                    </a:lnTo>
                    <a:lnTo>
                      <a:pt x="280" y="279"/>
                    </a:lnTo>
                    <a:lnTo>
                      <a:pt x="282" y="280"/>
                    </a:lnTo>
                    <a:lnTo>
                      <a:pt x="282" y="282"/>
                    </a:lnTo>
                    <a:lnTo>
                      <a:pt x="284" y="284"/>
                    </a:lnTo>
                    <a:lnTo>
                      <a:pt x="284" y="286"/>
                    </a:lnTo>
                    <a:lnTo>
                      <a:pt x="286" y="284"/>
                    </a:lnTo>
                    <a:lnTo>
                      <a:pt x="286" y="282"/>
                    </a:lnTo>
                    <a:lnTo>
                      <a:pt x="287" y="280"/>
                    </a:lnTo>
                    <a:lnTo>
                      <a:pt x="289" y="279"/>
                    </a:lnTo>
                    <a:lnTo>
                      <a:pt x="289" y="277"/>
                    </a:lnTo>
                    <a:lnTo>
                      <a:pt x="289" y="275"/>
                    </a:lnTo>
                    <a:lnTo>
                      <a:pt x="291" y="273"/>
                    </a:lnTo>
                    <a:lnTo>
                      <a:pt x="291" y="272"/>
                    </a:lnTo>
                    <a:lnTo>
                      <a:pt x="291" y="270"/>
                    </a:lnTo>
                    <a:lnTo>
                      <a:pt x="291" y="266"/>
                    </a:lnTo>
                    <a:lnTo>
                      <a:pt x="291" y="265"/>
                    </a:lnTo>
                    <a:lnTo>
                      <a:pt x="291" y="263"/>
                    </a:lnTo>
                    <a:lnTo>
                      <a:pt x="291" y="261"/>
                    </a:lnTo>
                    <a:lnTo>
                      <a:pt x="291" y="260"/>
                    </a:lnTo>
                    <a:lnTo>
                      <a:pt x="291" y="258"/>
                    </a:lnTo>
                    <a:lnTo>
                      <a:pt x="291" y="254"/>
                    </a:lnTo>
                    <a:lnTo>
                      <a:pt x="291" y="253"/>
                    </a:lnTo>
                    <a:lnTo>
                      <a:pt x="289" y="251"/>
                    </a:lnTo>
                    <a:lnTo>
                      <a:pt x="289" y="249"/>
                    </a:lnTo>
                    <a:lnTo>
                      <a:pt x="289" y="246"/>
                    </a:lnTo>
                    <a:lnTo>
                      <a:pt x="289" y="244"/>
                    </a:lnTo>
                    <a:lnTo>
                      <a:pt x="289" y="242"/>
                    </a:lnTo>
                    <a:lnTo>
                      <a:pt x="289" y="240"/>
                    </a:lnTo>
                    <a:lnTo>
                      <a:pt x="289" y="239"/>
                    </a:lnTo>
                    <a:lnTo>
                      <a:pt x="289" y="237"/>
                    </a:lnTo>
                    <a:lnTo>
                      <a:pt x="289" y="234"/>
                    </a:lnTo>
                    <a:lnTo>
                      <a:pt x="289" y="232"/>
                    </a:lnTo>
                    <a:lnTo>
                      <a:pt x="289" y="230"/>
                    </a:lnTo>
                    <a:lnTo>
                      <a:pt x="289" y="228"/>
                    </a:lnTo>
                    <a:lnTo>
                      <a:pt x="291" y="227"/>
                    </a:lnTo>
                    <a:lnTo>
                      <a:pt x="291" y="225"/>
                    </a:lnTo>
                    <a:lnTo>
                      <a:pt x="291" y="223"/>
                    </a:lnTo>
                    <a:lnTo>
                      <a:pt x="296" y="216"/>
                    </a:lnTo>
                    <a:lnTo>
                      <a:pt x="303" y="209"/>
                    </a:lnTo>
                    <a:lnTo>
                      <a:pt x="308" y="202"/>
                    </a:lnTo>
                    <a:lnTo>
                      <a:pt x="313" y="195"/>
                    </a:lnTo>
                    <a:lnTo>
                      <a:pt x="319" y="189"/>
                    </a:lnTo>
                    <a:lnTo>
                      <a:pt x="324" y="182"/>
                    </a:lnTo>
                    <a:lnTo>
                      <a:pt x="329" y="175"/>
                    </a:lnTo>
                    <a:lnTo>
                      <a:pt x="334" y="168"/>
                    </a:lnTo>
                    <a:lnTo>
                      <a:pt x="339" y="161"/>
                    </a:lnTo>
                    <a:lnTo>
                      <a:pt x="345" y="154"/>
                    </a:lnTo>
                    <a:lnTo>
                      <a:pt x="350" y="147"/>
                    </a:lnTo>
                    <a:lnTo>
                      <a:pt x="357" y="140"/>
                    </a:lnTo>
                    <a:lnTo>
                      <a:pt x="362" y="133"/>
                    </a:lnTo>
                    <a:lnTo>
                      <a:pt x="367" y="126"/>
                    </a:lnTo>
                    <a:lnTo>
                      <a:pt x="372" y="119"/>
                    </a:lnTo>
                    <a:lnTo>
                      <a:pt x="378" y="112"/>
                    </a:lnTo>
                    <a:lnTo>
                      <a:pt x="383" y="105"/>
                    </a:lnTo>
                    <a:lnTo>
                      <a:pt x="388" y="98"/>
                    </a:lnTo>
                    <a:lnTo>
                      <a:pt x="393" y="91"/>
                    </a:lnTo>
                    <a:lnTo>
                      <a:pt x="398" y="85"/>
                    </a:lnTo>
                    <a:lnTo>
                      <a:pt x="405" y="78"/>
                    </a:lnTo>
                    <a:lnTo>
                      <a:pt x="411" y="71"/>
                    </a:lnTo>
                    <a:lnTo>
                      <a:pt x="416" y="64"/>
                    </a:lnTo>
                    <a:lnTo>
                      <a:pt x="423" y="59"/>
                    </a:lnTo>
                    <a:lnTo>
                      <a:pt x="428" y="52"/>
                    </a:lnTo>
                    <a:lnTo>
                      <a:pt x="433" y="45"/>
                    </a:lnTo>
                    <a:lnTo>
                      <a:pt x="440" y="38"/>
                    </a:lnTo>
                    <a:lnTo>
                      <a:pt x="445" y="31"/>
                    </a:lnTo>
                    <a:lnTo>
                      <a:pt x="452" y="26"/>
                    </a:lnTo>
                    <a:lnTo>
                      <a:pt x="459" y="19"/>
                    </a:lnTo>
                    <a:lnTo>
                      <a:pt x="464" y="12"/>
                    </a:lnTo>
                    <a:lnTo>
                      <a:pt x="471" y="7"/>
                    </a:lnTo>
                    <a:lnTo>
                      <a:pt x="471" y="5"/>
                    </a:lnTo>
                    <a:lnTo>
                      <a:pt x="473" y="5"/>
                    </a:lnTo>
                    <a:lnTo>
                      <a:pt x="473" y="3"/>
                    </a:lnTo>
                    <a:lnTo>
                      <a:pt x="475" y="3"/>
                    </a:lnTo>
                    <a:lnTo>
                      <a:pt x="476" y="3"/>
                    </a:lnTo>
                    <a:lnTo>
                      <a:pt x="478" y="3"/>
                    </a:lnTo>
                    <a:lnTo>
                      <a:pt x="480" y="3"/>
                    </a:lnTo>
                    <a:lnTo>
                      <a:pt x="482" y="3"/>
                    </a:lnTo>
                    <a:lnTo>
                      <a:pt x="483" y="3"/>
                    </a:lnTo>
                    <a:lnTo>
                      <a:pt x="485" y="3"/>
                    </a:lnTo>
                    <a:lnTo>
                      <a:pt x="487" y="3"/>
                    </a:lnTo>
                    <a:lnTo>
                      <a:pt x="489" y="3"/>
                    </a:lnTo>
                    <a:lnTo>
                      <a:pt x="490" y="3"/>
                    </a:lnTo>
                    <a:lnTo>
                      <a:pt x="490" y="5"/>
                    </a:lnTo>
                    <a:lnTo>
                      <a:pt x="492" y="7"/>
                    </a:lnTo>
                    <a:lnTo>
                      <a:pt x="494" y="7"/>
                    </a:lnTo>
                    <a:lnTo>
                      <a:pt x="494" y="8"/>
                    </a:lnTo>
                    <a:lnTo>
                      <a:pt x="495" y="10"/>
                    </a:lnTo>
                    <a:lnTo>
                      <a:pt x="497" y="10"/>
                    </a:lnTo>
                    <a:lnTo>
                      <a:pt x="499" y="12"/>
                    </a:lnTo>
                    <a:lnTo>
                      <a:pt x="499" y="14"/>
                    </a:lnTo>
                    <a:lnTo>
                      <a:pt x="501" y="14"/>
                    </a:lnTo>
                    <a:lnTo>
                      <a:pt x="502" y="15"/>
                    </a:lnTo>
                    <a:lnTo>
                      <a:pt x="504" y="15"/>
                    </a:lnTo>
                    <a:lnTo>
                      <a:pt x="506" y="15"/>
                    </a:lnTo>
                    <a:lnTo>
                      <a:pt x="508" y="17"/>
                    </a:lnTo>
                    <a:lnTo>
                      <a:pt x="509" y="17"/>
                    </a:lnTo>
                    <a:lnTo>
                      <a:pt x="511" y="19"/>
                    </a:lnTo>
                    <a:lnTo>
                      <a:pt x="513" y="19"/>
                    </a:lnTo>
                    <a:lnTo>
                      <a:pt x="515" y="19"/>
                    </a:lnTo>
                    <a:lnTo>
                      <a:pt x="516" y="19"/>
                    </a:lnTo>
                    <a:lnTo>
                      <a:pt x="518" y="19"/>
                    </a:lnTo>
                    <a:lnTo>
                      <a:pt x="520" y="19"/>
                    </a:lnTo>
                    <a:lnTo>
                      <a:pt x="521" y="19"/>
                    </a:lnTo>
                    <a:lnTo>
                      <a:pt x="523" y="19"/>
                    </a:lnTo>
                    <a:lnTo>
                      <a:pt x="525" y="19"/>
                    </a:lnTo>
                    <a:lnTo>
                      <a:pt x="527" y="19"/>
                    </a:lnTo>
                    <a:lnTo>
                      <a:pt x="528" y="17"/>
                    </a:lnTo>
                    <a:lnTo>
                      <a:pt x="530" y="17"/>
                    </a:lnTo>
                    <a:lnTo>
                      <a:pt x="532" y="17"/>
                    </a:lnTo>
                    <a:lnTo>
                      <a:pt x="534" y="15"/>
                    </a:lnTo>
                    <a:lnTo>
                      <a:pt x="535" y="15"/>
                    </a:lnTo>
                    <a:lnTo>
                      <a:pt x="537" y="14"/>
                    </a:lnTo>
                    <a:lnTo>
                      <a:pt x="539" y="14"/>
                    </a:lnTo>
                    <a:lnTo>
                      <a:pt x="542" y="14"/>
                    </a:lnTo>
                    <a:lnTo>
                      <a:pt x="544" y="12"/>
                    </a:lnTo>
                    <a:lnTo>
                      <a:pt x="546" y="12"/>
                    </a:lnTo>
                    <a:lnTo>
                      <a:pt x="547" y="10"/>
                    </a:lnTo>
                    <a:lnTo>
                      <a:pt x="551" y="10"/>
                    </a:lnTo>
                    <a:lnTo>
                      <a:pt x="553" y="10"/>
                    </a:lnTo>
                    <a:lnTo>
                      <a:pt x="554" y="8"/>
                    </a:lnTo>
                    <a:lnTo>
                      <a:pt x="558" y="8"/>
                    </a:lnTo>
                    <a:lnTo>
                      <a:pt x="560" y="8"/>
                    </a:lnTo>
                    <a:lnTo>
                      <a:pt x="561" y="7"/>
                    </a:lnTo>
                    <a:lnTo>
                      <a:pt x="563" y="7"/>
                    </a:lnTo>
                    <a:lnTo>
                      <a:pt x="567" y="7"/>
                    </a:lnTo>
                    <a:lnTo>
                      <a:pt x="568" y="5"/>
                    </a:lnTo>
                    <a:lnTo>
                      <a:pt x="570" y="5"/>
                    </a:lnTo>
                    <a:lnTo>
                      <a:pt x="573" y="5"/>
                    </a:lnTo>
                    <a:lnTo>
                      <a:pt x="575" y="3"/>
                    </a:lnTo>
                    <a:lnTo>
                      <a:pt x="577" y="3"/>
                    </a:lnTo>
                    <a:lnTo>
                      <a:pt x="580" y="3"/>
                    </a:lnTo>
                    <a:lnTo>
                      <a:pt x="582" y="3"/>
                    </a:lnTo>
                    <a:lnTo>
                      <a:pt x="584" y="1"/>
                    </a:lnTo>
                    <a:lnTo>
                      <a:pt x="587" y="1"/>
                    </a:lnTo>
                    <a:lnTo>
                      <a:pt x="589" y="1"/>
                    </a:lnTo>
                    <a:lnTo>
                      <a:pt x="591" y="1"/>
                    </a:lnTo>
                    <a:lnTo>
                      <a:pt x="594" y="1"/>
                    </a:lnTo>
                    <a:lnTo>
                      <a:pt x="596" y="1"/>
                    </a:lnTo>
                    <a:lnTo>
                      <a:pt x="598" y="1"/>
                    </a:lnTo>
                    <a:lnTo>
                      <a:pt x="601" y="0"/>
                    </a:lnTo>
                    <a:lnTo>
                      <a:pt x="603" y="0"/>
                    </a:lnTo>
                    <a:lnTo>
                      <a:pt x="606" y="0"/>
                    </a:lnTo>
                    <a:lnTo>
                      <a:pt x="608"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58" name="Google Shape;358;p10"/>
              <p:cNvSpPr/>
              <p:nvPr/>
            </p:nvSpPr>
            <p:spPr>
              <a:xfrm>
                <a:off x="4817" y="1818"/>
                <a:ext cx="54" cy="158"/>
              </a:xfrm>
              <a:custGeom>
                <a:rect b="b" l="l" r="r" t="t"/>
                <a:pathLst>
                  <a:path extrusionOk="0" h="158" w="54">
                    <a:moveTo>
                      <a:pt x="7" y="154"/>
                    </a:moveTo>
                    <a:lnTo>
                      <a:pt x="7" y="156"/>
                    </a:lnTo>
                    <a:lnTo>
                      <a:pt x="7" y="151"/>
                    </a:lnTo>
                    <a:lnTo>
                      <a:pt x="7" y="145"/>
                    </a:lnTo>
                    <a:lnTo>
                      <a:pt x="9" y="140"/>
                    </a:lnTo>
                    <a:lnTo>
                      <a:pt x="9" y="135"/>
                    </a:lnTo>
                    <a:lnTo>
                      <a:pt x="9" y="130"/>
                    </a:lnTo>
                    <a:lnTo>
                      <a:pt x="9" y="125"/>
                    </a:lnTo>
                    <a:lnTo>
                      <a:pt x="10" y="121"/>
                    </a:lnTo>
                    <a:lnTo>
                      <a:pt x="10" y="116"/>
                    </a:lnTo>
                    <a:lnTo>
                      <a:pt x="10" y="111"/>
                    </a:lnTo>
                    <a:lnTo>
                      <a:pt x="12" y="106"/>
                    </a:lnTo>
                    <a:lnTo>
                      <a:pt x="12" y="100"/>
                    </a:lnTo>
                    <a:lnTo>
                      <a:pt x="14" y="95"/>
                    </a:lnTo>
                    <a:lnTo>
                      <a:pt x="14" y="90"/>
                    </a:lnTo>
                    <a:lnTo>
                      <a:pt x="15" y="85"/>
                    </a:lnTo>
                    <a:lnTo>
                      <a:pt x="17" y="80"/>
                    </a:lnTo>
                    <a:lnTo>
                      <a:pt x="17" y="76"/>
                    </a:lnTo>
                    <a:lnTo>
                      <a:pt x="19" y="71"/>
                    </a:lnTo>
                    <a:lnTo>
                      <a:pt x="21" y="66"/>
                    </a:lnTo>
                    <a:lnTo>
                      <a:pt x="22" y="61"/>
                    </a:lnTo>
                    <a:lnTo>
                      <a:pt x="24" y="57"/>
                    </a:lnTo>
                    <a:lnTo>
                      <a:pt x="26" y="52"/>
                    </a:lnTo>
                    <a:lnTo>
                      <a:pt x="28" y="47"/>
                    </a:lnTo>
                    <a:lnTo>
                      <a:pt x="29" y="43"/>
                    </a:lnTo>
                    <a:lnTo>
                      <a:pt x="31" y="38"/>
                    </a:lnTo>
                    <a:lnTo>
                      <a:pt x="33" y="35"/>
                    </a:lnTo>
                    <a:lnTo>
                      <a:pt x="36" y="29"/>
                    </a:lnTo>
                    <a:lnTo>
                      <a:pt x="38" y="24"/>
                    </a:lnTo>
                    <a:lnTo>
                      <a:pt x="41" y="21"/>
                    </a:lnTo>
                    <a:lnTo>
                      <a:pt x="43" y="17"/>
                    </a:lnTo>
                    <a:lnTo>
                      <a:pt x="47" y="12"/>
                    </a:lnTo>
                    <a:lnTo>
                      <a:pt x="50" y="9"/>
                    </a:lnTo>
                    <a:lnTo>
                      <a:pt x="54" y="5"/>
                    </a:lnTo>
                    <a:lnTo>
                      <a:pt x="48" y="0"/>
                    </a:lnTo>
                    <a:lnTo>
                      <a:pt x="45" y="3"/>
                    </a:lnTo>
                    <a:lnTo>
                      <a:pt x="41" y="9"/>
                    </a:lnTo>
                    <a:lnTo>
                      <a:pt x="38" y="12"/>
                    </a:lnTo>
                    <a:lnTo>
                      <a:pt x="35" y="17"/>
                    </a:lnTo>
                    <a:lnTo>
                      <a:pt x="33" y="21"/>
                    </a:lnTo>
                    <a:lnTo>
                      <a:pt x="29" y="26"/>
                    </a:lnTo>
                    <a:lnTo>
                      <a:pt x="28" y="31"/>
                    </a:lnTo>
                    <a:lnTo>
                      <a:pt x="24" y="35"/>
                    </a:lnTo>
                    <a:lnTo>
                      <a:pt x="22" y="40"/>
                    </a:lnTo>
                    <a:lnTo>
                      <a:pt x="21" y="45"/>
                    </a:lnTo>
                    <a:lnTo>
                      <a:pt x="19" y="48"/>
                    </a:lnTo>
                    <a:lnTo>
                      <a:pt x="17" y="54"/>
                    </a:lnTo>
                    <a:lnTo>
                      <a:pt x="15" y="59"/>
                    </a:lnTo>
                    <a:lnTo>
                      <a:pt x="14" y="64"/>
                    </a:lnTo>
                    <a:lnTo>
                      <a:pt x="12" y="69"/>
                    </a:lnTo>
                    <a:lnTo>
                      <a:pt x="10" y="74"/>
                    </a:lnTo>
                    <a:lnTo>
                      <a:pt x="9" y="78"/>
                    </a:lnTo>
                    <a:lnTo>
                      <a:pt x="9" y="83"/>
                    </a:lnTo>
                    <a:lnTo>
                      <a:pt x="7" y="88"/>
                    </a:lnTo>
                    <a:lnTo>
                      <a:pt x="7" y="93"/>
                    </a:lnTo>
                    <a:lnTo>
                      <a:pt x="5" y="99"/>
                    </a:lnTo>
                    <a:lnTo>
                      <a:pt x="5" y="104"/>
                    </a:lnTo>
                    <a:lnTo>
                      <a:pt x="3" y="109"/>
                    </a:lnTo>
                    <a:lnTo>
                      <a:pt x="3" y="114"/>
                    </a:lnTo>
                    <a:lnTo>
                      <a:pt x="3" y="119"/>
                    </a:lnTo>
                    <a:lnTo>
                      <a:pt x="2" y="125"/>
                    </a:lnTo>
                    <a:lnTo>
                      <a:pt x="2" y="130"/>
                    </a:lnTo>
                    <a:lnTo>
                      <a:pt x="2" y="135"/>
                    </a:lnTo>
                    <a:lnTo>
                      <a:pt x="0" y="140"/>
                    </a:lnTo>
                    <a:lnTo>
                      <a:pt x="0" y="145"/>
                    </a:lnTo>
                    <a:lnTo>
                      <a:pt x="0" y="151"/>
                    </a:lnTo>
                    <a:lnTo>
                      <a:pt x="0" y="156"/>
                    </a:lnTo>
                    <a:lnTo>
                      <a:pt x="0" y="158"/>
                    </a:lnTo>
                    <a:lnTo>
                      <a:pt x="0" y="156"/>
                    </a:lnTo>
                    <a:lnTo>
                      <a:pt x="0" y="158"/>
                    </a:lnTo>
                    <a:lnTo>
                      <a:pt x="7" y="15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59" name="Google Shape;359;p10"/>
              <p:cNvSpPr/>
              <p:nvPr/>
            </p:nvSpPr>
            <p:spPr>
              <a:xfrm>
                <a:off x="4817" y="1972"/>
                <a:ext cx="12" cy="52"/>
              </a:xfrm>
              <a:custGeom>
                <a:rect b="b" l="l" r="r" t="t"/>
                <a:pathLst>
                  <a:path extrusionOk="0" h="52" w="12">
                    <a:moveTo>
                      <a:pt x="12" y="50"/>
                    </a:moveTo>
                    <a:lnTo>
                      <a:pt x="12" y="52"/>
                    </a:lnTo>
                    <a:lnTo>
                      <a:pt x="12" y="50"/>
                    </a:lnTo>
                    <a:lnTo>
                      <a:pt x="12" y="49"/>
                    </a:lnTo>
                    <a:lnTo>
                      <a:pt x="12" y="47"/>
                    </a:lnTo>
                    <a:lnTo>
                      <a:pt x="12" y="45"/>
                    </a:lnTo>
                    <a:lnTo>
                      <a:pt x="12" y="43"/>
                    </a:lnTo>
                    <a:lnTo>
                      <a:pt x="12" y="42"/>
                    </a:lnTo>
                    <a:lnTo>
                      <a:pt x="12" y="40"/>
                    </a:lnTo>
                    <a:lnTo>
                      <a:pt x="12" y="38"/>
                    </a:lnTo>
                    <a:lnTo>
                      <a:pt x="12" y="37"/>
                    </a:lnTo>
                    <a:lnTo>
                      <a:pt x="12" y="35"/>
                    </a:lnTo>
                    <a:lnTo>
                      <a:pt x="12" y="33"/>
                    </a:lnTo>
                    <a:lnTo>
                      <a:pt x="12" y="31"/>
                    </a:lnTo>
                    <a:lnTo>
                      <a:pt x="12" y="30"/>
                    </a:lnTo>
                    <a:lnTo>
                      <a:pt x="12" y="28"/>
                    </a:lnTo>
                    <a:lnTo>
                      <a:pt x="12" y="26"/>
                    </a:lnTo>
                    <a:lnTo>
                      <a:pt x="10" y="24"/>
                    </a:lnTo>
                    <a:lnTo>
                      <a:pt x="10" y="23"/>
                    </a:lnTo>
                    <a:lnTo>
                      <a:pt x="10" y="21"/>
                    </a:lnTo>
                    <a:lnTo>
                      <a:pt x="10" y="19"/>
                    </a:lnTo>
                    <a:lnTo>
                      <a:pt x="10" y="17"/>
                    </a:lnTo>
                    <a:lnTo>
                      <a:pt x="10" y="16"/>
                    </a:lnTo>
                    <a:lnTo>
                      <a:pt x="10" y="14"/>
                    </a:lnTo>
                    <a:lnTo>
                      <a:pt x="10" y="12"/>
                    </a:lnTo>
                    <a:lnTo>
                      <a:pt x="9" y="11"/>
                    </a:lnTo>
                    <a:lnTo>
                      <a:pt x="9" y="9"/>
                    </a:lnTo>
                    <a:lnTo>
                      <a:pt x="9" y="7"/>
                    </a:lnTo>
                    <a:lnTo>
                      <a:pt x="9" y="5"/>
                    </a:lnTo>
                    <a:lnTo>
                      <a:pt x="7" y="4"/>
                    </a:lnTo>
                    <a:lnTo>
                      <a:pt x="7" y="2"/>
                    </a:lnTo>
                    <a:lnTo>
                      <a:pt x="7" y="0"/>
                    </a:lnTo>
                    <a:lnTo>
                      <a:pt x="0" y="4"/>
                    </a:lnTo>
                    <a:lnTo>
                      <a:pt x="0" y="5"/>
                    </a:lnTo>
                    <a:lnTo>
                      <a:pt x="2" y="7"/>
                    </a:lnTo>
                    <a:lnTo>
                      <a:pt x="2" y="9"/>
                    </a:lnTo>
                    <a:lnTo>
                      <a:pt x="2" y="11"/>
                    </a:lnTo>
                    <a:lnTo>
                      <a:pt x="2" y="12"/>
                    </a:lnTo>
                    <a:lnTo>
                      <a:pt x="3" y="14"/>
                    </a:lnTo>
                    <a:lnTo>
                      <a:pt x="3" y="16"/>
                    </a:lnTo>
                    <a:lnTo>
                      <a:pt x="3" y="17"/>
                    </a:lnTo>
                    <a:lnTo>
                      <a:pt x="3" y="19"/>
                    </a:lnTo>
                    <a:lnTo>
                      <a:pt x="3" y="21"/>
                    </a:lnTo>
                    <a:lnTo>
                      <a:pt x="3" y="23"/>
                    </a:lnTo>
                    <a:lnTo>
                      <a:pt x="3" y="24"/>
                    </a:lnTo>
                    <a:lnTo>
                      <a:pt x="3" y="26"/>
                    </a:lnTo>
                    <a:lnTo>
                      <a:pt x="3" y="28"/>
                    </a:lnTo>
                    <a:lnTo>
                      <a:pt x="3" y="30"/>
                    </a:lnTo>
                    <a:lnTo>
                      <a:pt x="3" y="31"/>
                    </a:lnTo>
                    <a:lnTo>
                      <a:pt x="5" y="33"/>
                    </a:lnTo>
                    <a:lnTo>
                      <a:pt x="5" y="35"/>
                    </a:lnTo>
                    <a:lnTo>
                      <a:pt x="5" y="37"/>
                    </a:lnTo>
                    <a:lnTo>
                      <a:pt x="5" y="38"/>
                    </a:lnTo>
                    <a:lnTo>
                      <a:pt x="5" y="40"/>
                    </a:lnTo>
                    <a:lnTo>
                      <a:pt x="5" y="42"/>
                    </a:lnTo>
                    <a:lnTo>
                      <a:pt x="5" y="43"/>
                    </a:lnTo>
                    <a:lnTo>
                      <a:pt x="5" y="45"/>
                    </a:lnTo>
                    <a:lnTo>
                      <a:pt x="5" y="47"/>
                    </a:lnTo>
                    <a:lnTo>
                      <a:pt x="5" y="49"/>
                    </a:lnTo>
                    <a:lnTo>
                      <a:pt x="5" y="50"/>
                    </a:lnTo>
                    <a:lnTo>
                      <a:pt x="5" y="52"/>
                    </a:lnTo>
                    <a:lnTo>
                      <a:pt x="12"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60" name="Google Shape;360;p10"/>
              <p:cNvSpPr/>
              <p:nvPr/>
            </p:nvSpPr>
            <p:spPr>
              <a:xfrm>
                <a:off x="4822" y="2022"/>
                <a:ext cx="43" cy="129"/>
              </a:xfrm>
              <a:custGeom>
                <a:rect b="b" l="l" r="r" t="t"/>
                <a:pathLst>
                  <a:path extrusionOk="0" h="129" w="43">
                    <a:moveTo>
                      <a:pt x="43" y="125"/>
                    </a:moveTo>
                    <a:lnTo>
                      <a:pt x="43" y="123"/>
                    </a:lnTo>
                    <a:lnTo>
                      <a:pt x="40" y="122"/>
                    </a:lnTo>
                    <a:lnTo>
                      <a:pt x="38" y="118"/>
                    </a:lnTo>
                    <a:lnTo>
                      <a:pt x="36" y="115"/>
                    </a:lnTo>
                    <a:lnTo>
                      <a:pt x="35" y="111"/>
                    </a:lnTo>
                    <a:lnTo>
                      <a:pt x="33" y="108"/>
                    </a:lnTo>
                    <a:lnTo>
                      <a:pt x="31" y="104"/>
                    </a:lnTo>
                    <a:lnTo>
                      <a:pt x="30" y="101"/>
                    </a:lnTo>
                    <a:lnTo>
                      <a:pt x="28" y="97"/>
                    </a:lnTo>
                    <a:lnTo>
                      <a:pt x="26" y="94"/>
                    </a:lnTo>
                    <a:lnTo>
                      <a:pt x="26" y="90"/>
                    </a:lnTo>
                    <a:lnTo>
                      <a:pt x="24" y="85"/>
                    </a:lnTo>
                    <a:lnTo>
                      <a:pt x="23" y="82"/>
                    </a:lnTo>
                    <a:lnTo>
                      <a:pt x="23" y="78"/>
                    </a:lnTo>
                    <a:lnTo>
                      <a:pt x="21" y="75"/>
                    </a:lnTo>
                    <a:lnTo>
                      <a:pt x="21" y="70"/>
                    </a:lnTo>
                    <a:lnTo>
                      <a:pt x="19" y="66"/>
                    </a:lnTo>
                    <a:lnTo>
                      <a:pt x="19" y="63"/>
                    </a:lnTo>
                    <a:lnTo>
                      <a:pt x="17" y="58"/>
                    </a:lnTo>
                    <a:lnTo>
                      <a:pt x="17" y="54"/>
                    </a:lnTo>
                    <a:lnTo>
                      <a:pt x="17" y="51"/>
                    </a:lnTo>
                    <a:lnTo>
                      <a:pt x="16" y="45"/>
                    </a:lnTo>
                    <a:lnTo>
                      <a:pt x="16" y="42"/>
                    </a:lnTo>
                    <a:lnTo>
                      <a:pt x="14" y="37"/>
                    </a:lnTo>
                    <a:lnTo>
                      <a:pt x="14" y="33"/>
                    </a:lnTo>
                    <a:lnTo>
                      <a:pt x="14" y="30"/>
                    </a:lnTo>
                    <a:lnTo>
                      <a:pt x="12" y="25"/>
                    </a:lnTo>
                    <a:lnTo>
                      <a:pt x="12" y="21"/>
                    </a:lnTo>
                    <a:lnTo>
                      <a:pt x="10" y="16"/>
                    </a:lnTo>
                    <a:lnTo>
                      <a:pt x="10" y="12"/>
                    </a:lnTo>
                    <a:lnTo>
                      <a:pt x="9" y="9"/>
                    </a:lnTo>
                    <a:lnTo>
                      <a:pt x="9" y="4"/>
                    </a:lnTo>
                    <a:lnTo>
                      <a:pt x="7" y="0"/>
                    </a:lnTo>
                    <a:lnTo>
                      <a:pt x="0" y="2"/>
                    </a:lnTo>
                    <a:lnTo>
                      <a:pt x="2" y="7"/>
                    </a:lnTo>
                    <a:lnTo>
                      <a:pt x="2" y="11"/>
                    </a:lnTo>
                    <a:lnTo>
                      <a:pt x="4" y="14"/>
                    </a:lnTo>
                    <a:lnTo>
                      <a:pt x="4" y="18"/>
                    </a:lnTo>
                    <a:lnTo>
                      <a:pt x="5" y="23"/>
                    </a:lnTo>
                    <a:lnTo>
                      <a:pt x="5" y="26"/>
                    </a:lnTo>
                    <a:lnTo>
                      <a:pt x="7" y="30"/>
                    </a:lnTo>
                    <a:lnTo>
                      <a:pt x="7" y="35"/>
                    </a:lnTo>
                    <a:lnTo>
                      <a:pt x="7" y="38"/>
                    </a:lnTo>
                    <a:lnTo>
                      <a:pt x="9" y="42"/>
                    </a:lnTo>
                    <a:lnTo>
                      <a:pt x="9" y="47"/>
                    </a:lnTo>
                    <a:lnTo>
                      <a:pt x="9" y="51"/>
                    </a:lnTo>
                    <a:lnTo>
                      <a:pt x="10" y="56"/>
                    </a:lnTo>
                    <a:lnTo>
                      <a:pt x="10" y="59"/>
                    </a:lnTo>
                    <a:lnTo>
                      <a:pt x="12" y="63"/>
                    </a:lnTo>
                    <a:lnTo>
                      <a:pt x="12" y="68"/>
                    </a:lnTo>
                    <a:lnTo>
                      <a:pt x="14" y="71"/>
                    </a:lnTo>
                    <a:lnTo>
                      <a:pt x="14" y="77"/>
                    </a:lnTo>
                    <a:lnTo>
                      <a:pt x="16" y="80"/>
                    </a:lnTo>
                    <a:lnTo>
                      <a:pt x="16" y="84"/>
                    </a:lnTo>
                    <a:lnTo>
                      <a:pt x="17" y="89"/>
                    </a:lnTo>
                    <a:lnTo>
                      <a:pt x="19" y="92"/>
                    </a:lnTo>
                    <a:lnTo>
                      <a:pt x="19" y="96"/>
                    </a:lnTo>
                    <a:lnTo>
                      <a:pt x="21" y="99"/>
                    </a:lnTo>
                    <a:lnTo>
                      <a:pt x="23" y="104"/>
                    </a:lnTo>
                    <a:lnTo>
                      <a:pt x="24" y="108"/>
                    </a:lnTo>
                    <a:lnTo>
                      <a:pt x="26" y="111"/>
                    </a:lnTo>
                    <a:lnTo>
                      <a:pt x="28" y="115"/>
                    </a:lnTo>
                    <a:lnTo>
                      <a:pt x="30" y="118"/>
                    </a:lnTo>
                    <a:lnTo>
                      <a:pt x="33" y="122"/>
                    </a:lnTo>
                    <a:lnTo>
                      <a:pt x="35" y="125"/>
                    </a:lnTo>
                    <a:lnTo>
                      <a:pt x="38" y="129"/>
                    </a:lnTo>
                    <a:lnTo>
                      <a:pt x="36" y="129"/>
                    </a:lnTo>
                    <a:lnTo>
                      <a:pt x="43" y="125"/>
                    </a:lnTo>
                    <a:lnTo>
                      <a:pt x="43" y="123"/>
                    </a:lnTo>
                    <a:lnTo>
                      <a:pt x="43" y="1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61" name="Google Shape;361;p10"/>
              <p:cNvSpPr/>
              <p:nvPr/>
            </p:nvSpPr>
            <p:spPr>
              <a:xfrm>
                <a:off x="4858" y="2147"/>
                <a:ext cx="28" cy="40"/>
              </a:xfrm>
              <a:custGeom>
                <a:rect b="b" l="l" r="r" t="t"/>
                <a:pathLst>
                  <a:path extrusionOk="0" h="40" w="28">
                    <a:moveTo>
                      <a:pt x="25" y="33"/>
                    </a:moveTo>
                    <a:lnTo>
                      <a:pt x="28" y="33"/>
                    </a:lnTo>
                    <a:lnTo>
                      <a:pt x="28" y="31"/>
                    </a:lnTo>
                    <a:lnTo>
                      <a:pt x="27" y="31"/>
                    </a:lnTo>
                    <a:lnTo>
                      <a:pt x="25" y="30"/>
                    </a:lnTo>
                    <a:lnTo>
                      <a:pt x="23" y="30"/>
                    </a:lnTo>
                    <a:lnTo>
                      <a:pt x="23" y="28"/>
                    </a:lnTo>
                    <a:lnTo>
                      <a:pt x="21" y="28"/>
                    </a:lnTo>
                    <a:lnTo>
                      <a:pt x="21" y="26"/>
                    </a:lnTo>
                    <a:lnTo>
                      <a:pt x="21" y="24"/>
                    </a:lnTo>
                    <a:lnTo>
                      <a:pt x="20" y="24"/>
                    </a:lnTo>
                    <a:lnTo>
                      <a:pt x="20" y="23"/>
                    </a:lnTo>
                    <a:lnTo>
                      <a:pt x="18" y="23"/>
                    </a:lnTo>
                    <a:lnTo>
                      <a:pt x="18" y="21"/>
                    </a:lnTo>
                    <a:lnTo>
                      <a:pt x="18" y="19"/>
                    </a:lnTo>
                    <a:lnTo>
                      <a:pt x="16" y="19"/>
                    </a:lnTo>
                    <a:lnTo>
                      <a:pt x="16" y="17"/>
                    </a:lnTo>
                    <a:lnTo>
                      <a:pt x="14" y="16"/>
                    </a:lnTo>
                    <a:lnTo>
                      <a:pt x="14" y="14"/>
                    </a:lnTo>
                    <a:lnTo>
                      <a:pt x="13" y="12"/>
                    </a:lnTo>
                    <a:lnTo>
                      <a:pt x="13" y="10"/>
                    </a:lnTo>
                    <a:lnTo>
                      <a:pt x="13" y="9"/>
                    </a:lnTo>
                    <a:lnTo>
                      <a:pt x="11" y="9"/>
                    </a:lnTo>
                    <a:lnTo>
                      <a:pt x="11" y="7"/>
                    </a:lnTo>
                    <a:lnTo>
                      <a:pt x="11" y="5"/>
                    </a:lnTo>
                    <a:lnTo>
                      <a:pt x="9" y="5"/>
                    </a:lnTo>
                    <a:lnTo>
                      <a:pt x="9" y="4"/>
                    </a:lnTo>
                    <a:lnTo>
                      <a:pt x="9" y="2"/>
                    </a:lnTo>
                    <a:lnTo>
                      <a:pt x="7" y="2"/>
                    </a:lnTo>
                    <a:lnTo>
                      <a:pt x="7" y="0"/>
                    </a:lnTo>
                    <a:lnTo>
                      <a:pt x="0" y="4"/>
                    </a:lnTo>
                    <a:lnTo>
                      <a:pt x="2" y="4"/>
                    </a:lnTo>
                    <a:lnTo>
                      <a:pt x="2" y="5"/>
                    </a:lnTo>
                    <a:lnTo>
                      <a:pt x="2" y="7"/>
                    </a:lnTo>
                    <a:lnTo>
                      <a:pt x="4" y="9"/>
                    </a:lnTo>
                    <a:lnTo>
                      <a:pt x="4" y="10"/>
                    </a:lnTo>
                    <a:lnTo>
                      <a:pt x="6" y="12"/>
                    </a:lnTo>
                    <a:lnTo>
                      <a:pt x="6" y="14"/>
                    </a:lnTo>
                    <a:lnTo>
                      <a:pt x="6" y="16"/>
                    </a:lnTo>
                    <a:lnTo>
                      <a:pt x="7" y="16"/>
                    </a:lnTo>
                    <a:lnTo>
                      <a:pt x="7" y="17"/>
                    </a:lnTo>
                    <a:lnTo>
                      <a:pt x="7" y="19"/>
                    </a:lnTo>
                    <a:lnTo>
                      <a:pt x="9" y="19"/>
                    </a:lnTo>
                    <a:lnTo>
                      <a:pt x="9" y="21"/>
                    </a:lnTo>
                    <a:lnTo>
                      <a:pt x="11" y="23"/>
                    </a:lnTo>
                    <a:lnTo>
                      <a:pt x="11" y="24"/>
                    </a:lnTo>
                    <a:lnTo>
                      <a:pt x="13" y="26"/>
                    </a:lnTo>
                    <a:lnTo>
                      <a:pt x="13" y="28"/>
                    </a:lnTo>
                    <a:lnTo>
                      <a:pt x="14" y="28"/>
                    </a:lnTo>
                    <a:lnTo>
                      <a:pt x="14" y="30"/>
                    </a:lnTo>
                    <a:lnTo>
                      <a:pt x="16" y="31"/>
                    </a:lnTo>
                    <a:lnTo>
                      <a:pt x="18" y="33"/>
                    </a:lnTo>
                    <a:lnTo>
                      <a:pt x="20" y="35"/>
                    </a:lnTo>
                    <a:lnTo>
                      <a:pt x="20" y="36"/>
                    </a:lnTo>
                    <a:lnTo>
                      <a:pt x="21" y="36"/>
                    </a:lnTo>
                    <a:lnTo>
                      <a:pt x="23" y="38"/>
                    </a:lnTo>
                    <a:lnTo>
                      <a:pt x="25" y="38"/>
                    </a:lnTo>
                    <a:lnTo>
                      <a:pt x="28" y="38"/>
                    </a:lnTo>
                    <a:lnTo>
                      <a:pt x="25" y="38"/>
                    </a:lnTo>
                    <a:lnTo>
                      <a:pt x="27" y="40"/>
                    </a:lnTo>
                    <a:lnTo>
                      <a:pt x="28" y="38"/>
                    </a:lnTo>
                    <a:lnTo>
                      <a:pt x="25"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62" name="Google Shape;362;p10"/>
              <p:cNvSpPr/>
              <p:nvPr/>
            </p:nvSpPr>
            <p:spPr>
              <a:xfrm>
                <a:off x="4883" y="2076"/>
                <a:ext cx="80" cy="109"/>
              </a:xfrm>
              <a:custGeom>
                <a:rect b="b" l="l" r="r" t="t"/>
                <a:pathLst>
                  <a:path extrusionOk="0" h="109" w="80">
                    <a:moveTo>
                      <a:pt x="73" y="0"/>
                    </a:moveTo>
                    <a:lnTo>
                      <a:pt x="71" y="4"/>
                    </a:lnTo>
                    <a:lnTo>
                      <a:pt x="69" y="7"/>
                    </a:lnTo>
                    <a:lnTo>
                      <a:pt x="67" y="10"/>
                    </a:lnTo>
                    <a:lnTo>
                      <a:pt x="64" y="14"/>
                    </a:lnTo>
                    <a:lnTo>
                      <a:pt x="62" y="17"/>
                    </a:lnTo>
                    <a:lnTo>
                      <a:pt x="60" y="23"/>
                    </a:lnTo>
                    <a:lnTo>
                      <a:pt x="59" y="26"/>
                    </a:lnTo>
                    <a:lnTo>
                      <a:pt x="57" y="30"/>
                    </a:lnTo>
                    <a:lnTo>
                      <a:pt x="55" y="33"/>
                    </a:lnTo>
                    <a:lnTo>
                      <a:pt x="52" y="36"/>
                    </a:lnTo>
                    <a:lnTo>
                      <a:pt x="50" y="40"/>
                    </a:lnTo>
                    <a:lnTo>
                      <a:pt x="48" y="43"/>
                    </a:lnTo>
                    <a:lnTo>
                      <a:pt x="47" y="47"/>
                    </a:lnTo>
                    <a:lnTo>
                      <a:pt x="45" y="50"/>
                    </a:lnTo>
                    <a:lnTo>
                      <a:pt x="43" y="54"/>
                    </a:lnTo>
                    <a:lnTo>
                      <a:pt x="40" y="57"/>
                    </a:lnTo>
                    <a:lnTo>
                      <a:pt x="38" y="61"/>
                    </a:lnTo>
                    <a:lnTo>
                      <a:pt x="36" y="64"/>
                    </a:lnTo>
                    <a:lnTo>
                      <a:pt x="34" y="68"/>
                    </a:lnTo>
                    <a:lnTo>
                      <a:pt x="31" y="71"/>
                    </a:lnTo>
                    <a:lnTo>
                      <a:pt x="29" y="75"/>
                    </a:lnTo>
                    <a:lnTo>
                      <a:pt x="28" y="78"/>
                    </a:lnTo>
                    <a:lnTo>
                      <a:pt x="24" y="80"/>
                    </a:lnTo>
                    <a:lnTo>
                      <a:pt x="22" y="83"/>
                    </a:lnTo>
                    <a:lnTo>
                      <a:pt x="19" y="87"/>
                    </a:lnTo>
                    <a:lnTo>
                      <a:pt x="17" y="88"/>
                    </a:lnTo>
                    <a:lnTo>
                      <a:pt x="14" y="92"/>
                    </a:lnTo>
                    <a:lnTo>
                      <a:pt x="12" y="94"/>
                    </a:lnTo>
                    <a:lnTo>
                      <a:pt x="8" y="97"/>
                    </a:lnTo>
                    <a:lnTo>
                      <a:pt x="5" y="99"/>
                    </a:lnTo>
                    <a:lnTo>
                      <a:pt x="3" y="102"/>
                    </a:lnTo>
                    <a:lnTo>
                      <a:pt x="0" y="104"/>
                    </a:lnTo>
                    <a:lnTo>
                      <a:pt x="3" y="109"/>
                    </a:lnTo>
                    <a:lnTo>
                      <a:pt x="7" y="107"/>
                    </a:lnTo>
                    <a:lnTo>
                      <a:pt x="10" y="106"/>
                    </a:lnTo>
                    <a:lnTo>
                      <a:pt x="14" y="102"/>
                    </a:lnTo>
                    <a:lnTo>
                      <a:pt x="17" y="99"/>
                    </a:lnTo>
                    <a:lnTo>
                      <a:pt x="19" y="97"/>
                    </a:lnTo>
                    <a:lnTo>
                      <a:pt x="22" y="94"/>
                    </a:lnTo>
                    <a:lnTo>
                      <a:pt x="24" y="92"/>
                    </a:lnTo>
                    <a:lnTo>
                      <a:pt x="28" y="88"/>
                    </a:lnTo>
                    <a:lnTo>
                      <a:pt x="31" y="85"/>
                    </a:lnTo>
                    <a:lnTo>
                      <a:pt x="33" y="81"/>
                    </a:lnTo>
                    <a:lnTo>
                      <a:pt x="34" y="78"/>
                    </a:lnTo>
                    <a:lnTo>
                      <a:pt x="38" y="75"/>
                    </a:lnTo>
                    <a:lnTo>
                      <a:pt x="40" y="71"/>
                    </a:lnTo>
                    <a:lnTo>
                      <a:pt x="41" y="68"/>
                    </a:lnTo>
                    <a:lnTo>
                      <a:pt x="45" y="64"/>
                    </a:lnTo>
                    <a:lnTo>
                      <a:pt x="47" y="61"/>
                    </a:lnTo>
                    <a:lnTo>
                      <a:pt x="48" y="57"/>
                    </a:lnTo>
                    <a:lnTo>
                      <a:pt x="50" y="54"/>
                    </a:lnTo>
                    <a:lnTo>
                      <a:pt x="54" y="50"/>
                    </a:lnTo>
                    <a:lnTo>
                      <a:pt x="55" y="47"/>
                    </a:lnTo>
                    <a:lnTo>
                      <a:pt x="57" y="43"/>
                    </a:lnTo>
                    <a:lnTo>
                      <a:pt x="59" y="40"/>
                    </a:lnTo>
                    <a:lnTo>
                      <a:pt x="60" y="36"/>
                    </a:lnTo>
                    <a:lnTo>
                      <a:pt x="62" y="33"/>
                    </a:lnTo>
                    <a:lnTo>
                      <a:pt x="66" y="30"/>
                    </a:lnTo>
                    <a:lnTo>
                      <a:pt x="67" y="26"/>
                    </a:lnTo>
                    <a:lnTo>
                      <a:pt x="69" y="23"/>
                    </a:lnTo>
                    <a:lnTo>
                      <a:pt x="71" y="19"/>
                    </a:lnTo>
                    <a:lnTo>
                      <a:pt x="73" y="16"/>
                    </a:lnTo>
                    <a:lnTo>
                      <a:pt x="74" y="12"/>
                    </a:lnTo>
                    <a:lnTo>
                      <a:pt x="78" y="9"/>
                    </a:lnTo>
                    <a:lnTo>
                      <a:pt x="80" y="5"/>
                    </a:lnTo>
                    <a:lnTo>
                      <a:pt x="7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63" name="Google Shape;363;p10"/>
              <p:cNvSpPr/>
              <p:nvPr/>
            </p:nvSpPr>
            <p:spPr>
              <a:xfrm>
                <a:off x="4956" y="1981"/>
                <a:ext cx="48" cy="100"/>
              </a:xfrm>
              <a:custGeom>
                <a:rect b="b" l="l" r="r" t="t"/>
                <a:pathLst>
                  <a:path extrusionOk="0" h="100" w="48">
                    <a:moveTo>
                      <a:pt x="41" y="2"/>
                    </a:moveTo>
                    <a:lnTo>
                      <a:pt x="43" y="0"/>
                    </a:lnTo>
                    <a:lnTo>
                      <a:pt x="39" y="3"/>
                    </a:lnTo>
                    <a:lnTo>
                      <a:pt x="38" y="7"/>
                    </a:lnTo>
                    <a:lnTo>
                      <a:pt x="36" y="8"/>
                    </a:lnTo>
                    <a:lnTo>
                      <a:pt x="34" y="12"/>
                    </a:lnTo>
                    <a:lnTo>
                      <a:pt x="33" y="15"/>
                    </a:lnTo>
                    <a:lnTo>
                      <a:pt x="33" y="19"/>
                    </a:lnTo>
                    <a:lnTo>
                      <a:pt x="31" y="21"/>
                    </a:lnTo>
                    <a:lnTo>
                      <a:pt x="29" y="24"/>
                    </a:lnTo>
                    <a:lnTo>
                      <a:pt x="27" y="28"/>
                    </a:lnTo>
                    <a:lnTo>
                      <a:pt x="27" y="31"/>
                    </a:lnTo>
                    <a:lnTo>
                      <a:pt x="26" y="34"/>
                    </a:lnTo>
                    <a:lnTo>
                      <a:pt x="24" y="36"/>
                    </a:lnTo>
                    <a:lnTo>
                      <a:pt x="24" y="40"/>
                    </a:lnTo>
                    <a:lnTo>
                      <a:pt x="22" y="43"/>
                    </a:lnTo>
                    <a:lnTo>
                      <a:pt x="20" y="47"/>
                    </a:lnTo>
                    <a:lnTo>
                      <a:pt x="20" y="50"/>
                    </a:lnTo>
                    <a:lnTo>
                      <a:pt x="19" y="52"/>
                    </a:lnTo>
                    <a:lnTo>
                      <a:pt x="19" y="55"/>
                    </a:lnTo>
                    <a:lnTo>
                      <a:pt x="17" y="59"/>
                    </a:lnTo>
                    <a:lnTo>
                      <a:pt x="17" y="62"/>
                    </a:lnTo>
                    <a:lnTo>
                      <a:pt x="15" y="66"/>
                    </a:lnTo>
                    <a:lnTo>
                      <a:pt x="13" y="67"/>
                    </a:lnTo>
                    <a:lnTo>
                      <a:pt x="13" y="71"/>
                    </a:lnTo>
                    <a:lnTo>
                      <a:pt x="12" y="74"/>
                    </a:lnTo>
                    <a:lnTo>
                      <a:pt x="10" y="76"/>
                    </a:lnTo>
                    <a:lnTo>
                      <a:pt x="10" y="79"/>
                    </a:lnTo>
                    <a:lnTo>
                      <a:pt x="8" y="83"/>
                    </a:lnTo>
                    <a:lnTo>
                      <a:pt x="7" y="85"/>
                    </a:lnTo>
                    <a:lnTo>
                      <a:pt x="5" y="88"/>
                    </a:lnTo>
                    <a:lnTo>
                      <a:pt x="3" y="90"/>
                    </a:lnTo>
                    <a:lnTo>
                      <a:pt x="1" y="93"/>
                    </a:lnTo>
                    <a:lnTo>
                      <a:pt x="0" y="95"/>
                    </a:lnTo>
                    <a:lnTo>
                      <a:pt x="7" y="100"/>
                    </a:lnTo>
                    <a:lnTo>
                      <a:pt x="8" y="97"/>
                    </a:lnTo>
                    <a:lnTo>
                      <a:pt x="10" y="95"/>
                    </a:lnTo>
                    <a:lnTo>
                      <a:pt x="12" y="92"/>
                    </a:lnTo>
                    <a:lnTo>
                      <a:pt x="13" y="88"/>
                    </a:lnTo>
                    <a:lnTo>
                      <a:pt x="15" y="85"/>
                    </a:lnTo>
                    <a:lnTo>
                      <a:pt x="17" y="83"/>
                    </a:lnTo>
                    <a:lnTo>
                      <a:pt x="17" y="79"/>
                    </a:lnTo>
                    <a:lnTo>
                      <a:pt x="19" y="76"/>
                    </a:lnTo>
                    <a:lnTo>
                      <a:pt x="20" y="73"/>
                    </a:lnTo>
                    <a:lnTo>
                      <a:pt x="20" y="71"/>
                    </a:lnTo>
                    <a:lnTo>
                      <a:pt x="22" y="67"/>
                    </a:lnTo>
                    <a:lnTo>
                      <a:pt x="24" y="64"/>
                    </a:lnTo>
                    <a:lnTo>
                      <a:pt x="24" y="60"/>
                    </a:lnTo>
                    <a:lnTo>
                      <a:pt x="26" y="59"/>
                    </a:lnTo>
                    <a:lnTo>
                      <a:pt x="26" y="55"/>
                    </a:lnTo>
                    <a:lnTo>
                      <a:pt x="27" y="52"/>
                    </a:lnTo>
                    <a:lnTo>
                      <a:pt x="27" y="48"/>
                    </a:lnTo>
                    <a:lnTo>
                      <a:pt x="29" y="45"/>
                    </a:lnTo>
                    <a:lnTo>
                      <a:pt x="31" y="43"/>
                    </a:lnTo>
                    <a:lnTo>
                      <a:pt x="31" y="40"/>
                    </a:lnTo>
                    <a:lnTo>
                      <a:pt x="33" y="36"/>
                    </a:lnTo>
                    <a:lnTo>
                      <a:pt x="33" y="33"/>
                    </a:lnTo>
                    <a:lnTo>
                      <a:pt x="34" y="29"/>
                    </a:lnTo>
                    <a:lnTo>
                      <a:pt x="36" y="28"/>
                    </a:lnTo>
                    <a:lnTo>
                      <a:pt x="38" y="24"/>
                    </a:lnTo>
                    <a:lnTo>
                      <a:pt x="38" y="21"/>
                    </a:lnTo>
                    <a:lnTo>
                      <a:pt x="39" y="19"/>
                    </a:lnTo>
                    <a:lnTo>
                      <a:pt x="41" y="15"/>
                    </a:lnTo>
                    <a:lnTo>
                      <a:pt x="43" y="14"/>
                    </a:lnTo>
                    <a:lnTo>
                      <a:pt x="45" y="10"/>
                    </a:lnTo>
                    <a:lnTo>
                      <a:pt x="46" y="7"/>
                    </a:lnTo>
                    <a:lnTo>
                      <a:pt x="48" y="5"/>
                    </a:lnTo>
                    <a:lnTo>
                      <a:pt x="48" y="3"/>
                    </a:lnTo>
                    <a:lnTo>
                      <a:pt x="48" y="5"/>
                    </a:lnTo>
                    <a:lnTo>
                      <a:pt x="48" y="3"/>
                    </a:lnTo>
                    <a:lnTo>
                      <a:pt x="41"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64" name="Google Shape;364;p10"/>
              <p:cNvSpPr/>
              <p:nvPr/>
            </p:nvSpPr>
            <p:spPr>
              <a:xfrm>
                <a:off x="4997" y="1823"/>
                <a:ext cx="26" cy="161"/>
              </a:xfrm>
              <a:custGeom>
                <a:rect b="b" l="l" r="r" t="t"/>
                <a:pathLst>
                  <a:path extrusionOk="0" h="161" w="26">
                    <a:moveTo>
                      <a:pt x="19" y="0"/>
                    </a:moveTo>
                    <a:lnTo>
                      <a:pt x="14" y="5"/>
                    </a:lnTo>
                    <a:lnTo>
                      <a:pt x="16" y="11"/>
                    </a:lnTo>
                    <a:lnTo>
                      <a:pt x="16" y="16"/>
                    </a:lnTo>
                    <a:lnTo>
                      <a:pt x="18" y="19"/>
                    </a:lnTo>
                    <a:lnTo>
                      <a:pt x="18" y="24"/>
                    </a:lnTo>
                    <a:lnTo>
                      <a:pt x="18" y="30"/>
                    </a:lnTo>
                    <a:lnTo>
                      <a:pt x="19" y="35"/>
                    </a:lnTo>
                    <a:lnTo>
                      <a:pt x="19" y="40"/>
                    </a:lnTo>
                    <a:lnTo>
                      <a:pt x="19" y="45"/>
                    </a:lnTo>
                    <a:lnTo>
                      <a:pt x="19" y="49"/>
                    </a:lnTo>
                    <a:lnTo>
                      <a:pt x="19" y="54"/>
                    </a:lnTo>
                    <a:lnTo>
                      <a:pt x="19" y="59"/>
                    </a:lnTo>
                    <a:lnTo>
                      <a:pt x="19" y="64"/>
                    </a:lnTo>
                    <a:lnTo>
                      <a:pt x="18" y="69"/>
                    </a:lnTo>
                    <a:lnTo>
                      <a:pt x="18" y="75"/>
                    </a:lnTo>
                    <a:lnTo>
                      <a:pt x="18" y="78"/>
                    </a:lnTo>
                    <a:lnTo>
                      <a:pt x="18" y="83"/>
                    </a:lnTo>
                    <a:lnTo>
                      <a:pt x="16" y="88"/>
                    </a:lnTo>
                    <a:lnTo>
                      <a:pt x="16" y="94"/>
                    </a:lnTo>
                    <a:lnTo>
                      <a:pt x="14" y="99"/>
                    </a:lnTo>
                    <a:lnTo>
                      <a:pt x="14" y="102"/>
                    </a:lnTo>
                    <a:lnTo>
                      <a:pt x="12" y="108"/>
                    </a:lnTo>
                    <a:lnTo>
                      <a:pt x="12" y="113"/>
                    </a:lnTo>
                    <a:lnTo>
                      <a:pt x="11" y="118"/>
                    </a:lnTo>
                    <a:lnTo>
                      <a:pt x="9" y="121"/>
                    </a:lnTo>
                    <a:lnTo>
                      <a:pt x="9" y="127"/>
                    </a:lnTo>
                    <a:lnTo>
                      <a:pt x="7" y="132"/>
                    </a:lnTo>
                    <a:lnTo>
                      <a:pt x="7" y="137"/>
                    </a:lnTo>
                    <a:lnTo>
                      <a:pt x="5" y="140"/>
                    </a:lnTo>
                    <a:lnTo>
                      <a:pt x="4" y="146"/>
                    </a:lnTo>
                    <a:lnTo>
                      <a:pt x="4" y="151"/>
                    </a:lnTo>
                    <a:lnTo>
                      <a:pt x="2" y="154"/>
                    </a:lnTo>
                    <a:lnTo>
                      <a:pt x="0" y="160"/>
                    </a:lnTo>
                    <a:lnTo>
                      <a:pt x="7" y="161"/>
                    </a:lnTo>
                    <a:lnTo>
                      <a:pt x="9" y="156"/>
                    </a:lnTo>
                    <a:lnTo>
                      <a:pt x="11" y="153"/>
                    </a:lnTo>
                    <a:lnTo>
                      <a:pt x="11" y="147"/>
                    </a:lnTo>
                    <a:lnTo>
                      <a:pt x="12" y="142"/>
                    </a:lnTo>
                    <a:lnTo>
                      <a:pt x="14" y="139"/>
                    </a:lnTo>
                    <a:lnTo>
                      <a:pt x="14" y="134"/>
                    </a:lnTo>
                    <a:lnTo>
                      <a:pt x="16" y="128"/>
                    </a:lnTo>
                    <a:lnTo>
                      <a:pt x="18" y="123"/>
                    </a:lnTo>
                    <a:lnTo>
                      <a:pt x="18" y="120"/>
                    </a:lnTo>
                    <a:lnTo>
                      <a:pt x="19" y="114"/>
                    </a:lnTo>
                    <a:lnTo>
                      <a:pt x="19" y="109"/>
                    </a:lnTo>
                    <a:lnTo>
                      <a:pt x="21" y="104"/>
                    </a:lnTo>
                    <a:lnTo>
                      <a:pt x="21" y="99"/>
                    </a:lnTo>
                    <a:lnTo>
                      <a:pt x="23" y="94"/>
                    </a:lnTo>
                    <a:lnTo>
                      <a:pt x="23" y="90"/>
                    </a:lnTo>
                    <a:lnTo>
                      <a:pt x="24" y="85"/>
                    </a:lnTo>
                    <a:lnTo>
                      <a:pt x="24" y="80"/>
                    </a:lnTo>
                    <a:lnTo>
                      <a:pt x="24" y="75"/>
                    </a:lnTo>
                    <a:lnTo>
                      <a:pt x="26" y="69"/>
                    </a:lnTo>
                    <a:lnTo>
                      <a:pt x="26" y="64"/>
                    </a:lnTo>
                    <a:lnTo>
                      <a:pt x="26" y="59"/>
                    </a:lnTo>
                    <a:lnTo>
                      <a:pt x="26" y="54"/>
                    </a:lnTo>
                    <a:lnTo>
                      <a:pt x="26" y="49"/>
                    </a:lnTo>
                    <a:lnTo>
                      <a:pt x="26" y="45"/>
                    </a:lnTo>
                    <a:lnTo>
                      <a:pt x="26" y="40"/>
                    </a:lnTo>
                    <a:lnTo>
                      <a:pt x="26" y="35"/>
                    </a:lnTo>
                    <a:lnTo>
                      <a:pt x="26" y="30"/>
                    </a:lnTo>
                    <a:lnTo>
                      <a:pt x="24" y="24"/>
                    </a:lnTo>
                    <a:lnTo>
                      <a:pt x="24" y="19"/>
                    </a:lnTo>
                    <a:lnTo>
                      <a:pt x="23" y="14"/>
                    </a:lnTo>
                    <a:lnTo>
                      <a:pt x="23" y="9"/>
                    </a:lnTo>
                    <a:lnTo>
                      <a:pt x="21" y="4"/>
                    </a:lnTo>
                    <a:lnTo>
                      <a:pt x="18" y="9"/>
                    </a:lnTo>
                    <a:lnTo>
                      <a:pt x="19" y="0"/>
                    </a:lnTo>
                    <a:lnTo>
                      <a:pt x="12" y="0"/>
                    </a:lnTo>
                    <a:lnTo>
                      <a:pt x="14" y="5"/>
                    </a:lnTo>
                    <a:lnTo>
                      <a:pt x="1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65" name="Google Shape;365;p10"/>
              <p:cNvSpPr/>
              <p:nvPr/>
            </p:nvSpPr>
            <p:spPr>
              <a:xfrm>
                <a:off x="5015" y="1823"/>
                <a:ext cx="17" cy="11"/>
              </a:xfrm>
              <a:custGeom>
                <a:rect b="b" l="l" r="r" t="t"/>
                <a:pathLst>
                  <a:path extrusionOk="0" h="11" w="17">
                    <a:moveTo>
                      <a:pt x="17" y="4"/>
                    </a:moveTo>
                    <a:lnTo>
                      <a:pt x="13" y="2"/>
                    </a:lnTo>
                    <a:lnTo>
                      <a:pt x="12" y="2"/>
                    </a:lnTo>
                    <a:lnTo>
                      <a:pt x="10" y="2"/>
                    </a:lnTo>
                    <a:lnTo>
                      <a:pt x="8" y="2"/>
                    </a:lnTo>
                    <a:lnTo>
                      <a:pt x="6" y="2"/>
                    </a:lnTo>
                    <a:lnTo>
                      <a:pt x="5" y="2"/>
                    </a:lnTo>
                    <a:lnTo>
                      <a:pt x="3" y="2"/>
                    </a:lnTo>
                    <a:lnTo>
                      <a:pt x="1" y="2"/>
                    </a:lnTo>
                    <a:lnTo>
                      <a:pt x="1" y="0"/>
                    </a:lnTo>
                    <a:lnTo>
                      <a:pt x="0" y="9"/>
                    </a:lnTo>
                    <a:lnTo>
                      <a:pt x="1" y="9"/>
                    </a:lnTo>
                    <a:lnTo>
                      <a:pt x="3" y="9"/>
                    </a:lnTo>
                    <a:lnTo>
                      <a:pt x="5" y="9"/>
                    </a:lnTo>
                    <a:lnTo>
                      <a:pt x="6" y="9"/>
                    </a:lnTo>
                    <a:lnTo>
                      <a:pt x="8" y="11"/>
                    </a:lnTo>
                    <a:lnTo>
                      <a:pt x="10" y="11"/>
                    </a:lnTo>
                    <a:lnTo>
                      <a:pt x="12" y="11"/>
                    </a:lnTo>
                    <a:lnTo>
                      <a:pt x="13" y="11"/>
                    </a:lnTo>
                    <a:lnTo>
                      <a:pt x="10" y="9"/>
                    </a:lnTo>
                    <a:lnTo>
                      <a:pt x="17" y="4"/>
                    </a:lnTo>
                    <a:lnTo>
                      <a:pt x="15" y="2"/>
                    </a:lnTo>
                    <a:lnTo>
                      <a:pt x="13" y="2"/>
                    </a:lnTo>
                    <a:lnTo>
                      <a:pt x="17"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66" name="Google Shape;366;p10"/>
              <p:cNvSpPr/>
              <p:nvPr/>
            </p:nvSpPr>
            <p:spPr>
              <a:xfrm>
                <a:off x="5025" y="1827"/>
                <a:ext cx="55" cy="136"/>
              </a:xfrm>
              <a:custGeom>
                <a:rect b="b" l="l" r="r" t="t"/>
                <a:pathLst>
                  <a:path extrusionOk="0" h="136" w="55">
                    <a:moveTo>
                      <a:pt x="54" y="136"/>
                    </a:moveTo>
                    <a:lnTo>
                      <a:pt x="54" y="133"/>
                    </a:lnTo>
                    <a:lnTo>
                      <a:pt x="52" y="130"/>
                    </a:lnTo>
                    <a:lnTo>
                      <a:pt x="52" y="124"/>
                    </a:lnTo>
                    <a:lnTo>
                      <a:pt x="50" y="121"/>
                    </a:lnTo>
                    <a:lnTo>
                      <a:pt x="48" y="116"/>
                    </a:lnTo>
                    <a:lnTo>
                      <a:pt x="47" y="112"/>
                    </a:lnTo>
                    <a:lnTo>
                      <a:pt x="47" y="109"/>
                    </a:lnTo>
                    <a:lnTo>
                      <a:pt x="45" y="104"/>
                    </a:lnTo>
                    <a:lnTo>
                      <a:pt x="45" y="100"/>
                    </a:lnTo>
                    <a:lnTo>
                      <a:pt x="43" y="95"/>
                    </a:lnTo>
                    <a:lnTo>
                      <a:pt x="42" y="91"/>
                    </a:lnTo>
                    <a:lnTo>
                      <a:pt x="42" y="86"/>
                    </a:lnTo>
                    <a:lnTo>
                      <a:pt x="40" y="83"/>
                    </a:lnTo>
                    <a:lnTo>
                      <a:pt x="40" y="78"/>
                    </a:lnTo>
                    <a:lnTo>
                      <a:pt x="38" y="74"/>
                    </a:lnTo>
                    <a:lnTo>
                      <a:pt x="36" y="69"/>
                    </a:lnTo>
                    <a:lnTo>
                      <a:pt x="36" y="65"/>
                    </a:lnTo>
                    <a:lnTo>
                      <a:pt x="35" y="60"/>
                    </a:lnTo>
                    <a:lnTo>
                      <a:pt x="33" y="57"/>
                    </a:lnTo>
                    <a:lnTo>
                      <a:pt x="31" y="52"/>
                    </a:lnTo>
                    <a:lnTo>
                      <a:pt x="31" y="48"/>
                    </a:lnTo>
                    <a:lnTo>
                      <a:pt x="29" y="43"/>
                    </a:lnTo>
                    <a:lnTo>
                      <a:pt x="28" y="39"/>
                    </a:lnTo>
                    <a:lnTo>
                      <a:pt x="26" y="36"/>
                    </a:lnTo>
                    <a:lnTo>
                      <a:pt x="24" y="31"/>
                    </a:lnTo>
                    <a:lnTo>
                      <a:pt x="22" y="27"/>
                    </a:lnTo>
                    <a:lnTo>
                      <a:pt x="21" y="24"/>
                    </a:lnTo>
                    <a:lnTo>
                      <a:pt x="19" y="19"/>
                    </a:lnTo>
                    <a:lnTo>
                      <a:pt x="16" y="15"/>
                    </a:lnTo>
                    <a:lnTo>
                      <a:pt x="14" y="12"/>
                    </a:lnTo>
                    <a:lnTo>
                      <a:pt x="12" y="8"/>
                    </a:lnTo>
                    <a:lnTo>
                      <a:pt x="9" y="3"/>
                    </a:lnTo>
                    <a:lnTo>
                      <a:pt x="7" y="0"/>
                    </a:lnTo>
                    <a:lnTo>
                      <a:pt x="0" y="5"/>
                    </a:lnTo>
                    <a:lnTo>
                      <a:pt x="3" y="8"/>
                    </a:lnTo>
                    <a:lnTo>
                      <a:pt x="5" y="12"/>
                    </a:lnTo>
                    <a:lnTo>
                      <a:pt x="9" y="15"/>
                    </a:lnTo>
                    <a:lnTo>
                      <a:pt x="10" y="19"/>
                    </a:lnTo>
                    <a:lnTo>
                      <a:pt x="12" y="22"/>
                    </a:lnTo>
                    <a:lnTo>
                      <a:pt x="14" y="26"/>
                    </a:lnTo>
                    <a:lnTo>
                      <a:pt x="16" y="31"/>
                    </a:lnTo>
                    <a:lnTo>
                      <a:pt x="17" y="34"/>
                    </a:lnTo>
                    <a:lnTo>
                      <a:pt x="19" y="38"/>
                    </a:lnTo>
                    <a:lnTo>
                      <a:pt x="21" y="43"/>
                    </a:lnTo>
                    <a:lnTo>
                      <a:pt x="22" y="46"/>
                    </a:lnTo>
                    <a:lnTo>
                      <a:pt x="24" y="50"/>
                    </a:lnTo>
                    <a:lnTo>
                      <a:pt x="24" y="55"/>
                    </a:lnTo>
                    <a:lnTo>
                      <a:pt x="26" y="59"/>
                    </a:lnTo>
                    <a:lnTo>
                      <a:pt x="28" y="62"/>
                    </a:lnTo>
                    <a:lnTo>
                      <a:pt x="29" y="67"/>
                    </a:lnTo>
                    <a:lnTo>
                      <a:pt x="29" y="71"/>
                    </a:lnTo>
                    <a:lnTo>
                      <a:pt x="31" y="76"/>
                    </a:lnTo>
                    <a:lnTo>
                      <a:pt x="31" y="79"/>
                    </a:lnTo>
                    <a:lnTo>
                      <a:pt x="33" y="84"/>
                    </a:lnTo>
                    <a:lnTo>
                      <a:pt x="35" y="88"/>
                    </a:lnTo>
                    <a:lnTo>
                      <a:pt x="35" y="93"/>
                    </a:lnTo>
                    <a:lnTo>
                      <a:pt x="36" y="97"/>
                    </a:lnTo>
                    <a:lnTo>
                      <a:pt x="38" y="102"/>
                    </a:lnTo>
                    <a:lnTo>
                      <a:pt x="38" y="105"/>
                    </a:lnTo>
                    <a:lnTo>
                      <a:pt x="40" y="110"/>
                    </a:lnTo>
                    <a:lnTo>
                      <a:pt x="40" y="114"/>
                    </a:lnTo>
                    <a:lnTo>
                      <a:pt x="42" y="119"/>
                    </a:lnTo>
                    <a:lnTo>
                      <a:pt x="43" y="123"/>
                    </a:lnTo>
                    <a:lnTo>
                      <a:pt x="45" y="126"/>
                    </a:lnTo>
                    <a:lnTo>
                      <a:pt x="45" y="131"/>
                    </a:lnTo>
                    <a:lnTo>
                      <a:pt x="47" y="135"/>
                    </a:lnTo>
                    <a:lnTo>
                      <a:pt x="48" y="131"/>
                    </a:lnTo>
                    <a:lnTo>
                      <a:pt x="54" y="136"/>
                    </a:lnTo>
                    <a:lnTo>
                      <a:pt x="55" y="135"/>
                    </a:lnTo>
                    <a:lnTo>
                      <a:pt x="54" y="133"/>
                    </a:lnTo>
                    <a:lnTo>
                      <a:pt x="54" y="1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67" name="Google Shape;367;p10"/>
              <p:cNvSpPr/>
              <p:nvPr/>
            </p:nvSpPr>
            <p:spPr>
              <a:xfrm>
                <a:off x="5021" y="1958"/>
                <a:ext cx="58" cy="38"/>
              </a:xfrm>
              <a:custGeom>
                <a:rect b="b" l="l" r="r" t="t"/>
                <a:pathLst>
                  <a:path extrusionOk="0" h="38" w="58">
                    <a:moveTo>
                      <a:pt x="7" y="35"/>
                    </a:moveTo>
                    <a:lnTo>
                      <a:pt x="7" y="38"/>
                    </a:lnTo>
                    <a:lnTo>
                      <a:pt x="7" y="37"/>
                    </a:lnTo>
                    <a:lnTo>
                      <a:pt x="9" y="35"/>
                    </a:lnTo>
                    <a:lnTo>
                      <a:pt x="9" y="33"/>
                    </a:lnTo>
                    <a:lnTo>
                      <a:pt x="11" y="31"/>
                    </a:lnTo>
                    <a:lnTo>
                      <a:pt x="13" y="31"/>
                    </a:lnTo>
                    <a:lnTo>
                      <a:pt x="13" y="30"/>
                    </a:lnTo>
                    <a:lnTo>
                      <a:pt x="14" y="28"/>
                    </a:lnTo>
                    <a:lnTo>
                      <a:pt x="16" y="28"/>
                    </a:lnTo>
                    <a:lnTo>
                      <a:pt x="18" y="26"/>
                    </a:lnTo>
                    <a:lnTo>
                      <a:pt x="20" y="26"/>
                    </a:lnTo>
                    <a:lnTo>
                      <a:pt x="20" y="25"/>
                    </a:lnTo>
                    <a:lnTo>
                      <a:pt x="21" y="25"/>
                    </a:lnTo>
                    <a:lnTo>
                      <a:pt x="23" y="23"/>
                    </a:lnTo>
                    <a:lnTo>
                      <a:pt x="25" y="23"/>
                    </a:lnTo>
                    <a:lnTo>
                      <a:pt x="26" y="21"/>
                    </a:lnTo>
                    <a:lnTo>
                      <a:pt x="28" y="21"/>
                    </a:lnTo>
                    <a:lnTo>
                      <a:pt x="30" y="19"/>
                    </a:lnTo>
                    <a:lnTo>
                      <a:pt x="32" y="19"/>
                    </a:lnTo>
                    <a:lnTo>
                      <a:pt x="33" y="19"/>
                    </a:lnTo>
                    <a:lnTo>
                      <a:pt x="35" y="18"/>
                    </a:lnTo>
                    <a:lnTo>
                      <a:pt x="37" y="18"/>
                    </a:lnTo>
                    <a:lnTo>
                      <a:pt x="39" y="16"/>
                    </a:lnTo>
                    <a:lnTo>
                      <a:pt x="40" y="16"/>
                    </a:lnTo>
                    <a:lnTo>
                      <a:pt x="42" y="14"/>
                    </a:lnTo>
                    <a:lnTo>
                      <a:pt x="44" y="14"/>
                    </a:lnTo>
                    <a:lnTo>
                      <a:pt x="47" y="12"/>
                    </a:lnTo>
                    <a:lnTo>
                      <a:pt x="49" y="12"/>
                    </a:lnTo>
                    <a:lnTo>
                      <a:pt x="51" y="11"/>
                    </a:lnTo>
                    <a:lnTo>
                      <a:pt x="52" y="9"/>
                    </a:lnTo>
                    <a:lnTo>
                      <a:pt x="54" y="9"/>
                    </a:lnTo>
                    <a:lnTo>
                      <a:pt x="56" y="7"/>
                    </a:lnTo>
                    <a:lnTo>
                      <a:pt x="58" y="5"/>
                    </a:lnTo>
                    <a:lnTo>
                      <a:pt x="52" y="0"/>
                    </a:lnTo>
                    <a:lnTo>
                      <a:pt x="51" y="2"/>
                    </a:lnTo>
                    <a:lnTo>
                      <a:pt x="49" y="2"/>
                    </a:lnTo>
                    <a:lnTo>
                      <a:pt x="47" y="4"/>
                    </a:lnTo>
                    <a:lnTo>
                      <a:pt x="46" y="4"/>
                    </a:lnTo>
                    <a:lnTo>
                      <a:pt x="46" y="5"/>
                    </a:lnTo>
                    <a:lnTo>
                      <a:pt x="44" y="5"/>
                    </a:lnTo>
                    <a:lnTo>
                      <a:pt x="42" y="7"/>
                    </a:lnTo>
                    <a:lnTo>
                      <a:pt x="40" y="7"/>
                    </a:lnTo>
                    <a:lnTo>
                      <a:pt x="39" y="9"/>
                    </a:lnTo>
                    <a:lnTo>
                      <a:pt x="37" y="9"/>
                    </a:lnTo>
                    <a:lnTo>
                      <a:pt x="35" y="11"/>
                    </a:lnTo>
                    <a:lnTo>
                      <a:pt x="33" y="11"/>
                    </a:lnTo>
                    <a:lnTo>
                      <a:pt x="32" y="12"/>
                    </a:lnTo>
                    <a:lnTo>
                      <a:pt x="30" y="12"/>
                    </a:lnTo>
                    <a:lnTo>
                      <a:pt x="26" y="14"/>
                    </a:lnTo>
                    <a:lnTo>
                      <a:pt x="25" y="14"/>
                    </a:lnTo>
                    <a:lnTo>
                      <a:pt x="23" y="14"/>
                    </a:lnTo>
                    <a:lnTo>
                      <a:pt x="21" y="16"/>
                    </a:lnTo>
                    <a:lnTo>
                      <a:pt x="20" y="16"/>
                    </a:lnTo>
                    <a:lnTo>
                      <a:pt x="18" y="18"/>
                    </a:lnTo>
                    <a:lnTo>
                      <a:pt x="16" y="18"/>
                    </a:lnTo>
                    <a:lnTo>
                      <a:pt x="14" y="19"/>
                    </a:lnTo>
                    <a:lnTo>
                      <a:pt x="13" y="21"/>
                    </a:lnTo>
                    <a:lnTo>
                      <a:pt x="11" y="21"/>
                    </a:lnTo>
                    <a:lnTo>
                      <a:pt x="9" y="23"/>
                    </a:lnTo>
                    <a:lnTo>
                      <a:pt x="9" y="25"/>
                    </a:lnTo>
                    <a:lnTo>
                      <a:pt x="7" y="26"/>
                    </a:lnTo>
                    <a:lnTo>
                      <a:pt x="6" y="26"/>
                    </a:lnTo>
                    <a:lnTo>
                      <a:pt x="4" y="28"/>
                    </a:lnTo>
                    <a:lnTo>
                      <a:pt x="2" y="30"/>
                    </a:lnTo>
                    <a:lnTo>
                      <a:pt x="2" y="31"/>
                    </a:lnTo>
                    <a:lnTo>
                      <a:pt x="0" y="35"/>
                    </a:lnTo>
                    <a:lnTo>
                      <a:pt x="0" y="37"/>
                    </a:lnTo>
                    <a:lnTo>
                      <a:pt x="0" y="35"/>
                    </a:lnTo>
                    <a:lnTo>
                      <a:pt x="0" y="37"/>
                    </a:lnTo>
                    <a:lnTo>
                      <a:pt x="7"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68" name="Google Shape;368;p10"/>
              <p:cNvSpPr/>
              <p:nvPr/>
            </p:nvSpPr>
            <p:spPr>
              <a:xfrm>
                <a:off x="5021" y="1993"/>
                <a:ext cx="56" cy="59"/>
              </a:xfrm>
              <a:custGeom>
                <a:rect b="b" l="l" r="r" t="t"/>
                <a:pathLst>
                  <a:path extrusionOk="0" h="59" w="56">
                    <a:moveTo>
                      <a:pt x="56" y="59"/>
                    </a:moveTo>
                    <a:lnTo>
                      <a:pt x="56" y="55"/>
                    </a:lnTo>
                    <a:lnTo>
                      <a:pt x="56" y="54"/>
                    </a:lnTo>
                    <a:lnTo>
                      <a:pt x="54" y="50"/>
                    </a:lnTo>
                    <a:lnTo>
                      <a:pt x="54" y="48"/>
                    </a:lnTo>
                    <a:lnTo>
                      <a:pt x="52" y="45"/>
                    </a:lnTo>
                    <a:lnTo>
                      <a:pt x="51" y="43"/>
                    </a:lnTo>
                    <a:lnTo>
                      <a:pt x="49" y="41"/>
                    </a:lnTo>
                    <a:lnTo>
                      <a:pt x="49" y="40"/>
                    </a:lnTo>
                    <a:lnTo>
                      <a:pt x="47" y="36"/>
                    </a:lnTo>
                    <a:lnTo>
                      <a:pt x="46" y="35"/>
                    </a:lnTo>
                    <a:lnTo>
                      <a:pt x="44" y="35"/>
                    </a:lnTo>
                    <a:lnTo>
                      <a:pt x="42" y="33"/>
                    </a:lnTo>
                    <a:lnTo>
                      <a:pt x="39" y="31"/>
                    </a:lnTo>
                    <a:lnTo>
                      <a:pt x="37" y="29"/>
                    </a:lnTo>
                    <a:lnTo>
                      <a:pt x="35" y="28"/>
                    </a:lnTo>
                    <a:lnTo>
                      <a:pt x="33" y="26"/>
                    </a:lnTo>
                    <a:lnTo>
                      <a:pt x="32" y="26"/>
                    </a:lnTo>
                    <a:lnTo>
                      <a:pt x="30" y="24"/>
                    </a:lnTo>
                    <a:lnTo>
                      <a:pt x="28" y="22"/>
                    </a:lnTo>
                    <a:lnTo>
                      <a:pt x="25" y="22"/>
                    </a:lnTo>
                    <a:lnTo>
                      <a:pt x="23" y="21"/>
                    </a:lnTo>
                    <a:lnTo>
                      <a:pt x="21" y="19"/>
                    </a:lnTo>
                    <a:lnTo>
                      <a:pt x="20" y="17"/>
                    </a:lnTo>
                    <a:lnTo>
                      <a:pt x="18" y="17"/>
                    </a:lnTo>
                    <a:lnTo>
                      <a:pt x="16" y="16"/>
                    </a:lnTo>
                    <a:lnTo>
                      <a:pt x="14" y="14"/>
                    </a:lnTo>
                    <a:lnTo>
                      <a:pt x="14" y="12"/>
                    </a:lnTo>
                    <a:lnTo>
                      <a:pt x="13" y="10"/>
                    </a:lnTo>
                    <a:lnTo>
                      <a:pt x="11" y="9"/>
                    </a:lnTo>
                    <a:lnTo>
                      <a:pt x="9" y="7"/>
                    </a:lnTo>
                    <a:lnTo>
                      <a:pt x="9" y="5"/>
                    </a:lnTo>
                    <a:lnTo>
                      <a:pt x="7" y="2"/>
                    </a:lnTo>
                    <a:lnTo>
                      <a:pt x="7" y="0"/>
                    </a:lnTo>
                    <a:lnTo>
                      <a:pt x="0" y="2"/>
                    </a:lnTo>
                    <a:lnTo>
                      <a:pt x="0" y="5"/>
                    </a:lnTo>
                    <a:lnTo>
                      <a:pt x="2" y="7"/>
                    </a:lnTo>
                    <a:lnTo>
                      <a:pt x="4" y="10"/>
                    </a:lnTo>
                    <a:lnTo>
                      <a:pt x="6" y="12"/>
                    </a:lnTo>
                    <a:lnTo>
                      <a:pt x="6" y="14"/>
                    </a:lnTo>
                    <a:lnTo>
                      <a:pt x="7" y="17"/>
                    </a:lnTo>
                    <a:lnTo>
                      <a:pt x="9" y="19"/>
                    </a:lnTo>
                    <a:lnTo>
                      <a:pt x="11" y="21"/>
                    </a:lnTo>
                    <a:lnTo>
                      <a:pt x="14" y="22"/>
                    </a:lnTo>
                    <a:lnTo>
                      <a:pt x="16" y="24"/>
                    </a:lnTo>
                    <a:lnTo>
                      <a:pt x="18" y="24"/>
                    </a:lnTo>
                    <a:lnTo>
                      <a:pt x="20" y="26"/>
                    </a:lnTo>
                    <a:lnTo>
                      <a:pt x="21" y="28"/>
                    </a:lnTo>
                    <a:lnTo>
                      <a:pt x="23" y="29"/>
                    </a:lnTo>
                    <a:lnTo>
                      <a:pt x="26" y="31"/>
                    </a:lnTo>
                    <a:lnTo>
                      <a:pt x="28" y="31"/>
                    </a:lnTo>
                    <a:lnTo>
                      <a:pt x="30" y="33"/>
                    </a:lnTo>
                    <a:lnTo>
                      <a:pt x="32" y="35"/>
                    </a:lnTo>
                    <a:lnTo>
                      <a:pt x="33" y="35"/>
                    </a:lnTo>
                    <a:lnTo>
                      <a:pt x="35" y="36"/>
                    </a:lnTo>
                    <a:lnTo>
                      <a:pt x="37" y="38"/>
                    </a:lnTo>
                    <a:lnTo>
                      <a:pt x="39" y="40"/>
                    </a:lnTo>
                    <a:lnTo>
                      <a:pt x="40" y="41"/>
                    </a:lnTo>
                    <a:lnTo>
                      <a:pt x="42" y="41"/>
                    </a:lnTo>
                    <a:lnTo>
                      <a:pt x="42" y="43"/>
                    </a:lnTo>
                    <a:lnTo>
                      <a:pt x="44" y="45"/>
                    </a:lnTo>
                    <a:lnTo>
                      <a:pt x="46" y="47"/>
                    </a:lnTo>
                    <a:lnTo>
                      <a:pt x="46" y="48"/>
                    </a:lnTo>
                    <a:lnTo>
                      <a:pt x="47" y="50"/>
                    </a:lnTo>
                    <a:lnTo>
                      <a:pt x="47" y="52"/>
                    </a:lnTo>
                    <a:lnTo>
                      <a:pt x="47" y="55"/>
                    </a:lnTo>
                    <a:lnTo>
                      <a:pt x="49" y="57"/>
                    </a:lnTo>
                    <a:lnTo>
                      <a:pt x="49" y="55"/>
                    </a:lnTo>
                    <a:lnTo>
                      <a:pt x="56" y="59"/>
                    </a:lnTo>
                    <a:lnTo>
                      <a:pt x="56" y="57"/>
                    </a:lnTo>
                    <a:lnTo>
                      <a:pt x="56" y="55"/>
                    </a:lnTo>
                    <a:lnTo>
                      <a:pt x="56" y="5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69" name="Google Shape;369;p10"/>
              <p:cNvSpPr/>
              <p:nvPr/>
            </p:nvSpPr>
            <p:spPr>
              <a:xfrm>
                <a:off x="4928" y="2048"/>
                <a:ext cx="149" cy="184"/>
              </a:xfrm>
              <a:custGeom>
                <a:rect b="b" l="l" r="r" t="t"/>
                <a:pathLst>
                  <a:path extrusionOk="0" h="184" w="149">
                    <a:moveTo>
                      <a:pt x="9" y="181"/>
                    </a:moveTo>
                    <a:lnTo>
                      <a:pt x="9" y="184"/>
                    </a:lnTo>
                    <a:lnTo>
                      <a:pt x="12" y="179"/>
                    </a:lnTo>
                    <a:lnTo>
                      <a:pt x="15" y="172"/>
                    </a:lnTo>
                    <a:lnTo>
                      <a:pt x="21" y="167"/>
                    </a:lnTo>
                    <a:lnTo>
                      <a:pt x="24" y="161"/>
                    </a:lnTo>
                    <a:lnTo>
                      <a:pt x="29" y="156"/>
                    </a:lnTo>
                    <a:lnTo>
                      <a:pt x="33" y="149"/>
                    </a:lnTo>
                    <a:lnTo>
                      <a:pt x="38" y="144"/>
                    </a:lnTo>
                    <a:lnTo>
                      <a:pt x="41" y="139"/>
                    </a:lnTo>
                    <a:lnTo>
                      <a:pt x="47" y="134"/>
                    </a:lnTo>
                    <a:lnTo>
                      <a:pt x="52" y="129"/>
                    </a:lnTo>
                    <a:lnTo>
                      <a:pt x="55" y="122"/>
                    </a:lnTo>
                    <a:lnTo>
                      <a:pt x="61" y="116"/>
                    </a:lnTo>
                    <a:lnTo>
                      <a:pt x="66" y="111"/>
                    </a:lnTo>
                    <a:lnTo>
                      <a:pt x="71" y="106"/>
                    </a:lnTo>
                    <a:lnTo>
                      <a:pt x="74" y="101"/>
                    </a:lnTo>
                    <a:lnTo>
                      <a:pt x="80" y="96"/>
                    </a:lnTo>
                    <a:lnTo>
                      <a:pt x="85" y="89"/>
                    </a:lnTo>
                    <a:lnTo>
                      <a:pt x="90" y="84"/>
                    </a:lnTo>
                    <a:lnTo>
                      <a:pt x="93" y="78"/>
                    </a:lnTo>
                    <a:lnTo>
                      <a:pt x="99" y="73"/>
                    </a:lnTo>
                    <a:lnTo>
                      <a:pt x="104" y="68"/>
                    </a:lnTo>
                    <a:lnTo>
                      <a:pt x="107" y="61"/>
                    </a:lnTo>
                    <a:lnTo>
                      <a:pt x="113" y="56"/>
                    </a:lnTo>
                    <a:lnTo>
                      <a:pt x="116" y="51"/>
                    </a:lnTo>
                    <a:lnTo>
                      <a:pt x="121" y="45"/>
                    </a:lnTo>
                    <a:lnTo>
                      <a:pt x="125" y="38"/>
                    </a:lnTo>
                    <a:lnTo>
                      <a:pt x="130" y="33"/>
                    </a:lnTo>
                    <a:lnTo>
                      <a:pt x="133" y="28"/>
                    </a:lnTo>
                    <a:lnTo>
                      <a:pt x="137" y="21"/>
                    </a:lnTo>
                    <a:lnTo>
                      <a:pt x="140" y="16"/>
                    </a:lnTo>
                    <a:lnTo>
                      <a:pt x="145" y="9"/>
                    </a:lnTo>
                    <a:lnTo>
                      <a:pt x="149" y="4"/>
                    </a:lnTo>
                    <a:lnTo>
                      <a:pt x="142" y="0"/>
                    </a:lnTo>
                    <a:lnTo>
                      <a:pt x="139" y="6"/>
                    </a:lnTo>
                    <a:lnTo>
                      <a:pt x="135" y="12"/>
                    </a:lnTo>
                    <a:lnTo>
                      <a:pt x="132" y="18"/>
                    </a:lnTo>
                    <a:lnTo>
                      <a:pt x="128" y="23"/>
                    </a:lnTo>
                    <a:lnTo>
                      <a:pt x="123" y="30"/>
                    </a:lnTo>
                    <a:lnTo>
                      <a:pt x="119" y="35"/>
                    </a:lnTo>
                    <a:lnTo>
                      <a:pt x="116" y="40"/>
                    </a:lnTo>
                    <a:lnTo>
                      <a:pt x="111" y="45"/>
                    </a:lnTo>
                    <a:lnTo>
                      <a:pt x="107" y="52"/>
                    </a:lnTo>
                    <a:lnTo>
                      <a:pt x="102" y="58"/>
                    </a:lnTo>
                    <a:lnTo>
                      <a:pt x="97" y="63"/>
                    </a:lnTo>
                    <a:lnTo>
                      <a:pt x="93" y="68"/>
                    </a:lnTo>
                    <a:lnTo>
                      <a:pt x="88" y="73"/>
                    </a:lnTo>
                    <a:lnTo>
                      <a:pt x="83" y="80"/>
                    </a:lnTo>
                    <a:lnTo>
                      <a:pt x="80" y="85"/>
                    </a:lnTo>
                    <a:lnTo>
                      <a:pt x="74" y="90"/>
                    </a:lnTo>
                    <a:lnTo>
                      <a:pt x="69" y="96"/>
                    </a:lnTo>
                    <a:lnTo>
                      <a:pt x="64" y="101"/>
                    </a:lnTo>
                    <a:lnTo>
                      <a:pt x="61" y="106"/>
                    </a:lnTo>
                    <a:lnTo>
                      <a:pt x="55" y="111"/>
                    </a:lnTo>
                    <a:lnTo>
                      <a:pt x="50" y="118"/>
                    </a:lnTo>
                    <a:lnTo>
                      <a:pt x="45" y="123"/>
                    </a:lnTo>
                    <a:lnTo>
                      <a:pt x="41" y="129"/>
                    </a:lnTo>
                    <a:lnTo>
                      <a:pt x="36" y="134"/>
                    </a:lnTo>
                    <a:lnTo>
                      <a:pt x="31" y="139"/>
                    </a:lnTo>
                    <a:lnTo>
                      <a:pt x="28" y="146"/>
                    </a:lnTo>
                    <a:lnTo>
                      <a:pt x="22" y="151"/>
                    </a:lnTo>
                    <a:lnTo>
                      <a:pt x="19" y="156"/>
                    </a:lnTo>
                    <a:lnTo>
                      <a:pt x="14" y="163"/>
                    </a:lnTo>
                    <a:lnTo>
                      <a:pt x="10" y="168"/>
                    </a:lnTo>
                    <a:lnTo>
                      <a:pt x="7" y="174"/>
                    </a:lnTo>
                    <a:lnTo>
                      <a:pt x="2" y="181"/>
                    </a:lnTo>
                    <a:lnTo>
                      <a:pt x="2" y="184"/>
                    </a:lnTo>
                    <a:lnTo>
                      <a:pt x="2" y="181"/>
                    </a:lnTo>
                    <a:lnTo>
                      <a:pt x="0" y="182"/>
                    </a:lnTo>
                    <a:lnTo>
                      <a:pt x="2" y="184"/>
                    </a:lnTo>
                    <a:lnTo>
                      <a:pt x="9" y="18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70" name="Google Shape;370;p10"/>
              <p:cNvSpPr/>
              <p:nvPr/>
            </p:nvSpPr>
            <p:spPr>
              <a:xfrm>
                <a:off x="4930" y="2223"/>
                <a:ext cx="24" cy="14"/>
              </a:xfrm>
              <a:custGeom>
                <a:rect b="b" l="l" r="r" t="t"/>
                <a:pathLst>
                  <a:path extrusionOk="0" h="14" w="24">
                    <a:moveTo>
                      <a:pt x="17" y="0"/>
                    </a:moveTo>
                    <a:lnTo>
                      <a:pt x="19" y="0"/>
                    </a:lnTo>
                    <a:lnTo>
                      <a:pt x="17" y="0"/>
                    </a:lnTo>
                    <a:lnTo>
                      <a:pt x="17" y="2"/>
                    </a:lnTo>
                    <a:lnTo>
                      <a:pt x="15" y="2"/>
                    </a:lnTo>
                    <a:lnTo>
                      <a:pt x="13" y="2"/>
                    </a:lnTo>
                    <a:lnTo>
                      <a:pt x="13" y="4"/>
                    </a:lnTo>
                    <a:lnTo>
                      <a:pt x="12" y="4"/>
                    </a:lnTo>
                    <a:lnTo>
                      <a:pt x="12" y="6"/>
                    </a:lnTo>
                    <a:lnTo>
                      <a:pt x="10" y="6"/>
                    </a:lnTo>
                    <a:lnTo>
                      <a:pt x="8" y="6"/>
                    </a:lnTo>
                    <a:lnTo>
                      <a:pt x="8" y="7"/>
                    </a:lnTo>
                    <a:lnTo>
                      <a:pt x="7" y="6"/>
                    </a:lnTo>
                    <a:lnTo>
                      <a:pt x="0" y="9"/>
                    </a:lnTo>
                    <a:lnTo>
                      <a:pt x="1" y="11"/>
                    </a:lnTo>
                    <a:lnTo>
                      <a:pt x="3" y="12"/>
                    </a:lnTo>
                    <a:lnTo>
                      <a:pt x="5" y="12"/>
                    </a:lnTo>
                    <a:lnTo>
                      <a:pt x="7" y="14"/>
                    </a:lnTo>
                    <a:lnTo>
                      <a:pt x="8" y="14"/>
                    </a:lnTo>
                    <a:lnTo>
                      <a:pt x="10" y="14"/>
                    </a:lnTo>
                    <a:lnTo>
                      <a:pt x="12" y="12"/>
                    </a:lnTo>
                    <a:lnTo>
                      <a:pt x="13" y="12"/>
                    </a:lnTo>
                    <a:lnTo>
                      <a:pt x="15" y="11"/>
                    </a:lnTo>
                    <a:lnTo>
                      <a:pt x="17" y="11"/>
                    </a:lnTo>
                    <a:lnTo>
                      <a:pt x="17" y="9"/>
                    </a:lnTo>
                    <a:lnTo>
                      <a:pt x="19" y="9"/>
                    </a:lnTo>
                    <a:lnTo>
                      <a:pt x="19" y="7"/>
                    </a:lnTo>
                    <a:lnTo>
                      <a:pt x="20" y="7"/>
                    </a:lnTo>
                    <a:lnTo>
                      <a:pt x="24" y="6"/>
                    </a:lnTo>
                    <a:lnTo>
                      <a:pt x="20" y="7"/>
                    </a:lnTo>
                    <a:lnTo>
                      <a:pt x="22" y="7"/>
                    </a:lnTo>
                    <a:lnTo>
                      <a:pt x="24" y="6"/>
                    </a:lnTo>
                    <a:lnTo>
                      <a:pt x="1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71" name="Google Shape;371;p10"/>
              <p:cNvSpPr/>
              <p:nvPr/>
            </p:nvSpPr>
            <p:spPr>
              <a:xfrm>
                <a:off x="4947" y="2080"/>
                <a:ext cx="128" cy="149"/>
              </a:xfrm>
              <a:custGeom>
                <a:rect b="b" l="l" r="r" t="t"/>
                <a:pathLst>
                  <a:path extrusionOk="0" h="149" w="128">
                    <a:moveTo>
                      <a:pt x="125" y="0"/>
                    </a:moveTo>
                    <a:lnTo>
                      <a:pt x="123" y="0"/>
                    </a:lnTo>
                    <a:lnTo>
                      <a:pt x="0" y="143"/>
                    </a:lnTo>
                    <a:lnTo>
                      <a:pt x="7" y="149"/>
                    </a:lnTo>
                    <a:lnTo>
                      <a:pt x="128" y="5"/>
                    </a:lnTo>
                    <a:lnTo>
                      <a:pt x="125" y="6"/>
                    </a:lnTo>
                    <a:lnTo>
                      <a:pt x="125" y="0"/>
                    </a:lnTo>
                    <a:lnTo>
                      <a:pt x="123" y="0"/>
                    </a:lnTo>
                    <a:lnTo>
                      <a:pt x="1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72" name="Google Shape;372;p10"/>
              <p:cNvSpPr/>
              <p:nvPr/>
            </p:nvSpPr>
            <p:spPr>
              <a:xfrm>
                <a:off x="5072" y="2080"/>
                <a:ext cx="73" cy="13"/>
              </a:xfrm>
              <a:custGeom>
                <a:rect b="b" l="l" r="r" t="t"/>
                <a:pathLst>
                  <a:path extrusionOk="0" h="13" w="73">
                    <a:moveTo>
                      <a:pt x="69" y="6"/>
                    </a:moveTo>
                    <a:lnTo>
                      <a:pt x="71" y="5"/>
                    </a:lnTo>
                    <a:lnTo>
                      <a:pt x="69" y="5"/>
                    </a:lnTo>
                    <a:lnTo>
                      <a:pt x="67" y="5"/>
                    </a:lnTo>
                    <a:lnTo>
                      <a:pt x="64" y="5"/>
                    </a:lnTo>
                    <a:lnTo>
                      <a:pt x="62" y="5"/>
                    </a:lnTo>
                    <a:lnTo>
                      <a:pt x="60" y="5"/>
                    </a:lnTo>
                    <a:lnTo>
                      <a:pt x="59" y="5"/>
                    </a:lnTo>
                    <a:lnTo>
                      <a:pt x="57" y="5"/>
                    </a:lnTo>
                    <a:lnTo>
                      <a:pt x="54" y="5"/>
                    </a:lnTo>
                    <a:lnTo>
                      <a:pt x="52" y="5"/>
                    </a:lnTo>
                    <a:lnTo>
                      <a:pt x="50" y="5"/>
                    </a:lnTo>
                    <a:lnTo>
                      <a:pt x="48" y="3"/>
                    </a:lnTo>
                    <a:lnTo>
                      <a:pt x="45" y="3"/>
                    </a:lnTo>
                    <a:lnTo>
                      <a:pt x="43" y="3"/>
                    </a:lnTo>
                    <a:lnTo>
                      <a:pt x="41" y="3"/>
                    </a:lnTo>
                    <a:lnTo>
                      <a:pt x="40" y="3"/>
                    </a:lnTo>
                    <a:lnTo>
                      <a:pt x="36" y="1"/>
                    </a:lnTo>
                    <a:lnTo>
                      <a:pt x="34" y="1"/>
                    </a:lnTo>
                    <a:lnTo>
                      <a:pt x="33" y="1"/>
                    </a:lnTo>
                    <a:lnTo>
                      <a:pt x="29" y="1"/>
                    </a:lnTo>
                    <a:lnTo>
                      <a:pt x="28" y="1"/>
                    </a:lnTo>
                    <a:lnTo>
                      <a:pt x="26" y="1"/>
                    </a:lnTo>
                    <a:lnTo>
                      <a:pt x="22" y="0"/>
                    </a:lnTo>
                    <a:lnTo>
                      <a:pt x="21" y="0"/>
                    </a:lnTo>
                    <a:lnTo>
                      <a:pt x="19" y="0"/>
                    </a:lnTo>
                    <a:lnTo>
                      <a:pt x="17" y="0"/>
                    </a:lnTo>
                    <a:lnTo>
                      <a:pt x="14" y="0"/>
                    </a:lnTo>
                    <a:lnTo>
                      <a:pt x="12" y="0"/>
                    </a:lnTo>
                    <a:lnTo>
                      <a:pt x="8" y="0"/>
                    </a:lnTo>
                    <a:lnTo>
                      <a:pt x="7" y="0"/>
                    </a:lnTo>
                    <a:lnTo>
                      <a:pt x="5" y="0"/>
                    </a:lnTo>
                    <a:lnTo>
                      <a:pt x="1" y="0"/>
                    </a:lnTo>
                    <a:lnTo>
                      <a:pt x="0" y="0"/>
                    </a:lnTo>
                    <a:lnTo>
                      <a:pt x="0" y="6"/>
                    </a:lnTo>
                    <a:lnTo>
                      <a:pt x="1" y="6"/>
                    </a:lnTo>
                    <a:lnTo>
                      <a:pt x="5" y="6"/>
                    </a:lnTo>
                    <a:lnTo>
                      <a:pt x="7" y="6"/>
                    </a:lnTo>
                    <a:lnTo>
                      <a:pt x="8" y="6"/>
                    </a:lnTo>
                    <a:lnTo>
                      <a:pt x="12" y="6"/>
                    </a:lnTo>
                    <a:lnTo>
                      <a:pt x="14" y="6"/>
                    </a:lnTo>
                    <a:lnTo>
                      <a:pt x="15" y="6"/>
                    </a:lnTo>
                    <a:lnTo>
                      <a:pt x="17" y="6"/>
                    </a:lnTo>
                    <a:lnTo>
                      <a:pt x="21" y="6"/>
                    </a:lnTo>
                    <a:lnTo>
                      <a:pt x="22" y="8"/>
                    </a:lnTo>
                    <a:lnTo>
                      <a:pt x="24" y="8"/>
                    </a:lnTo>
                    <a:lnTo>
                      <a:pt x="28" y="8"/>
                    </a:lnTo>
                    <a:lnTo>
                      <a:pt x="29" y="8"/>
                    </a:lnTo>
                    <a:lnTo>
                      <a:pt x="31" y="8"/>
                    </a:lnTo>
                    <a:lnTo>
                      <a:pt x="33" y="8"/>
                    </a:lnTo>
                    <a:lnTo>
                      <a:pt x="36" y="10"/>
                    </a:lnTo>
                    <a:lnTo>
                      <a:pt x="38" y="10"/>
                    </a:lnTo>
                    <a:lnTo>
                      <a:pt x="40" y="10"/>
                    </a:lnTo>
                    <a:lnTo>
                      <a:pt x="41" y="10"/>
                    </a:lnTo>
                    <a:lnTo>
                      <a:pt x="45" y="10"/>
                    </a:lnTo>
                    <a:lnTo>
                      <a:pt x="47" y="12"/>
                    </a:lnTo>
                    <a:lnTo>
                      <a:pt x="48" y="12"/>
                    </a:lnTo>
                    <a:lnTo>
                      <a:pt x="52" y="12"/>
                    </a:lnTo>
                    <a:lnTo>
                      <a:pt x="54" y="12"/>
                    </a:lnTo>
                    <a:lnTo>
                      <a:pt x="55" y="12"/>
                    </a:lnTo>
                    <a:lnTo>
                      <a:pt x="57" y="12"/>
                    </a:lnTo>
                    <a:lnTo>
                      <a:pt x="60" y="12"/>
                    </a:lnTo>
                    <a:lnTo>
                      <a:pt x="62" y="13"/>
                    </a:lnTo>
                    <a:lnTo>
                      <a:pt x="64" y="13"/>
                    </a:lnTo>
                    <a:lnTo>
                      <a:pt x="66" y="13"/>
                    </a:lnTo>
                    <a:lnTo>
                      <a:pt x="69" y="13"/>
                    </a:lnTo>
                    <a:lnTo>
                      <a:pt x="71" y="13"/>
                    </a:lnTo>
                    <a:lnTo>
                      <a:pt x="73" y="12"/>
                    </a:lnTo>
                    <a:lnTo>
                      <a:pt x="71" y="13"/>
                    </a:lnTo>
                    <a:lnTo>
                      <a:pt x="73" y="12"/>
                    </a:lnTo>
                    <a:lnTo>
                      <a:pt x="69"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73" name="Google Shape;373;p10"/>
              <p:cNvSpPr/>
              <p:nvPr/>
            </p:nvSpPr>
            <p:spPr>
              <a:xfrm>
                <a:off x="5141" y="2073"/>
                <a:ext cx="11" cy="19"/>
              </a:xfrm>
              <a:custGeom>
                <a:rect b="b" l="l" r="r" t="t"/>
                <a:pathLst>
                  <a:path extrusionOk="0" h="19" w="11">
                    <a:moveTo>
                      <a:pt x="5" y="7"/>
                    </a:moveTo>
                    <a:lnTo>
                      <a:pt x="2" y="1"/>
                    </a:lnTo>
                    <a:lnTo>
                      <a:pt x="2" y="3"/>
                    </a:lnTo>
                    <a:lnTo>
                      <a:pt x="2" y="5"/>
                    </a:lnTo>
                    <a:lnTo>
                      <a:pt x="2" y="7"/>
                    </a:lnTo>
                    <a:lnTo>
                      <a:pt x="2" y="8"/>
                    </a:lnTo>
                    <a:lnTo>
                      <a:pt x="2" y="10"/>
                    </a:lnTo>
                    <a:lnTo>
                      <a:pt x="2" y="12"/>
                    </a:lnTo>
                    <a:lnTo>
                      <a:pt x="0" y="12"/>
                    </a:lnTo>
                    <a:lnTo>
                      <a:pt x="0" y="13"/>
                    </a:lnTo>
                    <a:lnTo>
                      <a:pt x="4" y="19"/>
                    </a:lnTo>
                    <a:lnTo>
                      <a:pt x="5" y="19"/>
                    </a:lnTo>
                    <a:lnTo>
                      <a:pt x="7" y="17"/>
                    </a:lnTo>
                    <a:lnTo>
                      <a:pt x="9" y="15"/>
                    </a:lnTo>
                    <a:lnTo>
                      <a:pt x="9" y="13"/>
                    </a:lnTo>
                    <a:lnTo>
                      <a:pt x="9" y="12"/>
                    </a:lnTo>
                    <a:lnTo>
                      <a:pt x="11" y="12"/>
                    </a:lnTo>
                    <a:lnTo>
                      <a:pt x="11" y="10"/>
                    </a:lnTo>
                    <a:lnTo>
                      <a:pt x="9" y="10"/>
                    </a:lnTo>
                    <a:lnTo>
                      <a:pt x="9" y="8"/>
                    </a:lnTo>
                    <a:lnTo>
                      <a:pt x="9" y="7"/>
                    </a:lnTo>
                    <a:lnTo>
                      <a:pt x="9" y="5"/>
                    </a:lnTo>
                    <a:lnTo>
                      <a:pt x="9" y="3"/>
                    </a:lnTo>
                    <a:lnTo>
                      <a:pt x="5" y="0"/>
                    </a:lnTo>
                    <a:lnTo>
                      <a:pt x="9" y="3"/>
                    </a:lnTo>
                    <a:lnTo>
                      <a:pt x="9" y="0"/>
                    </a:lnTo>
                    <a:lnTo>
                      <a:pt x="5" y="0"/>
                    </a:lnTo>
                    <a:lnTo>
                      <a:pt x="5"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74" name="Google Shape;374;p10"/>
              <p:cNvSpPr/>
              <p:nvPr/>
            </p:nvSpPr>
            <p:spPr>
              <a:xfrm>
                <a:off x="5079" y="2062"/>
                <a:ext cx="67" cy="18"/>
              </a:xfrm>
              <a:custGeom>
                <a:rect b="b" l="l" r="r" t="t"/>
                <a:pathLst>
                  <a:path extrusionOk="0" h="18" w="67">
                    <a:moveTo>
                      <a:pt x="1" y="2"/>
                    </a:moveTo>
                    <a:lnTo>
                      <a:pt x="5" y="7"/>
                    </a:lnTo>
                    <a:lnTo>
                      <a:pt x="67" y="18"/>
                    </a:lnTo>
                    <a:lnTo>
                      <a:pt x="67" y="11"/>
                    </a:lnTo>
                    <a:lnTo>
                      <a:pt x="5" y="0"/>
                    </a:lnTo>
                    <a:lnTo>
                      <a:pt x="8" y="5"/>
                    </a:lnTo>
                    <a:lnTo>
                      <a:pt x="1" y="2"/>
                    </a:lnTo>
                    <a:lnTo>
                      <a:pt x="0" y="5"/>
                    </a:lnTo>
                    <a:lnTo>
                      <a:pt x="5" y="7"/>
                    </a:lnTo>
                    <a:lnTo>
                      <a:pt x="1"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75" name="Google Shape;375;p10"/>
              <p:cNvSpPr/>
              <p:nvPr/>
            </p:nvSpPr>
            <p:spPr>
              <a:xfrm>
                <a:off x="5054" y="1995"/>
                <a:ext cx="37" cy="72"/>
              </a:xfrm>
              <a:custGeom>
                <a:rect b="b" l="l" r="r" t="t"/>
                <a:pathLst>
                  <a:path extrusionOk="0" h="72" w="37">
                    <a:moveTo>
                      <a:pt x="4" y="0"/>
                    </a:moveTo>
                    <a:lnTo>
                      <a:pt x="2" y="5"/>
                    </a:lnTo>
                    <a:lnTo>
                      <a:pt x="4" y="7"/>
                    </a:lnTo>
                    <a:lnTo>
                      <a:pt x="4" y="8"/>
                    </a:lnTo>
                    <a:lnTo>
                      <a:pt x="6" y="10"/>
                    </a:lnTo>
                    <a:lnTo>
                      <a:pt x="7" y="12"/>
                    </a:lnTo>
                    <a:lnTo>
                      <a:pt x="9" y="15"/>
                    </a:lnTo>
                    <a:lnTo>
                      <a:pt x="11" y="17"/>
                    </a:lnTo>
                    <a:lnTo>
                      <a:pt x="11" y="19"/>
                    </a:lnTo>
                    <a:lnTo>
                      <a:pt x="13" y="20"/>
                    </a:lnTo>
                    <a:lnTo>
                      <a:pt x="14" y="22"/>
                    </a:lnTo>
                    <a:lnTo>
                      <a:pt x="16" y="24"/>
                    </a:lnTo>
                    <a:lnTo>
                      <a:pt x="18" y="27"/>
                    </a:lnTo>
                    <a:lnTo>
                      <a:pt x="19" y="29"/>
                    </a:lnTo>
                    <a:lnTo>
                      <a:pt x="19" y="31"/>
                    </a:lnTo>
                    <a:lnTo>
                      <a:pt x="21" y="33"/>
                    </a:lnTo>
                    <a:lnTo>
                      <a:pt x="23" y="34"/>
                    </a:lnTo>
                    <a:lnTo>
                      <a:pt x="23" y="36"/>
                    </a:lnTo>
                    <a:lnTo>
                      <a:pt x="25" y="39"/>
                    </a:lnTo>
                    <a:lnTo>
                      <a:pt x="26" y="41"/>
                    </a:lnTo>
                    <a:lnTo>
                      <a:pt x="26" y="43"/>
                    </a:lnTo>
                    <a:lnTo>
                      <a:pt x="28" y="45"/>
                    </a:lnTo>
                    <a:lnTo>
                      <a:pt x="28" y="46"/>
                    </a:lnTo>
                    <a:lnTo>
                      <a:pt x="28" y="48"/>
                    </a:lnTo>
                    <a:lnTo>
                      <a:pt x="30" y="50"/>
                    </a:lnTo>
                    <a:lnTo>
                      <a:pt x="30" y="53"/>
                    </a:lnTo>
                    <a:lnTo>
                      <a:pt x="30" y="55"/>
                    </a:lnTo>
                    <a:lnTo>
                      <a:pt x="30" y="57"/>
                    </a:lnTo>
                    <a:lnTo>
                      <a:pt x="30" y="59"/>
                    </a:lnTo>
                    <a:lnTo>
                      <a:pt x="30" y="60"/>
                    </a:lnTo>
                    <a:lnTo>
                      <a:pt x="30" y="62"/>
                    </a:lnTo>
                    <a:lnTo>
                      <a:pt x="28" y="64"/>
                    </a:lnTo>
                    <a:lnTo>
                      <a:pt x="28" y="67"/>
                    </a:lnTo>
                    <a:lnTo>
                      <a:pt x="26" y="69"/>
                    </a:lnTo>
                    <a:lnTo>
                      <a:pt x="33" y="72"/>
                    </a:lnTo>
                    <a:lnTo>
                      <a:pt x="35" y="69"/>
                    </a:lnTo>
                    <a:lnTo>
                      <a:pt x="35" y="67"/>
                    </a:lnTo>
                    <a:lnTo>
                      <a:pt x="37" y="64"/>
                    </a:lnTo>
                    <a:lnTo>
                      <a:pt x="37" y="62"/>
                    </a:lnTo>
                    <a:lnTo>
                      <a:pt x="37" y="59"/>
                    </a:lnTo>
                    <a:lnTo>
                      <a:pt x="37" y="57"/>
                    </a:lnTo>
                    <a:lnTo>
                      <a:pt x="37" y="53"/>
                    </a:lnTo>
                    <a:lnTo>
                      <a:pt x="37" y="52"/>
                    </a:lnTo>
                    <a:lnTo>
                      <a:pt x="37" y="50"/>
                    </a:lnTo>
                    <a:lnTo>
                      <a:pt x="35" y="46"/>
                    </a:lnTo>
                    <a:lnTo>
                      <a:pt x="35" y="45"/>
                    </a:lnTo>
                    <a:lnTo>
                      <a:pt x="35" y="43"/>
                    </a:lnTo>
                    <a:lnTo>
                      <a:pt x="33" y="39"/>
                    </a:lnTo>
                    <a:lnTo>
                      <a:pt x="32" y="38"/>
                    </a:lnTo>
                    <a:lnTo>
                      <a:pt x="32" y="36"/>
                    </a:lnTo>
                    <a:lnTo>
                      <a:pt x="30" y="33"/>
                    </a:lnTo>
                    <a:lnTo>
                      <a:pt x="28" y="31"/>
                    </a:lnTo>
                    <a:lnTo>
                      <a:pt x="28" y="29"/>
                    </a:lnTo>
                    <a:lnTo>
                      <a:pt x="26" y="27"/>
                    </a:lnTo>
                    <a:lnTo>
                      <a:pt x="25" y="24"/>
                    </a:lnTo>
                    <a:lnTo>
                      <a:pt x="23" y="22"/>
                    </a:lnTo>
                    <a:lnTo>
                      <a:pt x="21" y="20"/>
                    </a:lnTo>
                    <a:lnTo>
                      <a:pt x="19" y="19"/>
                    </a:lnTo>
                    <a:lnTo>
                      <a:pt x="19" y="17"/>
                    </a:lnTo>
                    <a:lnTo>
                      <a:pt x="18" y="14"/>
                    </a:lnTo>
                    <a:lnTo>
                      <a:pt x="16" y="12"/>
                    </a:lnTo>
                    <a:lnTo>
                      <a:pt x="14" y="10"/>
                    </a:lnTo>
                    <a:lnTo>
                      <a:pt x="13" y="8"/>
                    </a:lnTo>
                    <a:lnTo>
                      <a:pt x="13" y="7"/>
                    </a:lnTo>
                    <a:lnTo>
                      <a:pt x="11" y="5"/>
                    </a:lnTo>
                    <a:lnTo>
                      <a:pt x="9" y="3"/>
                    </a:lnTo>
                    <a:lnTo>
                      <a:pt x="9" y="1"/>
                    </a:lnTo>
                    <a:lnTo>
                      <a:pt x="7" y="7"/>
                    </a:lnTo>
                    <a:lnTo>
                      <a:pt x="4" y="0"/>
                    </a:lnTo>
                    <a:lnTo>
                      <a:pt x="0" y="1"/>
                    </a:lnTo>
                    <a:lnTo>
                      <a:pt x="2" y="5"/>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76" name="Google Shape;376;p10"/>
              <p:cNvSpPr/>
              <p:nvPr/>
            </p:nvSpPr>
            <p:spPr>
              <a:xfrm>
                <a:off x="5058" y="1866"/>
                <a:ext cx="35" cy="136"/>
              </a:xfrm>
              <a:custGeom>
                <a:rect b="b" l="l" r="r" t="t"/>
                <a:pathLst>
                  <a:path extrusionOk="0" h="136" w="35">
                    <a:moveTo>
                      <a:pt x="3" y="4"/>
                    </a:moveTo>
                    <a:lnTo>
                      <a:pt x="3" y="2"/>
                    </a:lnTo>
                    <a:lnTo>
                      <a:pt x="3" y="6"/>
                    </a:lnTo>
                    <a:lnTo>
                      <a:pt x="3" y="11"/>
                    </a:lnTo>
                    <a:lnTo>
                      <a:pt x="5" y="14"/>
                    </a:lnTo>
                    <a:lnTo>
                      <a:pt x="5" y="20"/>
                    </a:lnTo>
                    <a:lnTo>
                      <a:pt x="7" y="23"/>
                    </a:lnTo>
                    <a:lnTo>
                      <a:pt x="9" y="28"/>
                    </a:lnTo>
                    <a:lnTo>
                      <a:pt x="10" y="32"/>
                    </a:lnTo>
                    <a:lnTo>
                      <a:pt x="12" y="37"/>
                    </a:lnTo>
                    <a:lnTo>
                      <a:pt x="14" y="40"/>
                    </a:lnTo>
                    <a:lnTo>
                      <a:pt x="15" y="45"/>
                    </a:lnTo>
                    <a:lnTo>
                      <a:pt x="17" y="51"/>
                    </a:lnTo>
                    <a:lnTo>
                      <a:pt x="19" y="54"/>
                    </a:lnTo>
                    <a:lnTo>
                      <a:pt x="21" y="59"/>
                    </a:lnTo>
                    <a:lnTo>
                      <a:pt x="22" y="63"/>
                    </a:lnTo>
                    <a:lnTo>
                      <a:pt x="22" y="68"/>
                    </a:lnTo>
                    <a:lnTo>
                      <a:pt x="24" y="71"/>
                    </a:lnTo>
                    <a:lnTo>
                      <a:pt x="26" y="77"/>
                    </a:lnTo>
                    <a:lnTo>
                      <a:pt x="26" y="80"/>
                    </a:lnTo>
                    <a:lnTo>
                      <a:pt x="28" y="84"/>
                    </a:lnTo>
                    <a:lnTo>
                      <a:pt x="28" y="89"/>
                    </a:lnTo>
                    <a:lnTo>
                      <a:pt x="28" y="92"/>
                    </a:lnTo>
                    <a:lnTo>
                      <a:pt x="28" y="96"/>
                    </a:lnTo>
                    <a:lnTo>
                      <a:pt x="26" y="99"/>
                    </a:lnTo>
                    <a:lnTo>
                      <a:pt x="26" y="103"/>
                    </a:lnTo>
                    <a:lnTo>
                      <a:pt x="24" y="106"/>
                    </a:lnTo>
                    <a:lnTo>
                      <a:pt x="22" y="110"/>
                    </a:lnTo>
                    <a:lnTo>
                      <a:pt x="21" y="113"/>
                    </a:lnTo>
                    <a:lnTo>
                      <a:pt x="17" y="117"/>
                    </a:lnTo>
                    <a:lnTo>
                      <a:pt x="14" y="120"/>
                    </a:lnTo>
                    <a:lnTo>
                      <a:pt x="10" y="122"/>
                    </a:lnTo>
                    <a:lnTo>
                      <a:pt x="5" y="125"/>
                    </a:lnTo>
                    <a:lnTo>
                      <a:pt x="0" y="129"/>
                    </a:lnTo>
                    <a:lnTo>
                      <a:pt x="3" y="136"/>
                    </a:lnTo>
                    <a:lnTo>
                      <a:pt x="9" y="132"/>
                    </a:lnTo>
                    <a:lnTo>
                      <a:pt x="14" y="129"/>
                    </a:lnTo>
                    <a:lnTo>
                      <a:pt x="19" y="125"/>
                    </a:lnTo>
                    <a:lnTo>
                      <a:pt x="22" y="122"/>
                    </a:lnTo>
                    <a:lnTo>
                      <a:pt x="26" y="118"/>
                    </a:lnTo>
                    <a:lnTo>
                      <a:pt x="29" y="113"/>
                    </a:lnTo>
                    <a:lnTo>
                      <a:pt x="31" y="110"/>
                    </a:lnTo>
                    <a:lnTo>
                      <a:pt x="33" y="106"/>
                    </a:lnTo>
                    <a:lnTo>
                      <a:pt x="35" y="101"/>
                    </a:lnTo>
                    <a:lnTo>
                      <a:pt x="35" y="97"/>
                    </a:lnTo>
                    <a:lnTo>
                      <a:pt x="35" y="92"/>
                    </a:lnTo>
                    <a:lnTo>
                      <a:pt x="35" y="87"/>
                    </a:lnTo>
                    <a:lnTo>
                      <a:pt x="35" y="84"/>
                    </a:lnTo>
                    <a:lnTo>
                      <a:pt x="33" y="78"/>
                    </a:lnTo>
                    <a:lnTo>
                      <a:pt x="33" y="75"/>
                    </a:lnTo>
                    <a:lnTo>
                      <a:pt x="31" y="70"/>
                    </a:lnTo>
                    <a:lnTo>
                      <a:pt x="29" y="65"/>
                    </a:lnTo>
                    <a:lnTo>
                      <a:pt x="29" y="61"/>
                    </a:lnTo>
                    <a:lnTo>
                      <a:pt x="28" y="56"/>
                    </a:lnTo>
                    <a:lnTo>
                      <a:pt x="26" y="52"/>
                    </a:lnTo>
                    <a:lnTo>
                      <a:pt x="24" y="47"/>
                    </a:lnTo>
                    <a:lnTo>
                      <a:pt x="22" y="42"/>
                    </a:lnTo>
                    <a:lnTo>
                      <a:pt x="21" y="39"/>
                    </a:lnTo>
                    <a:lnTo>
                      <a:pt x="19" y="33"/>
                    </a:lnTo>
                    <a:lnTo>
                      <a:pt x="17" y="30"/>
                    </a:lnTo>
                    <a:lnTo>
                      <a:pt x="15" y="25"/>
                    </a:lnTo>
                    <a:lnTo>
                      <a:pt x="14" y="21"/>
                    </a:lnTo>
                    <a:lnTo>
                      <a:pt x="12" y="18"/>
                    </a:lnTo>
                    <a:lnTo>
                      <a:pt x="12" y="13"/>
                    </a:lnTo>
                    <a:lnTo>
                      <a:pt x="10" y="9"/>
                    </a:lnTo>
                    <a:lnTo>
                      <a:pt x="10" y="6"/>
                    </a:lnTo>
                    <a:lnTo>
                      <a:pt x="10" y="2"/>
                    </a:lnTo>
                    <a:lnTo>
                      <a:pt x="10" y="0"/>
                    </a:lnTo>
                    <a:lnTo>
                      <a:pt x="10" y="2"/>
                    </a:lnTo>
                    <a:lnTo>
                      <a:pt x="10" y="0"/>
                    </a:lnTo>
                    <a:lnTo>
                      <a:pt x="3"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77" name="Google Shape;377;p10"/>
              <p:cNvSpPr/>
              <p:nvPr/>
            </p:nvSpPr>
            <p:spPr>
              <a:xfrm>
                <a:off x="5044" y="1832"/>
                <a:ext cx="24" cy="38"/>
              </a:xfrm>
              <a:custGeom>
                <a:rect b="b" l="l" r="r" t="t"/>
                <a:pathLst>
                  <a:path extrusionOk="0" h="38" w="24">
                    <a:moveTo>
                      <a:pt x="7" y="2"/>
                    </a:moveTo>
                    <a:lnTo>
                      <a:pt x="2" y="7"/>
                    </a:lnTo>
                    <a:lnTo>
                      <a:pt x="17" y="38"/>
                    </a:lnTo>
                    <a:lnTo>
                      <a:pt x="24" y="34"/>
                    </a:lnTo>
                    <a:lnTo>
                      <a:pt x="9" y="3"/>
                    </a:lnTo>
                    <a:lnTo>
                      <a:pt x="5" y="8"/>
                    </a:lnTo>
                    <a:lnTo>
                      <a:pt x="7" y="2"/>
                    </a:lnTo>
                    <a:lnTo>
                      <a:pt x="0" y="0"/>
                    </a:lnTo>
                    <a:lnTo>
                      <a:pt x="2" y="7"/>
                    </a:lnTo>
                    <a:lnTo>
                      <a:pt x="7"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78" name="Google Shape;378;p10"/>
              <p:cNvSpPr/>
              <p:nvPr/>
            </p:nvSpPr>
            <p:spPr>
              <a:xfrm>
                <a:off x="5049" y="1834"/>
                <a:ext cx="130" cy="48"/>
              </a:xfrm>
              <a:custGeom>
                <a:rect b="b" l="l" r="r" t="t"/>
                <a:pathLst>
                  <a:path extrusionOk="0" h="48" w="130">
                    <a:moveTo>
                      <a:pt x="127" y="41"/>
                    </a:moveTo>
                    <a:lnTo>
                      <a:pt x="130" y="41"/>
                    </a:lnTo>
                    <a:lnTo>
                      <a:pt x="127" y="39"/>
                    </a:lnTo>
                    <a:lnTo>
                      <a:pt x="122" y="36"/>
                    </a:lnTo>
                    <a:lnTo>
                      <a:pt x="118" y="34"/>
                    </a:lnTo>
                    <a:lnTo>
                      <a:pt x="115" y="32"/>
                    </a:lnTo>
                    <a:lnTo>
                      <a:pt x="111" y="31"/>
                    </a:lnTo>
                    <a:lnTo>
                      <a:pt x="108" y="29"/>
                    </a:lnTo>
                    <a:lnTo>
                      <a:pt x="103" y="27"/>
                    </a:lnTo>
                    <a:lnTo>
                      <a:pt x="99" y="26"/>
                    </a:lnTo>
                    <a:lnTo>
                      <a:pt x="96" y="24"/>
                    </a:lnTo>
                    <a:lnTo>
                      <a:pt x="92" y="22"/>
                    </a:lnTo>
                    <a:lnTo>
                      <a:pt x="87" y="20"/>
                    </a:lnTo>
                    <a:lnTo>
                      <a:pt x="83" y="19"/>
                    </a:lnTo>
                    <a:lnTo>
                      <a:pt x="80" y="17"/>
                    </a:lnTo>
                    <a:lnTo>
                      <a:pt x="77" y="17"/>
                    </a:lnTo>
                    <a:lnTo>
                      <a:pt x="71" y="15"/>
                    </a:lnTo>
                    <a:lnTo>
                      <a:pt x="68" y="13"/>
                    </a:lnTo>
                    <a:lnTo>
                      <a:pt x="64" y="12"/>
                    </a:lnTo>
                    <a:lnTo>
                      <a:pt x="59" y="12"/>
                    </a:lnTo>
                    <a:lnTo>
                      <a:pt x="56" y="10"/>
                    </a:lnTo>
                    <a:lnTo>
                      <a:pt x="52" y="8"/>
                    </a:lnTo>
                    <a:lnTo>
                      <a:pt x="47" y="8"/>
                    </a:lnTo>
                    <a:lnTo>
                      <a:pt x="44" y="6"/>
                    </a:lnTo>
                    <a:lnTo>
                      <a:pt x="38" y="6"/>
                    </a:lnTo>
                    <a:lnTo>
                      <a:pt x="35" y="5"/>
                    </a:lnTo>
                    <a:lnTo>
                      <a:pt x="31" y="5"/>
                    </a:lnTo>
                    <a:lnTo>
                      <a:pt x="26" y="3"/>
                    </a:lnTo>
                    <a:lnTo>
                      <a:pt x="23" y="3"/>
                    </a:lnTo>
                    <a:lnTo>
                      <a:pt x="18" y="1"/>
                    </a:lnTo>
                    <a:lnTo>
                      <a:pt x="14" y="1"/>
                    </a:lnTo>
                    <a:lnTo>
                      <a:pt x="9" y="0"/>
                    </a:lnTo>
                    <a:lnTo>
                      <a:pt x="5" y="0"/>
                    </a:lnTo>
                    <a:lnTo>
                      <a:pt x="2" y="0"/>
                    </a:lnTo>
                    <a:lnTo>
                      <a:pt x="0" y="6"/>
                    </a:lnTo>
                    <a:lnTo>
                      <a:pt x="4" y="6"/>
                    </a:lnTo>
                    <a:lnTo>
                      <a:pt x="9" y="8"/>
                    </a:lnTo>
                    <a:lnTo>
                      <a:pt x="12" y="8"/>
                    </a:lnTo>
                    <a:lnTo>
                      <a:pt x="18" y="8"/>
                    </a:lnTo>
                    <a:lnTo>
                      <a:pt x="21" y="10"/>
                    </a:lnTo>
                    <a:lnTo>
                      <a:pt x="24" y="10"/>
                    </a:lnTo>
                    <a:lnTo>
                      <a:pt x="30" y="12"/>
                    </a:lnTo>
                    <a:lnTo>
                      <a:pt x="33" y="12"/>
                    </a:lnTo>
                    <a:lnTo>
                      <a:pt x="37" y="13"/>
                    </a:lnTo>
                    <a:lnTo>
                      <a:pt x="42" y="13"/>
                    </a:lnTo>
                    <a:lnTo>
                      <a:pt x="45" y="15"/>
                    </a:lnTo>
                    <a:lnTo>
                      <a:pt x="49" y="17"/>
                    </a:lnTo>
                    <a:lnTo>
                      <a:pt x="54" y="17"/>
                    </a:lnTo>
                    <a:lnTo>
                      <a:pt x="57" y="19"/>
                    </a:lnTo>
                    <a:lnTo>
                      <a:pt x="61" y="19"/>
                    </a:lnTo>
                    <a:lnTo>
                      <a:pt x="66" y="20"/>
                    </a:lnTo>
                    <a:lnTo>
                      <a:pt x="70" y="22"/>
                    </a:lnTo>
                    <a:lnTo>
                      <a:pt x="73" y="24"/>
                    </a:lnTo>
                    <a:lnTo>
                      <a:pt x="77" y="24"/>
                    </a:lnTo>
                    <a:lnTo>
                      <a:pt x="82" y="26"/>
                    </a:lnTo>
                    <a:lnTo>
                      <a:pt x="85" y="27"/>
                    </a:lnTo>
                    <a:lnTo>
                      <a:pt x="89" y="29"/>
                    </a:lnTo>
                    <a:lnTo>
                      <a:pt x="92" y="31"/>
                    </a:lnTo>
                    <a:lnTo>
                      <a:pt x="97" y="32"/>
                    </a:lnTo>
                    <a:lnTo>
                      <a:pt x="101" y="34"/>
                    </a:lnTo>
                    <a:lnTo>
                      <a:pt x="104" y="36"/>
                    </a:lnTo>
                    <a:lnTo>
                      <a:pt x="108" y="38"/>
                    </a:lnTo>
                    <a:lnTo>
                      <a:pt x="111" y="39"/>
                    </a:lnTo>
                    <a:lnTo>
                      <a:pt x="115" y="41"/>
                    </a:lnTo>
                    <a:lnTo>
                      <a:pt x="118" y="43"/>
                    </a:lnTo>
                    <a:lnTo>
                      <a:pt x="123" y="45"/>
                    </a:lnTo>
                    <a:lnTo>
                      <a:pt x="127" y="46"/>
                    </a:lnTo>
                    <a:lnTo>
                      <a:pt x="129" y="48"/>
                    </a:lnTo>
                    <a:lnTo>
                      <a:pt x="127" y="46"/>
                    </a:lnTo>
                    <a:lnTo>
                      <a:pt x="129" y="48"/>
                    </a:lnTo>
                    <a:lnTo>
                      <a:pt x="127" y="4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79" name="Google Shape;379;p10"/>
              <p:cNvSpPr/>
              <p:nvPr/>
            </p:nvSpPr>
            <p:spPr>
              <a:xfrm>
                <a:off x="5176" y="1868"/>
                <a:ext cx="50" cy="19"/>
              </a:xfrm>
              <a:custGeom>
                <a:rect b="b" l="l" r="r" t="t"/>
                <a:pathLst>
                  <a:path extrusionOk="0" h="19" w="50">
                    <a:moveTo>
                      <a:pt x="50" y="14"/>
                    </a:moveTo>
                    <a:lnTo>
                      <a:pt x="50" y="16"/>
                    </a:lnTo>
                    <a:lnTo>
                      <a:pt x="48" y="12"/>
                    </a:lnTo>
                    <a:lnTo>
                      <a:pt x="48" y="11"/>
                    </a:lnTo>
                    <a:lnTo>
                      <a:pt x="47" y="9"/>
                    </a:lnTo>
                    <a:lnTo>
                      <a:pt x="45" y="7"/>
                    </a:lnTo>
                    <a:lnTo>
                      <a:pt x="43" y="5"/>
                    </a:lnTo>
                    <a:lnTo>
                      <a:pt x="41" y="4"/>
                    </a:lnTo>
                    <a:lnTo>
                      <a:pt x="40" y="4"/>
                    </a:lnTo>
                    <a:lnTo>
                      <a:pt x="38" y="2"/>
                    </a:lnTo>
                    <a:lnTo>
                      <a:pt x="36" y="2"/>
                    </a:lnTo>
                    <a:lnTo>
                      <a:pt x="34" y="0"/>
                    </a:lnTo>
                    <a:lnTo>
                      <a:pt x="33" y="0"/>
                    </a:lnTo>
                    <a:lnTo>
                      <a:pt x="31" y="0"/>
                    </a:lnTo>
                    <a:lnTo>
                      <a:pt x="29" y="0"/>
                    </a:lnTo>
                    <a:lnTo>
                      <a:pt x="28" y="0"/>
                    </a:lnTo>
                    <a:lnTo>
                      <a:pt x="26" y="0"/>
                    </a:lnTo>
                    <a:lnTo>
                      <a:pt x="24" y="0"/>
                    </a:lnTo>
                    <a:lnTo>
                      <a:pt x="22" y="0"/>
                    </a:lnTo>
                    <a:lnTo>
                      <a:pt x="21" y="0"/>
                    </a:lnTo>
                    <a:lnTo>
                      <a:pt x="19" y="0"/>
                    </a:lnTo>
                    <a:lnTo>
                      <a:pt x="17" y="0"/>
                    </a:lnTo>
                    <a:lnTo>
                      <a:pt x="15" y="2"/>
                    </a:lnTo>
                    <a:lnTo>
                      <a:pt x="14" y="2"/>
                    </a:lnTo>
                    <a:lnTo>
                      <a:pt x="12" y="2"/>
                    </a:lnTo>
                    <a:lnTo>
                      <a:pt x="10" y="2"/>
                    </a:lnTo>
                    <a:lnTo>
                      <a:pt x="8" y="4"/>
                    </a:lnTo>
                    <a:lnTo>
                      <a:pt x="7" y="4"/>
                    </a:lnTo>
                    <a:lnTo>
                      <a:pt x="5" y="4"/>
                    </a:lnTo>
                    <a:lnTo>
                      <a:pt x="3" y="5"/>
                    </a:lnTo>
                    <a:lnTo>
                      <a:pt x="2" y="5"/>
                    </a:lnTo>
                    <a:lnTo>
                      <a:pt x="0" y="7"/>
                    </a:lnTo>
                    <a:lnTo>
                      <a:pt x="2" y="14"/>
                    </a:lnTo>
                    <a:lnTo>
                      <a:pt x="3" y="12"/>
                    </a:lnTo>
                    <a:lnTo>
                      <a:pt x="5" y="12"/>
                    </a:lnTo>
                    <a:lnTo>
                      <a:pt x="7" y="12"/>
                    </a:lnTo>
                    <a:lnTo>
                      <a:pt x="8" y="11"/>
                    </a:lnTo>
                    <a:lnTo>
                      <a:pt x="10" y="11"/>
                    </a:lnTo>
                    <a:lnTo>
                      <a:pt x="12" y="9"/>
                    </a:lnTo>
                    <a:lnTo>
                      <a:pt x="14" y="9"/>
                    </a:lnTo>
                    <a:lnTo>
                      <a:pt x="15" y="9"/>
                    </a:lnTo>
                    <a:lnTo>
                      <a:pt x="17" y="9"/>
                    </a:lnTo>
                    <a:lnTo>
                      <a:pt x="19" y="9"/>
                    </a:lnTo>
                    <a:lnTo>
                      <a:pt x="21" y="7"/>
                    </a:lnTo>
                    <a:lnTo>
                      <a:pt x="22" y="7"/>
                    </a:lnTo>
                    <a:lnTo>
                      <a:pt x="24" y="7"/>
                    </a:lnTo>
                    <a:lnTo>
                      <a:pt x="26" y="7"/>
                    </a:lnTo>
                    <a:lnTo>
                      <a:pt x="28" y="7"/>
                    </a:lnTo>
                    <a:lnTo>
                      <a:pt x="29" y="7"/>
                    </a:lnTo>
                    <a:lnTo>
                      <a:pt x="31" y="7"/>
                    </a:lnTo>
                    <a:lnTo>
                      <a:pt x="33" y="9"/>
                    </a:lnTo>
                    <a:lnTo>
                      <a:pt x="34" y="9"/>
                    </a:lnTo>
                    <a:lnTo>
                      <a:pt x="36" y="9"/>
                    </a:lnTo>
                    <a:lnTo>
                      <a:pt x="36" y="11"/>
                    </a:lnTo>
                    <a:lnTo>
                      <a:pt x="38" y="11"/>
                    </a:lnTo>
                    <a:lnTo>
                      <a:pt x="40" y="12"/>
                    </a:lnTo>
                    <a:lnTo>
                      <a:pt x="41" y="14"/>
                    </a:lnTo>
                    <a:lnTo>
                      <a:pt x="41" y="16"/>
                    </a:lnTo>
                    <a:lnTo>
                      <a:pt x="43" y="16"/>
                    </a:lnTo>
                    <a:lnTo>
                      <a:pt x="43" y="18"/>
                    </a:lnTo>
                    <a:lnTo>
                      <a:pt x="45" y="19"/>
                    </a:lnTo>
                    <a:lnTo>
                      <a:pt x="43" y="18"/>
                    </a:lnTo>
                    <a:lnTo>
                      <a:pt x="43" y="19"/>
                    </a:lnTo>
                    <a:lnTo>
                      <a:pt x="45" y="19"/>
                    </a:lnTo>
                    <a:lnTo>
                      <a:pt x="5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80" name="Google Shape;380;p10"/>
              <p:cNvSpPr/>
              <p:nvPr/>
            </p:nvSpPr>
            <p:spPr>
              <a:xfrm>
                <a:off x="5221" y="1882"/>
                <a:ext cx="21" cy="50"/>
              </a:xfrm>
              <a:custGeom>
                <a:rect b="b" l="l" r="r" t="t"/>
                <a:pathLst>
                  <a:path extrusionOk="0" h="50" w="21">
                    <a:moveTo>
                      <a:pt x="21" y="47"/>
                    </a:moveTo>
                    <a:lnTo>
                      <a:pt x="21" y="45"/>
                    </a:lnTo>
                    <a:lnTo>
                      <a:pt x="19" y="43"/>
                    </a:lnTo>
                    <a:lnTo>
                      <a:pt x="19" y="42"/>
                    </a:lnTo>
                    <a:lnTo>
                      <a:pt x="19" y="40"/>
                    </a:lnTo>
                    <a:lnTo>
                      <a:pt x="19" y="38"/>
                    </a:lnTo>
                    <a:lnTo>
                      <a:pt x="19" y="36"/>
                    </a:lnTo>
                    <a:lnTo>
                      <a:pt x="17" y="35"/>
                    </a:lnTo>
                    <a:lnTo>
                      <a:pt x="17" y="33"/>
                    </a:lnTo>
                    <a:lnTo>
                      <a:pt x="17" y="31"/>
                    </a:lnTo>
                    <a:lnTo>
                      <a:pt x="17" y="29"/>
                    </a:lnTo>
                    <a:lnTo>
                      <a:pt x="17" y="28"/>
                    </a:lnTo>
                    <a:lnTo>
                      <a:pt x="15" y="26"/>
                    </a:lnTo>
                    <a:lnTo>
                      <a:pt x="15" y="24"/>
                    </a:lnTo>
                    <a:lnTo>
                      <a:pt x="15" y="23"/>
                    </a:lnTo>
                    <a:lnTo>
                      <a:pt x="15" y="21"/>
                    </a:lnTo>
                    <a:lnTo>
                      <a:pt x="15" y="19"/>
                    </a:lnTo>
                    <a:lnTo>
                      <a:pt x="14" y="19"/>
                    </a:lnTo>
                    <a:lnTo>
                      <a:pt x="14" y="17"/>
                    </a:lnTo>
                    <a:lnTo>
                      <a:pt x="14" y="16"/>
                    </a:lnTo>
                    <a:lnTo>
                      <a:pt x="12" y="14"/>
                    </a:lnTo>
                    <a:lnTo>
                      <a:pt x="12" y="12"/>
                    </a:lnTo>
                    <a:lnTo>
                      <a:pt x="12" y="10"/>
                    </a:lnTo>
                    <a:lnTo>
                      <a:pt x="10" y="9"/>
                    </a:lnTo>
                    <a:lnTo>
                      <a:pt x="9" y="7"/>
                    </a:lnTo>
                    <a:lnTo>
                      <a:pt x="9" y="5"/>
                    </a:lnTo>
                    <a:lnTo>
                      <a:pt x="7" y="4"/>
                    </a:lnTo>
                    <a:lnTo>
                      <a:pt x="5" y="2"/>
                    </a:lnTo>
                    <a:lnTo>
                      <a:pt x="5" y="0"/>
                    </a:lnTo>
                    <a:lnTo>
                      <a:pt x="0" y="5"/>
                    </a:lnTo>
                    <a:lnTo>
                      <a:pt x="0" y="7"/>
                    </a:lnTo>
                    <a:lnTo>
                      <a:pt x="2" y="7"/>
                    </a:lnTo>
                    <a:lnTo>
                      <a:pt x="2" y="9"/>
                    </a:lnTo>
                    <a:lnTo>
                      <a:pt x="3" y="10"/>
                    </a:lnTo>
                    <a:lnTo>
                      <a:pt x="3" y="12"/>
                    </a:lnTo>
                    <a:lnTo>
                      <a:pt x="5" y="12"/>
                    </a:lnTo>
                    <a:lnTo>
                      <a:pt x="5" y="14"/>
                    </a:lnTo>
                    <a:lnTo>
                      <a:pt x="5" y="16"/>
                    </a:lnTo>
                    <a:lnTo>
                      <a:pt x="7" y="17"/>
                    </a:lnTo>
                    <a:lnTo>
                      <a:pt x="7" y="19"/>
                    </a:lnTo>
                    <a:lnTo>
                      <a:pt x="7" y="21"/>
                    </a:lnTo>
                    <a:lnTo>
                      <a:pt x="7" y="23"/>
                    </a:lnTo>
                    <a:lnTo>
                      <a:pt x="9" y="23"/>
                    </a:lnTo>
                    <a:lnTo>
                      <a:pt x="9" y="24"/>
                    </a:lnTo>
                    <a:lnTo>
                      <a:pt x="9" y="26"/>
                    </a:lnTo>
                    <a:lnTo>
                      <a:pt x="9" y="28"/>
                    </a:lnTo>
                    <a:lnTo>
                      <a:pt x="9" y="29"/>
                    </a:lnTo>
                    <a:lnTo>
                      <a:pt x="10" y="31"/>
                    </a:lnTo>
                    <a:lnTo>
                      <a:pt x="10" y="33"/>
                    </a:lnTo>
                    <a:lnTo>
                      <a:pt x="10" y="35"/>
                    </a:lnTo>
                    <a:lnTo>
                      <a:pt x="10" y="36"/>
                    </a:lnTo>
                    <a:lnTo>
                      <a:pt x="10" y="38"/>
                    </a:lnTo>
                    <a:lnTo>
                      <a:pt x="12" y="40"/>
                    </a:lnTo>
                    <a:lnTo>
                      <a:pt x="12" y="42"/>
                    </a:lnTo>
                    <a:lnTo>
                      <a:pt x="12" y="43"/>
                    </a:lnTo>
                    <a:lnTo>
                      <a:pt x="12" y="45"/>
                    </a:lnTo>
                    <a:lnTo>
                      <a:pt x="14" y="47"/>
                    </a:lnTo>
                    <a:lnTo>
                      <a:pt x="14" y="49"/>
                    </a:lnTo>
                    <a:lnTo>
                      <a:pt x="14" y="50"/>
                    </a:lnTo>
                    <a:lnTo>
                      <a:pt x="14" y="49"/>
                    </a:lnTo>
                    <a:lnTo>
                      <a:pt x="14" y="50"/>
                    </a:lnTo>
                    <a:lnTo>
                      <a:pt x="21" y="4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81" name="Google Shape;381;p10"/>
              <p:cNvSpPr/>
              <p:nvPr/>
            </p:nvSpPr>
            <p:spPr>
              <a:xfrm>
                <a:off x="5235" y="1929"/>
                <a:ext cx="173" cy="376"/>
              </a:xfrm>
              <a:custGeom>
                <a:rect b="b" l="l" r="r" t="t"/>
                <a:pathLst>
                  <a:path extrusionOk="0" h="376" w="173">
                    <a:moveTo>
                      <a:pt x="173" y="372"/>
                    </a:moveTo>
                    <a:lnTo>
                      <a:pt x="170" y="360"/>
                    </a:lnTo>
                    <a:lnTo>
                      <a:pt x="164" y="348"/>
                    </a:lnTo>
                    <a:lnTo>
                      <a:pt x="161" y="336"/>
                    </a:lnTo>
                    <a:lnTo>
                      <a:pt x="158" y="324"/>
                    </a:lnTo>
                    <a:lnTo>
                      <a:pt x="152" y="312"/>
                    </a:lnTo>
                    <a:lnTo>
                      <a:pt x="147" y="300"/>
                    </a:lnTo>
                    <a:lnTo>
                      <a:pt x="144" y="287"/>
                    </a:lnTo>
                    <a:lnTo>
                      <a:pt x="138" y="275"/>
                    </a:lnTo>
                    <a:lnTo>
                      <a:pt x="135" y="265"/>
                    </a:lnTo>
                    <a:lnTo>
                      <a:pt x="130" y="253"/>
                    </a:lnTo>
                    <a:lnTo>
                      <a:pt x="125" y="241"/>
                    </a:lnTo>
                    <a:lnTo>
                      <a:pt x="119" y="228"/>
                    </a:lnTo>
                    <a:lnTo>
                      <a:pt x="114" y="216"/>
                    </a:lnTo>
                    <a:lnTo>
                      <a:pt x="109" y="204"/>
                    </a:lnTo>
                    <a:lnTo>
                      <a:pt x="104" y="194"/>
                    </a:lnTo>
                    <a:lnTo>
                      <a:pt x="99" y="182"/>
                    </a:lnTo>
                    <a:lnTo>
                      <a:pt x="93" y="170"/>
                    </a:lnTo>
                    <a:lnTo>
                      <a:pt x="88" y="159"/>
                    </a:lnTo>
                    <a:lnTo>
                      <a:pt x="83" y="147"/>
                    </a:lnTo>
                    <a:lnTo>
                      <a:pt x="78" y="135"/>
                    </a:lnTo>
                    <a:lnTo>
                      <a:pt x="73" y="123"/>
                    </a:lnTo>
                    <a:lnTo>
                      <a:pt x="67" y="112"/>
                    </a:lnTo>
                    <a:lnTo>
                      <a:pt x="60" y="100"/>
                    </a:lnTo>
                    <a:lnTo>
                      <a:pt x="55" y="90"/>
                    </a:lnTo>
                    <a:lnTo>
                      <a:pt x="50" y="78"/>
                    </a:lnTo>
                    <a:lnTo>
                      <a:pt x="43" y="67"/>
                    </a:lnTo>
                    <a:lnTo>
                      <a:pt x="38" y="55"/>
                    </a:lnTo>
                    <a:lnTo>
                      <a:pt x="31" y="43"/>
                    </a:lnTo>
                    <a:lnTo>
                      <a:pt x="26" y="33"/>
                    </a:lnTo>
                    <a:lnTo>
                      <a:pt x="19" y="22"/>
                    </a:lnTo>
                    <a:lnTo>
                      <a:pt x="12" y="10"/>
                    </a:lnTo>
                    <a:lnTo>
                      <a:pt x="7" y="0"/>
                    </a:lnTo>
                    <a:lnTo>
                      <a:pt x="0" y="3"/>
                    </a:lnTo>
                    <a:lnTo>
                      <a:pt x="7" y="14"/>
                    </a:lnTo>
                    <a:lnTo>
                      <a:pt x="12" y="26"/>
                    </a:lnTo>
                    <a:lnTo>
                      <a:pt x="19" y="36"/>
                    </a:lnTo>
                    <a:lnTo>
                      <a:pt x="24" y="47"/>
                    </a:lnTo>
                    <a:lnTo>
                      <a:pt x="31" y="59"/>
                    </a:lnTo>
                    <a:lnTo>
                      <a:pt x="36" y="69"/>
                    </a:lnTo>
                    <a:lnTo>
                      <a:pt x="43" y="81"/>
                    </a:lnTo>
                    <a:lnTo>
                      <a:pt x="48" y="93"/>
                    </a:lnTo>
                    <a:lnTo>
                      <a:pt x="55" y="104"/>
                    </a:lnTo>
                    <a:lnTo>
                      <a:pt x="60" y="116"/>
                    </a:lnTo>
                    <a:lnTo>
                      <a:pt x="66" y="126"/>
                    </a:lnTo>
                    <a:lnTo>
                      <a:pt x="71" y="138"/>
                    </a:lnTo>
                    <a:lnTo>
                      <a:pt x="76" y="151"/>
                    </a:lnTo>
                    <a:lnTo>
                      <a:pt x="83" y="161"/>
                    </a:lnTo>
                    <a:lnTo>
                      <a:pt x="88" y="173"/>
                    </a:lnTo>
                    <a:lnTo>
                      <a:pt x="93" y="185"/>
                    </a:lnTo>
                    <a:lnTo>
                      <a:pt x="99" y="196"/>
                    </a:lnTo>
                    <a:lnTo>
                      <a:pt x="104" y="208"/>
                    </a:lnTo>
                    <a:lnTo>
                      <a:pt x="107" y="220"/>
                    </a:lnTo>
                    <a:lnTo>
                      <a:pt x="112" y="232"/>
                    </a:lnTo>
                    <a:lnTo>
                      <a:pt x="118" y="242"/>
                    </a:lnTo>
                    <a:lnTo>
                      <a:pt x="123" y="254"/>
                    </a:lnTo>
                    <a:lnTo>
                      <a:pt x="128" y="267"/>
                    </a:lnTo>
                    <a:lnTo>
                      <a:pt x="132" y="279"/>
                    </a:lnTo>
                    <a:lnTo>
                      <a:pt x="137" y="291"/>
                    </a:lnTo>
                    <a:lnTo>
                      <a:pt x="142" y="303"/>
                    </a:lnTo>
                    <a:lnTo>
                      <a:pt x="145" y="315"/>
                    </a:lnTo>
                    <a:lnTo>
                      <a:pt x="151" y="327"/>
                    </a:lnTo>
                    <a:lnTo>
                      <a:pt x="154" y="339"/>
                    </a:lnTo>
                    <a:lnTo>
                      <a:pt x="158" y="351"/>
                    </a:lnTo>
                    <a:lnTo>
                      <a:pt x="163" y="364"/>
                    </a:lnTo>
                    <a:lnTo>
                      <a:pt x="166" y="376"/>
                    </a:lnTo>
                    <a:lnTo>
                      <a:pt x="173" y="37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82" name="Google Shape;382;p10"/>
              <p:cNvSpPr/>
              <p:nvPr/>
            </p:nvSpPr>
            <p:spPr>
              <a:xfrm>
                <a:off x="5396" y="2301"/>
                <a:ext cx="17" cy="56"/>
              </a:xfrm>
              <a:custGeom>
                <a:rect b="b" l="l" r="r" t="t"/>
                <a:pathLst>
                  <a:path extrusionOk="0" h="56" w="17">
                    <a:moveTo>
                      <a:pt x="7" y="56"/>
                    </a:moveTo>
                    <a:lnTo>
                      <a:pt x="7" y="54"/>
                    </a:lnTo>
                    <a:lnTo>
                      <a:pt x="9" y="52"/>
                    </a:lnTo>
                    <a:lnTo>
                      <a:pt x="9" y="51"/>
                    </a:lnTo>
                    <a:lnTo>
                      <a:pt x="10" y="49"/>
                    </a:lnTo>
                    <a:lnTo>
                      <a:pt x="10" y="47"/>
                    </a:lnTo>
                    <a:lnTo>
                      <a:pt x="12" y="45"/>
                    </a:lnTo>
                    <a:lnTo>
                      <a:pt x="12" y="44"/>
                    </a:lnTo>
                    <a:lnTo>
                      <a:pt x="12" y="42"/>
                    </a:lnTo>
                    <a:lnTo>
                      <a:pt x="14" y="40"/>
                    </a:lnTo>
                    <a:lnTo>
                      <a:pt x="14" y="38"/>
                    </a:lnTo>
                    <a:lnTo>
                      <a:pt x="14" y="37"/>
                    </a:lnTo>
                    <a:lnTo>
                      <a:pt x="16" y="35"/>
                    </a:lnTo>
                    <a:lnTo>
                      <a:pt x="16" y="33"/>
                    </a:lnTo>
                    <a:lnTo>
                      <a:pt x="16" y="31"/>
                    </a:lnTo>
                    <a:lnTo>
                      <a:pt x="16" y="30"/>
                    </a:lnTo>
                    <a:lnTo>
                      <a:pt x="16" y="28"/>
                    </a:lnTo>
                    <a:lnTo>
                      <a:pt x="16" y="26"/>
                    </a:lnTo>
                    <a:lnTo>
                      <a:pt x="16" y="25"/>
                    </a:lnTo>
                    <a:lnTo>
                      <a:pt x="17" y="23"/>
                    </a:lnTo>
                    <a:lnTo>
                      <a:pt x="17" y="21"/>
                    </a:lnTo>
                    <a:lnTo>
                      <a:pt x="17" y="19"/>
                    </a:lnTo>
                    <a:lnTo>
                      <a:pt x="17" y="18"/>
                    </a:lnTo>
                    <a:lnTo>
                      <a:pt x="16" y="16"/>
                    </a:lnTo>
                    <a:lnTo>
                      <a:pt x="16" y="14"/>
                    </a:lnTo>
                    <a:lnTo>
                      <a:pt x="16" y="12"/>
                    </a:lnTo>
                    <a:lnTo>
                      <a:pt x="16" y="11"/>
                    </a:lnTo>
                    <a:lnTo>
                      <a:pt x="16" y="9"/>
                    </a:lnTo>
                    <a:lnTo>
                      <a:pt x="14" y="7"/>
                    </a:lnTo>
                    <a:lnTo>
                      <a:pt x="14" y="5"/>
                    </a:lnTo>
                    <a:lnTo>
                      <a:pt x="14" y="4"/>
                    </a:lnTo>
                    <a:lnTo>
                      <a:pt x="12" y="2"/>
                    </a:lnTo>
                    <a:lnTo>
                      <a:pt x="12" y="0"/>
                    </a:lnTo>
                    <a:lnTo>
                      <a:pt x="5" y="4"/>
                    </a:lnTo>
                    <a:lnTo>
                      <a:pt x="7" y="5"/>
                    </a:lnTo>
                    <a:lnTo>
                      <a:pt x="7" y="7"/>
                    </a:lnTo>
                    <a:lnTo>
                      <a:pt x="7" y="9"/>
                    </a:lnTo>
                    <a:lnTo>
                      <a:pt x="9" y="11"/>
                    </a:lnTo>
                    <a:lnTo>
                      <a:pt x="9" y="12"/>
                    </a:lnTo>
                    <a:lnTo>
                      <a:pt x="9" y="14"/>
                    </a:lnTo>
                    <a:lnTo>
                      <a:pt x="9" y="16"/>
                    </a:lnTo>
                    <a:lnTo>
                      <a:pt x="9" y="18"/>
                    </a:lnTo>
                    <a:lnTo>
                      <a:pt x="9" y="19"/>
                    </a:lnTo>
                    <a:lnTo>
                      <a:pt x="9" y="21"/>
                    </a:lnTo>
                    <a:lnTo>
                      <a:pt x="9" y="23"/>
                    </a:lnTo>
                    <a:lnTo>
                      <a:pt x="9" y="25"/>
                    </a:lnTo>
                    <a:lnTo>
                      <a:pt x="9" y="26"/>
                    </a:lnTo>
                    <a:lnTo>
                      <a:pt x="9" y="28"/>
                    </a:lnTo>
                    <a:lnTo>
                      <a:pt x="9" y="30"/>
                    </a:lnTo>
                    <a:lnTo>
                      <a:pt x="9" y="31"/>
                    </a:lnTo>
                    <a:lnTo>
                      <a:pt x="7" y="33"/>
                    </a:lnTo>
                    <a:lnTo>
                      <a:pt x="7" y="35"/>
                    </a:lnTo>
                    <a:lnTo>
                      <a:pt x="7" y="37"/>
                    </a:lnTo>
                    <a:lnTo>
                      <a:pt x="7" y="38"/>
                    </a:lnTo>
                    <a:lnTo>
                      <a:pt x="5" y="40"/>
                    </a:lnTo>
                    <a:lnTo>
                      <a:pt x="5" y="42"/>
                    </a:lnTo>
                    <a:lnTo>
                      <a:pt x="5" y="44"/>
                    </a:lnTo>
                    <a:lnTo>
                      <a:pt x="3" y="45"/>
                    </a:lnTo>
                    <a:lnTo>
                      <a:pt x="3" y="47"/>
                    </a:lnTo>
                    <a:lnTo>
                      <a:pt x="2" y="49"/>
                    </a:lnTo>
                    <a:lnTo>
                      <a:pt x="2" y="51"/>
                    </a:lnTo>
                    <a:lnTo>
                      <a:pt x="0" y="52"/>
                    </a:lnTo>
                    <a:lnTo>
                      <a:pt x="7" y="5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83" name="Google Shape;383;p10"/>
              <p:cNvSpPr/>
              <p:nvPr/>
            </p:nvSpPr>
            <p:spPr>
              <a:xfrm>
                <a:off x="5212" y="2353"/>
                <a:ext cx="191" cy="251"/>
              </a:xfrm>
              <a:custGeom>
                <a:rect b="b" l="l" r="r" t="t"/>
                <a:pathLst>
                  <a:path extrusionOk="0" h="251" w="191">
                    <a:moveTo>
                      <a:pt x="2" y="251"/>
                    </a:moveTo>
                    <a:lnTo>
                      <a:pt x="7" y="250"/>
                    </a:lnTo>
                    <a:lnTo>
                      <a:pt x="12" y="241"/>
                    </a:lnTo>
                    <a:lnTo>
                      <a:pt x="18" y="234"/>
                    </a:lnTo>
                    <a:lnTo>
                      <a:pt x="24" y="227"/>
                    </a:lnTo>
                    <a:lnTo>
                      <a:pt x="30" y="219"/>
                    </a:lnTo>
                    <a:lnTo>
                      <a:pt x="37" y="212"/>
                    </a:lnTo>
                    <a:lnTo>
                      <a:pt x="42" y="203"/>
                    </a:lnTo>
                    <a:lnTo>
                      <a:pt x="49" y="196"/>
                    </a:lnTo>
                    <a:lnTo>
                      <a:pt x="54" y="189"/>
                    </a:lnTo>
                    <a:lnTo>
                      <a:pt x="61" y="180"/>
                    </a:lnTo>
                    <a:lnTo>
                      <a:pt x="66" y="173"/>
                    </a:lnTo>
                    <a:lnTo>
                      <a:pt x="73" y="167"/>
                    </a:lnTo>
                    <a:lnTo>
                      <a:pt x="78" y="158"/>
                    </a:lnTo>
                    <a:lnTo>
                      <a:pt x="85" y="151"/>
                    </a:lnTo>
                    <a:lnTo>
                      <a:pt x="90" y="144"/>
                    </a:lnTo>
                    <a:lnTo>
                      <a:pt x="97" y="135"/>
                    </a:lnTo>
                    <a:lnTo>
                      <a:pt x="103" y="128"/>
                    </a:lnTo>
                    <a:lnTo>
                      <a:pt x="109" y="122"/>
                    </a:lnTo>
                    <a:lnTo>
                      <a:pt x="115" y="113"/>
                    </a:lnTo>
                    <a:lnTo>
                      <a:pt x="122" y="106"/>
                    </a:lnTo>
                    <a:lnTo>
                      <a:pt x="127" y="97"/>
                    </a:lnTo>
                    <a:lnTo>
                      <a:pt x="132" y="90"/>
                    </a:lnTo>
                    <a:lnTo>
                      <a:pt x="139" y="83"/>
                    </a:lnTo>
                    <a:lnTo>
                      <a:pt x="144" y="75"/>
                    </a:lnTo>
                    <a:lnTo>
                      <a:pt x="149" y="68"/>
                    </a:lnTo>
                    <a:lnTo>
                      <a:pt x="155" y="59"/>
                    </a:lnTo>
                    <a:lnTo>
                      <a:pt x="160" y="52"/>
                    </a:lnTo>
                    <a:lnTo>
                      <a:pt x="165" y="44"/>
                    </a:lnTo>
                    <a:lnTo>
                      <a:pt x="170" y="37"/>
                    </a:lnTo>
                    <a:lnTo>
                      <a:pt x="175" y="28"/>
                    </a:lnTo>
                    <a:lnTo>
                      <a:pt x="181" y="19"/>
                    </a:lnTo>
                    <a:lnTo>
                      <a:pt x="186" y="12"/>
                    </a:lnTo>
                    <a:lnTo>
                      <a:pt x="191" y="4"/>
                    </a:lnTo>
                    <a:lnTo>
                      <a:pt x="184" y="0"/>
                    </a:lnTo>
                    <a:lnTo>
                      <a:pt x="181" y="9"/>
                    </a:lnTo>
                    <a:lnTo>
                      <a:pt x="175" y="16"/>
                    </a:lnTo>
                    <a:lnTo>
                      <a:pt x="170" y="25"/>
                    </a:lnTo>
                    <a:lnTo>
                      <a:pt x="165" y="31"/>
                    </a:lnTo>
                    <a:lnTo>
                      <a:pt x="160" y="40"/>
                    </a:lnTo>
                    <a:lnTo>
                      <a:pt x="155" y="47"/>
                    </a:lnTo>
                    <a:lnTo>
                      <a:pt x="149" y="56"/>
                    </a:lnTo>
                    <a:lnTo>
                      <a:pt x="144" y="63"/>
                    </a:lnTo>
                    <a:lnTo>
                      <a:pt x="137" y="71"/>
                    </a:lnTo>
                    <a:lnTo>
                      <a:pt x="132" y="78"/>
                    </a:lnTo>
                    <a:lnTo>
                      <a:pt x="127" y="87"/>
                    </a:lnTo>
                    <a:lnTo>
                      <a:pt x="122" y="94"/>
                    </a:lnTo>
                    <a:lnTo>
                      <a:pt x="115" y="101"/>
                    </a:lnTo>
                    <a:lnTo>
                      <a:pt x="109" y="109"/>
                    </a:lnTo>
                    <a:lnTo>
                      <a:pt x="103" y="116"/>
                    </a:lnTo>
                    <a:lnTo>
                      <a:pt x="97" y="123"/>
                    </a:lnTo>
                    <a:lnTo>
                      <a:pt x="92" y="132"/>
                    </a:lnTo>
                    <a:lnTo>
                      <a:pt x="85" y="139"/>
                    </a:lnTo>
                    <a:lnTo>
                      <a:pt x="80" y="146"/>
                    </a:lnTo>
                    <a:lnTo>
                      <a:pt x="73" y="154"/>
                    </a:lnTo>
                    <a:lnTo>
                      <a:pt x="68" y="161"/>
                    </a:lnTo>
                    <a:lnTo>
                      <a:pt x="61" y="168"/>
                    </a:lnTo>
                    <a:lnTo>
                      <a:pt x="56" y="177"/>
                    </a:lnTo>
                    <a:lnTo>
                      <a:pt x="49" y="184"/>
                    </a:lnTo>
                    <a:lnTo>
                      <a:pt x="44" y="191"/>
                    </a:lnTo>
                    <a:lnTo>
                      <a:pt x="37" y="199"/>
                    </a:lnTo>
                    <a:lnTo>
                      <a:pt x="31" y="206"/>
                    </a:lnTo>
                    <a:lnTo>
                      <a:pt x="24" y="215"/>
                    </a:lnTo>
                    <a:lnTo>
                      <a:pt x="19" y="222"/>
                    </a:lnTo>
                    <a:lnTo>
                      <a:pt x="12" y="229"/>
                    </a:lnTo>
                    <a:lnTo>
                      <a:pt x="7" y="238"/>
                    </a:lnTo>
                    <a:lnTo>
                      <a:pt x="0" y="245"/>
                    </a:lnTo>
                    <a:lnTo>
                      <a:pt x="4" y="245"/>
                    </a:lnTo>
                    <a:lnTo>
                      <a:pt x="2" y="251"/>
                    </a:lnTo>
                    <a:lnTo>
                      <a:pt x="5" y="251"/>
                    </a:lnTo>
                    <a:lnTo>
                      <a:pt x="7" y="250"/>
                    </a:lnTo>
                    <a:lnTo>
                      <a:pt x="2" y="25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84" name="Google Shape;384;p10"/>
              <p:cNvSpPr/>
              <p:nvPr/>
            </p:nvSpPr>
            <p:spPr>
              <a:xfrm>
                <a:off x="5205" y="2596"/>
                <a:ext cx="11" cy="8"/>
              </a:xfrm>
              <a:custGeom>
                <a:rect b="b" l="l" r="r" t="t"/>
                <a:pathLst>
                  <a:path extrusionOk="0" h="8" w="11">
                    <a:moveTo>
                      <a:pt x="0" y="3"/>
                    </a:moveTo>
                    <a:lnTo>
                      <a:pt x="4" y="7"/>
                    </a:lnTo>
                    <a:lnTo>
                      <a:pt x="9" y="8"/>
                    </a:lnTo>
                    <a:lnTo>
                      <a:pt x="11" y="2"/>
                    </a:lnTo>
                    <a:lnTo>
                      <a:pt x="5" y="0"/>
                    </a:lnTo>
                    <a:lnTo>
                      <a:pt x="7" y="3"/>
                    </a:lnTo>
                    <a:lnTo>
                      <a:pt x="0" y="3"/>
                    </a:lnTo>
                    <a:lnTo>
                      <a:pt x="0" y="5"/>
                    </a:lnTo>
                    <a:lnTo>
                      <a:pt x="4" y="7"/>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85" name="Google Shape;385;p10"/>
              <p:cNvSpPr/>
              <p:nvPr/>
            </p:nvSpPr>
            <p:spPr>
              <a:xfrm>
                <a:off x="5183" y="2414"/>
                <a:ext cx="29" cy="185"/>
              </a:xfrm>
              <a:custGeom>
                <a:rect b="b" l="l" r="r" t="t"/>
                <a:pathLst>
                  <a:path extrusionOk="0" h="185" w="29">
                    <a:moveTo>
                      <a:pt x="10" y="0"/>
                    </a:moveTo>
                    <a:lnTo>
                      <a:pt x="8" y="5"/>
                    </a:lnTo>
                    <a:lnTo>
                      <a:pt x="5" y="12"/>
                    </a:lnTo>
                    <a:lnTo>
                      <a:pt x="3" y="17"/>
                    </a:lnTo>
                    <a:lnTo>
                      <a:pt x="1" y="24"/>
                    </a:lnTo>
                    <a:lnTo>
                      <a:pt x="1" y="29"/>
                    </a:lnTo>
                    <a:lnTo>
                      <a:pt x="0" y="35"/>
                    </a:lnTo>
                    <a:lnTo>
                      <a:pt x="0" y="41"/>
                    </a:lnTo>
                    <a:lnTo>
                      <a:pt x="0" y="47"/>
                    </a:lnTo>
                    <a:lnTo>
                      <a:pt x="0" y="52"/>
                    </a:lnTo>
                    <a:lnTo>
                      <a:pt x="0" y="59"/>
                    </a:lnTo>
                    <a:lnTo>
                      <a:pt x="0" y="64"/>
                    </a:lnTo>
                    <a:lnTo>
                      <a:pt x="1" y="69"/>
                    </a:lnTo>
                    <a:lnTo>
                      <a:pt x="1" y="76"/>
                    </a:lnTo>
                    <a:lnTo>
                      <a:pt x="3" y="81"/>
                    </a:lnTo>
                    <a:lnTo>
                      <a:pt x="3" y="87"/>
                    </a:lnTo>
                    <a:lnTo>
                      <a:pt x="5" y="93"/>
                    </a:lnTo>
                    <a:lnTo>
                      <a:pt x="7" y="99"/>
                    </a:lnTo>
                    <a:lnTo>
                      <a:pt x="7" y="104"/>
                    </a:lnTo>
                    <a:lnTo>
                      <a:pt x="8" y="111"/>
                    </a:lnTo>
                    <a:lnTo>
                      <a:pt x="10" y="116"/>
                    </a:lnTo>
                    <a:lnTo>
                      <a:pt x="12" y="121"/>
                    </a:lnTo>
                    <a:lnTo>
                      <a:pt x="14" y="128"/>
                    </a:lnTo>
                    <a:lnTo>
                      <a:pt x="15" y="133"/>
                    </a:lnTo>
                    <a:lnTo>
                      <a:pt x="15" y="138"/>
                    </a:lnTo>
                    <a:lnTo>
                      <a:pt x="17" y="145"/>
                    </a:lnTo>
                    <a:lnTo>
                      <a:pt x="19" y="151"/>
                    </a:lnTo>
                    <a:lnTo>
                      <a:pt x="19" y="156"/>
                    </a:lnTo>
                    <a:lnTo>
                      <a:pt x="21" y="163"/>
                    </a:lnTo>
                    <a:lnTo>
                      <a:pt x="21" y="168"/>
                    </a:lnTo>
                    <a:lnTo>
                      <a:pt x="22" y="173"/>
                    </a:lnTo>
                    <a:lnTo>
                      <a:pt x="22" y="178"/>
                    </a:lnTo>
                    <a:lnTo>
                      <a:pt x="22" y="185"/>
                    </a:lnTo>
                    <a:lnTo>
                      <a:pt x="29" y="185"/>
                    </a:lnTo>
                    <a:lnTo>
                      <a:pt x="29" y="178"/>
                    </a:lnTo>
                    <a:lnTo>
                      <a:pt x="29" y="173"/>
                    </a:lnTo>
                    <a:lnTo>
                      <a:pt x="29" y="166"/>
                    </a:lnTo>
                    <a:lnTo>
                      <a:pt x="27" y="161"/>
                    </a:lnTo>
                    <a:lnTo>
                      <a:pt x="27" y="156"/>
                    </a:lnTo>
                    <a:lnTo>
                      <a:pt x="26" y="149"/>
                    </a:lnTo>
                    <a:lnTo>
                      <a:pt x="24" y="144"/>
                    </a:lnTo>
                    <a:lnTo>
                      <a:pt x="24" y="137"/>
                    </a:lnTo>
                    <a:lnTo>
                      <a:pt x="22" y="132"/>
                    </a:lnTo>
                    <a:lnTo>
                      <a:pt x="21" y="126"/>
                    </a:lnTo>
                    <a:lnTo>
                      <a:pt x="19" y="119"/>
                    </a:lnTo>
                    <a:lnTo>
                      <a:pt x="17" y="114"/>
                    </a:lnTo>
                    <a:lnTo>
                      <a:pt x="15" y="109"/>
                    </a:lnTo>
                    <a:lnTo>
                      <a:pt x="15" y="102"/>
                    </a:lnTo>
                    <a:lnTo>
                      <a:pt x="14" y="97"/>
                    </a:lnTo>
                    <a:lnTo>
                      <a:pt x="12" y="92"/>
                    </a:lnTo>
                    <a:lnTo>
                      <a:pt x="10" y="87"/>
                    </a:lnTo>
                    <a:lnTo>
                      <a:pt x="10" y="80"/>
                    </a:lnTo>
                    <a:lnTo>
                      <a:pt x="8" y="74"/>
                    </a:lnTo>
                    <a:lnTo>
                      <a:pt x="8" y="69"/>
                    </a:lnTo>
                    <a:lnTo>
                      <a:pt x="7" y="64"/>
                    </a:lnTo>
                    <a:lnTo>
                      <a:pt x="7" y="57"/>
                    </a:lnTo>
                    <a:lnTo>
                      <a:pt x="7" y="52"/>
                    </a:lnTo>
                    <a:lnTo>
                      <a:pt x="7" y="47"/>
                    </a:lnTo>
                    <a:lnTo>
                      <a:pt x="7" y="41"/>
                    </a:lnTo>
                    <a:lnTo>
                      <a:pt x="7" y="36"/>
                    </a:lnTo>
                    <a:lnTo>
                      <a:pt x="8" y="31"/>
                    </a:lnTo>
                    <a:lnTo>
                      <a:pt x="8" y="24"/>
                    </a:lnTo>
                    <a:lnTo>
                      <a:pt x="10" y="19"/>
                    </a:lnTo>
                    <a:lnTo>
                      <a:pt x="12" y="14"/>
                    </a:lnTo>
                    <a:lnTo>
                      <a:pt x="15" y="9"/>
                    </a:lnTo>
                    <a:lnTo>
                      <a:pt x="17" y="3"/>
                    </a:lnTo>
                    <a:lnTo>
                      <a:pt x="1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86" name="Google Shape;386;p10"/>
              <p:cNvSpPr/>
              <p:nvPr/>
            </p:nvSpPr>
            <p:spPr>
              <a:xfrm>
                <a:off x="5193" y="2350"/>
                <a:ext cx="52" cy="67"/>
              </a:xfrm>
              <a:custGeom>
                <a:rect b="b" l="l" r="r" t="t"/>
                <a:pathLst>
                  <a:path extrusionOk="0" h="67" w="52">
                    <a:moveTo>
                      <a:pt x="45" y="2"/>
                    </a:moveTo>
                    <a:lnTo>
                      <a:pt x="45" y="0"/>
                    </a:lnTo>
                    <a:lnTo>
                      <a:pt x="0" y="64"/>
                    </a:lnTo>
                    <a:lnTo>
                      <a:pt x="7" y="67"/>
                    </a:lnTo>
                    <a:lnTo>
                      <a:pt x="52" y="3"/>
                    </a:lnTo>
                    <a:lnTo>
                      <a:pt x="52" y="2"/>
                    </a:lnTo>
                    <a:lnTo>
                      <a:pt x="52" y="3"/>
                    </a:lnTo>
                    <a:lnTo>
                      <a:pt x="52" y="2"/>
                    </a:lnTo>
                    <a:lnTo>
                      <a:pt x="45"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87" name="Google Shape;387;p10"/>
              <p:cNvSpPr/>
              <p:nvPr/>
            </p:nvSpPr>
            <p:spPr>
              <a:xfrm>
                <a:off x="5226" y="2280"/>
                <a:ext cx="30" cy="72"/>
              </a:xfrm>
              <a:custGeom>
                <a:rect b="b" l="l" r="r" t="t"/>
                <a:pathLst>
                  <a:path extrusionOk="0" h="72" w="30">
                    <a:moveTo>
                      <a:pt x="21" y="6"/>
                    </a:moveTo>
                    <a:lnTo>
                      <a:pt x="23" y="0"/>
                    </a:lnTo>
                    <a:lnTo>
                      <a:pt x="19" y="2"/>
                    </a:lnTo>
                    <a:lnTo>
                      <a:pt x="16" y="2"/>
                    </a:lnTo>
                    <a:lnTo>
                      <a:pt x="14" y="4"/>
                    </a:lnTo>
                    <a:lnTo>
                      <a:pt x="10" y="6"/>
                    </a:lnTo>
                    <a:lnTo>
                      <a:pt x="9" y="9"/>
                    </a:lnTo>
                    <a:lnTo>
                      <a:pt x="7" y="11"/>
                    </a:lnTo>
                    <a:lnTo>
                      <a:pt x="5" y="13"/>
                    </a:lnTo>
                    <a:lnTo>
                      <a:pt x="4" y="14"/>
                    </a:lnTo>
                    <a:lnTo>
                      <a:pt x="2" y="18"/>
                    </a:lnTo>
                    <a:lnTo>
                      <a:pt x="2" y="20"/>
                    </a:lnTo>
                    <a:lnTo>
                      <a:pt x="0" y="21"/>
                    </a:lnTo>
                    <a:lnTo>
                      <a:pt x="0" y="25"/>
                    </a:lnTo>
                    <a:lnTo>
                      <a:pt x="0" y="26"/>
                    </a:lnTo>
                    <a:lnTo>
                      <a:pt x="0" y="30"/>
                    </a:lnTo>
                    <a:lnTo>
                      <a:pt x="0" y="32"/>
                    </a:lnTo>
                    <a:lnTo>
                      <a:pt x="2" y="33"/>
                    </a:lnTo>
                    <a:lnTo>
                      <a:pt x="2" y="37"/>
                    </a:lnTo>
                    <a:lnTo>
                      <a:pt x="2" y="39"/>
                    </a:lnTo>
                    <a:lnTo>
                      <a:pt x="4" y="42"/>
                    </a:lnTo>
                    <a:lnTo>
                      <a:pt x="4" y="44"/>
                    </a:lnTo>
                    <a:lnTo>
                      <a:pt x="5" y="46"/>
                    </a:lnTo>
                    <a:lnTo>
                      <a:pt x="5" y="49"/>
                    </a:lnTo>
                    <a:lnTo>
                      <a:pt x="7" y="51"/>
                    </a:lnTo>
                    <a:lnTo>
                      <a:pt x="7" y="54"/>
                    </a:lnTo>
                    <a:lnTo>
                      <a:pt x="9" y="56"/>
                    </a:lnTo>
                    <a:lnTo>
                      <a:pt x="9" y="58"/>
                    </a:lnTo>
                    <a:lnTo>
                      <a:pt x="10" y="61"/>
                    </a:lnTo>
                    <a:lnTo>
                      <a:pt x="10" y="63"/>
                    </a:lnTo>
                    <a:lnTo>
                      <a:pt x="10" y="65"/>
                    </a:lnTo>
                    <a:lnTo>
                      <a:pt x="12" y="68"/>
                    </a:lnTo>
                    <a:lnTo>
                      <a:pt x="12" y="70"/>
                    </a:lnTo>
                    <a:lnTo>
                      <a:pt x="12" y="72"/>
                    </a:lnTo>
                    <a:lnTo>
                      <a:pt x="19" y="72"/>
                    </a:lnTo>
                    <a:lnTo>
                      <a:pt x="19" y="68"/>
                    </a:lnTo>
                    <a:lnTo>
                      <a:pt x="19" y="66"/>
                    </a:lnTo>
                    <a:lnTo>
                      <a:pt x="17" y="63"/>
                    </a:lnTo>
                    <a:lnTo>
                      <a:pt x="17" y="61"/>
                    </a:lnTo>
                    <a:lnTo>
                      <a:pt x="17" y="58"/>
                    </a:lnTo>
                    <a:lnTo>
                      <a:pt x="16" y="56"/>
                    </a:lnTo>
                    <a:lnTo>
                      <a:pt x="16" y="54"/>
                    </a:lnTo>
                    <a:lnTo>
                      <a:pt x="14" y="51"/>
                    </a:lnTo>
                    <a:lnTo>
                      <a:pt x="14" y="49"/>
                    </a:lnTo>
                    <a:lnTo>
                      <a:pt x="12" y="46"/>
                    </a:lnTo>
                    <a:lnTo>
                      <a:pt x="12" y="44"/>
                    </a:lnTo>
                    <a:lnTo>
                      <a:pt x="10" y="42"/>
                    </a:lnTo>
                    <a:lnTo>
                      <a:pt x="10" y="39"/>
                    </a:lnTo>
                    <a:lnTo>
                      <a:pt x="9" y="37"/>
                    </a:lnTo>
                    <a:lnTo>
                      <a:pt x="9" y="35"/>
                    </a:lnTo>
                    <a:lnTo>
                      <a:pt x="9" y="33"/>
                    </a:lnTo>
                    <a:lnTo>
                      <a:pt x="9" y="30"/>
                    </a:lnTo>
                    <a:lnTo>
                      <a:pt x="9" y="28"/>
                    </a:lnTo>
                    <a:lnTo>
                      <a:pt x="7" y="26"/>
                    </a:lnTo>
                    <a:lnTo>
                      <a:pt x="7" y="25"/>
                    </a:lnTo>
                    <a:lnTo>
                      <a:pt x="9" y="23"/>
                    </a:lnTo>
                    <a:lnTo>
                      <a:pt x="9" y="21"/>
                    </a:lnTo>
                    <a:lnTo>
                      <a:pt x="9" y="20"/>
                    </a:lnTo>
                    <a:lnTo>
                      <a:pt x="10" y="18"/>
                    </a:lnTo>
                    <a:lnTo>
                      <a:pt x="10" y="16"/>
                    </a:lnTo>
                    <a:lnTo>
                      <a:pt x="12" y="14"/>
                    </a:lnTo>
                    <a:lnTo>
                      <a:pt x="14" y="14"/>
                    </a:lnTo>
                    <a:lnTo>
                      <a:pt x="16" y="13"/>
                    </a:lnTo>
                    <a:lnTo>
                      <a:pt x="17" y="11"/>
                    </a:lnTo>
                    <a:lnTo>
                      <a:pt x="19" y="9"/>
                    </a:lnTo>
                    <a:lnTo>
                      <a:pt x="23" y="7"/>
                    </a:lnTo>
                    <a:lnTo>
                      <a:pt x="26" y="7"/>
                    </a:lnTo>
                    <a:lnTo>
                      <a:pt x="28" y="2"/>
                    </a:lnTo>
                    <a:lnTo>
                      <a:pt x="26" y="7"/>
                    </a:lnTo>
                    <a:lnTo>
                      <a:pt x="30" y="6"/>
                    </a:lnTo>
                    <a:lnTo>
                      <a:pt x="28" y="2"/>
                    </a:lnTo>
                    <a:lnTo>
                      <a:pt x="21"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88" name="Google Shape;388;p10"/>
              <p:cNvSpPr/>
              <p:nvPr/>
            </p:nvSpPr>
            <p:spPr>
              <a:xfrm>
                <a:off x="5200" y="2203"/>
                <a:ext cx="54" cy="83"/>
              </a:xfrm>
              <a:custGeom>
                <a:rect b="b" l="l" r="r" t="t"/>
                <a:pathLst>
                  <a:path extrusionOk="0" h="83" w="54">
                    <a:moveTo>
                      <a:pt x="0" y="1"/>
                    </a:moveTo>
                    <a:lnTo>
                      <a:pt x="0" y="3"/>
                    </a:lnTo>
                    <a:lnTo>
                      <a:pt x="2" y="5"/>
                    </a:lnTo>
                    <a:lnTo>
                      <a:pt x="2" y="8"/>
                    </a:lnTo>
                    <a:lnTo>
                      <a:pt x="4" y="10"/>
                    </a:lnTo>
                    <a:lnTo>
                      <a:pt x="5" y="13"/>
                    </a:lnTo>
                    <a:lnTo>
                      <a:pt x="7" y="15"/>
                    </a:lnTo>
                    <a:lnTo>
                      <a:pt x="9" y="19"/>
                    </a:lnTo>
                    <a:lnTo>
                      <a:pt x="10" y="20"/>
                    </a:lnTo>
                    <a:lnTo>
                      <a:pt x="12" y="24"/>
                    </a:lnTo>
                    <a:lnTo>
                      <a:pt x="14" y="26"/>
                    </a:lnTo>
                    <a:lnTo>
                      <a:pt x="14" y="27"/>
                    </a:lnTo>
                    <a:lnTo>
                      <a:pt x="16" y="31"/>
                    </a:lnTo>
                    <a:lnTo>
                      <a:pt x="17" y="32"/>
                    </a:lnTo>
                    <a:lnTo>
                      <a:pt x="19" y="36"/>
                    </a:lnTo>
                    <a:lnTo>
                      <a:pt x="21" y="38"/>
                    </a:lnTo>
                    <a:lnTo>
                      <a:pt x="23" y="41"/>
                    </a:lnTo>
                    <a:lnTo>
                      <a:pt x="24" y="43"/>
                    </a:lnTo>
                    <a:lnTo>
                      <a:pt x="26" y="45"/>
                    </a:lnTo>
                    <a:lnTo>
                      <a:pt x="28" y="48"/>
                    </a:lnTo>
                    <a:lnTo>
                      <a:pt x="30" y="50"/>
                    </a:lnTo>
                    <a:lnTo>
                      <a:pt x="31" y="53"/>
                    </a:lnTo>
                    <a:lnTo>
                      <a:pt x="31" y="55"/>
                    </a:lnTo>
                    <a:lnTo>
                      <a:pt x="33" y="57"/>
                    </a:lnTo>
                    <a:lnTo>
                      <a:pt x="35" y="60"/>
                    </a:lnTo>
                    <a:lnTo>
                      <a:pt x="36" y="62"/>
                    </a:lnTo>
                    <a:lnTo>
                      <a:pt x="38" y="65"/>
                    </a:lnTo>
                    <a:lnTo>
                      <a:pt x="40" y="67"/>
                    </a:lnTo>
                    <a:lnTo>
                      <a:pt x="40" y="69"/>
                    </a:lnTo>
                    <a:lnTo>
                      <a:pt x="42" y="72"/>
                    </a:lnTo>
                    <a:lnTo>
                      <a:pt x="43" y="74"/>
                    </a:lnTo>
                    <a:lnTo>
                      <a:pt x="45" y="77"/>
                    </a:lnTo>
                    <a:lnTo>
                      <a:pt x="45" y="79"/>
                    </a:lnTo>
                    <a:lnTo>
                      <a:pt x="47" y="83"/>
                    </a:lnTo>
                    <a:lnTo>
                      <a:pt x="54" y="79"/>
                    </a:lnTo>
                    <a:lnTo>
                      <a:pt x="52" y="76"/>
                    </a:lnTo>
                    <a:lnTo>
                      <a:pt x="50" y="74"/>
                    </a:lnTo>
                    <a:lnTo>
                      <a:pt x="50" y="71"/>
                    </a:lnTo>
                    <a:lnTo>
                      <a:pt x="49" y="69"/>
                    </a:lnTo>
                    <a:lnTo>
                      <a:pt x="47" y="65"/>
                    </a:lnTo>
                    <a:lnTo>
                      <a:pt x="45" y="64"/>
                    </a:lnTo>
                    <a:lnTo>
                      <a:pt x="43" y="62"/>
                    </a:lnTo>
                    <a:lnTo>
                      <a:pt x="43" y="58"/>
                    </a:lnTo>
                    <a:lnTo>
                      <a:pt x="42" y="57"/>
                    </a:lnTo>
                    <a:lnTo>
                      <a:pt x="40" y="53"/>
                    </a:lnTo>
                    <a:lnTo>
                      <a:pt x="38" y="52"/>
                    </a:lnTo>
                    <a:lnTo>
                      <a:pt x="36" y="48"/>
                    </a:lnTo>
                    <a:lnTo>
                      <a:pt x="35" y="46"/>
                    </a:lnTo>
                    <a:lnTo>
                      <a:pt x="33" y="45"/>
                    </a:lnTo>
                    <a:lnTo>
                      <a:pt x="31" y="41"/>
                    </a:lnTo>
                    <a:lnTo>
                      <a:pt x="30" y="39"/>
                    </a:lnTo>
                    <a:lnTo>
                      <a:pt x="30" y="36"/>
                    </a:lnTo>
                    <a:lnTo>
                      <a:pt x="28" y="34"/>
                    </a:lnTo>
                    <a:lnTo>
                      <a:pt x="26" y="31"/>
                    </a:lnTo>
                    <a:lnTo>
                      <a:pt x="24" y="29"/>
                    </a:lnTo>
                    <a:lnTo>
                      <a:pt x="23" y="27"/>
                    </a:lnTo>
                    <a:lnTo>
                      <a:pt x="21" y="24"/>
                    </a:lnTo>
                    <a:lnTo>
                      <a:pt x="19" y="22"/>
                    </a:lnTo>
                    <a:lnTo>
                      <a:pt x="17" y="19"/>
                    </a:lnTo>
                    <a:lnTo>
                      <a:pt x="16" y="17"/>
                    </a:lnTo>
                    <a:lnTo>
                      <a:pt x="14" y="15"/>
                    </a:lnTo>
                    <a:lnTo>
                      <a:pt x="14" y="12"/>
                    </a:lnTo>
                    <a:lnTo>
                      <a:pt x="12" y="10"/>
                    </a:lnTo>
                    <a:lnTo>
                      <a:pt x="10" y="6"/>
                    </a:lnTo>
                    <a:lnTo>
                      <a:pt x="9" y="5"/>
                    </a:lnTo>
                    <a:lnTo>
                      <a:pt x="7" y="1"/>
                    </a:lnTo>
                    <a:lnTo>
                      <a:pt x="7" y="0"/>
                    </a:lnTo>
                    <a:lnTo>
                      <a:pt x="7" y="1"/>
                    </a:lnTo>
                    <a:lnTo>
                      <a:pt x="0" y="1"/>
                    </a:lnTo>
                    <a:lnTo>
                      <a:pt x="0" y="3"/>
                    </a:lnTo>
                    <a:lnTo>
                      <a:pt x="0"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89" name="Google Shape;389;p10"/>
              <p:cNvSpPr/>
              <p:nvPr/>
            </p:nvSpPr>
            <p:spPr>
              <a:xfrm>
                <a:off x="5200" y="2021"/>
                <a:ext cx="12" cy="183"/>
              </a:xfrm>
              <a:custGeom>
                <a:rect b="b" l="l" r="r" t="t"/>
                <a:pathLst>
                  <a:path extrusionOk="0" h="183" w="12">
                    <a:moveTo>
                      <a:pt x="5" y="1"/>
                    </a:moveTo>
                    <a:lnTo>
                      <a:pt x="5" y="0"/>
                    </a:lnTo>
                    <a:lnTo>
                      <a:pt x="5" y="7"/>
                    </a:lnTo>
                    <a:lnTo>
                      <a:pt x="4" y="12"/>
                    </a:lnTo>
                    <a:lnTo>
                      <a:pt x="4" y="17"/>
                    </a:lnTo>
                    <a:lnTo>
                      <a:pt x="2" y="24"/>
                    </a:lnTo>
                    <a:lnTo>
                      <a:pt x="2" y="29"/>
                    </a:lnTo>
                    <a:lnTo>
                      <a:pt x="2" y="34"/>
                    </a:lnTo>
                    <a:lnTo>
                      <a:pt x="2" y="39"/>
                    </a:lnTo>
                    <a:lnTo>
                      <a:pt x="0" y="46"/>
                    </a:lnTo>
                    <a:lnTo>
                      <a:pt x="0" y="52"/>
                    </a:lnTo>
                    <a:lnTo>
                      <a:pt x="0" y="57"/>
                    </a:lnTo>
                    <a:lnTo>
                      <a:pt x="0" y="64"/>
                    </a:lnTo>
                    <a:lnTo>
                      <a:pt x="0" y="69"/>
                    </a:lnTo>
                    <a:lnTo>
                      <a:pt x="0" y="74"/>
                    </a:lnTo>
                    <a:lnTo>
                      <a:pt x="0" y="81"/>
                    </a:lnTo>
                    <a:lnTo>
                      <a:pt x="0" y="86"/>
                    </a:lnTo>
                    <a:lnTo>
                      <a:pt x="0" y="91"/>
                    </a:lnTo>
                    <a:lnTo>
                      <a:pt x="0" y="97"/>
                    </a:lnTo>
                    <a:lnTo>
                      <a:pt x="0" y="104"/>
                    </a:lnTo>
                    <a:lnTo>
                      <a:pt x="0" y="109"/>
                    </a:lnTo>
                    <a:lnTo>
                      <a:pt x="0" y="114"/>
                    </a:lnTo>
                    <a:lnTo>
                      <a:pt x="0" y="121"/>
                    </a:lnTo>
                    <a:lnTo>
                      <a:pt x="0" y="126"/>
                    </a:lnTo>
                    <a:lnTo>
                      <a:pt x="0" y="131"/>
                    </a:lnTo>
                    <a:lnTo>
                      <a:pt x="0" y="136"/>
                    </a:lnTo>
                    <a:lnTo>
                      <a:pt x="0" y="143"/>
                    </a:lnTo>
                    <a:lnTo>
                      <a:pt x="0" y="149"/>
                    </a:lnTo>
                    <a:lnTo>
                      <a:pt x="0" y="154"/>
                    </a:lnTo>
                    <a:lnTo>
                      <a:pt x="0" y="161"/>
                    </a:lnTo>
                    <a:lnTo>
                      <a:pt x="0" y="166"/>
                    </a:lnTo>
                    <a:lnTo>
                      <a:pt x="0" y="171"/>
                    </a:lnTo>
                    <a:lnTo>
                      <a:pt x="0" y="178"/>
                    </a:lnTo>
                    <a:lnTo>
                      <a:pt x="0" y="183"/>
                    </a:lnTo>
                    <a:lnTo>
                      <a:pt x="7" y="183"/>
                    </a:lnTo>
                    <a:lnTo>
                      <a:pt x="7" y="178"/>
                    </a:lnTo>
                    <a:lnTo>
                      <a:pt x="7" y="171"/>
                    </a:lnTo>
                    <a:lnTo>
                      <a:pt x="7" y="166"/>
                    </a:lnTo>
                    <a:lnTo>
                      <a:pt x="7" y="161"/>
                    </a:lnTo>
                    <a:lnTo>
                      <a:pt x="7" y="154"/>
                    </a:lnTo>
                    <a:lnTo>
                      <a:pt x="7" y="149"/>
                    </a:lnTo>
                    <a:lnTo>
                      <a:pt x="7" y="143"/>
                    </a:lnTo>
                    <a:lnTo>
                      <a:pt x="7" y="136"/>
                    </a:lnTo>
                    <a:lnTo>
                      <a:pt x="7" y="131"/>
                    </a:lnTo>
                    <a:lnTo>
                      <a:pt x="7" y="126"/>
                    </a:lnTo>
                    <a:lnTo>
                      <a:pt x="7" y="121"/>
                    </a:lnTo>
                    <a:lnTo>
                      <a:pt x="7" y="114"/>
                    </a:lnTo>
                    <a:lnTo>
                      <a:pt x="7" y="109"/>
                    </a:lnTo>
                    <a:lnTo>
                      <a:pt x="7" y="104"/>
                    </a:lnTo>
                    <a:lnTo>
                      <a:pt x="7" y="97"/>
                    </a:lnTo>
                    <a:lnTo>
                      <a:pt x="7" y="91"/>
                    </a:lnTo>
                    <a:lnTo>
                      <a:pt x="7" y="86"/>
                    </a:lnTo>
                    <a:lnTo>
                      <a:pt x="7" y="81"/>
                    </a:lnTo>
                    <a:lnTo>
                      <a:pt x="7" y="74"/>
                    </a:lnTo>
                    <a:lnTo>
                      <a:pt x="7" y="69"/>
                    </a:lnTo>
                    <a:lnTo>
                      <a:pt x="7" y="64"/>
                    </a:lnTo>
                    <a:lnTo>
                      <a:pt x="7" y="57"/>
                    </a:lnTo>
                    <a:lnTo>
                      <a:pt x="7" y="52"/>
                    </a:lnTo>
                    <a:lnTo>
                      <a:pt x="9" y="46"/>
                    </a:lnTo>
                    <a:lnTo>
                      <a:pt x="9" y="41"/>
                    </a:lnTo>
                    <a:lnTo>
                      <a:pt x="9" y="34"/>
                    </a:lnTo>
                    <a:lnTo>
                      <a:pt x="9" y="29"/>
                    </a:lnTo>
                    <a:lnTo>
                      <a:pt x="10" y="24"/>
                    </a:lnTo>
                    <a:lnTo>
                      <a:pt x="10" y="19"/>
                    </a:lnTo>
                    <a:lnTo>
                      <a:pt x="10" y="13"/>
                    </a:lnTo>
                    <a:lnTo>
                      <a:pt x="12" y="7"/>
                    </a:lnTo>
                    <a:lnTo>
                      <a:pt x="12" y="1"/>
                    </a:lnTo>
                    <a:lnTo>
                      <a:pt x="12" y="0"/>
                    </a:lnTo>
                    <a:lnTo>
                      <a:pt x="12" y="1"/>
                    </a:lnTo>
                    <a:lnTo>
                      <a:pt x="12" y="0"/>
                    </a:lnTo>
                    <a:lnTo>
                      <a:pt x="5"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90" name="Google Shape;390;p10"/>
              <p:cNvSpPr/>
              <p:nvPr/>
            </p:nvSpPr>
            <p:spPr>
              <a:xfrm>
                <a:off x="5195" y="2010"/>
                <a:ext cx="17" cy="12"/>
              </a:xfrm>
              <a:custGeom>
                <a:rect b="b" l="l" r="r" t="t"/>
                <a:pathLst>
                  <a:path extrusionOk="0" h="12" w="17">
                    <a:moveTo>
                      <a:pt x="7" y="7"/>
                    </a:moveTo>
                    <a:lnTo>
                      <a:pt x="3" y="9"/>
                    </a:lnTo>
                    <a:lnTo>
                      <a:pt x="5" y="9"/>
                    </a:lnTo>
                    <a:lnTo>
                      <a:pt x="7" y="9"/>
                    </a:lnTo>
                    <a:lnTo>
                      <a:pt x="9" y="9"/>
                    </a:lnTo>
                    <a:lnTo>
                      <a:pt x="9" y="11"/>
                    </a:lnTo>
                    <a:lnTo>
                      <a:pt x="10" y="11"/>
                    </a:lnTo>
                    <a:lnTo>
                      <a:pt x="10" y="12"/>
                    </a:lnTo>
                    <a:lnTo>
                      <a:pt x="17" y="11"/>
                    </a:lnTo>
                    <a:lnTo>
                      <a:pt x="17" y="9"/>
                    </a:lnTo>
                    <a:lnTo>
                      <a:pt x="17" y="7"/>
                    </a:lnTo>
                    <a:lnTo>
                      <a:pt x="15" y="7"/>
                    </a:lnTo>
                    <a:lnTo>
                      <a:pt x="15" y="5"/>
                    </a:lnTo>
                    <a:lnTo>
                      <a:pt x="14" y="5"/>
                    </a:lnTo>
                    <a:lnTo>
                      <a:pt x="14" y="4"/>
                    </a:lnTo>
                    <a:lnTo>
                      <a:pt x="12" y="4"/>
                    </a:lnTo>
                    <a:lnTo>
                      <a:pt x="12" y="2"/>
                    </a:lnTo>
                    <a:lnTo>
                      <a:pt x="10" y="2"/>
                    </a:lnTo>
                    <a:lnTo>
                      <a:pt x="9" y="2"/>
                    </a:lnTo>
                    <a:lnTo>
                      <a:pt x="7" y="0"/>
                    </a:lnTo>
                    <a:lnTo>
                      <a:pt x="5" y="0"/>
                    </a:lnTo>
                    <a:lnTo>
                      <a:pt x="3" y="0"/>
                    </a:lnTo>
                    <a:lnTo>
                      <a:pt x="3" y="2"/>
                    </a:lnTo>
                    <a:lnTo>
                      <a:pt x="0" y="2"/>
                    </a:lnTo>
                    <a:lnTo>
                      <a:pt x="3" y="2"/>
                    </a:lnTo>
                    <a:lnTo>
                      <a:pt x="2" y="2"/>
                    </a:lnTo>
                    <a:lnTo>
                      <a:pt x="0" y="2"/>
                    </a:lnTo>
                    <a:lnTo>
                      <a:pt x="7"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91" name="Google Shape;391;p10"/>
              <p:cNvSpPr/>
              <p:nvPr/>
            </p:nvSpPr>
            <p:spPr>
              <a:xfrm>
                <a:off x="5191" y="2012"/>
                <a:ext cx="11" cy="10"/>
              </a:xfrm>
              <a:custGeom>
                <a:rect b="b" l="l" r="r" t="t"/>
                <a:pathLst>
                  <a:path extrusionOk="0" h="10" w="11">
                    <a:moveTo>
                      <a:pt x="7" y="9"/>
                    </a:moveTo>
                    <a:lnTo>
                      <a:pt x="7" y="10"/>
                    </a:lnTo>
                    <a:lnTo>
                      <a:pt x="11" y="5"/>
                    </a:lnTo>
                    <a:lnTo>
                      <a:pt x="4" y="0"/>
                    </a:lnTo>
                    <a:lnTo>
                      <a:pt x="0" y="5"/>
                    </a:lnTo>
                    <a:lnTo>
                      <a:pt x="0" y="7"/>
                    </a:lnTo>
                    <a:lnTo>
                      <a:pt x="0" y="5"/>
                    </a:lnTo>
                    <a:lnTo>
                      <a:pt x="0" y="7"/>
                    </a:lnTo>
                    <a:lnTo>
                      <a:pt x="7"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92" name="Google Shape;392;p10"/>
              <p:cNvSpPr/>
              <p:nvPr/>
            </p:nvSpPr>
            <p:spPr>
              <a:xfrm>
                <a:off x="5150" y="2019"/>
                <a:ext cx="48" cy="289"/>
              </a:xfrm>
              <a:custGeom>
                <a:rect b="b" l="l" r="r" t="t"/>
                <a:pathLst>
                  <a:path extrusionOk="0" h="289" w="48">
                    <a:moveTo>
                      <a:pt x="7" y="286"/>
                    </a:moveTo>
                    <a:lnTo>
                      <a:pt x="7" y="287"/>
                    </a:lnTo>
                    <a:lnTo>
                      <a:pt x="8" y="279"/>
                    </a:lnTo>
                    <a:lnTo>
                      <a:pt x="12" y="270"/>
                    </a:lnTo>
                    <a:lnTo>
                      <a:pt x="14" y="261"/>
                    </a:lnTo>
                    <a:lnTo>
                      <a:pt x="15" y="253"/>
                    </a:lnTo>
                    <a:lnTo>
                      <a:pt x="17" y="244"/>
                    </a:lnTo>
                    <a:lnTo>
                      <a:pt x="19" y="236"/>
                    </a:lnTo>
                    <a:lnTo>
                      <a:pt x="21" y="227"/>
                    </a:lnTo>
                    <a:lnTo>
                      <a:pt x="22" y="218"/>
                    </a:lnTo>
                    <a:lnTo>
                      <a:pt x="24" y="210"/>
                    </a:lnTo>
                    <a:lnTo>
                      <a:pt x="24" y="201"/>
                    </a:lnTo>
                    <a:lnTo>
                      <a:pt x="26" y="192"/>
                    </a:lnTo>
                    <a:lnTo>
                      <a:pt x="28" y="182"/>
                    </a:lnTo>
                    <a:lnTo>
                      <a:pt x="29" y="173"/>
                    </a:lnTo>
                    <a:lnTo>
                      <a:pt x="29" y="164"/>
                    </a:lnTo>
                    <a:lnTo>
                      <a:pt x="31" y="156"/>
                    </a:lnTo>
                    <a:lnTo>
                      <a:pt x="33" y="147"/>
                    </a:lnTo>
                    <a:lnTo>
                      <a:pt x="33" y="137"/>
                    </a:lnTo>
                    <a:lnTo>
                      <a:pt x="34" y="128"/>
                    </a:lnTo>
                    <a:lnTo>
                      <a:pt x="36" y="119"/>
                    </a:lnTo>
                    <a:lnTo>
                      <a:pt x="36" y="111"/>
                    </a:lnTo>
                    <a:lnTo>
                      <a:pt x="38" y="102"/>
                    </a:lnTo>
                    <a:lnTo>
                      <a:pt x="38" y="92"/>
                    </a:lnTo>
                    <a:lnTo>
                      <a:pt x="40" y="83"/>
                    </a:lnTo>
                    <a:lnTo>
                      <a:pt x="40" y="74"/>
                    </a:lnTo>
                    <a:lnTo>
                      <a:pt x="41" y="66"/>
                    </a:lnTo>
                    <a:lnTo>
                      <a:pt x="43" y="55"/>
                    </a:lnTo>
                    <a:lnTo>
                      <a:pt x="43" y="47"/>
                    </a:lnTo>
                    <a:lnTo>
                      <a:pt x="45" y="38"/>
                    </a:lnTo>
                    <a:lnTo>
                      <a:pt x="45" y="29"/>
                    </a:lnTo>
                    <a:lnTo>
                      <a:pt x="47" y="19"/>
                    </a:lnTo>
                    <a:lnTo>
                      <a:pt x="47" y="10"/>
                    </a:lnTo>
                    <a:lnTo>
                      <a:pt x="48" y="2"/>
                    </a:lnTo>
                    <a:lnTo>
                      <a:pt x="41" y="0"/>
                    </a:lnTo>
                    <a:lnTo>
                      <a:pt x="40" y="10"/>
                    </a:lnTo>
                    <a:lnTo>
                      <a:pt x="40" y="19"/>
                    </a:lnTo>
                    <a:lnTo>
                      <a:pt x="38" y="28"/>
                    </a:lnTo>
                    <a:lnTo>
                      <a:pt x="38" y="36"/>
                    </a:lnTo>
                    <a:lnTo>
                      <a:pt x="36" y="47"/>
                    </a:lnTo>
                    <a:lnTo>
                      <a:pt x="34" y="55"/>
                    </a:lnTo>
                    <a:lnTo>
                      <a:pt x="34" y="64"/>
                    </a:lnTo>
                    <a:lnTo>
                      <a:pt x="33" y="73"/>
                    </a:lnTo>
                    <a:lnTo>
                      <a:pt x="33" y="83"/>
                    </a:lnTo>
                    <a:lnTo>
                      <a:pt x="31" y="92"/>
                    </a:lnTo>
                    <a:lnTo>
                      <a:pt x="31" y="100"/>
                    </a:lnTo>
                    <a:lnTo>
                      <a:pt x="29" y="109"/>
                    </a:lnTo>
                    <a:lnTo>
                      <a:pt x="28" y="119"/>
                    </a:lnTo>
                    <a:lnTo>
                      <a:pt x="28" y="128"/>
                    </a:lnTo>
                    <a:lnTo>
                      <a:pt x="26" y="137"/>
                    </a:lnTo>
                    <a:lnTo>
                      <a:pt x="26" y="145"/>
                    </a:lnTo>
                    <a:lnTo>
                      <a:pt x="24" y="154"/>
                    </a:lnTo>
                    <a:lnTo>
                      <a:pt x="22" y="163"/>
                    </a:lnTo>
                    <a:lnTo>
                      <a:pt x="22" y="173"/>
                    </a:lnTo>
                    <a:lnTo>
                      <a:pt x="21" y="182"/>
                    </a:lnTo>
                    <a:lnTo>
                      <a:pt x="19" y="190"/>
                    </a:lnTo>
                    <a:lnTo>
                      <a:pt x="17" y="199"/>
                    </a:lnTo>
                    <a:lnTo>
                      <a:pt x="15" y="208"/>
                    </a:lnTo>
                    <a:lnTo>
                      <a:pt x="15" y="216"/>
                    </a:lnTo>
                    <a:lnTo>
                      <a:pt x="14" y="225"/>
                    </a:lnTo>
                    <a:lnTo>
                      <a:pt x="12" y="234"/>
                    </a:lnTo>
                    <a:lnTo>
                      <a:pt x="10" y="242"/>
                    </a:lnTo>
                    <a:lnTo>
                      <a:pt x="8" y="251"/>
                    </a:lnTo>
                    <a:lnTo>
                      <a:pt x="7" y="260"/>
                    </a:lnTo>
                    <a:lnTo>
                      <a:pt x="5" y="268"/>
                    </a:lnTo>
                    <a:lnTo>
                      <a:pt x="2" y="277"/>
                    </a:lnTo>
                    <a:lnTo>
                      <a:pt x="0" y="286"/>
                    </a:lnTo>
                    <a:lnTo>
                      <a:pt x="0" y="289"/>
                    </a:lnTo>
                    <a:lnTo>
                      <a:pt x="0" y="286"/>
                    </a:lnTo>
                    <a:lnTo>
                      <a:pt x="0" y="287"/>
                    </a:lnTo>
                    <a:lnTo>
                      <a:pt x="0" y="289"/>
                    </a:lnTo>
                    <a:lnTo>
                      <a:pt x="7" y="28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93" name="Google Shape;393;p10"/>
              <p:cNvSpPr/>
              <p:nvPr/>
            </p:nvSpPr>
            <p:spPr>
              <a:xfrm>
                <a:off x="5150" y="2305"/>
                <a:ext cx="34" cy="60"/>
              </a:xfrm>
              <a:custGeom>
                <a:rect b="b" l="l" r="r" t="t"/>
                <a:pathLst>
                  <a:path extrusionOk="0" h="60" w="34">
                    <a:moveTo>
                      <a:pt x="24" y="60"/>
                    </a:moveTo>
                    <a:lnTo>
                      <a:pt x="24" y="59"/>
                    </a:lnTo>
                    <a:lnTo>
                      <a:pt x="28" y="57"/>
                    </a:lnTo>
                    <a:lnTo>
                      <a:pt x="29" y="55"/>
                    </a:lnTo>
                    <a:lnTo>
                      <a:pt x="31" y="52"/>
                    </a:lnTo>
                    <a:lnTo>
                      <a:pt x="31" y="50"/>
                    </a:lnTo>
                    <a:lnTo>
                      <a:pt x="33" y="48"/>
                    </a:lnTo>
                    <a:lnTo>
                      <a:pt x="33" y="45"/>
                    </a:lnTo>
                    <a:lnTo>
                      <a:pt x="33" y="43"/>
                    </a:lnTo>
                    <a:lnTo>
                      <a:pt x="34" y="41"/>
                    </a:lnTo>
                    <a:lnTo>
                      <a:pt x="33" y="40"/>
                    </a:lnTo>
                    <a:lnTo>
                      <a:pt x="33" y="36"/>
                    </a:lnTo>
                    <a:lnTo>
                      <a:pt x="33" y="34"/>
                    </a:lnTo>
                    <a:lnTo>
                      <a:pt x="31" y="33"/>
                    </a:lnTo>
                    <a:lnTo>
                      <a:pt x="31" y="31"/>
                    </a:lnTo>
                    <a:lnTo>
                      <a:pt x="29" y="29"/>
                    </a:lnTo>
                    <a:lnTo>
                      <a:pt x="29" y="27"/>
                    </a:lnTo>
                    <a:lnTo>
                      <a:pt x="28" y="26"/>
                    </a:lnTo>
                    <a:lnTo>
                      <a:pt x="26" y="24"/>
                    </a:lnTo>
                    <a:lnTo>
                      <a:pt x="24" y="21"/>
                    </a:lnTo>
                    <a:lnTo>
                      <a:pt x="24" y="19"/>
                    </a:lnTo>
                    <a:lnTo>
                      <a:pt x="22" y="19"/>
                    </a:lnTo>
                    <a:lnTo>
                      <a:pt x="21" y="17"/>
                    </a:lnTo>
                    <a:lnTo>
                      <a:pt x="19" y="15"/>
                    </a:lnTo>
                    <a:lnTo>
                      <a:pt x="17" y="14"/>
                    </a:lnTo>
                    <a:lnTo>
                      <a:pt x="15" y="12"/>
                    </a:lnTo>
                    <a:lnTo>
                      <a:pt x="14" y="10"/>
                    </a:lnTo>
                    <a:lnTo>
                      <a:pt x="14" y="8"/>
                    </a:lnTo>
                    <a:lnTo>
                      <a:pt x="12" y="7"/>
                    </a:lnTo>
                    <a:lnTo>
                      <a:pt x="10" y="5"/>
                    </a:lnTo>
                    <a:lnTo>
                      <a:pt x="10" y="3"/>
                    </a:lnTo>
                    <a:lnTo>
                      <a:pt x="8" y="1"/>
                    </a:lnTo>
                    <a:lnTo>
                      <a:pt x="7" y="0"/>
                    </a:lnTo>
                    <a:lnTo>
                      <a:pt x="0" y="3"/>
                    </a:lnTo>
                    <a:lnTo>
                      <a:pt x="2" y="5"/>
                    </a:lnTo>
                    <a:lnTo>
                      <a:pt x="2" y="7"/>
                    </a:lnTo>
                    <a:lnTo>
                      <a:pt x="3" y="8"/>
                    </a:lnTo>
                    <a:lnTo>
                      <a:pt x="5" y="10"/>
                    </a:lnTo>
                    <a:lnTo>
                      <a:pt x="7" y="12"/>
                    </a:lnTo>
                    <a:lnTo>
                      <a:pt x="7" y="14"/>
                    </a:lnTo>
                    <a:lnTo>
                      <a:pt x="8" y="15"/>
                    </a:lnTo>
                    <a:lnTo>
                      <a:pt x="10" y="17"/>
                    </a:lnTo>
                    <a:lnTo>
                      <a:pt x="12" y="17"/>
                    </a:lnTo>
                    <a:lnTo>
                      <a:pt x="14" y="19"/>
                    </a:lnTo>
                    <a:lnTo>
                      <a:pt x="15" y="21"/>
                    </a:lnTo>
                    <a:lnTo>
                      <a:pt x="17" y="22"/>
                    </a:lnTo>
                    <a:lnTo>
                      <a:pt x="17" y="24"/>
                    </a:lnTo>
                    <a:lnTo>
                      <a:pt x="19" y="26"/>
                    </a:lnTo>
                    <a:lnTo>
                      <a:pt x="21" y="27"/>
                    </a:lnTo>
                    <a:lnTo>
                      <a:pt x="22" y="29"/>
                    </a:lnTo>
                    <a:lnTo>
                      <a:pt x="22" y="31"/>
                    </a:lnTo>
                    <a:lnTo>
                      <a:pt x="24" y="33"/>
                    </a:lnTo>
                    <a:lnTo>
                      <a:pt x="24" y="34"/>
                    </a:lnTo>
                    <a:lnTo>
                      <a:pt x="26" y="36"/>
                    </a:lnTo>
                    <a:lnTo>
                      <a:pt x="26" y="38"/>
                    </a:lnTo>
                    <a:lnTo>
                      <a:pt x="26" y="40"/>
                    </a:lnTo>
                    <a:lnTo>
                      <a:pt x="26" y="41"/>
                    </a:lnTo>
                    <a:lnTo>
                      <a:pt x="26" y="43"/>
                    </a:lnTo>
                    <a:lnTo>
                      <a:pt x="26" y="45"/>
                    </a:lnTo>
                    <a:lnTo>
                      <a:pt x="26" y="47"/>
                    </a:lnTo>
                    <a:lnTo>
                      <a:pt x="24" y="48"/>
                    </a:lnTo>
                    <a:lnTo>
                      <a:pt x="22" y="50"/>
                    </a:lnTo>
                    <a:lnTo>
                      <a:pt x="22" y="52"/>
                    </a:lnTo>
                    <a:lnTo>
                      <a:pt x="21" y="53"/>
                    </a:lnTo>
                    <a:lnTo>
                      <a:pt x="24" y="60"/>
                    </a:lnTo>
                    <a:lnTo>
                      <a:pt x="24" y="59"/>
                    </a:lnTo>
                    <a:lnTo>
                      <a:pt x="24" y="6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94" name="Google Shape;394;p10"/>
              <p:cNvSpPr/>
              <p:nvPr/>
            </p:nvSpPr>
            <p:spPr>
              <a:xfrm>
                <a:off x="5153" y="2358"/>
                <a:ext cx="21" cy="78"/>
              </a:xfrm>
              <a:custGeom>
                <a:rect b="b" l="l" r="r" t="t"/>
                <a:pathLst>
                  <a:path extrusionOk="0" h="78" w="21">
                    <a:moveTo>
                      <a:pt x="11" y="77"/>
                    </a:moveTo>
                    <a:lnTo>
                      <a:pt x="11" y="78"/>
                    </a:lnTo>
                    <a:lnTo>
                      <a:pt x="11" y="77"/>
                    </a:lnTo>
                    <a:lnTo>
                      <a:pt x="11" y="73"/>
                    </a:lnTo>
                    <a:lnTo>
                      <a:pt x="11" y="71"/>
                    </a:lnTo>
                    <a:lnTo>
                      <a:pt x="11" y="68"/>
                    </a:lnTo>
                    <a:lnTo>
                      <a:pt x="11" y="66"/>
                    </a:lnTo>
                    <a:lnTo>
                      <a:pt x="11" y="63"/>
                    </a:lnTo>
                    <a:lnTo>
                      <a:pt x="11" y="61"/>
                    </a:lnTo>
                    <a:lnTo>
                      <a:pt x="11" y="58"/>
                    </a:lnTo>
                    <a:lnTo>
                      <a:pt x="9" y="56"/>
                    </a:lnTo>
                    <a:lnTo>
                      <a:pt x="9" y="52"/>
                    </a:lnTo>
                    <a:lnTo>
                      <a:pt x="9" y="51"/>
                    </a:lnTo>
                    <a:lnTo>
                      <a:pt x="9" y="47"/>
                    </a:lnTo>
                    <a:lnTo>
                      <a:pt x="9" y="45"/>
                    </a:lnTo>
                    <a:lnTo>
                      <a:pt x="9" y="42"/>
                    </a:lnTo>
                    <a:lnTo>
                      <a:pt x="7" y="40"/>
                    </a:lnTo>
                    <a:lnTo>
                      <a:pt x="7" y="39"/>
                    </a:lnTo>
                    <a:lnTo>
                      <a:pt x="7" y="35"/>
                    </a:lnTo>
                    <a:lnTo>
                      <a:pt x="7" y="33"/>
                    </a:lnTo>
                    <a:lnTo>
                      <a:pt x="7" y="32"/>
                    </a:lnTo>
                    <a:lnTo>
                      <a:pt x="7" y="28"/>
                    </a:lnTo>
                    <a:lnTo>
                      <a:pt x="9" y="26"/>
                    </a:lnTo>
                    <a:lnTo>
                      <a:pt x="9" y="25"/>
                    </a:lnTo>
                    <a:lnTo>
                      <a:pt x="9" y="23"/>
                    </a:lnTo>
                    <a:lnTo>
                      <a:pt x="11" y="21"/>
                    </a:lnTo>
                    <a:lnTo>
                      <a:pt x="11" y="18"/>
                    </a:lnTo>
                    <a:lnTo>
                      <a:pt x="12" y="16"/>
                    </a:lnTo>
                    <a:lnTo>
                      <a:pt x="12" y="14"/>
                    </a:lnTo>
                    <a:lnTo>
                      <a:pt x="14" y="13"/>
                    </a:lnTo>
                    <a:lnTo>
                      <a:pt x="16" y="11"/>
                    </a:lnTo>
                    <a:lnTo>
                      <a:pt x="18" y="9"/>
                    </a:lnTo>
                    <a:lnTo>
                      <a:pt x="19" y="7"/>
                    </a:lnTo>
                    <a:lnTo>
                      <a:pt x="21" y="7"/>
                    </a:lnTo>
                    <a:lnTo>
                      <a:pt x="18" y="0"/>
                    </a:lnTo>
                    <a:lnTo>
                      <a:pt x="14" y="2"/>
                    </a:lnTo>
                    <a:lnTo>
                      <a:pt x="12" y="4"/>
                    </a:lnTo>
                    <a:lnTo>
                      <a:pt x="11" y="6"/>
                    </a:lnTo>
                    <a:lnTo>
                      <a:pt x="9" y="9"/>
                    </a:lnTo>
                    <a:lnTo>
                      <a:pt x="7" y="11"/>
                    </a:lnTo>
                    <a:lnTo>
                      <a:pt x="5" y="13"/>
                    </a:lnTo>
                    <a:lnTo>
                      <a:pt x="4" y="16"/>
                    </a:lnTo>
                    <a:lnTo>
                      <a:pt x="4" y="18"/>
                    </a:lnTo>
                    <a:lnTo>
                      <a:pt x="2" y="20"/>
                    </a:lnTo>
                    <a:lnTo>
                      <a:pt x="2" y="23"/>
                    </a:lnTo>
                    <a:lnTo>
                      <a:pt x="0" y="25"/>
                    </a:lnTo>
                    <a:lnTo>
                      <a:pt x="0" y="28"/>
                    </a:lnTo>
                    <a:lnTo>
                      <a:pt x="0" y="30"/>
                    </a:lnTo>
                    <a:lnTo>
                      <a:pt x="0" y="33"/>
                    </a:lnTo>
                    <a:lnTo>
                      <a:pt x="0" y="35"/>
                    </a:lnTo>
                    <a:lnTo>
                      <a:pt x="0" y="39"/>
                    </a:lnTo>
                    <a:lnTo>
                      <a:pt x="0" y="40"/>
                    </a:lnTo>
                    <a:lnTo>
                      <a:pt x="0" y="44"/>
                    </a:lnTo>
                    <a:lnTo>
                      <a:pt x="2" y="45"/>
                    </a:lnTo>
                    <a:lnTo>
                      <a:pt x="2" y="49"/>
                    </a:lnTo>
                    <a:lnTo>
                      <a:pt x="2" y="51"/>
                    </a:lnTo>
                    <a:lnTo>
                      <a:pt x="2" y="54"/>
                    </a:lnTo>
                    <a:lnTo>
                      <a:pt x="2" y="56"/>
                    </a:lnTo>
                    <a:lnTo>
                      <a:pt x="2" y="59"/>
                    </a:lnTo>
                    <a:lnTo>
                      <a:pt x="4" y="61"/>
                    </a:lnTo>
                    <a:lnTo>
                      <a:pt x="4" y="63"/>
                    </a:lnTo>
                    <a:lnTo>
                      <a:pt x="4" y="66"/>
                    </a:lnTo>
                    <a:lnTo>
                      <a:pt x="4" y="68"/>
                    </a:lnTo>
                    <a:lnTo>
                      <a:pt x="4" y="71"/>
                    </a:lnTo>
                    <a:lnTo>
                      <a:pt x="4" y="73"/>
                    </a:lnTo>
                    <a:lnTo>
                      <a:pt x="4" y="75"/>
                    </a:lnTo>
                    <a:lnTo>
                      <a:pt x="4" y="77"/>
                    </a:lnTo>
                    <a:lnTo>
                      <a:pt x="4" y="78"/>
                    </a:lnTo>
                    <a:lnTo>
                      <a:pt x="4" y="77"/>
                    </a:lnTo>
                    <a:lnTo>
                      <a:pt x="4" y="78"/>
                    </a:lnTo>
                    <a:lnTo>
                      <a:pt x="11" y="7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95" name="Google Shape;395;p10"/>
              <p:cNvSpPr/>
              <p:nvPr/>
            </p:nvSpPr>
            <p:spPr>
              <a:xfrm>
                <a:off x="5157" y="2435"/>
                <a:ext cx="40" cy="306"/>
              </a:xfrm>
              <a:custGeom>
                <a:rect b="b" l="l" r="r" t="t"/>
                <a:pathLst>
                  <a:path extrusionOk="0" h="306" w="40">
                    <a:moveTo>
                      <a:pt x="40" y="306"/>
                    </a:moveTo>
                    <a:lnTo>
                      <a:pt x="40" y="305"/>
                    </a:lnTo>
                    <a:lnTo>
                      <a:pt x="40" y="296"/>
                    </a:lnTo>
                    <a:lnTo>
                      <a:pt x="38" y="286"/>
                    </a:lnTo>
                    <a:lnTo>
                      <a:pt x="38" y="277"/>
                    </a:lnTo>
                    <a:lnTo>
                      <a:pt x="36" y="266"/>
                    </a:lnTo>
                    <a:lnTo>
                      <a:pt x="36" y="256"/>
                    </a:lnTo>
                    <a:lnTo>
                      <a:pt x="34" y="247"/>
                    </a:lnTo>
                    <a:lnTo>
                      <a:pt x="34" y="237"/>
                    </a:lnTo>
                    <a:lnTo>
                      <a:pt x="33" y="228"/>
                    </a:lnTo>
                    <a:lnTo>
                      <a:pt x="33" y="218"/>
                    </a:lnTo>
                    <a:lnTo>
                      <a:pt x="31" y="209"/>
                    </a:lnTo>
                    <a:lnTo>
                      <a:pt x="31" y="199"/>
                    </a:lnTo>
                    <a:lnTo>
                      <a:pt x="29" y="190"/>
                    </a:lnTo>
                    <a:lnTo>
                      <a:pt x="29" y="180"/>
                    </a:lnTo>
                    <a:lnTo>
                      <a:pt x="27" y="171"/>
                    </a:lnTo>
                    <a:lnTo>
                      <a:pt x="27" y="161"/>
                    </a:lnTo>
                    <a:lnTo>
                      <a:pt x="26" y="152"/>
                    </a:lnTo>
                    <a:lnTo>
                      <a:pt x="26" y="142"/>
                    </a:lnTo>
                    <a:lnTo>
                      <a:pt x="24" y="133"/>
                    </a:lnTo>
                    <a:lnTo>
                      <a:pt x="24" y="123"/>
                    </a:lnTo>
                    <a:lnTo>
                      <a:pt x="22" y="114"/>
                    </a:lnTo>
                    <a:lnTo>
                      <a:pt x="21" y="105"/>
                    </a:lnTo>
                    <a:lnTo>
                      <a:pt x="21" y="95"/>
                    </a:lnTo>
                    <a:lnTo>
                      <a:pt x="19" y="86"/>
                    </a:lnTo>
                    <a:lnTo>
                      <a:pt x="17" y="76"/>
                    </a:lnTo>
                    <a:lnTo>
                      <a:pt x="17" y="67"/>
                    </a:lnTo>
                    <a:lnTo>
                      <a:pt x="15" y="57"/>
                    </a:lnTo>
                    <a:lnTo>
                      <a:pt x="14" y="48"/>
                    </a:lnTo>
                    <a:lnTo>
                      <a:pt x="12" y="38"/>
                    </a:lnTo>
                    <a:lnTo>
                      <a:pt x="12" y="29"/>
                    </a:lnTo>
                    <a:lnTo>
                      <a:pt x="10" y="19"/>
                    </a:lnTo>
                    <a:lnTo>
                      <a:pt x="8" y="10"/>
                    </a:lnTo>
                    <a:lnTo>
                      <a:pt x="7" y="0"/>
                    </a:lnTo>
                    <a:lnTo>
                      <a:pt x="0" y="1"/>
                    </a:lnTo>
                    <a:lnTo>
                      <a:pt x="1" y="12"/>
                    </a:lnTo>
                    <a:lnTo>
                      <a:pt x="3" y="20"/>
                    </a:lnTo>
                    <a:lnTo>
                      <a:pt x="3" y="29"/>
                    </a:lnTo>
                    <a:lnTo>
                      <a:pt x="5" y="40"/>
                    </a:lnTo>
                    <a:lnTo>
                      <a:pt x="7" y="48"/>
                    </a:lnTo>
                    <a:lnTo>
                      <a:pt x="8" y="59"/>
                    </a:lnTo>
                    <a:lnTo>
                      <a:pt x="8" y="67"/>
                    </a:lnTo>
                    <a:lnTo>
                      <a:pt x="10" y="78"/>
                    </a:lnTo>
                    <a:lnTo>
                      <a:pt x="12" y="86"/>
                    </a:lnTo>
                    <a:lnTo>
                      <a:pt x="14" y="97"/>
                    </a:lnTo>
                    <a:lnTo>
                      <a:pt x="14" y="105"/>
                    </a:lnTo>
                    <a:lnTo>
                      <a:pt x="15" y="114"/>
                    </a:lnTo>
                    <a:lnTo>
                      <a:pt x="15" y="124"/>
                    </a:lnTo>
                    <a:lnTo>
                      <a:pt x="17" y="133"/>
                    </a:lnTo>
                    <a:lnTo>
                      <a:pt x="19" y="143"/>
                    </a:lnTo>
                    <a:lnTo>
                      <a:pt x="19" y="152"/>
                    </a:lnTo>
                    <a:lnTo>
                      <a:pt x="21" y="163"/>
                    </a:lnTo>
                    <a:lnTo>
                      <a:pt x="21" y="171"/>
                    </a:lnTo>
                    <a:lnTo>
                      <a:pt x="22" y="182"/>
                    </a:lnTo>
                    <a:lnTo>
                      <a:pt x="22" y="190"/>
                    </a:lnTo>
                    <a:lnTo>
                      <a:pt x="24" y="201"/>
                    </a:lnTo>
                    <a:lnTo>
                      <a:pt x="24" y="209"/>
                    </a:lnTo>
                    <a:lnTo>
                      <a:pt x="26" y="220"/>
                    </a:lnTo>
                    <a:lnTo>
                      <a:pt x="26" y="228"/>
                    </a:lnTo>
                    <a:lnTo>
                      <a:pt x="27" y="239"/>
                    </a:lnTo>
                    <a:lnTo>
                      <a:pt x="27" y="247"/>
                    </a:lnTo>
                    <a:lnTo>
                      <a:pt x="29" y="258"/>
                    </a:lnTo>
                    <a:lnTo>
                      <a:pt x="29" y="266"/>
                    </a:lnTo>
                    <a:lnTo>
                      <a:pt x="29" y="277"/>
                    </a:lnTo>
                    <a:lnTo>
                      <a:pt x="31" y="287"/>
                    </a:lnTo>
                    <a:lnTo>
                      <a:pt x="31" y="296"/>
                    </a:lnTo>
                    <a:lnTo>
                      <a:pt x="33" y="306"/>
                    </a:lnTo>
                    <a:lnTo>
                      <a:pt x="33" y="305"/>
                    </a:lnTo>
                    <a:lnTo>
                      <a:pt x="40" y="306"/>
                    </a:lnTo>
                    <a:lnTo>
                      <a:pt x="40" y="305"/>
                    </a:lnTo>
                    <a:lnTo>
                      <a:pt x="40" y="30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96" name="Google Shape;396;p10"/>
              <p:cNvSpPr/>
              <p:nvPr/>
            </p:nvSpPr>
            <p:spPr>
              <a:xfrm>
                <a:off x="5141" y="2740"/>
                <a:ext cx="56" cy="34"/>
              </a:xfrm>
              <a:custGeom>
                <a:rect b="b" l="l" r="r" t="t"/>
                <a:pathLst>
                  <a:path extrusionOk="0" h="34" w="56">
                    <a:moveTo>
                      <a:pt x="2" y="34"/>
                    </a:moveTo>
                    <a:lnTo>
                      <a:pt x="4" y="34"/>
                    </a:lnTo>
                    <a:lnTo>
                      <a:pt x="5" y="32"/>
                    </a:lnTo>
                    <a:lnTo>
                      <a:pt x="9" y="32"/>
                    </a:lnTo>
                    <a:lnTo>
                      <a:pt x="11" y="32"/>
                    </a:lnTo>
                    <a:lnTo>
                      <a:pt x="12" y="32"/>
                    </a:lnTo>
                    <a:lnTo>
                      <a:pt x="14" y="31"/>
                    </a:lnTo>
                    <a:lnTo>
                      <a:pt x="16" y="31"/>
                    </a:lnTo>
                    <a:lnTo>
                      <a:pt x="17" y="31"/>
                    </a:lnTo>
                    <a:lnTo>
                      <a:pt x="19" y="29"/>
                    </a:lnTo>
                    <a:lnTo>
                      <a:pt x="21" y="29"/>
                    </a:lnTo>
                    <a:lnTo>
                      <a:pt x="24" y="29"/>
                    </a:lnTo>
                    <a:lnTo>
                      <a:pt x="26" y="27"/>
                    </a:lnTo>
                    <a:lnTo>
                      <a:pt x="28" y="27"/>
                    </a:lnTo>
                    <a:lnTo>
                      <a:pt x="30" y="26"/>
                    </a:lnTo>
                    <a:lnTo>
                      <a:pt x="31" y="26"/>
                    </a:lnTo>
                    <a:lnTo>
                      <a:pt x="33" y="24"/>
                    </a:lnTo>
                    <a:lnTo>
                      <a:pt x="35" y="24"/>
                    </a:lnTo>
                    <a:lnTo>
                      <a:pt x="37" y="22"/>
                    </a:lnTo>
                    <a:lnTo>
                      <a:pt x="38" y="22"/>
                    </a:lnTo>
                    <a:lnTo>
                      <a:pt x="40" y="20"/>
                    </a:lnTo>
                    <a:lnTo>
                      <a:pt x="42" y="19"/>
                    </a:lnTo>
                    <a:lnTo>
                      <a:pt x="43" y="19"/>
                    </a:lnTo>
                    <a:lnTo>
                      <a:pt x="45" y="17"/>
                    </a:lnTo>
                    <a:lnTo>
                      <a:pt x="47" y="15"/>
                    </a:lnTo>
                    <a:lnTo>
                      <a:pt x="47" y="13"/>
                    </a:lnTo>
                    <a:lnTo>
                      <a:pt x="49" y="12"/>
                    </a:lnTo>
                    <a:lnTo>
                      <a:pt x="50" y="12"/>
                    </a:lnTo>
                    <a:lnTo>
                      <a:pt x="52" y="10"/>
                    </a:lnTo>
                    <a:lnTo>
                      <a:pt x="52" y="8"/>
                    </a:lnTo>
                    <a:lnTo>
                      <a:pt x="54" y="6"/>
                    </a:lnTo>
                    <a:lnTo>
                      <a:pt x="54" y="5"/>
                    </a:lnTo>
                    <a:lnTo>
                      <a:pt x="56" y="1"/>
                    </a:lnTo>
                    <a:lnTo>
                      <a:pt x="49" y="0"/>
                    </a:lnTo>
                    <a:lnTo>
                      <a:pt x="49" y="1"/>
                    </a:lnTo>
                    <a:lnTo>
                      <a:pt x="47" y="3"/>
                    </a:lnTo>
                    <a:lnTo>
                      <a:pt x="45" y="5"/>
                    </a:lnTo>
                    <a:lnTo>
                      <a:pt x="45" y="6"/>
                    </a:lnTo>
                    <a:lnTo>
                      <a:pt x="43" y="8"/>
                    </a:lnTo>
                    <a:lnTo>
                      <a:pt x="42" y="8"/>
                    </a:lnTo>
                    <a:lnTo>
                      <a:pt x="42" y="10"/>
                    </a:lnTo>
                    <a:lnTo>
                      <a:pt x="40" y="12"/>
                    </a:lnTo>
                    <a:lnTo>
                      <a:pt x="38" y="12"/>
                    </a:lnTo>
                    <a:lnTo>
                      <a:pt x="38" y="13"/>
                    </a:lnTo>
                    <a:lnTo>
                      <a:pt x="37" y="13"/>
                    </a:lnTo>
                    <a:lnTo>
                      <a:pt x="35" y="15"/>
                    </a:lnTo>
                    <a:lnTo>
                      <a:pt x="33" y="17"/>
                    </a:lnTo>
                    <a:lnTo>
                      <a:pt x="31" y="17"/>
                    </a:lnTo>
                    <a:lnTo>
                      <a:pt x="30" y="17"/>
                    </a:lnTo>
                    <a:lnTo>
                      <a:pt x="28" y="19"/>
                    </a:lnTo>
                    <a:lnTo>
                      <a:pt x="26" y="19"/>
                    </a:lnTo>
                    <a:lnTo>
                      <a:pt x="24" y="20"/>
                    </a:lnTo>
                    <a:lnTo>
                      <a:pt x="23" y="20"/>
                    </a:lnTo>
                    <a:lnTo>
                      <a:pt x="21" y="22"/>
                    </a:lnTo>
                    <a:lnTo>
                      <a:pt x="19" y="22"/>
                    </a:lnTo>
                    <a:lnTo>
                      <a:pt x="17" y="22"/>
                    </a:lnTo>
                    <a:lnTo>
                      <a:pt x="16" y="24"/>
                    </a:lnTo>
                    <a:lnTo>
                      <a:pt x="14" y="24"/>
                    </a:lnTo>
                    <a:lnTo>
                      <a:pt x="12" y="24"/>
                    </a:lnTo>
                    <a:lnTo>
                      <a:pt x="11" y="24"/>
                    </a:lnTo>
                    <a:lnTo>
                      <a:pt x="9" y="26"/>
                    </a:lnTo>
                    <a:lnTo>
                      <a:pt x="7" y="26"/>
                    </a:lnTo>
                    <a:lnTo>
                      <a:pt x="5" y="26"/>
                    </a:lnTo>
                    <a:lnTo>
                      <a:pt x="4" y="27"/>
                    </a:lnTo>
                    <a:lnTo>
                      <a:pt x="0" y="27"/>
                    </a:lnTo>
                    <a:lnTo>
                      <a:pt x="2"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97" name="Google Shape;397;p10"/>
              <p:cNvSpPr/>
              <p:nvPr/>
            </p:nvSpPr>
            <p:spPr>
              <a:xfrm>
                <a:off x="4978" y="2767"/>
                <a:ext cx="165" cy="18"/>
              </a:xfrm>
              <a:custGeom>
                <a:rect b="b" l="l" r="r" t="t"/>
                <a:pathLst>
                  <a:path extrusionOk="0" h="18" w="165">
                    <a:moveTo>
                      <a:pt x="0" y="12"/>
                    </a:moveTo>
                    <a:lnTo>
                      <a:pt x="2" y="14"/>
                    </a:lnTo>
                    <a:lnTo>
                      <a:pt x="7" y="14"/>
                    </a:lnTo>
                    <a:lnTo>
                      <a:pt x="12" y="14"/>
                    </a:lnTo>
                    <a:lnTo>
                      <a:pt x="17" y="16"/>
                    </a:lnTo>
                    <a:lnTo>
                      <a:pt x="23" y="16"/>
                    </a:lnTo>
                    <a:lnTo>
                      <a:pt x="28" y="16"/>
                    </a:lnTo>
                    <a:lnTo>
                      <a:pt x="33" y="16"/>
                    </a:lnTo>
                    <a:lnTo>
                      <a:pt x="38" y="16"/>
                    </a:lnTo>
                    <a:lnTo>
                      <a:pt x="43" y="18"/>
                    </a:lnTo>
                    <a:lnTo>
                      <a:pt x="49" y="18"/>
                    </a:lnTo>
                    <a:lnTo>
                      <a:pt x="54" y="18"/>
                    </a:lnTo>
                    <a:lnTo>
                      <a:pt x="59" y="18"/>
                    </a:lnTo>
                    <a:lnTo>
                      <a:pt x="64" y="18"/>
                    </a:lnTo>
                    <a:lnTo>
                      <a:pt x="69" y="18"/>
                    </a:lnTo>
                    <a:lnTo>
                      <a:pt x="75" y="18"/>
                    </a:lnTo>
                    <a:lnTo>
                      <a:pt x="80" y="18"/>
                    </a:lnTo>
                    <a:lnTo>
                      <a:pt x="85" y="18"/>
                    </a:lnTo>
                    <a:lnTo>
                      <a:pt x="90" y="18"/>
                    </a:lnTo>
                    <a:lnTo>
                      <a:pt x="95" y="18"/>
                    </a:lnTo>
                    <a:lnTo>
                      <a:pt x="101" y="16"/>
                    </a:lnTo>
                    <a:lnTo>
                      <a:pt x="106" y="16"/>
                    </a:lnTo>
                    <a:lnTo>
                      <a:pt x="111" y="16"/>
                    </a:lnTo>
                    <a:lnTo>
                      <a:pt x="116" y="16"/>
                    </a:lnTo>
                    <a:lnTo>
                      <a:pt x="122" y="14"/>
                    </a:lnTo>
                    <a:lnTo>
                      <a:pt x="127" y="14"/>
                    </a:lnTo>
                    <a:lnTo>
                      <a:pt x="132" y="14"/>
                    </a:lnTo>
                    <a:lnTo>
                      <a:pt x="137" y="12"/>
                    </a:lnTo>
                    <a:lnTo>
                      <a:pt x="141" y="12"/>
                    </a:lnTo>
                    <a:lnTo>
                      <a:pt x="146" y="11"/>
                    </a:lnTo>
                    <a:lnTo>
                      <a:pt x="151" y="11"/>
                    </a:lnTo>
                    <a:lnTo>
                      <a:pt x="156" y="9"/>
                    </a:lnTo>
                    <a:lnTo>
                      <a:pt x="161" y="7"/>
                    </a:lnTo>
                    <a:lnTo>
                      <a:pt x="165" y="7"/>
                    </a:lnTo>
                    <a:lnTo>
                      <a:pt x="163" y="0"/>
                    </a:lnTo>
                    <a:lnTo>
                      <a:pt x="160" y="0"/>
                    </a:lnTo>
                    <a:lnTo>
                      <a:pt x="154" y="2"/>
                    </a:lnTo>
                    <a:lnTo>
                      <a:pt x="149" y="4"/>
                    </a:lnTo>
                    <a:lnTo>
                      <a:pt x="144" y="4"/>
                    </a:lnTo>
                    <a:lnTo>
                      <a:pt x="141" y="5"/>
                    </a:lnTo>
                    <a:lnTo>
                      <a:pt x="135" y="5"/>
                    </a:lnTo>
                    <a:lnTo>
                      <a:pt x="130" y="5"/>
                    </a:lnTo>
                    <a:lnTo>
                      <a:pt x="125" y="7"/>
                    </a:lnTo>
                    <a:lnTo>
                      <a:pt x="120" y="7"/>
                    </a:lnTo>
                    <a:lnTo>
                      <a:pt x="115" y="7"/>
                    </a:lnTo>
                    <a:lnTo>
                      <a:pt x="109" y="9"/>
                    </a:lnTo>
                    <a:lnTo>
                      <a:pt x="106" y="9"/>
                    </a:lnTo>
                    <a:lnTo>
                      <a:pt x="101" y="9"/>
                    </a:lnTo>
                    <a:lnTo>
                      <a:pt x="95" y="9"/>
                    </a:lnTo>
                    <a:lnTo>
                      <a:pt x="90" y="9"/>
                    </a:lnTo>
                    <a:lnTo>
                      <a:pt x="85" y="11"/>
                    </a:lnTo>
                    <a:lnTo>
                      <a:pt x="80" y="11"/>
                    </a:lnTo>
                    <a:lnTo>
                      <a:pt x="75" y="11"/>
                    </a:lnTo>
                    <a:lnTo>
                      <a:pt x="69" y="11"/>
                    </a:lnTo>
                    <a:lnTo>
                      <a:pt x="64" y="11"/>
                    </a:lnTo>
                    <a:lnTo>
                      <a:pt x="59" y="11"/>
                    </a:lnTo>
                    <a:lnTo>
                      <a:pt x="54" y="11"/>
                    </a:lnTo>
                    <a:lnTo>
                      <a:pt x="49" y="11"/>
                    </a:lnTo>
                    <a:lnTo>
                      <a:pt x="43" y="9"/>
                    </a:lnTo>
                    <a:lnTo>
                      <a:pt x="38" y="9"/>
                    </a:lnTo>
                    <a:lnTo>
                      <a:pt x="33" y="9"/>
                    </a:lnTo>
                    <a:lnTo>
                      <a:pt x="28" y="9"/>
                    </a:lnTo>
                    <a:lnTo>
                      <a:pt x="23" y="9"/>
                    </a:lnTo>
                    <a:lnTo>
                      <a:pt x="17" y="7"/>
                    </a:lnTo>
                    <a:lnTo>
                      <a:pt x="12" y="7"/>
                    </a:lnTo>
                    <a:lnTo>
                      <a:pt x="7" y="7"/>
                    </a:lnTo>
                    <a:lnTo>
                      <a:pt x="2" y="7"/>
                    </a:lnTo>
                    <a:lnTo>
                      <a:pt x="4" y="7"/>
                    </a:lnTo>
                    <a:lnTo>
                      <a:pt x="0" y="12"/>
                    </a:lnTo>
                    <a:lnTo>
                      <a:pt x="0" y="14"/>
                    </a:lnTo>
                    <a:lnTo>
                      <a:pt x="2" y="14"/>
                    </a:lnTo>
                    <a:lnTo>
                      <a:pt x="0"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98" name="Google Shape;398;p10"/>
              <p:cNvSpPr/>
              <p:nvPr/>
            </p:nvSpPr>
            <p:spPr>
              <a:xfrm>
                <a:off x="4883" y="2708"/>
                <a:ext cx="99" cy="71"/>
              </a:xfrm>
              <a:custGeom>
                <a:rect b="b" l="l" r="r" t="t"/>
                <a:pathLst>
                  <a:path extrusionOk="0" h="71" w="99">
                    <a:moveTo>
                      <a:pt x="3" y="9"/>
                    </a:moveTo>
                    <a:lnTo>
                      <a:pt x="0" y="7"/>
                    </a:lnTo>
                    <a:lnTo>
                      <a:pt x="3" y="9"/>
                    </a:lnTo>
                    <a:lnTo>
                      <a:pt x="5" y="13"/>
                    </a:lnTo>
                    <a:lnTo>
                      <a:pt x="8" y="16"/>
                    </a:lnTo>
                    <a:lnTo>
                      <a:pt x="12" y="18"/>
                    </a:lnTo>
                    <a:lnTo>
                      <a:pt x="14" y="19"/>
                    </a:lnTo>
                    <a:lnTo>
                      <a:pt x="17" y="23"/>
                    </a:lnTo>
                    <a:lnTo>
                      <a:pt x="19" y="25"/>
                    </a:lnTo>
                    <a:lnTo>
                      <a:pt x="22" y="28"/>
                    </a:lnTo>
                    <a:lnTo>
                      <a:pt x="26" y="30"/>
                    </a:lnTo>
                    <a:lnTo>
                      <a:pt x="28" y="32"/>
                    </a:lnTo>
                    <a:lnTo>
                      <a:pt x="31" y="33"/>
                    </a:lnTo>
                    <a:lnTo>
                      <a:pt x="34" y="35"/>
                    </a:lnTo>
                    <a:lnTo>
                      <a:pt x="36" y="38"/>
                    </a:lnTo>
                    <a:lnTo>
                      <a:pt x="40" y="40"/>
                    </a:lnTo>
                    <a:lnTo>
                      <a:pt x="43" y="42"/>
                    </a:lnTo>
                    <a:lnTo>
                      <a:pt x="47" y="44"/>
                    </a:lnTo>
                    <a:lnTo>
                      <a:pt x="48" y="45"/>
                    </a:lnTo>
                    <a:lnTo>
                      <a:pt x="52" y="47"/>
                    </a:lnTo>
                    <a:lnTo>
                      <a:pt x="55" y="49"/>
                    </a:lnTo>
                    <a:lnTo>
                      <a:pt x="59" y="51"/>
                    </a:lnTo>
                    <a:lnTo>
                      <a:pt x="62" y="52"/>
                    </a:lnTo>
                    <a:lnTo>
                      <a:pt x="64" y="54"/>
                    </a:lnTo>
                    <a:lnTo>
                      <a:pt x="67" y="56"/>
                    </a:lnTo>
                    <a:lnTo>
                      <a:pt x="71" y="58"/>
                    </a:lnTo>
                    <a:lnTo>
                      <a:pt x="74" y="59"/>
                    </a:lnTo>
                    <a:lnTo>
                      <a:pt x="76" y="61"/>
                    </a:lnTo>
                    <a:lnTo>
                      <a:pt x="80" y="63"/>
                    </a:lnTo>
                    <a:lnTo>
                      <a:pt x="83" y="64"/>
                    </a:lnTo>
                    <a:lnTo>
                      <a:pt x="86" y="66"/>
                    </a:lnTo>
                    <a:lnTo>
                      <a:pt x="88" y="68"/>
                    </a:lnTo>
                    <a:lnTo>
                      <a:pt x="92" y="70"/>
                    </a:lnTo>
                    <a:lnTo>
                      <a:pt x="95" y="71"/>
                    </a:lnTo>
                    <a:lnTo>
                      <a:pt x="99" y="66"/>
                    </a:lnTo>
                    <a:lnTo>
                      <a:pt x="95" y="64"/>
                    </a:lnTo>
                    <a:lnTo>
                      <a:pt x="93" y="63"/>
                    </a:lnTo>
                    <a:lnTo>
                      <a:pt x="90" y="61"/>
                    </a:lnTo>
                    <a:lnTo>
                      <a:pt x="86" y="59"/>
                    </a:lnTo>
                    <a:lnTo>
                      <a:pt x="83" y="58"/>
                    </a:lnTo>
                    <a:lnTo>
                      <a:pt x="80" y="56"/>
                    </a:lnTo>
                    <a:lnTo>
                      <a:pt x="78" y="54"/>
                    </a:lnTo>
                    <a:lnTo>
                      <a:pt x="74" y="52"/>
                    </a:lnTo>
                    <a:lnTo>
                      <a:pt x="71" y="51"/>
                    </a:lnTo>
                    <a:lnTo>
                      <a:pt x="67" y="49"/>
                    </a:lnTo>
                    <a:lnTo>
                      <a:pt x="66" y="47"/>
                    </a:lnTo>
                    <a:lnTo>
                      <a:pt x="62" y="45"/>
                    </a:lnTo>
                    <a:lnTo>
                      <a:pt x="59" y="44"/>
                    </a:lnTo>
                    <a:lnTo>
                      <a:pt x="55" y="42"/>
                    </a:lnTo>
                    <a:lnTo>
                      <a:pt x="54" y="38"/>
                    </a:lnTo>
                    <a:lnTo>
                      <a:pt x="50" y="37"/>
                    </a:lnTo>
                    <a:lnTo>
                      <a:pt x="47" y="35"/>
                    </a:lnTo>
                    <a:lnTo>
                      <a:pt x="43" y="33"/>
                    </a:lnTo>
                    <a:lnTo>
                      <a:pt x="41" y="32"/>
                    </a:lnTo>
                    <a:lnTo>
                      <a:pt x="38" y="30"/>
                    </a:lnTo>
                    <a:lnTo>
                      <a:pt x="34" y="28"/>
                    </a:lnTo>
                    <a:lnTo>
                      <a:pt x="33" y="26"/>
                    </a:lnTo>
                    <a:lnTo>
                      <a:pt x="29" y="23"/>
                    </a:lnTo>
                    <a:lnTo>
                      <a:pt x="28" y="21"/>
                    </a:lnTo>
                    <a:lnTo>
                      <a:pt x="24" y="19"/>
                    </a:lnTo>
                    <a:lnTo>
                      <a:pt x="21" y="18"/>
                    </a:lnTo>
                    <a:lnTo>
                      <a:pt x="19" y="14"/>
                    </a:lnTo>
                    <a:lnTo>
                      <a:pt x="15" y="13"/>
                    </a:lnTo>
                    <a:lnTo>
                      <a:pt x="14" y="11"/>
                    </a:lnTo>
                    <a:lnTo>
                      <a:pt x="10" y="7"/>
                    </a:lnTo>
                    <a:lnTo>
                      <a:pt x="8" y="6"/>
                    </a:lnTo>
                    <a:lnTo>
                      <a:pt x="7" y="2"/>
                    </a:lnTo>
                    <a:lnTo>
                      <a:pt x="3" y="0"/>
                    </a:lnTo>
                    <a:lnTo>
                      <a:pt x="7" y="2"/>
                    </a:lnTo>
                    <a:lnTo>
                      <a:pt x="5" y="0"/>
                    </a:lnTo>
                    <a:lnTo>
                      <a:pt x="3" y="0"/>
                    </a:lnTo>
                    <a:lnTo>
                      <a:pt x="3"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399" name="Google Shape;399;p10"/>
              <p:cNvSpPr/>
              <p:nvPr/>
            </p:nvSpPr>
            <p:spPr>
              <a:xfrm>
                <a:off x="4876" y="2708"/>
                <a:ext cx="10" cy="9"/>
              </a:xfrm>
              <a:custGeom>
                <a:rect b="b" l="l" r="r" t="t"/>
                <a:pathLst>
                  <a:path extrusionOk="0" h="9" w="10">
                    <a:moveTo>
                      <a:pt x="3" y="7"/>
                    </a:moveTo>
                    <a:lnTo>
                      <a:pt x="2" y="9"/>
                    </a:lnTo>
                    <a:lnTo>
                      <a:pt x="10" y="9"/>
                    </a:lnTo>
                    <a:lnTo>
                      <a:pt x="10" y="0"/>
                    </a:lnTo>
                    <a:lnTo>
                      <a:pt x="2" y="0"/>
                    </a:lnTo>
                    <a:lnTo>
                      <a:pt x="0" y="2"/>
                    </a:lnTo>
                    <a:lnTo>
                      <a:pt x="2" y="0"/>
                    </a:lnTo>
                    <a:lnTo>
                      <a:pt x="0" y="0"/>
                    </a:lnTo>
                    <a:lnTo>
                      <a:pt x="0" y="2"/>
                    </a:lnTo>
                    <a:lnTo>
                      <a:pt x="3"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00" name="Google Shape;400;p10"/>
              <p:cNvSpPr/>
              <p:nvPr/>
            </p:nvSpPr>
            <p:spPr>
              <a:xfrm>
                <a:off x="4711" y="2710"/>
                <a:ext cx="168" cy="69"/>
              </a:xfrm>
              <a:custGeom>
                <a:rect b="b" l="l" r="r" t="t"/>
                <a:pathLst>
                  <a:path extrusionOk="0" h="69" w="168">
                    <a:moveTo>
                      <a:pt x="0" y="64"/>
                    </a:moveTo>
                    <a:lnTo>
                      <a:pt x="5" y="66"/>
                    </a:lnTo>
                    <a:lnTo>
                      <a:pt x="12" y="68"/>
                    </a:lnTo>
                    <a:lnTo>
                      <a:pt x="19" y="68"/>
                    </a:lnTo>
                    <a:lnTo>
                      <a:pt x="24" y="69"/>
                    </a:lnTo>
                    <a:lnTo>
                      <a:pt x="31" y="69"/>
                    </a:lnTo>
                    <a:lnTo>
                      <a:pt x="37" y="69"/>
                    </a:lnTo>
                    <a:lnTo>
                      <a:pt x="43" y="69"/>
                    </a:lnTo>
                    <a:lnTo>
                      <a:pt x="49" y="69"/>
                    </a:lnTo>
                    <a:lnTo>
                      <a:pt x="54" y="68"/>
                    </a:lnTo>
                    <a:lnTo>
                      <a:pt x="59" y="68"/>
                    </a:lnTo>
                    <a:lnTo>
                      <a:pt x="66" y="66"/>
                    </a:lnTo>
                    <a:lnTo>
                      <a:pt x="71" y="64"/>
                    </a:lnTo>
                    <a:lnTo>
                      <a:pt x="76" y="62"/>
                    </a:lnTo>
                    <a:lnTo>
                      <a:pt x="82" y="61"/>
                    </a:lnTo>
                    <a:lnTo>
                      <a:pt x="87" y="59"/>
                    </a:lnTo>
                    <a:lnTo>
                      <a:pt x="92" y="57"/>
                    </a:lnTo>
                    <a:lnTo>
                      <a:pt x="97" y="56"/>
                    </a:lnTo>
                    <a:lnTo>
                      <a:pt x="102" y="52"/>
                    </a:lnTo>
                    <a:lnTo>
                      <a:pt x="108" y="50"/>
                    </a:lnTo>
                    <a:lnTo>
                      <a:pt x="113" y="47"/>
                    </a:lnTo>
                    <a:lnTo>
                      <a:pt x="118" y="43"/>
                    </a:lnTo>
                    <a:lnTo>
                      <a:pt x="123" y="40"/>
                    </a:lnTo>
                    <a:lnTo>
                      <a:pt x="127" y="38"/>
                    </a:lnTo>
                    <a:lnTo>
                      <a:pt x="132" y="35"/>
                    </a:lnTo>
                    <a:lnTo>
                      <a:pt x="137" y="31"/>
                    </a:lnTo>
                    <a:lnTo>
                      <a:pt x="142" y="28"/>
                    </a:lnTo>
                    <a:lnTo>
                      <a:pt x="146" y="24"/>
                    </a:lnTo>
                    <a:lnTo>
                      <a:pt x="151" y="21"/>
                    </a:lnTo>
                    <a:lnTo>
                      <a:pt x="156" y="16"/>
                    </a:lnTo>
                    <a:lnTo>
                      <a:pt x="160" y="12"/>
                    </a:lnTo>
                    <a:lnTo>
                      <a:pt x="165" y="9"/>
                    </a:lnTo>
                    <a:lnTo>
                      <a:pt x="168" y="5"/>
                    </a:lnTo>
                    <a:lnTo>
                      <a:pt x="165" y="0"/>
                    </a:lnTo>
                    <a:lnTo>
                      <a:pt x="160" y="4"/>
                    </a:lnTo>
                    <a:lnTo>
                      <a:pt x="154" y="7"/>
                    </a:lnTo>
                    <a:lnTo>
                      <a:pt x="151" y="11"/>
                    </a:lnTo>
                    <a:lnTo>
                      <a:pt x="146" y="14"/>
                    </a:lnTo>
                    <a:lnTo>
                      <a:pt x="142" y="17"/>
                    </a:lnTo>
                    <a:lnTo>
                      <a:pt x="137" y="21"/>
                    </a:lnTo>
                    <a:lnTo>
                      <a:pt x="132" y="24"/>
                    </a:lnTo>
                    <a:lnTo>
                      <a:pt x="128" y="28"/>
                    </a:lnTo>
                    <a:lnTo>
                      <a:pt x="123" y="31"/>
                    </a:lnTo>
                    <a:lnTo>
                      <a:pt x="118" y="35"/>
                    </a:lnTo>
                    <a:lnTo>
                      <a:pt x="115" y="38"/>
                    </a:lnTo>
                    <a:lnTo>
                      <a:pt x="109" y="40"/>
                    </a:lnTo>
                    <a:lnTo>
                      <a:pt x="104" y="43"/>
                    </a:lnTo>
                    <a:lnTo>
                      <a:pt x="99" y="45"/>
                    </a:lnTo>
                    <a:lnTo>
                      <a:pt x="94" y="49"/>
                    </a:lnTo>
                    <a:lnTo>
                      <a:pt x="90" y="50"/>
                    </a:lnTo>
                    <a:lnTo>
                      <a:pt x="85" y="52"/>
                    </a:lnTo>
                    <a:lnTo>
                      <a:pt x="80" y="54"/>
                    </a:lnTo>
                    <a:lnTo>
                      <a:pt x="75" y="56"/>
                    </a:lnTo>
                    <a:lnTo>
                      <a:pt x="69" y="57"/>
                    </a:lnTo>
                    <a:lnTo>
                      <a:pt x="64" y="59"/>
                    </a:lnTo>
                    <a:lnTo>
                      <a:pt x="59" y="61"/>
                    </a:lnTo>
                    <a:lnTo>
                      <a:pt x="54" y="61"/>
                    </a:lnTo>
                    <a:lnTo>
                      <a:pt x="49" y="62"/>
                    </a:lnTo>
                    <a:lnTo>
                      <a:pt x="42" y="62"/>
                    </a:lnTo>
                    <a:lnTo>
                      <a:pt x="37" y="62"/>
                    </a:lnTo>
                    <a:lnTo>
                      <a:pt x="31" y="62"/>
                    </a:lnTo>
                    <a:lnTo>
                      <a:pt x="26" y="62"/>
                    </a:lnTo>
                    <a:lnTo>
                      <a:pt x="19" y="61"/>
                    </a:lnTo>
                    <a:lnTo>
                      <a:pt x="14" y="61"/>
                    </a:lnTo>
                    <a:lnTo>
                      <a:pt x="7" y="59"/>
                    </a:lnTo>
                    <a:lnTo>
                      <a:pt x="2" y="57"/>
                    </a:lnTo>
                    <a:lnTo>
                      <a:pt x="0" y="57"/>
                    </a:lnTo>
                    <a:lnTo>
                      <a:pt x="2" y="57"/>
                    </a:lnTo>
                    <a:lnTo>
                      <a:pt x="0" y="57"/>
                    </a:lnTo>
                    <a:lnTo>
                      <a:pt x="0" y="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01" name="Google Shape;401;p10"/>
              <p:cNvSpPr/>
              <p:nvPr/>
            </p:nvSpPr>
            <p:spPr>
              <a:xfrm>
                <a:off x="4645" y="2752"/>
                <a:ext cx="66" cy="22"/>
              </a:xfrm>
              <a:custGeom>
                <a:rect b="b" l="l" r="r" t="t"/>
                <a:pathLst>
                  <a:path extrusionOk="0" h="22" w="66">
                    <a:moveTo>
                      <a:pt x="0" y="5"/>
                    </a:moveTo>
                    <a:lnTo>
                      <a:pt x="2" y="7"/>
                    </a:lnTo>
                    <a:lnTo>
                      <a:pt x="5" y="8"/>
                    </a:lnTo>
                    <a:lnTo>
                      <a:pt x="7" y="8"/>
                    </a:lnTo>
                    <a:lnTo>
                      <a:pt x="9" y="8"/>
                    </a:lnTo>
                    <a:lnTo>
                      <a:pt x="11" y="10"/>
                    </a:lnTo>
                    <a:lnTo>
                      <a:pt x="12" y="10"/>
                    </a:lnTo>
                    <a:lnTo>
                      <a:pt x="14" y="10"/>
                    </a:lnTo>
                    <a:lnTo>
                      <a:pt x="16" y="10"/>
                    </a:lnTo>
                    <a:lnTo>
                      <a:pt x="18" y="12"/>
                    </a:lnTo>
                    <a:lnTo>
                      <a:pt x="19" y="12"/>
                    </a:lnTo>
                    <a:lnTo>
                      <a:pt x="23" y="12"/>
                    </a:lnTo>
                    <a:lnTo>
                      <a:pt x="25" y="14"/>
                    </a:lnTo>
                    <a:lnTo>
                      <a:pt x="26" y="14"/>
                    </a:lnTo>
                    <a:lnTo>
                      <a:pt x="28" y="14"/>
                    </a:lnTo>
                    <a:lnTo>
                      <a:pt x="30" y="15"/>
                    </a:lnTo>
                    <a:lnTo>
                      <a:pt x="31" y="15"/>
                    </a:lnTo>
                    <a:lnTo>
                      <a:pt x="33" y="15"/>
                    </a:lnTo>
                    <a:lnTo>
                      <a:pt x="35" y="17"/>
                    </a:lnTo>
                    <a:lnTo>
                      <a:pt x="38" y="17"/>
                    </a:lnTo>
                    <a:lnTo>
                      <a:pt x="40" y="17"/>
                    </a:lnTo>
                    <a:lnTo>
                      <a:pt x="42" y="17"/>
                    </a:lnTo>
                    <a:lnTo>
                      <a:pt x="44" y="19"/>
                    </a:lnTo>
                    <a:lnTo>
                      <a:pt x="45" y="19"/>
                    </a:lnTo>
                    <a:lnTo>
                      <a:pt x="47" y="19"/>
                    </a:lnTo>
                    <a:lnTo>
                      <a:pt x="49" y="19"/>
                    </a:lnTo>
                    <a:lnTo>
                      <a:pt x="52" y="20"/>
                    </a:lnTo>
                    <a:lnTo>
                      <a:pt x="54" y="20"/>
                    </a:lnTo>
                    <a:lnTo>
                      <a:pt x="56" y="20"/>
                    </a:lnTo>
                    <a:lnTo>
                      <a:pt x="57" y="20"/>
                    </a:lnTo>
                    <a:lnTo>
                      <a:pt x="59" y="20"/>
                    </a:lnTo>
                    <a:lnTo>
                      <a:pt x="63" y="22"/>
                    </a:lnTo>
                    <a:lnTo>
                      <a:pt x="64" y="22"/>
                    </a:lnTo>
                    <a:lnTo>
                      <a:pt x="66" y="22"/>
                    </a:lnTo>
                    <a:lnTo>
                      <a:pt x="66" y="15"/>
                    </a:lnTo>
                    <a:lnTo>
                      <a:pt x="64" y="15"/>
                    </a:lnTo>
                    <a:lnTo>
                      <a:pt x="63" y="14"/>
                    </a:lnTo>
                    <a:lnTo>
                      <a:pt x="61" y="14"/>
                    </a:lnTo>
                    <a:lnTo>
                      <a:pt x="59" y="14"/>
                    </a:lnTo>
                    <a:lnTo>
                      <a:pt x="57" y="14"/>
                    </a:lnTo>
                    <a:lnTo>
                      <a:pt x="56" y="14"/>
                    </a:lnTo>
                    <a:lnTo>
                      <a:pt x="52" y="14"/>
                    </a:lnTo>
                    <a:lnTo>
                      <a:pt x="51" y="12"/>
                    </a:lnTo>
                    <a:lnTo>
                      <a:pt x="49" y="12"/>
                    </a:lnTo>
                    <a:lnTo>
                      <a:pt x="47" y="12"/>
                    </a:lnTo>
                    <a:lnTo>
                      <a:pt x="45" y="12"/>
                    </a:lnTo>
                    <a:lnTo>
                      <a:pt x="44" y="10"/>
                    </a:lnTo>
                    <a:lnTo>
                      <a:pt x="42" y="10"/>
                    </a:lnTo>
                    <a:lnTo>
                      <a:pt x="40" y="10"/>
                    </a:lnTo>
                    <a:lnTo>
                      <a:pt x="37" y="10"/>
                    </a:lnTo>
                    <a:lnTo>
                      <a:pt x="35" y="8"/>
                    </a:lnTo>
                    <a:lnTo>
                      <a:pt x="33" y="8"/>
                    </a:lnTo>
                    <a:lnTo>
                      <a:pt x="31" y="8"/>
                    </a:lnTo>
                    <a:lnTo>
                      <a:pt x="30" y="7"/>
                    </a:lnTo>
                    <a:lnTo>
                      <a:pt x="28" y="7"/>
                    </a:lnTo>
                    <a:lnTo>
                      <a:pt x="26" y="7"/>
                    </a:lnTo>
                    <a:lnTo>
                      <a:pt x="25" y="5"/>
                    </a:lnTo>
                    <a:lnTo>
                      <a:pt x="23" y="5"/>
                    </a:lnTo>
                    <a:lnTo>
                      <a:pt x="19" y="5"/>
                    </a:lnTo>
                    <a:lnTo>
                      <a:pt x="18" y="3"/>
                    </a:lnTo>
                    <a:lnTo>
                      <a:pt x="16" y="3"/>
                    </a:lnTo>
                    <a:lnTo>
                      <a:pt x="14" y="3"/>
                    </a:lnTo>
                    <a:lnTo>
                      <a:pt x="12" y="3"/>
                    </a:lnTo>
                    <a:lnTo>
                      <a:pt x="11" y="1"/>
                    </a:lnTo>
                    <a:lnTo>
                      <a:pt x="9" y="1"/>
                    </a:lnTo>
                    <a:lnTo>
                      <a:pt x="7" y="1"/>
                    </a:lnTo>
                    <a:lnTo>
                      <a:pt x="4" y="0"/>
                    </a:lnTo>
                    <a:lnTo>
                      <a:pt x="7" y="3"/>
                    </a:lnTo>
                    <a:lnTo>
                      <a:pt x="0" y="5"/>
                    </a:lnTo>
                    <a:lnTo>
                      <a:pt x="0" y="7"/>
                    </a:lnTo>
                    <a:lnTo>
                      <a:pt x="2" y="7"/>
                    </a:lnTo>
                    <a:lnTo>
                      <a:pt x="0"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02" name="Google Shape;402;p10"/>
              <p:cNvSpPr/>
              <p:nvPr/>
            </p:nvSpPr>
            <p:spPr>
              <a:xfrm>
                <a:off x="4642" y="2454"/>
                <a:ext cx="40" cy="303"/>
              </a:xfrm>
              <a:custGeom>
                <a:rect b="b" l="l" r="r" t="t"/>
                <a:pathLst>
                  <a:path extrusionOk="0" h="303" w="40">
                    <a:moveTo>
                      <a:pt x="33" y="0"/>
                    </a:moveTo>
                    <a:lnTo>
                      <a:pt x="31" y="8"/>
                    </a:lnTo>
                    <a:lnTo>
                      <a:pt x="31" y="17"/>
                    </a:lnTo>
                    <a:lnTo>
                      <a:pt x="29" y="27"/>
                    </a:lnTo>
                    <a:lnTo>
                      <a:pt x="29" y="36"/>
                    </a:lnTo>
                    <a:lnTo>
                      <a:pt x="28" y="45"/>
                    </a:lnTo>
                    <a:lnTo>
                      <a:pt x="26" y="55"/>
                    </a:lnTo>
                    <a:lnTo>
                      <a:pt x="24" y="64"/>
                    </a:lnTo>
                    <a:lnTo>
                      <a:pt x="22" y="72"/>
                    </a:lnTo>
                    <a:lnTo>
                      <a:pt x="22" y="83"/>
                    </a:lnTo>
                    <a:lnTo>
                      <a:pt x="21" y="92"/>
                    </a:lnTo>
                    <a:lnTo>
                      <a:pt x="19" y="102"/>
                    </a:lnTo>
                    <a:lnTo>
                      <a:pt x="17" y="111"/>
                    </a:lnTo>
                    <a:lnTo>
                      <a:pt x="15" y="119"/>
                    </a:lnTo>
                    <a:lnTo>
                      <a:pt x="14" y="130"/>
                    </a:lnTo>
                    <a:lnTo>
                      <a:pt x="12" y="138"/>
                    </a:lnTo>
                    <a:lnTo>
                      <a:pt x="10" y="147"/>
                    </a:lnTo>
                    <a:lnTo>
                      <a:pt x="8" y="157"/>
                    </a:lnTo>
                    <a:lnTo>
                      <a:pt x="7" y="166"/>
                    </a:lnTo>
                    <a:lnTo>
                      <a:pt x="7" y="176"/>
                    </a:lnTo>
                    <a:lnTo>
                      <a:pt x="5" y="185"/>
                    </a:lnTo>
                    <a:lnTo>
                      <a:pt x="3" y="195"/>
                    </a:lnTo>
                    <a:lnTo>
                      <a:pt x="3" y="204"/>
                    </a:lnTo>
                    <a:lnTo>
                      <a:pt x="2" y="215"/>
                    </a:lnTo>
                    <a:lnTo>
                      <a:pt x="2" y="223"/>
                    </a:lnTo>
                    <a:lnTo>
                      <a:pt x="0" y="234"/>
                    </a:lnTo>
                    <a:lnTo>
                      <a:pt x="0" y="242"/>
                    </a:lnTo>
                    <a:lnTo>
                      <a:pt x="0" y="253"/>
                    </a:lnTo>
                    <a:lnTo>
                      <a:pt x="0" y="263"/>
                    </a:lnTo>
                    <a:lnTo>
                      <a:pt x="0" y="272"/>
                    </a:lnTo>
                    <a:lnTo>
                      <a:pt x="2" y="282"/>
                    </a:lnTo>
                    <a:lnTo>
                      <a:pt x="2" y="292"/>
                    </a:lnTo>
                    <a:lnTo>
                      <a:pt x="3" y="303"/>
                    </a:lnTo>
                    <a:lnTo>
                      <a:pt x="10" y="301"/>
                    </a:lnTo>
                    <a:lnTo>
                      <a:pt x="8" y="291"/>
                    </a:lnTo>
                    <a:lnTo>
                      <a:pt x="8" y="282"/>
                    </a:lnTo>
                    <a:lnTo>
                      <a:pt x="8" y="272"/>
                    </a:lnTo>
                    <a:lnTo>
                      <a:pt x="7" y="263"/>
                    </a:lnTo>
                    <a:lnTo>
                      <a:pt x="7" y="253"/>
                    </a:lnTo>
                    <a:lnTo>
                      <a:pt x="7" y="244"/>
                    </a:lnTo>
                    <a:lnTo>
                      <a:pt x="8" y="234"/>
                    </a:lnTo>
                    <a:lnTo>
                      <a:pt x="8" y="225"/>
                    </a:lnTo>
                    <a:lnTo>
                      <a:pt x="8" y="215"/>
                    </a:lnTo>
                    <a:lnTo>
                      <a:pt x="10" y="206"/>
                    </a:lnTo>
                    <a:lnTo>
                      <a:pt x="10" y="195"/>
                    </a:lnTo>
                    <a:lnTo>
                      <a:pt x="12" y="187"/>
                    </a:lnTo>
                    <a:lnTo>
                      <a:pt x="14" y="176"/>
                    </a:lnTo>
                    <a:lnTo>
                      <a:pt x="14" y="168"/>
                    </a:lnTo>
                    <a:lnTo>
                      <a:pt x="15" y="157"/>
                    </a:lnTo>
                    <a:lnTo>
                      <a:pt x="17" y="149"/>
                    </a:lnTo>
                    <a:lnTo>
                      <a:pt x="19" y="140"/>
                    </a:lnTo>
                    <a:lnTo>
                      <a:pt x="21" y="130"/>
                    </a:lnTo>
                    <a:lnTo>
                      <a:pt x="22" y="121"/>
                    </a:lnTo>
                    <a:lnTo>
                      <a:pt x="24" y="112"/>
                    </a:lnTo>
                    <a:lnTo>
                      <a:pt x="26" y="102"/>
                    </a:lnTo>
                    <a:lnTo>
                      <a:pt x="28" y="93"/>
                    </a:lnTo>
                    <a:lnTo>
                      <a:pt x="29" y="85"/>
                    </a:lnTo>
                    <a:lnTo>
                      <a:pt x="31" y="74"/>
                    </a:lnTo>
                    <a:lnTo>
                      <a:pt x="31" y="66"/>
                    </a:lnTo>
                    <a:lnTo>
                      <a:pt x="33" y="55"/>
                    </a:lnTo>
                    <a:lnTo>
                      <a:pt x="34" y="47"/>
                    </a:lnTo>
                    <a:lnTo>
                      <a:pt x="36" y="38"/>
                    </a:lnTo>
                    <a:lnTo>
                      <a:pt x="38" y="27"/>
                    </a:lnTo>
                    <a:lnTo>
                      <a:pt x="38" y="19"/>
                    </a:lnTo>
                    <a:lnTo>
                      <a:pt x="40" y="8"/>
                    </a:lnTo>
                    <a:lnTo>
                      <a:pt x="40" y="0"/>
                    </a:lnTo>
                    <a:lnTo>
                      <a:pt x="3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03" name="Google Shape;403;p10"/>
              <p:cNvSpPr/>
              <p:nvPr/>
            </p:nvSpPr>
            <p:spPr>
              <a:xfrm>
                <a:off x="4671" y="2012"/>
                <a:ext cx="19" cy="442"/>
              </a:xfrm>
              <a:custGeom>
                <a:rect b="b" l="l" r="r" t="t"/>
                <a:pathLst>
                  <a:path extrusionOk="0" h="442" w="19">
                    <a:moveTo>
                      <a:pt x="12" y="0"/>
                    </a:moveTo>
                    <a:lnTo>
                      <a:pt x="11" y="14"/>
                    </a:lnTo>
                    <a:lnTo>
                      <a:pt x="7" y="28"/>
                    </a:lnTo>
                    <a:lnTo>
                      <a:pt x="7" y="42"/>
                    </a:lnTo>
                    <a:lnTo>
                      <a:pt x="5" y="54"/>
                    </a:lnTo>
                    <a:lnTo>
                      <a:pt x="4" y="68"/>
                    </a:lnTo>
                    <a:lnTo>
                      <a:pt x="2" y="81"/>
                    </a:lnTo>
                    <a:lnTo>
                      <a:pt x="2" y="95"/>
                    </a:lnTo>
                    <a:lnTo>
                      <a:pt x="0" y="109"/>
                    </a:lnTo>
                    <a:lnTo>
                      <a:pt x="0" y="123"/>
                    </a:lnTo>
                    <a:lnTo>
                      <a:pt x="0" y="135"/>
                    </a:lnTo>
                    <a:lnTo>
                      <a:pt x="0" y="149"/>
                    </a:lnTo>
                    <a:lnTo>
                      <a:pt x="0" y="163"/>
                    </a:lnTo>
                    <a:lnTo>
                      <a:pt x="0" y="177"/>
                    </a:lnTo>
                    <a:lnTo>
                      <a:pt x="0" y="191"/>
                    </a:lnTo>
                    <a:lnTo>
                      <a:pt x="0" y="204"/>
                    </a:lnTo>
                    <a:lnTo>
                      <a:pt x="0" y="218"/>
                    </a:lnTo>
                    <a:lnTo>
                      <a:pt x="0" y="232"/>
                    </a:lnTo>
                    <a:lnTo>
                      <a:pt x="0" y="246"/>
                    </a:lnTo>
                    <a:lnTo>
                      <a:pt x="0" y="260"/>
                    </a:lnTo>
                    <a:lnTo>
                      <a:pt x="2" y="274"/>
                    </a:lnTo>
                    <a:lnTo>
                      <a:pt x="2" y="288"/>
                    </a:lnTo>
                    <a:lnTo>
                      <a:pt x="2" y="301"/>
                    </a:lnTo>
                    <a:lnTo>
                      <a:pt x="2" y="315"/>
                    </a:lnTo>
                    <a:lnTo>
                      <a:pt x="2" y="329"/>
                    </a:lnTo>
                    <a:lnTo>
                      <a:pt x="4" y="343"/>
                    </a:lnTo>
                    <a:lnTo>
                      <a:pt x="4" y="357"/>
                    </a:lnTo>
                    <a:lnTo>
                      <a:pt x="4" y="371"/>
                    </a:lnTo>
                    <a:lnTo>
                      <a:pt x="4" y="385"/>
                    </a:lnTo>
                    <a:lnTo>
                      <a:pt x="4" y="398"/>
                    </a:lnTo>
                    <a:lnTo>
                      <a:pt x="4" y="412"/>
                    </a:lnTo>
                    <a:lnTo>
                      <a:pt x="4" y="426"/>
                    </a:lnTo>
                    <a:lnTo>
                      <a:pt x="4" y="442"/>
                    </a:lnTo>
                    <a:lnTo>
                      <a:pt x="11" y="442"/>
                    </a:lnTo>
                    <a:lnTo>
                      <a:pt x="11" y="428"/>
                    </a:lnTo>
                    <a:lnTo>
                      <a:pt x="11" y="412"/>
                    </a:lnTo>
                    <a:lnTo>
                      <a:pt x="11" y="398"/>
                    </a:lnTo>
                    <a:lnTo>
                      <a:pt x="11" y="385"/>
                    </a:lnTo>
                    <a:lnTo>
                      <a:pt x="11" y="371"/>
                    </a:lnTo>
                    <a:lnTo>
                      <a:pt x="11" y="357"/>
                    </a:lnTo>
                    <a:lnTo>
                      <a:pt x="11" y="343"/>
                    </a:lnTo>
                    <a:lnTo>
                      <a:pt x="11" y="329"/>
                    </a:lnTo>
                    <a:lnTo>
                      <a:pt x="9" y="315"/>
                    </a:lnTo>
                    <a:lnTo>
                      <a:pt x="9" y="301"/>
                    </a:lnTo>
                    <a:lnTo>
                      <a:pt x="9" y="288"/>
                    </a:lnTo>
                    <a:lnTo>
                      <a:pt x="9" y="274"/>
                    </a:lnTo>
                    <a:lnTo>
                      <a:pt x="9" y="260"/>
                    </a:lnTo>
                    <a:lnTo>
                      <a:pt x="7" y="246"/>
                    </a:lnTo>
                    <a:lnTo>
                      <a:pt x="7" y="232"/>
                    </a:lnTo>
                    <a:lnTo>
                      <a:pt x="7" y="218"/>
                    </a:lnTo>
                    <a:lnTo>
                      <a:pt x="7" y="204"/>
                    </a:lnTo>
                    <a:lnTo>
                      <a:pt x="7" y="191"/>
                    </a:lnTo>
                    <a:lnTo>
                      <a:pt x="7" y="177"/>
                    </a:lnTo>
                    <a:lnTo>
                      <a:pt x="7" y="163"/>
                    </a:lnTo>
                    <a:lnTo>
                      <a:pt x="7" y="149"/>
                    </a:lnTo>
                    <a:lnTo>
                      <a:pt x="7" y="137"/>
                    </a:lnTo>
                    <a:lnTo>
                      <a:pt x="7" y="123"/>
                    </a:lnTo>
                    <a:lnTo>
                      <a:pt x="9" y="109"/>
                    </a:lnTo>
                    <a:lnTo>
                      <a:pt x="9" y="95"/>
                    </a:lnTo>
                    <a:lnTo>
                      <a:pt x="11" y="81"/>
                    </a:lnTo>
                    <a:lnTo>
                      <a:pt x="11" y="69"/>
                    </a:lnTo>
                    <a:lnTo>
                      <a:pt x="12" y="55"/>
                    </a:lnTo>
                    <a:lnTo>
                      <a:pt x="14" y="42"/>
                    </a:lnTo>
                    <a:lnTo>
                      <a:pt x="16" y="28"/>
                    </a:lnTo>
                    <a:lnTo>
                      <a:pt x="18" y="16"/>
                    </a:lnTo>
                    <a:lnTo>
                      <a:pt x="19" y="2"/>
                    </a:lnTo>
                    <a:lnTo>
                      <a:pt x="1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04" name="Google Shape;404;p10"/>
              <p:cNvSpPr/>
              <p:nvPr/>
            </p:nvSpPr>
            <p:spPr>
              <a:xfrm>
                <a:off x="4683" y="1955"/>
                <a:ext cx="18" cy="59"/>
              </a:xfrm>
              <a:custGeom>
                <a:rect b="b" l="l" r="r" t="t"/>
                <a:pathLst>
                  <a:path extrusionOk="0" h="59" w="18">
                    <a:moveTo>
                      <a:pt x="13" y="8"/>
                    </a:moveTo>
                    <a:lnTo>
                      <a:pt x="9" y="5"/>
                    </a:lnTo>
                    <a:lnTo>
                      <a:pt x="9" y="7"/>
                    </a:lnTo>
                    <a:lnTo>
                      <a:pt x="9" y="8"/>
                    </a:lnTo>
                    <a:lnTo>
                      <a:pt x="11" y="10"/>
                    </a:lnTo>
                    <a:lnTo>
                      <a:pt x="11" y="12"/>
                    </a:lnTo>
                    <a:lnTo>
                      <a:pt x="11" y="14"/>
                    </a:lnTo>
                    <a:lnTo>
                      <a:pt x="11" y="15"/>
                    </a:lnTo>
                    <a:lnTo>
                      <a:pt x="11" y="17"/>
                    </a:lnTo>
                    <a:lnTo>
                      <a:pt x="11" y="19"/>
                    </a:lnTo>
                    <a:lnTo>
                      <a:pt x="11" y="21"/>
                    </a:lnTo>
                    <a:lnTo>
                      <a:pt x="11" y="22"/>
                    </a:lnTo>
                    <a:lnTo>
                      <a:pt x="11" y="24"/>
                    </a:lnTo>
                    <a:lnTo>
                      <a:pt x="9" y="26"/>
                    </a:lnTo>
                    <a:lnTo>
                      <a:pt x="9" y="28"/>
                    </a:lnTo>
                    <a:lnTo>
                      <a:pt x="9" y="29"/>
                    </a:lnTo>
                    <a:lnTo>
                      <a:pt x="7" y="31"/>
                    </a:lnTo>
                    <a:lnTo>
                      <a:pt x="7" y="33"/>
                    </a:lnTo>
                    <a:lnTo>
                      <a:pt x="7" y="34"/>
                    </a:lnTo>
                    <a:lnTo>
                      <a:pt x="6" y="36"/>
                    </a:lnTo>
                    <a:lnTo>
                      <a:pt x="6" y="38"/>
                    </a:lnTo>
                    <a:lnTo>
                      <a:pt x="6" y="40"/>
                    </a:lnTo>
                    <a:lnTo>
                      <a:pt x="4" y="41"/>
                    </a:lnTo>
                    <a:lnTo>
                      <a:pt x="4" y="43"/>
                    </a:lnTo>
                    <a:lnTo>
                      <a:pt x="4" y="45"/>
                    </a:lnTo>
                    <a:lnTo>
                      <a:pt x="2" y="47"/>
                    </a:lnTo>
                    <a:lnTo>
                      <a:pt x="2" y="48"/>
                    </a:lnTo>
                    <a:lnTo>
                      <a:pt x="2" y="50"/>
                    </a:lnTo>
                    <a:lnTo>
                      <a:pt x="0" y="52"/>
                    </a:lnTo>
                    <a:lnTo>
                      <a:pt x="0" y="54"/>
                    </a:lnTo>
                    <a:lnTo>
                      <a:pt x="0" y="55"/>
                    </a:lnTo>
                    <a:lnTo>
                      <a:pt x="0" y="57"/>
                    </a:lnTo>
                    <a:lnTo>
                      <a:pt x="7" y="59"/>
                    </a:lnTo>
                    <a:lnTo>
                      <a:pt x="7" y="57"/>
                    </a:lnTo>
                    <a:lnTo>
                      <a:pt x="7" y="55"/>
                    </a:lnTo>
                    <a:lnTo>
                      <a:pt x="9" y="54"/>
                    </a:lnTo>
                    <a:lnTo>
                      <a:pt x="9" y="52"/>
                    </a:lnTo>
                    <a:lnTo>
                      <a:pt x="9" y="50"/>
                    </a:lnTo>
                    <a:lnTo>
                      <a:pt x="9" y="48"/>
                    </a:lnTo>
                    <a:lnTo>
                      <a:pt x="11" y="47"/>
                    </a:lnTo>
                    <a:lnTo>
                      <a:pt x="11" y="45"/>
                    </a:lnTo>
                    <a:lnTo>
                      <a:pt x="13" y="43"/>
                    </a:lnTo>
                    <a:lnTo>
                      <a:pt x="13" y="41"/>
                    </a:lnTo>
                    <a:lnTo>
                      <a:pt x="13" y="40"/>
                    </a:lnTo>
                    <a:lnTo>
                      <a:pt x="14" y="38"/>
                    </a:lnTo>
                    <a:lnTo>
                      <a:pt x="14" y="36"/>
                    </a:lnTo>
                    <a:lnTo>
                      <a:pt x="14" y="34"/>
                    </a:lnTo>
                    <a:lnTo>
                      <a:pt x="16" y="33"/>
                    </a:lnTo>
                    <a:lnTo>
                      <a:pt x="16" y="31"/>
                    </a:lnTo>
                    <a:lnTo>
                      <a:pt x="16" y="29"/>
                    </a:lnTo>
                    <a:lnTo>
                      <a:pt x="16" y="28"/>
                    </a:lnTo>
                    <a:lnTo>
                      <a:pt x="18" y="26"/>
                    </a:lnTo>
                    <a:lnTo>
                      <a:pt x="18" y="24"/>
                    </a:lnTo>
                    <a:lnTo>
                      <a:pt x="18" y="22"/>
                    </a:lnTo>
                    <a:lnTo>
                      <a:pt x="18" y="19"/>
                    </a:lnTo>
                    <a:lnTo>
                      <a:pt x="18" y="17"/>
                    </a:lnTo>
                    <a:lnTo>
                      <a:pt x="18" y="15"/>
                    </a:lnTo>
                    <a:lnTo>
                      <a:pt x="18" y="14"/>
                    </a:lnTo>
                    <a:lnTo>
                      <a:pt x="18" y="12"/>
                    </a:lnTo>
                    <a:lnTo>
                      <a:pt x="18" y="10"/>
                    </a:lnTo>
                    <a:lnTo>
                      <a:pt x="18" y="8"/>
                    </a:lnTo>
                    <a:lnTo>
                      <a:pt x="18" y="7"/>
                    </a:lnTo>
                    <a:lnTo>
                      <a:pt x="16" y="5"/>
                    </a:lnTo>
                    <a:lnTo>
                      <a:pt x="16" y="3"/>
                    </a:lnTo>
                    <a:lnTo>
                      <a:pt x="13" y="0"/>
                    </a:lnTo>
                    <a:lnTo>
                      <a:pt x="16" y="3"/>
                    </a:lnTo>
                    <a:lnTo>
                      <a:pt x="14" y="0"/>
                    </a:lnTo>
                    <a:lnTo>
                      <a:pt x="13" y="0"/>
                    </a:lnTo>
                    <a:lnTo>
                      <a:pt x="13"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05" name="Google Shape;405;p10"/>
              <p:cNvSpPr/>
              <p:nvPr/>
            </p:nvSpPr>
            <p:spPr>
              <a:xfrm>
                <a:off x="4675" y="1955"/>
                <a:ext cx="21" cy="36"/>
              </a:xfrm>
              <a:custGeom>
                <a:rect b="b" l="l" r="r" t="t"/>
                <a:pathLst>
                  <a:path extrusionOk="0" h="36" w="21">
                    <a:moveTo>
                      <a:pt x="7" y="34"/>
                    </a:moveTo>
                    <a:lnTo>
                      <a:pt x="7" y="36"/>
                    </a:lnTo>
                    <a:lnTo>
                      <a:pt x="7" y="34"/>
                    </a:lnTo>
                    <a:lnTo>
                      <a:pt x="7" y="33"/>
                    </a:lnTo>
                    <a:lnTo>
                      <a:pt x="8" y="33"/>
                    </a:lnTo>
                    <a:lnTo>
                      <a:pt x="8" y="31"/>
                    </a:lnTo>
                    <a:lnTo>
                      <a:pt x="8" y="29"/>
                    </a:lnTo>
                    <a:lnTo>
                      <a:pt x="8" y="28"/>
                    </a:lnTo>
                    <a:lnTo>
                      <a:pt x="10" y="28"/>
                    </a:lnTo>
                    <a:lnTo>
                      <a:pt x="10" y="26"/>
                    </a:lnTo>
                    <a:lnTo>
                      <a:pt x="10" y="24"/>
                    </a:lnTo>
                    <a:lnTo>
                      <a:pt x="10" y="22"/>
                    </a:lnTo>
                    <a:lnTo>
                      <a:pt x="10" y="21"/>
                    </a:lnTo>
                    <a:lnTo>
                      <a:pt x="10" y="19"/>
                    </a:lnTo>
                    <a:lnTo>
                      <a:pt x="12" y="17"/>
                    </a:lnTo>
                    <a:lnTo>
                      <a:pt x="12" y="15"/>
                    </a:lnTo>
                    <a:lnTo>
                      <a:pt x="12" y="14"/>
                    </a:lnTo>
                    <a:lnTo>
                      <a:pt x="12" y="12"/>
                    </a:lnTo>
                    <a:lnTo>
                      <a:pt x="14" y="12"/>
                    </a:lnTo>
                    <a:lnTo>
                      <a:pt x="14" y="10"/>
                    </a:lnTo>
                    <a:lnTo>
                      <a:pt x="15" y="10"/>
                    </a:lnTo>
                    <a:lnTo>
                      <a:pt x="15" y="8"/>
                    </a:lnTo>
                    <a:lnTo>
                      <a:pt x="17" y="8"/>
                    </a:lnTo>
                    <a:lnTo>
                      <a:pt x="19" y="8"/>
                    </a:lnTo>
                    <a:lnTo>
                      <a:pt x="21" y="8"/>
                    </a:lnTo>
                    <a:lnTo>
                      <a:pt x="21" y="0"/>
                    </a:lnTo>
                    <a:lnTo>
                      <a:pt x="19" y="0"/>
                    </a:lnTo>
                    <a:lnTo>
                      <a:pt x="17" y="2"/>
                    </a:lnTo>
                    <a:lnTo>
                      <a:pt x="15" y="2"/>
                    </a:lnTo>
                    <a:lnTo>
                      <a:pt x="14" y="2"/>
                    </a:lnTo>
                    <a:lnTo>
                      <a:pt x="12" y="2"/>
                    </a:lnTo>
                    <a:lnTo>
                      <a:pt x="12" y="3"/>
                    </a:lnTo>
                    <a:lnTo>
                      <a:pt x="10" y="3"/>
                    </a:lnTo>
                    <a:lnTo>
                      <a:pt x="8" y="5"/>
                    </a:lnTo>
                    <a:lnTo>
                      <a:pt x="8" y="7"/>
                    </a:lnTo>
                    <a:lnTo>
                      <a:pt x="7" y="7"/>
                    </a:lnTo>
                    <a:lnTo>
                      <a:pt x="7" y="8"/>
                    </a:lnTo>
                    <a:lnTo>
                      <a:pt x="7" y="10"/>
                    </a:lnTo>
                    <a:lnTo>
                      <a:pt x="5" y="10"/>
                    </a:lnTo>
                    <a:lnTo>
                      <a:pt x="5" y="12"/>
                    </a:lnTo>
                    <a:lnTo>
                      <a:pt x="5" y="14"/>
                    </a:lnTo>
                    <a:lnTo>
                      <a:pt x="3" y="15"/>
                    </a:lnTo>
                    <a:lnTo>
                      <a:pt x="3" y="17"/>
                    </a:lnTo>
                    <a:lnTo>
                      <a:pt x="3" y="19"/>
                    </a:lnTo>
                    <a:lnTo>
                      <a:pt x="3" y="21"/>
                    </a:lnTo>
                    <a:lnTo>
                      <a:pt x="3" y="22"/>
                    </a:lnTo>
                    <a:lnTo>
                      <a:pt x="3" y="24"/>
                    </a:lnTo>
                    <a:lnTo>
                      <a:pt x="1" y="26"/>
                    </a:lnTo>
                    <a:lnTo>
                      <a:pt x="1" y="28"/>
                    </a:lnTo>
                    <a:lnTo>
                      <a:pt x="1" y="29"/>
                    </a:lnTo>
                    <a:lnTo>
                      <a:pt x="1" y="31"/>
                    </a:lnTo>
                    <a:lnTo>
                      <a:pt x="0" y="31"/>
                    </a:lnTo>
                    <a:lnTo>
                      <a:pt x="0" y="33"/>
                    </a:lnTo>
                    <a:lnTo>
                      <a:pt x="0" y="31"/>
                    </a:lnTo>
                    <a:lnTo>
                      <a:pt x="0" y="33"/>
                    </a:lnTo>
                    <a:lnTo>
                      <a:pt x="7"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06" name="Google Shape;406;p10"/>
              <p:cNvSpPr/>
              <p:nvPr/>
            </p:nvSpPr>
            <p:spPr>
              <a:xfrm>
                <a:off x="4614" y="1988"/>
                <a:ext cx="68" cy="202"/>
              </a:xfrm>
              <a:custGeom>
                <a:rect b="b" l="l" r="r" t="t"/>
                <a:pathLst>
                  <a:path extrusionOk="0" h="202" w="68">
                    <a:moveTo>
                      <a:pt x="7" y="202"/>
                    </a:moveTo>
                    <a:lnTo>
                      <a:pt x="10" y="197"/>
                    </a:lnTo>
                    <a:lnTo>
                      <a:pt x="14" y="192"/>
                    </a:lnTo>
                    <a:lnTo>
                      <a:pt x="17" y="185"/>
                    </a:lnTo>
                    <a:lnTo>
                      <a:pt x="21" y="180"/>
                    </a:lnTo>
                    <a:lnTo>
                      <a:pt x="24" y="175"/>
                    </a:lnTo>
                    <a:lnTo>
                      <a:pt x="28" y="168"/>
                    </a:lnTo>
                    <a:lnTo>
                      <a:pt x="31" y="163"/>
                    </a:lnTo>
                    <a:lnTo>
                      <a:pt x="33" y="157"/>
                    </a:lnTo>
                    <a:lnTo>
                      <a:pt x="36" y="150"/>
                    </a:lnTo>
                    <a:lnTo>
                      <a:pt x="38" y="144"/>
                    </a:lnTo>
                    <a:lnTo>
                      <a:pt x="40" y="138"/>
                    </a:lnTo>
                    <a:lnTo>
                      <a:pt x="43" y="131"/>
                    </a:lnTo>
                    <a:lnTo>
                      <a:pt x="45" y="126"/>
                    </a:lnTo>
                    <a:lnTo>
                      <a:pt x="47" y="119"/>
                    </a:lnTo>
                    <a:lnTo>
                      <a:pt x="49" y="112"/>
                    </a:lnTo>
                    <a:lnTo>
                      <a:pt x="50" y="107"/>
                    </a:lnTo>
                    <a:lnTo>
                      <a:pt x="52" y="100"/>
                    </a:lnTo>
                    <a:lnTo>
                      <a:pt x="54" y="93"/>
                    </a:lnTo>
                    <a:lnTo>
                      <a:pt x="54" y="88"/>
                    </a:lnTo>
                    <a:lnTo>
                      <a:pt x="56" y="81"/>
                    </a:lnTo>
                    <a:lnTo>
                      <a:pt x="57" y="74"/>
                    </a:lnTo>
                    <a:lnTo>
                      <a:pt x="57" y="67"/>
                    </a:lnTo>
                    <a:lnTo>
                      <a:pt x="59" y="60"/>
                    </a:lnTo>
                    <a:lnTo>
                      <a:pt x="61" y="55"/>
                    </a:lnTo>
                    <a:lnTo>
                      <a:pt x="61" y="48"/>
                    </a:lnTo>
                    <a:lnTo>
                      <a:pt x="62" y="41"/>
                    </a:lnTo>
                    <a:lnTo>
                      <a:pt x="62" y="34"/>
                    </a:lnTo>
                    <a:lnTo>
                      <a:pt x="64" y="27"/>
                    </a:lnTo>
                    <a:lnTo>
                      <a:pt x="64" y="21"/>
                    </a:lnTo>
                    <a:lnTo>
                      <a:pt x="66" y="15"/>
                    </a:lnTo>
                    <a:lnTo>
                      <a:pt x="68" y="8"/>
                    </a:lnTo>
                    <a:lnTo>
                      <a:pt x="68" y="1"/>
                    </a:lnTo>
                    <a:lnTo>
                      <a:pt x="61" y="0"/>
                    </a:lnTo>
                    <a:lnTo>
                      <a:pt x="59" y="7"/>
                    </a:lnTo>
                    <a:lnTo>
                      <a:pt x="59" y="14"/>
                    </a:lnTo>
                    <a:lnTo>
                      <a:pt x="57" y="21"/>
                    </a:lnTo>
                    <a:lnTo>
                      <a:pt x="57" y="27"/>
                    </a:lnTo>
                    <a:lnTo>
                      <a:pt x="56" y="33"/>
                    </a:lnTo>
                    <a:lnTo>
                      <a:pt x="56" y="40"/>
                    </a:lnTo>
                    <a:lnTo>
                      <a:pt x="54" y="46"/>
                    </a:lnTo>
                    <a:lnTo>
                      <a:pt x="54" y="53"/>
                    </a:lnTo>
                    <a:lnTo>
                      <a:pt x="52" y="60"/>
                    </a:lnTo>
                    <a:lnTo>
                      <a:pt x="50" y="66"/>
                    </a:lnTo>
                    <a:lnTo>
                      <a:pt x="50" y="72"/>
                    </a:lnTo>
                    <a:lnTo>
                      <a:pt x="49" y="79"/>
                    </a:lnTo>
                    <a:lnTo>
                      <a:pt x="47" y="86"/>
                    </a:lnTo>
                    <a:lnTo>
                      <a:pt x="45" y="92"/>
                    </a:lnTo>
                    <a:lnTo>
                      <a:pt x="45" y="98"/>
                    </a:lnTo>
                    <a:lnTo>
                      <a:pt x="43" y="105"/>
                    </a:lnTo>
                    <a:lnTo>
                      <a:pt x="42" y="111"/>
                    </a:lnTo>
                    <a:lnTo>
                      <a:pt x="40" y="118"/>
                    </a:lnTo>
                    <a:lnTo>
                      <a:pt x="38" y="124"/>
                    </a:lnTo>
                    <a:lnTo>
                      <a:pt x="36" y="130"/>
                    </a:lnTo>
                    <a:lnTo>
                      <a:pt x="33" y="137"/>
                    </a:lnTo>
                    <a:lnTo>
                      <a:pt x="31" y="142"/>
                    </a:lnTo>
                    <a:lnTo>
                      <a:pt x="30" y="147"/>
                    </a:lnTo>
                    <a:lnTo>
                      <a:pt x="26" y="154"/>
                    </a:lnTo>
                    <a:lnTo>
                      <a:pt x="24" y="159"/>
                    </a:lnTo>
                    <a:lnTo>
                      <a:pt x="21" y="164"/>
                    </a:lnTo>
                    <a:lnTo>
                      <a:pt x="19" y="171"/>
                    </a:lnTo>
                    <a:lnTo>
                      <a:pt x="16" y="176"/>
                    </a:lnTo>
                    <a:lnTo>
                      <a:pt x="12" y="182"/>
                    </a:lnTo>
                    <a:lnTo>
                      <a:pt x="9" y="187"/>
                    </a:lnTo>
                    <a:lnTo>
                      <a:pt x="5" y="192"/>
                    </a:lnTo>
                    <a:lnTo>
                      <a:pt x="0" y="197"/>
                    </a:lnTo>
                    <a:lnTo>
                      <a:pt x="7" y="20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07" name="Google Shape;407;p10"/>
              <p:cNvSpPr/>
              <p:nvPr/>
            </p:nvSpPr>
            <p:spPr>
              <a:xfrm>
                <a:off x="4498" y="2185"/>
                <a:ext cx="123" cy="108"/>
              </a:xfrm>
              <a:custGeom>
                <a:rect b="b" l="l" r="r" t="t"/>
                <a:pathLst>
                  <a:path extrusionOk="0" h="108" w="123">
                    <a:moveTo>
                      <a:pt x="3" y="108"/>
                    </a:moveTo>
                    <a:lnTo>
                      <a:pt x="5" y="106"/>
                    </a:lnTo>
                    <a:lnTo>
                      <a:pt x="9" y="104"/>
                    </a:lnTo>
                    <a:lnTo>
                      <a:pt x="12" y="101"/>
                    </a:lnTo>
                    <a:lnTo>
                      <a:pt x="15" y="99"/>
                    </a:lnTo>
                    <a:lnTo>
                      <a:pt x="19" y="95"/>
                    </a:lnTo>
                    <a:lnTo>
                      <a:pt x="24" y="92"/>
                    </a:lnTo>
                    <a:lnTo>
                      <a:pt x="28" y="90"/>
                    </a:lnTo>
                    <a:lnTo>
                      <a:pt x="31" y="87"/>
                    </a:lnTo>
                    <a:lnTo>
                      <a:pt x="35" y="85"/>
                    </a:lnTo>
                    <a:lnTo>
                      <a:pt x="38" y="82"/>
                    </a:lnTo>
                    <a:lnTo>
                      <a:pt x="43" y="78"/>
                    </a:lnTo>
                    <a:lnTo>
                      <a:pt x="47" y="76"/>
                    </a:lnTo>
                    <a:lnTo>
                      <a:pt x="50" y="73"/>
                    </a:lnTo>
                    <a:lnTo>
                      <a:pt x="54" y="70"/>
                    </a:lnTo>
                    <a:lnTo>
                      <a:pt x="57" y="68"/>
                    </a:lnTo>
                    <a:lnTo>
                      <a:pt x="62" y="64"/>
                    </a:lnTo>
                    <a:lnTo>
                      <a:pt x="66" y="61"/>
                    </a:lnTo>
                    <a:lnTo>
                      <a:pt x="69" y="57"/>
                    </a:lnTo>
                    <a:lnTo>
                      <a:pt x="73" y="56"/>
                    </a:lnTo>
                    <a:lnTo>
                      <a:pt x="76" y="52"/>
                    </a:lnTo>
                    <a:lnTo>
                      <a:pt x="80" y="49"/>
                    </a:lnTo>
                    <a:lnTo>
                      <a:pt x="85" y="45"/>
                    </a:lnTo>
                    <a:lnTo>
                      <a:pt x="88" y="42"/>
                    </a:lnTo>
                    <a:lnTo>
                      <a:pt x="92" y="38"/>
                    </a:lnTo>
                    <a:lnTo>
                      <a:pt x="95" y="35"/>
                    </a:lnTo>
                    <a:lnTo>
                      <a:pt x="99" y="31"/>
                    </a:lnTo>
                    <a:lnTo>
                      <a:pt x="102" y="28"/>
                    </a:lnTo>
                    <a:lnTo>
                      <a:pt x="106" y="24"/>
                    </a:lnTo>
                    <a:lnTo>
                      <a:pt x="109" y="21"/>
                    </a:lnTo>
                    <a:lnTo>
                      <a:pt x="113" y="18"/>
                    </a:lnTo>
                    <a:lnTo>
                      <a:pt x="116" y="12"/>
                    </a:lnTo>
                    <a:lnTo>
                      <a:pt x="119" y="9"/>
                    </a:lnTo>
                    <a:lnTo>
                      <a:pt x="123" y="5"/>
                    </a:lnTo>
                    <a:lnTo>
                      <a:pt x="116" y="0"/>
                    </a:lnTo>
                    <a:lnTo>
                      <a:pt x="113" y="4"/>
                    </a:lnTo>
                    <a:lnTo>
                      <a:pt x="111" y="9"/>
                    </a:lnTo>
                    <a:lnTo>
                      <a:pt x="107" y="12"/>
                    </a:lnTo>
                    <a:lnTo>
                      <a:pt x="104" y="16"/>
                    </a:lnTo>
                    <a:lnTo>
                      <a:pt x="100" y="19"/>
                    </a:lnTo>
                    <a:lnTo>
                      <a:pt x="97" y="23"/>
                    </a:lnTo>
                    <a:lnTo>
                      <a:pt x="93" y="26"/>
                    </a:lnTo>
                    <a:lnTo>
                      <a:pt x="90" y="30"/>
                    </a:lnTo>
                    <a:lnTo>
                      <a:pt x="87" y="33"/>
                    </a:lnTo>
                    <a:lnTo>
                      <a:pt x="83" y="37"/>
                    </a:lnTo>
                    <a:lnTo>
                      <a:pt x="80" y="40"/>
                    </a:lnTo>
                    <a:lnTo>
                      <a:pt x="76" y="44"/>
                    </a:lnTo>
                    <a:lnTo>
                      <a:pt x="73" y="47"/>
                    </a:lnTo>
                    <a:lnTo>
                      <a:pt x="67" y="49"/>
                    </a:lnTo>
                    <a:lnTo>
                      <a:pt x="64" y="52"/>
                    </a:lnTo>
                    <a:lnTo>
                      <a:pt x="61" y="56"/>
                    </a:lnTo>
                    <a:lnTo>
                      <a:pt x="57" y="59"/>
                    </a:lnTo>
                    <a:lnTo>
                      <a:pt x="54" y="61"/>
                    </a:lnTo>
                    <a:lnTo>
                      <a:pt x="50" y="64"/>
                    </a:lnTo>
                    <a:lnTo>
                      <a:pt x="45" y="68"/>
                    </a:lnTo>
                    <a:lnTo>
                      <a:pt x="41" y="70"/>
                    </a:lnTo>
                    <a:lnTo>
                      <a:pt x="38" y="73"/>
                    </a:lnTo>
                    <a:lnTo>
                      <a:pt x="35" y="76"/>
                    </a:lnTo>
                    <a:lnTo>
                      <a:pt x="31" y="78"/>
                    </a:lnTo>
                    <a:lnTo>
                      <a:pt x="28" y="82"/>
                    </a:lnTo>
                    <a:lnTo>
                      <a:pt x="22" y="85"/>
                    </a:lnTo>
                    <a:lnTo>
                      <a:pt x="19" y="87"/>
                    </a:lnTo>
                    <a:lnTo>
                      <a:pt x="15" y="90"/>
                    </a:lnTo>
                    <a:lnTo>
                      <a:pt x="12" y="92"/>
                    </a:lnTo>
                    <a:lnTo>
                      <a:pt x="9" y="95"/>
                    </a:lnTo>
                    <a:lnTo>
                      <a:pt x="5" y="97"/>
                    </a:lnTo>
                    <a:lnTo>
                      <a:pt x="0" y="101"/>
                    </a:lnTo>
                    <a:lnTo>
                      <a:pt x="2" y="99"/>
                    </a:lnTo>
                    <a:lnTo>
                      <a:pt x="3" y="108"/>
                    </a:lnTo>
                    <a:lnTo>
                      <a:pt x="5" y="106"/>
                    </a:lnTo>
                    <a:lnTo>
                      <a:pt x="3" y="10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08" name="Google Shape;408;p10"/>
              <p:cNvSpPr/>
              <p:nvPr/>
            </p:nvSpPr>
            <p:spPr>
              <a:xfrm>
                <a:off x="4442" y="2249"/>
                <a:ext cx="59" cy="44"/>
              </a:xfrm>
              <a:custGeom>
                <a:rect b="b" l="l" r="r" t="t"/>
                <a:pathLst>
                  <a:path extrusionOk="0" h="44" w="59">
                    <a:moveTo>
                      <a:pt x="0" y="7"/>
                    </a:moveTo>
                    <a:lnTo>
                      <a:pt x="0" y="6"/>
                    </a:lnTo>
                    <a:lnTo>
                      <a:pt x="2" y="7"/>
                    </a:lnTo>
                    <a:lnTo>
                      <a:pt x="4" y="9"/>
                    </a:lnTo>
                    <a:lnTo>
                      <a:pt x="4" y="11"/>
                    </a:lnTo>
                    <a:lnTo>
                      <a:pt x="6" y="12"/>
                    </a:lnTo>
                    <a:lnTo>
                      <a:pt x="7" y="14"/>
                    </a:lnTo>
                    <a:lnTo>
                      <a:pt x="9" y="16"/>
                    </a:lnTo>
                    <a:lnTo>
                      <a:pt x="11" y="16"/>
                    </a:lnTo>
                    <a:lnTo>
                      <a:pt x="13" y="18"/>
                    </a:lnTo>
                    <a:lnTo>
                      <a:pt x="14" y="19"/>
                    </a:lnTo>
                    <a:lnTo>
                      <a:pt x="16" y="21"/>
                    </a:lnTo>
                    <a:lnTo>
                      <a:pt x="18" y="23"/>
                    </a:lnTo>
                    <a:lnTo>
                      <a:pt x="19" y="25"/>
                    </a:lnTo>
                    <a:lnTo>
                      <a:pt x="21" y="26"/>
                    </a:lnTo>
                    <a:lnTo>
                      <a:pt x="23" y="28"/>
                    </a:lnTo>
                    <a:lnTo>
                      <a:pt x="25" y="30"/>
                    </a:lnTo>
                    <a:lnTo>
                      <a:pt x="26" y="31"/>
                    </a:lnTo>
                    <a:lnTo>
                      <a:pt x="28" y="33"/>
                    </a:lnTo>
                    <a:lnTo>
                      <a:pt x="30" y="35"/>
                    </a:lnTo>
                    <a:lnTo>
                      <a:pt x="32" y="35"/>
                    </a:lnTo>
                    <a:lnTo>
                      <a:pt x="33" y="37"/>
                    </a:lnTo>
                    <a:lnTo>
                      <a:pt x="35" y="38"/>
                    </a:lnTo>
                    <a:lnTo>
                      <a:pt x="37" y="38"/>
                    </a:lnTo>
                    <a:lnTo>
                      <a:pt x="39" y="40"/>
                    </a:lnTo>
                    <a:lnTo>
                      <a:pt x="42" y="42"/>
                    </a:lnTo>
                    <a:lnTo>
                      <a:pt x="44" y="42"/>
                    </a:lnTo>
                    <a:lnTo>
                      <a:pt x="45" y="42"/>
                    </a:lnTo>
                    <a:lnTo>
                      <a:pt x="47" y="44"/>
                    </a:lnTo>
                    <a:lnTo>
                      <a:pt x="51" y="44"/>
                    </a:lnTo>
                    <a:lnTo>
                      <a:pt x="52" y="44"/>
                    </a:lnTo>
                    <a:lnTo>
                      <a:pt x="54" y="44"/>
                    </a:lnTo>
                    <a:lnTo>
                      <a:pt x="58" y="44"/>
                    </a:lnTo>
                    <a:lnTo>
                      <a:pt x="59" y="44"/>
                    </a:lnTo>
                    <a:lnTo>
                      <a:pt x="58" y="35"/>
                    </a:lnTo>
                    <a:lnTo>
                      <a:pt x="56" y="37"/>
                    </a:lnTo>
                    <a:lnTo>
                      <a:pt x="54" y="37"/>
                    </a:lnTo>
                    <a:lnTo>
                      <a:pt x="52" y="37"/>
                    </a:lnTo>
                    <a:lnTo>
                      <a:pt x="51" y="37"/>
                    </a:lnTo>
                    <a:lnTo>
                      <a:pt x="49" y="35"/>
                    </a:lnTo>
                    <a:lnTo>
                      <a:pt x="47" y="35"/>
                    </a:lnTo>
                    <a:lnTo>
                      <a:pt x="45" y="35"/>
                    </a:lnTo>
                    <a:lnTo>
                      <a:pt x="44" y="35"/>
                    </a:lnTo>
                    <a:lnTo>
                      <a:pt x="42" y="33"/>
                    </a:lnTo>
                    <a:lnTo>
                      <a:pt x="40" y="33"/>
                    </a:lnTo>
                    <a:lnTo>
                      <a:pt x="39" y="31"/>
                    </a:lnTo>
                    <a:lnTo>
                      <a:pt x="37" y="31"/>
                    </a:lnTo>
                    <a:lnTo>
                      <a:pt x="35" y="30"/>
                    </a:lnTo>
                    <a:lnTo>
                      <a:pt x="33" y="28"/>
                    </a:lnTo>
                    <a:lnTo>
                      <a:pt x="32" y="26"/>
                    </a:lnTo>
                    <a:lnTo>
                      <a:pt x="30" y="26"/>
                    </a:lnTo>
                    <a:lnTo>
                      <a:pt x="30" y="25"/>
                    </a:lnTo>
                    <a:lnTo>
                      <a:pt x="28" y="23"/>
                    </a:lnTo>
                    <a:lnTo>
                      <a:pt x="26" y="21"/>
                    </a:lnTo>
                    <a:lnTo>
                      <a:pt x="25" y="19"/>
                    </a:lnTo>
                    <a:lnTo>
                      <a:pt x="23" y="18"/>
                    </a:lnTo>
                    <a:lnTo>
                      <a:pt x="21" y="16"/>
                    </a:lnTo>
                    <a:lnTo>
                      <a:pt x="19" y="14"/>
                    </a:lnTo>
                    <a:lnTo>
                      <a:pt x="18" y="12"/>
                    </a:lnTo>
                    <a:lnTo>
                      <a:pt x="16" y="12"/>
                    </a:lnTo>
                    <a:lnTo>
                      <a:pt x="14" y="11"/>
                    </a:lnTo>
                    <a:lnTo>
                      <a:pt x="13" y="9"/>
                    </a:lnTo>
                    <a:lnTo>
                      <a:pt x="11" y="7"/>
                    </a:lnTo>
                    <a:lnTo>
                      <a:pt x="9" y="6"/>
                    </a:lnTo>
                    <a:lnTo>
                      <a:pt x="7" y="4"/>
                    </a:lnTo>
                    <a:lnTo>
                      <a:pt x="6" y="2"/>
                    </a:lnTo>
                    <a:lnTo>
                      <a:pt x="4"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09" name="Google Shape;409;p10"/>
              <p:cNvSpPr/>
              <p:nvPr/>
            </p:nvSpPr>
            <p:spPr>
              <a:xfrm>
                <a:off x="4255" y="2015"/>
                <a:ext cx="191" cy="241"/>
              </a:xfrm>
              <a:custGeom>
                <a:rect b="b" l="l" r="r" t="t"/>
                <a:pathLst>
                  <a:path extrusionOk="0" h="241" w="191">
                    <a:moveTo>
                      <a:pt x="0" y="2"/>
                    </a:moveTo>
                    <a:lnTo>
                      <a:pt x="0" y="4"/>
                    </a:lnTo>
                    <a:lnTo>
                      <a:pt x="5" y="11"/>
                    </a:lnTo>
                    <a:lnTo>
                      <a:pt x="12" y="19"/>
                    </a:lnTo>
                    <a:lnTo>
                      <a:pt x="17" y="26"/>
                    </a:lnTo>
                    <a:lnTo>
                      <a:pt x="23" y="35"/>
                    </a:lnTo>
                    <a:lnTo>
                      <a:pt x="26" y="42"/>
                    </a:lnTo>
                    <a:lnTo>
                      <a:pt x="31" y="49"/>
                    </a:lnTo>
                    <a:lnTo>
                      <a:pt x="37" y="58"/>
                    </a:lnTo>
                    <a:lnTo>
                      <a:pt x="42" y="65"/>
                    </a:lnTo>
                    <a:lnTo>
                      <a:pt x="47" y="73"/>
                    </a:lnTo>
                    <a:lnTo>
                      <a:pt x="52" y="82"/>
                    </a:lnTo>
                    <a:lnTo>
                      <a:pt x="57" y="89"/>
                    </a:lnTo>
                    <a:lnTo>
                      <a:pt x="63" y="97"/>
                    </a:lnTo>
                    <a:lnTo>
                      <a:pt x="66" y="104"/>
                    </a:lnTo>
                    <a:lnTo>
                      <a:pt x="71" y="113"/>
                    </a:lnTo>
                    <a:lnTo>
                      <a:pt x="76" y="120"/>
                    </a:lnTo>
                    <a:lnTo>
                      <a:pt x="82" y="129"/>
                    </a:lnTo>
                    <a:lnTo>
                      <a:pt x="87" y="136"/>
                    </a:lnTo>
                    <a:lnTo>
                      <a:pt x="92" y="144"/>
                    </a:lnTo>
                    <a:lnTo>
                      <a:pt x="99" y="151"/>
                    </a:lnTo>
                    <a:lnTo>
                      <a:pt x="104" y="158"/>
                    </a:lnTo>
                    <a:lnTo>
                      <a:pt x="109" y="167"/>
                    </a:lnTo>
                    <a:lnTo>
                      <a:pt x="116" y="174"/>
                    </a:lnTo>
                    <a:lnTo>
                      <a:pt x="121" y="181"/>
                    </a:lnTo>
                    <a:lnTo>
                      <a:pt x="128" y="188"/>
                    </a:lnTo>
                    <a:lnTo>
                      <a:pt x="134" y="194"/>
                    </a:lnTo>
                    <a:lnTo>
                      <a:pt x="141" y="201"/>
                    </a:lnTo>
                    <a:lnTo>
                      <a:pt x="147" y="208"/>
                    </a:lnTo>
                    <a:lnTo>
                      <a:pt x="156" y="215"/>
                    </a:lnTo>
                    <a:lnTo>
                      <a:pt x="163" y="222"/>
                    </a:lnTo>
                    <a:lnTo>
                      <a:pt x="170" y="227"/>
                    </a:lnTo>
                    <a:lnTo>
                      <a:pt x="179" y="234"/>
                    </a:lnTo>
                    <a:lnTo>
                      <a:pt x="187" y="241"/>
                    </a:lnTo>
                    <a:lnTo>
                      <a:pt x="191" y="234"/>
                    </a:lnTo>
                    <a:lnTo>
                      <a:pt x="182" y="229"/>
                    </a:lnTo>
                    <a:lnTo>
                      <a:pt x="175" y="222"/>
                    </a:lnTo>
                    <a:lnTo>
                      <a:pt x="168" y="217"/>
                    </a:lnTo>
                    <a:lnTo>
                      <a:pt x="160" y="210"/>
                    </a:lnTo>
                    <a:lnTo>
                      <a:pt x="153" y="203"/>
                    </a:lnTo>
                    <a:lnTo>
                      <a:pt x="146" y="196"/>
                    </a:lnTo>
                    <a:lnTo>
                      <a:pt x="139" y="189"/>
                    </a:lnTo>
                    <a:lnTo>
                      <a:pt x="134" y="182"/>
                    </a:lnTo>
                    <a:lnTo>
                      <a:pt x="127" y="175"/>
                    </a:lnTo>
                    <a:lnTo>
                      <a:pt x="121" y="168"/>
                    </a:lnTo>
                    <a:lnTo>
                      <a:pt x="115" y="162"/>
                    </a:lnTo>
                    <a:lnTo>
                      <a:pt x="109" y="155"/>
                    </a:lnTo>
                    <a:lnTo>
                      <a:pt x="104" y="146"/>
                    </a:lnTo>
                    <a:lnTo>
                      <a:pt x="99" y="139"/>
                    </a:lnTo>
                    <a:lnTo>
                      <a:pt x="94" y="132"/>
                    </a:lnTo>
                    <a:lnTo>
                      <a:pt x="89" y="123"/>
                    </a:lnTo>
                    <a:lnTo>
                      <a:pt x="83" y="117"/>
                    </a:lnTo>
                    <a:lnTo>
                      <a:pt x="78" y="108"/>
                    </a:lnTo>
                    <a:lnTo>
                      <a:pt x="73" y="101"/>
                    </a:lnTo>
                    <a:lnTo>
                      <a:pt x="68" y="92"/>
                    </a:lnTo>
                    <a:lnTo>
                      <a:pt x="63" y="85"/>
                    </a:lnTo>
                    <a:lnTo>
                      <a:pt x="57" y="77"/>
                    </a:lnTo>
                    <a:lnTo>
                      <a:pt x="54" y="70"/>
                    </a:lnTo>
                    <a:lnTo>
                      <a:pt x="49" y="61"/>
                    </a:lnTo>
                    <a:lnTo>
                      <a:pt x="43" y="54"/>
                    </a:lnTo>
                    <a:lnTo>
                      <a:pt x="38" y="45"/>
                    </a:lnTo>
                    <a:lnTo>
                      <a:pt x="33" y="39"/>
                    </a:lnTo>
                    <a:lnTo>
                      <a:pt x="28" y="30"/>
                    </a:lnTo>
                    <a:lnTo>
                      <a:pt x="23" y="23"/>
                    </a:lnTo>
                    <a:lnTo>
                      <a:pt x="17" y="14"/>
                    </a:lnTo>
                    <a:lnTo>
                      <a:pt x="12" y="7"/>
                    </a:lnTo>
                    <a:lnTo>
                      <a:pt x="7" y="0"/>
                    </a:lnTo>
                    <a:lnTo>
                      <a:pt x="7" y="2"/>
                    </a:lnTo>
                    <a:lnTo>
                      <a:pt x="0" y="2"/>
                    </a:lnTo>
                    <a:lnTo>
                      <a:pt x="0" y="4"/>
                    </a:lnTo>
                    <a:lnTo>
                      <a:pt x="0"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10" name="Google Shape;410;p10"/>
              <p:cNvSpPr/>
              <p:nvPr/>
            </p:nvSpPr>
            <p:spPr>
              <a:xfrm>
                <a:off x="4255" y="1974"/>
                <a:ext cx="24" cy="43"/>
              </a:xfrm>
              <a:custGeom>
                <a:rect b="b" l="l" r="r" t="t"/>
                <a:pathLst>
                  <a:path extrusionOk="0" h="43" w="24">
                    <a:moveTo>
                      <a:pt x="23" y="3"/>
                    </a:moveTo>
                    <a:lnTo>
                      <a:pt x="17" y="5"/>
                    </a:lnTo>
                    <a:lnTo>
                      <a:pt x="16" y="7"/>
                    </a:lnTo>
                    <a:lnTo>
                      <a:pt x="16" y="9"/>
                    </a:lnTo>
                    <a:lnTo>
                      <a:pt x="16" y="10"/>
                    </a:lnTo>
                    <a:lnTo>
                      <a:pt x="14" y="10"/>
                    </a:lnTo>
                    <a:lnTo>
                      <a:pt x="14" y="12"/>
                    </a:lnTo>
                    <a:lnTo>
                      <a:pt x="12" y="14"/>
                    </a:lnTo>
                    <a:lnTo>
                      <a:pt x="12" y="15"/>
                    </a:lnTo>
                    <a:lnTo>
                      <a:pt x="11" y="17"/>
                    </a:lnTo>
                    <a:lnTo>
                      <a:pt x="9" y="19"/>
                    </a:lnTo>
                    <a:lnTo>
                      <a:pt x="9" y="21"/>
                    </a:lnTo>
                    <a:lnTo>
                      <a:pt x="7" y="22"/>
                    </a:lnTo>
                    <a:lnTo>
                      <a:pt x="5" y="24"/>
                    </a:lnTo>
                    <a:lnTo>
                      <a:pt x="5" y="26"/>
                    </a:lnTo>
                    <a:lnTo>
                      <a:pt x="4" y="28"/>
                    </a:lnTo>
                    <a:lnTo>
                      <a:pt x="4" y="29"/>
                    </a:lnTo>
                    <a:lnTo>
                      <a:pt x="2" y="31"/>
                    </a:lnTo>
                    <a:lnTo>
                      <a:pt x="2" y="33"/>
                    </a:lnTo>
                    <a:lnTo>
                      <a:pt x="2" y="35"/>
                    </a:lnTo>
                    <a:lnTo>
                      <a:pt x="0" y="36"/>
                    </a:lnTo>
                    <a:lnTo>
                      <a:pt x="0" y="38"/>
                    </a:lnTo>
                    <a:lnTo>
                      <a:pt x="0" y="40"/>
                    </a:lnTo>
                    <a:lnTo>
                      <a:pt x="0" y="41"/>
                    </a:lnTo>
                    <a:lnTo>
                      <a:pt x="0" y="43"/>
                    </a:lnTo>
                    <a:lnTo>
                      <a:pt x="7" y="43"/>
                    </a:lnTo>
                    <a:lnTo>
                      <a:pt x="7" y="41"/>
                    </a:lnTo>
                    <a:lnTo>
                      <a:pt x="7" y="40"/>
                    </a:lnTo>
                    <a:lnTo>
                      <a:pt x="7" y="38"/>
                    </a:lnTo>
                    <a:lnTo>
                      <a:pt x="9" y="36"/>
                    </a:lnTo>
                    <a:lnTo>
                      <a:pt x="9" y="35"/>
                    </a:lnTo>
                    <a:lnTo>
                      <a:pt x="9" y="33"/>
                    </a:lnTo>
                    <a:lnTo>
                      <a:pt x="11" y="33"/>
                    </a:lnTo>
                    <a:lnTo>
                      <a:pt x="11" y="31"/>
                    </a:lnTo>
                    <a:lnTo>
                      <a:pt x="11" y="29"/>
                    </a:lnTo>
                    <a:lnTo>
                      <a:pt x="12" y="29"/>
                    </a:lnTo>
                    <a:lnTo>
                      <a:pt x="12" y="28"/>
                    </a:lnTo>
                    <a:lnTo>
                      <a:pt x="14" y="26"/>
                    </a:lnTo>
                    <a:lnTo>
                      <a:pt x="14" y="24"/>
                    </a:lnTo>
                    <a:lnTo>
                      <a:pt x="16" y="24"/>
                    </a:lnTo>
                    <a:lnTo>
                      <a:pt x="16" y="22"/>
                    </a:lnTo>
                    <a:lnTo>
                      <a:pt x="16" y="21"/>
                    </a:lnTo>
                    <a:lnTo>
                      <a:pt x="17" y="21"/>
                    </a:lnTo>
                    <a:lnTo>
                      <a:pt x="17" y="19"/>
                    </a:lnTo>
                    <a:lnTo>
                      <a:pt x="19" y="19"/>
                    </a:lnTo>
                    <a:lnTo>
                      <a:pt x="19" y="17"/>
                    </a:lnTo>
                    <a:lnTo>
                      <a:pt x="19" y="15"/>
                    </a:lnTo>
                    <a:lnTo>
                      <a:pt x="21" y="15"/>
                    </a:lnTo>
                    <a:lnTo>
                      <a:pt x="21" y="14"/>
                    </a:lnTo>
                    <a:lnTo>
                      <a:pt x="23" y="12"/>
                    </a:lnTo>
                    <a:lnTo>
                      <a:pt x="23" y="10"/>
                    </a:lnTo>
                    <a:lnTo>
                      <a:pt x="24" y="9"/>
                    </a:lnTo>
                    <a:lnTo>
                      <a:pt x="24" y="7"/>
                    </a:lnTo>
                    <a:lnTo>
                      <a:pt x="17" y="9"/>
                    </a:lnTo>
                    <a:lnTo>
                      <a:pt x="23" y="3"/>
                    </a:lnTo>
                    <a:lnTo>
                      <a:pt x="19" y="0"/>
                    </a:lnTo>
                    <a:lnTo>
                      <a:pt x="17" y="5"/>
                    </a:lnTo>
                    <a:lnTo>
                      <a:pt x="23"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11" name="Google Shape;411;p10"/>
              <p:cNvSpPr/>
              <p:nvPr/>
            </p:nvSpPr>
            <p:spPr>
              <a:xfrm>
                <a:off x="4272" y="1977"/>
                <a:ext cx="11" cy="9"/>
              </a:xfrm>
              <a:custGeom>
                <a:rect b="b" l="l" r="r" t="t"/>
                <a:pathLst>
                  <a:path extrusionOk="0" h="9" w="11">
                    <a:moveTo>
                      <a:pt x="11" y="7"/>
                    </a:moveTo>
                    <a:lnTo>
                      <a:pt x="9" y="4"/>
                    </a:lnTo>
                    <a:lnTo>
                      <a:pt x="6" y="0"/>
                    </a:lnTo>
                    <a:lnTo>
                      <a:pt x="0" y="6"/>
                    </a:lnTo>
                    <a:lnTo>
                      <a:pt x="4" y="9"/>
                    </a:lnTo>
                    <a:lnTo>
                      <a:pt x="4" y="7"/>
                    </a:lnTo>
                    <a:lnTo>
                      <a:pt x="11" y="7"/>
                    </a:lnTo>
                    <a:lnTo>
                      <a:pt x="11" y="6"/>
                    </a:lnTo>
                    <a:lnTo>
                      <a:pt x="9" y="4"/>
                    </a:lnTo>
                    <a:lnTo>
                      <a:pt x="11"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12" name="Google Shape;412;p10"/>
              <p:cNvSpPr/>
              <p:nvPr/>
            </p:nvSpPr>
            <p:spPr>
              <a:xfrm>
                <a:off x="4260" y="1984"/>
                <a:ext cx="23" cy="31"/>
              </a:xfrm>
              <a:custGeom>
                <a:rect b="b" l="l" r="r" t="t"/>
                <a:pathLst>
                  <a:path extrusionOk="0" h="31" w="23">
                    <a:moveTo>
                      <a:pt x="9" y="23"/>
                    </a:moveTo>
                    <a:lnTo>
                      <a:pt x="12" y="25"/>
                    </a:lnTo>
                    <a:lnTo>
                      <a:pt x="11" y="23"/>
                    </a:lnTo>
                    <a:lnTo>
                      <a:pt x="9" y="21"/>
                    </a:lnTo>
                    <a:lnTo>
                      <a:pt x="9" y="19"/>
                    </a:lnTo>
                    <a:lnTo>
                      <a:pt x="9" y="18"/>
                    </a:lnTo>
                    <a:lnTo>
                      <a:pt x="11" y="18"/>
                    </a:lnTo>
                    <a:lnTo>
                      <a:pt x="11" y="16"/>
                    </a:lnTo>
                    <a:lnTo>
                      <a:pt x="12" y="16"/>
                    </a:lnTo>
                    <a:lnTo>
                      <a:pt x="12" y="14"/>
                    </a:lnTo>
                    <a:lnTo>
                      <a:pt x="14" y="14"/>
                    </a:lnTo>
                    <a:lnTo>
                      <a:pt x="14" y="12"/>
                    </a:lnTo>
                    <a:lnTo>
                      <a:pt x="16" y="12"/>
                    </a:lnTo>
                    <a:lnTo>
                      <a:pt x="16" y="11"/>
                    </a:lnTo>
                    <a:lnTo>
                      <a:pt x="18" y="11"/>
                    </a:lnTo>
                    <a:lnTo>
                      <a:pt x="18" y="9"/>
                    </a:lnTo>
                    <a:lnTo>
                      <a:pt x="19" y="9"/>
                    </a:lnTo>
                    <a:lnTo>
                      <a:pt x="19" y="7"/>
                    </a:lnTo>
                    <a:lnTo>
                      <a:pt x="21" y="7"/>
                    </a:lnTo>
                    <a:lnTo>
                      <a:pt x="21" y="5"/>
                    </a:lnTo>
                    <a:lnTo>
                      <a:pt x="23" y="4"/>
                    </a:lnTo>
                    <a:lnTo>
                      <a:pt x="23" y="2"/>
                    </a:lnTo>
                    <a:lnTo>
                      <a:pt x="23" y="0"/>
                    </a:lnTo>
                    <a:lnTo>
                      <a:pt x="16" y="0"/>
                    </a:lnTo>
                    <a:lnTo>
                      <a:pt x="16" y="2"/>
                    </a:lnTo>
                    <a:lnTo>
                      <a:pt x="14" y="2"/>
                    </a:lnTo>
                    <a:lnTo>
                      <a:pt x="14" y="4"/>
                    </a:lnTo>
                    <a:lnTo>
                      <a:pt x="12" y="5"/>
                    </a:lnTo>
                    <a:lnTo>
                      <a:pt x="11" y="5"/>
                    </a:lnTo>
                    <a:lnTo>
                      <a:pt x="11" y="7"/>
                    </a:lnTo>
                    <a:lnTo>
                      <a:pt x="9" y="7"/>
                    </a:lnTo>
                    <a:lnTo>
                      <a:pt x="9" y="9"/>
                    </a:lnTo>
                    <a:lnTo>
                      <a:pt x="7" y="9"/>
                    </a:lnTo>
                    <a:lnTo>
                      <a:pt x="7" y="11"/>
                    </a:lnTo>
                    <a:lnTo>
                      <a:pt x="6" y="11"/>
                    </a:lnTo>
                    <a:lnTo>
                      <a:pt x="6" y="12"/>
                    </a:lnTo>
                    <a:lnTo>
                      <a:pt x="4" y="12"/>
                    </a:lnTo>
                    <a:lnTo>
                      <a:pt x="4" y="14"/>
                    </a:lnTo>
                    <a:lnTo>
                      <a:pt x="2" y="14"/>
                    </a:lnTo>
                    <a:lnTo>
                      <a:pt x="2" y="16"/>
                    </a:lnTo>
                    <a:lnTo>
                      <a:pt x="2" y="18"/>
                    </a:lnTo>
                    <a:lnTo>
                      <a:pt x="2" y="19"/>
                    </a:lnTo>
                    <a:lnTo>
                      <a:pt x="0" y="19"/>
                    </a:lnTo>
                    <a:lnTo>
                      <a:pt x="2" y="21"/>
                    </a:lnTo>
                    <a:lnTo>
                      <a:pt x="2" y="23"/>
                    </a:lnTo>
                    <a:lnTo>
                      <a:pt x="2" y="25"/>
                    </a:lnTo>
                    <a:lnTo>
                      <a:pt x="4" y="26"/>
                    </a:lnTo>
                    <a:lnTo>
                      <a:pt x="6" y="28"/>
                    </a:lnTo>
                    <a:lnTo>
                      <a:pt x="7" y="30"/>
                    </a:lnTo>
                    <a:lnTo>
                      <a:pt x="9" y="30"/>
                    </a:lnTo>
                    <a:lnTo>
                      <a:pt x="11" y="31"/>
                    </a:lnTo>
                    <a:lnTo>
                      <a:pt x="9" y="30"/>
                    </a:lnTo>
                    <a:lnTo>
                      <a:pt x="9" y="31"/>
                    </a:lnTo>
                    <a:lnTo>
                      <a:pt x="11" y="31"/>
                    </a:lnTo>
                    <a:lnTo>
                      <a:pt x="9"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13" name="Google Shape;413;p10"/>
              <p:cNvSpPr/>
              <p:nvPr/>
            </p:nvSpPr>
            <p:spPr>
              <a:xfrm>
                <a:off x="4269" y="1939"/>
                <a:ext cx="118" cy="76"/>
              </a:xfrm>
              <a:custGeom>
                <a:rect b="b" l="l" r="r" t="t"/>
                <a:pathLst>
                  <a:path extrusionOk="0" h="76" w="118">
                    <a:moveTo>
                      <a:pt x="111" y="2"/>
                    </a:moveTo>
                    <a:lnTo>
                      <a:pt x="113" y="0"/>
                    </a:lnTo>
                    <a:lnTo>
                      <a:pt x="109" y="2"/>
                    </a:lnTo>
                    <a:lnTo>
                      <a:pt x="106" y="4"/>
                    </a:lnTo>
                    <a:lnTo>
                      <a:pt x="102" y="7"/>
                    </a:lnTo>
                    <a:lnTo>
                      <a:pt x="99" y="9"/>
                    </a:lnTo>
                    <a:lnTo>
                      <a:pt x="94" y="12"/>
                    </a:lnTo>
                    <a:lnTo>
                      <a:pt x="90" y="14"/>
                    </a:lnTo>
                    <a:lnTo>
                      <a:pt x="88" y="18"/>
                    </a:lnTo>
                    <a:lnTo>
                      <a:pt x="85" y="19"/>
                    </a:lnTo>
                    <a:lnTo>
                      <a:pt x="81" y="23"/>
                    </a:lnTo>
                    <a:lnTo>
                      <a:pt x="78" y="24"/>
                    </a:lnTo>
                    <a:lnTo>
                      <a:pt x="75" y="26"/>
                    </a:lnTo>
                    <a:lnTo>
                      <a:pt x="71" y="30"/>
                    </a:lnTo>
                    <a:lnTo>
                      <a:pt x="68" y="31"/>
                    </a:lnTo>
                    <a:lnTo>
                      <a:pt x="64" y="35"/>
                    </a:lnTo>
                    <a:lnTo>
                      <a:pt x="61" y="37"/>
                    </a:lnTo>
                    <a:lnTo>
                      <a:pt x="57" y="40"/>
                    </a:lnTo>
                    <a:lnTo>
                      <a:pt x="54" y="42"/>
                    </a:lnTo>
                    <a:lnTo>
                      <a:pt x="50" y="45"/>
                    </a:lnTo>
                    <a:lnTo>
                      <a:pt x="47" y="47"/>
                    </a:lnTo>
                    <a:lnTo>
                      <a:pt x="45" y="49"/>
                    </a:lnTo>
                    <a:lnTo>
                      <a:pt x="42" y="50"/>
                    </a:lnTo>
                    <a:lnTo>
                      <a:pt x="38" y="54"/>
                    </a:lnTo>
                    <a:lnTo>
                      <a:pt x="35" y="56"/>
                    </a:lnTo>
                    <a:lnTo>
                      <a:pt x="31" y="57"/>
                    </a:lnTo>
                    <a:lnTo>
                      <a:pt x="28" y="59"/>
                    </a:lnTo>
                    <a:lnTo>
                      <a:pt x="23" y="61"/>
                    </a:lnTo>
                    <a:lnTo>
                      <a:pt x="19" y="63"/>
                    </a:lnTo>
                    <a:lnTo>
                      <a:pt x="16" y="64"/>
                    </a:lnTo>
                    <a:lnTo>
                      <a:pt x="12" y="66"/>
                    </a:lnTo>
                    <a:lnTo>
                      <a:pt x="9" y="66"/>
                    </a:lnTo>
                    <a:lnTo>
                      <a:pt x="5" y="68"/>
                    </a:lnTo>
                    <a:lnTo>
                      <a:pt x="0" y="68"/>
                    </a:lnTo>
                    <a:lnTo>
                      <a:pt x="2" y="76"/>
                    </a:lnTo>
                    <a:lnTo>
                      <a:pt x="7" y="75"/>
                    </a:lnTo>
                    <a:lnTo>
                      <a:pt x="10" y="73"/>
                    </a:lnTo>
                    <a:lnTo>
                      <a:pt x="14" y="71"/>
                    </a:lnTo>
                    <a:lnTo>
                      <a:pt x="19" y="71"/>
                    </a:lnTo>
                    <a:lnTo>
                      <a:pt x="23" y="70"/>
                    </a:lnTo>
                    <a:lnTo>
                      <a:pt x="26" y="68"/>
                    </a:lnTo>
                    <a:lnTo>
                      <a:pt x="29" y="66"/>
                    </a:lnTo>
                    <a:lnTo>
                      <a:pt x="35" y="64"/>
                    </a:lnTo>
                    <a:lnTo>
                      <a:pt x="38" y="61"/>
                    </a:lnTo>
                    <a:lnTo>
                      <a:pt x="42" y="59"/>
                    </a:lnTo>
                    <a:lnTo>
                      <a:pt x="45" y="57"/>
                    </a:lnTo>
                    <a:lnTo>
                      <a:pt x="49" y="56"/>
                    </a:lnTo>
                    <a:lnTo>
                      <a:pt x="52" y="52"/>
                    </a:lnTo>
                    <a:lnTo>
                      <a:pt x="55" y="50"/>
                    </a:lnTo>
                    <a:lnTo>
                      <a:pt x="59" y="49"/>
                    </a:lnTo>
                    <a:lnTo>
                      <a:pt x="62" y="45"/>
                    </a:lnTo>
                    <a:lnTo>
                      <a:pt x="66" y="44"/>
                    </a:lnTo>
                    <a:lnTo>
                      <a:pt x="69" y="40"/>
                    </a:lnTo>
                    <a:lnTo>
                      <a:pt x="73" y="38"/>
                    </a:lnTo>
                    <a:lnTo>
                      <a:pt x="75" y="35"/>
                    </a:lnTo>
                    <a:lnTo>
                      <a:pt x="78" y="33"/>
                    </a:lnTo>
                    <a:lnTo>
                      <a:pt x="81" y="30"/>
                    </a:lnTo>
                    <a:lnTo>
                      <a:pt x="85" y="28"/>
                    </a:lnTo>
                    <a:lnTo>
                      <a:pt x="88" y="24"/>
                    </a:lnTo>
                    <a:lnTo>
                      <a:pt x="92" y="23"/>
                    </a:lnTo>
                    <a:lnTo>
                      <a:pt x="95" y="19"/>
                    </a:lnTo>
                    <a:lnTo>
                      <a:pt x="99" y="18"/>
                    </a:lnTo>
                    <a:lnTo>
                      <a:pt x="102" y="16"/>
                    </a:lnTo>
                    <a:lnTo>
                      <a:pt x="106" y="12"/>
                    </a:lnTo>
                    <a:lnTo>
                      <a:pt x="109" y="11"/>
                    </a:lnTo>
                    <a:lnTo>
                      <a:pt x="113" y="9"/>
                    </a:lnTo>
                    <a:lnTo>
                      <a:pt x="116" y="5"/>
                    </a:lnTo>
                    <a:lnTo>
                      <a:pt x="118" y="5"/>
                    </a:lnTo>
                    <a:lnTo>
                      <a:pt x="116" y="5"/>
                    </a:lnTo>
                    <a:lnTo>
                      <a:pt x="118" y="5"/>
                    </a:lnTo>
                    <a:lnTo>
                      <a:pt x="111"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14" name="Google Shape;414;p10"/>
              <p:cNvSpPr/>
              <p:nvPr/>
            </p:nvSpPr>
            <p:spPr>
              <a:xfrm>
                <a:off x="4380" y="1905"/>
                <a:ext cx="29" cy="39"/>
              </a:xfrm>
              <a:custGeom>
                <a:rect b="b" l="l" r="r" t="t"/>
                <a:pathLst>
                  <a:path extrusionOk="0" h="39" w="29">
                    <a:moveTo>
                      <a:pt x="17" y="5"/>
                    </a:moveTo>
                    <a:lnTo>
                      <a:pt x="19" y="6"/>
                    </a:lnTo>
                    <a:lnTo>
                      <a:pt x="21" y="8"/>
                    </a:lnTo>
                    <a:lnTo>
                      <a:pt x="21" y="10"/>
                    </a:lnTo>
                    <a:lnTo>
                      <a:pt x="22" y="10"/>
                    </a:lnTo>
                    <a:lnTo>
                      <a:pt x="22" y="12"/>
                    </a:lnTo>
                    <a:lnTo>
                      <a:pt x="22" y="13"/>
                    </a:lnTo>
                    <a:lnTo>
                      <a:pt x="21" y="15"/>
                    </a:lnTo>
                    <a:lnTo>
                      <a:pt x="21" y="17"/>
                    </a:lnTo>
                    <a:lnTo>
                      <a:pt x="19" y="17"/>
                    </a:lnTo>
                    <a:lnTo>
                      <a:pt x="19" y="19"/>
                    </a:lnTo>
                    <a:lnTo>
                      <a:pt x="17" y="19"/>
                    </a:lnTo>
                    <a:lnTo>
                      <a:pt x="17" y="20"/>
                    </a:lnTo>
                    <a:lnTo>
                      <a:pt x="16" y="20"/>
                    </a:lnTo>
                    <a:lnTo>
                      <a:pt x="14" y="22"/>
                    </a:lnTo>
                    <a:lnTo>
                      <a:pt x="12" y="22"/>
                    </a:lnTo>
                    <a:lnTo>
                      <a:pt x="12" y="24"/>
                    </a:lnTo>
                    <a:lnTo>
                      <a:pt x="10" y="24"/>
                    </a:lnTo>
                    <a:lnTo>
                      <a:pt x="9" y="26"/>
                    </a:lnTo>
                    <a:lnTo>
                      <a:pt x="9" y="27"/>
                    </a:lnTo>
                    <a:lnTo>
                      <a:pt x="7" y="27"/>
                    </a:lnTo>
                    <a:lnTo>
                      <a:pt x="5" y="29"/>
                    </a:lnTo>
                    <a:lnTo>
                      <a:pt x="3" y="31"/>
                    </a:lnTo>
                    <a:lnTo>
                      <a:pt x="2" y="32"/>
                    </a:lnTo>
                    <a:lnTo>
                      <a:pt x="2" y="34"/>
                    </a:lnTo>
                    <a:lnTo>
                      <a:pt x="0" y="36"/>
                    </a:lnTo>
                    <a:lnTo>
                      <a:pt x="7" y="39"/>
                    </a:lnTo>
                    <a:lnTo>
                      <a:pt x="7" y="38"/>
                    </a:lnTo>
                    <a:lnTo>
                      <a:pt x="9" y="36"/>
                    </a:lnTo>
                    <a:lnTo>
                      <a:pt x="9" y="34"/>
                    </a:lnTo>
                    <a:lnTo>
                      <a:pt x="10" y="34"/>
                    </a:lnTo>
                    <a:lnTo>
                      <a:pt x="12" y="32"/>
                    </a:lnTo>
                    <a:lnTo>
                      <a:pt x="14" y="31"/>
                    </a:lnTo>
                    <a:lnTo>
                      <a:pt x="16" y="31"/>
                    </a:lnTo>
                    <a:lnTo>
                      <a:pt x="16" y="29"/>
                    </a:lnTo>
                    <a:lnTo>
                      <a:pt x="17" y="29"/>
                    </a:lnTo>
                    <a:lnTo>
                      <a:pt x="19" y="27"/>
                    </a:lnTo>
                    <a:lnTo>
                      <a:pt x="21" y="26"/>
                    </a:lnTo>
                    <a:lnTo>
                      <a:pt x="22" y="24"/>
                    </a:lnTo>
                    <a:lnTo>
                      <a:pt x="24" y="24"/>
                    </a:lnTo>
                    <a:lnTo>
                      <a:pt x="24" y="22"/>
                    </a:lnTo>
                    <a:lnTo>
                      <a:pt x="26" y="20"/>
                    </a:lnTo>
                    <a:lnTo>
                      <a:pt x="28" y="19"/>
                    </a:lnTo>
                    <a:lnTo>
                      <a:pt x="28" y="17"/>
                    </a:lnTo>
                    <a:lnTo>
                      <a:pt x="29" y="15"/>
                    </a:lnTo>
                    <a:lnTo>
                      <a:pt x="29" y="13"/>
                    </a:lnTo>
                    <a:lnTo>
                      <a:pt x="29" y="12"/>
                    </a:lnTo>
                    <a:lnTo>
                      <a:pt x="29" y="10"/>
                    </a:lnTo>
                    <a:lnTo>
                      <a:pt x="29" y="8"/>
                    </a:lnTo>
                    <a:lnTo>
                      <a:pt x="28" y="6"/>
                    </a:lnTo>
                    <a:lnTo>
                      <a:pt x="28" y="5"/>
                    </a:lnTo>
                    <a:lnTo>
                      <a:pt x="26" y="3"/>
                    </a:lnTo>
                    <a:lnTo>
                      <a:pt x="24" y="3"/>
                    </a:lnTo>
                    <a:lnTo>
                      <a:pt x="24" y="1"/>
                    </a:lnTo>
                    <a:lnTo>
                      <a:pt x="22" y="0"/>
                    </a:lnTo>
                    <a:lnTo>
                      <a:pt x="21" y="0"/>
                    </a:lnTo>
                    <a:lnTo>
                      <a:pt x="22" y="0"/>
                    </a:lnTo>
                    <a:lnTo>
                      <a:pt x="21" y="0"/>
                    </a:lnTo>
                    <a:lnTo>
                      <a:pt x="17"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15" name="Google Shape;415;p10"/>
              <p:cNvSpPr/>
              <p:nvPr/>
            </p:nvSpPr>
            <p:spPr>
              <a:xfrm>
                <a:off x="4387" y="1901"/>
                <a:ext cx="14" cy="9"/>
              </a:xfrm>
              <a:custGeom>
                <a:rect b="b" l="l" r="r" t="t"/>
                <a:pathLst>
                  <a:path extrusionOk="0" h="9" w="14">
                    <a:moveTo>
                      <a:pt x="9" y="0"/>
                    </a:moveTo>
                    <a:lnTo>
                      <a:pt x="9" y="7"/>
                    </a:lnTo>
                    <a:lnTo>
                      <a:pt x="10" y="9"/>
                    </a:lnTo>
                    <a:lnTo>
                      <a:pt x="14" y="4"/>
                    </a:lnTo>
                    <a:lnTo>
                      <a:pt x="12" y="2"/>
                    </a:lnTo>
                    <a:lnTo>
                      <a:pt x="10" y="9"/>
                    </a:lnTo>
                    <a:lnTo>
                      <a:pt x="9" y="0"/>
                    </a:lnTo>
                    <a:lnTo>
                      <a:pt x="0" y="2"/>
                    </a:lnTo>
                    <a:lnTo>
                      <a:pt x="9" y="7"/>
                    </a:lnTo>
                    <a:lnTo>
                      <a:pt x="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16" name="Google Shape;416;p10"/>
              <p:cNvSpPr/>
              <p:nvPr/>
            </p:nvSpPr>
            <p:spPr>
              <a:xfrm>
                <a:off x="4396" y="1899"/>
                <a:ext cx="38" cy="21"/>
              </a:xfrm>
              <a:custGeom>
                <a:rect b="b" l="l" r="r" t="t"/>
                <a:pathLst>
                  <a:path extrusionOk="0" h="21" w="38">
                    <a:moveTo>
                      <a:pt x="36" y="19"/>
                    </a:moveTo>
                    <a:lnTo>
                      <a:pt x="36" y="21"/>
                    </a:lnTo>
                    <a:lnTo>
                      <a:pt x="38" y="19"/>
                    </a:lnTo>
                    <a:lnTo>
                      <a:pt x="38" y="18"/>
                    </a:lnTo>
                    <a:lnTo>
                      <a:pt x="36" y="16"/>
                    </a:lnTo>
                    <a:lnTo>
                      <a:pt x="36" y="14"/>
                    </a:lnTo>
                    <a:lnTo>
                      <a:pt x="36" y="12"/>
                    </a:lnTo>
                    <a:lnTo>
                      <a:pt x="36" y="11"/>
                    </a:lnTo>
                    <a:lnTo>
                      <a:pt x="34" y="9"/>
                    </a:lnTo>
                    <a:lnTo>
                      <a:pt x="34" y="7"/>
                    </a:lnTo>
                    <a:lnTo>
                      <a:pt x="33" y="6"/>
                    </a:lnTo>
                    <a:lnTo>
                      <a:pt x="31" y="6"/>
                    </a:lnTo>
                    <a:lnTo>
                      <a:pt x="31" y="4"/>
                    </a:lnTo>
                    <a:lnTo>
                      <a:pt x="29" y="4"/>
                    </a:lnTo>
                    <a:lnTo>
                      <a:pt x="27" y="4"/>
                    </a:lnTo>
                    <a:lnTo>
                      <a:pt x="26" y="2"/>
                    </a:lnTo>
                    <a:lnTo>
                      <a:pt x="24" y="2"/>
                    </a:lnTo>
                    <a:lnTo>
                      <a:pt x="22" y="2"/>
                    </a:lnTo>
                    <a:lnTo>
                      <a:pt x="20" y="2"/>
                    </a:lnTo>
                    <a:lnTo>
                      <a:pt x="19" y="2"/>
                    </a:lnTo>
                    <a:lnTo>
                      <a:pt x="17" y="0"/>
                    </a:lnTo>
                    <a:lnTo>
                      <a:pt x="15" y="0"/>
                    </a:lnTo>
                    <a:lnTo>
                      <a:pt x="13" y="2"/>
                    </a:lnTo>
                    <a:lnTo>
                      <a:pt x="12" y="2"/>
                    </a:lnTo>
                    <a:lnTo>
                      <a:pt x="10" y="2"/>
                    </a:lnTo>
                    <a:lnTo>
                      <a:pt x="8" y="2"/>
                    </a:lnTo>
                    <a:lnTo>
                      <a:pt x="6" y="2"/>
                    </a:lnTo>
                    <a:lnTo>
                      <a:pt x="5" y="2"/>
                    </a:lnTo>
                    <a:lnTo>
                      <a:pt x="3" y="2"/>
                    </a:lnTo>
                    <a:lnTo>
                      <a:pt x="1" y="2"/>
                    </a:lnTo>
                    <a:lnTo>
                      <a:pt x="0" y="2"/>
                    </a:lnTo>
                    <a:lnTo>
                      <a:pt x="1" y="11"/>
                    </a:lnTo>
                    <a:lnTo>
                      <a:pt x="3" y="11"/>
                    </a:lnTo>
                    <a:lnTo>
                      <a:pt x="3" y="9"/>
                    </a:lnTo>
                    <a:lnTo>
                      <a:pt x="5" y="9"/>
                    </a:lnTo>
                    <a:lnTo>
                      <a:pt x="6" y="9"/>
                    </a:lnTo>
                    <a:lnTo>
                      <a:pt x="8" y="9"/>
                    </a:lnTo>
                    <a:lnTo>
                      <a:pt x="10" y="9"/>
                    </a:lnTo>
                    <a:lnTo>
                      <a:pt x="12" y="9"/>
                    </a:lnTo>
                    <a:lnTo>
                      <a:pt x="13" y="9"/>
                    </a:lnTo>
                    <a:lnTo>
                      <a:pt x="15" y="9"/>
                    </a:lnTo>
                    <a:lnTo>
                      <a:pt x="17" y="9"/>
                    </a:lnTo>
                    <a:lnTo>
                      <a:pt x="19" y="9"/>
                    </a:lnTo>
                    <a:lnTo>
                      <a:pt x="20" y="9"/>
                    </a:lnTo>
                    <a:lnTo>
                      <a:pt x="22" y="9"/>
                    </a:lnTo>
                    <a:lnTo>
                      <a:pt x="24" y="9"/>
                    </a:lnTo>
                    <a:lnTo>
                      <a:pt x="26" y="11"/>
                    </a:lnTo>
                    <a:lnTo>
                      <a:pt x="27" y="11"/>
                    </a:lnTo>
                    <a:lnTo>
                      <a:pt x="27" y="12"/>
                    </a:lnTo>
                    <a:lnTo>
                      <a:pt x="29" y="12"/>
                    </a:lnTo>
                    <a:lnTo>
                      <a:pt x="29" y="14"/>
                    </a:lnTo>
                    <a:lnTo>
                      <a:pt x="29" y="16"/>
                    </a:lnTo>
                    <a:lnTo>
                      <a:pt x="29" y="18"/>
                    </a:lnTo>
                    <a:lnTo>
                      <a:pt x="29" y="19"/>
                    </a:lnTo>
                    <a:lnTo>
                      <a:pt x="29" y="21"/>
                    </a:lnTo>
                    <a:lnTo>
                      <a:pt x="29" y="19"/>
                    </a:lnTo>
                    <a:lnTo>
                      <a:pt x="29" y="21"/>
                    </a:lnTo>
                    <a:lnTo>
                      <a:pt x="36"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17" name="Google Shape;417;p10"/>
              <p:cNvSpPr/>
              <p:nvPr/>
            </p:nvSpPr>
            <p:spPr>
              <a:xfrm>
                <a:off x="4425" y="1918"/>
                <a:ext cx="75" cy="149"/>
              </a:xfrm>
              <a:custGeom>
                <a:rect b="b" l="l" r="r" t="t"/>
                <a:pathLst>
                  <a:path extrusionOk="0" h="149" w="75">
                    <a:moveTo>
                      <a:pt x="69" y="142"/>
                    </a:moveTo>
                    <a:lnTo>
                      <a:pt x="75" y="142"/>
                    </a:lnTo>
                    <a:lnTo>
                      <a:pt x="71" y="139"/>
                    </a:lnTo>
                    <a:lnTo>
                      <a:pt x="68" y="136"/>
                    </a:lnTo>
                    <a:lnTo>
                      <a:pt x="66" y="130"/>
                    </a:lnTo>
                    <a:lnTo>
                      <a:pt x="62" y="127"/>
                    </a:lnTo>
                    <a:lnTo>
                      <a:pt x="61" y="122"/>
                    </a:lnTo>
                    <a:lnTo>
                      <a:pt x="57" y="118"/>
                    </a:lnTo>
                    <a:lnTo>
                      <a:pt x="54" y="113"/>
                    </a:lnTo>
                    <a:lnTo>
                      <a:pt x="52" y="110"/>
                    </a:lnTo>
                    <a:lnTo>
                      <a:pt x="49" y="104"/>
                    </a:lnTo>
                    <a:lnTo>
                      <a:pt x="47" y="101"/>
                    </a:lnTo>
                    <a:lnTo>
                      <a:pt x="43" y="96"/>
                    </a:lnTo>
                    <a:lnTo>
                      <a:pt x="42" y="92"/>
                    </a:lnTo>
                    <a:lnTo>
                      <a:pt x="38" y="87"/>
                    </a:lnTo>
                    <a:lnTo>
                      <a:pt x="36" y="84"/>
                    </a:lnTo>
                    <a:lnTo>
                      <a:pt x="35" y="78"/>
                    </a:lnTo>
                    <a:lnTo>
                      <a:pt x="31" y="75"/>
                    </a:lnTo>
                    <a:lnTo>
                      <a:pt x="30" y="70"/>
                    </a:lnTo>
                    <a:lnTo>
                      <a:pt x="28" y="66"/>
                    </a:lnTo>
                    <a:lnTo>
                      <a:pt x="26" y="61"/>
                    </a:lnTo>
                    <a:lnTo>
                      <a:pt x="24" y="58"/>
                    </a:lnTo>
                    <a:lnTo>
                      <a:pt x="21" y="52"/>
                    </a:lnTo>
                    <a:lnTo>
                      <a:pt x="19" y="47"/>
                    </a:lnTo>
                    <a:lnTo>
                      <a:pt x="17" y="44"/>
                    </a:lnTo>
                    <a:lnTo>
                      <a:pt x="17" y="39"/>
                    </a:lnTo>
                    <a:lnTo>
                      <a:pt x="16" y="33"/>
                    </a:lnTo>
                    <a:lnTo>
                      <a:pt x="14" y="30"/>
                    </a:lnTo>
                    <a:lnTo>
                      <a:pt x="12" y="25"/>
                    </a:lnTo>
                    <a:lnTo>
                      <a:pt x="10" y="19"/>
                    </a:lnTo>
                    <a:lnTo>
                      <a:pt x="10" y="16"/>
                    </a:lnTo>
                    <a:lnTo>
                      <a:pt x="9" y="11"/>
                    </a:lnTo>
                    <a:lnTo>
                      <a:pt x="9" y="6"/>
                    </a:lnTo>
                    <a:lnTo>
                      <a:pt x="7" y="0"/>
                    </a:lnTo>
                    <a:lnTo>
                      <a:pt x="0" y="2"/>
                    </a:lnTo>
                    <a:lnTo>
                      <a:pt x="2" y="7"/>
                    </a:lnTo>
                    <a:lnTo>
                      <a:pt x="2" y="13"/>
                    </a:lnTo>
                    <a:lnTo>
                      <a:pt x="4" y="16"/>
                    </a:lnTo>
                    <a:lnTo>
                      <a:pt x="4" y="21"/>
                    </a:lnTo>
                    <a:lnTo>
                      <a:pt x="5" y="26"/>
                    </a:lnTo>
                    <a:lnTo>
                      <a:pt x="7" y="32"/>
                    </a:lnTo>
                    <a:lnTo>
                      <a:pt x="9" y="37"/>
                    </a:lnTo>
                    <a:lnTo>
                      <a:pt x="10" y="40"/>
                    </a:lnTo>
                    <a:lnTo>
                      <a:pt x="10" y="45"/>
                    </a:lnTo>
                    <a:lnTo>
                      <a:pt x="12" y="51"/>
                    </a:lnTo>
                    <a:lnTo>
                      <a:pt x="16" y="54"/>
                    </a:lnTo>
                    <a:lnTo>
                      <a:pt x="17" y="59"/>
                    </a:lnTo>
                    <a:lnTo>
                      <a:pt x="19" y="65"/>
                    </a:lnTo>
                    <a:lnTo>
                      <a:pt x="21" y="68"/>
                    </a:lnTo>
                    <a:lnTo>
                      <a:pt x="23" y="73"/>
                    </a:lnTo>
                    <a:lnTo>
                      <a:pt x="26" y="78"/>
                    </a:lnTo>
                    <a:lnTo>
                      <a:pt x="28" y="82"/>
                    </a:lnTo>
                    <a:lnTo>
                      <a:pt x="30" y="87"/>
                    </a:lnTo>
                    <a:lnTo>
                      <a:pt x="33" y="91"/>
                    </a:lnTo>
                    <a:lnTo>
                      <a:pt x="35" y="96"/>
                    </a:lnTo>
                    <a:lnTo>
                      <a:pt x="38" y="101"/>
                    </a:lnTo>
                    <a:lnTo>
                      <a:pt x="40" y="104"/>
                    </a:lnTo>
                    <a:lnTo>
                      <a:pt x="43" y="110"/>
                    </a:lnTo>
                    <a:lnTo>
                      <a:pt x="45" y="113"/>
                    </a:lnTo>
                    <a:lnTo>
                      <a:pt x="49" y="118"/>
                    </a:lnTo>
                    <a:lnTo>
                      <a:pt x="50" y="122"/>
                    </a:lnTo>
                    <a:lnTo>
                      <a:pt x="54" y="127"/>
                    </a:lnTo>
                    <a:lnTo>
                      <a:pt x="57" y="130"/>
                    </a:lnTo>
                    <a:lnTo>
                      <a:pt x="59" y="134"/>
                    </a:lnTo>
                    <a:lnTo>
                      <a:pt x="62" y="139"/>
                    </a:lnTo>
                    <a:lnTo>
                      <a:pt x="66" y="142"/>
                    </a:lnTo>
                    <a:lnTo>
                      <a:pt x="68" y="148"/>
                    </a:lnTo>
                    <a:lnTo>
                      <a:pt x="73" y="148"/>
                    </a:lnTo>
                    <a:lnTo>
                      <a:pt x="68" y="148"/>
                    </a:lnTo>
                    <a:lnTo>
                      <a:pt x="69" y="149"/>
                    </a:lnTo>
                    <a:lnTo>
                      <a:pt x="73" y="148"/>
                    </a:lnTo>
                    <a:lnTo>
                      <a:pt x="69" y="1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18" name="Google Shape;418;p10"/>
              <p:cNvSpPr/>
              <p:nvPr/>
            </p:nvSpPr>
            <p:spPr>
              <a:xfrm>
                <a:off x="4494" y="2041"/>
                <a:ext cx="39" cy="25"/>
              </a:xfrm>
              <a:custGeom>
                <a:rect b="b" l="l" r="r" t="t"/>
                <a:pathLst>
                  <a:path extrusionOk="0" h="25" w="39">
                    <a:moveTo>
                      <a:pt x="39" y="2"/>
                    </a:moveTo>
                    <a:lnTo>
                      <a:pt x="35" y="2"/>
                    </a:lnTo>
                    <a:lnTo>
                      <a:pt x="33" y="2"/>
                    </a:lnTo>
                    <a:lnTo>
                      <a:pt x="32" y="2"/>
                    </a:lnTo>
                    <a:lnTo>
                      <a:pt x="30" y="2"/>
                    </a:lnTo>
                    <a:lnTo>
                      <a:pt x="28" y="2"/>
                    </a:lnTo>
                    <a:lnTo>
                      <a:pt x="26" y="4"/>
                    </a:lnTo>
                    <a:lnTo>
                      <a:pt x="25" y="4"/>
                    </a:lnTo>
                    <a:lnTo>
                      <a:pt x="23" y="4"/>
                    </a:lnTo>
                    <a:lnTo>
                      <a:pt x="23" y="6"/>
                    </a:lnTo>
                    <a:lnTo>
                      <a:pt x="21" y="6"/>
                    </a:lnTo>
                    <a:lnTo>
                      <a:pt x="19" y="6"/>
                    </a:lnTo>
                    <a:lnTo>
                      <a:pt x="19" y="7"/>
                    </a:lnTo>
                    <a:lnTo>
                      <a:pt x="18" y="7"/>
                    </a:lnTo>
                    <a:lnTo>
                      <a:pt x="16" y="9"/>
                    </a:lnTo>
                    <a:lnTo>
                      <a:pt x="14" y="9"/>
                    </a:lnTo>
                    <a:lnTo>
                      <a:pt x="14" y="11"/>
                    </a:lnTo>
                    <a:lnTo>
                      <a:pt x="13" y="11"/>
                    </a:lnTo>
                    <a:lnTo>
                      <a:pt x="11" y="13"/>
                    </a:lnTo>
                    <a:lnTo>
                      <a:pt x="9" y="14"/>
                    </a:lnTo>
                    <a:lnTo>
                      <a:pt x="7" y="14"/>
                    </a:lnTo>
                    <a:lnTo>
                      <a:pt x="6" y="16"/>
                    </a:lnTo>
                    <a:lnTo>
                      <a:pt x="4" y="16"/>
                    </a:lnTo>
                    <a:lnTo>
                      <a:pt x="4" y="18"/>
                    </a:lnTo>
                    <a:lnTo>
                      <a:pt x="2" y="18"/>
                    </a:lnTo>
                    <a:lnTo>
                      <a:pt x="0" y="19"/>
                    </a:lnTo>
                    <a:lnTo>
                      <a:pt x="4" y="25"/>
                    </a:lnTo>
                    <a:lnTo>
                      <a:pt x="6" y="25"/>
                    </a:lnTo>
                    <a:lnTo>
                      <a:pt x="7" y="23"/>
                    </a:lnTo>
                    <a:lnTo>
                      <a:pt x="9" y="23"/>
                    </a:lnTo>
                    <a:lnTo>
                      <a:pt x="11" y="21"/>
                    </a:lnTo>
                    <a:lnTo>
                      <a:pt x="13" y="19"/>
                    </a:lnTo>
                    <a:lnTo>
                      <a:pt x="14" y="19"/>
                    </a:lnTo>
                    <a:lnTo>
                      <a:pt x="16" y="18"/>
                    </a:lnTo>
                    <a:lnTo>
                      <a:pt x="18" y="16"/>
                    </a:lnTo>
                    <a:lnTo>
                      <a:pt x="19" y="16"/>
                    </a:lnTo>
                    <a:lnTo>
                      <a:pt x="19" y="14"/>
                    </a:lnTo>
                    <a:lnTo>
                      <a:pt x="21" y="14"/>
                    </a:lnTo>
                    <a:lnTo>
                      <a:pt x="23" y="13"/>
                    </a:lnTo>
                    <a:lnTo>
                      <a:pt x="25" y="13"/>
                    </a:lnTo>
                    <a:lnTo>
                      <a:pt x="26" y="11"/>
                    </a:lnTo>
                    <a:lnTo>
                      <a:pt x="28" y="11"/>
                    </a:lnTo>
                    <a:lnTo>
                      <a:pt x="30" y="9"/>
                    </a:lnTo>
                    <a:lnTo>
                      <a:pt x="32" y="9"/>
                    </a:lnTo>
                    <a:lnTo>
                      <a:pt x="33" y="9"/>
                    </a:lnTo>
                    <a:lnTo>
                      <a:pt x="35" y="9"/>
                    </a:lnTo>
                    <a:lnTo>
                      <a:pt x="33" y="7"/>
                    </a:lnTo>
                    <a:lnTo>
                      <a:pt x="39" y="2"/>
                    </a:lnTo>
                    <a:lnTo>
                      <a:pt x="37" y="0"/>
                    </a:lnTo>
                    <a:lnTo>
                      <a:pt x="35" y="2"/>
                    </a:lnTo>
                    <a:lnTo>
                      <a:pt x="39"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19" name="Google Shape;419;p10"/>
              <p:cNvSpPr/>
              <p:nvPr/>
            </p:nvSpPr>
            <p:spPr>
              <a:xfrm>
                <a:off x="4527" y="2043"/>
                <a:ext cx="19" cy="68"/>
              </a:xfrm>
              <a:custGeom>
                <a:rect b="b" l="l" r="r" t="t"/>
                <a:pathLst>
                  <a:path extrusionOk="0" h="68" w="19">
                    <a:moveTo>
                      <a:pt x="14" y="59"/>
                    </a:moveTo>
                    <a:lnTo>
                      <a:pt x="19" y="59"/>
                    </a:lnTo>
                    <a:lnTo>
                      <a:pt x="18" y="59"/>
                    </a:lnTo>
                    <a:lnTo>
                      <a:pt x="18" y="57"/>
                    </a:lnTo>
                    <a:lnTo>
                      <a:pt x="18" y="56"/>
                    </a:lnTo>
                    <a:lnTo>
                      <a:pt x="16" y="54"/>
                    </a:lnTo>
                    <a:lnTo>
                      <a:pt x="16" y="52"/>
                    </a:lnTo>
                    <a:lnTo>
                      <a:pt x="16" y="50"/>
                    </a:lnTo>
                    <a:lnTo>
                      <a:pt x="16" y="49"/>
                    </a:lnTo>
                    <a:lnTo>
                      <a:pt x="14" y="47"/>
                    </a:lnTo>
                    <a:lnTo>
                      <a:pt x="14" y="45"/>
                    </a:lnTo>
                    <a:lnTo>
                      <a:pt x="14" y="43"/>
                    </a:lnTo>
                    <a:lnTo>
                      <a:pt x="14" y="42"/>
                    </a:lnTo>
                    <a:lnTo>
                      <a:pt x="14" y="40"/>
                    </a:lnTo>
                    <a:lnTo>
                      <a:pt x="14" y="38"/>
                    </a:lnTo>
                    <a:lnTo>
                      <a:pt x="14" y="37"/>
                    </a:lnTo>
                    <a:lnTo>
                      <a:pt x="14" y="33"/>
                    </a:lnTo>
                    <a:lnTo>
                      <a:pt x="14" y="31"/>
                    </a:lnTo>
                    <a:lnTo>
                      <a:pt x="14" y="30"/>
                    </a:lnTo>
                    <a:lnTo>
                      <a:pt x="12" y="28"/>
                    </a:lnTo>
                    <a:lnTo>
                      <a:pt x="12" y="26"/>
                    </a:lnTo>
                    <a:lnTo>
                      <a:pt x="12" y="24"/>
                    </a:lnTo>
                    <a:lnTo>
                      <a:pt x="12" y="23"/>
                    </a:lnTo>
                    <a:lnTo>
                      <a:pt x="12" y="19"/>
                    </a:lnTo>
                    <a:lnTo>
                      <a:pt x="12" y="17"/>
                    </a:lnTo>
                    <a:lnTo>
                      <a:pt x="12" y="16"/>
                    </a:lnTo>
                    <a:lnTo>
                      <a:pt x="11" y="14"/>
                    </a:lnTo>
                    <a:lnTo>
                      <a:pt x="11" y="12"/>
                    </a:lnTo>
                    <a:lnTo>
                      <a:pt x="11" y="11"/>
                    </a:lnTo>
                    <a:lnTo>
                      <a:pt x="9" y="9"/>
                    </a:lnTo>
                    <a:lnTo>
                      <a:pt x="9" y="7"/>
                    </a:lnTo>
                    <a:lnTo>
                      <a:pt x="7" y="4"/>
                    </a:lnTo>
                    <a:lnTo>
                      <a:pt x="7" y="2"/>
                    </a:lnTo>
                    <a:lnTo>
                      <a:pt x="6" y="0"/>
                    </a:lnTo>
                    <a:lnTo>
                      <a:pt x="0" y="5"/>
                    </a:lnTo>
                    <a:lnTo>
                      <a:pt x="0" y="7"/>
                    </a:lnTo>
                    <a:lnTo>
                      <a:pt x="2" y="7"/>
                    </a:lnTo>
                    <a:lnTo>
                      <a:pt x="2" y="9"/>
                    </a:lnTo>
                    <a:lnTo>
                      <a:pt x="2" y="11"/>
                    </a:lnTo>
                    <a:lnTo>
                      <a:pt x="4" y="12"/>
                    </a:lnTo>
                    <a:lnTo>
                      <a:pt x="4" y="14"/>
                    </a:lnTo>
                    <a:lnTo>
                      <a:pt x="4" y="16"/>
                    </a:lnTo>
                    <a:lnTo>
                      <a:pt x="4" y="17"/>
                    </a:lnTo>
                    <a:lnTo>
                      <a:pt x="6" y="19"/>
                    </a:lnTo>
                    <a:lnTo>
                      <a:pt x="6" y="21"/>
                    </a:lnTo>
                    <a:lnTo>
                      <a:pt x="6" y="23"/>
                    </a:lnTo>
                    <a:lnTo>
                      <a:pt x="6" y="24"/>
                    </a:lnTo>
                    <a:lnTo>
                      <a:pt x="6" y="26"/>
                    </a:lnTo>
                    <a:lnTo>
                      <a:pt x="6" y="28"/>
                    </a:lnTo>
                    <a:lnTo>
                      <a:pt x="6" y="30"/>
                    </a:lnTo>
                    <a:lnTo>
                      <a:pt x="6" y="33"/>
                    </a:lnTo>
                    <a:lnTo>
                      <a:pt x="7" y="35"/>
                    </a:lnTo>
                    <a:lnTo>
                      <a:pt x="7" y="37"/>
                    </a:lnTo>
                    <a:lnTo>
                      <a:pt x="7" y="38"/>
                    </a:lnTo>
                    <a:lnTo>
                      <a:pt x="7" y="40"/>
                    </a:lnTo>
                    <a:lnTo>
                      <a:pt x="7" y="42"/>
                    </a:lnTo>
                    <a:lnTo>
                      <a:pt x="7" y="43"/>
                    </a:lnTo>
                    <a:lnTo>
                      <a:pt x="7" y="47"/>
                    </a:lnTo>
                    <a:lnTo>
                      <a:pt x="7" y="49"/>
                    </a:lnTo>
                    <a:lnTo>
                      <a:pt x="7" y="50"/>
                    </a:lnTo>
                    <a:lnTo>
                      <a:pt x="9" y="52"/>
                    </a:lnTo>
                    <a:lnTo>
                      <a:pt x="9" y="54"/>
                    </a:lnTo>
                    <a:lnTo>
                      <a:pt x="9" y="56"/>
                    </a:lnTo>
                    <a:lnTo>
                      <a:pt x="11" y="57"/>
                    </a:lnTo>
                    <a:lnTo>
                      <a:pt x="11" y="59"/>
                    </a:lnTo>
                    <a:lnTo>
                      <a:pt x="12" y="63"/>
                    </a:lnTo>
                    <a:lnTo>
                      <a:pt x="12" y="64"/>
                    </a:lnTo>
                    <a:lnTo>
                      <a:pt x="19" y="64"/>
                    </a:lnTo>
                    <a:lnTo>
                      <a:pt x="12" y="64"/>
                    </a:lnTo>
                    <a:lnTo>
                      <a:pt x="16" y="68"/>
                    </a:lnTo>
                    <a:lnTo>
                      <a:pt x="19" y="64"/>
                    </a:lnTo>
                    <a:lnTo>
                      <a:pt x="14" y="5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20" name="Google Shape;420;p10"/>
              <p:cNvSpPr/>
              <p:nvPr/>
            </p:nvSpPr>
            <p:spPr>
              <a:xfrm>
                <a:off x="4541" y="2040"/>
                <a:ext cx="12" cy="67"/>
              </a:xfrm>
              <a:custGeom>
                <a:rect b="b" l="l" r="r" t="t"/>
                <a:pathLst>
                  <a:path extrusionOk="0" h="67" w="12">
                    <a:moveTo>
                      <a:pt x="7" y="0"/>
                    </a:moveTo>
                    <a:lnTo>
                      <a:pt x="5" y="1"/>
                    </a:lnTo>
                    <a:lnTo>
                      <a:pt x="5" y="3"/>
                    </a:lnTo>
                    <a:lnTo>
                      <a:pt x="4" y="5"/>
                    </a:lnTo>
                    <a:lnTo>
                      <a:pt x="4" y="8"/>
                    </a:lnTo>
                    <a:lnTo>
                      <a:pt x="4" y="10"/>
                    </a:lnTo>
                    <a:lnTo>
                      <a:pt x="4" y="12"/>
                    </a:lnTo>
                    <a:lnTo>
                      <a:pt x="4" y="14"/>
                    </a:lnTo>
                    <a:lnTo>
                      <a:pt x="4" y="15"/>
                    </a:lnTo>
                    <a:lnTo>
                      <a:pt x="4" y="19"/>
                    </a:lnTo>
                    <a:lnTo>
                      <a:pt x="4" y="20"/>
                    </a:lnTo>
                    <a:lnTo>
                      <a:pt x="4" y="22"/>
                    </a:lnTo>
                    <a:lnTo>
                      <a:pt x="4" y="24"/>
                    </a:lnTo>
                    <a:lnTo>
                      <a:pt x="4" y="27"/>
                    </a:lnTo>
                    <a:lnTo>
                      <a:pt x="4" y="29"/>
                    </a:lnTo>
                    <a:lnTo>
                      <a:pt x="4" y="31"/>
                    </a:lnTo>
                    <a:lnTo>
                      <a:pt x="4" y="33"/>
                    </a:lnTo>
                    <a:lnTo>
                      <a:pt x="5" y="36"/>
                    </a:lnTo>
                    <a:lnTo>
                      <a:pt x="5" y="38"/>
                    </a:lnTo>
                    <a:lnTo>
                      <a:pt x="5" y="40"/>
                    </a:lnTo>
                    <a:lnTo>
                      <a:pt x="5" y="41"/>
                    </a:lnTo>
                    <a:lnTo>
                      <a:pt x="5" y="43"/>
                    </a:lnTo>
                    <a:lnTo>
                      <a:pt x="5" y="45"/>
                    </a:lnTo>
                    <a:lnTo>
                      <a:pt x="5" y="46"/>
                    </a:lnTo>
                    <a:lnTo>
                      <a:pt x="5" y="48"/>
                    </a:lnTo>
                    <a:lnTo>
                      <a:pt x="5" y="50"/>
                    </a:lnTo>
                    <a:lnTo>
                      <a:pt x="4" y="52"/>
                    </a:lnTo>
                    <a:lnTo>
                      <a:pt x="4" y="53"/>
                    </a:lnTo>
                    <a:lnTo>
                      <a:pt x="4" y="55"/>
                    </a:lnTo>
                    <a:lnTo>
                      <a:pt x="4" y="57"/>
                    </a:lnTo>
                    <a:lnTo>
                      <a:pt x="2" y="59"/>
                    </a:lnTo>
                    <a:lnTo>
                      <a:pt x="2" y="60"/>
                    </a:lnTo>
                    <a:lnTo>
                      <a:pt x="0" y="60"/>
                    </a:lnTo>
                    <a:lnTo>
                      <a:pt x="0" y="62"/>
                    </a:lnTo>
                    <a:lnTo>
                      <a:pt x="5" y="67"/>
                    </a:lnTo>
                    <a:lnTo>
                      <a:pt x="5" y="66"/>
                    </a:lnTo>
                    <a:lnTo>
                      <a:pt x="7" y="64"/>
                    </a:lnTo>
                    <a:lnTo>
                      <a:pt x="9" y="62"/>
                    </a:lnTo>
                    <a:lnTo>
                      <a:pt x="9" y="60"/>
                    </a:lnTo>
                    <a:lnTo>
                      <a:pt x="11" y="59"/>
                    </a:lnTo>
                    <a:lnTo>
                      <a:pt x="11" y="55"/>
                    </a:lnTo>
                    <a:lnTo>
                      <a:pt x="12" y="53"/>
                    </a:lnTo>
                    <a:lnTo>
                      <a:pt x="12" y="52"/>
                    </a:lnTo>
                    <a:lnTo>
                      <a:pt x="12" y="50"/>
                    </a:lnTo>
                    <a:lnTo>
                      <a:pt x="12" y="48"/>
                    </a:lnTo>
                    <a:lnTo>
                      <a:pt x="12" y="45"/>
                    </a:lnTo>
                    <a:lnTo>
                      <a:pt x="12" y="43"/>
                    </a:lnTo>
                    <a:lnTo>
                      <a:pt x="12" y="41"/>
                    </a:lnTo>
                    <a:lnTo>
                      <a:pt x="12" y="40"/>
                    </a:lnTo>
                    <a:lnTo>
                      <a:pt x="12" y="36"/>
                    </a:lnTo>
                    <a:lnTo>
                      <a:pt x="12" y="34"/>
                    </a:lnTo>
                    <a:lnTo>
                      <a:pt x="12" y="33"/>
                    </a:lnTo>
                    <a:lnTo>
                      <a:pt x="12" y="31"/>
                    </a:lnTo>
                    <a:lnTo>
                      <a:pt x="11" y="27"/>
                    </a:lnTo>
                    <a:lnTo>
                      <a:pt x="11" y="26"/>
                    </a:lnTo>
                    <a:lnTo>
                      <a:pt x="11" y="24"/>
                    </a:lnTo>
                    <a:lnTo>
                      <a:pt x="11" y="22"/>
                    </a:lnTo>
                    <a:lnTo>
                      <a:pt x="11" y="20"/>
                    </a:lnTo>
                    <a:lnTo>
                      <a:pt x="11" y="19"/>
                    </a:lnTo>
                    <a:lnTo>
                      <a:pt x="11" y="17"/>
                    </a:lnTo>
                    <a:lnTo>
                      <a:pt x="11" y="14"/>
                    </a:lnTo>
                    <a:lnTo>
                      <a:pt x="11" y="12"/>
                    </a:lnTo>
                    <a:lnTo>
                      <a:pt x="11" y="10"/>
                    </a:lnTo>
                    <a:lnTo>
                      <a:pt x="11" y="8"/>
                    </a:lnTo>
                    <a:lnTo>
                      <a:pt x="12" y="7"/>
                    </a:lnTo>
                    <a:lnTo>
                      <a:pt x="12" y="5"/>
                    </a:lnTo>
                    <a:lnTo>
                      <a:pt x="7" y="0"/>
                    </a:lnTo>
                    <a:lnTo>
                      <a:pt x="5" y="1"/>
                    </a:lnTo>
                    <a:lnTo>
                      <a:pt x="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21" name="Google Shape;421;p10"/>
              <p:cNvSpPr/>
              <p:nvPr/>
            </p:nvSpPr>
            <p:spPr>
              <a:xfrm>
                <a:off x="4548" y="1823"/>
                <a:ext cx="186" cy="222"/>
              </a:xfrm>
              <a:custGeom>
                <a:rect b="b" l="l" r="r" t="t"/>
                <a:pathLst>
                  <a:path extrusionOk="0" h="222" w="186">
                    <a:moveTo>
                      <a:pt x="179" y="0"/>
                    </a:moveTo>
                    <a:lnTo>
                      <a:pt x="180" y="0"/>
                    </a:lnTo>
                    <a:lnTo>
                      <a:pt x="174" y="7"/>
                    </a:lnTo>
                    <a:lnTo>
                      <a:pt x="167" y="12"/>
                    </a:lnTo>
                    <a:lnTo>
                      <a:pt x="160" y="19"/>
                    </a:lnTo>
                    <a:lnTo>
                      <a:pt x="154" y="26"/>
                    </a:lnTo>
                    <a:lnTo>
                      <a:pt x="148" y="33"/>
                    </a:lnTo>
                    <a:lnTo>
                      <a:pt x="142" y="38"/>
                    </a:lnTo>
                    <a:lnTo>
                      <a:pt x="135" y="45"/>
                    </a:lnTo>
                    <a:lnTo>
                      <a:pt x="130" y="52"/>
                    </a:lnTo>
                    <a:lnTo>
                      <a:pt x="125" y="59"/>
                    </a:lnTo>
                    <a:lnTo>
                      <a:pt x="118" y="66"/>
                    </a:lnTo>
                    <a:lnTo>
                      <a:pt x="113" y="73"/>
                    </a:lnTo>
                    <a:lnTo>
                      <a:pt x="108" y="80"/>
                    </a:lnTo>
                    <a:lnTo>
                      <a:pt x="102" y="87"/>
                    </a:lnTo>
                    <a:lnTo>
                      <a:pt x="96" y="94"/>
                    </a:lnTo>
                    <a:lnTo>
                      <a:pt x="90" y="101"/>
                    </a:lnTo>
                    <a:lnTo>
                      <a:pt x="85" y="108"/>
                    </a:lnTo>
                    <a:lnTo>
                      <a:pt x="80" y="114"/>
                    </a:lnTo>
                    <a:lnTo>
                      <a:pt x="75" y="121"/>
                    </a:lnTo>
                    <a:lnTo>
                      <a:pt x="69" y="128"/>
                    </a:lnTo>
                    <a:lnTo>
                      <a:pt x="64" y="135"/>
                    </a:lnTo>
                    <a:lnTo>
                      <a:pt x="59" y="142"/>
                    </a:lnTo>
                    <a:lnTo>
                      <a:pt x="54" y="149"/>
                    </a:lnTo>
                    <a:lnTo>
                      <a:pt x="49" y="156"/>
                    </a:lnTo>
                    <a:lnTo>
                      <a:pt x="43" y="163"/>
                    </a:lnTo>
                    <a:lnTo>
                      <a:pt x="38" y="170"/>
                    </a:lnTo>
                    <a:lnTo>
                      <a:pt x="31" y="177"/>
                    </a:lnTo>
                    <a:lnTo>
                      <a:pt x="26" y="184"/>
                    </a:lnTo>
                    <a:lnTo>
                      <a:pt x="21" y="191"/>
                    </a:lnTo>
                    <a:lnTo>
                      <a:pt x="16" y="198"/>
                    </a:lnTo>
                    <a:lnTo>
                      <a:pt x="11" y="205"/>
                    </a:lnTo>
                    <a:lnTo>
                      <a:pt x="5" y="211"/>
                    </a:lnTo>
                    <a:lnTo>
                      <a:pt x="0" y="217"/>
                    </a:lnTo>
                    <a:lnTo>
                      <a:pt x="5" y="222"/>
                    </a:lnTo>
                    <a:lnTo>
                      <a:pt x="11" y="215"/>
                    </a:lnTo>
                    <a:lnTo>
                      <a:pt x="16" y="208"/>
                    </a:lnTo>
                    <a:lnTo>
                      <a:pt x="21" y="201"/>
                    </a:lnTo>
                    <a:lnTo>
                      <a:pt x="28" y="194"/>
                    </a:lnTo>
                    <a:lnTo>
                      <a:pt x="33" y="187"/>
                    </a:lnTo>
                    <a:lnTo>
                      <a:pt x="38" y="180"/>
                    </a:lnTo>
                    <a:lnTo>
                      <a:pt x="43" y="173"/>
                    </a:lnTo>
                    <a:lnTo>
                      <a:pt x="49" y="166"/>
                    </a:lnTo>
                    <a:lnTo>
                      <a:pt x="54" y="160"/>
                    </a:lnTo>
                    <a:lnTo>
                      <a:pt x="59" y="153"/>
                    </a:lnTo>
                    <a:lnTo>
                      <a:pt x="64" y="146"/>
                    </a:lnTo>
                    <a:lnTo>
                      <a:pt x="69" y="139"/>
                    </a:lnTo>
                    <a:lnTo>
                      <a:pt x="75" y="132"/>
                    </a:lnTo>
                    <a:lnTo>
                      <a:pt x="80" y="125"/>
                    </a:lnTo>
                    <a:lnTo>
                      <a:pt x="85" y="118"/>
                    </a:lnTo>
                    <a:lnTo>
                      <a:pt x="92" y="111"/>
                    </a:lnTo>
                    <a:lnTo>
                      <a:pt x="97" y="104"/>
                    </a:lnTo>
                    <a:lnTo>
                      <a:pt x="102" y="97"/>
                    </a:lnTo>
                    <a:lnTo>
                      <a:pt x="108" y="90"/>
                    </a:lnTo>
                    <a:lnTo>
                      <a:pt x="113" y="83"/>
                    </a:lnTo>
                    <a:lnTo>
                      <a:pt x="118" y="78"/>
                    </a:lnTo>
                    <a:lnTo>
                      <a:pt x="125" y="71"/>
                    </a:lnTo>
                    <a:lnTo>
                      <a:pt x="130" y="64"/>
                    </a:lnTo>
                    <a:lnTo>
                      <a:pt x="135" y="57"/>
                    </a:lnTo>
                    <a:lnTo>
                      <a:pt x="141" y="50"/>
                    </a:lnTo>
                    <a:lnTo>
                      <a:pt x="148" y="43"/>
                    </a:lnTo>
                    <a:lnTo>
                      <a:pt x="153" y="38"/>
                    </a:lnTo>
                    <a:lnTo>
                      <a:pt x="160" y="31"/>
                    </a:lnTo>
                    <a:lnTo>
                      <a:pt x="165" y="24"/>
                    </a:lnTo>
                    <a:lnTo>
                      <a:pt x="172" y="17"/>
                    </a:lnTo>
                    <a:lnTo>
                      <a:pt x="179" y="12"/>
                    </a:lnTo>
                    <a:lnTo>
                      <a:pt x="184" y="5"/>
                    </a:lnTo>
                    <a:lnTo>
                      <a:pt x="186" y="5"/>
                    </a:lnTo>
                    <a:lnTo>
                      <a:pt x="184" y="5"/>
                    </a:lnTo>
                    <a:lnTo>
                      <a:pt x="186" y="5"/>
                    </a:lnTo>
                    <a:lnTo>
                      <a:pt x="17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22" name="Google Shape;422;p10"/>
              <p:cNvSpPr/>
              <p:nvPr/>
            </p:nvSpPr>
            <p:spPr>
              <a:xfrm>
                <a:off x="4727" y="1818"/>
                <a:ext cx="24" cy="10"/>
              </a:xfrm>
              <a:custGeom>
                <a:rect b="b" l="l" r="r" t="t"/>
                <a:pathLst>
                  <a:path extrusionOk="0" h="10" w="24">
                    <a:moveTo>
                      <a:pt x="24" y="2"/>
                    </a:moveTo>
                    <a:lnTo>
                      <a:pt x="21" y="0"/>
                    </a:lnTo>
                    <a:lnTo>
                      <a:pt x="19" y="0"/>
                    </a:lnTo>
                    <a:lnTo>
                      <a:pt x="19" y="2"/>
                    </a:lnTo>
                    <a:lnTo>
                      <a:pt x="17" y="2"/>
                    </a:lnTo>
                    <a:lnTo>
                      <a:pt x="15" y="2"/>
                    </a:lnTo>
                    <a:lnTo>
                      <a:pt x="14" y="0"/>
                    </a:lnTo>
                    <a:lnTo>
                      <a:pt x="12" y="0"/>
                    </a:lnTo>
                    <a:lnTo>
                      <a:pt x="10" y="0"/>
                    </a:lnTo>
                    <a:lnTo>
                      <a:pt x="8" y="2"/>
                    </a:lnTo>
                    <a:lnTo>
                      <a:pt x="7" y="2"/>
                    </a:lnTo>
                    <a:lnTo>
                      <a:pt x="5" y="2"/>
                    </a:lnTo>
                    <a:lnTo>
                      <a:pt x="3" y="3"/>
                    </a:lnTo>
                    <a:lnTo>
                      <a:pt x="1" y="3"/>
                    </a:lnTo>
                    <a:lnTo>
                      <a:pt x="1" y="5"/>
                    </a:lnTo>
                    <a:lnTo>
                      <a:pt x="0" y="5"/>
                    </a:lnTo>
                    <a:lnTo>
                      <a:pt x="7" y="10"/>
                    </a:lnTo>
                    <a:lnTo>
                      <a:pt x="7" y="9"/>
                    </a:lnTo>
                    <a:lnTo>
                      <a:pt x="8" y="9"/>
                    </a:lnTo>
                    <a:lnTo>
                      <a:pt x="10" y="9"/>
                    </a:lnTo>
                    <a:lnTo>
                      <a:pt x="12" y="9"/>
                    </a:lnTo>
                    <a:lnTo>
                      <a:pt x="14" y="9"/>
                    </a:lnTo>
                    <a:lnTo>
                      <a:pt x="15" y="9"/>
                    </a:lnTo>
                    <a:lnTo>
                      <a:pt x="17" y="9"/>
                    </a:lnTo>
                    <a:lnTo>
                      <a:pt x="19" y="9"/>
                    </a:lnTo>
                    <a:lnTo>
                      <a:pt x="21" y="9"/>
                    </a:lnTo>
                    <a:lnTo>
                      <a:pt x="17" y="7"/>
                    </a:lnTo>
                    <a:lnTo>
                      <a:pt x="24" y="2"/>
                    </a:lnTo>
                    <a:lnTo>
                      <a:pt x="22" y="0"/>
                    </a:lnTo>
                    <a:lnTo>
                      <a:pt x="21" y="0"/>
                    </a:lnTo>
                    <a:lnTo>
                      <a:pt x="24"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23" name="Google Shape;423;p10"/>
              <p:cNvSpPr/>
              <p:nvPr/>
            </p:nvSpPr>
            <p:spPr>
              <a:xfrm>
                <a:off x="4744" y="1820"/>
                <a:ext cx="52" cy="22"/>
              </a:xfrm>
              <a:custGeom>
                <a:rect b="b" l="l" r="r" t="t"/>
                <a:pathLst>
                  <a:path extrusionOk="0" h="22" w="52">
                    <a:moveTo>
                      <a:pt x="49" y="12"/>
                    </a:moveTo>
                    <a:lnTo>
                      <a:pt x="47" y="12"/>
                    </a:lnTo>
                    <a:lnTo>
                      <a:pt x="45" y="14"/>
                    </a:lnTo>
                    <a:lnTo>
                      <a:pt x="43" y="14"/>
                    </a:lnTo>
                    <a:lnTo>
                      <a:pt x="42" y="15"/>
                    </a:lnTo>
                    <a:lnTo>
                      <a:pt x="40" y="15"/>
                    </a:lnTo>
                    <a:lnTo>
                      <a:pt x="38" y="15"/>
                    </a:lnTo>
                    <a:lnTo>
                      <a:pt x="36" y="15"/>
                    </a:lnTo>
                    <a:lnTo>
                      <a:pt x="35" y="15"/>
                    </a:lnTo>
                    <a:lnTo>
                      <a:pt x="33" y="15"/>
                    </a:lnTo>
                    <a:lnTo>
                      <a:pt x="31" y="15"/>
                    </a:lnTo>
                    <a:lnTo>
                      <a:pt x="30" y="15"/>
                    </a:lnTo>
                    <a:lnTo>
                      <a:pt x="28" y="15"/>
                    </a:lnTo>
                    <a:lnTo>
                      <a:pt x="26" y="14"/>
                    </a:lnTo>
                    <a:lnTo>
                      <a:pt x="24" y="14"/>
                    </a:lnTo>
                    <a:lnTo>
                      <a:pt x="23" y="14"/>
                    </a:lnTo>
                    <a:lnTo>
                      <a:pt x="21" y="12"/>
                    </a:lnTo>
                    <a:lnTo>
                      <a:pt x="19" y="12"/>
                    </a:lnTo>
                    <a:lnTo>
                      <a:pt x="17" y="10"/>
                    </a:lnTo>
                    <a:lnTo>
                      <a:pt x="16" y="8"/>
                    </a:lnTo>
                    <a:lnTo>
                      <a:pt x="14" y="8"/>
                    </a:lnTo>
                    <a:lnTo>
                      <a:pt x="12" y="7"/>
                    </a:lnTo>
                    <a:lnTo>
                      <a:pt x="10" y="5"/>
                    </a:lnTo>
                    <a:lnTo>
                      <a:pt x="9" y="3"/>
                    </a:lnTo>
                    <a:lnTo>
                      <a:pt x="7" y="1"/>
                    </a:lnTo>
                    <a:lnTo>
                      <a:pt x="7" y="0"/>
                    </a:lnTo>
                    <a:lnTo>
                      <a:pt x="0" y="5"/>
                    </a:lnTo>
                    <a:lnTo>
                      <a:pt x="2" y="7"/>
                    </a:lnTo>
                    <a:lnTo>
                      <a:pt x="4" y="7"/>
                    </a:lnTo>
                    <a:lnTo>
                      <a:pt x="4" y="8"/>
                    </a:lnTo>
                    <a:lnTo>
                      <a:pt x="5" y="10"/>
                    </a:lnTo>
                    <a:lnTo>
                      <a:pt x="7" y="12"/>
                    </a:lnTo>
                    <a:lnTo>
                      <a:pt x="9" y="12"/>
                    </a:lnTo>
                    <a:lnTo>
                      <a:pt x="9" y="14"/>
                    </a:lnTo>
                    <a:lnTo>
                      <a:pt x="10" y="15"/>
                    </a:lnTo>
                    <a:lnTo>
                      <a:pt x="12" y="15"/>
                    </a:lnTo>
                    <a:lnTo>
                      <a:pt x="14" y="17"/>
                    </a:lnTo>
                    <a:lnTo>
                      <a:pt x="16" y="17"/>
                    </a:lnTo>
                    <a:lnTo>
                      <a:pt x="17" y="19"/>
                    </a:lnTo>
                    <a:lnTo>
                      <a:pt x="19" y="19"/>
                    </a:lnTo>
                    <a:lnTo>
                      <a:pt x="21" y="20"/>
                    </a:lnTo>
                    <a:lnTo>
                      <a:pt x="23" y="20"/>
                    </a:lnTo>
                    <a:lnTo>
                      <a:pt x="24" y="20"/>
                    </a:lnTo>
                    <a:lnTo>
                      <a:pt x="26" y="22"/>
                    </a:lnTo>
                    <a:lnTo>
                      <a:pt x="28" y="22"/>
                    </a:lnTo>
                    <a:lnTo>
                      <a:pt x="30" y="22"/>
                    </a:lnTo>
                    <a:lnTo>
                      <a:pt x="31" y="22"/>
                    </a:lnTo>
                    <a:lnTo>
                      <a:pt x="33" y="22"/>
                    </a:lnTo>
                    <a:lnTo>
                      <a:pt x="35" y="22"/>
                    </a:lnTo>
                    <a:lnTo>
                      <a:pt x="36" y="22"/>
                    </a:lnTo>
                    <a:lnTo>
                      <a:pt x="38" y="22"/>
                    </a:lnTo>
                    <a:lnTo>
                      <a:pt x="40" y="22"/>
                    </a:lnTo>
                    <a:lnTo>
                      <a:pt x="42" y="22"/>
                    </a:lnTo>
                    <a:lnTo>
                      <a:pt x="43" y="22"/>
                    </a:lnTo>
                    <a:lnTo>
                      <a:pt x="45" y="20"/>
                    </a:lnTo>
                    <a:lnTo>
                      <a:pt x="47" y="20"/>
                    </a:lnTo>
                    <a:lnTo>
                      <a:pt x="49" y="20"/>
                    </a:lnTo>
                    <a:lnTo>
                      <a:pt x="50" y="19"/>
                    </a:lnTo>
                    <a:lnTo>
                      <a:pt x="52" y="19"/>
                    </a:lnTo>
                    <a:lnTo>
                      <a:pt x="49"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24" name="Google Shape;424;p10"/>
              <p:cNvSpPr/>
              <p:nvPr/>
            </p:nvSpPr>
            <p:spPr>
              <a:xfrm>
                <a:off x="4793" y="1816"/>
                <a:ext cx="83" cy="23"/>
              </a:xfrm>
              <a:custGeom>
                <a:rect b="b" l="l" r="r" t="t"/>
                <a:pathLst>
                  <a:path extrusionOk="0" h="23" w="83">
                    <a:moveTo>
                      <a:pt x="78" y="7"/>
                    </a:moveTo>
                    <a:lnTo>
                      <a:pt x="74" y="0"/>
                    </a:lnTo>
                    <a:lnTo>
                      <a:pt x="72" y="0"/>
                    </a:lnTo>
                    <a:lnTo>
                      <a:pt x="69" y="0"/>
                    </a:lnTo>
                    <a:lnTo>
                      <a:pt x="67" y="0"/>
                    </a:lnTo>
                    <a:lnTo>
                      <a:pt x="64" y="0"/>
                    </a:lnTo>
                    <a:lnTo>
                      <a:pt x="62" y="2"/>
                    </a:lnTo>
                    <a:lnTo>
                      <a:pt x="59" y="2"/>
                    </a:lnTo>
                    <a:lnTo>
                      <a:pt x="57" y="2"/>
                    </a:lnTo>
                    <a:lnTo>
                      <a:pt x="55" y="2"/>
                    </a:lnTo>
                    <a:lnTo>
                      <a:pt x="52" y="2"/>
                    </a:lnTo>
                    <a:lnTo>
                      <a:pt x="50" y="2"/>
                    </a:lnTo>
                    <a:lnTo>
                      <a:pt x="48" y="4"/>
                    </a:lnTo>
                    <a:lnTo>
                      <a:pt x="45" y="4"/>
                    </a:lnTo>
                    <a:lnTo>
                      <a:pt x="43" y="4"/>
                    </a:lnTo>
                    <a:lnTo>
                      <a:pt x="39" y="4"/>
                    </a:lnTo>
                    <a:lnTo>
                      <a:pt x="38" y="5"/>
                    </a:lnTo>
                    <a:lnTo>
                      <a:pt x="36" y="5"/>
                    </a:lnTo>
                    <a:lnTo>
                      <a:pt x="33" y="5"/>
                    </a:lnTo>
                    <a:lnTo>
                      <a:pt x="31" y="7"/>
                    </a:lnTo>
                    <a:lnTo>
                      <a:pt x="29" y="7"/>
                    </a:lnTo>
                    <a:lnTo>
                      <a:pt x="27" y="7"/>
                    </a:lnTo>
                    <a:lnTo>
                      <a:pt x="24" y="9"/>
                    </a:lnTo>
                    <a:lnTo>
                      <a:pt x="22" y="9"/>
                    </a:lnTo>
                    <a:lnTo>
                      <a:pt x="20" y="9"/>
                    </a:lnTo>
                    <a:lnTo>
                      <a:pt x="17" y="11"/>
                    </a:lnTo>
                    <a:lnTo>
                      <a:pt x="15" y="11"/>
                    </a:lnTo>
                    <a:lnTo>
                      <a:pt x="13" y="11"/>
                    </a:lnTo>
                    <a:lnTo>
                      <a:pt x="12" y="12"/>
                    </a:lnTo>
                    <a:lnTo>
                      <a:pt x="8" y="12"/>
                    </a:lnTo>
                    <a:lnTo>
                      <a:pt x="7" y="14"/>
                    </a:lnTo>
                    <a:lnTo>
                      <a:pt x="5" y="14"/>
                    </a:lnTo>
                    <a:lnTo>
                      <a:pt x="3" y="14"/>
                    </a:lnTo>
                    <a:lnTo>
                      <a:pt x="0" y="16"/>
                    </a:lnTo>
                    <a:lnTo>
                      <a:pt x="3" y="23"/>
                    </a:lnTo>
                    <a:lnTo>
                      <a:pt x="5" y="21"/>
                    </a:lnTo>
                    <a:lnTo>
                      <a:pt x="7" y="21"/>
                    </a:lnTo>
                    <a:lnTo>
                      <a:pt x="8" y="21"/>
                    </a:lnTo>
                    <a:lnTo>
                      <a:pt x="12" y="19"/>
                    </a:lnTo>
                    <a:lnTo>
                      <a:pt x="13" y="19"/>
                    </a:lnTo>
                    <a:lnTo>
                      <a:pt x="15" y="18"/>
                    </a:lnTo>
                    <a:lnTo>
                      <a:pt x="17" y="18"/>
                    </a:lnTo>
                    <a:lnTo>
                      <a:pt x="20" y="18"/>
                    </a:lnTo>
                    <a:lnTo>
                      <a:pt x="22" y="16"/>
                    </a:lnTo>
                    <a:lnTo>
                      <a:pt x="24" y="16"/>
                    </a:lnTo>
                    <a:lnTo>
                      <a:pt x="26" y="16"/>
                    </a:lnTo>
                    <a:lnTo>
                      <a:pt x="29" y="14"/>
                    </a:lnTo>
                    <a:lnTo>
                      <a:pt x="31" y="14"/>
                    </a:lnTo>
                    <a:lnTo>
                      <a:pt x="33" y="14"/>
                    </a:lnTo>
                    <a:lnTo>
                      <a:pt x="34" y="12"/>
                    </a:lnTo>
                    <a:lnTo>
                      <a:pt x="38" y="12"/>
                    </a:lnTo>
                    <a:lnTo>
                      <a:pt x="39" y="12"/>
                    </a:lnTo>
                    <a:lnTo>
                      <a:pt x="41" y="11"/>
                    </a:lnTo>
                    <a:lnTo>
                      <a:pt x="45" y="11"/>
                    </a:lnTo>
                    <a:lnTo>
                      <a:pt x="46" y="11"/>
                    </a:lnTo>
                    <a:lnTo>
                      <a:pt x="48" y="11"/>
                    </a:lnTo>
                    <a:lnTo>
                      <a:pt x="52" y="9"/>
                    </a:lnTo>
                    <a:lnTo>
                      <a:pt x="53" y="9"/>
                    </a:lnTo>
                    <a:lnTo>
                      <a:pt x="55" y="9"/>
                    </a:lnTo>
                    <a:lnTo>
                      <a:pt x="59" y="9"/>
                    </a:lnTo>
                    <a:lnTo>
                      <a:pt x="60" y="9"/>
                    </a:lnTo>
                    <a:lnTo>
                      <a:pt x="62" y="9"/>
                    </a:lnTo>
                    <a:lnTo>
                      <a:pt x="65" y="9"/>
                    </a:lnTo>
                    <a:lnTo>
                      <a:pt x="67" y="9"/>
                    </a:lnTo>
                    <a:lnTo>
                      <a:pt x="69" y="7"/>
                    </a:lnTo>
                    <a:lnTo>
                      <a:pt x="72" y="7"/>
                    </a:lnTo>
                    <a:lnTo>
                      <a:pt x="74" y="7"/>
                    </a:lnTo>
                    <a:lnTo>
                      <a:pt x="72" y="2"/>
                    </a:lnTo>
                    <a:lnTo>
                      <a:pt x="78" y="7"/>
                    </a:lnTo>
                    <a:lnTo>
                      <a:pt x="83" y="0"/>
                    </a:lnTo>
                    <a:lnTo>
                      <a:pt x="74" y="0"/>
                    </a:lnTo>
                    <a:lnTo>
                      <a:pt x="78"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25" name="Google Shape;425;p10"/>
              <p:cNvSpPr/>
              <p:nvPr/>
            </p:nvSpPr>
            <p:spPr>
              <a:xfrm>
                <a:off x="4839" y="1832"/>
                <a:ext cx="167" cy="116"/>
              </a:xfrm>
              <a:custGeom>
                <a:rect b="b" l="l" r="r" t="t"/>
                <a:pathLst>
                  <a:path extrusionOk="0" h="116" w="167">
                    <a:moveTo>
                      <a:pt x="158" y="5"/>
                    </a:moveTo>
                    <a:lnTo>
                      <a:pt x="160" y="5"/>
                    </a:lnTo>
                    <a:lnTo>
                      <a:pt x="162" y="5"/>
                    </a:lnTo>
                    <a:lnTo>
                      <a:pt x="162" y="7"/>
                    </a:lnTo>
                    <a:lnTo>
                      <a:pt x="163" y="8"/>
                    </a:lnTo>
                    <a:lnTo>
                      <a:pt x="163" y="10"/>
                    </a:lnTo>
                    <a:lnTo>
                      <a:pt x="163" y="12"/>
                    </a:lnTo>
                    <a:lnTo>
                      <a:pt x="165" y="12"/>
                    </a:lnTo>
                    <a:lnTo>
                      <a:pt x="165" y="14"/>
                    </a:lnTo>
                    <a:lnTo>
                      <a:pt x="165" y="15"/>
                    </a:lnTo>
                    <a:lnTo>
                      <a:pt x="165" y="17"/>
                    </a:lnTo>
                    <a:lnTo>
                      <a:pt x="165" y="19"/>
                    </a:lnTo>
                    <a:lnTo>
                      <a:pt x="165" y="21"/>
                    </a:lnTo>
                    <a:lnTo>
                      <a:pt x="165" y="22"/>
                    </a:lnTo>
                    <a:lnTo>
                      <a:pt x="167" y="24"/>
                    </a:lnTo>
                    <a:lnTo>
                      <a:pt x="167" y="26"/>
                    </a:lnTo>
                    <a:lnTo>
                      <a:pt x="167" y="28"/>
                    </a:lnTo>
                    <a:lnTo>
                      <a:pt x="167" y="29"/>
                    </a:lnTo>
                    <a:lnTo>
                      <a:pt x="167" y="33"/>
                    </a:lnTo>
                    <a:lnTo>
                      <a:pt x="167" y="36"/>
                    </a:lnTo>
                    <a:lnTo>
                      <a:pt x="167" y="38"/>
                    </a:lnTo>
                    <a:lnTo>
                      <a:pt x="167" y="41"/>
                    </a:lnTo>
                    <a:lnTo>
                      <a:pt x="165" y="45"/>
                    </a:lnTo>
                    <a:lnTo>
                      <a:pt x="165" y="48"/>
                    </a:lnTo>
                    <a:lnTo>
                      <a:pt x="165" y="50"/>
                    </a:lnTo>
                    <a:lnTo>
                      <a:pt x="165" y="54"/>
                    </a:lnTo>
                    <a:lnTo>
                      <a:pt x="165" y="57"/>
                    </a:lnTo>
                    <a:lnTo>
                      <a:pt x="165" y="60"/>
                    </a:lnTo>
                    <a:lnTo>
                      <a:pt x="165" y="62"/>
                    </a:lnTo>
                    <a:lnTo>
                      <a:pt x="165" y="66"/>
                    </a:lnTo>
                    <a:lnTo>
                      <a:pt x="165" y="69"/>
                    </a:lnTo>
                    <a:lnTo>
                      <a:pt x="163" y="73"/>
                    </a:lnTo>
                    <a:lnTo>
                      <a:pt x="163" y="74"/>
                    </a:lnTo>
                    <a:lnTo>
                      <a:pt x="163" y="78"/>
                    </a:lnTo>
                    <a:lnTo>
                      <a:pt x="163" y="81"/>
                    </a:lnTo>
                    <a:lnTo>
                      <a:pt x="162" y="83"/>
                    </a:lnTo>
                    <a:lnTo>
                      <a:pt x="162" y="86"/>
                    </a:lnTo>
                    <a:lnTo>
                      <a:pt x="162" y="90"/>
                    </a:lnTo>
                    <a:lnTo>
                      <a:pt x="160" y="92"/>
                    </a:lnTo>
                    <a:lnTo>
                      <a:pt x="160" y="95"/>
                    </a:lnTo>
                    <a:lnTo>
                      <a:pt x="158" y="97"/>
                    </a:lnTo>
                    <a:lnTo>
                      <a:pt x="156" y="100"/>
                    </a:lnTo>
                    <a:lnTo>
                      <a:pt x="156" y="102"/>
                    </a:lnTo>
                    <a:lnTo>
                      <a:pt x="155" y="105"/>
                    </a:lnTo>
                    <a:lnTo>
                      <a:pt x="153" y="107"/>
                    </a:lnTo>
                    <a:lnTo>
                      <a:pt x="151" y="109"/>
                    </a:lnTo>
                    <a:lnTo>
                      <a:pt x="150" y="112"/>
                    </a:lnTo>
                    <a:lnTo>
                      <a:pt x="148" y="114"/>
                    </a:lnTo>
                    <a:lnTo>
                      <a:pt x="146" y="116"/>
                    </a:lnTo>
                    <a:lnTo>
                      <a:pt x="144" y="114"/>
                    </a:lnTo>
                    <a:lnTo>
                      <a:pt x="143" y="112"/>
                    </a:lnTo>
                    <a:lnTo>
                      <a:pt x="141" y="109"/>
                    </a:lnTo>
                    <a:lnTo>
                      <a:pt x="137" y="107"/>
                    </a:lnTo>
                    <a:lnTo>
                      <a:pt x="136" y="104"/>
                    </a:lnTo>
                    <a:lnTo>
                      <a:pt x="134" y="102"/>
                    </a:lnTo>
                    <a:lnTo>
                      <a:pt x="132" y="99"/>
                    </a:lnTo>
                    <a:lnTo>
                      <a:pt x="130" y="97"/>
                    </a:lnTo>
                    <a:lnTo>
                      <a:pt x="129" y="93"/>
                    </a:lnTo>
                    <a:lnTo>
                      <a:pt x="127" y="92"/>
                    </a:lnTo>
                    <a:lnTo>
                      <a:pt x="125" y="88"/>
                    </a:lnTo>
                    <a:lnTo>
                      <a:pt x="124" y="86"/>
                    </a:lnTo>
                    <a:lnTo>
                      <a:pt x="122" y="83"/>
                    </a:lnTo>
                    <a:lnTo>
                      <a:pt x="120" y="81"/>
                    </a:lnTo>
                    <a:lnTo>
                      <a:pt x="118" y="78"/>
                    </a:lnTo>
                    <a:lnTo>
                      <a:pt x="117" y="76"/>
                    </a:lnTo>
                    <a:lnTo>
                      <a:pt x="115" y="73"/>
                    </a:lnTo>
                    <a:lnTo>
                      <a:pt x="113" y="71"/>
                    </a:lnTo>
                    <a:lnTo>
                      <a:pt x="111" y="67"/>
                    </a:lnTo>
                    <a:lnTo>
                      <a:pt x="108" y="64"/>
                    </a:lnTo>
                    <a:lnTo>
                      <a:pt x="106" y="62"/>
                    </a:lnTo>
                    <a:lnTo>
                      <a:pt x="104" y="59"/>
                    </a:lnTo>
                    <a:lnTo>
                      <a:pt x="103" y="57"/>
                    </a:lnTo>
                    <a:lnTo>
                      <a:pt x="101" y="54"/>
                    </a:lnTo>
                    <a:lnTo>
                      <a:pt x="99" y="52"/>
                    </a:lnTo>
                    <a:lnTo>
                      <a:pt x="96" y="50"/>
                    </a:lnTo>
                    <a:lnTo>
                      <a:pt x="94" y="47"/>
                    </a:lnTo>
                    <a:lnTo>
                      <a:pt x="92" y="45"/>
                    </a:lnTo>
                    <a:lnTo>
                      <a:pt x="89" y="41"/>
                    </a:lnTo>
                    <a:lnTo>
                      <a:pt x="87" y="40"/>
                    </a:lnTo>
                    <a:lnTo>
                      <a:pt x="84" y="38"/>
                    </a:lnTo>
                    <a:lnTo>
                      <a:pt x="82" y="36"/>
                    </a:lnTo>
                    <a:lnTo>
                      <a:pt x="78" y="36"/>
                    </a:lnTo>
                    <a:lnTo>
                      <a:pt x="75" y="36"/>
                    </a:lnTo>
                    <a:lnTo>
                      <a:pt x="73" y="38"/>
                    </a:lnTo>
                    <a:lnTo>
                      <a:pt x="70" y="40"/>
                    </a:lnTo>
                    <a:lnTo>
                      <a:pt x="66" y="40"/>
                    </a:lnTo>
                    <a:lnTo>
                      <a:pt x="65" y="41"/>
                    </a:lnTo>
                    <a:lnTo>
                      <a:pt x="61" y="43"/>
                    </a:lnTo>
                    <a:lnTo>
                      <a:pt x="58" y="43"/>
                    </a:lnTo>
                    <a:lnTo>
                      <a:pt x="56" y="45"/>
                    </a:lnTo>
                    <a:lnTo>
                      <a:pt x="52" y="47"/>
                    </a:lnTo>
                    <a:lnTo>
                      <a:pt x="51" y="48"/>
                    </a:lnTo>
                    <a:lnTo>
                      <a:pt x="47" y="50"/>
                    </a:lnTo>
                    <a:lnTo>
                      <a:pt x="46" y="52"/>
                    </a:lnTo>
                    <a:lnTo>
                      <a:pt x="42" y="54"/>
                    </a:lnTo>
                    <a:lnTo>
                      <a:pt x="40" y="55"/>
                    </a:lnTo>
                    <a:lnTo>
                      <a:pt x="37" y="57"/>
                    </a:lnTo>
                    <a:lnTo>
                      <a:pt x="35" y="59"/>
                    </a:lnTo>
                    <a:lnTo>
                      <a:pt x="32" y="60"/>
                    </a:lnTo>
                    <a:lnTo>
                      <a:pt x="30" y="62"/>
                    </a:lnTo>
                    <a:lnTo>
                      <a:pt x="26" y="66"/>
                    </a:lnTo>
                    <a:lnTo>
                      <a:pt x="25" y="67"/>
                    </a:lnTo>
                    <a:lnTo>
                      <a:pt x="23" y="69"/>
                    </a:lnTo>
                    <a:lnTo>
                      <a:pt x="19" y="71"/>
                    </a:lnTo>
                    <a:lnTo>
                      <a:pt x="18" y="73"/>
                    </a:lnTo>
                    <a:lnTo>
                      <a:pt x="14" y="76"/>
                    </a:lnTo>
                    <a:lnTo>
                      <a:pt x="13" y="78"/>
                    </a:lnTo>
                    <a:lnTo>
                      <a:pt x="11" y="79"/>
                    </a:lnTo>
                    <a:lnTo>
                      <a:pt x="9" y="81"/>
                    </a:lnTo>
                    <a:lnTo>
                      <a:pt x="6" y="83"/>
                    </a:lnTo>
                    <a:lnTo>
                      <a:pt x="4" y="86"/>
                    </a:lnTo>
                    <a:lnTo>
                      <a:pt x="2" y="88"/>
                    </a:lnTo>
                    <a:lnTo>
                      <a:pt x="0" y="90"/>
                    </a:lnTo>
                    <a:lnTo>
                      <a:pt x="0" y="86"/>
                    </a:lnTo>
                    <a:lnTo>
                      <a:pt x="2" y="83"/>
                    </a:lnTo>
                    <a:lnTo>
                      <a:pt x="2" y="81"/>
                    </a:lnTo>
                    <a:lnTo>
                      <a:pt x="2" y="78"/>
                    </a:lnTo>
                    <a:lnTo>
                      <a:pt x="4" y="74"/>
                    </a:lnTo>
                    <a:lnTo>
                      <a:pt x="4" y="71"/>
                    </a:lnTo>
                    <a:lnTo>
                      <a:pt x="6" y="67"/>
                    </a:lnTo>
                    <a:lnTo>
                      <a:pt x="6" y="66"/>
                    </a:lnTo>
                    <a:lnTo>
                      <a:pt x="6" y="62"/>
                    </a:lnTo>
                    <a:lnTo>
                      <a:pt x="7" y="59"/>
                    </a:lnTo>
                    <a:lnTo>
                      <a:pt x="7" y="55"/>
                    </a:lnTo>
                    <a:lnTo>
                      <a:pt x="9" y="52"/>
                    </a:lnTo>
                    <a:lnTo>
                      <a:pt x="9" y="50"/>
                    </a:lnTo>
                    <a:lnTo>
                      <a:pt x="9" y="47"/>
                    </a:lnTo>
                    <a:lnTo>
                      <a:pt x="11" y="43"/>
                    </a:lnTo>
                    <a:lnTo>
                      <a:pt x="13" y="40"/>
                    </a:lnTo>
                    <a:lnTo>
                      <a:pt x="13" y="38"/>
                    </a:lnTo>
                    <a:lnTo>
                      <a:pt x="14" y="34"/>
                    </a:lnTo>
                    <a:lnTo>
                      <a:pt x="14" y="31"/>
                    </a:lnTo>
                    <a:lnTo>
                      <a:pt x="16" y="29"/>
                    </a:lnTo>
                    <a:lnTo>
                      <a:pt x="18" y="26"/>
                    </a:lnTo>
                    <a:lnTo>
                      <a:pt x="19" y="24"/>
                    </a:lnTo>
                    <a:lnTo>
                      <a:pt x="19" y="21"/>
                    </a:lnTo>
                    <a:lnTo>
                      <a:pt x="21" y="19"/>
                    </a:lnTo>
                    <a:lnTo>
                      <a:pt x="23" y="15"/>
                    </a:lnTo>
                    <a:lnTo>
                      <a:pt x="25" y="14"/>
                    </a:lnTo>
                    <a:lnTo>
                      <a:pt x="26" y="10"/>
                    </a:lnTo>
                    <a:lnTo>
                      <a:pt x="30" y="8"/>
                    </a:lnTo>
                    <a:lnTo>
                      <a:pt x="32" y="5"/>
                    </a:lnTo>
                    <a:lnTo>
                      <a:pt x="33" y="3"/>
                    </a:lnTo>
                    <a:lnTo>
                      <a:pt x="35" y="2"/>
                    </a:lnTo>
                    <a:lnTo>
                      <a:pt x="39" y="0"/>
                    </a:lnTo>
                    <a:lnTo>
                      <a:pt x="42" y="2"/>
                    </a:lnTo>
                    <a:lnTo>
                      <a:pt x="46" y="3"/>
                    </a:lnTo>
                    <a:lnTo>
                      <a:pt x="49" y="5"/>
                    </a:lnTo>
                    <a:lnTo>
                      <a:pt x="52" y="7"/>
                    </a:lnTo>
                    <a:lnTo>
                      <a:pt x="56" y="8"/>
                    </a:lnTo>
                    <a:lnTo>
                      <a:pt x="59" y="10"/>
                    </a:lnTo>
                    <a:lnTo>
                      <a:pt x="63" y="12"/>
                    </a:lnTo>
                    <a:lnTo>
                      <a:pt x="66" y="12"/>
                    </a:lnTo>
                    <a:lnTo>
                      <a:pt x="70" y="14"/>
                    </a:lnTo>
                    <a:lnTo>
                      <a:pt x="73" y="14"/>
                    </a:lnTo>
                    <a:lnTo>
                      <a:pt x="78" y="15"/>
                    </a:lnTo>
                    <a:lnTo>
                      <a:pt x="82" y="15"/>
                    </a:lnTo>
                    <a:lnTo>
                      <a:pt x="85" y="15"/>
                    </a:lnTo>
                    <a:lnTo>
                      <a:pt x="89" y="15"/>
                    </a:lnTo>
                    <a:lnTo>
                      <a:pt x="94" y="17"/>
                    </a:lnTo>
                    <a:lnTo>
                      <a:pt x="98" y="17"/>
                    </a:lnTo>
                    <a:lnTo>
                      <a:pt x="101" y="17"/>
                    </a:lnTo>
                    <a:lnTo>
                      <a:pt x="104" y="15"/>
                    </a:lnTo>
                    <a:lnTo>
                      <a:pt x="110" y="15"/>
                    </a:lnTo>
                    <a:lnTo>
                      <a:pt x="113" y="15"/>
                    </a:lnTo>
                    <a:lnTo>
                      <a:pt x="117" y="15"/>
                    </a:lnTo>
                    <a:lnTo>
                      <a:pt x="120" y="14"/>
                    </a:lnTo>
                    <a:lnTo>
                      <a:pt x="125" y="14"/>
                    </a:lnTo>
                    <a:lnTo>
                      <a:pt x="129" y="14"/>
                    </a:lnTo>
                    <a:lnTo>
                      <a:pt x="132" y="12"/>
                    </a:lnTo>
                    <a:lnTo>
                      <a:pt x="136" y="12"/>
                    </a:lnTo>
                    <a:lnTo>
                      <a:pt x="141" y="10"/>
                    </a:lnTo>
                    <a:lnTo>
                      <a:pt x="144" y="8"/>
                    </a:lnTo>
                    <a:lnTo>
                      <a:pt x="148" y="8"/>
                    </a:lnTo>
                    <a:lnTo>
                      <a:pt x="151" y="7"/>
                    </a:lnTo>
                    <a:lnTo>
                      <a:pt x="155" y="5"/>
                    </a:lnTo>
                    <a:lnTo>
                      <a:pt x="158" y="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26" name="Google Shape;426;p10"/>
              <p:cNvSpPr/>
              <p:nvPr/>
            </p:nvSpPr>
            <p:spPr>
              <a:xfrm>
                <a:off x="4997" y="1834"/>
                <a:ext cx="12" cy="26"/>
              </a:xfrm>
              <a:custGeom>
                <a:rect b="b" l="l" r="r" t="t"/>
                <a:pathLst>
                  <a:path extrusionOk="0" h="26" w="12">
                    <a:moveTo>
                      <a:pt x="12" y="26"/>
                    </a:moveTo>
                    <a:lnTo>
                      <a:pt x="12" y="24"/>
                    </a:lnTo>
                    <a:lnTo>
                      <a:pt x="12" y="22"/>
                    </a:lnTo>
                    <a:lnTo>
                      <a:pt x="12" y="20"/>
                    </a:lnTo>
                    <a:lnTo>
                      <a:pt x="11" y="20"/>
                    </a:lnTo>
                    <a:lnTo>
                      <a:pt x="11" y="19"/>
                    </a:lnTo>
                    <a:lnTo>
                      <a:pt x="11" y="17"/>
                    </a:lnTo>
                    <a:lnTo>
                      <a:pt x="11" y="15"/>
                    </a:lnTo>
                    <a:lnTo>
                      <a:pt x="11" y="13"/>
                    </a:lnTo>
                    <a:lnTo>
                      <a:pt x="11" y="12"/>
                    </a:lnTo>
                    <a:lnTo>
                      <a:pt x="11" y="10"/>
                    </a:lnTo>
                    <a:lnTo>
                      <a:pt x="9" y="8"/>
                    </a:lnTo>
                    <a:lnTo>
                      <a:pt x="9" y="6"/>
                    </a:lnTo>
                    <a:lnTo>
                      <a:pt x="9" y="5"/>
                    </a:lnTo>
                    <a:lnTo>
                      <a:pt x="7" y="5"/>
                    </a:lnTo>
                    <a:lnTo>
                      <a:pt x="7" y="3"/>
                    </a:lnTo>
                    <a:lnTo>
                      <a:pt x="5" y="1"/>
                    </a:lnTo>
                    <a:lnTo>
                      <a:pt x="4" y="0"/>
                    </a:lnTo>
                    <a:lnTo>
                      <a:pt x="2" y="0"/>
                    </a:lnTo>
                    <a:lnTo>
                      <a:pt x="0" y="6"/>
                    </a:lnTo>
                    <a:lnTo>
                      <a:pt x="2" y="6"/>
                    </a:lnTo>
                    <a:lnTo>
                      <a:pt x="2" y="8"/>
                    </a:lnTo>
                    <a:lnTo>
                      <a:pt x="2" y="10"/>
                    </a:lnTo>
                    <a:lnTo>
                      <a:pt x="4" y="10"/>
                    </a:lnTo>
                    <a:lnTo>
                      <a:pt x="4" y="12"/>
                    </a:lnTo>
                    <a:lnTo>
                      <a:pt x="4" y="13"/>
                    </a:lnTo>
                    <a:lnTo>
                      <a:pt x="4" y="15"/>
                    </a:lnTo>
                    <a:lnTo>
                      <a:pt x="4" y="17"/>
                    </a:lnTo>
                    <a:lnTo>
                      <a:pt x="4" y="19"/>
                    </a:lnTo>
                    <a:lnTo>
                      <a:pt x="4" y="20"/>
                    </a:lnTo>
                    <a:lnTo>
                      <a:pt x="4" y="22"/>
                    </a:lnTo>
                    <a:lnTo>
                      <a:pt x="5" y="24"/>
                    </a:lnTo>
                    <a:lnTo>
                      <a:pt x="5" y="26"/>
                    </a:lnTo>
                    <a:lnTo>
                      <a:pt x="5" y="24"/>
                    </a:lnTo>
                    <a:lnTo>
                      <a:pt x="12" y="26"/>
                    </a:lnTo>
                    <a:lnTo>
                      <a:pt x="12" y="24"/>
                    </a:lnTo>
                    <a:lnTo>
                      <a:pt x="12"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27" name="Google Shape;427;p10"/>
              <p:cNvSpPr/>
              <p:nvPr/>
            </p:nvSpPr>
            <p:spPr>
              <a:xfrm>
                <a:off x="4982" y="1858"/>
                <a:ext cx="27" cy="97"/>
              </a:xfrm>
              <a:custGeom>
                <a:rect b="b" l="l" r="r" t="t"/>
                <a:pathLst>
                  <a:path extrusionOk="0" h="97" w="27">
                    <a:moveTo>
                      <a:pt x="0" y="93"/>
                    </a:moveTo>
                    <a:lnTo>
                      <a:pt x="7" y="93"/>
                    </a:lnTo>
                    <a:lnTo>
                      <a:pt x="8" y="92"/>
                    </a:lnTo>
                    <a:lnTo>
                      <a:pt x="10" y="88"/>
                    </a:lnTo>
                    <a:lnTo>
                      <a:pt x="12" y="86"/>
                    </a:lnTo>
                    <a:lnTo>
                      <a:pt x="13" y="83"/>
                    </a:lnTo>
                    <a:lnTo>
                      <a:pt x="15" y="81"/>
                    </a:lnTo>
                    <a:lnTo>
                      <a:pt x="17" y="78"/>
                    </a:lnTo>
                    <a:lnTo>
                      <a:pt x="17" y="76"/>
                    </a:lnTo>
                    <a:lnTo>
                      <a:pt x="19" y="73"/>
                    </a:lnTo>
                    <a:lnTo>
                      <a:pt x="20" y="69"/>
                    </a:lnTo>
                    <a:lnTo>
                      <a:pt x="20" y="67"/>
                    </a:lnTo>
                    <a:lnTo>
                      <a:pt x="22" y="64"/>
                    </a:lnTo>
                    <a:lnTo>
                      <a:pt x="22" y="60"/>
                    </a:lnTo>
                    <a:lnTo>
                      <a:pt x="22" y="59"/>
                    </a:lnTo>
                    <a:lnTo>
                      <a:pt x="24" y="55"/>
                    </a:lnTo>
                    <a:lnTo>
                      <a:pt x="24" y="52"/>
                    </a:lnTo>
                    <a:lnTo>
                      <a:pt x="24" y="50"/>
                    </a:lnTo>
                    <a:lnTo>
                      <a:pt x="26" y="47"/>
                    </a:lnTo>
                    <a:lnTo>
                      <a:pt x="26" y="43"/>
                    </a:lnTo>
                    <a:lnTo>
                      <a:pt x="26" y="40"/>
                    </a:lnTo>
                    <a:lnTo>
                      <a:pt x="26" y="38"/>
                    </a:lnTo>
                    <a:lnTo>
                      <a:pt x="26" y="34"/>
                    </a:lnTo>
                    <a:lnTo>
                      <a:pt x="26" y="31"/>
                    </a:lnTo>
                    <a:lnTo>
                      <a:pt x="26" y="28"/>
                    </a:lnTo>
                    <a:lnTo>
                      <a:pt x="26" y="26"/>
                    </a:lnTo>
                    <a:lnTo>
                      <a:pt x="26" y="22"/>
                    </a:lnTo>
                    <a:lnTo>
                      <a:pt x="27" y="19"/>
                    </a:lnTo>
                    <a:lnTo>
                      <a:pt x="27" y="15"/>
                    </a:lnTo>
                    <a:lnTo>
                      <a:pt x="27" y="14"/>
                    </a:lnTo>
                    <a:lnTo>
                      <a:pt x="27" y="10"/>
                    </a:lnTo>
                    <a:lnTo>
                      <a:pt x="27" y="7"/>
                    </a:lnTo>
                    <a:lnTo>
                      <a:pt x="27" y="3"/>
                    </a:lnTo>
                    <a:lnTo>
                      <a:pt x="27" y="2"/>
                    </a:lnTo>
                    <a:lnTo>
                      <a:pt x="20" y="0"/>
                    </a:lnTo>
                    <a:lnTo>
                      <a:pt x="20" y="3"/>
                    </a:lnTo>
                    <a:lnTo>
                      <a:pt x="20" y="7"/>
                    </a:lnTo>
                    <a:lnTo>
                      <a:pt x="20" y="10"/>
                    </a:lnTo>
                    <a:lnTo>
                      <a:pt x="19" y="12"/>
                    </a:lnTo>
                    <a:lnTo>
                      <a:pt x="19" y="15"/>
                    </a:lnTo>
                    <a:lnTo>
                      <a:pt x="19" y="19"/>
                    </a:lnTo>
                    <a:lnTo>
                      <a:pt x="19" y="22"/>
                    </a:lnTo>
                    <a:lnTo>
                      <a:pt x="19" y="24"/>
                    </a:lnTo>
                    <a:lnTo>
                      <a:pt x="19" y="28"/>
                    </a:lnTo>
                    <a:lnTo>
                      <a:pt x="19" y="31"/>
                    </a:lnTo>
                    <a:lnTo>
                      <a:pt x="19" y="34"/>
                    </a:lnTo>
                    <a:lnTo>
                      <a:pt x="19" y="36"/>
                    </a:lnTo>
                    <a:lnTo>
                      <a:pt x="19" y="40"/>
                    </a:lnTo>
                    <a:lnTo>
                      <a:pt x="19" y="43"/>
                    </a:lnTo>
                    <a:lnTo>
                      <a:pt x="17" y="45"/>
                    </a:lnTo>
                    <a:lnTo>
                      <a:pt x="17" y="48"/>
                    </a:lnTo>
                    <a:lnTo>
                      <a:pt x="17" y="52"/>
                    </a:lnTo>
                    <a:lnTo>
                      <a:pt x="17" y="53"/>
                    </a:lnTo>
                    <a:lnTo>
                      <a:pt x="15" y="57"/>
                    </a:lnTo>
                    <a:lnTo>
                      <a:pt x="15" y="59"/>
                    </a:lnTo>
                    <a:lnTo>
                      <a:pt x="15" y="62"/>
                    </a:lnTo>
                    <a:lnTo>
                      <a:pt x="13" y="64"/>
                    </a:lnTo>
                    <a:lnTo>
                      <a:pt x="13" y="67"/>
                    </a:lnTo>
                    <a:lnTo>
                      <a:pt x="12" y="69"/>
                    </a:lnTo>
                    <a:lnTo>
                      <a:pt x="12" y="73"/>
                    </a:lnTo>
                    <a:lnTo>
                      <a:pt x="10" y="74"/>
                    </a:lnTo>
                    <a:lnTo>
                      <a:pt x="8" y="78"/>
                    </a:lnTo>
                    <a:lnTo>
                      <a:pt x="7" y="79"/>
                    </a:lnTo>
                    <a:lnTo>
                      <a:pt x="7" y="81"/>
                    </a:lnTo>
                    <a:lnTo>
                      <a:pt x="5" y="85"/>
                    </a:lnTo>
                    <a:lnTo>
                      <a:pt x="3" y="86"/>
                    </a:lnTo>
                    <a:lnTo>
                      <a:pt x="0" y="88"/>
                    </a:lnTo>
                    <a:lnTo>
                      <a:pt x="7" y="88"/>
                    </a:lnTo>
                    <a:lnTo>
                      <a:pt x="0" y="93"/>
                    </a:lnTo>
                    <a:lnTo>
                      <a:pt x="3" y="97"/>
                    </a:lnTo>
                    <a:lnTo>
                      <a:pt x="7" y="93"/>
                    </a:lnTo>
                    <a:lnTo>
                      <a:pt x="0" y="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28" name="Google Shape;428;p10"/>
              <p:cNvSpPr/>
              <p:nvPr/>
            </p:nvSpPr>
            <p:spPr>
              <a:xfrm>
                <a:off x="4917" y="1863"/>
                <a:ext cx="72" cy="88"/>
              </a:xfrm>
              <a:custGeom>
                <a:rect b="b" l="l" r="r" t="t"/>
                <a:pathLst>
                  <a:path extrusionOk="0" h="88" w="72">
                    <a:moveTo>
                      <a:pt x="4" y="9"/>
                    </a:moveTo>
                    <a:lnTo>
                      <a:pt x="0" y="7"/>
                    </a:lnTo>
                    <a:lnTo>
                      <a:pt x="4" y="9"/>
                    </a:lnTo>
                    <a:lnTo>
                      <a:pt x="6" y="12"/>
                    </a:lnTo>
                    <a:lnTo>
                      <a:pt x="9" y="14"/>
                    </a:lnTo>
                    <a:lnTo>
                      <a:pt x="11" y="16"/>
                    </a:lnTo>
                    <a:lnTo>
                      <a:pt x="13" y="19"/>
                    </a:lnTo>
                    <a:lnTo>
                      <a:pt x="16" y="21"/>
                    </a:lnTo>
                    <a:lnTo>
                      <a:pt x="18" y="23"/>
                    </a:lnTo>
                    <a:lnTo>
                      <a:pt x="20" y="26"/>
                    </a:lnTo>
                    <a:lnTo>
                      <a:pt x="21" y="28"/>
                    </a:lnTo>
                    <a:lnTo>
                      <a:pt x="23" y="31"/>
                    </a:lnTo>
                    <a:lnTo>
                      <a:pt x="26" y="33"/>
                    </a:lnTo>
                    <a:lnTo>
                      <a:pt x="28" y="36"/>
                    </a:lnTo>
                    <a:lnTo>
                      <a:pt x="30" y="38"/>
                    </a:lnTo>
                    <a:lnTo>
                      <a:pt x="32" y="42"/>
                    </a:lnTo>
                    <a:lnTo>
                      <a:pt x="33" y="43"/>
                    </a:lnTo>
                    <a:lnTo>
                      <a:pt x="35" y="47"/>
                    </a:lnTo>
                    <a:lnTo>
                      <a:pt x="37" y="48"/>
                    </a:lnTo>
                    <a:lnTo>
                      <a:pt x="39" y="52"/>
                    </a:lnTo>
                    <a:lnTo>
                      <a:pt x="40" y="54"/>
                    </a:lnTo>
                    <a:lnTo>
                      <a:pt x="42" y="57"/>
                    </a:lnTo>
                    <a:lnTo>
                      <a:pt x="44" y="61"/>
                    </a:lnTo>
                    <a:lnTo>
                      <a:pt x="46" y="62"/>
                    </a:lnTo>
                    <a:lnTo>
                      <a:pt x="47" y="66"/>
                    </a:lnTo>
                    <a:lnTo>
                      <a:pt x="49" y="68"/>
                    </a:lnTo>
                    <a:lnTo>
                      <a:pt x="51" y="71"/>
                    </a:lnTo>
                    <a:lnTo>
                      <a:pt x="52" y="73"/>
                    </a:lnTo>
                    <a:lnTo>
                      <a:pt x="56" y="76"/>
                    </a:lnTo>
                    <a:lnTo>
                      <a:pt x="58" y="78"/>
                    </a:lnTo>
                    <a:lnTo>
                      <a:pt x="59" y="81"/>
                    </a:lnTo>
                    <a:lnTo>
                      <a:pt x="61" y="83"/>
                    </a:lnTo>
                    <a:lnTo>
                      <a:pt x="63" y="85"/>
                    </a:lnTo>
                    <a:lnTo>
                      <a:pt x="65" y="88"/>
                    </a:lnTo>
                    <a:lnTo>
                      <a:pt x="72" y="83"/>
                    </a:lnTo>
                    <a:lnTo>
                      <a:pt x="68" y="81"/>
                    </a:lnTo>
                    <a:lnTo>
                      <a:pt x="66" y="78"/>
                    </a:lnTo>
                    <a:lnTo>
                      <a:pt x="65" y="76"/>
                    </a:lnTo>
                    <a:lnTo>
                      <a:pt x="63" y="74"/>
                    </a:lnTo>
                    <a:lnTo>
                      <a:pt x="61" y="71"/>
                    </a:lnTo>
                    <a:lnTo>
                      <a:pt x="59" y="69"/>
                    </a:lnTo>
                    <a:lnTo>
                      <a:pt x="58" y="66"/>
                    </a:lnTo>
                    <a:lnTo>
                      <a:pt x="56" y="64"/>
                    </a:lnTo>
                    <a:lnTo>
                      <a:pt x="54" y="61"/>
                    </a:lnTo>
                    <a:lnTo>
                      <a:pt x="52" y="59"/>
                    </a:lnTo>
                    <a:lnTo>
                      <a:pt x="51" y="55"/>
                    </a:lnTo>
                    <a:lnTo>
                      <a:pt x="49" y="54"/>
                    </a:lnTo>
                    <a:lnTo>
                      <a:pt x="47" y="50"/>
                    </a:lnTo>
                    <a:lnTo>
                      <a:pt x="46" y="48"/>
                    </a:lnTo>
                    <a:lnTo>
                      <a:pt x="44" y="45"/>
                    </a:lnTo>
                    <a:lnTo>
                      <a:pt x="40" y="42"/>
                    </a:lnTo>
                    <a:lnTo>
                      <a:pt x="39" y="40"/>
                    </a:lnTo>
                    <a:lnTo>
                      <a:pt x="37" y="36"/>
                    </a:lnTo>
                    <a:lnTo>
                      <a:pt x="35" y="35"/>
                    </a:lnTo>
                    <a:lnTo>
                      <a:pt x="33" y="31"/>
                    </a:lnTo>
                    <a:lnTo>
                      <a:pt x="32" y="29"/>
                    </a:lnTo>
                    <a:lnTo>
                      <a:pt x="30" y="26"/>
                    </a:lnTo>
                    <a:lnTo>
                      <a:pt x="28" y="24"/>
                    </a:lnTo>
                    <a:lnTo>
                      <a:pt x="25" y="21"/>
                    </a:lnTo>
                    <a:lnTo>
                      <a:pt x="23" y="19"/>
                    </a:lnTo>
                    <a:lnTo>
                      <a:pt x="21" y="16"/>
                    </a:lnTo>
                    <a:lnTo>
                      <a:pt x="18" y="14"/>
                    </a:lnTo>
                    <a:lnTo>
                      <a:pt x="16" y="10"/>
                    </a:lnTo>
                    <a:lnTo>
                      <a:pt x="14" y="9"/>
                    </a:lnTo>
                    <a:lnTo>
                      <a:pt x="11" y="7"/>
                    </a:lnTo>
                    <a:lnTo>
                      <a:pt x="9" y="3"/>
                    </a:lnTo>
                    <a:lnTo>
                      <a:pt x="6" y="2"/>
                    </a:lnTo>
                    <a:lnTo>
                      <a:pt x="2" y="2"/>
                    </a:lnTo>
                    <a:lnTo>
                      <a:pt x="6" y="2"/>
                    </a:lnTo>
                    <a:lnTo>
                      <a:pt x="4" y="0"/>
                    </a:lnTo>
                    <a:lnTo>
                      <a:pt x="2" y="2"/>
                    </a:lnTo>
                    <a:lnTo>
                      <a:pt x="4"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29" name="Google Shape;429;p10"/>
              <p:cNvSpPr/>
              <p:nvPr/>
            </p:nvSpPr>
            <p:spPr>
              <a:xfrm>
                <a:off x="4832" y="1865"/>
                <a:ext cx="89" cy="67"/>
              </a:xfrm>
              <a:custGeom>
                <a:rect b="b" l="l" r="r" t="t"/>
                <a:pathLst>
                  <a:path extrusionOk="0" h="67" w="89">
                    <a:moveTo>
                      <a:pt x="4" y="55"/>
                    </a:moveTo>
                    <a:lnTo>
                      <a:pt x="9" y="59"/>
                    </a:lnTo>
                    <a:lnTo>
                      <a:pt x="11" y="57"/>
                    </a:lnTo>
                    <a:lnTo>
                      <a:pt x="14" y="55"/>
                    </a:lnTo>
                    <a:lnTo>
                      <a:pt x="16" y="53"/>
                    </a:lnTo>
                    <a:lnTo>
                      <a:pt x="18" y="52"/>
                    </a:lnTo>
                    <a:lnTo>
                      <a:pt x="20" y="48"/>
                    </a:lnTo>
                    <a:lnTo>
                      <a:pt x="23" y="46"/>
                    </a:lnTo>
                    <a:lnTo>
                      <a:pt x="25" y="45"/>
                    </a:lnTo>
                    <a:lnTo>
                      <a:pt x="26" y="43"/>
                    </a:lnTo>
                    <a:lnTo>
                      <a:pt x="30" y="41"/>
                    </a:lnTo>
                    <a:lnTo>
                      <a:pt x="32" y="38"/>
                    </a:lnTo>
                    <a:lnTo>
                      <a:pt x="33" y="36"/>
                    </a:lnTo>
                    <a:lnTo>
                      <a:pt x="37" y="34"/>
                    </a:lnTo>
                    <a:lnTo>
                      <a:pt x="39" y="33"/>
                    </a:lnTo>
                    <a:lnTo>
                      <a:pt x="40" y="31"/>
                    </a:lnTo>
                    <a:lnTo>
                      <a:pt x="44" y="29"/>
                    </a:lnTo>
                    <a:lnTo>
                      <a:pt x="46" y="27"/>
                    </a:lnTo>
                    <a:lnTo>
                      <a:pt x="49" y="26"/>
                    </a:lnTo>
                    <a:lnTo>
                      <a:pt x="51" y="24"/>
                    </a:lnTo>
                    <a:lnTo>
                      <a:pt x="54" y="22"/>
                    </a:lnTo>
                    <a:lnTo>
                      <a:pt x="56" y="21"/>
                    </a:lnTo>
                    <a:lnTo>
                      <a:pt x="59" y="19"/>
                    </a:lnTo>
                    <a:lnTo>
                      <a:pt x="61" y="17"/>
                    </a:lnTo>
                    <a:lnTo>
                      <a:pt x="65" y="15"/>
                    </a:lnTo>
                    <a:lnTo>
                      <a:pt x="66" y="14"/>
                    </a:lnTo>
                    <a:lnTo>
                      <a:pt x="70" y="12"/>
                    </a:lnTo>
                    <a:lnTo>
                      <a:pt x="73" y="12"/>
                    </a:lnTo>
                    <a:lnTo>
                      <a:pt x="75" y="10"/>
                    </a:lnTo>
                    <a:lnTo>
                      <a:pt x="79" y="8"/>
                    </a:lnTo>
                    <a:lnTo>
                      <a:pt x="80" y="8"/>
                    </a:lnTo>
                    <a:lnTo>
                      <a:pt x="84" y="7"/>
                    </a:lnTo>
                    <a:lnTo>
                      <a:pt x="87" y="7"/>
                    </a:lnTo>
                    <a:lnTo>
                      <a:pt x="89" y="7"/>
                    </a:lnTo>
                    <a:lnTo>
                      <a:pt x="87" y="0"/>
                    </a:lnTo>
                    <a:lnTo>
                      <a:pt x="85" y="0"/>
                    </a:lnTo>
                    <a:lnTo>
                      <a:pt x="82" y="0"/>
                    </a:lnTo>
                    <a:lnTo>
                      <a:pt x="79" y="1"/>
                    </a:lnTo>
                    <a:lnTo>
                      <a:pt x="75" y="3"/>
                    </a:lnTo>
                    <a:lnTo>
                      <a:pt x="73" y="3"/>
                    </a:lnTo>
                    <a:lnTo>
                      <a:pt x="70" y="5"/>
                    </a:lnTo>
                    <a:lnTo>
                      <a:pt x="66" y="7"/>
                    </a:lnTo>
                    <a:lnTo>
                      <a:pt x="65" y="7"/>
                    </a:lnTo>
                    <a:lnTo>
                      <a:pt x="61" y="8"/>
                    </a:lnTo>
                    <a:lnTo>
                      <a:pt x="58" y="10"/>
                    </a:lnTo>
                    <a:lnTo>
                      <a:pt x="56" y="12"/>
                    </a:lnTo>
                    <a:lnTo>
                      <a:pt x="53" y="14"/>
                    </a:lnTo>
                    <a:lnTo>
                      <a:pt x="51" y="15"/>
                    </a:lnTo>
                    <a:lnTo>
                      <a:pt x="47" y="17"/>
                    </a:lnTo>
                    <a:lnTo>
                      <a:pt x="44" y="19"/>
                    </a:lnTo>
                    <a:lnTo>
                      <a:pt x="42" y="21"/>
                    </a:lnTo>
                    <a:lnTo>
                      <a:pt x="39" y="22"/>
                    </a:lnTo>
                    <a:lnTo>
                      <a:pt x="37" y="26"/>
                    </a:lnTo>
                    <a:lnTo>
                      <a:pt x="33" y="27"/>
                    </a:lnTo>
                    <a:lnTo>
                      <a:pt x="32" y="29"/>
                    </a:lnTo>
                    <a:lnTo>
                      <a:pt x="30" y="31"/>
                    </a:lnTo>
                    <a:lnTo>
                      <a:pt x="26" y="33"/>
                    </a:lnTo>
                    <a:lnTo>
                      <a:pt x="25" y="36"/>
                    </a:lnTo>
                    <a:lnTo>
                      <a:pt x="21" y="38"/>
                    </a:lnTo>
                    <a:lnTo>
                      <a:pt x="20" y="40"/>
                    </a:lnTo>
                    <a:lnTo>
                      <a:pt x="18" y="41"/>
                    </a:lnTo>
                    <a:lnTo>
                      <a:pt x="14" y="43"/>
                    </a:lnTo>
                    <a:lnTo>
                      <a:pt x="13" y="46"/>
                    </a:lnTo>
                    <a:lnTo>
                      <a:pt x="11" y="48"/>
                    </a:lnTo>
                    <a:lnTo>
                      <a:pt x="9" y="50"/>
                    </a:lnTo>
                    <a:lnTo>
                      <a:pt x="6" y="52"/>
                    </a:lnTo>
                    <a:lnTo>
                      <a:pt x="4" y="53"/>
                    </a:lnTo>
                    <a:lnTo>
                      <a:pt x="11" y="57"/>
                    </a:lnTo>
                    <a:lnTo>
                      <a:pt x="4" y="55"/>
                    </a:lnTo>
                    <a:lnTo>
                      <a:pt x="0" y="67"/>
                    </a:lnTo>
                    <a:lnTo>
                      <a:pt x="9" y="59"/>
                    </a:lnTo>
                    <a:lnTo>
                      <a:pt x="4" y="5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30" name="Google Shape;430;p10"/>
              <p:cNvSpPr/>
              <p:nvPr/>
            </p:nvSpPr>
            <p:spPr>
              <a:xfrm>
                <a:off x="4836" y="1827"/>
                <a:ext cx="43" cy="95"/>
              </a:xfrm>
              <a:custGeom>
                <a:rect b="b" l="l" r="r" t="t"/>
                <a:pathLst>
                  <a:path extrusionOk="0" h="95" w="43">
                    <a:moveTo>
                      <a:pt x="43" y="1"/>
                    </a:moveTo>
                    <a:lnTo>
                      <a:pt x="40" y="1"/>
                    </a:lnTo>
                    <a:lnTo>
                      <a:pt x="36" y="3"/>
                    </a:lnTo>
                    <a:lnTo>
                      <a:pt x="35" y="7"/>
                    </a:lnTo>
                    <a:lnTo>
                      <a:pt x="31" y="8"/>
                    </a:lnTo>
                    <a:lnTo>
                      <a:pt x="29" y="10"/>
                    </a:lnTo>
                    <a:lnTo>
                      <a:pt x="28" y="13"/>
                    </a:lnTo>
                    <a:lnTo>
                      <a:pt x="26" y="15"/>
                    </a:lnTo>
                    <a:lnTo>
                      <a:pt x="22" y="19"/>
                    </a:lnTo>
                    <a:lnTo>
                      <a:pt x="21" y="20"/>
                    </a:lnTo>
                    <a:lnTo>
                      <a:pt x="21" y="24"/>
                    </a:lnTo>
                    <a:lnTo>
                      <a:pt x="19" y="27"/>
                    </a:lnTo>
                    <a:lnTo>
                      <a:pt x="17" y="29"/>
                    </a:lnTo>
                    <a:lnTo>
                      <a:pt x="16" y="33"/>
                    </a:lnTo>
                    <a:lnTo>
                      <a:pt x="14" y="36"/>
                    </a:lnTo>
                    <a:lnTo>
                      <a:pt x="14" y="38"/>
                    </a:lnTo>
                    <a:lnTo>
                      <a:pt x="12" y="41"/>
                    </a:lnTo>
                    <a:lnTo>
                      <a:pt x="12" y="45"/>
                    </a:lnTo>
                    <a:lnTo>
                      <a:pt x="10" y="48"/>
                    </a:lnTo>
                    <a:lnTo>
                      <a:pt x="9" y="50"/>
                    </a:lnTo>
                    <a:lnTo>
                      <a:pt x="9" y="53"/>
                    </a:lnTo>
                    <a:lnTo>
                      <a:pt x="9" y="57"/>
                    </a:lnTo>
                    <a:lnTo>
                      <a:pt x="7" y="60"/>
                    </a:lnTo>
                    <a:lnTo>
                      <a:pt x="7" y="62"/>
                    </a:lnTo>
                    <a:lnTo>
                      <a:pt x="5" y="65"/>
                    </a:lnTo>
                    <a:lnTo>
                      <a:pt x="5" y="69"/>
                    </a:lnTo>
                    <a:lnTo>
                      <a:pt x="3" y="72"/>
                    </a:lnTo>
                    <a:lnTo>
                      <a:pt x="3" y="76"/>
                    </a:lnTo>
                    <a:lnTo>
                      <a:pt x="3" y="78"/>
                    </a:lnTo>
                    <a:lnTo>
                      <a:pt x="2" y="81"/>
                    </a:lnTo>
                    <a:lnTo>
                      <a:pt x="2" y="84"/>
                    </a:lnTo>
                    <a:lnTo>
                      <a:pt x="2" y="88"/>
                    </a:lnTo>
                    <a:lnTo>
                      <a:pt x="0" y="91"/>
                    </a:lnTo>
                    <a:lnTo>
                      <a:pt x="0" y="93"/>
                    </a:lnTo>
                    <a:lnTo>
                      <a:pt x="7" y="95"/>
                    </a:lnTo>
                    <a:lnTo>
                      <a:pt x="7" y="93"/>
                    </a:lnTo>
                    <a:lnTo>
                      <a:pt x="9" y="90"/>
                    </a:lnTo>
                    <a:lnTo>
                      <a:pt x="9" y="86"/>
                    </a:lnTo>
                    <a:lnTo>
                      <a:pt x="9" y="83"/>
                    </a:lnTo>
                    <a:lnTo>
                      <a:pt x="10" y="79"/>
                    </a:lnTo>
                    <a:lnTo>
                      <a:pt x="10" y="78"/>
                    </a:lnTo>
                    <a:lnTo>
                      <a:pt x="12" y="74"/>
                    </a:lnTo>
                    <a:lnTo>
                      <a:pt x="12" y="71"/>
                    </a:lnTo>
                    <a:lnTo>
                      <a:pt x="12" y="67"/>
                    </a:lnTo>
                    <a:lnTo>
                      <a:pt x="14" y="64"/>
                    </a:lnTo>
                    <a:lnTo>
                      <a:pt x="14" y="62"/>
                    </a:lnTo>
                    <a:lnTo>
                      <a:pt x="16" y="59"/>
                    </a:lnTo>
                    <a:lnTo>
                      <a:pt x="16" y="55"/>
                    </a:lnTo>
                    <a:lnTo>
                      <a:pt x="17" y="52"/>
                    </a:lnTo>
                    <a:lnTo>
                      <a:pt x="17" y="50"/>
                    </a:lnTo>
                    <a:lnTo>
                      <a:pt x="19" y="46"/>
                    </a:lnTo>
                    <a:lnTo>
                      <a:pt x="19" y="43"/>
                    </a:lnTo>
                    <a:lnTo>
                      <a:pt x="21" y="41"/>
                    </a:lnTo>
                    <a:lnTo>
                      <a:pt x="21" y="38"/>
                    </a:lnTo>
                    <a:lnTo>
                      <a:pt x="22" y="36"/>
                    </a:lnTo>
                    <a:lnTo>
                      <a:pt x="24" y="33"/>
                    </a:lnTo>
                    <a:lnTo>
                      <a:pt x="24" y="31"/>
                    </a:lnTo>
                    <a:lnTo>
                      <a:pt x="26" y="27"/>
                    </a:lnTo>
                    <a:lnTo>
                      <a:pt x="28" y="26"/>
                    </a:lnTo>
                    <a:lnTo>
                      <a:pt x="29" y="22"/>
                    </a:lnTo>
                    <a:lnTo>
                      <a:pt x="31" y="20"/>
                    </a:lnTo>
                    <a:lnTo>
                      <a:pt x="33" y="17"/>
                    </a:lnTo>
                    <a:lnTo>
                      <a:pt x="35" y="15"/>
                    </a:lnTo>
                    <a:lnTo>
                      <a:pt x="36" y="13"/>
                    </a:lnTo>
                    <a:lnTo>
                      <a:pt x="38" y="12"/>
                    </a:lnTo>
                    <a:lnTo>
                      <a:pt x="42" y="8"/>
                    </a:lnTo>
                    <a:lnTo>
                      <a:pt x="43" y="7"/>
                    </a:lnTo>
                    <a:lnTo>
                      <a:pt x="40" y="7"/>
                    </a:lnTo>
                    <a:lnTo>
                      <a:pt x="43" y="1"/>
                    </a:lnTo>
                    <a:lnTo>
                      <a:pt x="42" y="0"/>
                    </a:lnTo>
                    <a:lnTo>
                      <a:pt x="40" y="1"/>
                    </a:lnTo>
                    <a:lnTo>
                      <a:pt x="43"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31" name="Google Shape;431;p10"/>
              <p:cNvSpPr/>
              <p:nvPr/>
            </p:nvSpPr>
            <p:spPr>
              <a:xfrm>
                <a:off x="4876" y="1828"/>
                <a:ext cx="123" cy="25"/>
              </a:xfrm>
              <a:custGeom>
                <a:rect b="b" l="l" r="r" t="t"/>
                <a:pathLst>
                  <a:path extrusionOk="0" h="25" w="123">
                    <a:moveTo>
                      <a:pt x="123" y="6"/>
                    </a:moveTo>
                    <a:lnTo>
                      <a:pt x="121" y="6"/>
                    </a:lnTo>
                    <a:lnTo>
                      <a:pt x="116" y="6"/>
                    </a:lnTo>
                    <a:lnTo>
                      <a:pt x="113" y="7"/>
                    </a:lnTo>
                    <a:lnTo>
                      <a:pt x="109" y="9"/>
                    </a:lnTo>
                    <a:lnTo>
                      <a:pt x="106" y="9"/>
                    </a:lnTo>
                    <a:lnTo>
                      <a:pt x="102" y="11"/>
                    </a:lnTo>
                    <a:lnTo>
                      <a:pt x="99" y="11"/>
                    </a:lnTo>
                    <a:lnTo>
                      <a:pt x="95" y="12"/>
                    </a:lnTo>
                    <a:lnTo>
                      <a:pt x="92" y="12"/>
                    </a:lnTo>
                    <a:lnTo>
                      <a:pt x="87" y="14"/>
                    </a:lnTo>
                    <a:lnTo>
                      <a:pt x="83" y="14"/>
                    </a:lnTo>
                    <a:lnTo>
                      <a:pt x="80" y="16"/>
                    </a:lnTo>
                    <a:lnTo>
                      <a:pt x="76" y="16"/>
                    </a:lnTo>
                    <a:lnTo>
                      <a:pt x="71" y="16"/>
                    </a:lnTo>
                    <a:lnTo>
                      <a:pt x="67" y="16"/>
                    </a:lnTo>
                    <a:lnTo>
                      <a:pt x="64" y="16"/>
                    </a:lnTo>
                    <a:lnTo>
                      <a:pt x="61" y="16"/>
                    </a:lnTo>
                    <a:lnTo>
                      <a:pt x="57" y="16"/>
                    </a:lnTo>
                    <a:lnTo>
                      <a:pt x="52" y="16"/>
                    </a:lnTo>
                    <a:lnTo>
                      <a:pt x="48" y="16"/>
                    </a:lnTo>
                    <a:lnTo>
                      <a:pt x="45" y="16"/>
                    </a:lnTo>
                    <a:lnTo>
                      <a:pt x="41" y="16"/>
                    </a:lnTo>
                    <a:lnTo>
                      <a:pt x="38" y="14"/>
                    </a:lnTo>
                    <a:lnTo>
                      <a:pt x="35" y="14"/>
                    </a:lnTo>
                    <a:lnTo>
                      <a:pt x="31" y="12"/>
                    </a:lnTo>
                    <a:lnTo>
                      <a:pt x="28" y="12"/>
                    </a:lnTo>
                    <a:lnTo>
                      <a:pt x="24" y="11"/>
                    </a:lnTo>
                    <a:lnTo>
                      <a:pt x="21" y="9"/>
                    </a:lnTo>
                    <a:lnTo>
                      <a:pt x="17" y="7"/>
                    </a:lnTo>
                    <a:lnTo>
                      <a:pt x="14" y="6"/>
                    </a:lnTo>
                    <a:lnTo>
                      <a:pt x="10" y="4"/>
                    </a:lnTo>
                    <a:lnTo>
                      <a:pt x="7" y="2"/>
                    </a:lnTo>
                    <a:lnTo>
                      <a:pt x="3" y="0"/>
                    </a:lnTo>
                    <a:lnTo>
                      <a:pt x="0" y="6"/>
                    </a:lnTo>
                    <a:lnTo>
                      <a:pt x="3" y="9"/>
                    </a:lnTo>
                    <a:lnTo>
                      <a:pt x="7" y="11"/>
                    </a:lnTo>
                    <a:lnTo>
                      <a:pt x="10" y="12"/>
                    </a:lnTo>
                    <a:lnTo>
                      <a:pt x="14" y="14"/>
                    </a:lnTo>
                    <a:lnTo>
                      <a:pt x="17" y="16"/>
                    </a:lnTo>
                    <a:lnTo>
                      <a:pt x="21" y="18"/>
                    </a:lnTo>
                    <a:lnTo>
                      <a:pt x="24" y="19"/>
                    </a:lnTo>
                    <a:lnTo>
                      <a:pt x="29" y="19"/>
                    </a:lnTo>
                    <a:lnTo>
                      <a:pt x="33" y="21"/>
                    </a:lnTo>
                    <a:lnTo>
                      <a:pt x="36" y="21"/>
                    </a:lnTo>
                    <a:lnTo>
                      <a:pt x="40" y="23"/>
                    </a:lnTo>
                    <a:lnTo>
                      <a:pt x="45" y="23"/>
                    </a:lnTo>
                    <a:lnTo>
                      <a:pt x="48" y="23"/>
                    </a:lnTo>
                    <a:lnTo>
                      <a:pt x="52" y="25"/>
                    </a:lnTo>
                    <a:lnTo>
                      <a:pt x="57" y="25"/>
                    </a:lnTo>
                    <a:lnTo>
                      <a:pt x="61" y="25"/>
                    </a:lnTo>
                    <a:lnTo>
                      <a:pt x="64" y="25"/>
                    </a:lnTo>
                    <a:lnTo>
                      <a:pt x="69" y="23"/>
                    </a:lnTo>
                    <a:lnTo>
                      <a:pt x="73" y="23"/>
                    </a:lnTo>
                    <a:lnTo>
                      <a:pt x="76" y="23"/>
                    </a:lnTo>
                    <a:lnTo>
                      <a:pt x="81" y="23"/>
                    </a:lnTo>
                    <a:lnTo>
                      <a:pt x="85" y="21"/>
                    </a:lnTo>
                    <a:lnTo>
                      <a:pt x="88" y="21"/>
                    </a:lnTo>
                    <a:lnTo>
                      <a:pt x="92" y="21"/>
                    </a:lnTo>
                    <a:lnTo>
                      <a:pt x="97" y="19"/>
                    </a:lnTo>
                    <a:lnTo>
                      <a:pt x="100" y="19"/>
                    </a:lnTo>
                    <a:lnTo>
                      <a:pt x="104" y="18"/>
                    </a:lnTo>
                    <a:lnTo>
                      <a:pt x="107" y="16"/>
                    </a:lnTo>
                    <a:lnTo>
                      <a:pt x="113" y="16"/>
                    </a:lnTo>
                    <a:lnTo>
                      <a:pt x="116" y="14"/>
                    </a:lnTo>
                    <a:lnTo>
                      <a:pt x="119" y="12"/>
                    </a:lnTo>
                    <a:lnTo>
                      <a:pt x="123" y="12"/>
                    </a:lnTo>
                    <a:lnTo>
                      <a:pt x="121" y="12"/>
                    </a:lnTo>
                    <a:lnTo>
                      <a:pt x="123" y="6"/>
                    </a:lnTo>
                    <a:lnTo>
                      <a:pt x="121" y="4"/>
                    </a:lnTo>
                    <a:lnTo>
                      <a:pt x="121" y="6"/>
                    </a:lnTo>
                    <a:lnTo>
                      <a:pt x="123"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32" name="Google Shape;432;p10"/>
              <p:cNvSpPr/>
              <p:nvPr/>
            </p:nvSpPr>
            <p:spPr>
              <a:xfrm>
                <a:off x="4749" y="1839"/>
                <a:ext cx="123" cy="395"/>
              </a:xfrm>
              <a:custGeom>
                <a:rect b="b" l="l" r="r" t="t"/>
                <a:pathLst>
                  <a:path extrusionOk="0" h="395" w="123">
                    <a:moveTo>
                      <a:pt x="90" y="1"/>
                    </a:moveTo>
                    <a:lnTo>
                      <a:pt x="90" y="5"/>
                    </a:lnTo>
                    <a:lnTo>
                      <a:pt x="85" y="8"/>
                    </a:lnTo>
                    <a:lnTo>
                      <a:pt x="82" y="12"/>
                    </a:lnTo>
                    <a:lnTo>
                      <a:pt x="78" y="15"/>
                    </a:lnTo>
                    <a:lnTo>
                      <a:pt x="75" y="19"/>
                    </a:lnTo>
                    <a:lnTo>
                      <a:pt x="71" y="24"/>
                    </a:lnTo>
                    <a:lnTo>
                      <a:pt x="68" y="27"/>
                    </a:lnTo>
                    <a:lnTo>
                      <a:pt x="64" y="31"/>
                    </a:lnTo>
                    <a:lnTo>
                      <a:pt x="61" y="34"/>
                    </a:lnTo>
                    <a:lnTo>
                      <a:pt x="59" y="38"/>
                    </a:lnTo>
                    <a:lnTo>
                      <a:pt x="56" y="41"/>
                    </a:lnTo>
                    <a:lnTo>
                      <a:pt x="52" y="45"/>
                    </a:lnTo>
                    <a:lnTo>
                      <a:pt x="51" y="50"/>
                    </a:lnTo>
                    <a:lnTo>
                      <a:pt x="47" y="53"/>
                    </a:lnTo>
                    <a:lnTo>
                      <a:pt x="44" y="57"/>
                    </a:lnTo>
                    <a:lnTo>
                      <a:pt x="42" y="62"/>
                    </a:lnTo>
                    <a:lnTo>
                      <a:pt x="40" y="66"/>
                    </a:lnTo>
                    <a:lnTo>
                      <a:pt x="37" y="69"/>
                    </a:lnTo>
                    <a:lnTo>
                      <a:pt x="35" y="74"/>
                    </a:lnTo>
                    <a:lnTo>
                      <a:pt x="33" y="78"/>
                    </a:lnTo>
                    <a:lnTo>
                      <a:pt x="30" y="81"/>
                    </a:lnTo>
                    <a:lnTo>
                      <a:pt x="28" y="86"/>
                    </a:lnTo>
                    <a:lnTo>
                      <a:pt x="26" y="90"/>
                    </a:lnTo>
                    <a:lnTo>
                      <a:pt x="25" y="95"/>
                    </a:lnTo>
                    <a:lnTo>
                      <a:pt x="23" y="98"/>
                    </a:lnTo>
                    <a:lnTo>
                      <a:pt x="21" y="104"/>
                    </a:lnTo>
                    <a:lnTo>
                      <a:pt x="19" y="107"/>
                    </a:lnTo>
                    <a:lnTo>
                      <a:pt x="18" y="112"/>
                    </a:lnTo>
                    <a:lnTo>
                      <a:pt x="16" y="116"/>
                    </a:lnTo>
                    <a:lnTo>
                      <a:pt x="16" y="121"/>
                    </a:lnTo>
                    <a:lnTo>
                      <a:pt x="14" y="126"/>
                    </a:lnTo>
                    <a:lnTo>
                      <a:pt x="12" y="130"/>
                    </a:lnTo>
                    <a:lnTo>
                      <a:pt x="12" y="135"/>
                    </a:lnTo>
                    <a:lnTo>
                      <a:pt x="14" y="135"/>
                    </a:lnTo>
                    <a:lnTo>
                      <a:pt x="16" y="135"/>
                    </a:lnTo>
                    <a:lnTo>
                      <a:pt x="18" y="135"/>
                    </a:lnTo>
                    <a:lnTo>
                      <a:pt x="19" y="135"/>
                    </a:lnTo>
                    <a:lnTo>
                      <a:pt x="21" y="135"/>
                    </a:lnTo>
                    <a:lnTo>
                      <a:pt x="23" y="135"/>
                    </a:lnTo>
                    <a:lnTo>
                      <a:pt x="25" y="135"/>
                    </a:lnTo>
                    <a:lnTo>
                      <a:pt x="26" y="135"/>
                    </a:lnTo>
                    <a:lnTo>
                      <a:pt x="28" y="135"/>
                    </a:lnTo>
                    <a:lnTo>
                      <a:pt x="30" y="135"/>
                    </a:lnTo>
                    <a:lnTo>
                      <a:pt x="31" y="133"/>
                    </a:lnTo>
                    <a:lnTo>
                      <a:pt x="33" y="133"/>
                    </a:lnTo>
                    <a:lnTo>
                      <a:pt x="35" y="133"/>
                    </a:lnTo>
                    <a:lnTo>
                      <a:pt x="37" y="133"/>
                    </a:lnTo>
                    <a:lnTo>
                      <a:pt x="38" y="133"/>
                    </a:lnTo>
                    <a:lnTo>
                      <a:pt x="40" y="135"/>
                    </a:lnTo>
                    <a:lnTo>
                      <a:pt x="42" y="135"/>
                    </a:lnTo>
                    <a:lnTo>
                      <a:pt x="44" y="135"/>
                    </a:lnTo>
                    <a:lnTo>
                      <a:pt x="45" y="135"/>
                    </a:lnTo>
                    <a:lnTo>
                      <a:pt x="47" y="135"/>
                    </a:lnTo>
                    <a:lnTo>
                      <a:pt x="49" y="135"/>
                    </a:lnTo>
                    <a:lnTo>
                      <a:pt x="49" y="137"/>
                    </a:lnTo>
                    <a:lnTo>
                      <a:pt x="51" y="137"/>
                    </a:lnTo>
                    <a:lnTo>
                      <a:pt x="52" y="137"/>
                    </a:lnTo>
                    <a:lnTo>
                      <a:pt x="52" y="138"/>
                    </a:lnTo>
                    <a:lnTo>
                      <a:pt x="54" y="138"/>
                    </a:lnTo>
                    <a:lnTo>
                      <a:pt x="56" y="140"/>
                    </a:lnTo>
                    <a:lnTo>
                      <a:pt x="56" y="142"/>
                    </a:lnTo>
                    <a:lnTo>
                      <a:pt x="57" y="144"/>
                    </a:lnTo>
                    <a:lnTo>
                      <a:pt x="57" y="147"/>
                    </a:lnTo>
                    <a:lnTo>
                      <a:pt x="57" y="149"/>
                    </a:lnTo>
                    <a:lnTo>
                      <a:pt x="57" y="150"/>
                    </a:lnTo>
                    <a:lnTo>
                      <a:pt x="57" y="152"/>
                    </a:lnTo>
                    <a:lnTo>
                      <a:pt x="56" y="156"/>
                    </a:lnTo>
                    <a:lnTo>
                      <a:pt x="56" y="157"/>
                    </a:lnTo>
                    <a:lnTo>
                      <a:pt x="56" y="159"/>
                    </a:lnTo>
                    <a:lnTo>
                      <a:pt x="54" y="161"/>
                    </a:lnTo>
                    <a:lnTo>
                      <a:pt x="54" y="163"/>
                    </a:lnTo>
                    <a:lnTo>
                      <a:pt x="52" y="164"/>
                    </a:lnTo>
                    <a:lnTo>
                      <a:pt x="51" y="166"/>
                    </a:lnTo>
                    <a:lnTo>
                      <a:pt x="51" y="170"/>
                    </a:lnTo>
                    <a:lnTo>
                      <a:pt x="49" y="171"/>
                    </a:lnTo>
                    <a:lnTo>
                      <a:pt x="47" y="173"/>
                    </a:lnTo>
                    <a:lnTo>
                      <a:pt x="45" y="175"/>
                    </a:lnTo>
                    <a:lnTo>
                      <a:pt x="44" y="176"/>
                    </a:lnTo>
                    <a:lnTo>
                      <a:pt x="44" y="178"/>
                    </a:lnTo>
                    <a:lnTo>
                      <a:pt x="42" y="180"/>
                    </a:lnTo>
                    <a:lnTo>
                      <a:pt x="40" y="182"/>
                    </a:lnTo>
                    <a:lnTo>
                      <a:pt x="38" y="183"/>
                    </a:lnTo>
                    <a:lnTo>
                      <a:pt x="37" y="185"/>
                    </a:lnTo>
                    <a:lnTo>
                      <a:pt x="35" y="187"/>
                    </a:lnTo>
                    <a:lnTo>
                      <a:pt x="33" y="189"/>
                    </a:lnTo>
                    <a:lnTo>
                      <a:pt x="31" y="190"/>
                    </a:lnTo>
                    <a:lnTo>
                      <a:pt x="30" y="192"/>
                    </a:lnTo>
                    <a:lnTo>
                      <a:pt x="30" y="194"/>
                    </a:lnTo>
                    <a:lnTo>
                      <a:pt x="28" y="195"/>
                    </a:lnTo>
                    <a:lnTo>
                      <a:pt x="26" y="197"/>
                    </a:lnTo>
                    <a:lnTo>
                      <a:pt x="26" y="201"/>
                    </a:lnTo>
                    <a:lnTo>
                      <a:pt x="25" y="202"/>
                    </a:lnTo>
                    <a:lnTo>
                      <a:pt x="26" y="209"/>
                    </a:lnTo>
                    <a:lnTo>
                      <a:pt x="26" y="215"/>
                    </a:lnTo>
                    <a:lnTo>
                      <a:pt x="28" y="221"/>
                    </a:lnTo>
                    <a:lnTo>
                      <a:pt x="30" y="228"/>
                    </a:lnTo>
                    <a:lnTo>
                      <a:pt x="31" y="235"/>
                    </a:lnTo>
                    <a:lnTo>
                      <a:pt x="33" y="242"/>
                    </a:lnTo>
                    <a:lnTo>
                      <a:pt x="35" y="249"/>
                    </a:lnTo>
                    <a:lnTo>
                      <a:pt x="38" y="254"/>
                    </a:lnTo>
                    <a:lnTo>
                      <a:pt x="40" y="261"/>
                    </a:lnTo>
                    <a:lnTo>
                      <a:pt x="42" y="268"/>
                    </a:lnTo>
                    <a:lnTo>
                      <a:pt x="45" y="273"/>
                    </a:lnTo>
                    <a:lnTo>
                      <a:pt x="47" y="280"/>
                    </a:lnTo>
                    <a:lnTo>
                      <a:pt x="51" y="286"/>
                    </a:lnTo>
                    <a:lnTo>
                      <a:pt x="52" y="293"/>
                    </a:lnTo>
                    <a:lnTo>
                      <a:pt x="56" y="298"/>
                    </a:lnTo>
                    <a:lnTo>
                      <a:pt x="59" y="305"/>
                    </a:lnTo>
                    <a:lnTo>
                      <a:pt x="61" y="310"/>
                    </a:lnTo>
                    <a:lnTo>
                      <a:pt x="64" y="317"/>
                    </a:lnTo>
                    <a:lnTo>
                      <a:pt x="68" y="322"/>
                    </a:lnTo>
                    <a:lnTo>
                      <a:pt x="71" y="329"/>
                    </a:lnTo>
                    <a:lnTo>
                      <a:pt x="75" y="334"/>
                    </a:lnTo>
                    <a:lnTo>
                      <a:pt x="80" y="339"/>
                    </a:lnTo>
                    <a:lnTo>
                      <a:pt x="83" y="344"/>
                    </a:lnTo>
                    <a:lnTo>
                      <a:pt x="87" y="351"/>
                    </a:lnTo>
                    <a:lnTo>
                      <a:pt x="90" y="357"/>
                    </a:lnTo>
                    <a:lnTo>
                      <a:pt x="96" y="362"/>
                    </a:lnTo>
                    <a:lnTo>
                      <a:pt x="99" y="367"/>
                    </a:lnTo>
                    <a:lnTo>
                      <a:pt x="104" y="372"/>
                    </a:lnTo>
                    <a:lnTo>
                      <a:pt x="109" y="377"/>
                    </a:lnTo>
                    <a:lnTo>
                      <a:pt x="113" y="383"/>
                    </a:lnTo>
                    <a:lnTo>
                      <a:pt x="118" y="388"/>
                    </a:lnTo>
                    <a:lnTo>
                      <a:pt x="123" y="393"/>
                    </a:lnTo>
                    <a:lnTo>
                      <a:pt x="122" y="393"/>
                    </a:lnTo>
                    <a:lnTo>
                      <a:pt x="120" y="393"/>
                    </a:lnTo>
                    <a:lnTo>
                      <a:pt x="120" y="395"/>
                    </a:lnTo>
                    <a:lnTo>
                      <a:pt x="118" y="395"/>
                    </a:lnTo>
                    <a:lnTo>
                      <a:pt x="116" y="395"/>
                    </a:lnTo>
                    <a:lnTo>
                      <a:pt x="115" y="395"/>
                    </a:lnTo>
                    <a:lnTo>
                      <a:pt x="113" y="395"/>
                    </a:lnTo>
                    <a:lnTo>
                      <a:pt x="111" y="395"/>
                    </a:lnTo>
                    <a:lnTo>
                      <a:pt x="109" y="395"/>
                    </a:lnTo>
                    <a:lnTo>
                      <a:pt x="109" y="393"/>
                    </a:lnTo>
                    <a:lnTo>
                      <a:pt x="108" y="393"/>
                    </a:lnTo>
                    <a:lnTo>
                      <a:pt x="106" y="391"/>
                    </a:lnTo>
                    <a:lnTo>
                      <a:pt x="101" y="386"/>
                    </a:lnTo>
                    <a:lnTo>
                      <a:pt x="97" y="381"/>
                    </a:lnTo>
                    <a:lnTo>
                      <a:pt x="92" y="376"/>
                    </a:lnTo>
                    <a:lnTo>
                      <a:pt x="89" y="370"/>
                    </a:lnTo>
                    <a:lnTo>
                      <a:pt x="83" y="365"/>
                    </a:lnTo>
                    <a:lnTo>
                      <a:pt x="80" y="358"/>
                    </a:lnTo>
                    <a:lnTo>
                      <a:pt x="77" y="353"/>
                    </a:lnTo>
                    <a:lnTo>
                      <a:pt x="71" y="348"/>
                    </a:lnTo>
                    <a:lnTo>
                      <a:pt x="68" y="343"/>
                    </a:lnTo>
                    <a:lnTo>
                      <a:pt x="64" y="338"/>
                    </a:lnTo>
                    <a:lnTo>
                      <a:pt x="61" y="332"/>
                    </a:lnTo>
                    <a:lnTo>
                      <a:pt x="57" y="325"/>
                    </a:lnTo>
                    <a:lnTo>
                      <a:pt x="54" y="320"/>
                    </a:lnTo>
                    <a:lnTo>
                      <a:pt x="51" y="315"/>
                    </a:lnTo>
                    <a:lnTo>
                      <a:pt x="47" y="308"/>
                    </a:lnTo>
                    <a:lnTo>
                      <a:pt x="44" y="303"/>
                    </a:lnTo>
                    <a:lnTo>
                      <a:pt x="42" y="298"/>
                    </a:lnTo>
                    <a:lnTo>
                      <a:pt x="38" y="291"/>
                    </a:lnTo>
                    <a:lnTo>
                      <a:pt x="35" y="286"/>
                    </a:lnTo>
                    <a:lnTo>
                      <a:pt x="33" y="279"/>
                    </a:lnTo>
                    <a:lnTo>
                      <a:pt x="30" y="273"/>
                    </a:lnTo>
                    <a:lnTo>
                      <a:pt x="28" y="267"/>
                    </a:lnTo>
                    <a:lnTo>
                      <a:pt x="26" y="261"/>
                    </a:lnTo>
                    <a:lnTo>
                      <a:pt x="23" y="254"/>
                    </a:lnTo>
                    <a:lnTo>
                      <a:pt x="21" y="247"/>
                    </a:lnTo>
                    <a:lnTo>
                      <a:pt x="19" y="242"/>
                    </a:lnTo>
                    <a:lnTo>
                      <a:pt x="18" y="235"/>
                    </a:lnTo>
                    <a:lnTo>
                      <a:pt x="16" y="228"/>
                    </a:lnTo>
                    <a:lnTo>
                      <a:pt x="16" y="221"/>
                    </a:lnTo>
                    <a:lnTo>
                      <a:pt x="14" y="215"/>
                    </a:lnTo>
                    <a:lnTo>
                      <a:pt x="12" y="209"/>
                    </a:lnTo>
                    <a:lnTo>
                      <a:pt x="12" y="202"/>
                    </a:lnTo>
                    <a:lnTo>
                      <a:pt x="42" y="159"/>
                    </a:lnTo>
                    <a:lnTo>
                      <a:pt x="40" y="157"/>
                    </a:lnTo>
                    <a:lnTo>
                      <a:pt x="40" y="156"/>
                    </a:lnTo>
                    <a:lnTo>
                      <a:pt x="38" y="154"/>
                    </a:lnTo>
                    <a:lnTo>
                      <a:pt x="37" y="152"/>
                    </a:lnTo>
                    <a:lnTo>
                      <a:pt x="35" y="150"/>
                    </a:lnTo>
                    <a:lnTo>
                      <a:pt x="33" y="150"/>
                    </a:lnTo>
                    <a:lnTo>
                      <a:pt x="31" y="149"/>
                    </a:lnTo>
                    <a:lnTo>
                      <a:pt x="30" y="149"/>
                    </a:lnTo>
                    <a:lnTo>
                      <a:pt x="28" y="149"/>
                    </a:lnTo>
                    <a:lnTo>
                      <a:pt x="26" y="149"/>
                    </a:lnTo>
                    <a:lnTo>
                      <a:pt x="25" y="147"/>
                    </a:lnTo>
                    <a:lnTo>
                      <a:pt x="23" y="147"/>
                    </a:lnTo>
                    <a:lnTo>
                      <a:pt x="21" y="147"/>
                    </a:lnTo>
                    <a:lnTo>
                      <a:pt x="19" y="147"/>
                    </a:lnTo>
                    <a:lnTo>
                      <a:pt x="18" y="147"/>
                    </a:lnTo>
                    <a:lnTo>
                      <a:pt x="16" y="147"/>
                    </a:lnTo>
                    <a:lnTo>
                      <a:pt x="14" y="147"/>
                    </a:lnTo>
                    <a:lnTo>
                      <a:pt x="12" y="147"/>
                    </a:lnTo>
                    <a:lnTo>
                      <a:pt x="11" y="147"/>
                    </a:lnTo>
                    <a:lnTo>
                      <a:pt x="11" y="145"/>
                    </a:lnTo>
                    <a:lnTo>
                      <a:pt x="9" y="145"/>
                    </a:lnTo>
                    <a:lnTo>
                      <a:pt x="7" y="145"/>
                    </a:lnTo>
                    <a:lnTo>
                      <a:pt x="5" y="145"/>
                    </a:lnTo>
                    <a:lnTo>
                      <a:pt x="5" y="144"/>
                    </a:lnTo>
                    <a:lnTo>
                      <a:pt x="4" y="144"/>
                    </a:lnTo>
                    <a:lnTo>
                      <a:pt x="4" y="142"/>
                    </a:lnTo>
                    <a:lnTo>
                      <a:pt x="2" y="140"/>
                    </a:lnTo>
                    <a:lnTo>
                      <a:pt x="2" y="138"/>
                    </a:lnTo>
                    <a:lnTo>
                      <a:pt x="0" y="138"/>
                    </a:lnTo>
                    <a:lnTo>
                      <a:pt x="0" y="135"/>
                    </a:lnTo>
                    <a:lnTo>
                      <a:pt x="2" y="131"/>
                    </a:lnTo>
                    <a:lnTo>
                      <a:pt x="2" y="126"/>
                    </a:lnTo>
                    <a:lnTo>
                      <a:pt x="4" y="121"/>
                    </a:lnTo>
                    <a:lnTo>
                      <a:pt x="5" y="116"/>
                    </a:lnTo>
                    <a:lnTo>
                      <a:pt x="7" y="112"/>
                    </a:lnTo>
                    <a:lnTo>
                      <a:pt x="9" y="107"/>
                    </a:lnTo>
                    <a:lnTo>
                      <a:pt x="11" y="102"/>
                    </a:lnTo>
                    <a:lnTo>
                      <a:pt x="12" y="98"/>
                    </a:lnTo>
                    <a:lnTo>
                      <a:pt x="14" y="93"/>
                    </a:lnTo>
                    <a:lnTo>
                      <a:pt x="16" y="88"/>
                    </a:lnTo>
                    <a:lnTo>
                      <a:pt x="18" y="85"/>
                    </a:lnTo>
                    <a:lnTo>
                      <a:pt x="21" y="79"/>
                    </a:lnTo>
                    <a:lnTo>
                      <a:pt x="23" y="76"/>
                    </a:lnTo>
                    <a:lnTo>
                      <a:pt x="25" y="71"/>
                    </a:lnTo>
                    <a:lnTo>
                      <a:pt x="28" y="67"/>
                    </a:lnTo>
                    <a:lnTo>
                      <a:pt x="30" y="62"/>
                    </a:lnTo>
                    <a:lnTo>
                      <a:pt x="33" y="59"/>
                    </a:lnTo>
                    <a:lnTo>
                      <a:pt x="35" y="53"/>
                    </a:lnTo>
                    <a:lnTo>
                      <a:pt x="38" y="50"/>
                    </a:lnTo>
                    <a:lnTo>
                      <a:pt x="42" y="45"/>
                    </a:lnTo>
                    <a:lnTo>
                      <a:pt x="44" y="41"/>
                    </a:lnTo>
                    <a:lnTo>
                      <a:pt x="47" y="38"/>
                    </a:lnTo>
                    <a:lnTo>
                      <a:pt x="51" y="33"/>
                    </a:lnTo>
                    <a:lnTo>
                      <a:pt x="54" y="29"/>
                    </a:lnTo>
                    <a:lnTo>
                      <a:pt x="57" y="26"/>
                    </a:lnTo>
                    <a:lnTo>
                      <a:pt x="61" y="22"/>
                    </a:lnTo>
                    <a:lnTo>
                      <a:pt x="64" y="17"/>
                    </a:lnTo>
                    <a:lnTo>
                      <a:pt x="68" y="14"/>
                    </a:lnTo>
                    <a:lnTo>
                      <a:pt x="71" y="10"/>
                    </a:lnTo>
                    <a:lnTo>
                      <a:pt x="75" y="7"/>
                    </a:lnTo>
                    <a:lnTo>
                      <a:pt x="78" y="3"/>
                    </a:lnTo>
                    <a:lnTo>
                      <a:pt x="82" y="0"/>
                    </a:lnTo>
                    <a:lnTo>
                      <a:pt x="83" y="0"/>
                    </a:lnTo>
                    <a:lnTo>
                      <a:pt x="85" y="0"/>
                    </a:lnTo>
                    <a:lnTo>
                      <a:pt x="87" y="0"/>
                    </a:lnTo>
                    <a:lnTo>
                      <a:pt x="89" y="0"/>
                    </a:lnTo>
                    <a:lnTo>
                      <a:pt x="90" y="0"/>
                    </a:lnTo>
                    <a:lnTo>
                      <a:pt x="90"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33" name="Google Shape;433;p10"/>
              <p:cNvSpPr/>
              <p:nvPr/>
            </p:nvSpPr>
            <p:spPr>
              <a:xfrm>
                <a:off x="4836" y="1840"/>
                <a:ext cx="7" cy="7"/>
              </a:xfrm>
              <a:custGeom>
                <a:rect b="b" l="l" r="r" t="t"/>
                <a:pathLst>
                  <a:path extrusionOk="0" h="7" w="7">
                    <a:moveTo>
                      <a:pt x="5" y="7"/>
                    </a:moveTo>
                    <a:lnTo>
                      <a:pt x="7" y="4"/>
                    </a:lnTo>
                    <a:lnTo>
                      <a:pt x="7" y="0"/>
                    </a:lnTo>
                    <a:lnTo>
                      <a:pt x="0" y="0"/>
                    </a:lnTo>
                    <a:lnTo>
                      <a:pt x="0" y="4"/>
                    </a:lnTo>
                    <a:lnTo>
                      <a:pt x="0" y="2"/>
                    </a:lnTo>
                    <a:lnTo>
                      <a:pt x="5" y="7"/>
                    </a:lnTo>
                    <a:lnTo>
                      <a:pt x="7" y="6"/>
                    </a:lnTo>
                    <a:lnTo>
                      <a:pt x="7" y="4"/>
                    </a:lnTo>
                    <a:lnTo>
                      <a:pt x="5"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34" name="Google Shape;434;p10"/>
              <p:cNvSpPr/>
              <p:nvPr/>
            </p:nvSpPr>
            <p:spPr>
              <a:xfrm>
                <a:off x="4756" y="1842"/>
                <a:ext cx="85" cy="135"/>
              </a:xfrm>
              <a:custGeom>
                <a:rect b="b" l="l" r="r" t="t"/>
                <a:pathLst>
                  <a:path extrusionOk="0" h="135" w="85">
                    <a:moveTo>
                      <a:pt x="5" y="128"/>
                    </a:moveTo>
                    <a:lnTo>
                      <a:pt x="9" y="132"/>
                    </a:lnTo>
                    <a:lnTo>
                      <a:pt x="9" y="128"/>
                    </a:lnTo>
                    <a:lnTo>
                      <a:pt x="11" y="123"/>
                    </a:lnTo>
                    <a:lnTo>
                      <a:pt x="12" y="120"/>
                    </a:lnTo>
                    <a:lnTo>
                      <a:pt x="12" y="115"/>
                    </a:lnTo>
                    <a:lnTo>
                      <a:pt x="14" y="109"/>
                    </a:lnTo>
                    <a:lnTo>
                      <a:pt x="16" y="106"/>
                    </a:lnTo>
                    <a:lnTo>
                      <a:pt x="18" y="101"/>
                    </a:lnTo>
                    <a:lnTo>
                      <a:pt x="19" y="97"/>
                    </a:lnTo>
                    <a:lnTo>
                      <a:pt x="21" y="92"/>
                    </a:lnTo>
                    <a:lnTo>
                      <a:pt x="23" y="89"/>
                    </a:lnTo>
                    <a:lnTo>
                      <a:pt x="24" y="85"/>
                    </a:lnTo>
                    <a:lnTo>
                      <a:pt x="26" y="80"/>
                    </a:lnTo>
                    <a:lnTo>
                      <a:pt x="28" y="76"/>
                    </a:lnTo>
                    <a:lnTo>
                      <a:pt x="31" y="73"/>
                    </a:lnTo>
                    <a:lnTo>
                      <a:pt x="33" y="68"/>
                    </a:lnTo>
                    <a:lnTo>
                      <a:pt x="35" y="64"/>
                    </a:lnTo>
                    <a:lnTo>
                      <a:pt x="38" y="61"/>
                    </a:lnTo>
                    <a:lnTo>
                      <a:pt x="40" y="56"/>
                    </a:lnTo>
                    <a:lnTo>
                      <a:pt x="44" y="52"/>
                    </a:lnTo>
                    <a:lnTo>
                      <a:pt x="45" y="49"/>
                    </a:lnTo>
                    <a:lnTo>
                      <a:pt x="49" y="45"/>
                    </a:lnTo>
                    <a:lnTo>
                      <a:pt x="52" y="42"/>
                    </a:lnTo>
                    <a:lnTo>
                      <a:pt x="54" y="37"/>
                    </a:lnTo>
                    <a:lnTo>
                      <a:pt x="57" y="33"/>
                    </a:lnTo>
                    <a:lnTo>
                      <a:pt x="61" y="30"/>
                    </a:lnTo>
                    <a:lnTo>
                      <a:pt x="64" y="26"/>
                    </a:lnTo>
                    <a:lnTo>
                      <a:pt x="68" y="23"/>
                    </a:lnTo>
                    <a:lnTo>
                      <a:pt x="71" y="19"/>
                    </a:lnTo>
                    <a:lnTo>
                      <a:pt x="75" y="16"/>
                    </a:lnTo>
                    <a:lnTo>
                      <a:pt x="78" y="12"/>
                    </a:lnTo>
                    <a:lnTo>
                      <a:pt x="82" y="9"/>
                    </a:lnTo>
                    <a:lnTo>
                      <a:pt x="85" y="5"/>
                    </a:lnTo>
                    <a:lnTo>
                      <a:pt x="80" y="0"/>
                    </a:lnTo>
                    <a:lnTo>
                      <a:pt x="76" y="4"/>
                    </a:lnTo>
                    <a:lnTo>
                      <a:pt x="73" y="7"/>
                    </a:lnTo>
                    <a:lnTo>
                      <a:pt x="70" y="11"/>
                    </a:lnTo>
                    <a:lnTo>
                      <a:pt x="66" y="14"/>
                    </a:lnTo>
                    <a:lnTo>
                      <a:pt x="63" y="18"/>
                    </a:lnTo>
                    <a:lnTo>
                      <a:pt x="59" y="21"/>
                    </a:lnTo>
                    <a:lnTo>
                      <a:pt x="56" y="24"/>
                    </a:lnTo>
                    <a:lnTo>
                      <a:pt x="52" y="30"/>
                    </a:lnTo>
                    <a:lnTo>
                      <a:pt x="49" y="33"/>
                    </a:lnTo>
                    <a:lnTo>
                      <a:pt x="45" y="37"/>
                    </a:lnTo>
                    <a:lnTo>
                      <a:pt x="44" y="40"/>
                    </a:lnTo>
                    <a:lnTo>
                      <a:pt x="40" y="44"/>
                    </a:lnTo>
                    <a:lnTo>
                      <a:pt x="37" y="49"/>
                    </a:lnTo>
                    <a:lnTo>
                      <a:pt x="35" y="52"/>
                    </a:lnTo>
                    <a:lnTo>
                      <a:pt x="31" y="56"/>
                    </a:lnTo>
                    <a:lnTo>
                      <a:pt x="30" y="61"/>
                    </a:lnTo>
                    <a:lnTo>
                      <a:pt x="26" y="64"/>
                    </a:lnTo>
                    <a:lnTo>
                      <a:pt x="24" y="69"/>
                    </a:lnTo>
                    <a:lnTo>
                      <a:pt x="23" y="73"/>
                    </a:lnTo>
                    <a:lnTo>
                      <a:pt x="21" y="76"/>
                    </a:lnTo>
                    <a:lnTo>
                      <a:pt x="18" y="82"/>
                    </a:lnTo>
                    <a:lnTo>
                      <a:pt x="16" y="85"/>
                    </a:lnTo>
                    <a:lnTo>
                      <a:pt x="14" y="90"/>
                    </a:lnTo>
                    <a:lnTo>
                      <a:pt x="12" y="94"/>
                    </a:lnTo>
                    <a:lnTo>
                      <a:pt x="11" y="99"/>
                    </a:lnTo>
                    <a:lnTo>
                      <a:pt x="9" y="104"/>
                    </a:lnTo>
                    <a:lnTo>
                      <a:pt x="7" y="108"/>
                    </a:lnTo>
                    <a:lnTo>
                      <a:pt x="5" y="113"/>
                    </a:lnTo>
                    <a:lnTo>
                      <a:pt x="5" y="116"/>
                    </a:lnTo>
                    <a:lnTo>
                      <a:pt x="4" y="121"/>
                    </a:lnTo>
                    <a:lnTo>
                      <a:pt x="2" y="127"/>
                    </a:lnTo>
                    <a:lnTo>
                      <a:pt x="2" y="130"/>
                    </a:lnTo>
                    <a:lnTo>
                      <a:pt x="5" y="135"/>
                    </a:lnTo>
                    <a:lnTo>
                      <a:pt x="2" y="130"/>
                    </a:lnTo>
                    <a:lnTo>
                      <a:pt x="0" y="135"/>
                    </a:lnTo>
                    <a:lnTo>
                      <a:pt x="5" y="135"/>
                    </a:lnTo>
                    <a:lnTo>
                      <a:pt x="5" y="1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35" name="Google Shape;435;p10"/>
              <p:cNvSpPr/>
              <p:nvPr/>
            </p:nvSpPr>
            <p:spPr>
              <a:xfrm>
                <a:off x="4761" y="1969"/>
                <a:ext cx="47" cy="12"/>
              </a:xfrm>
              <a:custGeom>
                <a:rect b="b" l="l" r="r" t="t"/>
                <a:pathLst>
                  <a:path extrusionOk="0" h="12" w="47">
                    <a:moveTo>
                      <a:pt x="47" y="8"/>
                    </a:moveTo>
                    <a:lnTo>
                      <a:pt x="45" y="7"/>
                    </a:lnTo>
                    <a:lnTo>
                      <a:pt x="44" y="5"/>
                    </a:lnTo>
                    <a:lnTo>
                      <a:pt x="42" y="3"/>
                    </a:lnTo>
                    <a:lnTo>
                      <a:pt x="40" y="3"/>
                    </a:lnTo>
                    <a:lnTo>
                      <a:pt x="39" y="3"/>
                    </a:lnTo>
                    <a:lnTo>
                      <a:pt x="37" y="1"/>
                    </a:lnTo>
                    <a:lnTo>
                      <a:pt x="35" y="1"/>
                    </a:lnTo>
                    <a:lnTo>
                      <a:pt x="33" y="1"/>
                    </a:lnTo>
                    <a:lnTo>
                      <a:pt x="32" y="1"/>
                    </a:lnTo>
                    <a:lnTo>
                      <a:pt x="30" y="0"/>
                    </a:lnTo>
                    <a:lnTo>
                      <a:pt x="28" y="0"/>
                    </a:lnTo>
                    <a:lnTo>
                      <a:pt x="26" y="0"/>
                    </a:lnTo>
                    <a:lnTo>
                      <a:pt x="25" y="0"/>
                    </a:lnTo>
                    <a:lnTo>
                      <a:pt x="23" y="0"/>
                    </a:lnTo>
                    <a:lnTo>
                      <a:pt x="21" y="0"/>
                    </a:lnTo>
                    <a:lnTo>
                      <a:pt x="19" y="0"/>
                    </a:lnTo>
                    <a:lnTo>
                      <a:pt x="18" y="0"/>
                    </a:lnTo>
                    <a:lnTo>
                      <a:pt x="16" y="0"/>
                    </a:lnTo>
                    <a:lnTo>
                      <a:pt x="14" y="1"/>
                    </a:lnTo>
                    <a:lnTo>
                      <a:pt x="13" y="1"/>
                    </a:lnTo>
                    <a:lnTo>
                      <a:pt x="11" y="1"/>
                    </a:lnTo>
                    <a:lnTo>
                      <a:pt x="9" y="1"/>
                    </a:lnTo>
                    <a:lnTo>
                      <a:pt x="7" y="1"/>
                    </a:lnTo>
                    <a:lnTo>
                      <a:pt x="6" y="1"/>
                    </a:lnTo>
                    <a:lnTo>
                      <a:pt x="4" y="1"/>
                    </a:lnTo>
                    <a:lnTo>
                      <a:pt x="2" y="1"/>
                    </a:lnTo>
                    <a:lnTo>
                      <a:pt x="0" y="1"/>
                    </a:lnTo>
                    <a:lnTo>
                      <a:pt x="0" y="8"/>
                    </a:lnTo>
                    <a:lnTo>
                      <a:pt x="2" y="8"/>
                    </a:lnTo>
                    <a:lnTo>
                      <a:pt x="4" y="8"/>
                    </a:lnTo>
                    <a:lnTo>
                      <a:pt x="6" y="8"/>
                    </a:lnTo>
                    <a:lnTo>
                      <a:pt x="7" y="8"/>
                    </a:lnTo>
                    <a:lnTo>
                      <a:pt x="9" y="8"/>
                    </a:lnTo>
                    <a:lnTo>
                      <a:pt x="11" y="8"/>
                    </a:lnTo>
                    <a:lnTo>
                      <a:pt x="13" y="8"/>
                    </a:lnTo>
                    <a:lnTo>
                      <a:pt x="14" y="8"/>
                    </a:lnTo>
                    <a:lnTo>
                      <a:pt x="16" y="8"/>
                    </a:lnTo>
                    <a:lnTo>
                      <a:pt x="18" y="8"/>
                    </a:lnTo>
                    <a:lnTo>
                      <a:pt x="19" y="8"/>
                    </a:lnTo>
                    <a:lnTo>
                      <a:pt x="21" y="8"/>
                    </a:lnTo>
                    <a:lnTo>
                      <a:pt x="23" y="8"/>
                    </a:lnTo>
                    <a:lnTo>
                      <a:pt x="25" y="8"/>
                    </a:lnTo>
                    <a:lnTo>
                      <a:pt x="26" y="8"/>
                    </a:lnTo>
                    <a:lnTo>
                      <a:pt x="28" y="8"/>
                    </a:lnTo>
                    <a:lnTo>
                      <a:pt x="30" y="8"/>
                    </a:lnTo>
                    <a:lnTo>
                      <a:pt x="32" y="8"/>
                    </a:lnTo>
                    <a:lnTo>
                      <a:pt x="33" y="8"/>
                    </a:lnTo>
                    <a:lnTo>
                      <a:pt x="35" y="8"/>
                    </a:lnTo>
                    <a:lnTo>
                      <a:pt x="37" y="10"/>
                    </a:lnTo>
                    <a:lnTo>
                      <a:pt x="39" y="10"/>
                    </a:lnTo>
                    <a:lnTo>
                      <a:pt x="40" y="12"/>
                    </a:lnTo>
                    <a:lnTo>
                      <a:pt x="42" y="12"/>
                    </a:lnTo>
                    <a:lnTo>
                      <a:pt x="40" y="10"/>
                    </a:lnTo>
                    <a:lnTo>
                      <a:pt x="47" y="8"/>
                    </a:lnTo>
                    <a:lnTo>
                      <a:pt x="47" y="7"/>
                    </a:lnTo>
                    <a:lnTo>
                      <a:pt x="45" y="7"/>
                    </a:lnTo>
                    <a:lnTo>
                      <a:pt x="47"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36" name="Google Shape;436;p10"/>
              <p:cNvSpPr/>
              <p:nvPr/>
            </p:nvSpPr>
            <p:spPr>
              <a:xfrm>
                <a:off x="4770" y="1977"/>
                <a:ext cx="40" cy="66"/>
              </a:xfrm>
              <a:custGeom>
                <a:rect b="b" l="l" r="r" t="t"/>
                <a:pathLst>
                  <a:path extrusionOk="0" h="66" w="40">
                    <a:moveTo>
                      <a:pt x="7" y="63"/>
                    </a:moveTo>
                    <a:lnTo>
                      <a:pt x="7" y="66"/>
                    </a:lnTo>
                    <a:lnTo>
                      <a:pt x="7" y="64"/>
                    </a:lnTo>
                    <a:lnTo>
                      <a:pt x="9" y="63"/>
                    </a:lnTo>
                    <a:lnTo>
                      <a:pt x="10" y="61"/>
                    </a:lnTo>
                    <a:lnTo>
                      <a:pt x="10" y="59"/>
                    </a:lnTo>
                    <a:lnTo>
                      <a:pt x="12" y="57"/>
                    </a:lnTo>
                    <a:lnTo>
                      <a:pt x="14" y="56"/>
                    </a:lnTo>
                    <a:lnTo>
                      <a:pt x="16" y="52"/>
                    </a:lnTo>
                    <a:lnTo>
                      <a:pt x="17" y="51"/>
                    </a:lnTo>
                    <a:lnTo>
                      <a:pt x="19" y="49"/>
                    </a:lnTo>
                    <a:lnTo>
                      <a:pt x="19" y="47"/>
                    </a:lnTo>
                    <a:lnTo>
                      <a:pt x="21" y="45"/>
                    </a:lnTo>
                    <a:lnTo>
                      <a:pt x="23" y="44"/>
                    </a:lnTo>
                    <a:lnTo>
                      <a:pt x="24" y="42"/>
                    </a:lnTo>
                    <a:lnTo>
                      <a:pt x="26" y="40"/>
                    </a:lnTo>
                    <a:lnTo>
                      <a:pt x="28" y="38"/>
                    </a:lnTo>
                    <a:lnTo>
                      <a:pt x="30" y="37"/>
                    </a:lnTo>
                    <a:lnTo>
                      <a:pt x="31" y="35"/>
                    </a:lnTo>
                    <a:lnTo>
                      <a:pt x="31" y="33"/>
                    </a:lnTo>
                    <a:lnTo>
                      <a:pt x="33" y="32"/>
                    </a:lnTo>
                    <a:lnTo>
                      <a:pt x="35" y="28"/>
                    </a:lnTo>
                    <a:lnTo>
                      <a:pt x="35" y="26"/>
                    </a:lnTo>
                    <a:lnTo>
                      <a:pt x="36" y="25"/>
                    </a:lnTo>
                    <a:lnTo>
                      <a:pt x="38" y="23"/>
                    </a:lnTo>
                    <a:lnTo>
                      <a:pt x="38" y="19"/>
                    </a:lnTo>
                    <a:lnTo>
                      <a:pt x="38" y="18"/>
                    </a:lnTo>
                    <a:lnTo>
                      <a:pt x="40" y="16"/>
                    </a:lnTo>
                    <a:lnTo>
                      <a:pt x="40" y="12"/>
                    </a:lnTo>
                    <a:lnTo>
                      <a:pt x="40" y="11"/>
                    </a:lnTo>
                    <a:lnTo>
                      <a:pt x="40" y="7"/>
                    </a:lnTo>
                    <a:lnTo>
                      <a:pt x="40" y="6"/>
                    </a:lnTo>
                    <a:lnTo>
                      <a:pt x="38" y="2"/>
                    </a:lnTo>
                    <a:lnTo>
                      <a:pt x="38" y="0"/>
                    </a:lnTo>
                    <a:lnTo>
                      <a:pt x="31" y="2"/>
                    </a:lnTo>
                    <a:lnTo>
                      <a:pt x="31" y="4"/>
                    </a:lnTo>
                    <a:lnTo>
                      <a:pt x="31" y="7"/>
                    </a:lnTo>
                    <a:lnTo>
                      <a:pt x="33" y="9"/>
                    </a:lnTo>
                    <a:lnTo>
                      <a:pt x="33" y="11"/>
                    </a:lnTo>
                    <a:lnTo>
                      <a:pt x="33" y="12"/>
                    </a:lnTo>
                    <a:lnTo>
                      <a:pt x="33" y="14"/>
                    </a:lnTo>
                    <a:lnTo>
                      <a:pt x="31" y="16"/>
                    </a:lnTo>
                    <a:lnTo>
                      <a:pt x="31" y="18"/>
                    </a:lnTo>
                    <a:lnTo>
                      <a:pt x="31" y="19"/>
                    </a:lnTo>
                    <a:lnTo>
                      <a:pt x="30" y="21"/>
                    </a:lnTo>
                    <a:lnTo>
                      <a:pt x="30" y="23"/>
                    </a:lnTo>
                    <a:lnTo>
                      <a:pt x="28" y="25"/>
                    </a:lnTo>
                    <a:lnTo>
                      <a:pt x="28" y="26"/>
                    </a:lnTo>
                    <a:lnTo>
                      <a:pt x="26" y="28"/>
                    </a:lnTo>
                    <a:lnTo>
                      <a:pt x="24" y="30"/>
                    </a:lnTo>
                    <a:lnTo>
                      <a:pt x="23" y="32"/>
                    </a:lnTo>
                    <a:lnTo>
                      <a:pt x="23" y="33"/>
                    </a:lnTo>
                    <a:lnTo>
                      <a:pt x="21" y="37"/>
                    </a:lnTo>
                    <a:lnTo>
                      <a:pt x="19" y="38"/>
                    </a:lnTo>
                    <a:lnTo>
                      <a:pt x="17" y="40"/>
                    </a:lnTo>
                    <a:lnTo>
                      <a:pt x="16" y="42"/>
                    </a:lnTo>
                    <a:lnTo>
                      <a:pt x="14" y="44"/>
                    </a:lnTo>
                    <a:lnTo>
                      <a:pt x="12" y="45"/>
                    </a:lnTo>
                    <a:lnTo>
                      <a:pt x="10" y="47"/>
                    </a:lnTo>
                    <a:lnTo>
                      <a:pt x="10" y="49"/>
                    </a:lnTo>
                    <a:lnTo>
                      <a:pt x="9" y="51"/>
                    </a:lnTo>
                    <a:lnTo>
                      <a:pt x="7" y="52"/>
                    </a:lnTo>
                    <a:lnTo>
                      <a:pt x="5" y="54"/>
                    </a:lnTo>
                    <a:lnTo>
                      <a:pt x="4" y="56"/>
                    </a:lnTo>
                    <a:lnTo>
                      <a:pt x="2" y="57"/>
                    </a:lnTo>
                    <a:lnTo>
                      <a:pt x="2" y="59"/>
                    </a:lnTo>
                    <a:lnTo>
                      <a:pt x="0" y="63"/>
                    </a:lnTo>
                    <a:lnTo>
                      <a:pt x="0" y="64"/>
                    </a:lnTo>
                    <a:lnTo>
                      <a:pt x="0" y="63"/>
                    </a:lnTo>
                    <a:lnTo>
                      <a:pt x="0" y="64"/>
                    </a:lnTo>
                    <a:lnTo>
                      <a:pt x="7" y="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37" name="Google Shape;437;p10"/>
              <p:cNvSpPr/>
              <p:nvPr/>
            </p:nvSpPr>
            <p:spPr>
              <a:xfrm>
                <a:off x="4770" y="2040"/>
                <a:ext cx="109" cy="195"/>
              </a:xfrm>
              <a:custGeom>
                <a:rect b="b" l="l" r="r" t="t"/>
                <a:pathLst>
                  <a:path extrusionOk="0" h="195" w="109">
                    <a:moveTo>
                      <a:pt x="104" y="195"/>
                    </a:moveTo>
                    <a:lnTo>
                      <a:pt x="104" y="189"/>
                    </a:lnTo>
                    <a:lnTo>
                      <a:pt x="101" y="183"/>
                    </a:lnTo>
                    <a:lnTo>
                      <a:pt x="95" y="180"/>
                    </a:lnTo>
                    <a:lnTo>
                      <a:pt x="90" y="175"/>
                    </a:lnTo>
                    <a:lnTo>
                      <a:pt x="87" y="169"/>
                    </a:lnTo>
                    <a:lnTo>
                      <a:pt x="82" y="164"/>
                    </a:lnTo>
                    <a:lnTo>
                      <a:pt x="78" y="159"/>
                    </a:lnTo>
                    <a:lnTo>
                      <a:pt x="73" y="152"/>
                    </a:lnTo>
                    <a:lnTo>
                      <a:pt x="69" y="147"/>
                    </a:lnTo>
                    <a:lnTo>
                      <a:pt x="66" y="142"/>
                    </a:lnTo>
                    <a:lnTo>
                      <a:pt x="61" y="137"/>
                    </a:lnTo>
                    <a:lnTo>
                      <a:pt x="57" y="131"/>
                    </a:lnTo>
                    <a:lnTo>
                      <a:pt x="54" y="124"/>
                    </a:lnTo>
                    <a:lnTo>
                      <a:pt x="50" y="119"/>
                    </a:lnTo>
                    <a:lnTo>
                      <a:pt x="47" y="114"/>
                    </a:lnTo>
                    <a:lnTo>
                      <a:pt x="43" y="107"/>
                    </a:lnTo>
                    <a:lnTo>
                      <a:pt x="40" y="102"/>
                    </a:lnTo>
                    <a:lnTo>
                      <a:pt x="38" y="97"/>
                    </a:lnTo>
                    <a:lnTo>
                      <a:pt x="35" y="90"/>
                    </a:lnTo>
                    <a:lnTo>
                      <a:pt x="31" y="85"/>
                    </a:lnTo>
                    <a:lnTo>
                      <a:pt x="30" y="78"/>
                    </a:lnTo>
                    <a:lnTo>
                      <a:pt x="28" y="71"/>
                    </a:lnTo>
                    <a:lnTo>
                      <a:pt x="24" y="66"/>
                    </a:lnTo>
                    <a:lnTo>
                      <a:pt x="23" y="59"/>
                    </a:lnTo>
                    <a:lnTo>
                      <a:pt x="21" y="53"/>
                    </a:lnTo>
                    <a:lnTo>
                      <a:pt x="17" y="46"/>
                    </a:lnTo>
                    <a:lnTo>
                      <a:pt x="16" y="40"/>
                    </a:lnTo>
                    <a:lnTo>
                      <a:pt x="14" y="33"/>
                    </a:lnTo>
                    <a:lnTo>
                      <a:pt x="12" y="27"/>
                    </a:lnTo>
                    <a:lnTo>
                      <a:pt x="10" y="20"/>
                    </a:lnTo>
                    <a:lnTo>
                      <a:pt x="9" y="14"/>
                    </a:lnTo>
                    <a:lnTo>
                      <a:pt x="9" y="7"/>
                    </a:lnTo>
                    <a:lnTo>
                      <a:pt x="7" y="0"/>
                    </a:lnTo>
                    <a:lnTo>
                      <a:pt x="0" y="1"/>
                    </a:lnTo>
                    <a:lnTo>
                      <a:pt x="2" y="8"/>
                    </a:lnTo>
                    <a:lnTo>
                      <a:pt x="2" y="15"/>
                    </a:lnTo>
                    <a:lnTo>
                      <a:pt x="4" y="22"/>
                    </a:lnTo>
                    <a:lnTo>
                      <a:pt x="5" y="29"/>
                    </a:lnTo>
                    <a:lnTo>
                      <a:pt x="7" y="36"/>
                    </a:lnTo>
                    <a:lnTo>
                      <a:pt x="9" y="41"/>
                    </a:lnTo>
                    <a:lnTo>
                      <a:pt x="10" y="48"/>
                    </a:lnTo>
                    <a:lnTo>
                      <a:pt x="14" y="55"/>
                    </a:lnTo>
                    <a:lnTo>
                      <a:pt x="16" y="62"/>
                    </a:lnTo>
                    <a:lnTo>
                      <a:pt x="17" y="67"/>
                    </a:lnTo>
                    <a:lnTo>
                      <a:pt x="21" y="74"/>
                    </a:lnTo>
                    <a:lnTo>
                      <a:pt x="23" y="81"/>
                    </a:lnTo>
                    <a:lnTo>
                      <a:pt x="26" y="86"/>
                    </a:lnTo>
                    <a:lnTo>
                      <a:pt x="28" y="93"/>
                    </a:lnTo>
                    <a:lnTo>
                      <a:pt x="31" y="98"/>
                    </a:lnTo>
                    <a:lnTo>
                      <a:pt x="35" y="105"/>
                    </a:lnTo>
                    <a:lnTo>
                      <a:pt x="38" y="111"/>
                    </a:lnTo>
                    <a:lnTo>
                      <a:pt x="42" y="117"/>
                    </a:lnTo>
                    <a:lnTo>
                      <a:pt x="43" y="123"/>
                    </a:lnTo>
                    <a:lnTo>
                      <a:pt x="49" y="130"/>
                    </a:lnTo>
                    <a:lnTo>
                      <a:pt x="52" y="135"/>
                    </a:lnTo>
                    <a:lnTo>
                      <a:pt x="56" y="140"/>
                    </a:lnTo>
                    <a:lnTo>
                      <a:pt x="59" y="147"/>
                    </a:lnTo>
                    <a:lnTo>
                      <a:pt x="62" y="152"/>
                    </a:lnTo>
                    <a:lnTo>
                      <a:pt x="68" y="157"/>
                    </a:lnTo>
                    <a:lnTo>
                      <a:pt x="71" y="163"/>
                    </a:lnTo>
                    <a:lnTo>
                      <a:pt x="76" y="168"/>
                    </a:lnTo>
                    <a:lnTo>
                      <a:pt x="80" y="173"/>
                    </a:lnTo>
                    <a:lnTo>
                      <a:pt x="85" y="178"/>
                    </a:lnTo>
                    <a:lnTo>
                      <a:pt x="90" y="183"/>
                    </a:lnTo>
                    <a:lnTo>
                      <a:pt x="95" y="189"/>
                    </a:lnTo>
                    <a:lnTo>
                      <a:pt x="99" y="194"/>
                    </a:lnTo>
                    <a:lnTo>
                      <a:pt x="101" y="189"/>
                    </a:lnTo>
                    <a:lnTo>
                      <a:pt x="104" y="195"/>
                    </a:lnTo>
                    <a:lnTo>
                      <a:pt x="109" y="192"/>
                    </a:lnTo>
                    <a:lnTo>
                      <a:pt x="104" y="189"/>
                    </a:lnTo>
                    <a:lnTo>
                      <a:pt x="104" y="1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38" name="Google Shape;438;p10"/>
              <p:cNvSpPr/>
              <p:nvPr/>
            </p:nvSpPr>
            <p:spPr>
              <a:xfrm>
                <a:off x="4852" y="2229"/>
                <a:ext cx="22" cy="8"/>
              </a:xfrm>
              <a:custGeom>
                <a:rect b="b" l="l" r="r" t="t"/>
                <a:pathLst>
                  <a:path extrusionOk="0" h="8" w="22">
                    <a:moveTo>
                      <a:pt x="0" y="3"/>
                    </a:moveTo>
                    <a:lnTo>
                      <a:pt x="1" y="3"/>
                    </a:lnTo>
                    <a:lnTo>
                      <a:pt x="1" y="5"/>
                    </a:lnTo>
                    <a:lnTo>
                      <a:pt x="3" y="6"/>
                    </a:lnTo>
                    <a:lnTo>
                      <a:pt x="5" y="6"/>
                    </a:lnTo>
                    <a:lnTo>
                      <a:pt x="5" y="8"/>
                    </a:lnTo>
                    <a:lnTo>
                      <a:pt x="6" y="8"/>
                    </a:lnTo>
                    <a:lnTo>
                      <a:pt x="8" y="8"/>
                    </a:lnTo>
                    <a:lnTo>
                      <a:pt x="10" y="8"/>
                    </a:lnTo>
                    <a:lnTo>
                      <a:pt x="12" y="8"/>
                    </a:lnTo>
                    <a:lnTo>
                      <a:pt x="13" y="8"/>
                    </a:lnTo>
                    <a:lnTo>
                      <a:pt x="15" y="8"/>
                    </a:lnTo>
                    <a:lnTo>
                      <a:pt x="17" y="8"/>
                    </a:lnTo>
                    <a:lnTo>
                      <a:pt x="19" y="6"/>
                    </a:lnTo>
                    <a:lnTo>
                      <a:pt x="20" y="6"/>
                    </a:lnTo>
                    <a:lnTo>
                      <a:pt x="22" y="6"/>
                    </a:lnTo>
                    <a:lnTo>
                      <a:pt x="19" y="0"/>
                    </a:lnTo>
                    <a:lnTo>
                      <a:pt x="17" y="0"/>
                    </a:lnTo>
                    <a:lnTo>
                      <a:pt x="15" y="0"/>
                    </a:lnTo>
                    <a:lnTo>
                      <a:pt x="15" y="1"/>
                    </a:lnTo>
                    <a:lnTo>
                      <a:pt x="13" y="1"/>
                    </a:lnTo>
                    <a:lnTo>
                      <a:pt x="12" y="1"/>
                    </a:lnTo>
                    <a:lnTo>
                      <a:pt x="10" y="1"/>
                    </a:lnTo>
                    <a:lnTo>
                      <a:pt x="8" y="1"/>
                    </a:lnTo>
                    <a:lnTo>
                      <a:pt x="8" y="0"/>
                    </a:lnTo>
                    <a:lnTo>
                      <a:pt x="6" y="0"/>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39" name="Google Shape;439;p10"/>
              <p:cNvSpPr/>
              <p:nvPr/>
            </p:nvSpPr>
            <p:spPr>
              <a:xfrm>
                <a:off x="4758" y="2038"/>
                <a:ext cx="100" cy="194"/>
              </a:xfrm>
              <a:custGeom>
                <a:rect b="b" l="l" r="r" t="t"/>
                <a:pathLst>
                  <a:path extrusionOk="0" h="194" w="100">
                    <a:moveTo>
                      <a:pt x="0" y="0"/>
                    </a:moveTo>
                    <a:lnTo>
                      <a:pt x="0" y="3"/>
                    </a:lnTo>
                    <a:lnTo>
                      <a:pt x="0" y="10"/>
                    </a:lnTo>
                    <a:lnTo>
                      <a:pt x="2" y="17"/>
                    </a:lnTo>
                    <a:lnTo>
                      <a:pt x="3" y="24"/>
                    </a:lnTo>
                    <a:lnTo>
                      <a:pt x="3" y="29"/>
                    </a:lnTo>
                    <a:lnTo>
                      <a:pt x="5" y="36"/>
                    </a:lnTo>
                    <a:lnTo>
                      <a:pt x="7" y="43"/>
                    </a:lnTo>
                    <a:lnTo>
                      <a:pt x="9" y="50"/>
                    </a:lnTo>
                    <a:lnTo>
                      <a:pt x="10" y="57"/>
                    </a:lnTo>
                    <a:lnTo>
                      <a:pt x="14" y="62"/>
                    </a:lnTo>
                    <a:lnTo>
                      <a:pt x="16" y="69"/>
                    </a:lnTo>
                    <a:lnTo>
                      <a:pt x="17" y="74"/>
                    </a:lnTo>
                    <a:lnTo>
                      <a:pt x="21" y="81"/>
                    </a:lnTo>
                    <a:lnTo>
                      <a:pt x="22" y="88"/>
                    </a:lnTo>
                    <a:lnTo>
                      <a:pt x="26" y="94"/>
                    </a:lnTo>
                    <a:lnTo>
                      <a:pt x="29" y="99"/>
                    </a:lnTo>
                    <a:lnTo>
                      <a:pt x="31" y="106"/>
                    </a:lnTo>
                    <a:lnTo>
                      <a:pt x="35" y="111"/>
                    </a:lnTo>
                    <a:lnTo>
                      <a:pt x="38" y="118"/>
                    </a:lnTo>
                    <a:lnTo>
                      <a:pt x="42" y="123"/>
                    </a:lnTo>
                    <a:lnTo>
                      <a:pt x="45" y="128"/>
                    </a:lnTo>
                    <a:lnTo>
                      <a:pt x="48" y="135"/>
                    </a:lnTo>
                    <a:lnTo>
                      <a:pt x="52" y="140"/>
                    </a:lnTo>
                    <a:lnTo>
                      <a:pt x="57" y="145"/>
                    </a:lnTo>
                    <a:lnTo>
                      <a:pt x="61" y="151"/>
                    </a:lnTo>
                    <a:lnTo>
                      <a:pt x="64" y="158"/>
                    </a:lnTo>
                    <a:lnTo>
                      <a:pt x="68" y="163"/>
                    </a:lnTo>
                    <a:lnTo>
                      <a:pt x="73" y="168"/>
                    </a:lnTo>
                    <a:lnTo>
                      <a:pt x="76" y="173"/>
                    </a:lnTo>
                    <a:lnTo>
                      <a:pt x="81" y="178"/>
                    </a:lnTo>
                    <a:lnTo>
                      <a:pt x="85" y="184"/>
                    </a:lnTo>
                    <a:lnTo>
                      <a:pt x="90" y="189"/>
                    </a:lnTo>
                    <a:lnTo>
                      <a:pt x="94" y="194"/>
                    </a:lnTo>
                    <a:lnTo>
                      <a:pt x="100" y="191"/>
                    </a:lnTo>
                    <a:lnTo>
                      <a:pt x="95" y="184"/>
                    </a:lnTo>
                    <a:lnTo>
                      <a:pt x="90" y="178"/>
                    </a:lnTo>
                    <a:lnTo>
                      <a:pt x="87" y="173"/>
                    </a:lnTo>
                    <a:lnTo>
                      <a:pt x="83" y="168"/>
                    </a:lnTo>
                    <a:lnTo>
                      <a:pt x="78" y="163"/>
                    </a:lnTo>
                    <a:lnTo>
                      <a:pt x="74" y="158"/>
                    </a:lnTo>
                    <a:lnTo>
                      <a:pt x="69" y="152"/>
                    </a:lnTo>
                    <a:lnTo>
                      <a:pt x="66" y="147"/>
                    </a:lnTo>
                    <a:lnTo>
                      <a:pt x="62" y="142"/>
                    </a:lnTo>
                    <a:lnTo>
                      <a:pt x="59" y="137"/>
                    </a:lnTo>
                    <a:lnTo>
                      <a:pt x="55" y="130"/>
                    </a:lnTo>
                    <a:lnTo>
                      <a:pt x="52" y="125"/>
                    </a:lnTo>
                    <a:lnTo>
                      <a:pt x="48" y="119"/>
                    </a:lnTo>
                    <a:lnTo>
                      <a:pt x="45" y="114"/>
                    </a:lnTo>
                    <a:lnTo>
                      <a:pt x="42" y="107"/>
                    </a:lnTo>
                    <a:lnTo>
                      <a:pt x="38" y="102"/>
                    </a:lnTo>
                    <a:lnTo>
                      <a:pt x="35" y="97"/>
                    </a:lnTo>
                    <a:lnTo>
                      <a:pt x="33" y="90"/>
                    </a:lnTo>
                    <a:lnTo>
                      <a:pt x="29" y="85"/>
                    </a:lnTo>
                    <a:lnTo>
                      <a:pt x="28" y="78"/>
                    </a:lnTo>
                    <a:lnTo>
                      <a:pt x="24" y="73"/>
                    </a:lnTo>
                    <a:lnTo>
                      <a:pt x="22" y="66"/>
                    </a:lnTo>
                    <a:lnTo>
                      <a:pt x="21" y="61"/>
                    </a:lnTo>
                    <a:lnTo>
                      <a:pt x="17" y="54"/>
                    </a:lnTo>
                    <a:lnTo>
                      <a:pt x="16" y="48"/>
                    </a:lnTo>
                    <a:lnTo>
                      <a:pt x="14" y="42"/>
                    </a:lnTo>
                    <a:lnTo>
                      <a:pt x="12" y="35"/>
                    </a:lnTo>
                    <a:lnTo>
                      <a:pt x="10" y="29"/>
                    </a:lnTo>
                    <a:lnTo>
                      <a:pt x="10" y="22"/>
                    </a:lnTo>
                    <a:lnTo>
                      <a:pt x="9" y="16"/>
                    </a:lnTo>
                    <a:lnTo>
                      <a:pt x="7" y="9"/>
                    </a:lnTo>
                    <a:lnTo>
                      <a:pt x="7" y="2"/>
                    </a:lnTo>
                    <a:lnTo>
                      <a:pt x="5" y="5"/>
                    </a:lnTo>
                    <a:lnTo>
                      <a:pt x="0" y="0"/>
                    </a:lnTo>
                    <a:lnTo>
                      <a:pt x="0" y="2"/>
                    </a:lnTo>
                    <a:lnTo>
                      <a:pt x="0" y="3"/>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40" name="Google Shape;440;p10"/>
              <p:cNvSpPr/>
              <p:nvPr/>
            </p:nvSpPr>
            <p:spPr>
              <a:xfrm>
                <a:off x="4758" y="1996"/>
                <a:ext cx="36" cy="47"/>
              </a:xfrm>
              <a:custGeom>
                <a:rect b="b" l="l" r="r" t="t"/>
                <a:pathLst>
                  <a:path extrusionOk="0" h="47" w="36">
                    <a:moveTo>
                      <a:pt x="29" y="2"/>
                    </a:moveTo>
                    <a:lnTo>
                      <a:pt x="29" y="0"/>
                    </a:lnTo>
                    <a:lnTo>
                      <a:pt x="0" y="42"/>
                    </a:lnTo>
                    <a:lnTo>
                      <a:pt x="5" y="47"/>
                    </a:lnTo>
                    <a:lnTo>
                      <a:pt x="36" y="4"/>
                    </a:lnTo>
                    <a:lnTo>
                      <a:pt x="36" y="0"/>
                    </a:lnTo>
                    <a:lnTo>
                      <a:pt x="36" y="4"/>
                    </a:lnTo>
                    <a:lnTo>
                      <a:pt x="36" y="2"/>
                    </a:lnTo>
                    <a:lnTo>
                      <a:pt x="36" y="0"/>
                    </a:lnTo>
                    <a:lnTo>
                      <a:pt x="29"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41" name="Google Shape;441;p10"/>
              <p:cNvSpPr/>
              <p:nvPr/>
            </p:nvSpPr>
            <p:spPr>
              <a:xfrm>
                <a:off x="4746" y="1974"/>
                <a:ext cx="48" cy="24"/>
              </a:xfrm>
              <a:custGeom>
                <a:rect b="b" l="l" r="r" t="t"/>
                <a:pathLst>
                  <a:path extrusionOk="0" h="24" w="48">
                    <a:moveTo>
                      <a:pt x="0" y="0"/>
                    </a:moveTo>
                    <a:lnTo>
                      <a:pt x="0" y="2"/>
                    </a:lnTo>
                    <a:lnTo>
                      <a:pt x="0" y="3"/>
                    </a:lnTo>
                    <a:lnTo>
                      <a:pt x="2" y="5"/>
                    </a:lnTo>
                    <a:lnTo>
                      <a:pt x="2" y="7"/>
                    </a:lnTo>
                    <a:lnTo>
                      <a:pt x="3" y="9"/>
                    </a:lnTo>
                    <a:lnTo>
                      <a:pt x="5" y="10"/>
                    </a:lnTo>
                    <a:lnTo>
                      <a:pt x="5" y="12"/>
                    </a:lnTo>
                    <a:lnTo>
                      <a:pt x="7" y="12"/>
                    </a:lnTo>
                    <a:lnTo>
                      <a:pt x="8" y="14"/>
                    </a:lnTo>
                    <a:lnTo>
                      <a:pt x="10" y="14"/>
                    </a:lnTo>
                    <a:lnTo>
                      <a:pt x="12" y="14"/>
                    </a:lnTo>
                    <a:lnTo>
                      <a:pt x="14" y="15"/>
                    </a:lnTo>
                    <a:lnTo>
                      <a:pt x="15" y="15"/>
                    </a:lnTo>
                    <a:lnTo>
                      <a:pt x="17" y="15"/>
                    </a:lnTo>
                    <a:lnTo>
                      <a:pt x="19" y="15"/>
                    </a:lnTo>
                    <a:lnTo>
                      <a:pt x="21" y="15"/>
                    </a:lnTo>
                    <a:lnTo>
                      <a:pt x="22" y="15"/>
                    </a:lnTo>
                    <a:lnTo>
                      <a:pt x="24" y="15"/>
                    </a:lnTo>
                    <a:lnTo>
                      <a:pt x="26" y="15"/>
                    </a:lnTo>
                    <a:lnTo>
                      <a:pt x="28" y="17"/>
                    </a:lnTo>
                    <a:lnTo>
                      <a:pt x="29" y="17"/>
                    </a:lnTo>
                    <a:lnTo>
                      <a:pt x="31" y="17"/>
                    </a:lnTo>
                    <a:lnTo>
                      <a:pt x="33" y="17"/>
                    </a:lnTo>
                    <a:lnTo>
                      <a:pt x="34" y="17"/>
                    </a:lnTo>
                    <a:lnTo>
                      <a:pt x="34" y="19"/>
                    </a:lnTo>
                    <a:lnTo>
                      <a:pt x="36" y="19"/>
                    </a:lnTo>
                    <a:lnTo>
                      <a:pt x="38" y="19"/>
                    </a:lnTo>
                    <a:lnTo>
                      <a:pt x="38" y="21"/>
                    </a:lnTo>
                    <a:lnTo>
                      <a:pt x="40" y="21"/>
                    </a:lnTo>
                    <a:lnTo>
                      <a:pt x="40" y="22"/>
                    </a:lnTo>
                    <a:lnTo>
                      <a:pt x="40" y="24"/>
                    </a:lnTo>
                    <a:lnTo>
                      <a:pt x="41" y="24"/>
                    </a:lnTo>
                    <a:lnTo>
                      <a:pt x="48" y="22"/>
                    </a:lnTo>
                    <a:lnTo>
                      <a:pt x="47" y="21"/>
                    </a:lnTo>
                    <a:lnTo>
                      <a:pt x="45" y="19"/>
                    </a:lnTo>
                    <a:lnTo>
                      <a:pt x="45" y="17"/>
                    </a:lnTo>
                    <a:lnTo>
                      <a:pt x="43" y="15"/>
                    </a:lnTo>
                    <a:lnTo>
                      <a:pt x="41" y="14"/>
                    </a:lnTo>
                    <a:lnTo>
                      <a:pt x="40" y="12"/>
                    </a:lnTo>
                    <a:lnTo>
                      <a:pt x="38" y="12"/>
                    </a:lnTo>
                    <a:lnTo>
                      <a:pt x="36" y="10"/>
                    </a:lnTo>
                    <a:lnTo>
                      <a:pt x="34" y="10"/>
                    </a:lnTo>
                    <a:lnTo>
                      <a:pt x="33" y="10"/>
                    </a:lnTo>
                    <a:lnTo>
                      <a:pt x="31" y="10"/>
                    </a:lnTo>
                    <a:lnTo>
                      <a:pt x="29" y="10"/>
                    </a:lnTo>
                    <a:lnTo>
                      <a:pt x="28" y="9"/>
                    </a:lnTo>
                    <a:lnTo>
                      <a:pt x="26" y="9"/>
                    </a:lnTo>
                    <a:lnTo>
                      <a:pt x="24" y="9"/>
                    </a:lnTo>
                    <a:lnTo>
                      <a:pt x="22" y="9"/>
                    </a:lnTo>
                    <a:lnTo>
                      <a:pt x="21" y="9"/>
                    </a:lnTo>
                    <a:lnTo>
                      <a:pt x="19" y="9"/>
                    </a:lnTo>
                    <a:lnTo>
                      <a:pt x="17" y="9"/>
                    </a:lnTo>
                    <a:lnTo>
                      <a:pt x="15" y="9"/>
                    </a:lnTo>
                    <a:lnTo>
                      <a:pt x="14" y="7"/>
                    </a:lnTo>
                    <a:lnTo>
                      <a:pt x="12" y="7"/>
                    </a:lnTo>
                    <a:lnTo>
                      <a:pt x="10" y="7"/>
                    </a:lnTo>
                    <a:lnTo>
                      <a:pt x="10" y="5"/>
                    </a:lnTo>
                    <a:lnTo>
                      <a:pt x="8" y="5"/>
                    </a:lnTo>
                    <a:lnTo>
                      <a:pt x="8" y="3"/>
                    </a:lnTo>
                    <a:lnTo>
                      <a:pt x="7" y="2"/>
                    </a:lnTo>
                    <a:lnTo>
                      <a:pt x="7" y="0"/>
                    </a:lnTo>
                    <a:lnTo>
                      <a:pt x="7" y="2"/>
                    </a:lnTo>
                    <a:lnTo>
                      <a:pt x="0" y="0"/>
                    </a:lnTo>
                    <a:lnTo>
                      <a:pt x="0" y="2"/>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42" name="Google Shape;442;p10"/>
              <p:cNvSpPr/>
              <p:nvPr/>
            </p:nvSpPr>
            <p:spPr>
              <a:xfrm>
                <a:off x="4746" y="1834"/>
                <a:ext cx="86" cy="142"/>
              </a:xfrm>
              <a:custGeom>
                <a:rect b="b" l="l" r="r" t="t"/>
                <a:pathLst>
                  <a:path extrusionOk="0" h="142" w="86">
                    <a:moveTo>
                      <a:pt x="85" y="0"/>
                    </a:moveTo>
                    <a:lnTo>
                      <a:pt x="81" y="1"/>
                    </a:lnTo>
                    <a:lnTo>
                      <a:pt x="78" y="5"/>
                    </a:lnTo>
                    <a:lnTo>
                      <a:pt x="74" y="8"/>
                    </a:lnTo>
                    <a:lnTo>
                      <a:pt x="71" y="13"/>
                    </a:lnTo>
                    <a:lnTo>
                      <a:pt x="67" y="17"/>
                    </a:lnTo>
                    <a:lnTo>
                      <a:pt x="64" y="20"/>
                    </a:lnTo>
                    <a:lnTo>
                      <a:pt x="60" y="24"/>
                    </a:lnTo>
                    <a:lnTo>
                      <a:pt x="57" y="29"/>
                    </a:lnTo>
                    <a:lnTo>
                      <a:pt x="54" y="32"/>
                    </a:lnTo>
                    <a:lnTo>
                      <a:pt x="50" y="36"/>
                    </a:lnTo>
                    <a:lnTo>
                      <a:pt x="47" y="41"/>
                    </a:lnTo>
                    <a:lnTo>
                      <a:pt x="45" y="45"/>
                    </a:lnTo>
                    <a:lnTo>
                      <a:pt x="41" y="48"/>
                    </a:lnTo>
                    <a:lnTo>
                      <a:pt x="38" y="53"/>
                    </a:lnTo>
                    <a:lnTo>
                      <a:pt x="36" y="57"/>
                    </a:lnTo>
                    <a:lnTo>
                      <a:pt x="33" y="62"/>
                    </a:lnTo>
                    <a:lnTo>
                      <a:pt x="31" y="65"/>
                    </a:lnTo>
                    <a:lnTo>
                      <a:pt x="28" y="71"/>
                    </a:lnTo>
                    <a:lnTo>
                      <a:pt x="26" y="74"/>
                    </a:lnTo>
                    <a:lnTo>
                      <a:pt x="22" y="79"/>
                    </a:lnTo>
                    <a:lnTo>
                      <a:pt x="21" y="83"/>
                    </a:lnTo>
                    <a:lnTo>
                      <a:pt x="19" y="88"/>
                    </a:lnTo>
                    <a:lnTo>
                      <a:pt x="15" y="93"/>
                    </a:lnTo>
                    <a:lnTo>
                      <a:pt x="14" y="97"/>
                    </a:lnTo>
                    <a:lnTo>
                      <a:pt x="12" y="102"/>
                    </a:lnTo>
                    <a:lnTo>
                      <a:pt x="10" y="107"/>
                    </a:lnTo>
                    <a:lnTo>
                      <a:pt x="8" y="110"/>
                    </a:lnTo>
                    <a:lnTo>
                      <a:pt x="7" y="116"/>
                    </a:lnTo>
                    <a:lnTo>
                      <a:pt x="5" y="121"/>
                    </a:lnTo>
                    <a:lnTo>
                      <a:pt x="3" y="126"/>
                    </a:lnTo>
                    <a:lnTo>
                      <a:pt x="2" y="129"/>
                    </a:lnTo>
                    <a:lnTo>
                      <a:pt x="2" y="135"/>
                    </a:lnTo>
                    <a:lnTo>
                      <a:pt x="0" y="140"/>
                    </a:lnTo>
                    <a:lnTo>
                      <a:pt x="7" y="142"/>
                    </a:lnTo>
                    <a:lnTo>
                      <a:pt x="8" y="136"/>
                    </a:lnTo>
                    <a:lnTo>
                      <a:pt x="8" y="131"/>
                    </a:lnTo>
                    <a:lnTo>
                      <a:pt x="10" y="128"/>
                    </a:lnTo>
                    <a:lnTo>
                      <a:pt x="12" y="123"/>
                    </a:lnTo>
                    <a:lnTo>
                      <a:pt x="14" y="117"/>
                    </a:lnTo>
                    <a:lnTo>
                      <a:pt x="15" y="114"/>
                    </a:lnTo>
                    <a:lnTo>
                      <a:pt x="17" y="109"/>
                    </a:lnTo>
                    <a:lnTo>
                      <a:pt x="19" y="103"/>
                    </a:lnTo>
                    <a:lnTo>
                      <a:pt x="21" y="100"/>
                    </a:lnTo>
                    <a:lnTo>
                      <a:pt x="22" y="95"/>
                    </a:lnTo>
                    <a:lnTo>
                      <a:pt x="24" y="91"/>
                    </a:lnTo>
                    <a:lnTo>
                      <a:pt x="28" y="86"/>
                    </a:lnTo>
                    <a:lnTo>
                      <a:pt x="29" y="83"/>
                    </a:lnTo>
                    <a:lnTo>
                      <a:pt x="31" y="77"/>
                    </a:lnTo>
                    <a:lnTo>
                      <a:pt x="34" y="74"/>
                    </a:lnTo>
                    <a:lnTo>
                      <a:pt x="36" y="69"/>
                    </a:lnTo>
                    <a:lnTo>
                      <a:pt x="40" y="65"/>
                    </a:lnTo>
                    <a:lnTo>
                      <a:pt x="41" y="60"/>
                    </a:lnTo>
                    <a:lnTo>
                      <a:pt x="45" y="57"/>
                    </a:lnTo>
                    <a:lnTo>
                      <a:pt x="47" y="53"/>
                    </a:lnTo>
                    <a:lnTo>
                      <a:pt x="50" y="48"/>
                    </a:lnTo>
                    <a:lnTo>
                      <a:pt x="54" y="45"/>
                    </a:lnTo>
                    <a:lnTo>
                      <a:pt x="57" y="41"/>
                    </a:lnTo>
                    <a:lnTo>
                      <a:pt x="59" y="36"/>
                    </a:lnTo>
                    <a:lnTo>
                      <a:pt x="62" y="32"/>
                    </a:lnTo>
                    <a:lnTo>
                      <a:pt x="66" y="29"/>
                    </a:lnTo>
                    <a:lnTo>
                      <a:pt x="69" y="26"/>
                    </a:lnTo>
                    <a:lnTo>
                      <a:pt x="73" y="22"/>
                    </a:lnTo>
                    <a:lnTo>
                      <a:pt x="76" y="17"/>
                    </a:lnTo>
                    <a:lnTo>
                      <a:pt x="80" y="13"/>
                    </a:lnTo>
                    <a:lnTo>
                      <a:pt x="83" y="10"/>
                    </a:lnTo>
                    <a:lnTo>
                      <a:pt x="86" y="6"/>
                    </a:lnTo>
                    <a:lnTo>
                      <a:pt x="85" y="8"/>
                    </a:lnTo>
                    <a:lnTo>
                      <a:pt x="85" y="0"/>
                    </a:lnTo>
                    <a:lnTo>
                      <a:pt x="83" y="0"/>
                    </a:lnTo>
                    <a:lnTo>
                      <a:pt x="81" y="1"/>
                    </a:lnTo>
                    <a:lnTo>
                      <a:pt x="8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grpSp>
        <p:sp>
          <p:nvSpPr>
            <p:cNvPr id="443" name="Google Shape;443;p10"/>
            <p:cNvSpPr/>
            <p:nvPr/>
          </p:nvSpPr>
          <p:spPr>
            <a:xfrm>
              <a:off x="4831" y="1834"/>
              <a:ext cx="12" cy="8"/>
            </a:xfrm>
            <a:custGeom>
              <a:rect b="b" l="l" r="r" t="t"/>
              <a:pathLst>
                <a:path extrusionOk="0" h="8" w="12">
                  <a:moveTo>
                    <a:pt x="12" y="6"/>
                  </a:moveTo>
                  <a:lnTo>
                    <a:pt x="12" y="5"/>
                  </a:lnTo>
                  <a:lnTo>
                    <a:pt x="10" y="3"/>
                  </a:lnTo>
                  <a:lnTo>
                    <a:pt x="10" y="1"/>
                  </a:lnTo>
                  <a:lnTo>
                    <a:pt x="8" y="1"/>
                  </a:lnTo>
                  <a:lnTo>
                    <a:pt x="7" y="1"/>
                  </a:lnTo>
                  <a:lnTo>
                    <a:pt x="5" y="0"/>
                  </a:lnTo>
                  <a:lnTo>
                    <a:pt x="3" y="0"/>
                  </a:lnTo>
                  <a:lnTo>
                    <a:pt x="1" y="0"/>
                  </a:lnTo>
                  <a:lnTo>
                    <a:pt x="0" y="0"/>
                  </a:lnTo>
                  <a:lnTo>
                    <a:pt x="0" y="8"/>
                  </a:lnTo>
                  <a:lnTo>
                    <a:pt x="1" y="8"/>
                  </a:lnTo>
                  <a:lnTo>
                    <a:pt x="3" y="8"/>
                  </a:lnTo>
                  <a:lnTo>
                    <a:pt x="5" y="8"/>
                  </a:lnTo>
                  <a:lnTo>
                    <a:pt x="5" y="6"/>
                  </a:lnTo>
                  <a:lnTo>
                    <a:pt x="12" y="6"/>
                  </a:lnTo>
                  <a:lnTo>
                    <a:pt x="12" y="5"/>
                  </a:lnTo>
                  <a:lnTo>
                    <a:pt x="12"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44" name="Google Shape;444;p10"/>
            <p:cNvSpPr/>
            <p:nvPr/>
          </p:nvSpPr>
          <p:spPr>
            <a:xfrm>
              <a:off x="4267" y="1880"/>
              <a:ext cx="118" cy="99"/>
            </a:xfrm>
            <a:custGeom>
              <a:rect b="b" l="l" r="r" t="t"/>
              <a:pathLst>
                <a:path extrusionOk="0" h="99" w="118">
                  <a:moveTo>
                    <a:pt x="118" y="40"/>
                  </a:moveTo>
                  <a:lnTo>
                    <a:pt x="116" y="42"/>
                  </a:lnTo>
                  <a:lnTo>
                    <a:pt x="113" y="44"/>
                  </a:lnTo>
                  <a:lnTo>
                    <a:pt x="111" y="47"/>
                  </a:lnTo>
                  <a:lnTo>
                    <a:pt x="109" y="49"/>
                  </a:lnTo>
                  <a:lnTo>
                    <a:pt x="106" y="51"/>
                  </a:lnTo>
                  <a:lnTo>
                    <a:pt x="104" y="54"/>
                  </a:lnTo>
                  <a:lnTo>
                    <a:pt x="101" y="56"/>
                  </a:lnTo>
                  <a:lnTo>
                    <a:pt x="99" y="57"/>
                  </a:lnTo>
                  <a:lnTo>
                    <a:pt x="96" y="59"/>
                  </a:lnTo>
                  <a:lnTo>
                    <a:pt x="94" y="61"/>
                  </a:lnTo>
                  <a:lnTo>
                    <a:pt x="90" y="63"/>
                  </a:lnTo>
                  <a:lnTo>
                    <a:pt x="89" y="66"/>
                  </a:lnTo>
                  <a:lnTo>
                    <a:pt x="85" y="68"/>
                  </a:lnTo>
                  <a:lnTo>
                    <a:pt x="82" y="70"/>
                  </a:lnTo>
                  <a:lnTo>
                    <a:pt x="80" y="71"/>
                  </a:lnTo>
                  <a:lnTo>
                    <a:pt x="77" y="73"/>
                  </a:lnTo>
                  <a:lnTo>
                    <a:pt x="75" y="75"/>
                  </a:lnTo>
                  <a:lnTo>
                    <a:pt x="71" y="77"/>
                  </a:lnTo>
                  <a:lnTo>
                    <a:pt x="70" y="78"/>
                  </a:lnTo>
                  <a:lnTo>
                    <a:pt x="66" y="80"/>
                  </a:lnTo>
                  <a:lnTo>
                    <a:pt x="63" y="82"/>
                  </a:lnTo>
                  <a:lnTo>
                    <a:pt x="61" y="83"/>
                  </a:lnTo>
                  <a:lnTo>
                    <a:pt x="57" y="85"/>
                  </a:lnTo>
                  <a:lnTo>
                    <a:pt x="54" y="87"/>
                  </a:lnTo>
                  <a:lnTo>
                    <a:pt x="52" y="87"/>
                  </a:lnTo>
                  <a:lnTo>
                    <a:pt x="49" y="89"/>
                  </a:lnTo>
                  <a:lnTo>
                    <a:pt x="45" y="90"/>
                  </a:lnTo>
                  <a:lnTo>
                    <a:pt x="44" y="92"/>
                  </a:lnTo>
                  <a:lnTo>
                    <a:pt x="40" y="94"/>
                  </a:lnTo>
                  <a:lnTo>
                    <a:pt x="38" y="96"/>
                  </a:lnTo>
                  <a:lnTo>
                    <a:pt x="35" y="97"/>
                  </a:lnTo>
                  <a:lnTo>
                    <a:pt x="31" y="99"/>
                  </a:lnTo>
                  <a:lnTo>
                    <a:pt x="31" y="97"/>
                  </a:lnTo>
                  <a:lnTo>
                    <a:pt x="30" y="97"/>
                  </a:lnTo>
                  <a:lnTo>
                    <a:pt x="28" y="96"/>
                  </a:lnTo>
                  <a:lnTo>
                    <a:pt x="26" y="94"/>
                  </a:lnTo>
                  <a:lnTo>
                    <a:pt x="25" y="92"/>
                  </a:lnTo>
                  <a:lnTo>
                    <a:pt x="23" y="90"/>
                  </a:lnTo>
                  <a:lnTo>
                    <a:pt x="23" y="89"/>
                  </a:lnTo>
                  <a:lnTo>
                    <a:pt x="21" y="89"/>
                  </a:lnTo>
                  <a:lnTo>
                    <a:pt x="21" y="87"/>
                  </a:lnTo>
                  <a:lnTo>
                    <a:pt x="19" y="85"/>
                  </a:lnTo>
                  <a:lnTo>
                    <a:pt x="18" y="85"/>
                  </a:lnTo>
                  <a:lnTo>
                    <a:pt x="18" y="83"/>
                  </a:lnTo>
                  <a:lnTo>
                    <a:pt x="16" y="82"/>
                  </a:lnTo>
                  <a:lnTo>
                    <a:pt x="16" y="80"/>
                  </a:lnTo>
                  <a:lnTo>
                    <a:pt x="14" y="80"/>
                  </a:lnTo>
                  <a:lnTo>
                    <a:pt x="14" y="78"/>
                  </a:lnTo>
                  <a:lnTo>
                    <a:pt x="12" y="77"/>
                  </a:lnTo>
                  <a:lnTo>
                    <a:pt x="12" y="75"/>
                  </a:lnTo>
                  <a:lnTo>
                    <a:pt x="11" y="75"/>
                  </a:lnTo>
                  <a:lnTo>
                    <a:pt x="11" y="73"/>
                  </a:lnTo>
                  <a:lnTo>
                    <a:pt x="9" y="71"/>
                  </a:lnTo>
                  <a:lnTo>
                    <a:pt x="7" y="70"/>
                  </a:lnTo>
                  <a:lnTo>
                    <a:pt x="5" y="68"/>
                  </a:lnTo>
                  <a:lnTo>
                    <a:pt x="5" y="66"/>
                  </a:lnTo>
                  <a:lnTo>
                    <a:pt x="4" y="64"/>
                  </a:lnTo>
                  <a:lnTo>
                    <a:pt x="2" y="63"/>
                  </a:lnTo>
                  <a:lnTo>
                    <a:pt x="0" y="61"/>
                  </a:lnTo>
                  <a:lnTo>
                    <a:pt x="2" y="57"/>
                  </a:lnTo>
                  <a:lnTo>
                    <a:pt x="5" y="56"/>
                  </a:lnTo>
                  <a:lnTo>
                    <a:pt x="9" y="54"/>
                  </a:lnTo>
                  <a:lnTo>
                    <a:pt x="12" y="52"/>
                  </a:lnTo>
                  <a:lnTo>
                    <a:pt x="14" y="51"/>
                  </a:lnTo>
                  <a:lnTo>
                    <a:pt x="18" y="49"/>
                  </a:lnTo>
                  <a:lnTo>
                    <a:pt x="21" y="45"/>
                  </a:lnTo>
                  <a:lnTo>
                    <a:pt x="25" y="44"/>
                  </a:lnTo>
                  <a:lnTo>
                    <a:pt x="26" y="42"/>
                  </a:lnTo>
                  <a:lnTo>
                    <a:pt x="30" y="40"/>
                  </a:lnTo>
                  <a:lnTo>
                    <a:pt x="33" y="38"/>
                  </a:lnTo>
                  <a:lnTo>
                    <a:pt x="37" y="37"/>
                  </a:lnTo>
                  <a:lnTo>
                    <a:pt x="38" y="35"/>
                  </a:lnTo>
                  <a:lnTo>
                    <a:pt x="42" y="33"/>
                  </a:lnTo>
                  <a:lnTo>
                    <a:pt x="45" y="30"/>
                  </a:lnTo>
                  <a:lnTo>
                    <a:pt x="49" y="28"/>
                  </a:lnTo>
                  <a:lnTo>
                    <a:pt x="52" y="26"/>
                  </a:lnTo>
                  <a:lnTo>
                    <a:pt x="54" y="25"/>
                  </a:lnTo>
                  <a:lnTo>
                    <a:pt x="57" y="23"/>
                  </a:lnTo>
                  <a:lnTo>
                    <a:pt x="61" y="21"/>
                  </a:lnTo>
                  <a:lnTo>
                    <a:pt x="64" y="19"/>
                  </a:lnTo>
                  <a:lnTo>
                    <a:pt x="68" y="18"/>
                  </a:lnTo>
                  <a:lnTo>
                    <a:pt x="70" y="16"/>
                  </a:lnTo>
                  <a:lnTo>
                    <a:pt x="73" y="14"/>
                  </a:lnTo>
                  <a:lnTo>
                    <a:pt x="77" y="12"/>
                  </a:lnTo>
                  <a:lnTo>
                    <a:pt x="80" y="11"/>
                  </a:lnTo>
                  <a:lnTo>
                    <a:pt x="83" y="9"/>
                  </a:lnTo>
                  <a:lnTo>
                    <a:pt x="87" y="7"/>
                  </a:lnTo>
                  <a:lnTo>
                    <a:pt x="89" y="6"/>
                  </a:lnTo>
                  <a:lnTo>
                    <a:pt x="92" y="4"/>
                  </a:lnTo>
                  <a:lnTo>
                    <a:pt x="96" y="2"/>
                  </a:lnTo>
                  <a:lnTo>
                    <a:pt x="99" y="0"/>
                  </a:lnTo>
                  <a:lnTo>
                    <a:pt x="101" y="2"/>
                  </a:lnTo>
                  <a:lnTo>
                    <a:pt x="101" y="4"/>
                  </a:lnTo>
                  <a:lnTo>
                    <a:pt x="103" y="4"/>
                  </a:lnTo>
                  <a:lnTo>
                    <a:pt x="103" y="6"/>
                  </a:lnTo>
                  <a:lnTo>
                    <a:pt x="104" y="6"/>
                  </a:lnTo>
                  <a:lnTo>
                    <a:pt x="106" y="7"/>
                  </a:lnTo>
                  <a:lnTo>
                    <a:pt x="106" y="9"/>
                  </a:lnTo>
                  <a:lnTo>
                    <a:pt x="108" y="11"/>
                  </a:lnTo>
                  <a:lnTo>
                    <a:pt x="108" y="12"/>
                  </a:lnTo>
                  <a:lnTo>
                    <a:pt x="109" y="12"/>
                  </a:lnTo>
                  <a:lnTo>
                    <a:pt x="109" y="14"/>
                  </a:lnTo>
                  <a:lnTo>
                    <a:pt x="109" y="16"/>
                  </a:lnTo>
                  <a:lnTo>
                    <a:pt x="111" y="18"/>
                  </a:lnTo>
                  <a:lnTo>
                    <a:pt x="111" y="19"/>
                  </a:lnTo>
                  <a:lnTo>
                    <a:pt x="111" y="21"/>
                  </a:lnTo>
                  <a:lnTo>
                    <a:pt x="113" y="21"/>
                  </a:lnTo>
                  <a:lnTo>
                    <a:pt x="113" y="23"/>
                  </a:lnTo>
                  <a:lnTo>
                    <a:pt x="113" y="25"/>
                  </a:lnTo>
                  <a:lnTo>
                    <a:pt x="113" y="26"/>
                  </a:lnTo>
                  <a:lnTo>
                    <a:pt x="115" y="28"/>
                  </a:lnTo>
                  <a:lnTo>
                    <a:pt x="115" y="30"/>
                  </a:lnTo>
                  <a:lnTo>
                    <a:pt x="115" y="31"/>
                  </a:lnTo>
                  <a:lnTo>
                    <a:pt x="116" y="33"/>
                  </a:lnTo>
                  <a:lnTo>
                    <a:pt x="116" y="35"/>
                  </a:lnTo>
                  <a:lnTo>
                    <a:pt x="116" y="37"/>
                  </a:lnTo>
                  <a:lnTo>
                    <a:pt x="118" y="38"/>
                  </a:lnTo>
                  <a:lnTo>
                    <a:pt x="118" y="4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45" name="Google Shape;445;p10"/>
            <p:cNvSpPr/>
            <p:nvPr/>
          </p:nvSpPr>
          <p:spPr>
            <a:xfrm>
              <a:off x="4297" y="1917"/>
              <a:ext cx="92" cy="66"/>
            </a:xfrm>
            <a:custGeom>
              <a:rect b="b" l="l" r="r" t="t"/>
              <a:pathLst>
                <a:path extrusionOk="0" h="66" w="92">
                  <a:moveTo>
                    <a:pt x="0" y="64"/>
                  </a:moveTo>
                  <a:lnTo>
                    <a:pt x="3" y="64"/>
                  </a:lnTo>
                  <a:lnTo>
                    <a:pt x="7" y="64"/>
                  </a:lnTo>
                  <a:lnTo>
                    <a:pt x="10" y="62"/>
                  </a:lnTo>
                  <a:lnTo>
                    <a:pt x="12" y="60"/>
                  </a:lnTo>
                  <a:lnTo>
                    <a:pt x="15" y="59"/>
                  </a:lnTo>
                  <a:lnTo>
                    <a:pt x="17" y="57"/>
                  </a:lnTo>
                  <a:lnTo>
                    <a:pt x="21" y="55"/>
                  </a:lnTo>
                  <a:lnTo>
                    <a:pt x="24" y="53"/>
                  </a:lnTo>
                  <a:lnTo>
                    <a:pt x="26" y="52"/>
                  </a:lnTo>
                  <a:lnTo>
                    <a:pt x="29" y="50"/>
                  </a:lnTo>
                  <a:lnTo>
                    <a:pt x="33" y="50"/>
                  </a:lnTo>
                  <a:lnTo>
                    <a:pt x="34" y="48"/>
                  </a:lnTo>
                  <a:lnTo>
                    <a:pt x="38" y="46"/>
                  </a:lnTo>
                  <a:lnTo>
                    <a:pt x="41" y="45"/>
                  </a:lnTo>
                  <a:lnTo>
                    <a:pt x="43" y="43"/>
                  </a:lnTo>
                  <a:lnTo>
                    <a:pt x="47" y="41"/>
                  </a:lnTo>
                  <a:lnTo>
                    <a:pt x="48" y="40"/>
                  </a:lnTo>
                  <a:lnTo>
                    <a:pt x="52" y="38"/>
                  </a:lnTo>
                  <a:lnTo>
                    <a:pt x="55" y="36"/>
                  </a:lnTo>
                  <a:lnTo>
                    <a:pt x="57" y="33"/>
                  </a:lnTo>
                  <a:lnTo>
                    <a:pt x="60" y="31"/>
                  </a:lnTo>
                  <a:lnTo>
                    <a:pt x="62" y="29"/>
                  </a:lnTo>
                  <a:lnTo>
                    <a:pt x="66" y="27"/>
                  </a:lnTo>
                  <a:lnTo>
                    <a:pt x="67" y="26"/>
                  </a:lnTo>
                  <a:lnTo>
                    <a:pt x="71" y="24"/>
                  </a:lnTo>
                  <a:lnTo>
                    <a:pt x="74" y="20"/>
                  </a:lnTo>
                  <a:lnTo>
                    <a:pt x="76" y="19"/>
                  </a:lnTo>
                  <a:lnTo>
                    <a:pt x="78" y="17"/>
                  </a:lnTo>
                  <a:lnTo>
                    <a:pt x="81" y="15"/>
                  </a:lnTo>
                  <a:lnTo>
                    <a:pt x="83" y="12"/>
                  </a:lnTo>
                  <a:lnTo>
                    <a:pt x="86" y="10"/>
                  </a:lnTo>
                  <a:lnTo>
                    <a:pt x="88" y="8"/>
                  </a:lnTo>
                  <a:lnTo>
                    <a:pt x="92" y="5"/>
                  </a:lnTo>
                  <a:lnTo>
                    <a:pt x="86" y="0"/>
                  </a:lnTo>
                  <a:lnTo>
                    <a:pt x="83" y="3"/>
                  </a:lnTo>
                  <a:lnTo>
                    <a:pt x="81" y="5"/>
                  </a:lnTo>
                  <a:lnTo>
                    <a:pt x="79" y="7"/>
                  </a:lnTo>
                  <a:lnTo>
                    <a:pt x="76" y="10"/>
                  </a:lnTo>
                  <a:lnTo>
                    <a:pt x="74" y="12"/>
                  </a:lnTo>
                  <a:lnTo>
                    <a:pt x="71" y="14"/>
                  </a:lnTo>
                  <a:lnTo>
                    <a:pt x="69" y="15"/>
                  </a:lnTo>
                  <a:lnTo>
                    <a:pt x="66" y="17"/>
                  </a:lnTo>
                  <a:lnTo>
                    <a:pt x="64" y="20"/>
                  </a:lnTo>
                  <a:lnTo>
                    <a:pt x="60" y="22"/>
                  </a:lnTo>
                  <a:lnTo>
                    <a:pt x="59" y="24"/>
                  </a:lnTo>
                  <a:lnTo>
                    <a:pt x="55" y="26"/>
                  </a:lnTo>
                  <a:lnTo>
                    <a:pt x="53" y="27"/>
                  </a:lnTo>
                  <a:lnTo>
                    <a:pt x="50" y="29"/>
                  </a:lnTo>
                  <a:lnTo>
                    <a:pt x="48" y="31"/>
                  </a:lnTo>
                  <a:lnTo>
                    <a:pt x="45" y="33"/>
                  </a:lnTo>
                  <a:lnTo>
                    <a:pt x="43" y="34"/>
                  </a:lnTo>
                  <a:lnTo>
                    <a:pt x="40" y="36"/>
                  </a:lnTo>
                  <a:lnTo>
                    <a:pt x="36" y="38"/>
                  </a:lnTo>
                  <a:lnTo>
                    <a:pt x="34" y="40"/>
                  </a:lnTo>
                  <a:lnTo>
                    <a:pt x="31" y="41"/>
                  </a:lnTo>
                  <a:lnTo>
                    <a:pt x="29" y="43"/>
                  </a:lnTo>
                  <a:lnTo>
                    <a:pt x="26" y="45"/>
                  </a:lnTo>
                  <a:lnTo>
                    <a:pt x="22" y="46"/>
                  </a:lnTo>
                  <a:lnTo>
                    <a:pt x="21" y="48"/>
                  </a:lnTo>
                  <a:lnTo>
                    <a:pt x="17" y="50"/>
                  </a:lnTo>
                  <a:lnTo>
                    <a:pt x="15" y="50"/>
                  </a:lnTo>
                  <a:lnTo>
                    <a:pt x="12" y="52"/>
                  </a:lnTo>
                  <a:lnTo>
                    <a:pt x="8" y="53"/>
                  </a:lnTo>
                  <a:lnTo>
                    <a:pt x="7" y="55"/>
                  </a:lnTo>
                  <a:lnTo>
                    <a:pt x="3" y="57"/>
                  </a:lnTo>
                  <a:lnTo>
                    <a:pt x="0" y="59"/>
                  </a:lnTo>
                  <a:lnTo>
                    <a:pt x="3" y="59"/>
                  </a:lnTo>
                  <a:lnTo>
                    <a:pt x="0" y="64"/>
                  </a:lnTo>
                  <a:lnTo>
                    <a:pt x="1" y="66"/>
                  </a:lnTo>
                  <a:lnTo>
                    <a:pt x="3" y="64"/>
                  </a:lnTo>
                  <a:lnTo>
                    <a:pt x="0" y="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46" name="Google Shape;446;p10"/>
            <p:cNvSpPr/>
            <p:nvPr/>
          </p:nvSpPr>
          <p:spPr>
            <a:xfrm>
              <a:off x="4260" y="1937"/>
              <a:ext cx="40" cy="44"/>
            </a:xfrm>
            <a:custGeom>
              <a:rect b="b" l="l" r="r" t="t"/>
              <a:pathLst>
                <a:path extrusionOk="0" h="44" w="40">
                  <a:moveTo>
                    <a:pt x="6" y="0"/>
                  </a:moveTo>
                  <a:lnTo>
                    <a:pt x="4" y="6"/>
                  </a:lnTo>
                  <a:lnTo>
                    <a:pt x="6" y="7"/>
                  </a:lnTo>
                  <a:lnTo>
                    <a:pt x="7" y="9"/>
                  </a:lnTo>
                  <a:lnTo>
                    <a:pt x="9" y="11"/>
                  </a:lnTo>
                  <a:lnTo>
                    <a:pt x="11" y="13"/>
                  </a:lnTo>
                  <a:lnTo>
                    <a:pt x="11" y="14"/>
                  </a:lnTo>
                  <a:lnTo>
                    <a:pt x="12" y="16"/>
                  </a:lnTo>
                  <a:lnTo>
                    <a:pt x="14" y="18"/>
                  </a:lnTo>
                  <a:lnTo>
                    <a:pt x="14" y="20"/>
                  </a:lnTo>
                  <a:lnTo>
                    <a:pt x="16" y="21"/>
                  </a:lnTo>
                  <a:lnTo>
                    <a:pt x="18" y="23"/>
                  </a:lnTo>
                  <a:lnTo>
                    <a:pt x="19" y="25"/>
                  </a:lnTo>
                  <a:lnTo>
                    <a:pt x="19" y="26"/>
                  </a:lnTo>
                  <a:lnTo>
                    <a:pt x="21" y="26"/>
                  </a:lnTo>
                  <a:lnTo>
                    <a:pt x="21" y="28"/>
                  </a:lnTo>
                  <a:lnTo>
                    <a:pt x="23" y="30"/>
                  </a:lnTo>
                  <a:lnTo>
                    <a:pt x="23" y="32"/>
                  </a:lnTo>
                  <a:lnTo>
                    <a:pt x="25" y="32"/>
                  </a:lnTo>
                  <a:lnTo>
                    <a:pt x="25" y="33"/>
                  </a:lnTo>
                  <a:lnTo>
                    <a:pt x="26" y="35"/>
                  </a:lnTo>
                  <a:lnTo>
                    <a:pt x="28" y="35"/>
                  </a:lnTo>
                  <a:lnTo>
                    <a:pt x="28" y="37"/>
                  </a:lnTo>
                  <a:lnTo>
                    <a:pt x="30" y="39"/>
                  </a:lnTo>
                  <a:lnTo>
                    <a:pt x="32" y="39"/>
                  </a:lnTo>
                  <a:lnTo>
                    <a:pt x="32" y="40"/>
                  </a:lnTo>
                  <a:lnTo>
                    <a:pt x="33" y="42"/>
                  </a:lnTo>
                  <a:lnTo>
                    <a:pt x="35" y="42"/>
                  </a:lnTo>
                  <a:lnTo>
                    <a:pt x="35" y="44"/>
                  </a:lnTo>
                  <a:lnTo>
                    <a:pt x="37" y="44"/>
                  </a:lnTo>
                  <a:lnTo>
                    <a:pt x="40" y="39"/>
                  </a:lnTo>
                  <a:lnTo>
                    <a:pt x="40" y="37"/>
                  </a:lnTo>
                  <a:lnTo>
                    <a:pt x="38" y="37"/>
                  </a:lnTo>
                  <a:lnTo>
                    <a:pt x="38" y="35"/>
                  </a:lnTo>
                  <a:lnTo>
                    <a:pt x="37" y="35"/>
                  </a:lnTo>
                  <a:lnTo>
                    <a:pt x="35" y="33"/>
                  </a:lnTo>
                  <a:lnTo>
                    <a:pt x="33" y="32"/>
                  </a:lnTo>
                  <a:lnTo>
                    <a:pt x="32" y="30"/>
                  </a:lnTo>
                  <a:lnTo>
                    <a:pt x="32" y="28"/>
                  </a:lnTo>
                  <a:lnTo>
                    <a:pt x="30" y="28"/>
                  </a:lnTo>
                  <a:lnTo>
                    <a:pt x="30" y="26"/>
                  </a:lnTo>
                  <a:lnTo>
                    <a:pt x="28" y="25"/>
                  </a:lnTo>
                  <a:lnTo>
                    <a:pt x="26" y="23"/>
                  </a:lnTo>
                  <a:lnTo>
                    <a:pt x="25" y="21"/>
                  </a:lnTo>
                  <a:lnTo>
                    <a:pt x="25" y="20"/>
                  </a:lnTo>
                  <a:lnTo>
                    <a:pt x="23" y="20"/>
                  </a:lnTo>
                  <a:lnTo>
                    <a:pt x="23" y="18"/>
                  </a:lnTo>
                  <a:lnTo>
                    <a:pt x="21" y="16"/>
                  </a:lnTo>
                  <a:lnTo>
                    <a:pt x="21" y="14"/>
                  </a:lnTo>
                  <a:lnTo>
                    <a:pt x="19" y="14"/>
                  </a:lnTo>
                  <a:lnTo>
                    <a:pt x="19" y="13"/>
                  </a:lnTo>
                  <a:lnTo>
                    <a:pt x="18" y="11"/>
                  </a:lnTo>
                  <a:lnTo>
                    <a:pt x="18" y="9"/>
                  </a:lnTo>
                  <a:lnTo>
                    <a:pt x="16" y="9"/>
                  </a:lnTo>
                  <a:lnTo>
                    <a:pt x="14" y="7"/>
                  </a:lnTo>
                  <a:lnTo>
                    <a:pt x="14" y="6"/>
                  </a:lnTo>
                  <a:lnTo>
                    <a:pt x="12" y="4"/>
                  </a:lnTo>
                  <a:lnTo>
                    <a:pt x="11" y="2"/>
                  </a:lnTo>
                  <a:lnTo>
                    <a:pt x="9" y="0"/>
                  </a:lnTo>
                  <a:lnTo>
                    <a:pt x="9" y="6"/>
                  </a:lnTo>
                  <a:lnTo>
                    <a:pt x="6" y="0"/>
                  </a:lnTo>
                  <a:lnTo>
                    <a:pt x="0" y="2"/>
                  </a:lnTo>
                  <a:lnTo>
                    <a:pt x="4" y="6"/>
                  </a:lnTo>
                  <a:lnTo>
                    <a:pt x="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47" name="Google Shape;447;p10"/>
            <p:cNvSpPr/>
            <p:nvPr/>
          </p:nvSpPr>
          <p:spPr>
            <a:xfrm>
              <a:off x="4266" y="1877"/>
              <a:ext cx="102" cy="66"/>
            </a:xfrm>
            <a:custGeom>
              <a:rect b="b" l="l" r="r" t="t"/>
              <a:pathLst>
                <a:path extrusionOk="0" h="66" w="102">
                  <a:moveTo>
                    <a:pt x="102" y="2"/>
                  </a:moveTo>
                  <a:lnTo>
                    <a:pt x="98" y="2"/>
                  </a:lnTo>
                  <a:lnTo>
                    <a:pt x="95" y="2"/>
                  </a:lnTo>
                  <a:lnTo>
                    <a:pt x="91" y="3"/>
                  </a:lnTo>
                  <a:lnTo>
                    <a:pt x="88" y="5"/>
                  </a:lnTo>
                  <a:lnTo>
                    <a:pt x="86" y="7"/>
                  </a:lnTo>
                  <a:lnTo>
                    <a:pt x="83" y="9"/>
                  </a:lnTo>
                  <a:lnTo>
                    <a:pt x="79" y="10"/>
                  </a:lnTo>
                  <a:lnTo>
                    <a:pt x="76" y="12"/>
                  </a:lnTo>
                  <a:lnTo>
                    <a:pt x="72" y="14"/>
                  </a:lnTo>
                  <a:lnTo>
                    <a:pt x="69" y="15"/>
                  </a:lnTo>
                  <a:lnTo>
                    <a:pt x="67" y="17"/>
                  </a:lnTo>
                  <a:lnTo>
                    <a:pt x="64" y="19"/>
                  </a:lnTo>
                  <a:lnTo>
                    <a:pt x="60" y="21"/>
                  </a:lnTo>
                  <a:lnTo>
                    <a:pt x="57" y="22"/>
                  </a:lnTo>
                  <a:lnTo>
                    <a:pt x="53" y="24"/>
                  </a:lnTo>
                  <a:lnTo>
                    <a:pt x="52" y="26"/>
                  </a:lnTo>
                  <a:lnTo>
                    <a:pt x="48" y="29"/>
                  </a:lnTo>
                  <a:lnTo>
                    <a:pt x="45" y="31"/>
                  </a:lnTo>
                  <a:lnTo>
                    <a:pt x="41" y="33"/>
                  </a:lnTo>
                  <a:lnTo>
                    <a:pt x="38" y="34"/>
                  </a:lnTo>
                  <a:lnTo>
                    <a:pt x="36" y="36"/>
                  </a:lnTo>
                  <a:lnTo>
                    <a:pt x="32" y="38"/>
                  </a:lnTo>
                  <a:lnTo>
                    <a:pt x="29" y="40"/>
                  </a:lnTo>
                  <a:lnTo>
                    <a:pt x="26" y="41"/>
                  </a:lnTo>
                  <a:lnTo>
                    <a:pt x="24" y="45"/>
                  </a:lnTo>
                  <a:lnTo>
                    <a:pt x="20" y="47"/>
                  </a:lnTo>
                  <a:lnTo>
                    <a:pt x="17" y="48"/>
                  </a:lnTo>
                  <a:lnTo>
                    <a:pt x="13" y="50"/>
                  </a:lnTo>
                  <a:lnTo>
                    <a:pt x="12" y="52"/>
                  </a:lnTo>
                  <a:lnTo>
                    <a:pt x="8" y="54"/>
                  </a:lnTo>
                  <a:lnTo>
                    <a:pt x="5" y="57"/>
                  </a:lnTo>
                  <a:lnTo>
                    <a:pt x="1" y="59"/>
                  </a:lnTo>
                  <a:lnTo>
                    <a:pt x="0" y="60"/>
                  </a:lnTo>
                  <a:lnTo>
                    <a:pt x="3" y="66"/>
                  </a:lnTo>
                  <a:lnTo>
                    <a:pt x="6" y="64"/>
                  </a:lnTo>
                  <a:lnTo>
                    <a:pt x="8" y="62"/>
                  </a:lnTo>
                  <a:lnTo>
                    <a:pt x="12" y="60"/>
                  </a:lnTo>
                  <a:lnTo>
                    <a:pt x="15" y="59"/>
                  </a:lnTo>
                  <a:lnTo>
                    <a:pt x="19" y="57"/>
                  </a:lnTo>
                  <a:lnTo>
                    <a:pt x="20" y="54"/>
                  </a:lnTo>
                  <a:lnTo>
                    <a:pt x="24" y="52"/>
                  </a:lnTo>
                  <a:lnTo>
                    <a:pt x="27" y="50"/>
                  </a:lnTo>
                  <a:lnTo>
                    <a:pt x="31" y="48"/>
                  </a:lnTo>
                  <a:lnTo>
                    <a:pt x="32" y="47"/>
                  </a:lnTo>
                  <a:lnTo>
                    <a:pt x="36" y="45"/>
                  </a:lnTo>
                  <a:lnTo>
                    <a:pt x="39" y="43"/>
                  </a:lnTo>
                  <a:lnTo>
                    <a:pt x="43" y="40"/>
                  </a:lnTo>
                  <a:lnTo>
                    <a:pt x="45" y="38"/>
                  </a:lnTo>
                  <a:lnTo>
                    <a:pt x="48" y="36"/>
                  </a:lnTo>
                  <a:lnTo>
                    <a:pt x="52" y="34"/>
                  </a:lnTo>
                  <a:lnTo>
                    <a:pt x="55" y="33"/>
                  </a:lnTo>
                  <a:lnTo>
                    <a:pt x="57" y="31"/>
                  </a:lnTo>
                  <a:lnTo>
                    <a:pt x="60" y="29"/>
                  </a:lnTo>
                  <a:lnTo>
                    <a:pt x="64" y="28"/>
                  </a:lnTo>
                  <a:lnTo>
                    <a:pt x="67" y="26"/>
                  </a:lnTo>
                  <a:lnTo>
                    <a:pt x="71" y="24"/>
                  </a:lnTo>
                  <a:lnTo>
                    <a:pt x="72" y="22"/>
                  </a:lnTo>
                  <a:lnTo>
                    <a:pt x="76" y="21"/>
                  </a:lnTo>
                  <a:lnTo>
                    <a:pt x="79" y="19"/>
                  </a:lnTo>
                  <a:lnTo>
                    <a:pt x="83" y="17"/>
                  </a:lnTo>
                  <a:lnTo>
                    <a:pt x="86" y="15"/>
                  </a:lnTo>
                  <a:lnTo>
                    <a:pt x="88" y="14"/>
                  </a:lnTo>
                  <a:lnTo>
                    <a:pt x="91" y="12"/>
                  </a:lnTo>
                  <a:lnTo>
                    <a:pt x="95" y="10"/>
                  </a:lnTo>
                  <a:lnTo>
                    <a:pt x="98" y="9"/>
                  </a:lnTo>
                  <a:lnTo>
                    <a:pt x="102" y="7"/>
                  </a:lnTo>
                  <a:lnTo>
                    <a:pt x="98" y="7"/>
                  </a:lnTo>
                  <a:lnTo>
                    <a:pt x="102" y="2"/>
                  </a:lnTo>
                  <a:lnTo>
                    <a:pt x="100" y="0"/>
                  </a:lnTo>
                  <a:lnTo>
                    <a:pt x="98" y="2"/>
                  </a:lnTo>
                  <a:lnTo>
                    <a:pt x="102"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48" name="Google Shape;448;p10"/>
            <p:cNvSpPr/>
            <p:nvPr/>
          </p:nvSpPr>
          <p:spPr>
            <a:xfrm>
              <a:off x="4364" y="1879"/>
              <a:ext cx="26" cy="43"/>
            </a:xfrm>
            <a:custGeom>
              <a:rect b="b" l="l" r="r" t="t"/>
              <a:pathLst>
                <a:path extrusionOk="0" h="43" w="26">
                  <a:moveTo>
                    <a:pt x="25" y="43"/>
                  </a:moveTo>
                  <a:lnTo>
                    <a:pt x="25" y="39"/>
                  </a:lnTo>
                  <a:lnTo>
                    <a:pt x="25" y="38"/>
                  </a:lnTo>
                  <a:lnTo>
                    <a:pt x="23" y="36"/>
                  </a:lnTo>
                  <a:lnTo>
                    <a:pt x="23" y="34"/>
                  </a:lnTo>
                  <a:lnTo>
                    <a:pt x="23" y="32"/>
                  </a:lnTo>
                  <a:lnTo>
                    <a:pt x="21" y="32"/>
                  </a:lnTo>
                  <a:lnTo>
                    <a:pt x="21" y="31"/>
                  </a:lnTo>
                  <a:lnTo>
                    <a:pt x="21" y="29"/>
                  </a:lnTo>
                  <a:lnTo>
                    <a:pt x="19" y="27"/>
                  </a:lnTo>
                  <a:lnTo>
                    <a:pt x="19" y="26"/>
                  </a:lnTo>
                  <a:lnTo>
                    <a:pt x="19" y="24"/>
                  </a:lnTo>
                  <a:lnTo>
                    <a:pt x="19" y="22"/>
                  </a:lnTo>
                  <a:lnTo>
                    <a:pt x="18" y="20"/>
                  </a:lnTo>
                  <a:lnTo>
                    <a:pt x="18" y="19"/>
                  </a:lnTo>
                  <a:lnTo>
                    <a:pt x="18" y="17"/>
                  </a:lnTo>
                  <a:lnTo>
                    <a:pt x="16" y="17"/>
                  </a:lnTo>
                  <a:lnTo>
                    <a:pt x="16" y="15"/>
                  </a:lnTo>
                  <a:lnTo>
                    <a:pt x="16" y="13"/>
                  </a:lnTo>
                  <a:lnTo>
                    <a:pt x="14" y="12"/>
                  </a:lnTo>
                  <a:lnTo>
                    <a:pt x="14" y="10"/>
                  </a:lnTo>
                  <a:lnTo>
                    <a:pt x="12" y="8"/>
                  </a:lnTo>
                  <a:lnTo>
                    <a:pt x="12" y="7"/>
                  </a:lnTo>
                  <a:lnTo>
                    <a:pt x="11" y="7"/>
                  </a:lnTo>
                  <a:lnTo>
                    <a:pt x="11" y="5"/>
                  </a:lnTo>
                  <a:lnTo>
                    <a:pt x="9" y="3"/>
                  </a:lnTo>
                  <a:lnTo>
                    <a:pt x="7" y="3"/>
                  </a:lnTo>
                  <a:lnTo>
                    <a:pt x="7" y="1"/>
                  </a:lnTo>
                  <a:lnTo>
                    <a:pt x="6" y="0"/>
                  </a:lnTo>
                  <a:lnTo>
                    <a:pt x="4" y="0"/>
                  </a:lnTo>
                  <a:lnTo>
                    <a:pt x="0" y="5"/>
                  </a:lnTo>
                  <a:lnTo>
                    <a:pt x="0" y="7"/>
                  </a:lnTo>
                  <a:lnTo>
                    <a:pt x="2" y="7"/>
                  </a:lnTo>
                  <a:lnTo>
                    <a:pt x="2" y="8"/>
                  </a:lnTo>
                  <a:lnTo>
                    <a:pt x="4" y="8"/>
                  </a:lnTo>
                  <a:lnTo>
                    <a:pt x="4" y="10"/>
                  </a:lnTo>
                  <a:lnTo>
                    <a:pt x="6" y="10"/>
                  </a:lnTo>
                  <a:lnTo>
                    <a:pt x="6" y="12"/>
                  </a:lnTo>
                  <a:lnTo>
                    <a:pt x="7" y="12"/>
                  </a:lnTo>
                  <a:lnTo>
                    <a:pt x="7" y="13"/>
                  </a:lnTo>
                  <a:lnTo>
                    <a:pt x="7" y="15"/>
                  </a:lnTo>
                  <a:lnTo>
                    <a:pt x="9" y="15"/>
                  </a:lnTo>
                  <a:lnTo>
                    <a:pt x="9" y="17"/>
                  </a:lnTo>
                  <a:lnTo>
                    <a:pt x="11" y="19"/>
                  </a:lnTo>
                  <a:lnTo>
                    <a:pt x="11" y="20"/>
                  </a:lnTo>
                  <a:lnTo>
                    <a:pt x="11" y="22"/>
                  </a:lnTo>
                  <a:lnTo>
                    <a:pt x="12" y="24"/>
                  </a:lnTo>
                  <a:lnTo>
                    <a:pt x="12" y="26"/>
                  </a:lnTo>
                  <a:lnTo>
                    <a:pt x="12" y="27"/>
                  </a:lnTo>
                  <a:lnTo>
                    <a:pt x="12" y="29"/>
                  </a:lnTo>
                  <a:lnTo>
                    <a:pt x="14" y="31"/>
                  </a:lnTo>
                  <a:lnTo>
                    <a:pt x="14" y="32"/>
                  </a:lnTo>
                  <a:lnTo>
                    <a:pt x="14" y="34"/>
                  </a:lnTo>
                  <a:lnTo>
                    <a:pt x="16" y="36"/>
                  </a:lnTo>
                  <a:lnTo>
                    <a:pt x="16" y="38"/>
                  </a:lnTo>
                  <a:lnTo>
                    <a:pt x="18" y="39"/>
                  </a:lnTo>
                  <a:lnTo>
                    <a:pt x="18" y="41"/>
                  </a:lnTo>
                  <a:lnTo>
                    <a:pt x="18" y="43"/>
                  </a:lnTo>
                  <a:lnTo>
                    <a:pt x="19" y="38"/>
                  </a:lnTo>
                  <a:lnTo>
                    <a:pt x="25" y="43"/>
                  </a:lnTo>
                  <a:lnTo>
                    <a:pt x="26" y="41"/>
                  </a:lnTo>
                  <a:lnTo>
                    <a:pt x="25" y="39"/>
                  </a:lnTo>
                  <a:lnTo>
                    <a:pt x="25" y="4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49" name="Google Shape;449;p10"/>
            <p:cNvSpPr/>
            <p:nvPr/>
          </p:nvSpPr>
          <p:spPr>
            <a:xfrm>
              <a:off x="4897" y="1884"/>
              <a:ext cx="38" cy="59"/>
            </a:xfrm>
            <a:custGeom>
              <a:rect b="b" l="l" r="r" t="t"/>
              <a:pathLst>
                <a:path extrusionOk="0" h="59" w="38">
                  <a:moveTo>
                    <a:pt x="38" y="22"/>
                  </a:moveTo>
                  <a:lnTo>
                    <a:pt x="36" y="22"/>
                  </a:lnTo>
                  <a:lnTo>
                    <a:pt x="36" y="24"/>
                  </a:lnTo>
                  <a:lnTo>
                    <a:pt x="36" y="26"/>
                  </a:lnTo>
                  <a:lnTo>
                    <a:pt x="34" y="27"/>
                  </a:lnTo>
                  <a:lnTo>
                    <a:pt x="34" y="29"/>
                  </a:lnTo>
                  <a:lnTo>
                    <a:pt x="34" y="31"/>
                  </a:lnTo>
                  <a:lnTo>
                    <a:pt x="33" y="33"/>
                  </a:lnTo>
                  <a:lnTo>
                    <a:pt x="33" y="34"/>
                  </a:lnTo>
                  <a:lnTo>
                    <a:pt x="33" y="36"/>
                  </a:lnTo>
                  <a:lnTo>
                    <a:pt x="31" y="38"/>
                  </a:lnTo>
                  <a:lnTo>
                    <a:pt x="31" y="40"/>
                  </a:lnTo>
                  <a:lnTo>
                    <a:pt x="31" y="43"/>
                  </a:lnTo>
                  <a:lnTo>
                    <a:pt x="29" y="45"/>
                  </a:lnTo>
                  <a:lnTo>
                    <a:pt x="29" y="47"/>
                  </a:lnTo>
                  <a:lnTo>
                    <a:pt x="27" y="48"/>
                  </a:lnTo>
                  <a:lnTo>
                    <a:pt x="27" y="50"/>
                  </a:lnTo>
                  <a:lnTo>
                    <a:pt x="26" y="52"/>
                  </a:lnTo>
                  <a:lnTo>
                    <a:pt x="26" y="53"/>
                  </a:lnTo>
                  <a:lnTo>
                    <a:pt x="24" y="55"/>
                  </a:lnTo>
                  <a:lnTo>
                    <a:pt x="24" y="57"/>
                  </a:lnTo>
                  <a:lnTo>
                    <a:pt x="22" y="57"/>
                  </a:lnTo>
                  <a:lnTo>
                    <a:pt x="20" y="59"/>
                  </a:lnTo>
                  <a:lnTo>
                    <a:pt x="19" y="59"/>
                  </a:lnTo>
                  <a:lnTo>
                    <a:pt x="17" y="59"/>
                  </a:lnTo>
                  <a:lnTo>
                    <a:pt x="15" y="59"/>
                  </a:lnTo>
                  <a:lnTo>
                    <a:pt x="14" y="59"/>
                  </a:lnTo>
                  <a:lnTo>
                    <a:pt x="12" y="59"/>
                  </a:lnTo>
                  <a:lnTo>
                    <a:pt x="10" y="59"/>
                  </a:lnTo>
                  <a:lnTo>
                    <a:pt x="7" y="57"/>
                  </a:lnTo>
                  <a:lnTo>
                    <a:pt x="5" y="57"/>
                  </a:lnTo>
                  <a:lnTo>
                    <a:pt x="0" y="53"/>
                  </a:lnTo>
                  <a:lnTo>
                    <a:pt x="1" y="50"/>
                  </a:lnTo>
                  <a:lnTo>
                    <a:pt x="1" y="48"/>
                  </a:lnTo>
                  <a:lnTo>
                    <a:pt x="1" y="47"/>
                  </a:lnTo>
                  <a:lnTo>
                    <a:pt x="1" y="45"/>
                  </a:lnTo>
                  <a:lnTo>
                    <a:pt x="1" y="43"/>
                  </a:lnTo>
                  <a:lnTo>
                    <a:pt x="1" y="41"/>
                  </a:lnTo>
                  <a:lnTo>
                    <a:pt x="1" y="38"/>
                  </a:lnTo>
                  <a:lnTo>
                    <a:pt x="1" y="36"/>
                  </a:lnTo>
                  <a:lnTo>
                    <a:pt x="0" y="34"/>
                  </a:lnTo>
                  <a:lnTo>
                    <a:pt x="0" y="33"/>
                  </a:lnTo>
                  <a:lnTo>
                    <a:pt x="0" y="31"/>
                  </a:lnTo>
                  <a:lnTo>
                    <a:pt x="0" y="27"/>
                  </a:lnTo>
                  <a:lnTo>
                    <a:pt x="0" y="26"/>
                  </a:lnTo>
                  <a:lnTo>
                    <a:pt x="0" y="24"/>
                  </a:lnTo>
                  <a:lnTo>
                    <a:pt x="0" y="22"/>
                  </a:lnTo>
                  <a:lnTo>
                    <a:pt x="0" y="21"/>
                  </a:lnTo>
                  <a:lnTo>
                    <a:pt x="0" y="19"/>
                  </a:lnTo>
                  <a:lnTo>
                    <a:pt x="0" y="17"/>
                  </a:lnTo>
                  <a:lnTo>
                    <a:pt x="0" y="14"/>
                  </a:lnTo>
                  <a:lnTo>
                    <a:pt x="0" y="12"/>
                  </a:lnTo>
                  <a:lnTo>
                    <a:pt x="0" y="10"/>
                  </a:lnTo>
                  <a:lnTo>
                    <a:pt x="1" y="8"/>
                  </a:lnTo>
                  <a:lnTo>
                    <a:pt x="1" y="7"/>
                  </a:lnTo>
                  <a:lnTo>
                    <a:pt x="3" y="5"/>
                  </a:lnTo>
                  <a:lnTo>
                    <a:pt x="3" y="3"/>
                  </a:lnTo>
                  <a:lnTo>
                    <a:pt x="5" y="3"/>
                  </a:lnTo>
                  <a:lnTo>
                    <a:pt x="7" y="2"/>
                  </a:lnTo>
                  <a:lnTo>
                    <a:pt x="8" y="2"/>
                  </a:lnTo>
                  <a:lnTo>
                    <a:pt x="10" y="0"/>
                  </a:lnTo>
                  <a:lnTo>
                    <a:pt x="14" y="0"/>
                  </a:lnTo>
                  <a:lnTo>
                    <a:pt x="15" y="0"/>
                  </a:lnTo>
                  <a:lnTo>
                    <a:pt x="17" y="0"/>
                  </a:lnTo>
                  <a:lnTo>
                    <a:pt x="19" y="0"/>
                  </a:lnTo>
                  <a:lnTo>
                    <a:pt x="19" y="2"/>
                  </a:lnTo>
                  <a:lnTo>
                    <a:pt x="20" y="2"/>
                  </a:lnTo>
                  <a:lnTo>
                    <a:pt x="22" y="3"/>
                  </a:lnTo>
                  <a:lnTo>
                    <a:pt x="24" y="3"/>
                  </a:lnTo>
                  <a:lnTo>
                    <a:pt x="24" y="5"/>
                  </a:lnTo>
                  <a:lnTo>
                    <a:pt x="26" y="5"/>
                  </a:lnTo>
                  <a:lnTo>
                    <a:pt x="26" y="7"/>
                  </a:lnTo>
                  <a:lnTo>
                    <a:pt x="27" y="7"/>
                  </a:lnTo>
                  <a:lnTo>
                    <a:pt x="27" y="8"/>
                  </a:lnTo>
                  <a:lnTo>
                    <a:pt x="29" y="8"/>
                  </a:lnTo>
                  <a:lnTo>
                    <a:pt x="29" y="10"/>
                  </a:lnTo>
                  <a:lnTo>
                    <a:pt x="31" y="12"/>
                  </a:lnTo>
                  <a:lnTo>
                    <a:pt x="33" y="14"/>
                  </a:lnTo>
                  <a:lnTo>
                    <a:pt x="34" y="15"/>
                  </a:lnTo>
                  <a:lnTo>
                    <a:pt x="34" y="17"/>
                  </a:lnTo>
                  <a:lnTo>
                    <a:pt x="36" y="19"/>
                  </a:lnTo>
                  <a:lnTo>
                    <a:pt x="36" y="21"/>
                  </a:lnTo>
                  <a:lnTo>
                    <a:pt x="38" y="21"/>
                  </a:lnTo>
                  <a:lnTo>
                    <a:pt x="38" y="22"/>
                  </a:lnTo>
                  <a:close/>
                </a:path>
              </a:pathLst>
            </a:custGeom>
            <a:solidFill>
              <a:srgbClr val="990033"/>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50" name="Google Shape;450;p10"/>
            <p:cNvSpPr/>
            <p:nvPr/>
          </p:nvSpPr>
          <p:spPr>
            <a:xfrm>
              <a:off x="4900" y="1903"/>
              <a:ext cx="38" cy="45"/>
            </a:xfrm>
            <a:custGeom>
              <a:rect b="b" l="l" r="r" t="t"/>
              <a:pathLst>
                <a:path extrusionOk="0" h="45" w="38">
                  <a:moveTo>
                    <a:pt x="0" y="40"/>
                  </a:moveTo>
                  <a:lnTo>
                    <a:pt x="0" y="41"/>
                  </a:lnTo>
                  <a:lnTo>
                    <a:pt x="2" y="41"/>
                  </a:lnTo>
                  <a:lnTo>
                    <a:pt x="5" y="43"/>
                  </a:lnTo>
                  <a:lnTo>
                    <a:pt x="7" y="43"/>
                  </a:lnTo>
                  <a:lnTo>
                    <a:pt x="11" y="43"/>
                  </a:lnTo>
                  <a:lnTo>
                    <a:pt x="12" y="45"/>
                  </a:lnTo>
                  <a:lnTo>
                    <a:pt x="14" y="43"/>
                  </a:lnTo>
                  <a:lnTo>
                    <a:pt x="16" y="43"/>
                  </a:lnTo>
                  <a:lnTo>
                    <a:pt x="17" y="43"/>
                  </a:lnTo>
                  <a:lnTo>
                    <a:pt x="19" y="41"/>
                  </a:lnTo>
                  <a:lnTo>
                    <a:pt x="21" y="41"/>
                  </a:lnTo>
                  <a:lnTo>
                    <a:pt x="23" y="40"/>
                  </a:lnTo>
                  <a:lnTo>
                    <a:pt x="24" y="38"/>
                  </a:lnTo>
                  <a:lnTo>
                    <a:pt x="24" y="36"/>
                  </a:lnTo>
                  <a:lnTo>
                    <a:pt x="26" y="34"/>
                  </a:lnTo>
                  <a:lnTo>
                    <a:pt x="26" y="33"/>
                  </a:lnTo>
                  <a:lnTo>
                    <a:pt x="28" y="31"/>
                  </a:lnTo>
                  <a:lnTo>
                    <a:pt x="28" y="29"/>
                  </a:lnTo>
                  <a:lnTo>
                    <a:pt x="30" y="28"/>
                  </a:lnTo>
                  <a:lnTo>
                    <a:pt x="30" y="26"/>
                  </a:lnTo>
                  <a:lnTo>
                    <a:pt x="31" y="24"/>
                  </a:lnTo>
                  <a:lnTo>
                    <a:pt x="31" y="22"/>
                  </a:lnTo>
                  <a:lnTo>
                    <a:pt x="31" y="21"/>
                  </a:lnTo>
                  <a:lnTo>
                    <a:pt x="33" y="19"/>
                  </a:lnTo>
                  <a:lnTo>
                    <a:pt x="33" y="17"/>
                  </a:lnTo>
                  <a:lnTo>
                    <a:pt x="33" y="15"/>
                  </a:lnTo>
                  <a:lnTo>
                    <a:pt x="35" y="14"/>
                  </a:lnTo>
                  <a:lnTo>
                    <a:pt x="35" y="12"/>
                  </a:lnTo>
                  <a:lnTo>
                    <a:pt x="35" y="10"/>
                  </a:lnTo>
                  <a:lnTo>
                    <a:pt x="37" y="8"/>
                  </a:lnTo>
                  <a:lnTo>
                    <a:pt x="37" y="7"/>
                  </a:lnTo>
                  <a:lnTo>
                    <a:pt x="37" y="5"/>
                  </a:lnTo>
                  <a:lnTo>
                    <a:pt x="38" y="5"/>
                  </a:lnTo>
                  <a:lnTo>
                    <a:pt x="31" y="0"/>
                  </a:lnTo>
                  <a:lnTo>
                    <a:pt x="31" y="2"/>
                  </a:lnTo>
                  <a:lnTo>
                    <a:pt x="30" y="3"/>
                  </a:lnTo>
                  <a:lnTo>
                    <a:pt x="30" y="5"/>
                  </a:lnTo>
                  <a:lnTo>
                    <a:pt x="28" y="7"/>
                  </a:lnTo>
                  <a:lnTo>
                    <a:pt x="28" y="8"/>
                  </a:lnTo>
                  <a:lnTo>
                    <a:pt x="28" y="10"/>
                  </a:lnTo>
                  <a:lnTo>
                    <a:pt x="26" y="14"/>
                  </a:lnTo>
                  <a:lnTo>
                    <a:pt x="26" y="15"/>
                  </a:lnTo>
                  <a:lnTo>
                    <a:pt x="26" y="17"/>
                  </a:lnTo>
                  <a:lnTo>
                    <a:pt x="24" y="19"/>
                  </a:lnTo>
                  <a:lnTo>
                    <a:pt x="24" y="21"/>
                  </a:lnTo>
                  <a:lnTo>
                    <a:pt x="24" y="22"/>
                  </a:lnTo>
                  <a:lnTo>
                    <a:pt x="23" y="24"/>
                  </a:lnTo>
                  <a:lnTo>
                    <a:pt x="23" y="26"/>
                  </a:lnTo>
                  <a:lnTo>
                    <a:pt x="23" y="28"/>
                  </a:lnTo>
                  <a:lnTo>
                    <a:pt x="21" y="29"/>
                  </a:lnTo>
                  <a:lnTo>
                    <a:pt x="21" y="31"/>
                  </a:lnTo>
                  <a:lnTo>
                    <a:pt x="19" y="31"/>
                  </a:lnTo>
                  <a:lnTo>
                    <a:pt x="19" y="33"/>
                  </a:lnTo>
                  <a:lnTo>
                    <a:pt x="17" y="34"/>
                  </a:lnTo>
                  <a:lnTo>
                    <a:pt x="16" y="36"/>
                  </a:lnTo>
                  <a:lnTo>
                    <a:pt x="14" y="36"/>
                  </a:lnTo>
                  <a:lnTo>
                    <a:pt x="12" y="36"/>
                  </a:lnTo>
                  <a:lnTo>
                    <a:pt x="11" y="36"/>
                  </a:lnTo>
                  <a:lnTo>
                    <a:pt x="9" y="36"/>
                  </a:lnTo>
                  <a:lnTo>
                    <a:pt x="7" y="36"/>
                  </a:lnTo>
                  <a:lnTo>
                    <a:pt x="5" y="34"/>
                  </a:lnTo>
                  <a:lnTo>
                    <a:pt x="4" y="34"/>
                  </a:lnTo>
                  <a:lnTo>
                    <a:pt x="0" y="40"/>
                  </a:lnTo>
                  <a:lnTo>
                    <a:pt x="0" y="41"/>
                  </a:lnTo>
                  <a:lnTo>
                    <a:pt x="0"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51" name="Google Shape;451;p10"/>
            <p:cNvSpPr/>
            <p:nvPr/>
          </p:nvSpPr>
          <p:spPr>
            <a:xfrm>
              <a:off x="4893" y="1934"/>
              <a:ext cx="11" cy="9"/>
            </a:xfrm>
            <a:custGeom>
              <a:rect b="b" l="l" r="r" t="t"/>
              <a:pathLst>
                <a:path extrusionOk="0" h="9" w="11">
                  <a:moveTo>
                    <a:pt x="0" y="2"/>
                  </a:moveTo>
                  <a:lnTo>
                    <a:pt x="2" y="5"/>
                  </a:lnTo>
                  <a:lnTo>
                    <a:pt x="7" y="9"/>
                  </a:lnTo>
                  <a:lnTo>
                    <a:pt x="11" y="3"/>
                  </a:lnTo>
                  <a:lnTo>
                    <a:pt x="7" y="0"/>
                  </a:lnTo>
                  <a:lnTo>
                    <a:pt x="7" y="3"/>
                  </a:lnTo>
                  <a:lnTo>
                    <a:pt x="0" y="2"/>
                  </a:lnTo>
                  <a:lnTo>
                    <a:pt x="0" y="3"/>
                  </a:lnTo>
                  <a:lnTo>
                    <a:pt x="2" y="5"/>
                  </a:lnTo>
                  <a:lnTo>
                    <a:pt x="0"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52" name="Google Shape;452;p10"/>
            <p:cNvSpPr/>
            <p:nvPr/>
          </p:nvSpPr>
          <p:spPr>
            <a:xfrm>
              <a:off x="4891" y="1879"/>
              <a:ext cx="23" cy="58"/>
            </a:xfrm>
            <a:custGeom>
              <a:rect b="b" l="l" r="r" t="t"/>
              <a:pathLst>
                <a:path extrusionOk="0" h="58" w="23">
                  <a:moveTo>
                    <a:pt x="23" y="1"/>
                  </a:moveTo>
                  <a:lnTo>
                    <a:pt x="21" y="1"/>
                  </a:lnTo>
                  <a:lnTo>
                    <a:pt x="18" y="1"/>
                  </a:lnTo>
                  <a:lnTo>
                    <a:pt x="16" y="1"/>
                  </a:lnTo>
                  <a:lnTo>
                    <a:pt x="13" y="3"/>
                  </a:lnTo>
                  <a:lnTo>
                    <a:pt x="11" y="3"/>
                  </a:lnTo>
                  <a:lnTo>
                    <a:pt x="9" y="5"/>
                  </a:lnTo>
                  <a:lnTo>
                    <a:pt x="7" y="7"/>
                  </a:lnTo>
                  <a:lnTo>
                    <a:pt x="6" y="8"/>
                  </a:lnTo>
                  <a:lnTo>
                    <a:pt x="4" y="10"/>
                  </a:lnTo>
                  <a:lnTo>
                    <a:pt x="4" y="12"/>
                  </a:lnTo>
                  <a:lnTo>
                    <a:pt x="2" y="13"/>
                  </a:lnTo>
                  <a:lnTo>
                    <a:pt x="2" y="15"/>
                  </a:lnTo>
                  <a:lnTo>
                    <a:pt x="2" y="17"/>
                  </a:lnTo>
                  <a:lnTo>
                    <a:pt x="2" y="19"/>
                  </a:lnTo>
                  <a:lnTo>
                    <a:pt x="2" y="20"/>
                  </a:lnTo>
                  <a:lnTo>
                    <a:pt x="0" y="24"/>
                  </a:lnTo>
                  <a:lnTo>
                    <a:pt x="0" y="26"/>
                  </a:lnTo>
                  <a:lnTo>
                    <a:pt x="2" y="27"/>
                  </a:lnTo>
                  <a:lnTo>
                    <a:pt x="2" y="29"/>
                  </a:lnTo>
                  <a:lnTo>
                    <a:pt x="2" y="31"/>
                  </a:lnTo>
                  <a:lnTo>
                    <a:pt x="2" y="34"/>
                  </a:lnTo>
                  <a:lnTo>
                    <a:pt x="2" y="36"/>
                  </a:lnTo>
                  <a:lnTo>
                    <a:pt x="2" y="38"/>
                  </a:lnTo>
                  <a:lnTo>
                    <a:pt x="2" y="39"/>
                  </a:lnTo>
                  <a:lnTo>
                    <a:pt x="2" y="41"/>
                  </a:lnTo>
                  <a:lnTo>
                    <a:pt x="4" y="45"/>
                  </a:lnTo>
                  <a:lnTo>
                    <a:pt x="4" y="46"/>
                  </a:lnTo>
                  <a:lnTo>
                    <a:pt x="4" y="48"/>
                  </a:lnTo>
                  <a:lnTo>
                    <a:pt x="4" y="50"/>
                  </a:lnTo>
                  <a:lnTo>
                    <a:pt x="4" y="52"/>
                  </a:lnTo>
                  <a:lnTo>
                    <a:pt x="4" y="53"/>
                  </a:lnTo>
                  <a:lnTo>
                    <a:pt x="2" y="55"/>
                  </a:lnTo>
                  <a:lnTo>
                    <a:pt x="2" y="57"/>
                  </a:lnTo>
                  <a:lnTo>
                    <a:pt x="9" y="58"/>
                  </a:lnTo>
                  <a:lnTo>
                    <a:pt x="11" y="57"/>
                  </a:lnTo>
                  <a:lnTo>
                    <a:pt x="11" y="55"/>
                  </a:lnTo>
                  <a:lnTo>
                    <a:pt x="11" y="52"/>
                  </a:lnTo>
                  <a:lnTo>
                    <a:pt x="11" y="50"/>
                  </a:lnTo>
                  <a:lnTo>
                    <a:pt x="11" y="48"/>
                  </a:lnTo>
                  <a:lnTo>
                    <a:pt x="11" y="46"/>
                  </a:lnTo>
                  <a:lnTo>
                    <a:pt x="11" y="43"/>
                  </a:lnTo>
                  <a:lnTo>
                    <a:pt x="11" y="41"/>
                  </a:lnTo>
                  <a:lnTo>
                    <a:pt x="9" y="39"/>
                  </a:lnTo>
                  <a:lnTo>
                    <a:pt x="9" y="38"/>
                  </a:lnTo>
                  <a:lnTo>
                    <a:pt x="9" y="34"/>
                  </a:lnTo>
                  <a:lnTo>
                    <a:pt x="9" y="32"/>
                  </a:lnTo>
                  <a:lnTo>
                    <a:pt x="9" y="31"/>
                  </a:lnTo>
                  <a:lnTo>
                    <a:pt x="9" y="29"/>
                  </a:lnTo>
                  <a:lnTo>
                    <a:pt x="9" y="27"/>
                  </a:lnTo>
                  <a:lnTo>
                    <a:pt x="9" y="26"/>
                  </a:lnTo>
                  <a:lnTo>
                    <a:pt x="9" y="24"/>
                  </a:lnTo>
                  <a:lnTo>
                    <a:pt x="9" y="22"/>
                  </a:lnTo>
                  <a:lnTo>
                    <a:pt x="9" y="20"/>
                  </a:lnTo>
                  <a:lnTo>
                    <a:pt x="9" y="19"/>
                  </a:lnTo>
                  <a:lnTo>
                    <a:pt x="9" y="17"/>
                  </a:lnTo>
                  <a:lnTo>
                    <a:pt x="9" y="15"/>
                  </a:lnTo>
                  <a:lnTo>
                    <a:pt x="11" y="15"/>
                  </a:lnTo>
                  <a:lnTo>
                    <a:pt x="11" y="13"/>
                  </a:lnTo>
                  <a:lnTo>
                    <a:pt x="11" y="12"/>
                  </a:lnTo>
                  <a:lnTo>
                    <a:pt x="13" y="12"/>
                  </a:lnTo>
                  <a:lnTo>
                    <a:pt x="13" y="10"/>
                  </a:lnTo>
                  <a:lnTo>
                    <a:pt x="14" y="10"/>
                  </a:lnTo>
                  <a:lnTo>
                    <a:pt x="16" y="10"/>
                  </a:lnTo>
                  <a:lnTo>
                    <a:pt x="18" y="8"/>
                  </a:lnTo>
                  <a:lnTo>
                    <a:pt x="20" y="8"/>
                  </a:lnTo>
                  <a:lnTo>
                    <a:pt x="21" y="8"/>
                  </a:lnTo>
                  <a:lnTo>
                    <a:pt x="20" y="8"/>
                  </a:lnTo>
                  <a:lnTo>
                    <a:pt x="23" y="1"/>
                  </a:lnTo>
                  <a:lnTo>
                    <a:pt x="21" y="0"/>
                  </a:lnTo>
                  <a:lnTo>
                    <a:pt x="21" y="1"/>
                  </a:lnTo>
                  <a:lnTo>
                    <a:pt x="23"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53" name="Google Shape;453;p10"/>
            <p:cNvSpPr/>
            <p:nvPr/>
          </p:nvSpPr>
          <p:spPr>
            <a:xfrm>
              <a:off x="4911" y="1880"/>
              <a:ext cx="27" cy="28"/>
            </a:xfrm>
            <a:custGeom>
              <a:rect b="b" l="l" r="r" t="t"/>
              <a:pathLst>
                <a:path extrusionOk="0" h="28" w="27">
                  <a:moveTo>
                    <a:pt x="27" y="28"/>
                  </a:moveTo>
                  <a:lnTo>
                    <a:pt x="27" y="23"/>
                  </a:lnTo>
                  <a:lnTo>
                    <a:pt x="26" y="23"/>
                  </a:lnTo>
                  <a:lnTo>
                    <a:pt x="26" y="21"/>
                  </a:lnTo>
                  <a:lnTo>
                    <a:pt x="24" y="19"/>
                  </a:lnTo>
                  <a:lnTo>
                    <a:pt x="24" y="18"/>
                  </a:lnTo>
                  <a:lnTo>
                    <a:pt x="22" y="18"/>
                  </a:lnTo>
                  <a:lnTo>
                    <a:pt x="22" y="16"/>
                  </a:lnTo>
                  <a:lnTo>
                    <a:pt x="20" y="14"/>
                  </a:lnTo>
                  <a:lnTo>
                    <a:pt x="19" y="12"/>
                  </a:lnTo>
                  <a:lnTo>
                    <a:pt x="19" y="11"/>
                  </a:lnTo>
                  <a:lnTo>
                    <a:pt x="17" y="11"/>
                  </a:lnTo>
                  <a:lnTo>
                    <a:pt x="17" y="9"/>
                  </a:lnTo>
                  <a:lnTo>
                    <a:pt x="15" y="9"/>
                  </a:lnTo>
                  <a:lnTo>
                    <a:pt x="15" y="7"/>
                  </a:lnTo>
                  <a:lnTo>
                    <a:pt x="13" y="7"/>
                  </a:lnTo>
                  <a:lnTo>
                    <a:pt x="13" y="6"/>
                  </a:lnTo>
                  <a:lnTo>
                    <a:pt x="12" y="6"/>
                  </a:lnTo>
                  <a:lnTo>
                    <a:pt x="12" y="4"/>
                  </a:lnTo>
                  <a:lnTo>
                    <a:pt x="10" y="4"/>
                  </a:lnTo>
                  <a:lnTo>
                    <a:pt x="8" y="2"/>
                  </a:lnTo>
                  <a:lnTo>
                    <a:pt x="6" y="2"/>
                  </a:lnTo>
                  <a:lnTo>
                    <a:pt x="6" y="0"/>
                  </a:lnTo>
                  <a:lnTo>
                    <a:pt x="5" y="0"/>
                  </a:lnTo>
                  <a:lnTo>
                    <a:pt x="3" y="0"/>
                  </a:lnTo>
                  <a:lnTo>
                    <a:pt x="0" y="7"/>
                  </a:lnTo>
                  <a:lnTo>
                    <a:pt x="1" y="7"/>
                  </a:lnTo>
                  <a:lnTo>
                    <a:pt x="3" y="7"/>
                  </a:lnTo>
                  <a:lnTo>
                    <a:pt x="5" y="9"/>
                  </a:lnTo>
                  <a:lnTo>
                    <a:pt x="6" y="9"/>
                  </a:lnTo>
                  <a:lnTo>
                    <a:pt x="6" y="11"/>
                  </a:lnTo>
                  <a:lnTo>
                    <a:pt x="8" y="11"/>
                  </a:lnTo>
                  <a:lnTo>
                    <a:pt x="8" y="12"/>
                  </a:lnTo>
                  <a:lnTo>
                    <a:pt x="10" y="12"/>
                  </a:lnTo>
                  <a:lnTo>
                    <a:pt x="10" y="14"/>
                  </a:lnTo>
                  <a:lnTo>
                    <a:pt x="12" y="14"/>
                  </a:lnTo>
                  <a:lnTo>
                    <a:pt x="12" y="16"/>
                  </a:lnTo>
                  <a:lnTo>
                    <a:pt x="13" y="16"/>
                  </a:lnTo>
                  <a:lnTo>
                    <a:pt x="13" y="18"/>
                  </a:lnTo>
                  <a:lnTo>
                    <a:pt x="15" y="19"/>
                  </a:lnTo>
                  <a:lnTo>
                    <a:pt x="15" y="21"/>
                  </a:lnTo>
                  <a:lnTo>
                    <a:pt x="17" y="21"/>
                  </a:lnTo>
                  <a:lnTo>
                    <a:pt x="17" y="23"/>
                  </a:lnTo>
                  <a:lnTo>
                    <a:pt x="19" y="23"/>
                  </a:lnTo>
                  <a:lnTo>
                    <a:pt x="19" y="25"/>
                  </a:lnTo>
                  <a:lnTo>
                    <a:pt x="20" y="26"/>
                  </a:lnTo>
                  <a:lnTo>
                    <a:pt x="20" y="28"/>
                  </a:lnTo>
                  <a:lnTo>
                    <a:pt x="20" y="23"/>
                  </a:lnTo>
                  <a:lnTo>
                    <a:pt x="27" y="28"/>
                  </a:lnTo>
                  <a:lnTo>
                    <a:pt x="27" y="26"/>
                  </a:lnTo>
                  <a:lnTo>
                    <a:pt x="27" y="23"/>
                  </a:lnTo>
                  <a:lnTo>
                    <a:pt x="27"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54" name="Google Shape;454;p10"/>
            <p:cNvSpPr/>
            <p:nvPr/>
          </p:nvSpPr>
          <p:spPr>
            <a:xfrm>
              <a:off x="4843" y="1911"/>
              <a:ext cx="40" cy="177"/>
            </a:xfrm>
            <a:custGeom>
              <a:rect b="b" l="l" r="r" t="t"/>
              <a:pathLst>
                <a:path extrusionOk="0" h="177" w="40">
                  <a:moveTo>
                    <a:pt x="40" y="4"/>
                  </a:moveTo>
                  <a:lnTo>
                    <a:pt x="40" y="9"/>
                  </a:lnTo>
                  <a:lnTo>
                    <a:pt x="38" y="14"/>
                  </a:lnTo>
                  <a:lnTo>
                    <a:pt x="38" y="20"/>
                  </a:lnTo>
                  <a:lnTo>
                    <a:pt x="36" y="25"/>
                  </a:lnTo>
                  <a:lnTo>
                    <a:pt x="36" y="32"/>
                  </a:lnTo>
                  <a:lnTo>
                    <a:pt x="35" y="37"/>
                  </a:lnTo>
                  <a:lnTo>
                    <a:pt x="35" y="42"/>
                  </a:lnTo>
                  <a:lnTo>
                    <a:pt x="33" y="47"/>
                  </a:lnTo>
                  <a:lnTo>
                    <a:pt x="31" y="52"/>
                  </a:lnTo>
                  <a:lnTo>
                    <a:pt x="31" y="58"/>
                  </a:lnTo>
                  <a:lnTo>
                    <a:pt x="29" y="63"/>
                  </a:lnTo>
                  <a:lnTo>
                    <a:pt x="28" y="68"/>
                  </a:lnTo>
                  <a:lnTo>
                    <a:pt x="28" y="73"/>
                  </a:lnTo>
                  <a:lnTo>
                    <a:pt x="26" y="78"/>
                  </a:lnTo>
                  <a:lnTo>
                    <a:pt x="24" y="84"/>
                  </a:lnTo>
                  <a:lnTo>
                    <a:pt x="22" y="89"/>
                  </a:lnTo>
                  <a:lnTo>
                    <a:pt x="22" y="94"/>
                  </a:lnTo>
                  <a:lnTo>
                    <a:pt x="21" y="99"/>
                  </a:lnTo>
                  <a:lnTo>
                    <a:pt x="19" y="106"/>
                  </a:lnTo>
                  <a:lnTo>
                    <a:pt x="19" y="111"/>
                  </a:lnTo>
                  <a:lnTo>
                    <a:pt x="17" y="117"/>
                  </a:lnTo>
                  <a:lnTo>
                    <a:pt x="15" y="122"/>
                  </a:lnTo>
                  <a:lnTo>
                    <a:pt x="15" y="127"/>
                  </a:lnTo>
                  <a:lnTo>
                    <a:pt x="14" y="132"/>
                  </a:lnTo>
                  <a:lnTo>
                    <a:pt x="14" y="137"/>
                  </a:lnTo>
                  <a:lnTo>
                    <a:pt x="12" y="143"/>
                  </a:lnTo>
                  <a:lnTo>
                    <a:pt x="12" y="148"/>
                  </a:lnTo>
                  <a:lnTo>
                    <a:pt x="12" y="155"/>
                  </a:lnTo>
                  <a:lnTo>
                    <a:pt x="10" y="160"/>
                  </a:lnTo>
                  <a:lnTo>
                    <a:pt x="10" y="165"/>
                  </a:lnTo>
                  <a:lnTo>
                    <a:pt x="10" y="170"/>
                  </a:lnTo>
                  <a:lnTo>
                    <a:pt x="10" y="177"/>
                  </a:lnTo>
                  <a:lnTo>
                    <a:pt x="0" y="37"/>
                  </a:lnTo>
                  <a:lnTo>
                    <a:pt x="35" y="0"/>
                  </a:lnTo>
                  <a:lnTo>
                    <a:pt x="40" y="4"/>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55" name="Google Shape;455;p10"/>
            <p:cNvSpPr/>
            <p:nvPr/>
          </p:nvSpPr>
          <p:spPr>
            <a:xfrm>
              <a:off x="4850" y="1913"/>
              <a:ext cx="36" cy="244"/>
            </a:xfrm>
            <a:custGeom>
              <a:rect b="b" l="l" r="r" t="t"/>
              <a:pathLst>
                <a:path extrusionOk="0" h="244" w="36">
                  <a:moveTo>
                    <a:pt x="0" y="175"/>
                  </a:moveTo>
                  <a:lnTo>
                    <a:pt x="7" y="175"/>
                  </a:lnTo>
                  <a:lnTo>
                    <a:pt x="7" y="168"/>
                  </a:lnTo>
                  <a:lnTo>
                    <a:pt x="7" y="163"/>
                  </a:lnTo>
                  <a:lnTo>
                    <a:pt x="8" y="158"/>
                  </a:lnTo>
                  <a:lnTo>
                    <a:pt x="8" y="153"/>
                  </a:lnTo>
                  <a:lnTo>
                    <a:pt x="8" y="147"/>
                  </a:lnTo>
                  <a:lnTo>
                    <a:pt x="10" y="141"/>
                  </a:lnTo>
                  <a:lnTo>
                    <a:pt x="10" y="135"/>
                  </a:lnTo>
                  <a:lnTo>
                    <a:pt x="10" y="130"/>
                  </a:lnTo>
                  <a:lnTo>
                    <a:pt x="12" y="125"/>
                  </a:lnTo>
                  <a:lnTo>
                    <a:pt x="14" y="120"/>
                  </a:lnTo>
                  <a:lnTo>
                    <a:pt x="14" y="115"/>
                  </a:lnTo>
                  <a:lnTo>
                    <a:pt x="15" y="109"/>
                  </a:lnTo>
                  <a:lnTo>
                    <a:pt x="15" y="104"/>
                  </a:lnTo>
                  <a:lnTo>
                    <a:pt x="17" y="99"/>
                  </a:lnTo>
                  <a:lnTo>
                    <a:pt x="19" y="94"/>
                  </a:lnTo>
                  <a:lnTo>
                    <a:pt x="21" y="89"/>
                  </a:lnTo>
                  <a:lnTo>
                    <a:pt x="21" y="83"/>
                  </a:lnTo>
                  <a:lnTo>
                    <a:pt x="22" y="78"/>
                  </a:lnTo>
                  <a:lnTo>
                    <a:pt x="24" y="73"/>
                  </a:lnTo>
                  <a:lnTo>
                    <a:pt x="24" y="68"/>
                  </a:lnTo>
                  <a:lnTo>
                    <a:pt x="26" y="63"/>
                  </a:lnTo>
                  <a:lnTo>
                    <a:pt x="28" y="57"/>
                  </a:lnTo>
                  <a:lnTo>
                    <a:pt x="29" y="52"/>
                  </a:lnTo>
                  <a:lnTo>
                    <a:pt x="29" y="45"/>
                  </a:lnTo>
                  <a:lnTo>
                    <a:pt x="31" y="40"/>
                  </a:lnTo>
                  <a:lnTo>
                    <a:pt x="31" y="35"/>
                  </a:lnTo>
                  <a:lnTo>
                    <a:pt x="33" y="30"/>
                  </a:lnTo>
                  <a:lnTo>
                    <a:pt x="33" y="24"/>
                  </a:lnTo>
                  <a:lnTo>
                    <a:pt x="35" y="19"/>
                  </a:lnTo>
                  <a:lnTo>
                    <a:pt x="35" y="12"/>
                  </a:lnTo>
                  <a:lnTo>
                    <a:pt x="36" y="7"/>
                  </a:lnTo>
                  <a:lnTo>
                    <a:pt x="36" y="2"/>
                  </a:lnTo>
                  <a:lnTo>
                    <a:pt x="29" y="0"/>
                  </a:lnTo>
                  <a:lnTo>
                    <a:pt x="29" y="7"/>
                  </a:lnTo>
                  <a:lnTo>
                    <a:pt x="28" y="12"/>
                  </a:lnTo>
                  <a:lnTo>
                    <a:pt x="28" y="18"/>
                  </a:lnTo>
                  <a:lnTo>
                    <a:pt x="26" y="23"/>
                  </a:lnTo>
                  <a:lnTo>
                    <a:pt x="26" y="28"/>
                  </a:lnTo>
                  <a:lnTo>
                    <a:pt x="24" y="33"/>
                  </a:lnTo>
                  <a:lnTo>
                    <a:pt x="24" y="38"/>
                  </a:lnTo>
                  <a:lnTo>
                    <a:pt x="22" y="45"/>
                  </a:lnTo>
                  <a:lnTo>
                    <a:pt x="21" y="50"/>
                  </a:lnTo>
                  <a:lnTo>
                    <a:pt x="21" y="56"/>
                  </a:lnTo>
                  <a:lnTo>
                    <a:pt x="19" y="61"/>
                  </a:lnTo>
                  <a:lnTo>
                    <a:pt x="17" y="66"/>
                  </a:lnTo>
                  <a:lnTo>
                    <a:pt x="17" y="71"/>
                  </a:lnTo>
                  <a:lnTo>
                    <a:pt x="15" y="76"/>
                  </a:lnTo>
                  <a:lnTo>
                    <a:pt x="14" y="82"/>
                  </a:lnTo>
                  <a:lnTo>
                    <a:pt x="12" y="87"/>
                  </a:lnTo>
                  <a:lnTo>
                    <a:pt x="12" y="92"/>
                  </a:lnTo>
                  <a:lnTo>
                    <a:pt x="10" y="97"/>
                  </a:lnTo>
                  <a:lnTo>
                    <a:pt x="8" y="102"/>
                  </a:lnTo>
                  <a:lnTo>
                    <a:pt x="8" y="108"/>
                  </a:lnTo>
                  <a:lnTo>
                    <a:pt x="7" y="113"/>
                  </a:lnTo>
                  <a:lnTo>
                    <a:pt x="5" y="118"/>
                  </a:lnTo>
                  <a:lnTo>
                    <a:pt x="5" y="123"/>
                  </a:lnTo>
                  <a:lnTo>
                    <a:pt x="3" y="130"/>
                  </a:lnTo>
                  <a:lnTo>
                    <a:pt x="3" y="135"/>
                  </a:lnTo>
                  <a:lnTo>
                    <a:pt x="2" y="141"/>
                  </a:lnTo>
                  <a:lnTo>
                    <a:pt x="2" y="146"/>
                  </a:lnTo>
                  <a:lnTo>
                    <a:pt x="2" y="151"/>
                  </a:lnTo>
                  <a:lnTo>
                    <a:pt x="0" y="158"/>
                  </a:lnTo>
                  <a:lnTo>
                    <a:pt x="0" y="163"/>
                  </a:lnTo>
                  <a:lnTo>
                    <a:pt x="0" y="168"/>
                  </a:lnTo>
                  <a:lnTo>
                    <a:pt x="0" y="175"/>
                  </a:lnTo>
                  <a:lnTo>
                    <a:pt x="7" y="173"/>
                  </a:lnTo>
                  <a:lnTo>
                    <a:pt x="0" y="175"/>
                  </a:lnTo>
                  <a:lnTo>
                    <a:pt x="7" y="244"/>
                  </a:lnTo>
                  <a:lnTo>
                    <a:pt x="7" y="175"/>
                  </a:lnTo>
                  <a:lnTo>
                    <a:pt x="0" y="1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56" name="Google Shape;456;p10"/>
            <p:cNvSpPr/>
            <p:nvPr/>
          </p:nvSpPr>
          <p:spPr>
            <a:xfrm>
              <a:off x="4839" y="1944"/>
              <a:ext cx="18" cy="144"/>
            </a:xfrm>
            <a:custGeom>
              <a:rect b="b" l="l" r="r" t="t"/>
              <a:pathLst>
                <a:path extrusionOk="0" h="144" w="18">
                  <a:moveTo>
                    <a:pt x="0" y="0"/>
                  </a:moveTo>
                  <a:lnTo>
                    <a:pt x="0" y="4"/>
                  </a:lnTo>
                  <a:lnTo>
                    <a:pt x="11" y="144"/>
                  </a:lnTo>
                  <a:lnTo>
                    <a:pt x="18" y="142"/>
                  </a:lnTo>
                  <a:lnTo>
                    <a:pt x="7" y="4"/>
                  </a:lnTo>
                  <a:lnTo>
                    <a:pt x="6" y="6"/>
                  </a:lnTo>
                  <a:lnTo>
                    <a:pt x="0" y="0"/>
                  </a:lnTo>
                  <a:lnTo>
                    <a:pt x="0" y="2"/>
                  </a:lnTo>
                  <a:lnTo>
                    <a:pt x="0" y="4"/>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57" name="Google Shape;457;p10"/>
            <p:cNvSpPr/>
            <p:nvPr/>
          </p:nvSpPr>
          <p:spPr>
            <a:xfrm>
              <a:off x="4839" y="1906"/>
              <a:ext cx="40" cy="44"/>
            </a:xfrm>
            <a:custGeom>
              <a:rect b="b" l="l" r="r" t="t"/>
              <a:pathLst>
                <a:path extrusionOk="0" h="44" w="40">
                  <a:moveTo>
                    <a:pt x="40" y="2"/>
                  </a:moveTo>
                  <a:lnTo>
                    <a:pt x="35" y="2"/>
                  </a:lnTo>
                  <a:lnTo>
                    <a:pt x="0" y="38"/>
                  </a:lnTo>
                  <a:lnTo>
                    <a:pt x="6" y="44"/>
                  </a:lnTo>
                  <a:lnTo>
                    <a:pt x="40" y="7"/>
                  </a:lnTo>
                  <a:lnTo>
                    <a:pt x="37" y="7"/>
                  </a:lnTo>
                  <a:lnTo>
                    <a:pt x="40" y="2"/>
                  </a:lnTo>
                  <a:lnTo>
                    <a:pt x="39" y="0"/>
                  </a:lnTo>
                  <a:lnTo>
                    <a:pt x="35" y="2"/>
                  </a:lnTo>
                  <a:lnTo>
                    <a:pt x="40"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58" name="Google Shape;458;p10"/>
            <p:cNvSpPr/>
            <p:nvPr/>
          </p:nvSpPr>
          <p:spPr>
            <a:xfrm>
              <a:off x="4876" y="1908"/>
              <a:ext cx="10" cy="9"/>
            </a:xfrm>
            <a:custGeom>
              <a:rect b="b" l="l" r="r" t="t"/>
              <a:pathLst>
                <a:path extrusionOk="0" h="9" w="10">
                  <a:moveTo>
                    <a:pt x="10" y="7"/>
                  </a:moveTo>
                  <a:lnTo>
                    <a:pt x="9" y="3"/>
                  </a:lnTo>
                  <a:lnTo>
                    <a:pt x="3" y="0"/>
                  </a:lnTo>
                  <a:lnTo>
                    <a:pt x="0" y="5"/>
                  </a:lnTo>
                  <a:lnTo>
                    <a:pt x="5" y="9"/>
                  </a:lnTo>
                  <a:lnTo>
                    <a:pt x="3" y="5"/>
                  </a:lnTo>
                  <a:lnTo>
                    <a:pt x="10" y="7"/>
                  </a:lnTo>
                  <a:lnTo>
                    <a:pt x="10" y="5"/>
                  </a:lnTo>
                  <a:lnTo>
                    <a:pt x="9" y="3"/>
                  </a:lnTo>
                  <a:lnTo>
                    <a:pt x="1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59" name="Google Shape;459;p10"/>
            <p:cNvSpPr/>
            <p:nvPr/>
          </p:nvSpPr>
          <p:spPr>
            <a:xfrm>
              <a:off x="4931" y="1931"/>
              <a:ext cx="47" cy="168"/>
            </a:xfrm>
            <a:custGeom>
              <a:rect b="b" l="l" r="r" t="t"/>
              <a:pathLst>
                <a:path extrusionOk="0" h="168" w="47">
                  <a:moveTo>
                    <a:pt x="47" y="41"/>
                  </a:moveTo>
                  <a:lnTo>
                    <a:pt x="47" y="45"/>
                  </a:lnTo>
                  <a:lnTo>
                    <a:pt x="47" y="50"/>
                  </a:lnTo>
                  <a:lnTo>
                    <a:pt x="45" y="53"/>
                  </a:lnTo>
                  <a:lnTo>
                    <a:pt x="45" y="58"/>
                  </a:lnTo>
                  <a:lnTo>
                    <a:pt x="45" y="62"/>
                  </a:lnTo>
                  <a:lnTo>
                    <a:pt x="44" y="67"/>
                  </a:lnTo>
                  <a:lnTo>
                    <a:pt x="44" y="71"/>
                  </a:lnTo>
                  <a:lnTo>
                    <a:pt x="42" y="76"/>
                  </a:lnTo>
                  <a:lnTo>
                    <a:pt x="42" y="79"/>
                  </a:lnTo>
                  <a:lnTo>
                    <a:pt x="40" y="83"/>
                  </a:lnTo>
                  <a:lnTo>
                    <a:pt x="40" y="88"/>
                  </a:lnTo>
                  <a:lnTo>
                    <a:pt x="38" y="91"/>
                  </a:lnTo>
                  <a:lnTo>
                    <a:pt x="37" y="95"/>
                  </a:lnTo>
                  <a:lnTo>
                    <a:pt x="35" y="98"/>
                  </a:lnTo>
                  <a:lnTo>
                    <a:pt x="33" y="103"/>
                  </a:lnTo>
                  <a:lnTo>
                    <a:pt x="32" y="107"/>
                  </a:lnTo>
                  <a:lnTo>
                    <a:pt x="30" y="110"/>
                  </a:lnTo>
                  <a:lnTo>
                    <a:pt x="28" y="114"/>
                  </a:lnTo>
                  <a:lnTo>
                    <a:pt x="26" y="119"/>
                  </a:lnTo>
                  <a:lnTo>
                    <a:pt x="25" y="123"/>
                  </a:lnTo>
                  <a:lnTo>
                    <a:pt x="23" y="126"/>
                  </a:lnTo>
                  <a:lnTo>
                    <a:pt x="21" y="129"/>
                  </a:lnTo>
                  <a:lnTo>
                    <a:pt x="19" y="133"/>
                  </a:lnTo>
                  <a:lnTo>
                    <a:pt x="18" y="136"/>
                  </a:lnTo>
                  <a:lnTo>
                    <a:pt x="16" y="142"/>
                  </a:lnTo>
                  <a:lnTo>
                    <a:pt x="14" y="145"/>
                  </a:lnTo>
                  <a:lnTo>
                    <a:pt x="12" y="149"/>
                  </a:lnTo>
                  <a:lnTo>
                    <a:pt x="11" y="152"/>
                  </a:lnTo>
                  <a:lnTo>
                    <a:pt x="7" y="155"/>
                  </a:lnTo>
                  <a:lnTo>
                    <a:pt x="6" y="159"/>
                  </a:lnTo>
                  <a:lnTo>
                    <a:pt x="4" y="162"/>
                  </a:lnTo>
                  <a:lnTo>
                    <a:pt x="2" y="168"/>
                  </a:lnTo>
                  <a:lnTo>
                    <a:pt x="2" y="162"/>
                  </a:lnTo>
                  <a:lnTo>
                    <a:pt x="2" y="155"/>
                  </a:lnTo>
                  <a:lnTo>
                    <a:pt x="4" y="150"/>
                  </a:lnTo>
                  <a:lnTo>
                    <a:pt x="4" y="145"/>
                  </a:lnTo>
                  <a:lnTo>
                    <a:pt x="4" y="140"/>
                  </a:lnTo>
                  <a:lnTo>
                    <a:pt x="4" y="135"/>
                  </a:lnTo>
                  <a:lnTo>
                    <a:pt x="4" y="129"/>
                  </a:lnTo>
                  <a:lnTo>
                    <a:pt x="2" y="124"/>
                  </a:lnTo>
                  <a:lnTo>
                    <a:pt x="2" y="119"/>
                  </a:lnTo>
                  <a:lnTo>
                    <a:pt x="2" y="112"/>
                  </a:lnTo>
                  <a:lnTo>
                    <a:pt x="2" y="107"/>
                  </a:lnTo>
                  <a:lnTo>
                    <a:pt x="2" y="102"/>
                  </a:lnTo>
                  <a:lnTo>
                    <a:pt x="2" y="97"/>
                  </a:lnTo>
                  <a:lnTo>
                    <a:pt x="2" y="91"/>
                  </a:lnTo>
                  <a:lnTo>
                    <a:pt x="0" y="86"/>
                  </a:lnTo>
                  <a:lnTo>
                    <a:pt x="0" y="81"/>
                  </a:lnTo>
                  <a:lnTo>
                    <a:pt x="0" y="76"/>
                  </a:lnTo>
                  <a:lnTo>
                    <a:pt x="0" y="71"/>
                  </a:lnTo>
                  <a:lnTo>
                    <a:pt x="0" y="65"/>
                  </a:lnTo>
                  <a:lnTo>
                    <a:pt x="0" y="60"/>
                  </a:lnTo>
                  <a:lnTo>
                    <a:pt x="0" y="55"/>
                  </a:lnTo>
                  <a:lnTo>
                    <a:pt x="0" y="50"/>
                  </a:lnTo>
                  <a:lnTo>
                    <a:pt x="0" y="45"/>
                  </a:lnTo>
                  <a:lnTo>
                    <a:pt x="2" y="39"/>
                  </a:lnTo>
                  <a:lnTo>
                    <a:pt x="2" y="34"/>
                  </a:lnTo>
                  <a:lnTo>
                    <a:pt x="2" y="29"/>
                  </a:lnTo>
                  <a:lnTo>
                    <a:pt x="4" y="24"/>
                  </a:lnTo>
                  <a:lnTo>
                    <a:pt x="4" y="19"/>
                  </a:lnTo>
                  <a:lnTo>
                    <a:pt x="6" y="13"/>
                  </a:lnTo>
                  <a:lnTo>
                    <a:pt x="6" y="8"/>
                  </a:lnTo>
                  <a:lnTo>
                    <a:pt x="7" y="3"/>
                  </a:lnTo>
                  <a:lnTo>
                    <a:pt x="9" y="0"/>
                  </a:lnTo>
                  <a:lnTo>
                    <a:pt x="11" y="0"/>
                  </a:lnTo>
                  <a:lnTo>
                    <a:pt x="14" y="0"/>
                  </a:lnTo>
                  <a:lnTo>
                    <a:pt x="16" y="0"/>
                  </a:lnTo>
                  <a:lnTo>
                    <a:pt x="18" y="0"/>
                  </a:lnTo>
                  <a:lnTo>
                    <a:pt x="19" y="1"/>
                  </a:lnTo>
                  <a:lnTo>
                    <a:pt x="21" y="3"/>
                  </a:lnTo>
                  <a:lnTo>
                    <a:pt x="23" y="3"/>
                  </a:lnTo>
                  <a:lnTo>
                    <a:pt x="25" y="5"/>
                  </a:lnTo>
                  <a:lnTo>
                    <a:pt x="26" y="6"/>
                  </a:lnTo>
                  <a:lnTo>
                    <a:pt x="28" y="8"/>
                  </a:lnTo>
                  <a:lnTo>
                    <a:pt x="30" y="10"/>
                  </a:lnTo>
                  <a:lnTo>
                    <a:pt x="30" y="12"/>
                  </a:lnTo>
                  <a:lnTo>
                    <a:pt x="32" y="13"/>
                  </a:lnTo>
                  <a:lnTo>
                    <a:pt x="32" y="15"/>
                  </a:lnTo>
                  <a:lnTo>
                    <a:pt x="33" y="17"/>
                  </a:lnTo>
                  <a:lnTo>
                    <a:pt x="33" y="19"/>
                  </a:lnTo>
                  <a:lnTo>
                    <a:pt x="35" y="20"/>
                  </a:lnTo>
                  <a:lnTo>
                    <a:pt x="35" y="22"/>
                  </a:lnTo>
                  <a:lnTo>
                    <a:pt x="37" y="24"/>
                  </a:lnTo>
                  <a:lnTo>
                    <a:pt x="37" y="26"/>
                  </a:lnTo>
                  <a:lnTo>
                    <a:pt x="38" y="27"/>
                  </a:lnTo>
                  <a:lnTo>
                    <a:pt x="38" y="29"/>
                  </a:lnTo>
                  <a:lnTo>
                    <a:pt x="40" y="29"/>
                  </a:lnTo>
                  <a:lnTo>
                    <a:pt x="40" y="31"/>
                  </a:lnTo>
                  <a:lnTo>
                    <a:pt x="42" y="32"/>
                  </a:lnTo>
                  <a:lnTo>
                    <a:pt x="44" y="34"/>
                  </a:lnTo>
                  <a:lnTo>
                    <a:pt x="44" y="36"/>
                  </a:lnTo>
                  <a:lnTo>
                    <a:pt x="45" y="38"/>
                  </a:lnTo>
                  <a:lnTo>
                    <a:pt x="45" y="39"/>
                  </a:lnTo>
                  <a:lnTo>
                    <a:pt x="47" y="4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60" name="Google Shape;460;p10"/>
            <p:cNvSpPr/>
            <p:nvPr/>
          </p:nvSpPr>
          <p:spPr>
            <a:xfrm>
              <a:off x="4928" y="1972"/>
              <a:ext cx="54" cy="144"/>
            </a:xfrm>
            <a:custGeom>
              <a:rect b="b" l="l" r="r" t="t"/>
              <a:pathLst>
                <a:path extrusionOk="0" h="144" w="54">
                  <a:moveTo>
                    <a:pt x="2" y="125"/>
                  </a:moveTo>
                  <a:lnTo>
                    <a:pt x="9" y="128"/>
                  </a:lnTo>
                  <a:lnTo>
                    <a:pt x="10" y="123"/>
                  </a:lnTo>
                  <a:lnTo>
                    <a:pt x="12" y="120"/>
                  </a:lnTo>
                  <a:lnTo>
                    <a:pt x="14" y="116"/>
                  </a:lnTo>
                  <a:lnTo>
                    <a:pt x="15" y="113"/>
                  </a:lnTo>
                  <a:lnTo>
                    <a:pt x="19" y="109"/>
                  </a:lnTo>
                  <a:lnTo>
                    <a:pt x="21" y="106"/>
                  </a:lnTo>
                  <a:lnTo>
                    <a:pt x="22" y="102"/>
                  </a:lnTo>
                  <a:lnTo>
                    <a:pt x="24" y="97"/>
                  </a:lnTo>
                  <a:lnTo>
                    <a:pt x="26" y="94"/>
                  </a:lnTo>
                  <a:lnTo>
                    <a:pt x="28" y="90"/>
                  </a:lnTo>
                  <a:lnTo>
                    <a:pt x="29" y="87"/>
                  </a:lnTo>
                  <a:lnTo>
                    <a:pt x="31" y="83"/>
                  </a:lnTo>
                  <a:lnTo>
                    <a:pt x="33" y="78"/>
                  </a:lnTo>
                  <a:lnTo>
                    <a:pt x="35" y="75"/>
                  </a:lnTo>
                  <a:lnTo>
                    <a:pt x="36" y="71"/>
                  </a:lnTo>
                  <a:lnTo>
                    <a:pt x="38" y="68"/>
                  </a:lnTo>
                  <a:lnTo>
                    <a:pt x="40" y="62"/>
                  </a:lnTo>
                  <a:lnTo>
                    <a:pt x="41" y="59"/>
                  </a:lnTo>
                  <a:lnTo>
                    <a:pt x="43" y="56"/>
                  </a:lnTo>
                  <a:lnTo>
                    <a:pt x="45" y="52"/>
                  </a:lnTo>
                  <a:lnTo>
                    <a:pt x="47" y="47"/>
                  </a:lnTo>
                  <a:lnTo>
                    <a:pt x="47" y="43"/>
                  </a:lnTo>
                  <a:lnTo>
                    <a:pt x="48" y="38"/>
                  </a:lnTo>
                  <a:lnTo>
                    <a:pt x="50" y="35"/>
                  </a:lnTo>
                  <a:lnTo>
                    <a:pt x="50" y="31"/>
                  </a:lnTo>
                  <a:lnTo>
                    <a:pt x="52" y="26"/>
                  </a:lnTo>
                  <a:lnTo>
                    <a:pt x="52" y="23"/>
                  </a:lnTo>
                  <a:lnTo>
                    <a:pt x="52" y="17"/>
                  </a:lnTo>
                  <a:lnTo>
                    <a:pt x="54" y="14"/>
                  </a:lnTo>
                  <a:lnTo>
                    <a:pt x="54" y="9"/>
                  </a:lnTo>
                  <a:lnTo>
                    <a:pt x="54" y="4"/>
                  </a:lnTo>
                  <a:lnTo>
                    <a:pt x="54" y="0"/>
                  </a:lnTo>
                  <a:lnTo>
                    <a:pt x="47" y="0"/>
                  </a:lnTo>
                  <a:lnTo>
                    <a:pt x="47" y="4"/>
                  </a:lnTo>
                  <a:lnTo>
                    <a:pt x="47" y="9"/>
                  </a:lnTo>
                  <a:lnTo>
                    <a:pt x="45" y="12"/>
                  </a:lnTo>
                  <a:lnTo>
                    <a:pt x="45" y="17"/>
                  </a:lnTo>
                  <a:lnTo>
                    <a:pt x="45" y="21"/>
                  </a:lnTo>
                  <a:lnTo>
                    <a:pt x="43" y="24"/>
                  </a:lnTo>
                  <a:lnTo>
                    <a:pt x="43" y="30"/>
                  </a:lnTo>
                  <a:lnTo>
                    <a:pt x="41" y="33"/>
                  </a:lnTo>
                  <a:lnTo>
                    <a:pt x="41" y="37"/>
                  </a:lnTo>
                  <a:lnTo>
                    <a:pt x="40" y="42"/>
                  </a:lnTo>
                  <a:lnTo>
                    <a:pt x="40" y="45"/>
                  </a:lnTo>
                  <a:lnTo>
                    <a:pt x="38" y="49"/>
                  </a:lnTo>
                  <a:lnTo>
                    <a:pt x="36" y="54"/>
                  </a:lnTo>
                  <a:lnTo>
                    <a:pt x="35" y="57"/>
                  </a:lnTo>
                  <a:lnTo>
                    <a:pt x="33" y="61"/>
                  </a:lnTo>
                  <a:lnTo>
                    <a:pt x="31" y="64"/>
                  </a:lnTo>
                  <a:lnTo>
                    <a:pt x="31" y="68"/>
                  </a:lnTo>
                  <a:lnTo>
                    <a:pt x="29" y="73"/>
                  </a:lnTo>
                  <a:lnTo>
                    <a:pt x="28" y="76"/>
                  </a:lnTo>
                  <a:lnTo>
                    <a:pt x="26" y="80"/>
                  </a:lnTo>
                  <a:lnTo>
                    <a:pt x="24" y="83"/>
                  </a:lnTo>
                  <a:lnTo>
                    <a:pt x="21" y="87"/>
                  </a:lnTo>
                  <a:lnTo>
                    <a:pt x="19" y="90"/>
                  </a:lnTo>
                  <a:lnTo>
                    <a:pt x="17" y="94"/>
                  </a:lnTo>
                  <a:lnTo>
                    <a:pt x="15" y="99"/>
                  </a:lnTo>
                  <a:lnTo>
                    <a:pt x="14" y="102"/>
                  </a:lnTo>
                  <a:lnTo>
                    <a:pt x="12" y="106"/>
                  </a:lnTo>
                  <a:lnTo>
                    <a:pt x="10" y="109"/>
                  </a:lnTo>
                  <a:lnTo>
                    <a:pt x="9" y="113"/>
                  </a:lnTo>
                  <a:lnTo>
                    <a:pt x="5" y="116"/>
                  </a:lnTo>
                  <a:lnTo>
                    <a:pt x="3" y="120"/>
                  </a:lnTo>
                  <a:lnTo>
                    <a:pt x="2" y="125"/>
                  </a:lnTo>
                  <a:lnTo>
                    <a:pt x="9" y="127"/>
                  </a:lnTo>
                  <a:lnTo>
                    <a:pt x="2" y="125"/>
                  </a:lnTo>
                  <a:lnTo>
                    <a:pt x="0" y="144"/>
                  </a:lnTo>
                  <a:lnTo>
                    <a:pt x="9" y="128"/>
                  </a:lnTo>
                  <a:lnTo>
                    <a:pt x="2" y="1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61" name="Google Shape;461;p10"/>
            <p:cNvSpPr/>
            <p:nvPr/>
          </p:nvSpPr>
          <p:spPr>
            <a:xfrm>
              <a:off x="4928" y="1927"/>
              <a:ext cx="15" cy="172"/>
            </a:xfrm>
            <a:custGeom>
              <a:rect b="b" l="l" r="r" t="t"/>
              <a:pathLst>
                <a:path extrusionOk="0" h="172" w="15">
                  <a:moveTo>
                    <a:pt x="12" y="0"/>
                  </a:moveTo>
                  <a:lnTo>
                    <a:pt x="9" y="2"/>
                  </a:lnTo>
                  <a:lnTo>
                    <a:pt x="7" y="7"/>
                  </a:lnTo>
                  <a:lnTo>
                    <a:pt x="5" y="12"/>
                  </a:lnTo>
                  <a:lnTo>
                    <a:pt x="5" y="17"/>
                  </a:lnTo>
                  <a:lnTo>
                    <a:pt x="3" y="23"/>
                  </a:lnTo>
                  <a:lnTo>
                    <a:pt x="3" y="28"/>
                  </a:lnTo>
                  <a:lnTo>
                    <a:pt x="2" y="33"/>
                  </a:lnTo>
                  <a:lnTo>
                    <a:pt x="2" y="38"/>
                  </a:lnTo>
                  <a:lnTo>
                    <a:pt x="0" y="43"/>
                  </a:lnTo>
                  <a:lnTo>
                    <a:pt x="0" y="49"/>
                  </a:lnTo>
                  <a:lnTo>
                    <a:pt x="0" y="54"/>
                  </a:lnTo>
                  <a:lnTo>
                    <a:pt x="0" y="59"/>
                  </a:lnTo>
                  <a:lnTo>
                    <a:pt x="0" y="64"/>
                  </a:lnTo>
                  <a:lnTo>
                    <a:pt x="0" y="69"/>
                  </a:lnTo>
                  <a:lnTo>
                    <a:pt x="0" y="75"/>
                  </a:lnTo>
                  <a:lnTo>
                    <a:pt x="0" y="80"/>
                  </a:lnTo>
                  <a:lnTo>
                    <a:pt x="0" y="85"/>
                  </a:lnTo>
                  <a:lnTo>
                    <a:pt x="0" y="90"/>
                  </a:lnTo>
                  <a:lnTo>
                    <a:pt x="0" y="95"/>
                  </a:lnTo>
                  <a:lnTo>
                    <a:pt x="2" y="101"/>
                  </a:lnTo>
                  <a:lnTo>
                    <a:pt x="2" y="106"/>
                  </a:lnTo>
                  <a:lnTo>
                    <a:pt x="2" y="111"/>
                  </a:lnTo>
                  <a:lnTo>
                    <a:pt x="2" y="118"/>
                  </a:lnTo>
                  <a:lnTo>
                    <a:pt x="2" y="123"/>
                  </a:lnTo>
                  <a:lnTo>
                    <a:pt x="2" y="128"/>
                  </a:lnTo>
                  <a:lnTo>
                    <a:pt x="2" y="133"/>
                  </a:lnTo>
                  <a:lnTo>
                    <a:pt x="3" y="139"/>
                  </a:lnTo>
                  <a:lnTo>
                    <a:pt x="3" y="144"/>
                  </a:lnTo>
                  <a:lnTo>
                    <a:pt x="3" y="149"/>
                  </a:lnTo>
                  <a:lnTo>
                    <a:pt x="2" y="154"/>
                  </a:lnTo>
                  <a:lnTo>
                    <a:pt x="2" y="159"/>
                  </a:lnTo>
                  <a:lnTo>
                    <a:pt x="2" y="165"/>
                  </a:lnTo>
                  <a:lnTo>
                    <a:pt x="2" y="170"/>
                  </a:lnTo>
                  <a:lnTo>
                    <a:pt x="9" y="172"/>
                  </a:lnTo>
                  <a:lnTo>
                    <a:pt x="9" y="166"/>
                  </a:lnTo>
                  <a:lnTo>
                    <a:pt x="10" y="161"/>
                  </a:lnTo>
                  <a:lnTo>
                    <a:pt x="10" y="154"/>
                  </a:lnTo>
                  <a:lnTo>
                    <a:pt x="10" y="149"/>
                  </a:lnTo>
                  <a:lnTo>
                    <a:pt x="10" y="144"/>
                  </a:lnTo>
                  <a:lnTo>
                    <a:pt x="10" y="139"/>
                  </a:lnTo>
                  <a:lnTo>
                    <a:pt x="10" y="133"/>
                  </a:lnTo>
                  <a:lnTo>
                    <a:pt x="10" y="128"/>
                  </a:lnTo>
                  <a:lnTo>
                    <a:pt x="9" y="123"/>
                  </a:lnTo>
                  <a:lnTo>
                    <a:pt x="9" y="116"/>
                  </a:lnTo>
                  <a:lnTo>
                    <a:pt x="9" y="111"/>
                  </a:lnTo>
                  <a:lnTo>
                    <a:pt x="9" y="106"/>
                  </a:lnTo>
                  <a:lnTo>
                    <a:pt x="9" y="101"/>
                  </a:lnTo>
                  <a:lnTo>
                    <a:pt x="9" y="95"/>
                  </a:lnTo>
                  <a:lnTo>
                    <a:pt x="9" y="90"/>
                  </a:lnTo>
                  <a:lnTo>
                    <a:pt x="7" y="85"/>
                  </a:lnTo>
                  <a:lnTo>
                    <a:pt x="7" y="80"/>
                  </a:lnTo>
                  <a:lnTo>
                    <a:pt x="7" y="75"/>
                  </a:lnTo>
                  <a:lnTo>
                    <a:pt x="7" y="69"/>
                  </a:lnTo>
                  <a:lnTo>
                    <a:pt x="7" y="64"/>
                  </a:lnTo>
                  <a:lnTo>
                    <a:pt x="7" y="59"/>
                  </a:lnTo>
                  <a:lnTo>
                    <a:pt x="7" y="54"/>
                  </a:lnTo>
                  <a:lnTo>
                    <a:pt x="7" y="49"/>
                  </a:lnTo>
                  <a:lnTo>
                    <a:pt x="9" y="43"/>
                  </a:lnTo>
                  <a:lnTo>
                    <a:pt x="9" y="38"/>
                  </a:lnTo>
                  <a:lnTo>
                    <a:pt x="9" y="33"/>
                  </a:lnTo>
                  <a:lnTo>
                    <a:pt x="10" y="28"/>
                  </a:lnTo>
                  <a:lnTo>
                    <a:pt x="10" y="23"/>
                  </a:lnTo>
                  <a:lnTo>
                    <a:pt x="12" y="19"/>
                  </a:lnTo>
                  <a:lnTo>
                    <a:pt x="12" y="14"/>
                  </a:lnTo>
                  <a:lnTo>
                    <a:pt x="14" y="9"/>
                  </a:lnTo>
                  <a:lnTo>
                    <a:pt x="15" y="4"/>
                  </a:lnTo>
                  <a:lnTo>
                    <a:pt x="12" y="7"/>
                  </a:lnTo>
                  <a:lnTo>
                    <a:pt x="12" y="0"/>
                  </a:lnTo>
                  <a:lnTo>
                    <a:pt x="10" y="0"/>
                  </a:lnTo>
                  <a:lnTo>
                    <a:pt x="9" y="2"/>
                  </a:lnTo>
                  <a:lnTo>
                    <a:pt x="1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62" name="Google Shape;462;p10"/>
            <p:cNvSpPr/>
            <p:nvPr/>
          </p:nvSpPr>
          <p:spPr>
            <a:xfrm>
              <a:off x="4940" y="1927"/>
              <a:ext cx="42" cy="47"/>
            </a:xfrm>
            <a:custGeom>
              <a:rect b="b" l="l" r="r" t="t"/>
              <a:pathLst>
                <a:path extrusionOk="0" h="47" w="42">
                  <a:moveTo>
                    <a:pt x="42" y="45"/>
                  </a:moveTo>
                  <a:lnTo>
                    <a:pt x="40" y="42"/>
                  </a:lnTo>
                  <a:lnTo>
                    <a:pt x="38" y="40"/>
                  </a:lnTo>
                  <a:lnTo>
                    <a:pt x="38" y="38"/>
                  </a:lnTo>
                  <a:lnTo>
                    <a:pt x="36" y="36"/>
                  </a:lnTo>
                  <a:lnTo>
                    <a:pt x="36" y="35"/>
                  </a:lnTo>
                  <a:lnTo>
                    <a:pt x="35" y="33"/>
                  </a:lnTo>
                  <a:lnTo>
                    <a:pt x="33" y="31"/>
                  </a:lnTo>
                  <a:lnTo>
                    <a:pt x="33" y="30"/>
                  </a:lnTo>
                  <a:lnTo>
                    <a:pt x="31" y="28"/>
                  </a:lnTo>
                  <a:lnTo>
                    <a:pt x="31" y="26"/>
                  </a:lnTo>
                  <a:lnTo>
                    <a:pt x="29" y="24"/>
                  </a:lnTo>
                  <a:lnTo>
                    <a:pt x="29" y="23"/>
                  </a:lnTo>
                  <a:lnTo>
                    <a:pt x="28" y="21"/>
                  </a:lnTo>
                  <a:lnTo>
                    <a:pt x="28" y="19"/>
                  </a:lnTo>
                  <a:lnTo>
                    <a:pt x="26" y="17"/>
                  </a:lnTo>
                  <a:lnTo>
                    <a:pt x="26" y="16"/>
                  </a:lnTo>
                  <a:lnTo>
                    <a:pt x="24" y="14"/>
                  </a:lnTo>
                  <a:lnTo>
                    <a:pt x="23" y="12"/>
                  </a:lnTo>
                  <a:lnTo>
                    <a:pt x="23" y="10"/>
                  </a:lnTo>
                  <a:lnTo>
                    <a:pt x="21" y="9"/>
                  </a:lnTo>
                  <a:lnTo>
                    <a:pt x="19" y="7"/>
                  </a:lnTo>
                  <a:lnTo>
                    <a:pt x="17" y="5"/>
                  </a:lnTo>
                  <a:lnTo>
                    <a:pt x="16" y="5"/>
                  </a:lnTo>
                  <a:lnTo>
                    <a:pt x="14" y="4"/>
                  </a:lnTo>
                  <a:lnTo>
                    <a:pt x="12" y="2"/>
                  </a:lnTo>
                  <a:lnTo>
                    <a:pt x="10" y="2"/>
                  </a:lnTo>
                  <a:lnTo>
                    <a:pt x="9" y="0"/>
                  </a:lnTo>
                  <a:lnTo>
                    <a:pt x="7" y="0"/>
                  </a:lnTo>
                  <a:lnTo>
                    <a:pt x="5" y="0"/>
                  </a:lnTo>
                  <a:lnTo>
                    <a:pt x="3" y="0"/>
                  </a:lnTo>
                  <a:lnTo>
                    <a:pt x="0" y="0"/>
                  </a:lnTo>
                  <a:lnTo>
                    <a:pt x="0" y="7"/>
                  </a:lnTo>
                  <a:lnTo>
                    <a:pt x="2" y="7"/>
                  </a:lnTo>
                  <a:lnTo>
                    <a:pt x="3" y="7"/>
                  </a:lnTo>
                  <a:lnTo>
                    <a:pt x="5" y="7"/>
                  </a:lnTo>
                  <a:lnTo>
                    <a:pt x="7" y="7"/>
                  </a:lnTo>
                  <a:lnTo>
                    <a:pt x="9" y="9"/>
                  </a:lnTo>
                  <a:lnTo>
                    <a:pt x="10" y="9"/>
                  </a:lnTo>
                  <a:lnTo>
                    <a:pt x="12" y="10"/>
                  </a:lnTo>
                  <a:lnTo>
                    <a:pt x="14" y="12"/>
                  </a:lnTo>
                  <a:lnTo>
                    <a:pt x="16" y="14"/>
                  </a:lnTo>
                  <a:lnTo>
                    <a:pt x="17" y="16"/>
                  </a:lnTo>
                  <a:lnTo>
                    <a:pt x="17" y="17"/>
                  </a:lnTo>
                  <a:lnTo>
                    <a:pt x="19" y="19"/>
                  </a:lnTo>
                  <a:lnTo>
                    <a:pt x="21" y="21"/>
                  </a:lnTo>
                  <a:lnTo>
                    <a:pt x="21" y="23"/>
                  </a:lnTo>
                  <a:lnTo>
                    <a:pt x="23" y="24"/>
                  </a:lnTo>
                  <a:lnTo>
                    <a:pt x="24" y="26"/>
                  </a:lnTo>
                  <a:lnTo>
                    <a:pt x="24" y="28"/>
                  </a:lnTo>
                  <a:lnTo>
                    <a:pt x="26" y="30"/>
                  </a:lnTo>
                  <a:lnTo>
                    <a:pt x="26" y="31"/>
                  </a:lnTo>
                  <a:lnTo>
                    <a:pt x="28" y="33"/>
                  </a:lnTo>
                  <a:lnTo>
                    <a:pt x="28" y="35"/>
                  </a:lnTo>
                  <a:lnTo>
                    <a:pt x="29" y="36"/>
                  </a:lnTo>
                  <a:lnTo>
                    <a:pt x="29" y="38"/>
                  </a:lnTo>
                  <a:lnTo>
                    <a:pt x="31" y="40"/>
                  </a:lnTo>
                  <a:lnTo>
                    <a:pt x="31" y="42"/>
                  </a:lnTo>
                  <a:lnTo>
                    <a:pt x="33" y="43"/>
                  </a:lnTo>
                  <a:lnTo>
                    <a:pt x="35" y="45"/>
                  </a:lnTo>
                  <a:lnTo>
                    <a:pt x="35" y="47"/>
                  </a:lnTo>
                  <a:lnTo>
                    <a:pt x="35" y="45"/>
                  </a:lnTo>
                  <a:lnTo>
                    <a:pt x="42" y="45"/>
                  </a:lnTo>
                  <a:lnTo>
                    <a:pt x="42" y="43"/>
                  </a:lnTo>
                  <a:lnTo>
                    <a:pt x="40" y="42"/>
                  </a:lnTo>
                  <a:lnTo>
                    <a:pt x="42" y="4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63" name="Google Shape;463;p10"/>
            <p:cNvSpPr/>
            <p:nvPr/>
          </p:nvSpPr>
          <p:spPr>
            <a:xfrm>
              <a:off x="4867" y="1953"/>
              <a:ext cx="54" cy="213"/>
            </a:xfrm>
            <a:custGeom>
              <a:rect b="b" l="l" r="r" t="t"/>
              <a:pathLst>
                <a:path extrusionOk="0" h="213" w="54">
                  <a:moveTo>
                    <a:pt x="49" y="4"/>
                  </a:moveTo>
                  <a:lnTo>
                    <a:pt x="49" y="9"/>
                  </a:lnTo>
                  <a:lnTo>
                    <a:pt x="47" y="16"/>
                  </a:lnTo>
                  <a:lnTo>
                    <a:pt x="47" y="23"/>
                  </a:lnTo>
                  <a:lnTo>
                    <a:pt x="47" y="30"/>
                  </a:lnTo>
                  <a:lnTo>
                    <a:pt x="47" y="36"/>
                  </a:lnTo>
                  <a:lnTo>
                    <a:pt x="49" y="43"/>
                  </a:lnTo>
                  <a:lnTo>
                    <a:pt x="49" y="50"/>
                  </a:lnTo>
                  <a:lnTo>
                    <a:pt x="49" y="57"/>
                  </a:lnTo>
                  <a:lnTo>
                    <a:pt x="49" y="64"/>
                  </a:lnTo>
                  <a:lnTo>
                    <a:pt x="50" y="71"/>
                  </a:lnTo>
                  <a:lnTo>
                    <a:pt x="50" y="80"/>
                  </a:lnTo>
                  <a:lnTo>
                    <a:pt x="52" y="87"/>
                  </a:lnTo>
                  <a:lnTo>
                    <a:pt x="52" y="94"/>
                  </a:lnTo>
                  <a:lnTo>
                    <a:pt x="52" y="101"/>
                  </a:lnTo>
                  <a:lnTo>
                    <a:pt x="54" y="107"/>
                  </a:lnTo>
                  <a:lnTo>
                    <a:pt x="54" y="114"/>
                  </a:lnTo>
                  <a:lnTo>
                    <a:pt x="54" y="123"/>
                  </a:lnTo>
                  <a:lnTo>
                    <a:pt x="54" y="130"/>
                  </a:lnTo>
                  <a:lnTo>
                    <a:pt x="54" y="137"/>
                  </a:lnTo>
                  <a:lnTo>
                    <a:pt x="54" y="144"/>
                  </a:lnTo>
                  <a:lnTo>
                    <a:pt x="52" y="149"/>
                  </a:lnTo>
                  <a:lnTo>
                    <a:pt x="52" y="156"/>
                  </a:lnTo>
                  <a:lnTo>
                    <a:pt x="50" y="163"/>
                  </a:lnTo>
                  <a:lnTo>
                    <a:pt x="49" y="170"/>
                  </a:lnTo>
                  <a:lnTo>
                    <a:pt x="47" y="175"/>
                  </a:lnTo>
                  <a:lnTo>
                    <a:pt x="45" y="182"/>
                  </a:lnTo>
                  <a:lnTo>
                    <a:pt x="42" y="187"/>
                  </a:lnTo>
                  <a:lnTo>
                    <a:pt x="38" y="192"/>
                  </a:lnTo>
                  <a:lnTo>
                    <a:pt x="35" y="198"/>
                  </a:lnTo>
                  <a:lnTo>
                    <a:pt x="31" y="203"/>
                  </a:lnTo>
                  <a:lnTo>
                    <a:pt x="26" y="208"/>
                  </a:lnTo>
                  <a:lnTo>
                    <a:pt x="21" y="213"/>
                  </a:lnTo>
                  <a:lnTo>
                    <a:pt x="18" y="206"/>
                  </a:lnTo>
                  <a:lnTo>
                    <a:pt x="14" y="201"/>
                  </a:lnTo>
                  <a:lnTo>
                    <a:pt x="11" y="194"/>
                  </a:lnTo>
                  <a:lnTo>
                    <a:pt x="9" y="189"/>
                  </a:lnTo>
                  <a:lnTo>
                    <a:pt x="7" y="182"/>
                  </a:lnTo>
                  <a:lnTo>
                    <a:pt x="5" y="175"/>
                  </a:lnTo>
                  <a:lnTo>
                    <a:pt x="4" y="168"/>
                  </a:lnTo>
                  <a:lnTo>
                    <a:pt x="2" y="163"/>
                  </a:lnTo>
                  <a:lnTo>
                    <a:pt x="2" y="156"/>
                  </a:lnTo>
                  <a:lnTo>
                    <a:pt x="0" y="149"/>
                  </a:lnTo>
                  <a:lnTo>
                    <a:pt x="0" y="142"/>
                  </a:lnTo>
                  <a:lnTo>
                    <a:pt x="0" y="135"/>
                  </a:lnTo>
                  <a:lnTo>
                    <a:pt x="0" y="128"/>
                  </a:lnTo>
                  <a:lnTo>
                    <a:pt x="0" y="121"/>
                  </a:lnTo>
                  <a:lnTo>
                    <a:pt x="2" y="114"/>
                  </a:lnTo>
                  <a:lnTo>
                    <a:pt x="2" y="107"/>
                  </a:lnTo>
                  <a:lnTo>
                    <a:pt x="4" y="101"/>
                  </a:lnTo>
                  <a:lnTo>
                    <a:pt x="4" y="94"/>
                  </a:lnTo>
                  <a:lnTo>
                    <a:pt x="5" y="87"/>
                  </a:lnTo>
                  <a:lnTo>
                    <a:pt x="7" y="80"/>
                  </a:lnTo>
                  <a:lnTo>
                    <a:pt x="9" y="73"/>
                  </a:lnTo>
                  <a:lnTo>
                    <a:pt x="11" y="66"/>
                  </a:lnTo>
                  <a:lnTo>
                    <a:pt x="12" y="59"/>
                  </a:lnTo>
                  <a:lnTo>
                    <a:pt x="12" y="52"/>
                  </a:lnTo>
                  <a:lnTo>
                    <a:pt x="14" y="45"/>
                  </a:lnTo>
                  <a:lnTo>
                    <a:pt x="16" y="40"/>
                  </a:lnTo>
                  <a:lnTo>
                    <a:pt x="18" y="33"/>
                  </a:lnTo>
                  <a:lnTo>
                    <a:pt x="19" y="26"/>
                  </a:lnTo>
                  <a:lnTo>
                    <a:pt x="21" y="19"/>
                  </a:lnTo>
                  <a:lnTo>
                    <a:pt x="23" y="14"/>
                  </a:lnTo>
                  <a:lnTo>
                    <a:pt x="24" y="7"/>
                  </a:lnTo>
                  <a:lnTo>
                    <a:pt x="26" y="0"/>
                  </a:lnTo>
                  <a:lnTo>
                    <a:pt x="49" y="4"/>
                  </a:lnTo>
                  <a:close/>
                </a:path>
              </a:pathLst>
            </a:custGeom>
            <a:solidFill>
              <a:srgbClr val="66006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64" name="Google Shape;464;p10"/>
            <p:cNvSpPr/>
            <p:nvPr/>
          </p:nvSpPr>
          <p:spPr>
            <a:xfrm>
              <a:off x="4885" y="1955"/>
              <a:ext cx="39" cy="216"/>
            </a:xfrm>
            <a:custGeom>
              <a:rect b="b" l="l" r="r" t="t"/>
              <a:pathLst>
                <a:path extrusionOk="0" h="216" w="39">
                  <a:moveTo>
                    <a:pt x="0" y="213"/>
                  </a:moveTo>
                  <a:lnTo>
                    <a:pt x="6" y="213"/>
                  </a:lnTo>
                  <a:lnTo>
                    <a:pt x="12" y="208"/>
                  </a:lnTo>
                  <a:lnTo>
                    <a:pt x="15" y="204"/>
                  </a:lnTo>
                  <a:lnTo>
                    <a:pt x="20" y="197"/>
                  </a:lnTo>
                  <a:lnTo>
                    <a:pt x="24" y="192"/>
                  </a:lnTo>
                  <a:lnTo>
                    <a:pt x="27" y="187"/>
                  </a:lnTo>
                  <a:lnTo>
                    <a:pt x="31" y="180"/>
                  </a:lnTo>
                  <a:lnTo>
                    <a:pt x="32" y="175"/>
                  </a:lnTo>
                  <a:lnTo>
                    <a:pt x="34" y="168"/>
                  </a:lnTo>
                  <a:lnTo>
                    <a:pt x="36" y="161"/>
                  </a:lnTo>
                  <a:lnTo>
                    <a:pt x="38" y="156"/>
                  </a:lnTo>
                  <a:lnTo>
                    <a:pt x="38" y="149"/>
                  </a:lnTo>
                  <a:lnTo>
                    <a:pt x="39" y="142"/>
                  </a:lnTo>
                  <a:lnTo>
                    <a:pt x="39" y="135"/>
                  </a:lnTo>
                  <a:lnTo>
                    <a:pt x="39" y="128"/>
                  </a:lnTo>
                  <a:lnTo>
                    <a:pt x="39" y="119"/>
                  </a:lnTo>
                  <a:lnTo>
                    <a:pt x="39" y="112"/>
                  </a:lnTo>
                  <a:lnTo>
                    <a:pt x="39" y="105"/>
                  </a:lnTo>
                  <a:lnTo>
                    <a:pt x="38" y="99"/>
                  </a:lnTo>
                  <a:lnTo>
                    <a:pt x="38" y="92"/>
                  </a:lnTo>
                  <a:lnTo>
                    <a:pt x="38" y="85"/>
                  </a:lnTo>
                  <a:lnTo>
                    <a:pt x="36" y="76"/>
                  </a:lnTo>
                  <a:lnTo>
                    <a:pt x="36" y="69"/>
                  </a:lnTo>
                  <a:lnTo>
                    <a:pt x="36" y="62"/>
                  </a:lnTo>
                  <a:lnTo>
                    <a:pt x="34" y="55"/>
                  </a:lnTo>
                  <a:lnTo>
                    <a:pt x="34" y="48"/>
                  </a:lnTo>
                  <a:lnTo>
                    <a:pt x="34" y="41"/>
                  </a:lnTo>
                  <a:lnTo>
                    <a:pt x="32" y="34"/>
                  </a:lnTo>
                  <a:lnTo>
                    <a:pt x="32" y="28"/>
                  </a:lnTo>
                  <a:lnTo>
                    <a:pt x="32" y="21"/>
                  </a:lnTo>
                  <a:lnTo>
                    <a:pt x="32" y="14"/>
                  </a:lnTo>
                  <a:lnTo>
                    <a:pt x="34" y="8"/>
                  </a:lnTo>
                  <a:lnTo>
                    <a:pt x="34" y="2"/>
                  </a:lnTo>
                  <a:lnTo>
                    <a:pt x="27" y="0"/>
                  </a:lnTo>
                  <a:lnTo>
                    <a:pt x="27" y="7"/>
                  </a:lnTo>
                  <a:lnTo>
                    <a:pt x="26" y="14"/>
                  </a:lnTo>
                  <a:lnTo>
                    <a:pt x="26" y="21"/>
                  </a:lnTo>
                  <a:lnTo>
                    <a:pt x="26" y="28"/>
                  </a:lnTo>
                  <a:lnTo>
                    <a:pt x="26" y="34"/>
                  </a:lnTo>
                  <a:lnTo>
                    <a:pt x="26" y="41"/>
                  </a:lnTo>
                  <a:lnTo>
                    <a:pt x="27" y="48"/>
                  </a:lnTo>
                  <a:lnTo>
                    <a:pt x="27" y="55"/>
                  </a:lnTo>
                  <a:lnTo>
                    <a:pt x="27" y="62"/>
                  </a:lnTo>
                  <a:lnTo>
                    <a:pt x="29" y="71"/>
                  </a:lnTo>
                  <a:lnTo>
                    <a:pt x="29" y="78"/>
                  </a:lnTo>
                  <a:lnTo>
                    <a:pt x="29" y="85"/>
                  </a:lnTo>
                  <a:lnTo>
                    <a:pt x="31" y="92"/>
                  </a:lnTo>
                  <a:lnTo>
                    <a:pt x="31" y="99"/>
                  </a:lnTo>
                  <a:lnTo>
                    <a:pt x="31" y="105"/>
                  </a:lnTo>
                  <a:lnTo>
                    <a:pt x="32" y="114"/>
                  </a:lnTo>
                  <a:lnTo>
                    <a:pt x="32" y="121"/>
                  </a:lnTo>
                  <a:lnTo>
                    <a:pt x="32" y="128"/>
                  </a:lnTo>
                  <a:lnTo>
                    <a:pt x="32" y="135"/>
                  </a:lnTo>
                  <a:lnTo>
                    <a:pt x="31" y="140"/>
                  </a:lnTo>
                  <a:lnTo>
                    <a:pt x="31" y="147"/>
                  </a:lnTo>
                  <a:lnTo>
                    <a:pt x="31" y="154"/>
                  </a:lnTo>
                  <a:lnTo>
                    <a:pt x="29" y="161"/>
                  </a:lnTo>
                  <a:lnTo>
                    <a:pt x="27" y="166"/>
                  </a:lnTo>
                  <a:lnTo>
                    <a:pt x="26" y="171"/>
                  </a:lnTo>
                  <a:lnTo>
                    <a:pt x="24" y="178"/>
                  </a:lnTo>
                  <a:lnTo>
                    <a:pt x="20" y="183"/>
                  </a:lnTo>
                  <a:lnTo>
                    <a:pt x="19" y="189"/>
                  </a:lnTo>
                  <a:lnTo>
                    <a:pt x="15" y="194"/>
                  </a:lnTo>
                  <a:lnTo>
                    <a:pt x="10" y="199"/>
                  </a:lnTo>
                  <a:lnTo>
                    <a:pt x="6" y="202"/>
                  </a:lnTo>
                  <a:lnTo>
                    <a:pt x="1" y="208"/>
                  </a:lnTo>
                  <a:lnTo>
                    <a:pt x="6" y="208"/>
                  </a:lnTo>
                  <a:lnTo>
                    <a:pt x="0" y="213"/>
                  </a:lnTo>
                  <a:lnTo>
                    <a:pt x="3" y="216"/>
                  </a:lnTo>
                  <a:lnTo>
                    <a:pt x="6" y="213"/>
                  </a:lnTo>
                  <a:lnTo>
                    <a:pt x="0" y="2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65" name="Google Shape;465;p10"/>
            <p:cNvSpPr/>
            <p:nvPr/>
          </p:nvSpPr>
          <p:spPr>
            <a:xfrm>
              <a:off x="4864" y="1950"/>
              <a:ext cx="33" cy="218"/>
            </a:xfrm>
            <a:custGeom>
              <a:rect b="b" l="l" r="r" t="t"/>
              <a:pathLst>
                <a:path extrusionOk="0" h="218" w="33">
                  <a:moveTo>
                    <a:pt x="29" y="0"/>
                  </a:moveTo>
                  <a:lnTo>
                    <a:pt x="26" y="3"/>
                  </a:lnTo>
                  <a:lnTo>
                    <a:pt x="24" y="10"/>
                  </a:lnTo>
                  <a:lnTo>
                    <a:pt x="22" y="15"/>
                  </a:lnTo>
                  <a:lnTo>
                    <a:pt x="21" y="22"/>
                  </a:lnTo>
                  <a:lnTo>
                    <a:pt x="19" y="27"/>
                  </a:lnTo>
                  <a:lnTo>
                    <a:pt x="17" y="34"/>
                  </a:lnTo>
                  <a:lnTo>
                    <a:pt x="15" y="41"/>
                  </a:lnTo>
                  <a:lnTo>
                    <a:pt x="14" y="48"/>
                  </a:lnTo>
                  <a:lnTo>
                    <a:pt x="12" y="55"/>
                  </a:lnTo>
                  <a:lnTo>
                    <a:pt x="10" y="62"/>
                  </a:lnTo>
                  <a:lnTo>
                    <a:pt x="10" y="69"/>
                  </a:lnTo>
                  <a:lnTo>
                    <a:pt x="8" y="76"/>
                  </a:lnTo>
                  <a:lnTo>
                    <a:pt x="7" y="83"/>
                  </a:lnTo>
                  <a:lnTo>
                    <a:pt x="5" y="90"/>
                  </a:lnTo>
                  <a:lnTo>
                    <a:pt x="3" y="97"/>
                  </a:lnTo>
                  <a:lnTo>
                    <a:pt x="3" y="104"/>
                  </a:lnTo>
                  <a:lnTo>
                    <a:pt x="1" y="110"/>
                  </a:lnTo>
                  <a:lnTo>
                    <a:pt x="1" y="117"/>
                  </a:lnTo>
                  <a:lnTo>
                    <a:pt x="0" y="124"/>
                  </a:lnTo>
                  <a:lnTo>
                    <a:pt x="0" y="131"/>
                  </a:lnTo>
                  <a:lnTo>
                    <a:pt x="0" y="138"/>
                  </a:lnTo>
                  <a:lnTo>
                    <a:pt x="0" y="145"/>
                  </a:lnTo>
                  <a:lnTo>
                    <a:pt x="0" y="152"/>
                  </a:lnTo>
                  <a:lnTo>
                    <a:pt x="0" y="159"/>
                  </a:lnTo>
                  <a:lnTo>
                    <a:pt x="1" y="166"/>
                  </a:lnTo>
                  <a:lnTo>
                    <a:pt x="3" y="173"/>
                  </a:lnTo>
                  <a:lnTo>
                    <a:pt x="5" y="180"/>
                  </a:lnTo>
                  <a:lnTo>
                    <a:pt x="7" y="185"/>
                  </a:lnTo>
                  <a:lnTo>
                    <a:pt x="8" y="192"/>
                  </a:lnTo>
                  <a:lnTo>
                    <a:pt x="10" y="199"/>
                  </a:lnTo>
                  <a:lnTo>
                    <a:pt x="14" y="206"/>
                  </a:lnTo>
                  <a:lnTo>
                    <a:pt x="17" y="211"/>
                  </a:lnTo>
                  <a:lnTo>
                    <a:pt x="21" y="218"/>
                  </a:lnTo>
                  <a:lnTo>
                    <a:pt x="27" y="213"/>
                  </a:lnTo>
                  <a:lnTo>
                    <a:pt x="24" y="207"/>
                  </a:lnTo>
                  <a:lnTo>
                    <a:pt x="21" y="202"/>
                  </a:lnTo>
                  <a:lnTo>
                    <a:pt x="17" y="195"/>
                  </a:lnTo>
                  <a:lnTo>
                    <a:pt x="15" y="190"/>
                  </a:lnTo>
                  <a:lnTo>
                    <a:pt x="14" y="183"/>
                  </a:lnTo>
                  <a:lnTo>
                    <a:pt x="12" y="178"/>
                  </a:lnTo>
                  <a:lnTo>
                    <a:pt x="10" y="171"/>
                  </a:lnTo>
                  <a:lnTo>
                    <a:pt x="8" y="164"/>
                  </a:lnTo>
                  <a:lnTo>
                    <a:pt x="8" y="157"/>
                  </a:lnTo>
                  <a:lnTo>
                    <a:pt x="7" y="152"/>
                  </a:lnTo>
                  <a:lnTo>
                    <a:pt x="7" y="145"/>
                  </a:lnTo>
                  <a:lnTo>
                    <a:pt x="7" y="138"/>
                  </a:lnTo>
                  <a:lnTo>
                    <a:pt x="7" y="131"/>
                  </a:lnTo>
                  <a:lnTo>
                    <a:pt x="7" y="124"/>
                  </a:lnTo>
                  <a:lnTo>
                    <a:pt x="8" y="117"/>
                  </a:lnTo>
                  <a:lnTo>
                    <a:pt x="8" y="110"/>
                  </a:lnTo>
                  <a:lnTo>
                    <a:pt x="10" y="104"/>
                  </a:lnTo>
                  <a:lnTo>
                    <a:pt x="10" y="97"/>
                  </a:lnTo>
                  <a:lnTo>
                    <a:pt x="12" y="90"/>
                  </a:lnTo>
                  <a:lnTo>
                    <a:pt x="14" y="83"/>
                  </a:lnTo>
                  <a:lnTo>
                    <a:pt x="15" y="78"/>
                  </a:lnTo>
                  <a:lnTo>
                    <a:pt x="17" y="71"/>
                  </a:lnTo>
                  <a:lnTo>
                    <a:pt x="19" y="64"/>
                  </a:lnTo>
                  <a:lnTo>
                    <a:pt x="21" y="57"/>
                  </a:lnTo>
                  <a:lnTo>
                    <a:pt x="22" y="50"/>
                  </a:lnTo>
                  <a:lnTo>
                    <a:pt x="24" y="43"/>
                  </a:lnTo>
                  <a:lnTo>
                    <a:pt x="26" y="36"/>
                  </a:lnTo>
                  <a:lnTo>
                    <a:pt x="27" y="31"/>
                  </a:lnTo>
                  <a:lnTo>
                    <a:pt x="27" y="24"/>
                  </a:lnTo>
                  <a:lnTo>
                    <a:pt x="29" y="17"/>
                  </a:lnTo>
                  <a:lnTo>
                    <a:pt x="31" y="12"/>
                  </a:lnTo>
                  <a:lnTo>
                    <a:pt x="33" y="5"/>
                  </a:lnTo>
                  <a:lnTo>
                    <a:pt x="29" y="8"/>
                  </a:lnTo>
                  <a:lnTo>
                    <a:pt x="29" y="0"/>
                  </a:lnTo>
                  <a:lnTo>
                    <a:pt x="27" y="0"/>
                  </a:lnTo>
                  <a:lnTo>
                    <a:pt x="26" y="3"/>
                  </a:lnTo>
                  <a:lnTo>
                    <a:pt x="29" y="0"/>
                  </a:lnTo>
                  <a:close/>
                </a:path>
              </a:pathLst>
            </a:custGeom>
            <a:solidFill>
              <a:srgbClr val="990033"/>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66" name="Google Shape;466;p10"/>
            <p:cNvSpPr/>
            <p:nvPr/>
          </p:nvSpPr>
          <p:spPr>
            <a:xfrm>
              <a:off x="4893" y="1950"/>
              <a:ext cx="26" cy="10"/>
            </a:xfrm>
            <a:custGeom>
              <a:rect b="b" l="l" r="r" t="t"/>
              <a:pathLst>
                <a:path extrusionOk="0" h="10" w="26">
                  <a:moveTo>
                    <a:pt x="26" y="7"/>
                  </a:moveTo>
                  <a:lnTo>
                    <a:pt x="23" y="3"/>
                  </a:lnTo>
                  <a:lnTo>
                    <a:pt x="0" y="0"/>
                  </a:lnTo>
                  <a:lnTo>
                    <a:pt x="0" y="8"/>
                  </a:lnTo>
                  <a:lnTo>
                    <a:pt x="23" y="10"/>
                  </a:lnTo>
                  <a:lnTo>
                    <a:pt x="19" y="5"/>
                  </a:lnTo>
                  <a:lnTo>
                    <a:pt x="26" y="7"/>
                  </a:lnTo>
                  <a:lnTo>
                    <a:pt x="26" y="3"/>
                  </a:lnTo>
                  <a:lnTo>
                    <a:pt x="23" y="3"/>
                  </a:lnTo>
                  <a:lnTo>
                    <a:pt x="26"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67" name="Google Shape;467;p10"/>
            <p:cNvSpPr/>
            <p:nvPr/>
          </p:nvSpPr>
          <p:spPr>
            <a:xfrm>
              <a:off x="4673" y="2733"/>
              <a:ext cx="491" cy="1058"/>
            </a:xfrm>
            <a:custGeom>
              <a:rect b="b" l="l" r="r" t="t"/>
              <a:pathLst>
                <a:path extrusionOk="0" h="1058" w="491">
                  <a:moveTo>
                    <a:pt x="309" y="62"/>
                  </a:moveTo>
                  <a:lnTo>
                    <a:pt x="314" y="62"/>
                  </a:lnTo>
                  <a:lnTo>
                    <a:pt x="319" y="62"/>
                  </a:lnTo>
                  <a:lnTo>
                    <a:pt x="326" y="62"/>
                  </a:lnTo>
                  <a:lnTo>
                    <a:pt x="331" y="62"/>
                  </a:lnTo>
                  <a:lnTo>
                    <a:pt x="336" y="62"/>
                  </a:lnTo>
                  <a:lnTo>
                    <a:pt x="342" y="62"/>
                  </a:lnTo>
                  <a:lnTo>
                    <a:pt x="347" y="62"/>
                  </a:lnTo>
                  <a:lnTo>
                    <a:pt x="354" y="62"/>
                  </a:lnTo>
                  <a:lnTo>
                    <a:pt x="359" y="64"/>
                  </a:lnTo>
                  <a:lnTo>
                    <a:pt x="364" y="64"/>
                  </a:lnTo>
                  <a:lnTo>
                    <a:pt x="369" y="64"/>
                  </a:lnTo>
                  <a:lnTo>
                    <a:pt x="376" y="64"/>
                  </a:lnTo>
                  <a:lnTo>
                    <a:pt x="381" y="64"/>
                  </a:lnTo>
                  <a:lnTo>
                    <a:pt x="387" y="64"/>
                  </a:lnTo>
                  <a:lnTo>
                    <a:pt x="392" y="64"/>
                  </a:lnTo>
                  <a:lnTo>
                    <a:pt x="397" y="64"/>
                  </a:lnTo>
                  <a:lnTo>
                    <a:pt x="404" y="62"/>
                  </a:lnTo>
                  <a:lnTo>
                    <a:pt x="409" y="62"/>
                  </a:lnTo>
                  <a:lnTo>
                    <a:pt x="414" y="62"/>
                  </a:lnTo>
                  <a:lnTo>
                    <a:pt x="420" y="62"/>
                  </a:lnTo>
                  <a:lnTo>
                    <a:pt x="425" y="62"/>
                  </a:lnTo>
                  <a:lnTo>
                    <a:pt x="432" y="60"/>
                  </a:lnTo>
                  <a:lnTo>
                    <a:pt x="437" y="60"/>
                  </a:lnTo>
                  <a:lnTo>
                    <a:pt x="442" y="59"/>
                  </a:lnTo>
                  <a:lnTo>
                    <a:pt x="447" y="59"/>
                  </a:lnTo>
                  <a:lnTo>
                    <a:pt x="453" y="57"/>
                  </a:lnTo>
                  <a:lnTo>
                    <a:pt x="458" y="57"/>
                  </a:lnTo>
                  <a:lnTo>
                    <a:pt x="465" y="55"/>
                  </a:lnTo>
                  <a:lnTo>
                    <a:pt x="470" y="53"/>
                  </a:lnTo>
                  <a:lnTo>
                    <a:pt x="475" y="52"/>
                  </a:lnTo>
                  <a:lnTo>
                    <a:pt x="480" y="50"/>
                  </a:lnTo>
                  <a:lnTo>
                    <a:pt x="485" y="48"/>
                  </a:lnTo>
                  <a:lnTo>
                    <a:pt x="491" y="100"/>
                  </a:lnTo>
                  <a:lnTo>
                    <a:pt x="491" y="121"/>
                  </a:lnTo>
                  <a:lnTo>
                    <a:pt x="491" y="140"/>
                  </a:lnTo>
                  <a:lnTo>
                    <a:pt x="491" y="161"/>
                  </a:lnTo>
                  <a:lnTo>
                    <a:pt x="491" y="180"/>
                  </a:lnTo>
                  <a:lnTo>
                    <a:pt x="491" y="199"/>
                  </a:lnTo>
                  <a:lnTo>
                    <a:pt x="489" y="220"/>
                  </a:lnTo>
                  <a:lnTo>
                    <a:pt x="489" y="239"/>
                  </a:lnTo>
                  <a:lnTo>
                    <a:pt x="489" y="258"/>
                  </a:lnTo>
                  <a:lnTo>
                    <a:pt x="489" y="279"/>
                  </a:lnTo>
                  <a:lnTo>
                    <a:pt x="487" y="298"/>
                  </a:lnTo>
                  <a:lnTo>
                    <a:pt x="487" y="318"/>
                  </a:lnTo>
                  <a:lnTo>
                    <a:pt x="485" y="337"/>
                  </a:lnTo>
                  <a:lnTo>
                    <a:pt x="485" y="357"/>
                  </a:lnTo>
                  <a:lnTo>
                    <a:pt x="484" y="377"/>
                  </a:lnTo>
                  <a:lnTo>
                    <a:pt x="482" y="396"/>
                  </a:lnTo>
                  <a:lnTo>
                    <a:pt x="482" y="415"/>
                  </a:lnTo>
                  <a:lnTo>
                    <a:pt x="480" y="436"/>
                  </a:lnTo>
                  <a:lnTo>
                    <a:pt x="479" y="455"/>
                  </a:lnTo>
                  <a:lnTo>
                    <a:pt x="477" y="474"/>
                  </a:lnTo>
                  <a:lnTo>
                    <a:pt x="475" y="493"/>
                  </a:lnTo>
                  <a:lnTo>
                    <a:pt x="473" y="514"/>
                  </a:lnTo>
                  <a:lnTo>
                    <a:pt x="472" y="533"/>
                  </a:lnTo>
                  <a:lnTo>
                    <a:pt x="470" y="552"/>
                  </a:lnTo>
                  <a:lnTo>
                    <a:pt x="468" y="571"/>
                  </a:lnTo>
                  <a:lnTo>
                    <a:pt x="466" y="590"/>
                  </a:lnTo>
                  <a:lnTo>
                    <a:pt x="463" y="609"/>
                  </a:lnTo>
                  <a:lnTo>
                    <a:pt x="461" y="630"/>
                  </a:lnTo>
                  <a:lnTo>
                    <a:pt x="459" y="649"/>
                  </a:lnTo>
                  <a:lnTo>
                    <a:pt x="456" y="668"/>
                  </a:lnTo>
                  <a:lnTo>
                    <a:pt x="453" y="687"/>
                  </a:lnTo>
                  <a:lnTo>
                    <a:pt x="451" y="706"/>
                  </a:lnTo>
                  <a:lnTo>
                    <a:pt x="447" y="725"/>
                  </a:lnTo>
                  <a:lnTo>
                    <a:pt x="446" y="734"/>
                  </a:lnTo>
                  <a:lnTo>
                    <a:pt x="444" y="745"/>
                  </a:lnTo>
                  <a:lnTo>
                    <a:pt x="442" y="753"/>
                  </a:lnTo>
                  <a:lnTo>
                    <a:pt x="440" y="764"/>
                  </a:lnTo>
                  <a:lnTo>
                    <a:pt x="439" y="774"/>
                  </a:lnTo>
                  <a:lnTo>
                    <a:pt x="435" y="783"/>
                  </a:lnTo>
                  <a:lnTo>
                    <a:pt x="433" y="793"/>
                  </a:lnTo>
                  <a:lnTo>
                    <a:pt x="433" y="803"/>
                  </a:lnTo>
                  <a:lnTo>
                    <a:pt x="432" y="812"/>
                  </a:lnTo>
                  <a:lnTo>
                    <a:pt x="430" y="823"/>
                  </a:lnTo>
                  <a:lnTo>
                    <a:pt x="428" y="831"/>
                  </a:lnTo>
                  <a:lnTo>
                    <a:pt x="427" y="842"/>
                  </a:lnTo>
                  <a:lnTo>
                    <a:pt x="425" y="852"/>
                  </a:lnTo>
                  <a:lnTo>
                    <a:pt x="423" y="861"/>
                  </a:lnTo>
                  <a:lnTo>
                    <a:pt x="421" y="871"/>
                  </a:lnTo>
                  <a:lnTo>
                    <a:pt x="420" y="881"/>
                  </a:lnTo>
                  <a:lnTo>
                    <a:pt x="418" y="890"/>
                  </a:lnTo>
                  <a:lnTo>
                    <a:pt x="416" y="900"/>
                  </a:lnTo>
                  <a:lnTo>
                    <a:pt x="414" y="911"/>
                  </a:lnTo>
                  <a:lnTo>
                    <a:pt x="413" y="920"/>
                  </a:lnTo>
                  <a:lnTo>
                    <a:pt x="411" y="930"/>
                  </a:lnTo>
                  <a:lnTo>
                    <a:pt x="409" y="939"/>
                  </a:lnTo>
                  <a:lnTo>
                    <a:pt x="407" y="949"/>
                  </a:lnTo>
                  <a:lnTo>
                    <a:pt x="406" y="959"/>
                  </a:lnTo>
                  <a:lnTo>
                    <a:pt x="404" y="968"/>
                  </a:lnTo>
                  <a:lnTo>
                    <a:pt x="402" y="978"/>
                  </a:lnTo>
                  <a:lnTo>
                    <a:pt x="400" y="987"/>
                  </a:lnTo>
                  <a:lnTo>
                    <a:pt x="399" y="997"/>
                  </a:lnTo>
                  <a:lnTo>
                    <a:pt x="397" y="1006"/>
                  </a:lnTo>
                  <a:lnTo>
                    <a:pt x="395" y="1017"/>
                  </a:lnTo>
                  <a:lnTo>
                    <a:pt x="392" y="1025"/>
                  </a:lnTo>
                  <a:lnTo>
                    <a:pt x="390" y="1036"/>
                  </a:lnTo>
                  <a:lnTo>
                    <a:pt x="250" y="1058"/>
                  </a:lnTo>
                  <a:lnTo>
                    <a:pt x="248" y="1056"/>
                  </a:lnTo>
                  <a:lnTo>
                    <a:pt x="246" y="1056"/>
                  </a:lnTo>
                  <a:lnTo>
                    <a:pt x="246" y="1055"/>
                  </a:lnTo>
                  <a:lnTo>
                    <a:pt x="244" y="1055"/>
                  </a:lnTo>
                  <a:lnTo>
                    <a:pt x="244" y="1053"/>
                  </a:lnTo>
                  <a:lnTo>
                    <a:pt x="243" y="1053"/>
                  </a:lnTo>
                  <a:lnTo>
                    <a:pt x="243" y="1051"/>
                  </a:lnTo>
                  <a:lnTo>
                    <a:pt x="241" y="1051"/>
                  </a:lnTo>
                  <a:lnTo>
                    <a:pt x="241" y="1049"/>
                  </a:lnTo>
                  <a:lnTo>
                    <a:pt x="239" y="1049"/>
                  </a:lnTo>
                  <a:lnTo>
                    <a:pt x="238" y="1049"/>
                  </a:lnTo>
                  <a:lnTo>
                    <a:pt x="236" y="1049"/>
                  </a:lnTo>
                  <a:lnTo>
                    <a:pt x="234" y="1049"/>
                  </a:lnTo>
                  <a:lnTo>
                    <a:pt x="232" y="1049"/>
                  </a:lnTo>
                  <a:lnTo>
                    <a:pt x="231" y="1025"/>
                  </a:lnTo>
                  <a:lnTo>
                    <a:pt x="227" y="999"/>
                  </a:lnTo>
                  <a:lnTo>
                    <a:pt x="225" y="975"/>
                  </a:lnTo>
                  <a:lnTo>
                    <a:pt x="225" y="951"/>
                  </a:lnTo>
                  <a:lnTo>
                    <a:pt x="224" y="925"/>
                  </a:lnTo>
                  <a:lnTo>
                    <a:pt x="222" y="900"/>
                  </a:lnTo>
                  <a:lnTo>
                    <a:pt x="222" y="874"/>
                  </a:lnTo>
                  <a:lnTo>
                    <a:pt x="220" y="850"/>
                  </a:lnTo>
                  <a:lnTo>
                    <a:pt x="220" y="824"/>
                  </a:lnTo>
                  <a:lnTo>
                    <a:pt x="220" y="800"/>
                  </a:lnTo>
                  <a:lnTo>
                    <a:pt x="220" y="774"/>
                  </a:lnTo>
                  <a:lnTo>
                    <a:pt x="220" y="750"/>
                  </a:lnTo>
                  <a:lnTo>
                    <a:pt x="220" y="724"/>
                  </a:lnTo>
                  <a:lnTo>
                    <a:pt x="220" y="700"/>
                  </a:lnTo>
                  <a:lnTo>
                    <a:pt x="220" y="674"/>
                  </a:lnTo>
                  <a:lnTo>
                    <a:pt x="220" y="649"/>
                  </a:lnTo>
                  <a:lnTo>
                    <a:pt x="222" y="623"/>
                  </a:lnTo>
                  <a:lnTo>
                    <a:pt x="222" y="599"/>
                  </a:lnTo>
                  <a:lnTo>
                    <a:pt x="222" y="573"/>
                  </a:lnTo>
                  <a:lnTo>
                    <a:pt x="222" y="549"/>
                  </a:lnTo>
                  <a:lnTo>
                    <a:pt x="222" y="523"/>
                  </a:lnTo>
                  <a:lnTo>
                    <a:pt x="224" y="499"/>
                  </a:lnTo>
                  <a:lnTo>
                    <a:pt x="224" y="473"/>
                  </a:lnTo>
                  <a:lnTo>
                    <a:pt x="224" y="448"/>
                  </a:lnTo>
                  <a:lnTo>
                    <a:pt x="224" y="422"/>
                  </a:lnTo>
                  <a:lnTo>
                    <a:pt x="222" y="398"/>
                  </a:lnTo>
                  <a:lnTo>
                    <a:pt x="222" y="372"/>
                  </a:lnTo>
                  <a:lnTo>
                    <a:pt x="222" y="348"/>
                  </a:lnTo>
                  <a:lnTo>
                    <a:pt x="220" y="322"/>
                  </a:lnTo>
                  <a:lnTo>
                    <a:pt x="220" y="298"/>
                  </a:lnTo>
                  <a:lnTo>
                    <a:pt x="218" y="272"/>
                  </a:lnTo>
                  <a:lnTo>
                    <a:pt x="217" y="247"/>
                  </a:lnTo>
                  <a:lnTo>
                    <a:pt x="217" y="240"/>
                  </a:lnTo>
                  <a:lnTo>
                    <a:pt x="215" y="234"/>
                  </a:lnTo>
                  <a:lnTo>
                    <a:pt x="215" y="227"/>
                  </a:lnTo>
                  <a:lnTo>
                    <a:pt x="213" y="221"/>
                  </a:lnTo>
                  <a:lnTo>
                    <a:pt x="213" y="214"/>
                  </a:lnTo>
                  <a:lnTo>
                    <a:pt x="213" y="208"/>
                  </a:lnTo>
                  <a:lnTo>
                    <a:pt x="213" y="201"/>
                  </a:lnTo>
                  <a:lnTo>
                    <a:pt x="213" y="195"/>
                  </a:lnTo>
                  <a:lnTo>
                    <a:pt x="213" y="188"/>
                  </a:lnTo>
                  <a:lnTo>
                    <a:pt x="213" y="182"/>
                  </a:lnTo>
                  <a:lnTo>
                    <a:pt x="213" y="176"/>
                  </a:lnTo>
                  <a:lnTo>
                    <a:pt x="213" y="169"/>
                  </a:lnTo>
                  <a:lnTo>
                    <a:pt x="215" y="162"/>
                  </a:lnTo>
                  <a:lnTo>
                    <a:pt x="215" y="157"/>
                  </a:lnTo>
                  <a:lnTo>
                    <a:pt x="215" y="150"/>
                  </a:lnTo>
                  <a:lnTo>
                    <a:pt x="217" y="143"/>
                  </a:lnTo>
                  <a:lnTo>
                    <a:pt x="217" y="138"/>
                  </a:lnTo>
                  <a:lnTo>
                    <a:pt x="217" y="131"/>
                  </a:lnTo>
                  <a:lnTo>
                    <a:pt x="218" y="124"/>
                  </a:lnTo>
                  <a:lnTo>
                    <a:pt x="218" y="119"/>
                  </a:lnTo>
                  <a:lnTo>
                    <a:pt x="220" y="112"/>
                  </a:lnTo>
                  <a:lnTo>
                    <a:pt x="220" y="105"/>
                  </a:lnTo>
                  <a:lnTo>
                    <a:pt x="222" y="100"/>
                  </a:lnTo>
                  <a:lnTo>
                    <a:pt x="222" y="93"/>
                  </a:lnTo>
                  <a:lnTo>
                    <a:pt x="224" y="88"/>
                  </a:lnTo>
                  <a:lnTo>
                    <a:pt x="225" y="81"/>
                  </a:lnTo>
                  <a:lnTo>
                    <a:pt x="225" y="74"/>
                  </a:lnTo>
                  <a:lnTo>
                    <a:pt x="227" y="69"/>
                  </a:lnTo>
                  <a:lnTo>
                    <a:pt x="227" y="62"/>
                  </a:lnTo>
                  <a:lnTo>
                    <a:pt x="229" y="57"/>
                  </a:lnTo>
                  <a:lnTo>
                    <a:pt x="229" y="50"/>
                  </a:lnTo>
                  <a:lnTo>
                    <a:pt x="231" y="45"/>
                  </a:lnTo>
                  <a:lnTo>
                    <a:pt x="231" y="43"/>
                  </a:lnTo>
                  <a:lnTo>
                    <a:pt x="231" y="41"/>
                  </a:lnTo>
                  <a:lnTo>
                    <a:pt x="231" y="39"/>
                  </a:lnTo>
                  <a:lnTo>
                    <a:pt x="231" y="38"/>
                  </a:lnTo>
                  <a:lnTo>
                    <a:pt x="229" y="36"/>
                  </a:lnTo>
                  <a:lnTo>
                    <a:pt x="229" y="34"/>
                  </a:lnTo>
                  <a:lnTo>
                    <a:pt x="229" y="33"/>
                  </a:lnTo>
                  <a:lnTo>
                    <a:pt x="227" y="33"/>
                  </a:lnTo>
                  <a:lnTo>
                    <a:pt x="227" y="31"/>
                  </a:lnTo>
                  <a:lnTo>
                    <a:pt x="227" y="29"/>
                  </a:lnTo>
                  <a:lnTo>
                    <a:pt x="225" y="29"/>
                  </a:lnTo>
                  <a:lnTo>
                    <a:pt x="225" y="27"/>
                  </a:lnTo>
                  <a:lnTo>
                    <a:pt x="224" y="27"/>
                  </a:lnTo>
                  <a:lnTo>
                    <a:pt x="224" y="26"/>
                  </a:lnTo>
                  <a:lnTo>
                    <a:pt x="224" y="24"/>
                  </a:lnTo>
                  <a:lnTo>
                    <a:pt x="222" y="24"/>
                  </a:lnTo>
                  <a:lnTo>
                    <a:pt x="222" y="22"/>
                  </a:lnTo>
                  <a:lnTo>
                    <a:pt x="220" y="22"/>
                  </a:lnTo>
                  <a:lnTo>
                    <a:pt x="218" y="22"/>
                  </a:lnTo>
                  <a:lnTo>
                    <a:pt x="217" y="22"/>
                  </a:lnTo>
                  <a:lnTo>
                    <a:pt x="215" y="24"/>
                  </a:lnTo>
                  <a:lnTo>
                    <a:pt x="213" y="24"/>
                  </a:lnTo>
                  <a:lnTo>
                    <a:pt x="212" y="24"/>
                  </a:lnTo>
                  <a:lnTo>
                    <a:pt x="212" y="26"/>
                  </a:lnTo>
                  <a:lnTo>
                    <a:pt x="212" y="27"/>
                  </a:lnTo>
                  <a:lnTo>
                    <a:pt x="210" y="27"/>
                  </a:lnTo>
                  <a:lnTo>
                    <a:pt x="210" y="29"/>
                  </a:lnTo>
                  <a:lnTo>
                    <a:pt x="210" y="31"/>
                  </a:lnTo>
                  <a:lnTo>
                    <a:pt x="210" y="33"/>
                  </a:lnTo>
                  <a:lnTo>
                    <a:pt x="210" y="34"/>
                  </a:lnTo>
                  <a:lnTo>
                    <a:pt x="210" y="36"/>
                  </a:lnTo>
                  <a:lnTo>
                    <a:pt x="212" y="36"/>
                  </a:lnTo>
                  <a:lnTo>
                    <a:pt x="212" y="38"/>
                  </a:lnTo>
                  <a:lnTo>
                    <a:pt x="212" y="39"/>
                  </a:lnTo>
                  <a:lnTo>
                    <a:pt x="212" y="41"/>
                  </a:lnTo>
                  <a:lnTo>
                    <a:pt x="212" y="43"/>
                  </a:lnTo>
                  <a:lnTo>
                    <a:pt x="212" y="45"/>
                  </a:lnTo>
                  <a:lnTo>
                    <a:pt x="213" y="46"/>
                  </a:lnTo>
                  <a:lnTo>
                    <a:pt x="213" y="48"/>
                  </a:lnTo>
                  <a:lnTo>
                    <a:pt x="212" y="50"/>
                  </a:lnTo>
                  <a:lnTo>
                    <a:pt x="212" y="52"/>
                  </a:lnTo>
                  <a:lnTo>
                    <a:pt x="196" y="188"/>
                  </a:lnTo>
                  <a:lnTo>
                    <a:pt x="206" y="334"/>
                  </a:lnTo>
                  <a:lnTo>
                    <a:pt x="208" y="971"/>
                  </a:lnTo>
                  <a:lnTo>
                    <a:pt x="215" y="1051"/>
                  </a:lnTo>
                  <a:lnTo>
                    <a:pt x="212" y="1051"/>
                  </a:lnTo>
                  <a:lnTo>
                    <a:pt x="208" y="1049"/>
                  </a:lnTo>
                  <a:lnTo>
                    <a:pt x="205" y="1049"/>
                  </a:lnTo>
                  <a:lnTo>
                    <a:pt x="201" y="1048"/>
                  </a:lnTo>
                  <a:lnTo>
                    <a:pt x="198" y="1048"/>
                  </a:lnTo>
                  <a:lnTo>
                    <a:pt x="192" y="1046"/>
                  </a:lnTo>
                  <a:lnTo>
                    <a:pt x="189" y="1046"/>
                  </a:lnTo>
                  <a:lnTo>
                    <a:pt x="185" y="1044"/>
                  </a:lnTo>
                  <a:lnTo>
                    <a:pt x="182" y="1044"/>
                  </a:lnTo>
                  <a:lnTo>
                    <a:pt x="177" y="1043"/>
                  </a:lnTo>
                  <a:lnTo>
                    <a:pt x="173" y="1043"/>
                  </a:lnTo>
                  <a:lnTo>
                    <a:pt x="170" y="1041"/>
                  </a:lnTo>
                  <a:lnTo>
                    <a:pt x="166" y="1041"/>
                  </a:lnTo>
                  <a:lnTo>
                    <a:pt x="161" y="1041"/>
                  </a:lnTo>
                  <a:lnTo>
                    <a:pt x="158" y="1039"/>
                  </a:lnTo>
                  <a:lnTo>
                    <a:pt x="154" y="1039"/>
                  </a:lnTo>
                  <a:lnTo>
                    <a:pt x="151" y="1037"/>
                  </a:lnTo>
                  <a:lnTo>
                    <a:pt x="146" y="1037"/>
                  </a:lnTo>
                  <a:lnTo>
                    <a:pt x="142" y="1036"/>
                  </a:lnTo>
                  <a:lnTo>
                    <a:pt x="139" y="1036"/>
                  </a:lnTo>
                  <a:lnTo>
                    <a:pt x="135" y="1034"/>
                  </a:lnTo>
                  <a:lnTo>
                    <a:pt x="130" y="1034"/>
                  </a:lnTo>
                  <a:lnTo>
                    <a:pt x="127" y="1032"/>
                  </a:lnTo>
                  <a:lnTo>
                    <a:pt x="123" y="1030"/>
                  </a:lnTo>
                  <a:lnTo>
                    <a:pt x="120" y="1030"/>
                  </a:lnTo>
                  <a:lnTo>
                    <a:pt x="116" y="1029"/>
                  </a:lnTo>
                  <a:lnTo>
                    <a:pt x="113" y="1027"/>
                  </a:lnTo>
                  <a:lnTo>
                    <a:pt x="107" y="1025"/>
                  </a:lnTo>
                  <a:lnTo>
                    <a:pt x="104" y="1025"/>
                  </a:lnTo>
                  <a:lnTo>
                    <a:pt x="101" y="1023"/>
                  </a:lnTo>
                  <a:lnTo>
                    <a:pt x="97" y="1022"/>
                  </a:lnTo>
                  <a:lnTo>
                    <a:pt x="94" y="1020"/>
                  </a:lnTo>
                  <a:lnTo>
                    <a:pt x="92" y="1003"/>
                  </a:lnTo>
                  <a:lnTo>
                    <a:pt x="88" y="985"/>
                  </a:lnTo>
                  <a:lnTo>
                    <a:pt x="85" y="970"/>
                  </a:lnTo>
                  <a:lnTo>
                    <a:pt x="83" y="952"/>
                  </a:lnTo>
                  <a:lnTo>
                    <a:pt x="80" y="935"/>
                  </a:lnTo>
                  <a:lnTo>
                    <a:pt x="76" y="918"/>
                  </a:lnTo>
                  <a:lnTo>
                    <a:pt x="75" y="902"/>
                  </a:lnTo>
                  <a:lnTo>
                    <a:pt x="71" y="885"/>
                  </a:lnTo>
                  <a:lnTo>
                    <a:pt x="69" y="868"/>
                  </a:lnTo>
                  <a:lnTo>
                    <a:pt x="66" y="850"/>
                  </a:lnTo>
                  <a:lnTo>
                    <a:pt x="62" y="835"/>
                  </a:lnTo>
                  <a:lnTo>
                    <a:pt x="61" y="817"/>
                  </a:lnTo>
                  <a:lnTo>
                    <a:pt x="57" y="800"/>
                  </a:lnTo>
                  <a:lnTo>
                    <a:pt x="55" y="783"/>
                  </a:lnTo>
                  <a:lnTo>
                    <a:pt x="52" y="765"/>
                  </a:lnTo>
                  <a:lnTo>
                    <a:pt x="50" y="748"/>
                  </a:lnTo>
                  <a:lnTo>
                    <a:pt x="47" y="732"/>
                  </a:lnTo>
                  <a:lnTo>
                    <a:pt x="45" y="715"/>
                  </a:lnTo>
                  <a:lnTo>
                    <a:pt x="42" y="698"/>
                  </a:lnTo>
                  <a:lnTo>
                    <a:pt x="40" y="680"/>
                  </a:lnTo>
                  <a:lnTo>
                    <a:pt x="36" y="663"/>
                  </a:lnTo>
                  <a:lnTo>
                    <a:pt x="35" y="646"/>
                  </a:lnTo>
                  <a:lnTo>
                    <a:pt x="33" y="628"/>
                  </a:lnTo>
                  <a:lnTo>
                    <a:pt x="29" y="613"/>
                  </a:lnTo>
                  <a:lnTo>
                    <a:pt x="28" y="596"/>
                  </a:lnTo>
                  <a:lnTo>
                    <a:pt x="26" y="578"/>
                  </a:lnTo>
                  <a:lnTo>
                    <a:pt x="24" y="561"/>
                  </a:lnTo>
                  <a:lnTo>
                    <a:pt x="21" y="544"/>
                  </a:lnTo>
                  <a:lnTo>
                    <a:pt x="19" y="526"/>
                  </a:lnTo>
                  <a:lnTo>
                    <a:pt x="17" y="509"/>
                  </a:lnTo>
                  <a:lnTo>
                    <a:pt x="16" y="492"/>
                  </a:lnTo>
                  <a:lnTo>
                    <a:pt x="14" y="474"/>
                  </a:lnTo>
                  <a:lnTo>
                    <a:pt x="12" y="460"/>
                  </a:lnTo>
                  <a:lnTo>
                    <a:pt x="12" y="447"/>
                  </a:lnTo>
                  <a:lnTo>
                    <a:pt x="10" y="434"/>
                  </a:lnTo>
                  <a:lnTo>
                    <a:pt x="10" y="421"/>
                  </a:lnTo>
                  <a:lnTo>
                    <a:pt x="10" y="407"/>
                  </a:lnTo>
                  <a:lnTo>
                    <a:pt x="9" y="395"/>
                  </a:lnTo>
                  <a:lnTo>
                    <a:pt x="9" y="381"/>
                  </a:lnTo>
                  <a:lnTo>
                    <a:pt x="7" y="367"/>
                  </a:lnTo>
                  <a:lnTo>
                    <a:pt x="7" y="355"/>
                  </a:lnTo>
                  <a:lnTo>
                    <a:pt x="5" y="341"/>
                  </a:lnTo>
                  <a:lnTo>
                    <a:pt x="5" y="329"/>
                  </a:lnTo>
                  <a:lnTo>
                    <a:pt x="3" y="315"/>
                  </a:lnTo>
                  <a:lnTo>
                    <a:pt x="3" y="301"/>
                  </a:lnTo>
                  <a:lnTo>
                    <a:pt x="3" y="289"/>
                  </a:lnTo>
                  <a:lnTo>
                    <a:pt x="2" y="275"/>
                  </a:lnTo>
                  <a:lnTo>
                    <a:pt x="2" y="261"/>
                  </a:lnTo>
                  <a:lnTo>
                    <a:pt x="2" y="249"/>
                  </a:lnTo>
                  <a:lnTo>
                    <a:pt x="2" y="235"/>
                  </a:lnTo>
                  <a:lnTo>
                    <a:pt x="0" y="221"/>
                  </a:lnTo>
                  <a:lnTo>
                    <a:pt x="0" y="209"/>
                  </a:lnTo>
                  <a:lnTo>
                    <a:pt x="0" y="195"/>
                  </a:lnTo>
                  <a:lnTo>
                    <a:pt x="0" y="182"/>
                  </a:lnTo>
                  <a:lnTo>
                    <a:pt x="0" y="169"/>
                  </a:lnTo>
                  <a:lnTo>
                    <a:pt x="0" y="156"/>
                  </a:lnTo>
                  <a:lnTo>
                    <a:pt x="0" y="142"/>
                  </a:lnTo>
                  <a:lnTo>
                    <a:pt x="0" y="130"/>
                  </a:lnTo>
                  <a:lnTo>
                    <a:pt x="0" y="116"/>
                  </a:lnTo>
                  <a:lnTo>
                    <a:pt x="2" y="102"/>
                  </a:lnTo>
                  <a:lnTo>
                    <a:pt x="2" y="90"/>
                  </a:lnTo>
                  <a:lnTo>
                    <a:pt x="2" y="76"/>
                  </a:lnTo>
                  <a:lnTo>
                    <a:pt x="3" y="62"/>
                  </a:lnTo>
                  <a:lnTo>
                    <a:pt x="3" y="48"/>
                  </a:lnTo>
                  <a:lnTo>
                    <a:pt x="9" y="50"/>
                  </a:lnTo>
                  <a:lnTo>
                    <a:pt x="12" y="50"/>
                  </a:lnTo>
                  <a:lnTo>
                    <a:pt x="17" y="50"/>
                  </a:lnTo>
                  <a:lnTo>
                    <a:pt x="21" y="50"/>
                  </a:lnTo>
                  <a:lnTo>
                    <a:pt x="26" y="52"/>
                  </a:lnTo>
                  <a:lnTo>
                    <a:pt x="31" y="52"/>
                  </a:lnTo>
                  <a:lnTo>
                    <a:pt x="35" y="52"/>
                  </a:lnTo>
                  <a:lnTo>
                    <a:pt x="40" y="53"/>
                  </a:lnTo>
                  <a:lnTo>
                    <a:pt x="45" y="53"/>
                  </a:lnTo>
                  <a:lnTo>
                    <a:pt x="49" y="53"/>
                  </a:lnTo>
                  <a:lnTo>
                    <a:pt x="54" y="55"/>
                  </a:lnTo>
                  <a:lnTo>
                    <a:pt x="59" y="55"/>
                  </a:lnTo>
                  <a:lnTo>
                    <a:pt x="64" y="55"/>
                  </a:lnTo>
                  <a:lnTo>
                    <a:pt x="69" y="55"/>
                  </a:lnTo>
                  <a:lnTo>
                    <a:pt x="73" y="57"/>
                  </a:lnTo>
                  <a:lnTo>
                    <a:pt x="78" y="57"/>
                  </a:lnTo>
                  <a:lnTo>
                    <a:pt x="83" y="57"/>
                  </a:lnTo>
                  <a:lnTo>
                    <a:pt x="88" y="57"/>
                  </a:lnTo>
                  <a:lnTo>
                    <a:pt x="92" y="57"/>
                  </a:lnTo>
                  <a:lnTo>
                    <a:pt x="97" y="57"/>
                  </a:lnTo>
                  <a:lnTo>
                    <a:pt x="102" y="57"/>
                  </a:lnTo>
                  <a:lnTo>
                    <a:pt x="106" y="55"/>
                  </a:lnTo>
                  <a:lnTo>
                    <a:pt x="111" y="55"/>
                  </a:lnTo>
                  <a:lnTo>
                    <a:pt x="114" y="53"/>
                  </a:lnTo>
                  <a:lnTo>
                    <a:pt x="120" y="53"/>
                  </a:lnTo>
                  <a:lnTo>
                    <a:pt x="123" y="52"/>
                  </a:lnTo>
                  <a:lnTo>
                    <a:pt x="128" y="50"/>
                  </a:lnTo>
                  <a:lnTo>
                    <a:pt x="132" y="48"/>
                  </a:lnTo>
                  <a:lnTo>
                    <a:pt x="135" y="46"/>
                  </a:lnTo>
                  <a:lnTo>
                    <a:pt x="140" y="45"/>
                  </a:lnTo>
                  <a:lnTo>
                    <a:pt x="144" y="41"/>
                  </a:lnTo>
                  <a:lnTo>
                    <a:pt x="147" y="39"/>
                  </a:lnTo>
                  <a:lnTo>
                    <a:pt x="149" y="38"/>
                  </a:lnTo>
                  <a:lnTo>
                    <a:pt x="151" y="36"/>
                  </a:lnTo>
                  <a:lnTo>
                    <a:pt x="153" y="36"/>
                  </a:lnTo>
                  <a:lnTo>
                    <a:pt x="154" y="34"/>
                  </a:lnTo>
                  <a:lnTo>
                    <a:pt x="156" y="34"/>
                  </a:lnTo>
                  <a:lnTo>
                    <a:pt x="159" y="33"/>
                  </a:lnTo>
                  <a:lnTo>
                    <a:pt x="161" y="31"/>
                  </a:lnTo>
                  <a:lnTo>
                    <a:pt x="163" y="31"/>
                  </a:lnTo>
                  <a:lnTo>
                    <a:pt x="165" y="29"/>
                  </a:lnTo>
                  <a:lnTo>
                    <a:pt x="166" y="27"/>
                  </a:lnTo>
                  <a:lnTo>
                    <a:pt x="168" y="27"/>
                  </a:lnTo>
                  <a:lnTo>
                    <a:pt x="170" y="26"/>
                  </a:lnTo>
                  <a:lnTo>
                    <a:pt x="172" y="24"/>
                  </a:lnTo>
                  <a:lnTo>
                    <a:pt x="173" y="24"/>
                  </a:lnTo>
                  <a:lnTo>
                    <a:pt x="177" y="22"/>
                  </a:lnTo>
                  <a:lnTo>
                    <a:pt x="179" y="20"/>
                  </a:lnTo>
                  <a:lnTo>
                    <a:pt x="180" y="19"/>
                  </a:lnTo>
                  <a:lnTo>
                    <a:pt x="182" y="19"/>
                  </a:lnTo>
                  <a:lnTo>
                    <a:pt x="184" y="17"/>
                  </a:lnTo>
                  <a:lnTo>
                    <a:pt x="185" y="15"/>
                  </a:lnTo>
                  <a:lnTo>
                    <a:pt x="187" y="13"/>
                  </a:lnTo>
                  <a:lnTo>
                    <a:pt x="189" y="13"/>
                  </a:lnTo>
                  <a:lnTo>
                    <a:pt x="191" y="12"/>
                  </a:lnTo>
                  <a:lnTo>
                    <a:pt x="192" y="10"/>
                  </a:lnTo>
                  <a:lnTo>
                    <a:pt x="194" y="8"/>
                  </a:lnTo>
                  <a:lnTo>
                    <a:pt x="196" y="8"/>
                  </a:lnTo>
                  <a:lnTo>
                    <a:pt x="198" y="7"/>
                  </a:lnTo>
                  <a:lnTo>
                    <a:pt x="199" y="5"/>
                  </a:lnTo>
                  <a:lnTo>
                    <a:pt x="201" y="3"/>
                  </a:lnTo>
                  <a:lnTo>
                    <a:pt x="203" y="1"/>
                  </a:lnTo>
                  <a:lnTo>
                    <a:pt x="205" y="0"/>
                  </a:lnTo>
                  <a:lnTo>
                    <a:pt x="206" y="0"/>
                  </a:lnTo>
                  <a:lnTo>
                    <a:pt x="210" y="1"/>
                  </a:lnTo>
                  <a:lnTo>
                    <a:pt x="213" y="3"/>
                  </a:lnTo>
                  <a:lnTo>
                    <a:pt x="215" y="5"/>
                  </a:lnTo>
                  <a:lnTo>
                    <a:pt x="218" y="8"/>
                  </a:lnTo>
                  <a:lnTo>
                    <a:pt x="222" y="10"/>
                  </a:lnTo>
                  <a:lnTo>
                    <a:pt x="225" y="12"/>
                  </a:lnTo>
                  <a:lnTo>
                    <a:pt x="227" y="15"/>
                  </a:lnTo>
                  <a:lnTo>
                    <a:pt x="231" y="17"/>
                  </a:lnTo>
                  <a:lnTo>
                    <a:pt x="234" y="19"/>
                  </a:lnTo>
                  <a:lnTo>
                    <a:pt x="238" y="22"/>
                  </a:lnTo>
                  <a:lnTo>
                    <a:pt x="241" y="24"/>
                  </a:lnTo>
                  <a:lnTo>
                    <a:pt x="243" y="26"/>
                  </a:lnTo>
                  <a:lnTo>
                    <a:pt x="246" y="27"/>
                  </a:lnTo>
                  <a:lnTo>
                    <a:pt x="250" y="31"/>
                  </a:lnTo>
                  <a:lnTo>
                    <a:pt x="253" y="33"/>
                  </a:lnTo>
                  <a:lnTo>
                    <a:pt x="257" y="34"/>
                  </a:lnTo>
                  <a:lnTo>
                    <a:pt x="258" y="36"/>
                  </a:lnTo>
                  <a:lnTo>
                    <a:pt x="262" y="38"/>
                  </a:lnTo>
                  <a:lnTo>
                    <a:pt x="265" y="39"/>
                  </a:lnTo>
                  <a:lnTo>
                    <a:pt x="269" y="43"/>
                  </a:lnTo>
                  <a:lnTo>
                    <a:pt x="272" y="45"/>
                  </a:lnTo>
                  <a:lnTo>
                    <a:pt x="276" y="46"/>
                  </a:lnTo>
                  <a:lnTo>
                    <a:pt x="279" y="48"/>
                  </a:lnTo>
                  <a:lnTo>
                    <a:pt x="281" y="50"/>
                  </a:lnTo>
                  <a:lnTo>
                    <a:pt x="284" y="52"/>
                  </a:lnTo>
                  <a:lnTo>
                    <a:pt x="288" y="53"/>
                  </a:lnTo>
                  <a:lnTo>
                    <a:pt x="291" y="55"/>
                  </a:lnTo>
                  <a:lnTo>
                    <a:pt x="295" y="55"/>
                  </a:lnTo>
                  <a:lnTo>
                    <a:pt x="298" y="57"/>
                  </a:lnTo>
                  <a:lnTo>
                    <a:pt x="302" y="59"/>
                  </a:lnTo>
                  <a:lnTo>
                    <a:pt x="305" y="60"/>
                  </a:lnTo>
                  <a:lnTo>
                    <a:pt x="309" y="6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68" name="Google Shape;468;p10"/>
            <p:cNvSpPr/>
            <p:nvPr/>
          </p:nvSpPr>
          <p:spPr>
            <a:xfrm>
              <a:off x="4982" y="2778"/>
              <a:ext cx="180" cy="22"/>
            </a:xfrm>
            <a:custGeom>
              <a:rect b="b" l="l" r="r" t="t"/>
              <a:pathLst>
                <a:path extrusionOk="0" h="22" w="180">
                  <a:moveTo>
                    <a:pt x="180" y="3"/>
                  </a:moveTo>
                  <a:lnTo>
                    <a:pt x="175" y="0"/>
                  </a:lnTo>
                  <a:lnTo>
                    <a:pt x="170" y="1"/>
                  </a:lnTo>
                  <a:lnTo>
                    <a:pt x="164" y="3"/>
                  </a:lnTo>
                  <a:lnTo>
                    <a:pt x="159" y="5"/>
                  </a:lnTo>
                  <a:lnTo>
                    <a:pt x="154" y="7"/>
                  </a:lnTo>
                  <a:lnTo>
                    <a:pt x="149" y="8"/>
                  </a:lnTo>
                  <a:lnTo>
                    <a:pt x="144" y="8"/>
                  </a:lnTo>
                  <a:lnTo>
                    <a:pt x="138" y="10"/>
                  </a:lnTo>
                  <a:lnTo>
                    <a:pt x="133" y="10"/>
                  </a:lnTo>
                  <a:lnTo>
                    <a:pt x="128" y="12"/>
                  </a:lnTo>
                  <a:lnTo>
                    <a:pt x="121" y="12"/>
                  </a:lnTo>
                  <a:lnTo>
                    <a:pt x="116" y="14"/>
                  </a:lnTo>
                  <a:lnTo>
                    <a:pt x="111" y="14"/>
                  </a:lnTo>
                  <a:lnTo>
                    <a:pt x="105" y="14"/>
                  </a:lnTo>
                  <a:lnTo>
                    <a:pt x="100" y="14"/>
                  </a:lnTo>
                  <a:lnTo>
                    <a:pt x="95" y="14"/>
                  </a:lnTo>
                  <a:lnTo>
                    <a:pt x="88" y="15"/>
                  </a:lnTo>
                  <a:lnTo>
                    <a:pt x="83" y="15"/>
                  </a:lnTo>
                  <a:lnTo>
                    <a:pt x="78" y="15"/>
                  </a:lnTo>
                  <a:lnTo>
                    <a:pt x="72" y="15"/>
                  </a:lnTo>
                  <a:lnTo>
                    <a:pt x="67" y="15"/>
                  </a:lnTo>
                  <a:lnTo>
                    <a:pt x="60" y="15"/>
                  </a:lnTo>
                  <a:lnTo>
                    <a:pt x="55" y="15"/>
                  </a:lnTo>
                  <a:lnTo>
                    <a:pt x="50" y="14"/>
                  </a:lnTo>
                  <a:lnTo>
                    <a:pt x="45" y="14"/>
                  </a:lnTo>
                  <a:lnTo>
                    <a:pt x="39" y="14"/>
                  </a:lnTo>
                  <a:lnTo>
                    <a:pt x="33" y="14"/>
                  </a:lnTo>
                  <a:lnTo>
                    <a:pt x="27" y="14"/>
                  </a:lnTo>
                  <a:lnTo>
                    <a:pt x="22" y="14"/>
                  </a:lnTo>
                  <a:lnTo>
                    <a:pt x="17" y="14"/>
                  </a:lnTo>
                  <a:lnTo>
                    <a:pt x="10" y="14"/>
                  </a:lnTo>
                  <a:lnTo>
                    <a:pt x="5" y="14"/>
                  </a:lnTo>
                  <a:lnTo>
                    <a:pt x="0" y="12"/>
                  </a:lnTo>
                  <a:lnTo>
                    <a:pt x="0" y="20"/>
                  </a:lnTo>
                  <a:lnTo>
                    <a:pt x="5" y="20"/>
                  </a:lnTo>
                  <a:lnTo>
                    <a:pt x="10" y="20"/>
                  </a:lnTo>
                  <a:lnTo>
                    <a:pt x="15" y="20"/>
                  </a:lnTo>
                  <a:lnTo>
                    <a:pt x="22" y="20"/>
                  </a:lnTo>
                  <a:lnTo>
                    <a:pt x="27" y="20"/>
                  </a:lnTo>
                  <a:lnTo>
                    <a:pt x="33" y="20"/>
                  </a:lnTo>
                  <a:lnTo>
                    <a:pt x="38" y="20"/>
                  </a:lnTo>
                  <a:lnTo>
                    <a:pt x="45" y="22"/>
                  </a:lnTo>
                  <a:lnTo>
                    <a:pt x="50" y="22"/>
                  </a:lnTo>
                  <a:lnTo>
                    <a:pt x="55" y="22"/>
                  </a:lnTo>
                  <a:lnTo>
                    <a:pt x="60" y="22"/>
                  </a:lnTo>
                  <a:lnTo>
                    <a:pt x="67" y="22"/>
                  </a:lnTo>
                  <a:lnTo>
                    <a:pt x="72" y="22"/>
                  </a:lnTo>
                  <a:lnTo>
                    <a:pt x="78" y="22"/>
                  </a:lnTo>
                  <a:lnTo>
                    <a:pt x="83" y="22"/>
                  </a:lnTo>
                  <a:lnTo>
                    <a:pt x="90" y="22"/>
                  </a:lnTo>
                  <a:lnTo>
                    <a:pt x="95" y="22"/>
                  </a:lnTo>
                  <a:lnTo>
                    <a:pt x="100" y="20"/>
                  </a:lnTo>
                  <a:lnTo>
                    <a:pt x="105" y="20"/>
                  </a:lnTo>
                  <a:lnTo>
                    <a:pt x="111" y="20"/>
                  </a:lnTo>
                  <a:lnTo>
                    <a:pt x="118" y="20"/>
                  </a:lnTo>
                  <a:lnTo>
                    <a:pt x="123" y="19"/>
                  </a:lnTo>
                  <a:lnTo>
                    <a:pt x="128" y="19"/>
                  </a:lnTo>
                  <a:lnTo>
                    <a:pt x="133" y="19"/>
                  </a:lnTo>
                  <a:lnTo>
                    <a:pt x="138" y="17"/>
                  </a:lnTo>
                  <a:lnTo>
                    <a:pt x="145" y="15"/>
                  </a:lnTo>
                  <a:lnTo>
                    <a:pt x="150" y="15"/>
                  </a:lnTo>
                  <a:lnTo>
                    <a:pt x="156" y="14"/>
                  </a:lnTo>
                  <a:lnTo>
                    <a:pt x="161" y="12"/>
                  </a:lnTo>
                  <a:lnTo>
                    <a:pt x="166" y="10"/>
                  </a:lnTo>
                  <a:lnTo>
                    <a:pt x="171" y="8"/>
                  </a:lnTo>
                  <a:lnTo>
                    <a:pt x="178" y="7"/>
                  </a:lnTo>
                  <a:lnTo>
                    <a:pt x="173" y="5"/>
                  </a:lnTo>
                  <a:lnTo>
                    <a:pt x="180" y="3"/>
                  </a:lnTo>
                  <a:lnTo>
                    <a:pt x="180" y="0"/>
                  </a:lnTo>
                  <a:lnTo>
                    <a:pt x="175" y="0"/>
                  </a:lnTo>
                  <a:lnTo>
                    <a:pt x="18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69" name="Google Shape;469;p10"/>
            <p:cNvSpPr/>
            <p:nvPr/>
          </p:nvSpPr>
          <p:spPr>
            <a:xfrm>
              <a:off x="5155" y="2781"/>
              <a:ext cx="12" cy="54"/>
            </a:xfrm>
            <a:custGeom>
              <a:rect b="b" l="l" r="r" t="t"/>
              <a:pathLst>
                <a:path extrusionOk="0" h="54" w="12">
                  <a:moveTo>
                    <a:pt x="12" y="52"/>
                  </a:moveTo>
                  <a:lnTo>
                    <a:pt x="7" y="0"/>
                  </a:lnTo>
                  <a:lnTo>
                    <a:pt x="0" y="2"/>
                  </a:lnTo>
                  <a:lnTo>
                    <a:pt x="5" y="54"/>
                  </a:lnTo>
                  <a:lnTo>
                    <a:pt x="5" y="52"/>
                  </a:lnTo>
                  <a:lnTo>
                    <a:pt x="12" y="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70" name="Google Shape;470;p10"/>
            <p:cNvSpPr/>
            <p:nvPr/>
          </p:nvSpPr>
          <p:spPr>
            <a:xfrm>
              <a:off x="5117" y="2833"/>
              <a:ext cx="50" cy="625"/>
            </a:xfrm>
            <a:custGeom>
              <a:rect b="b" l="l" r="r" t="t"/>
              <a:pathLst>
                <a:path extrusionOk="0" h="625" w="50">
                  <a:moveTo>
                    <a:pt x="7" y="625"/>
                  </a:moveTo>
                  <a:lnTo>
                    <a:pt x="10" y="606"/>
                  </a:lnTo>
                  <a:lnTo>
                    <a:pt x="14" y="587"/>
                  </a:lnTo>
                  <a:lnTo>
                    <a:pt x="15" y="568"/>
                  </a:lnTo>
                  <a:lnTo>
                    <a:pt x="19" y="549"/>
                  </a:lnTo>
                  <a:lnTo>
                    <a:pt x="21" y="530"/>
                  </a:lnTo>
                  <a:lnTo>
                    <a:pt x="24" y="511"/>
                  </a:lnTo>
                  <a:lnTo>
                    <a:pt x="26" y="492"/>
                  </a:lnTo>
                  <a:lnTo>
                    <a:pt x="28" y="471"/>
                  </a:lnTo>
                  <a:lnTo>
                    <a:pt x="29" y="452"/>
                  </a:lnTo>
                  <a:lnTo>
                    <a:pt x="31" y="433"/>
                  </a:lnTo>
                  <a:lnTo>
                    <a:pt x="33" y="414"/>
                  </a:lnTo>
                  <a:lnTo>
                    <a:pt x="35" y="393"/>
                  </a:lnTo>
                  <a:lnTo>
                    <a:pt x="36" y="374"/>
                  </a:lnTo>
                  <a:lnTo>
                    <a:pt x="38" y="355"/>
                  </a:lnTo>
                  <a:lnTo>
                    <a:pt x="40" y="336"/>
                  </a:lnTo>
                  <a:lnTo>
                    <a:pt x="41" y="315"/>
                  </a:lnTo>
                  <a:lnTo>
                    <a:pt x="43" y="296"/>
                  </a:lnTo>
                  <a:lnTo>
                    <a:pt x="43" y="277"/>
                  </a:lnTo>
                  <a:lnTo>
                    <a:pt x="45" y="257"/>
                  </a:lnTo>
                  <a:lnTo>
                    <a:pt x="45" y="237"/>
                  </a:lnTo>
                  <a:lnTo>
                    <a:pt x="47" y="218"/>
                  </a:lnTo>
                  <a:lnTo>
                    <a:pt x="47" y="198"/>
                  </a:lnTo>
                  <a:lnTo>
                    <a:pt x="48" y="179"/>
                  </a:lnTo>
                  <a:lnTo>
                    <a:pt x="48" y="158"/>
                  </a:lnTo>
                  <a:lnTo>
                    <a:pt x="48" y="139"/>
                  </a:lnTo>
                  <a:lnTo>
                    <a:pt x="48" y="120"/>
                  </a:lnTo>
                  <a:lnTo>
                    <a:pt x="50" y="99"/>
                  </a:lnTo>
                  <a:lnTo>
                    <a:pt x="50" y="80"/>
                  </a:lnTo>
                  <a:lnTo>
                    <a:pt x="50" y="61"/>
                  </a:lnTo>
                  <a:lnTo>
                    <a:pt x="50" y="40"/>
                  </a:lnTo>
                  <a:lnTo>
                    <a:pt x="50" y="21"/>
                  </a:lnTo>
                  <a:lnTo>
                    <a:pt x="50" y="0"/>
                  </a:lnTo>
                  <a:lnTo>
                    <a:pt x="43" y="0"/>
                  </a:lnTo>
                  <a:lnTo>
                    <a:pt x="43" y="21"/>
                  </a:lnTo>
                  <a:lnTo>
                    <a:pt x="43" y="40"/>
                  </a:lnTo>
                  <a:lnTo>
                    <a:pt x="43" y="61"/>
                  </a:lnTo>
                  <a:lnTo>
                    <a:pt x="43" y="80"/>
                  </a:lnTo>
                  <a:lnTo>
                    <a:pt x="41" y="99"/>
                  </a:lnTo>
                  <a:lnTo>
                    <a:pt x="41" y="120"/>
                  </a:lnTo>
                  <a:lnTo>
                    <a:pt x="41" y="139"/>
                  </a:lnTo>
                  <a:lnTo>
                    <a:pt x="41" y="158"/>
                  </a:lnTo>
                  <a:lnTo>
                    <a:pt x="40" y="179"/>
                  </a:lnTo>
                  <a:lnTo>
                    <a:pt x="40" y="198"/>
                  </a:lnTo>
                  <a:lnTo>
                    <a:pt x="40" y="217"/>
                  </a:lnTo>
                  <a:lnTo>
                    <a:pt x="38" y="237"/>
                  </a:lnTo>
                  <a:lnTo>
                    <a:pt x="38" y="257"/>
                  </a:lnTo>
                  <a:lnTo>
                    <a:pt x="36" y="276"/>
                  </a:lnTo>
                  <a:lnTo>
                    <a:pt x="35" y="296"/>
                  </a:lnTo>
                  <a:lnTo>
                    <a:pt x="35" y="315"/>
                  </a:lnTo>
                  <a:lnTo>
                    <a:pt x="33" y="334"/>
                  </a:lnTo>
                  <a:lnTo>
                    <a:pt x="31" y="355"/>
                  </a:lnTo>
                  <a:lnTo>
                    <a:pt x="29" y="374"/>
                  </a:lnTo>
                  <a:lnTo>
                    <a:pt x="28" y="393"/>
                  </a:lnTo>
                  <a:lnTo>
                    <a:pt x="26" y="412"/>
                  </a:lnTo>
                  <a:lnTo>
                    <a:pt x="24" y="433"/>
                  </a:lnTo>
                  <a:lnTo>
                    <a:pt x="22" y="452"/>
                  </a:lnTo>
                  <a:lnTo>
                    <a:pt x="21" y="471"/>
                  </a:lnTo>
                  <a:lnTo>
                    <a:pt x="19" y="490"/>
                  </a:lnTo>
                  <a:lnTo>
                    <a:pt x="15" y="509"/>
                  </a:lnTo>
                  <a:lnTo>
                    <a:pt x="14" y="528"/>
                  </a:lnTo>
                  <a:lnTo>
                    <a:pt x="12" y="548"/>
                  </a:lnTo>
                  <a:lnTo>
                    <a:pt x="9" y="567"/>
                  </a:lnTo>
                  <a:lnTo>
                    <a:pt x="5" y="586"/>
                  </a:lnTo>
                  <a:lnTo>
                    <a:pt x="3" y="605"/>
                  </a:lnTo>
                  <a:lnTo>
                    <a:pt x="0" y="624"/>
                  </a:lnTo>
                  <a:lnTo>
                    <a:pt x="7" y="6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71" name="Google Shape;471;p10"/>
            <p:cNvSpPr/>
            <p:nvPr/>
          </p:nvSpPr>
          <p:spPr>
            <a:xfrm>
              <a:off x="5060" y="3457"/>
              <a:ext cx="64" cy="315"/>
            </a:xfrm>
            <a:custGeom>
              <a:rect b="b" l="l" r="r" t="t"/>
              <a:pathLst>
                <a:path extrusionOk="0" h="315" w="64">
                  <a:moveTo>
                    <a:pt x="3" y="315"/>
                  </a:moveTo>
                  <a:lnTo>
                    <a:pt x="7" y="312"/>
                  </a:lnTo>
                  <a:lnTo>
                    <a:pt x="8" y="303"/>
                  </a:lnTo>
                  <a:lnTo>
                    <a:pt x="12" y="293"/>
                  </a:lnTo>
                  <a:lnTo>
                    <a:pt x="13" y="284"/>
                  </a:lnTo>
                  <a:lnTo>
                    <a:pt x="15" y="273"/>
                  </a:lnTo>
                  <a:lnTo>
                    <a:pt x="17" y="265"/>
                  </a:lnTo>
                  <a:lnTo>
                    <a:pt x="19" y="254"/>
                  </a:lnTo>
                  <a:lnTo>
                    <a:pt x="20" y="246"/>
                  </a:lnTo>
                  <a:lnTo>
                    <a:pt x="22" y="235"/>
                  </a:lnTo>
                  <a:lnTo>
                    <a:pt x="24" y="225"/>
                  </a:lnTo>
                  <a:lnTo>
                    <a:pt x="26" y="216"/>
                  </a:lnTo>
                  <a:lnTo>
                    <a:pt x="27" y="206"/>
                  </a:lnTo>
                  <a:lnTo>
                    <a:pt x="29" y="197"/>
                  </a:lnTo>
                  <a:lnTo>
                    <a:pt x="31" y="187"/>
                  </a:lnTo>
                  <a:lnTo>
                    <a:pt x="33" y="176"/>
                  </a:lnTo>
                  <a:lnTo>
                    <a:pt x="34" y="168"/>
                  </a:lnTo>
                  <a:lnTo>
                    <a:pt x="36" y="157"/>
                  </a:lnTo>
                  <a:lnTo>
                    <a:pt x="38" y="147"/>
                  </a:lnTo>
                  <a:lnTo>
                    <a:pt x="40" y="138"/>
                  </a:lnTo>
                  <a:lnTo>
                    <a:pt x="41" y="128"/>
                  </a:lnTo>
                  <a:lnTo>
                    <a:pt x="43" y="118"/>
                  </a:lnTo>
                  <a:lnTo>
                    <a:pt x="45" y="109"/>
                  </a:lnTo>
                  <a:lnTo>
                    <a:pt x="46" y="99"/>
                  </a:lnTo>
                  <a:lnTo>
                    <a:pt x="48" y="90"/>
                  </a:lnTo>
                  <a:lnTo>
                    <a:pt x="50" y="79"/>
                  </a:lnTo>
                  <a:lnTo>
                    <a:pt x="52" y="69"/>
                  </a:lnTo>
                  <a:lnTo>
                    <a:pt x="53" y="60"/>
                  </a:lnTo>
                  <a:lnTo>
                    <a:pt x="55" y="50"/>
                  </a:lnTo>
                  <a:lnTo>
                    <a:pt x="57" y="40"/>
                  </a:lnTo>
                  <a:lnTo>
                    <a:pt x="59" y="31"/>
                  </a:lnTo>
                  <a:lnTo>
                    <a:pt x="60" y="21"/>
                  </a:lnTo>
                  <a:lnTo>
                    <a:pt x="62" y="12"/>
                  </a:lnTo>
                  <a:lnTo>
                    <a:pt x="64" y="1"/>
                  </a:lnTo>
                  <a:lnTo>
                    <a:pt x="57" y="0"/>
                  </a:lnTo>
                  <a:lnTo>
                    <a:pt x="55" y="10"/>
                  </a:lnTo>
                  <a:lnTo>
                    <a:pt x="53" y="19"/>
                  </a:lnTo>
                  <a:lnTo>
                    <a:pt x="52" y="29"/>
                  </a:lnTo>
                  <a:lnTo>
                    <a:pt x="48" y="40"/>
                  </a:lnTo>
                  <a:lnTo>
                    <a:pt x="46" y="48"/>
                  </a:lnTo>
                  <a:lnTo>
                    <a:pt x="45" y="59"/>
                  </a:lnTo>
                  <a:lnTo>
                    <a:pt x="43" y="69"/>
                  </a:lnTo>
                  <a:lnTo>
                    <a:pt x="41" y="78"/>
                  </a:lnTo>
                  <a:lnTo>
                    <a:pt x="40" y="88"/>
                  </a:lnTo>
                  <a:lnTo>
                    <a:pt x="40" y="97"/>
                  </a:lnTo>
                  <a:lnTo>
                    <a:pt x="38" y="107"/>
                  </a:lnTo>
                  <a:lnTo>
                    <a:pt x="36" y="118"/>
                  </a:lnTo>
                  <a:lnTo>
                    <a:pt x="34" y="126"/>
                  </a:lnTo>
                  <a:lnTo>
                    <a:pt x="33" y="137"/>
                  </a:lnTo>
                  <a:lnTo>
                    <a:pt x="31" y="147"/>
                  </a:lnTo>
                  <a:lnTo>
                    <a:pt x="29" y="156"/>
                  </a:lnTo>
                  <a:lnTo>
                    <a:pt x="27" y="166"/>
                  </a:lnTo>
                  <a:lnTo>
                    <a:pt x="26" y="176"/>
                  </a:lnTo>
                  <a:lnTo>
                    <a:pt x="24" y="185"/>
                  </a:lnTo>
                  <a:lnTo>
                    <a:pt x="22" y="196"/>
                  </a:lnTo>
                  <a:lnTo>
                    <a:pt x="20" y="204"/>
                  </a:lnTo>
                  <a:lnTo>
                    <a:pt x="19" y="215"/>
                  </a:lnTo>
                  <a:lnTo>
                    <a:pt x="17" y="225"/>
                  </a:lnTo>
                  <a:lnTo>
                    <a:pt x="15" y="234"/>
                  </a:lnTo>
                  <a:lnTo>
                    <a:pt x="13" y="244"/>
                  </a:lnTo>
                  <a:lnTo>
                    <a:pt x="12" y="253"/>
                  </a:lnTo>
                  <a:lnTo>
                    <a:pt x="10" y="263"/>
                  </a:lnTo>
                  <a:lnTo>
                    <a:pt x="8" y="272"/>
                  </a:lnTo>
                  <a:lnTo>
                    <a:pt x="7" y="282"/>
                  </a:lnTo>
                  <a:lnTo>
                    <a:pt x="5" y="291"/>
                  </a:lnTo>
                  <a:lnTo>
                    <a:pt x="1" y="301"/>
                  </a:lnTo>
                  <a:lnTo>
                    <a:pt x="0" y="310"/>
                  </a:lnTo>
                  <a:lnTo>
                    <a:pt x="3" y="308"/>
                  </a:lnTo>
                  <a:lnTo>
                    <a:pt x="3" y="315"/>
                  </a:lnTo>
                  <a:lnTo>
                    <a:pt x="7" y="315"/>
                  </a:lnTo>
                  <a:lnTo>
                    <a:pt x="7" y="312"/>
                  </a:lnTo>
                  <a:lnTo>
                    <a:pt x="3" y="31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72" name="Google Shape;472;p10"/>
            <p:cNvSpPr/>
            <p:nvPr/>
          </p:nvSpPr>
          <p:spPr>
            <a:xfrm>
              <a:off x="4921" y="3765"/>
              <a:ext cx="142" cy="30"/>
            </a:xfrm>
            <a:custGeom>
              <a:rect b="b" l="l" r="r" t="t"/>
              <a:pathLst>
                <a:path extrusionOk="0" h="30" w="142">
                  <a:moveTo>
                    <a:pt x="0" y="30"/>
                  </a:moveTo>
                  <a:lnTo>
                    <a:pt x="3" y="30"/>
                  </a:lnTo>
                  <a:lnTo>
                    <a:pt x="142" y="7"/>
                  </a:lnTo>
                  <a:lnTo>
                    <a:pt x="142" y="0"/>
                  </a:lnTo>
                  <a:lnTo>
                    <a:pt x="2" y="23"/>
                  </a:lnTo>
                  <a:lnTo>
                    <a:pt x="3" y="23"/>
                  </a:lnTo>
                  <a:lnTo>
                    <a:pt x="0" y="30"/>
                  </a:lnTo>
                  <a:lnTo>
                    <a:pt x="2" y="30"/>
                  </a:lnTo>
                  <a:lnTo>
                    <a:pt x="3" y="30"/>
                  </a:lnTo>
                  <a:lnTo>
                    <a:pt x="0"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73" name="Google Shape;473;p10"/>
            <p:cNvSpPr/>
            <p:nvPr/>
          </p:nvSpPr>
          <p:spPr>
            <a:xfrm>
              <a:off x="4902" y="3777"/>
              <a:ext cx="22" cy="18"/>
            </a:xfrm>
            <a:custGeom>
              <a:rect b="b" l="l" r="r" t="t"/>
              <a:pathLst>
                <a:path extrusionOk="0" h="18" w="22">
                  <a:moveTo>
                    <a:pt x="0" y="5"/>
                  </a:moveTo>
                  <a:lnTo>
                    <a:pt x="5" y="9"/>
                  </a:lnTo>
                  <a:lnTo>
                    <a:pt x="7" y="9"/>
                  </a:lnTo>
                  <a:lnTo>
                    <a:pt x="9" y="9"/>
                  </a:lnTo>
                  <a:lnTo>
                    <a:pt x="10" y="9"/>
                  </a:lnTo>
                  <a:lnTo>
                    <a:pt x="12" y="11"/>
                  </a:lnTo>
                  <a:lnTo>
                    <a:pt x="12" y="12"/>
                  </a:lnTo>
                  <a:lnTo>
                    <a:pt x="14" y="12"/>
                  </a:lnTo>
                  <a:lnTo>
                    <a:pt x="14" y="14"/>
                  </a:lnTo>
                  <a:lnTo>
                    <a:pt x="15" y="14"/>
                  </a:lnTo>
                  <a:lnTo>
                    <a:pt x="17" y="16"/>
                  </a:lnTo>
                  <a:lnTo>
                    <a:pt x="19" y="18"/>
                  </a:lnTo>
                  <a:lnTo>
                    <a:pt x="22" y="11"/>
                  </a:lnTo>
                  <a:lnTo>
                    <a:pt x="21" y="11"/>
                  </a:lnTo>
                  <a:lnTo>
                    <a:pt x="21" y="9"/>
                  </a:lnTo>
                  <a:lnTo>
                    <a:pt x="19" y="9"/>
                  </a:lnTo>
                  <a:lnTo>
                    <a:pt x="19" y="7"/>
                  </a:lnTo>
                  <a:lnTo>
                    <a:pt x="17" y="7"/>
                  </a:lnTo>
                  <a:lnTo>
                    <a:pt x="17" y="5"/>
                  </a:lnTo>
                  <a:lnTo>
                    <a:pt x="15" y="4"/>
                  </a:lnTo>
                  <a:lnTo>
                    <a:pt x="14" y="4"/>
                  </a:lnTo>
                  <a:lnTo>
                    <a:pt x="14" y="2"/>
                  </a:lnTo>
                  <a:lnTo>
                    <a:pt x="12" y="2"/>
                  </a:lnTo>
                  <a:lnTo>
                    <a:pt x="10" y="2"/>
                  </a:lnTo>
                  <a:lnTo>
                    <a:pt x="9" y="2"/>
                  </a:lnTo>
                  <a:lnTo>
                    <a:pt x="9" y="0"/>
                  </a:lnTo>
                  <a:lnTo>
                    <a:pt x="7" y="0"/>
                  </a:lnTo>
                  <a:lnTo>
                    <a:pt x="5" y="2"/>
                  </a:lnTo>
                  <a:lnTo>
                    <a:pt x="3" y="2"/>
                  </a:lnTo>
                  <a:lnTo>
                    <a:pt x="2" y="2"/>
                  </a:lnTo>
                  <a:lnTo>
                    <a:pt x="7" y="5"/>
                  </a:lnTo>
                  <a:lnTo>
                    <a:pt x="0" y="5"/>
                  </a:lnTo>
                  <a:lnTo>
                    <a:pt x="0" y="11"/>
                  </a:lnTo>
                  <a:lnTo>
                    <a:pt x="5" y="9"/>
                  </a:lnTo>
                  <a:lnTo>
                    <a:pt x="0"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74" name="Google Shape;474;p10"/>
            <p:cNvSpPr/>
            <p:nvPr/>
          </p:nvSpPr>
          <p:spPr>
            <a:xfrm>
              <a:off x="4886" y="2979"/>
              <a:ext cx="23" cy="803"/>
            </a:xfrm>
            <a:custGeom>
              <a:rect b="b" l="l" r="r" t="t"/>
              <a:pathLst>
                <a:path extrusionOk="0" h="803" w="23">
                  <a:moveTo>
                    <a:pt x="0" y="1"/>
                  </a:moveTo>
                  <a:lnTo>
                    <a:pt x="2" y="26"/>
                  </a:lnTo>
                  <a:lnTo>
                    <a:pt x="4" y="52"/>
                  </a:lnTo>
                  <a:lnTo>
                    <a:pt x="4" y="76"/>
                  </a:lnTo>
                  <a:lnTo>
                    <a:pt x="5" y="102"/>
                  </a:lnTo>
                  <a:lnTo>
                    <a:pt x="5" y="126"/>
                  </a:lnTo>
                  <a:lnTo>
                    <a:pt x="5" y="152"/>
                  </a:lnTo>
                  <a:lnTo>
                    <a:pt x="5" y="176"/>
                  </a:lnTo>
                  <a:lnTo>
                    <a:pt x="5" y="202"/>
                  </a:lnTo>
                  <a:lnTo>
                    <a:pt x="5" y="227"/>
                  </a:lnTo>
                  <a:lnTo>
                    <a:pt x="5" y="253"/>
                  </a:lnTo>
                  <a:lnTo>
                    <a:pt x="5" y="277"/>
                  </a:lnTo>
                  <a:lnTo>
                    <a:pt x="5" y="303"/>
                  </a:lnTo>
                  <a:lnTo>
                    <a:pt x="5" y="327"/>
                  </a:lnTo>
                  <a:lnTo>
                    <a:pt x="5" y="353"/>
                  </a:lnTo>
                  <a:lnTo>
                    <a:pt x="5" y="377"/>
                  </a:lnTo>
                  <a:lnTo>
                    <a:pt x="4" y="403"/>
                  </a:lnTo>
                  <a:lnTo>
                    <a:pt x="4" y="428"/>
                  </a:lnTo>
                  <a:lnTo>
                    <a:pt x="4" y="454"/>
                  </a:lnTo>
                  <a:lnTo>
                    <a:pt x="4" y="478"/>
                  </a:lnTo>
                  <a:lnTo>
                    <a:pt x="4" y="504"/>
                  </a:lnTo>
                  <a:lnTo>
                    <a:pt x="4" y="528"/>
                  </a:lnTo>
                  <a:lnTo>
                    <a:pt x="4" y="554"/>
                  </a:lnTo>
                  <a:lnTo>
                    <a:pt x="4" y="578"/>
                  </a:lnTo>
                  <a:lnTo>
                    <a:pt x="4" y="604"/>
                  </a:lnTo>
                  <a:lnTo>
                    <a:pt x="5" y="628"/>
                  </a:lnTo>
                  <a:lnTo>
                    <a:pt x="5" y="654"/>
                  </a:lnTo>
                  <a:lnTo>
                    <a:pt x="7" y="679"/>
                  </a:lnTo>
                  <a:lnTo>
                    <a:pt x="7" y="705"/>
                  </a:lnTo>
                  <a:lnTo>
                    <a:pt x="9" y="729"/>
                  </a:lnTo>
                  <a:lnTo>
                    <a:pt x="11" y="753"/>
                  </a:lnTo>
                  <a:lnTo>
                    <a:pt x="14" y="779"/>
                  </a:lnTo>
                  <a:lnTo>
                    <a:pt x="16" y="803"/>
                  </a:lnTo>
                  <a:lnTo>
                    <a:pt x="23" y="803"/>
                  </a:lnTo>
                  <a:lnTo>
                    <a:pt x="21" y="777"/>
                  </a:lnTo>
                  <a:lnTo>
                    <a:pt x="19" y="753"/>
                  </a:lnTo>
                  <a:lnTo>
                    <a:pt x="18" y="729"/>
                  </a:lnTo>
                  <a:lnTo>
                    <a:pt x="16" y="703"/>
                  </a:lnTo>
                  <a:lnTo>
                    <a:pt x="14" y="679"/>
                  </a:lnTo>
                  <a:lnTo>
                    <a:pt x="12" y="654"/>
                  </a:lnTo>
                  <a:lnTo>
                    <a:pt x="12" y="628"/>
                  </a:lnTo>
                  <a:lnTo>
                    <a:pt x="12" y="604"/>
                  </a:lnTo>
                  <a:lnTo>
                    <a:pt x="11" y="578"/>
                  </a:lnTo>
                  <a:lnTo>
                    <a:pt x="11" y="554"/>
                  </a:lnTo>
                  <a:lnTo>
                    <a:pt x="11" y="528"/>
                  </a:lnTo>
                  <a:lnTo>
                    <a:pt x="11" y="504"/>
                  </a:lnTo>
                  <a:lnTo>
                    <a:pt x="11" y="478"/>
                  </a:lnTo>
                  <a:lnTo>
                    <a:pt x="11" y="454"/>
                  </a:lnTo>
                  <a:lnTo>
                    <a:pt x="11" y="428"/>
                  </a:lnTo>
                  <a:lnTo>
                    <a:pt x="12" y="403"/>
                  </a:lnTo>
                  <a:lnTo>
                    <a:pt x="12" y="377"/>
                  </a:lnTo>
                  <a:lnTo>
                    <a:pt x="12" y="353"/>
                  </a:lnTo>
                  <a:lnTo>
                    <a:pt x="12" y="327"/>
                  </a:lnTo>
                  <a:lnTo>
                    <a:pt x="12" y="303"/>
                  </a:lnTo>
                  <a:lnTo>
                    <a:pt x="12" y="277"/>
                  </a:lnTo>
                  <a:lnTo>
                    <a:pt x="14" y="253"/>
                  </a:lnTo>
                  <a:lnTo>
                    <a:pt x="14" y="227"/>
                  </a:lnTo>
                  <a:lnTo>
                    <a:pt x="14" y="202"/>
                  </a:lnTo>
                  <a:lnTo>
                    <a:pt x="14" y="176"/>
                  </a:lnTo>
                  <a:lnTo>
                    <a:pt x="12" y="150"/>
                  </a:lnTo>
                  <a:lnTo>
                    <a:pt x="12" y="126"/>
                  </a:lnTo>
                  <a:lnTo>
                    <a:pt x="12" y="100"/>
                  </a:lnTo>
                  <a:lnTo>
                    <a:pt x="11" y="76"/>
                  </a:lnTo>
                  <a:lnTo>
                    <a:pt x="11" y="52"/>
                  </a:lnTo>
                  <a:lnTo>
                    <a:pt x="9" y="26"/>
                  </a:lnTo>
                  <a:lnTo>
                    <a:pt x="7" y="1"/>
                  </a:lnTo>
                  <a:lnTo>
                    <a:pt x="7" y="0"/>
                  </a:lnTo>
                  <a:lnTo>
                    <a:pt x="7" y="1"/>
                  </a:lnTo>
                  <a:lnTo>
                    <a:pt x="7" y="0"/>
                  </a:lnTo>
                  <a:lnTo>
                    <a:pt x="0"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75" name="Google Shape;475;p10"/>
            <p:cNvSpPr/>
            <p:nvPr/>
          </p:nvSpPr>
          <p:spPr>
            <a:xfrm>
              <a:off x="4883" y="2776"/>
              <a:ext cx="24" cy="204"/>
            </a:xfrm>
            <a:custGeom>
              <a:rect b="b" l="l" r="r" t="t"/>
              <a:pathLst>
                <a:path extrusionOk="0" h="204" w="24">
                  <a:moveTo>
                    <a:pt x="17" y="2"/>
                  </a:moveTo>
                  <a:lnTo>
                    <a:pt x="17" y="0"/>
                  </a:lnTo>
                  <a:lnTo>
                    <a:pt x="15" y="7"/>
                  </a:lnTo>
                  <a:lnTo>
                    <a:pt x="15" y="12"/>
                  </a:lnTo>
                  <a:lnTo>
                    <a:pt x="14" y="19"/>
                  </a:lnTo>
                  <a:lnTo>
                    <a:pt x="14" y="26"/>
                  </a:lnTo>
                  <a:lnTo>
                    <a:pt x="12" y="31"/>
                  </a:lnTo>
                  <a:lnTo>
                    <a:pt x="10" y="38"/>
                  </a:lnTo>
                  <a:lnTo>
                    <a:pt x="10" y="43"/>
                  </a:lnTo>
                  <a:lnTo>
                    <a:pt x="8" y="50"/>
                  </a:lnTo>
                  <a:lnTo>
                    <a:pt x="8" y="57"/>
                  </a:lnTo>
                  <a:lnTo>
                    <a:pt x="7" y="62"/>
                  </a:lnTo>
                  <a:lnTo>
                    <a:pt x="7" y="69"/>
                  </a:lnTo>
                  <a:lnTo>
                    <a:pt x="5" y="74"/>
                  </a:lnTo>
                  <a:lnTo>
                    <a:pt x="5" y="81"/>
                  </a:lnTo>
                  <a:lnTo>
                    <a:pt x="3" y="88"/>
                  </a:lnTo>
                  <a:lnTo>
                    <a:pt x="3" y="93"/>
                  </a:lnTo>
                  <a:lnTo>
                    <a:pt x="2" y="100"/>
                  </a:lnTo>
                  <a:lnTo>
                    <a:pt x="2" y="107"/>
                  </a:lnTo>
                  <a:lnTo>
                    <a:pt x="2" y="113"/>
                  </a:lnTo>
                  <a:lnTo>
                    <a:pt x="0" y="119"/>
                  </a:lnTo>
                  <a:lnTo>
                    <a:pt x="0" y="126"/>
                  </a:lnTo>
                  <a:lnTo>
                    <a:pt x="0" y="132"/>
                  </a:lnTo>
                  <a:lnTo>
                    <a:pt x="0" y="139"/>
                  </a:lnTo>
                  <a:lnTo>
                    <a:pt x="0" y="145"/>
                  </a:lnTo>
                  <a:lnTo>
                    <a:pt x="0" y="152"/>
                  </a:lnTo>
                  <a:lnTo>
                    <a:pt x="0" y="158"/>
                  </a:lnTo>
                  <a:lnTo>
                    <a:pt x="0" y="165"/>
                  </a:lnTo>
                  <a:lnTo>
                    <a:pt x="0" y="171"/>
                  </a:lnTo>
                  <a:lnTo>
                    <a:pt x="0" y="178"/>
                  </a:lnTo>
                  <a:lnTo>
                    <a:pt x="2" y="185"/>
                  </a:lnTo>
                  <a:lnTo>
                    <a:pt x="2" y="191"/>
                  </a:lnTo>
                  <a:lnTo>
                    <a:pt x="2" y="197"/>
                  </a:lnTo>
                  <a:lnTo>
                    <a:pt x="3" y="204"/>
                  </a:lnTo>
                  <a:lnTo>
                    <a:pt x="10" y="203"/>
                  </a:lnTo>
                  <a:lnTo>
                    <a:pt x="10" y="197"/>
                  </a:lnTo>
                  <a:lnTo>
                    <a:pt x="8" y="191"/>
                  </a:lnTo>
                  <a:lnTo>
                    <a:pt x="8" y="184"/>
                  </a:lnTo>
                  <a:lnTo>
                    <a:pt x="7" y="177"/>
                  </a:lnTo>
                  <a:lnTo>
                    <a:pt x="7" y="171"/>
                  </a:lnTo>
                  <a:lnTo>
                    <a:pt x="7" y="165"/>
                  </a:lnTo>
                  <a:lnTo>
                    <a:pt x="7" y="158"/>
                  </a:lnTo>
                  <a:lnTo>
                    <a:pt x="7" y="152"/>
                  </a:lnTo>
                  <a:lnTo>
                    <a:pt x="7" y="145"/>
                  </a:lnTo>
                  <a:lnTo>
                    <a:pt x="7" y="139"/>
                  </a:lnTo>
                  <a:lnTo>
                    <a:pt x="7" y="133"/>
                  </a:lnTo>
                  <a:lnTo>
                    <a:pt x="7" y="126"/>
                  </a:lnTo>
                  <a:lnTo>
                    <a:pt x="8" y="119"/>
                  </a:lnTo>
                  <a:lnTo>
                    <a:pt x="8" y="114"/>
                  </a:lnTo>
                  <a:lnTo>
                    <a:pt x="8" y="107"/>
                  </a:lnTo>
                  <a:lnTo>
                    <a:pt x="10" y="100"/>
                  </a:lnTo>
                  <a:lnTo>
                    <a:pt x="10" y="95"/>
                  </a:lnTo>
                  <a:lnTo>
                    <a:pt x="10" y="88"/>
                  </a:lnTo>
                  <a:lnTo>
                    <a:pt x="12" y="83"/>
                  </a:lnTo>
                  <a:lnTo>
                    <a:pt x="12" y="76"/>
                  </a:lnTo>
                  <a:lnTo>
                    <a:pt x="14" y="69"/>
                  </a:lnTo>
                  <a:lnTo>
                    <a:pt x="14" y="64"/>
                  </a:lnTo>
                  <a:lnTo>
                    <a:pt x="15" y="57"/>
                  </a:lnTo>
                  <a:lnTo>
                    <a:pt x="15" y="52"/>
                  </a:lnTo>
                  <a:lnTo>
                    <a:pt x="17" y="45"/>
                  </a:lnTo>
                  <a:lnTo>
                    <a:pt x="19" y="38"/>
                  </a:lnTo>
                  <a:lnTo>
                    <a:pt x="19" y="33"/>
                  </a:lnTo>
                  <a:lnTo>
                    <a:pt x="21" y="26"/>
                  </a:lnTo>
                  <a:lnTo>
                    <a:pt x="21" y="21"/>
                  </a:lnTo>
                  <a:lnTo>
                    <a:pt x="22" y="14"/>
                  </a:lnTo>
                  <a:lnTo>
                    <a:pt x="22" y="9"/>
                  </a:lnTo>
                  <a:lnTo>
                    <a:pt x="24" y="2"/>
                  </a:lnTo>
                  <a:lnTo>
                    <a:pt x="17"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76" name="Google Shape;476;p10"/>
            <p:cNvSpPr/>
            <p:nvPr/>
          </p:nvSpPr>
          <p:spPr>
            <a:xfrm>
              <a:off x="4891" y="2752"/>
              <a:ext cx="16" cy="26"/>
            </a:xfrm>
            <a:custGeom>
              <a:rect b="b" l="l" r="r" t="t"/>
              <a:pathLst>
                <a:path extrusionOk="0" h="26" w="16">
                  <a:moveTo>
                    <a:pt x="4" y="7"/>
                  </a:moveTo>
                  <a:lnTo>
                    <a:pt x="0" y="7"/>
                  </a:lnTo>
                  <a:lnTo>
                    <a:pt x="2" y="7"/>
                  </a:lnTo>
                  <a:lnTo>
                    <a:pt x="2" y="8"/>
                  </a:lnTo>
                  <a:lnTo>
                    <a:pt x="4" y="10"/>
                  </a:lnTo>
                  <a:lnTo>
                    <a:pt x="4" y="12"/>
                  </a:lnTo>
                  <a:lnTo>
                    <a:pt x="6" y="12"/>
                  </a:lnTo>
                  <a:lnTo>
                    <a:pt x="6" y="14"/>
                  </a:lnTo>
                  <a:lnTo>
                    <a:pt x="7" y="15"/>
                  </a:lnTo>
                  <a:lnTo>
                    <a:pt x="7" y="17"/>
                  </a:lnTo>
                  <a:lnTo>
                    <a:pt x="7" y="19"/>
                  </a:lnTo>
                  <a:lnTo>
                    <a:pt x="9" y="19"/>
                  </a:lnTo>
                  <a:lnTo>
                    <a:pt x="9" y="20"/>
                  </a:lnTo>
                  <a:lnTo>
                    <a:pt x="9" y="22"/>
                  </a:lnTo>
                  <a:lnTo>
                    <a:pt x="9" y="24"/>
                  </a:lnTo>
                  <a:lnTo>
                    <a:pt x="9" y="26"/>
                  </a:lnTo>
                  <a:lnTo>
                    <a:pt x="16" y="26"/>
                  </a:lnTo>
                  <a:lnTo>
                    <a:pt x="16" y="24"/>
                  </a:lnTo>
                  <a:lnTo>
                    <a:pt x="16" y="22"/>
                  </a:lnTo>
                  <a:lnTo>
                    <a:pt x="16" y="20"/>
                  </a:lnTo>
                  <a:lnTo>
                    <a:pt x="16" y="19"/>
                  </a:lnTo>
                  <a:lnTo>
                    <a:pt x="16" y="17"/>
                  </a:lnTo>
                  <a:lnTo>
                    <a:pt x="14" y="17"/>
                  </a:lnTo>
                  <a:lnTo>
                    <a:pt x="14" y="15"/>
                  </a:lnTo>
                  <a:lnTo>
                    <a:pt x="14" y="14"/>
                  </a:lnTo>
                  <a:lnTo>
                    <a:pt x="13" y="12"/>
                  </a:lnTo>
                  <a:lnTo>
                    <a:pt x="13" y="10"/>
                  </a:lnTo>
                  <a:lnTo>
                    <a:pt x="11" y="8"/>
                  </a:lnTo>
                  <a:lnTo>
                    <a:pt x="11" y="7"/>
                  </a:lnTo>
                  <a:lnTo>
                    <a:pt x="9" y="7"/>
                  </a:lnTo>
                  <a:lnTo>
                    <a:pt x="9" y="5"/>
                  </a:lnTo>
                  <a:lnTo>
                    <a:pt x="7" y="3"/>
                  </a:lnTo>
                  <a:lnTo>
                    <a:pt x="7" y="1"/>
                  </a:lnTo>
                  <a:lnTo>
                    <a:pt x="6" y="1"/>
                  </a:lnTo>
                  <a:lnTo>
                    <a:pt x="4" y="0"/>
                  </a:lnTo>
                  <a:lnTo>
                    <a:pt x="6" y="1"/>
                  </a:lnTo>
                  <a:lnTo>
                    <a:pt x="6" y="0"/>
                  </a:lnTo>
                  <a:lnTo>
                    <a:pt x="4" y="0"/>
                  </a:lnTo>
                  <a:lnTo>
                    <a:pt x="4"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77" name="Google Shape;477;p10"/>
            <p:cNvSpPr/>
            <p:nvPr/>
          </p:nvSpPr>
          <p:spPr>
            <a:xfrm>
              <a:off x="4879" y="2752"/>
              <a:ext cx="16" cy="34"/>
            </a:xfrm>
            <a:custGeom>
              <a:rect b="b" l="l" r="r" t="t"/>
              <a:pathLst>
                <a:path extrusionOk="0" h="34" w="16">
                  <a:moveTo>
                    <a:pt x="9" y="33"/>
                  </a:moveTo>
                  <a:lnTo>
                    <a:pt x="9" y="34"/>
                  </a:lnTo>
                  <a:lnTo>
                    <a:pt x="9" y="33"/>
                  </a:lnTo>
                  <a:lnTo>
                    <a:pt x="9" y="31"/>
                  </a:lnTo>
                  <a:lnTo>
                    <a:pt x="11" y="29"/>
                  </a:lnTo>
                  <a:lnTo>
                    <a:pt x="11" y="27"/>
                  </a:lnTo>
                  <a:lnTo>
                    <a:pt x="11" y="26"/>
                  </a:lnTo>
                  <a:lnTo>
                    <a:pt x="9" y="24"/>
                  </a:lnTo>
                  <a:lnTo>
                    <a:pt x="9" y="22"/>
                  </a:lnTo>
                  <a:lnTo>
                    <a:pt x="9" y="20"/>
                  </a:lnTo>
                  <a:lnTo>
                    <a:pt x="9" y="19"/>
                  </a:lnTo>
                  <a:lnTo>
                    <a:pt x="9" y="17"/>
                  </a:lnTo>
                  <a:lnTo>
                    <a:pt x="9" y="15"/>
                  </a:lnTo>
                  <a:lnTo>
                    <a:pt x="7" y="15"/>
                  </a:lnTo>
                  <a:lnTo>
                    <a:pt x="7" y="14"/>
                  </a:lnTo>
                  <a:lnTo>
                    <a:pt x="7" y="12"/>
                  </a:lnTo>
                  <a:lnTo>
                    <a:pt x="7" y="10"/>
                  </a:lnTo>
                  <a:lnTo>
                    <a:pt x="7" y="8"/>
                  </a:lnTo>
                  <a:lnTo>
                    <a:pt x="9" y="8"/>
                  </a:lnTo>
                  <a:lnTo>
                    <a:pt x="11" y="8"/>
                  </a:lnTo>
                  <a:lnTo>
                    <a:pt x="11" y="7"/>
                  </a:lnTo>
                  <a:lnTo>
                    <a:pt x="12" y="7"/>
                  </a:lnTo>
                  <a:lnTo>
                    <a:pt x="14" y="7"/>
                  </a:lnTo>
                  <a:lnTo>
                    <a:pt x="16" y="7"/>
                  </a:lnTo>
                  <a:lnTo>
                    <a:pt x="16" y="0"/>
                  </a:lnTo>
                  <a:lnTo>
                    <a:pt x="14" y="0"/>
                  </a:lnTo>
                  <a:lnTo>
                    <a:pt x="12" y="0"/>
                  </a:lnTo>
                  <a:lnTo>
                    <a:pt x="11" y="0"/>
                  </a:lnTo>
                  <a:lnTo>
                    <a:pt x="9" y="0"/>
                  </a:lnTo>
                  <a:lnTo>
                    <a:pt x="7" y="1"/>
                  </a:lnTo>
                  <a:lnTo>
                    <a:pt x="6" y="1"/>
                  </a:lnTo>
                  <a:lnTo>
                    <a:pt x="4" y="3"/>
                  </a:lnTo>
                  <a:lnTo>
                    <a:pt x="2" y="3"/>
                  </a:lnTo>
                  <a:lnTo>
                    <a:pt x="2" y="5"/>
                  </a:lnTo>
                  <a:lnTo>
                    <a:pt x="2" y="7"/>
                  </a:lnTo>
                  <a:lnTo>
                    <a:pt x="0" y="8"/>
                  </a:lnTo>
                  <a:lnTo>
                    <a:pt x="0" y="10"/>
                  </a:lnTo>
                  <a:lnTo>
                    <a:pt x="0" y="12"/>
                  </a:lnTo>
                  <a:lnTo>
                    <a:pt x="0" y="14"/>
                  </a:lnTo>
                  <a:lnTo>
                    <a:pt x="0" y="15"/>
                  </a:lnTo>
                  <a:lnTo>
                    <a:pt x="0" y="17"/>
                  </a:lnTo>
                  <a:lnTo>
                    <a:pt x="2" y="19"/>
                  </a:lnTo>
                  <a:lnTo>
                    <a:pt x="2" y="20"/>
                  </a:lnTo>
                  <a:lnTo>
                    <a:pt x="2" y="22"/>
                  </a:lnTo>
                  <a:lnTo>
                    <a:pt x="2" y="24"/>
                  </a:lnTo>
                  <a:lnTo>
                    <a:pt x="2" y="26"/>
                  </a:lnTo>
                  <a:lnTo>
                    <a:pt x="2" y="27"/>
                  </a:lnTo>
                  <a:lnTo>
                    <a:pt x="2" y="29"/>
                  </a:lnTo>
                  <a:lnTo>
                    <a:pt x="2" y="31"/>
                  </a:lnTo>
                  <a:lnTo>
                    <a:pt x="9"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78" name="Google Shape;478;p10"/>
            <p:cNvSpPr/>
            <p:nvPr/>
          </p:nvSpPr>
          <p:spPr>
            <a:xfrm>
              <a:off x="4865" y="2783"/>
              <a:ext cx="23" cy="138"/>
            </a:xfrm>
            <a:custGeom>
              <a:rect b="b" l="l" r="r" t="t"/>
              <a:pathLst>
                <a:path extrusionOk="0" h="138" w="23">
                  <a:moveTo>
                    <a:pt x="7" y="137"/>
                  </a:moveTo>
                  <a:lnTo>
                    <a:pt x="7" y="138"/>
                  </a:lnTo>
                  <a:lnTo>
                    <a:pt x="23" y="2"/>
                  </a:lnTo>
                  <a:lnTo>
                    <a:pt x="16" y="0"/>
                  </a:lnTo>
                  <a:lnTo>
                    <a:pt x="0" y="137"/>
                  </a:lnTo>
                  <a:lnTo>
                    <a:pt x="0" y="138"/>
                  </a:lnTo>
                  <a:lnTo>
                    <a:pt x="0" y="137"/>
                  </a:lnTo>
                  <a:lnTo>
                    <a:pt x="0" y="138"/>
                  </a:lnTo>
                  <a:lnTo>
                    <a:pt x="7" y="13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79" name="Google Shape;479;p10"/>
            <p:cNvSpPr/>
            <p:nvPr/>
          </p:nvSpPr>
          <p:spPr>
            <a:xfrm>
              <a:off x="4865" y="2920"/>
              <a:ext cx="18" cy="147"/>
            </a:xfrm>
            <a:custGeom>
              <a:rect b="b" l="l" r="r" t="t"/>
              <a:pathLst>
                <a:path extrusionOk="0" h="147" w="18">
                  <a:moveTo>
                    <a:pt x="18" y="147"/>
                  </a:moveTo>
                  <a:lnTo>
                    <a:pt x="7" y="0"/>
                  </a:lnTo>
                  <a:lnTo>
                    <a:pt x="0" y="1"/>
                  </a:lnTo>
                  <a:lnTo>
                    <a:pt x="11" y="147"/>
                  </a:lnTo>
                  <a:lnTo>
                    <a:pt x="18" y="14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80" name="Google Shape;480;p10"/>
            <p:cNvSpPr/>
            <p:nvPr/>
          </p:nvSpPr>
          <p:spPr>
            <a:xfrm>
              <a:off x="4876" y="3067"/>
              <a:ext cx="9" cy="637"/>
            </a:xfrm>
            <a:custGeom>
              <a:rect b="b" l="l" r="r" t="t"/>
              <a:pathLst>
                <a:path extrusionOk="0" h="637" w="9">
                  <a:moveTo>
                    <a:pt x="9" y="637"/>
                  </a:moveTo>
                  <a:lnTo>
                    <a:pt x="7" y="0"/>
                  </a:lnTo>
                  <a:lnTo>
                    <a:pt x="0" y="0"/>
                  </a:lnTo>
                  <a:lnTo>
                    <a:pt x="2" y="637"/>
                  </a:lnTo>
                  <a:lnTo>
                    <a:pt x="9" y="63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81" name="Google Shape;481;p10"/>
            <p:cNvSpPr/>
            <p:nvPr/>
          </p:nvSpPr>
          <p:spPr>
            <a:xfrm>
              <a:off x="4878" y="3704"/>
              <a:ext cx="15" cy="85"/>
            </a:xfrm>
            <a:custGeom>
              <a:rect b="b" l="l" r="r" t="t"/>
              <a:pathLst>
                <a:path extrusionOk="0" h="85" w="15">
                  <a:moveTo>
                    <a:pt x="10" y="84"/>
                  </a:moveTo>
                  <a:lnTo>
                    <a:pt x="13" y="80"/>
                  </a:lnTo>
                  <a:lnTo>
                    <a:pt x="7" y="0"/>
                  </a:lnTo>
                  <a:lnTo>
                    <a:pt x="0" y="0"/>
                  </a:lnTo>
                  <a:lnTo>
                    <a:pt x="7" y="80"/>
                  </a:lnTo>
                  <a:lnTo>
                    <a:pt x="12" y="77"/>
                  </a:lnTo>
                  <a:lnTo>
                    <a:pt x="10" y="84"/>
                  </a:lnTo>
                  <a:lnTo>
                    <a:pt x="15" y="85"/>
                  </a:lnTo>
                  <a:lnTo>
                    <a:pt x="13" y="80"/>
                  </a:lnTo>
                  <a:lnTo>
                    <a:pt x="10" y="8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82" name="Google Shape;482;p10"/>
            <p:cNvSpPr/>
            <p:nvPr/>
          </p:nvSpPr>
          <p:spPr>
            <a:xfrm>
              <a:off x="4763" y="3750"/>
              <a:ext cx="127" cy="38"/>
            </a:xfrm>
            <a:custGeom>
              <a:rect b="b" l="l" r="r" t="t"/>
              <a:pathLst>
                <a:path extrusionOk="0" h="38" w="127">
                  <a:moveTo>
                    <a:pt x="0" y="3"/>
                  </a:moveTo>
                  <a:lnTo>
                    <a:pt x="2" y="6"/>
                  </a:lnTo>
                  <a:lnTo>
                    <a:pt x="5" y="8"/>
                  </a:lnTo>
                  <a:lnTo>
                    <a:pt x="9" y="10"/>
                  </a:lnTo>
                  <a:lnTo>
                    <a:pt x="14" y="12"/>
                  </a:lnTo>
                  <a:lnTo>
                    <a:pt x="17" y="12"/>
                  </a:lnTo>
                  <a:lnTo>
                    <a:pt x="21" y="13"/>
                  </a:lnTo>
                  <a:lnTo>
                    <a:pt x="24" y="15"/>
                  </a:lnTo>
                  <a:lnTo>
                    <a:pt x="28" y="17"/>
                  </a:lnTo>
                  <a:lnTo>
                    <a:pt x="31" y="17"/>
                  </a:lnTo>
                  <a:lnTo>
                    <a:pt x="37" y="19"/>
                  </a:lnTo>
                  <a:lnTo>
                    <a:pt x="40" y="20"/>
                  </a:lnTo>
                  <a:lnTo>
                    <a:pt x="43" y="20"/>
                  </a:lnTo>
                  <a:lnTo>
                    <a:pt x="47" y="22"/>
                  </a:lnTo>
                  <a:lnTo>
                    <a:pt x="52" y="22"/>
                  </a:lnTo>
                  <a:lnTo>
                    <a:pt x="56" y="24"/>
                  </a:lnTo>
                  <a:lnTo>
                    <a:pt x="59" y="24"/>
                  </a:lnTo>
                  <a:lnTo>
                    <a:pt x="63" y="26"/>
                  </a:lnTo>
                  <a:lnTo>
                    <a:pt x="68" y="26"/>
                  </a:lnTo>
                  <a:lnTo>
                    <a:pt x="71" y="27"/>
                  </a:lnTo>
                  <a:lnTo>
                    <a:pt x="75" y="27"/>
                  </a:lnTo>
                  <a:lnTo>
                    <a:pt x="78" y="29"/>
                  </a:lnTo>
                  <a:lnTo>
                    <a:pt x="83" y="29"/>
                  </a:lnTo>
                  <a:lnTo>
                    <a:pt x="87" y="29"/>
                  </a:lnTo>
                  <a:lnTo>
                    <a:pt x="90" y="31"/>
                  </a:lnTo>
                  <a:lnTo>
                    <a:pt x="94" y="31"/>
                  </a:lnTo>
                  <a:lnTo>
                    <a:pt x="99" y="32"/>
                  </a:lnTo>
                  <a:lnTo>
                    <a:pt x="102" y="32"/>
                  </a:lnTo>
                  <a:lnTo>
                    <a:pt x="106" y="34"/>
                  </a:lnTo>
                  <a:lnTo>
                    <a:pt x="109" y="34"/>
                  </a:lnTo>
                  <a:lnTo>
                    <a:pt x="113" y="36"/>
                  </a:lnTo>
                  <a:lnTo>
                    <a:pt x="116" y="36"/>
                  </a:lnTo>
                  <a:lnTo>
                    <a:pt x="122" y="38"/>
                  </a:lnTo>
                  <a:lnTo>
                    <a:pt x="125" y="38"/>
                  </a:lnTo>
                  <a:lnTo>
                    <a:pt x="127" y="31"/>
                  </a:lnTo>
                  <a:lnTo>
                    <a:pt x="123" y="31"/>
                  </a:lnTo>
                  <a:lnTo>
                    <a:pt x="120" y="29"/>
                  </a:lnTo>
                  <a:lnTo>
                    <a:pt x="115" y="27"/>
                  </a:lnTo>
                  <a:lnTo>
                    <a:pt x="111" y="27"/>
                  </a:lnTo>
                  <a:lnTo>
                    <a:pt x="108" y="26"/>
                  </a:lnTo>
                  <a:lnTo>
                    <a:pt x="104" y="26"/>
                  </a:lnTo>
                  <a:lnTo>
                    <a:pt x="101" y="26"/>
                  </a:lnTo>
                  <a:lnTo>
                    <a:pt x="95" y="24"/>
                  </a:lnTo>
                  <a:lnTo>
                    <a:pt x="92" y="24"/>
                  </a:lnTo>
                  <a:lnTo>
                    <a:pt x="89" y="22"/>
                  </a:lnTo>
                  <a:lnTo>
                    <a:pt x="85" y="22"/>
                  </a:lnTo>
                  <a:lnTo>
                    <a:pt x="80" y="20"/>
                  </a:lnTo>
                  <a:lnTo>
                    <a:pt x="76" y="20"/>
                  </a:lnTo>
                  <a:lnTo>
                    <a:pt x="73" y="20"/>
                  </a:lnTo>
                  <a:lnTo>
                    <a:pt x="68" y="19"/>
                  </a:lnTo>
                  <a:lnTo>
                    <a:pt x="64" y="19"/>
                  </a:lnTo>
                  <a:lnTo>
                    <a:pt x="61" y="17"/>
                  </a:lnTo>
                  <a:lnTo>
                    <a:pt x="57" y="17"/>
                  </a:lnTo>
                  <a:lnTo>
                    <a:pt x="52" y="15"/>
                  </a:lnTo>
                  <a:lnTo>
                    <a:pt x="49" y="15"/>
                  </a:lnTo>
                  <a:lnTo>
                    <a:pt x="45" y="13"/>
                  </a:lnTo>
                  <a:lnTo>
                    <a:pt x="42" y="13"/>
                  </a:lnTo>
                  <a:lnTo>
                    <a:pt x="38" y="12"/>
                  </a:lnTo>
                  <a:lnTo>
                    <a:pt x="35" y="10"/>
                  </a:lnTo>
                  <a:lnTo>
                    <a:pt x="30" y="10"/>
                  </a:lnTo>
                  <a:lnTo>
                    <a:pt x="26" y="8"/>
                  </a:lnTo>
                  <a:lnTo>
                    <a:pt x="23" y="6"/>
                  </a:lnTo>
                  <a:lnTo>
                    <a:pt x="19" y="6"/>
                  </a:lnTo>
                  <a:lnTo>
                    <a:pt x="16" y="5"/>
                  </a:lnTo>
                  <a:lnTo>
                    <a:pt x="12" y="3"/>
                  </a:lnTo>
                  <a:lnTo>
                    <a:pt x="9" y="1"/>
                  </a:lnTo>
                  <a:lnTo>
                    <a:pt x="5" y="0"/>
                  </a:lnTo>
                  <a:lnTo>
                    <a:pt x="7" y="1"/>
                  </a:lnTo>
                  <a:lnTo>
                    <a:pt x="0" y="3"/>
                  </a:lnTo>
                  <a:lnTo>
                    <a:pt x="0" y="5"/>
                  </a:lnTo>
                  <a:lnTo>
                    <a:pt x="2" y="6"/>
                  </a:lnTo>
                  <a:lnTo>
                    <a:pt x="0"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83" name="Google Shape;483;p10"/>
            <p:cNvSpPr/>
            <p:nvPr/>
          </p:nvSpPr>
          <p:spPr>
            <a:xfrm>
              <a:off x="4683" y="3206"/>
              <a:ext cx="87" cy="547"/>
            </a:xfrm>
            <a:custGeom>
              <a:rect b="b" l="l" r="r" t="t"/>
              <a:pathLst>
                <a:path extrusionOk="0" h="547" w="87">
                  <a:moveTo>
                    <a:pt x="0" y="1"/>
                  </a:moveTo>
                  <a:lnTo>
                    <a:pt x="2" y="19"/>
                  </a:lnTo>
                  <a:lnTo>
                    <a:pt x="4" y="36"/>
                  </a:lnTo>
                  <a:lnTo>
                    <a:pt x="6" y="53"/>
                  </a:lnTo>
                  <a:lnTo>
                    <a:pt x="7" y="71"/>
                  </a:lnTo>
                  <a:lnTo>
                    <a:pt x="9" y="88"/>
                  </a:lnTo>
                  <a:lnTo>
                    <a:pt x="13" y="105"/>
                  </a:lnTo>
                  <a:lnTo>
                    <a:pt x="14" y="123"/>
                  </a:lnTo>
                  <a:lnTo>
                    <a:pt x="16" y="140"/>
                  </a:lnTo>
                  <a:lnTo>
                    <a:pt x="19" y="157"/>
                  </a:lnTo>
                  <a:lnTo>
                    <a:pt x="21" y="175"/>
                  </a:lnTo>
                  <a:lnTo>
                    <a:pt x="23" y="190"/>
                  </a:lnTo>
                  <a:lnTo>
                    <a:pt x="26" y="207"/>
                  </a:lnTo>
                  <a:lnTo>
                    <a:pt x="28" y="225"/>
                  </a:lnTo>
                  <a:lnTo>
                    <a:pt x="32" y="242"/>
                  </a:lnTo>
                  <a:lnTo>
                    <a:pt x="33" y="259"/>
                  </a:lnTo>
                  <a:lnTo>
                    <a:pt x="37" y="277"/>
                  </a:lnTo>
                  <a:lnTo>
                    <a:pt x="39" y="294"/>
                  </a:lnTo>
                  <a:lnTo>
                    <a:pt x="42" y="310"/>
                  </a:lnTo>
                  <a:lnTo>
                    <a:pt x="44" y="327"/>
                  </a:lnTo>
                  <a:lnTo>
                    <a:pt x="47" y="344"/>
                  </a:lnTo>
                  <a:lnTo>
                    <a:pt x="49" y="362"/>
                  </a:lnTo>
                  <a:lnTo>
                    <a:pt x="52" y="379"/>
                  </a:lnTo>
                  <a:lnTo>
                    <a:pt x="56" y="395"/>
                  </a:lnTo>
                  <a:lnTo>
                    <a:pt x="58" y="412"/>
                  </a:lnTo>
                  <a:lnTo>
                    <a:pt x="61" y="429"/>
                  </a:lnTo>
                  <a:lnTo>
                    <a:pt x="63" y="447"/>
                  </a:lnTo>
                  <a:lnTo>
                    <a:pt x="66" y="462"/>
                  </a:lnTo>
                  <a:lnTo>
                    <a:pt x="70" y="479"/>
                  </a:lnTo>
                  <a:lnTo>
                    <a:pt x="71" y="497"/>
                  </a:lnTo>
                  <a:lnTo>
                    <a:pt x="75" y="514"/>
                  </a:lnTo>
                  <a:lnTo>
                    <a:pt x="78" y="530"/>
                  </a:lnTo>
                  <a:lnTo>
                    <a:pt x="80" y="547"/>
                  </a:lnTo>
                  <a:lnTo>
                    <a:pt x="87" y="545"/>
                  </a:lnTo>
                  <a:lnTo>
                    <a:pt x="85" y="530"/>
                  </a:lnTo>
                  <a:lnTo>
                    <a:pt x="82" y="512"/>
                  </a:lnTo>
                  <a:lnTo>
                    <a:pt x="78" y="495"/>
                  </a:lnTo>
                  <a:lnTo>
                    <a:pt x="77" y="479"/>
                  </a:lnTo>
                  <a:lnTo>
                    <a:pt x="73" y="462"/>
                  </a:lnTo>
                  <a:lnTo>
                    <a:pt x="70" y="445"/>
                  </a:lnTo>
                  <a:lnTo>
                    <a:pt x="68" y="427"/>
                  </a:lnTo>
                  <a:lnTo>
                    <a:pt x="65" y="412"/>
                  </a:lnTo>
                  <a:lnTo>
                    <a:pt x="63" y="395"/>
                  </a:lnTo>
                  <a:lnTo>
                    <a:pt x="59" y="377"/>
                  </a:lnTo>
                  <a:lnTo>
                    <a:pt x="56" y="360"/>
                  </a:lnTo>
                  <a:lnTo>
                    <a:pt x="54" y="343"/>
                  </a:lnTo>
                  <a:lnTo>
                    <a:pt x="51" y="327"/>
                  </a:lnTo>
                  <a:lnTo>
                    <a:pt x="49" y="310"/>
                  </a:lnTo>
                  <a:lnTo>
                    <a:pt x="45" y="292"/>
                  </a:lnTo>
                  <a:lnTo>
                    <a:pt x="44" y="275"/>
                  </a:lnTo>
                  <a:lnTo>
                    <a:pt x="40" y="258"/>
                  </a:lnTo>
                  <a:lnTo>
                    <a:pt x="39" y="242"/>
                  </a:lnTo>
                  <a:lnTo>
                    <a:pt x="35" y="225"/>
                  </a:lnTo>
                  <a:lnTo>
                    <a:pt x="33" y="207"/>
                  </a:lnTo>
                  <a:lnTo>
                    <a:pt x="32" y="190"/>
                  </a:lnTo>
                  <a:lnTo>
                    <a:pt x="28" y="173"/>
                  </a:lnTo>
                  <a:lnTo>
                    <a:pt x="26" y="155"/>
                  </a:lnTo>
                  <a:lnTo>
                    <a:pt x="23" y="138"/>
                  </a:lnTo>
                  <a:lnTo>
                    <a:pt x="21" y="121"/>
                  </a:lnTo>
                  <a:lnTo>
                    <a:pt x="19" y="104"/>
                  </a:lnTo>
                  <a:lnTo>
                    <a:pt x="18" y="86"/>
                  </a:lnTo>
                  <a:lnTo>
                    <a:pt x="14" y="69"/>
                  </a:lnTo>
                  <a:lnTo>
                    <a:pt x="13" y="52"/>
                  </a:lnTo>
                  <a:lnTo>
                    <a:pt x="11" y="34"/>
                  </a:lnTo>
                  <a:lnTo>
                    <a:pt x="9" y="17"/>
                  </a:lnTo>
                  <a:lnTo>
                    <a:pt x="7" y="0"/>
                  </a:lnTo>
                  <a:lnTo>
                    <a:pt x="7" y="1"/>
                  </a:lnTo>
                  <a:lnTo>
                    <a:pt x="0"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84" name="Google Shape;484;p10"/>
            <p:cNvSpPr/>
            <p:nvPr/>
          </p:nvSpPr>
          <p:spPr>
            <a:xfrm>
              <a:off x="4670" y="2778"/>
              <a:ext cx="20" cy="429"/>
            </a:xfrm>
            <a:custGeom>
              <a:rect b="b" l="l" r="r" t="t"/>
              <a:pathLst>
                <a:path extrusionOk="0" h="429" w="20">
                  <a:moveTo>
                    <a:pt x="6" y="0"/>
                  </a:moveTo>
                  <a:lnTo>
                    <a:pt x="3" y="3"/>
                  </a:lnTo>
                  <a:lnTo>
                    <a:pt x="3" y="17"/>
                  </a:lnTo>
                  <a:lnTo>
                    <a:pt x="1" y="31"/>
                  </a:lnTo>
                  <a:lnTo>
                    <a:pt x="1" y="43"/>
                  </a:lnTo>
                  <a:lnTo>
                    <a:pt x="1" y="57"/>
                  </a:lnTo>
                  <a:lnTo>
                    <a:pt x="0" y="71"/>
                  </a:lnTo>
                  <a:lnTo>
                    <a:pt x="0" y="85"/>
                  </a:lnTo>
                  <a:lnTo>
                    <a:pt x="0" y="97"/>
                  </a:lnTo>
                  <a:lnTo>
                    <a:pt x="0" y="111"/>
                  </a:lnTo>
                  <a:lnTo>
                    <a:pt x="0" y="124"/>
                  </a:lnTo>
                  <a:lnTo>
                    <a:pt x="0" y="137"/>
                  </a:lnTo>
                  <a:lnTo>
                    <a:pt x="0" y="150"/>
                  </a:lnTo>
                  <a:lnTo>
                    <a:pt x="0" y="164"/>
                  </a:lnTo>
                  <a:lnTo>
                    <a:pt x="0" y="176"/>
                  </a:lnTo>
                  <a:lnTo>
                    <a:pt x="1" y="190"/>
                  </a:lnTo>
                  <a:lnTo>
                    <a:pt x="1" y="204"/>
                  </a:lnTo>
                  <a:lnTo>
                    <a:pt x="1" y="216"/>
                  </a:lnTo>
                  <a:lnTo>
                    <a:pt x="1" y="230"/>
                  </a:lnTo>
                  <a:lnTo>
                    <a:pt x="3" y="244"/>
                  </a:lnTo>
                  <a:lnTo>
                    <a:pt x="3" y="256"/>
                  </a:lnTo>
                  <a:lnTo>
                    <a:pt x="3" y="270"/>
                  </a:lnTo>
                  <a:lnTo>
                    <a:pt x="5" y="284"/>
                  </a:lnTo>
                  <a:lnTo>
                    <a:pt x="5" y="296"/>
                  </a:lnTo>
                  <a:lnTo>
                    <a:pt x="6" y="310"/>
                  </a:lnTo>
                  <a:lnTo>
                    <a:pt x="6" y="324"/>
                  </a:lnTo>
                  <a:lnTo>
                    <a:pt x="6" y="336"/>
                  </a:lnTo>
                  <a:lnTo>
                    <a:pt x="8" y="350"/>
                  </a:lnTo>
                  <a:lnTo>
                    <a:pt x="8" y="363"/>
                  </a:lnTo>
                  <a:lnTo>
                    <a:pt x="10" y="376"/>
                  </a:lnTo>
                  <a:lnTo>
                    <a:pt x="10" y="389"/>
                  </a:lnTo>
                  <a:lnTo>
                    <a:pt x="12" y="402"/>
                  </a:lnTo>
                  <a:lnTo>
                    <a:pt x="12" y="415"/>
                  </a:lnTo>
                  <a:lnTo>
                    <a:pt x="13" y="429"/>
                  </a:lnTo>
                  <a:lnTo>
                    <a:pt x="20" y="429"/>
                  </a:lnTo>
                  <a:lnTo>
                    <a:pt x="19" y="415"/>
                  </a:lnTo>
                  <a:lnTo>
                    <a:pt x="19" y="402"/>
                  </a:lnTo>
                  <a:lnTo>
                    <a:pt x="19" y="389"/>
                  </a:lnTo>
                  <a:lnTo>
                    <a:pt x="17" y="376"/>
                  </a:lnTo>
                  <a:lnTo>
                    <a:pt x="17" y="362"/>
                  </a:lnTo>
                  <a:lnTo>
                    <a:pt x="15" y="350"/>
                  </a:lnTo>
                  <a:lnTo>
                    <a:pt x="15" y="336"/>
                  </a:lnTo>
                  <a:lnTo>
                    <a:pt x="13" y="322"/>
                  </a:lnTo>
                  <a:lnTo>
                    <a:pt x="13" y="310"/>
                  </a:lnTo>
                  <a:lnTo>
                    <a:pt x="12" y="296"/>
                  </a:lnTo>
                  <a:lnTo>
                    <a:pt x="12" y="282"/>
                  </a:lnTo>
                  <a:lnTo>
                    <a:pt x="12" y="270"/>
                  </a:lnTo>
                  <a:lnTo>
                    <a:pt x="10" y="256"/>
                  </a:lnTo>
                  <a:lnTo>
                    <a:pt x="10" y="244"/>
                  </a:lnTo>
                  <a:lnTo>
                    <a:pt x="10" y="230"/>
                  </a:lnTo>
                  <a:lnTo>
                    <a:pt x="8" y="216"/>
                  </a:lnTo>
                  <a:lnTo>
                    <a:pt x="8" y="204"/>
                  </a:lnTo>
                  <a:lnTo>
                    <a:pt x="8" y="190"/>
                  </a:lnTo>
                  <a:lnTo>
                    <a:pt x="8" y="176"/>
                  </a:lnTo>
                  <a:lnTo>
                    <a:pt x="6" y="164"/>
                  </a:lnTo>
                  <a:lnTo>
                    <a:pt x="6" y="150"/>
                  </a:lnTo>
                  <a:lnTo>
                    <a:pt x="6" y="137"/>
                  </a:lnTo>
                  <a:lnTo>
                    <a:pt x="6" y="124"/>
                  </a:lnTo>
                  <a:lnTo>
                    <a:pt x="6" y="111"/>
                  </a:lnTo>
                  <a:lnTo>
                    <a:pt x="6" y="97"/>
                  </a:lnTo>
                  <a:lnTo>
                    <a:pt x="6" y="85"/>
                  </a:lnTo>
                  <a:lnTo>
                    <a:pt x="6" y="71"/>
                  </a:lnTo>
                  <a:lnTo>
                    <a:pt x="8" y="57"/>
                  </a:lnTo>
                  <a:lnTo>
                    <a:pt x="8" y="45"/>
                  </a:lnTo>
                  <a:lnTo>
                    <a:pt x="8" y="31"/>
                  </a:lnTo>
                  <a:lnTo>
                    <a:pt x="10" y="17"/>
                  </a:lnTo>
                  <a:lnTo>
                    <a:pt x="10" y="5"/>
                  </a:lnTo>
                  <a:lnTo>
                    <a:pt x="6" y="7"/>
                  </a:lnTo>
                  <a:lnTo>
                    <a:pt x="6" y="0"/>
                  </a:lnTo>
                  <a:lnTo>
                    <a:pt x="3" y="0"/>
                  </a:lnTo>
                  <a:lnTo>
                    <a:pt x="3" y="3"/>
                  </a:lnTo>
                  <a:lnTo>
                    <a:pt x="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85" name="Google Shape;485;p10"/>
            <p:cNvSpPr/>
            <p:nvPr/>
          </p:nvSpPr>
          <p:spPr>
            <a:xfrm>
              <a:off x="4676" y="2769"/>
              <a:ext cx="146" cy="24"/>
            </a:xfrm>
            <a:custGeom>
              <a:rect b="b" l="l" r="r" t="t"/>
              <a:pathLst>
                <a:path extrusionOk="0" h="24" w="146">
                  <a:moveTo>
                    <a:pt x="143" y="0"/>
                  </a:moveTo>
                  <a:lnTo>
                    <a:pt x="139" y="3"/>
                  </a:lnTo>
                  <a:lnTo>
                    <a:pt x="136" y="5"/>
                  </a:lnTo>
                  <a:lnTo>
                    <a:pt x="130" y="7"/>
                  </a:lnTo>
                  <a:lnTo>
                    <a:pt x="127" y="9"/>
                  </a:lnTo>
                  <a:lnTo>
                    <a:pt x="124" y="10"/>
                  </a:lnTo>
                  <a:lnTo>
                    <a:pt x="120" y="12"/>
                  </a:lnTo>
                  <a:lnTo>
                    <a:pt x="115" y="14"/>
                  </a:lnTo>
                  <a:lnTo>
                    <a:pt x="111" y="14"/>
                  </a:lnTo>
                  <a:lnTo>
                    <a:pt x="106" y="16"/>
                  </a:lnTo>
                  <a:lnTo>
                    <a:pt x="103" y="16"/>
                  </a:lnTo>
                  <a:lnTo>
                    <a:pt x="98" y="17"/>
                  </a:lnTo>
                  <a:lnTo>
                    <a:pt x="94" y="17"/>
                  </a:lnTo>
                  <a:lnTo>
                    <a:pt x="89" y="17"/>
                  </a:lnTo>
                  <a:lnTo>
                    <a:pt x="85" y="17"/>
                  </a:lnTo>
                  <a:lnTo>
                    <a:pt x="80" y="17"/>
                  </a:lnTo>
                  <a:lnTo>
                    <a:pt x="75" y="17"/>
                  </a:lnTo>
                  <a:lnTo>
                    <a:pt x="70" y="17"/>
                  </a:lnTo>
                  <a:lnTo>
                    <a:pt x="66" y="16"/>
                  </a:lnTo>
                  <a:lnTo>
                    <a:pt x="61" y="16"/>
                  </a:lnTo>
                  <a:lnTo>
                    <a:pt x="56" y="16"/>
                  </a:lnTo>
                  <a:lnTo>
                    <a:pt x="51" y="16"/>
                  </a:lnTo>
                  <a:lnTo>
                    <a:pt x="47" y="14"/>
                  </a:lnTo>
                  <a:lnTo>
                    <a:pt x="42" y="14"/>
                  </a:lnTo>
                  <a:lnTo>
                    <a:pt x="37" y="12"/>
                  </a:lnTo>
                  <a:lnTo>
                    <a:pt x="33" y="12"/>
                  </a:lnTo>
                  <a:lnTo>
                    <a:pt x="28" y="12"/>
                  </a:lnTo>
                  <a:lnTo>
                    <a:pt x="23" y="10"/>
                  </a:lnTo>
                  <a:lnTo>
                    <a:pt x="18" y="10"/>
                  </a:lnTo>
                  <a:lnTo>
                    <a:pt x="14" y="10"/>
                  </a:lnTo>
                  <a:lnTo>
                    <a:pt x="9" y="10"/>
                  </a:lnTo>
                  <a:lnTo>
                    <a:pt x="6" y="9"/>
                  </a:lnTo>
                  <a:lnTo>
                    <a:pt x="0" y="9"/>
                  </a:lnTo>
                  <a:lnTo>
                    <a:pt x="0" y="16"/>
                  </a:lnTo>
                  <a:lnTo>
                    <a:pt x="4" y="17"/>
                  </a:lnTo>
                  <a:lnTo>
                    <a:pt x="9" y="17"/>
                  </a:lnTo>
                  <a:lnTo>
                    <a:pt x="13" y="17"/>
                  </a:lnTo>
                  <a:lnTo>
                    <a:pt x="18" y="17"/>
                  </a:lnTo>
                  <a:lnTo>
                    <a:pt x="23" y="19"/>
                  </a:lnTo>
                  <a:lnTo>
                    <a:pt x="26" y="19"/>
                  </a:lnTo>
                  <a:lnTo>
                    <a:pt x="32" y="19"/>
                  </a:lnTo>
                  <a:lnTo>
                    <a:pt x="37" y="21"/>
                  </a:lnTo>
                  <a:lnTo>
                    <a:pt x="40" y="21"/>
                  </a:lnTo>
                  <a:lnTo>
                    <a:pt x="46" y="21"/>
                  </a:lnTo>
                  <a:lnTo>
                    <a:pt x="51" y="23"/>
                  </a:lnTo>
                  <a:lnTo>
                    <a:pt x="56" y="23"/>
                  </a:lnTo>
                  <a:lnTo>
                    <a:pt x="61" y="23"/>
                  </a:lnTo>
                  <a:lnTo>
                    <a:pt x="65" y="24"/>
                  </a:lnTo>
                  <a:lnTo>
                    <a:pt x="70" y="24"/>
                  </a:lnTo>
                  <a:lnTo>
                    <a:pt x="75" y="24"/>
                  </a:lnTo>
                  <a:lnTo>
                    <a:pt x="80" y="24"/>
                  </a:lnTo>
                  <a:lnTo>
                    <a:pt x="85" y="24"/>
                  </a:lnTo>
                  <a:lnTo>
                    <a:pt x="89" y="24"/>
                  </a:lnTo>
                  <a:lnTo>
                    <a:pt x="94" y="24"/>
                  </a:lnTo>
                  <a:lnTo>
                    <a:pt x="99" y="24"/>
                  </a:lnTo>
                  <a:lnTo>
                    <a:pt x="104" y="23"/>
                  </a:lnTo>
                  <a:lnTo>
                    <a:pt x="108" y="23"/>
                  </a:lnTo>
                  <a:lnTo>
                    <a:pt x="113" y="23"/>
                  </a:lnTo>
                  <a:lnTo>
                    <a:pt x="117" y="21"/>
                  </a:lnTo>
                  <a:lnTo>
                    <a:pt x="122" y="19"/>
                  </a:lnTo>
                  <a:lnTo>
                    <a:pt x="127" y="17"/>
                  </a:lnTo>
                  <a:lnTo>
                    <a:pt x="130" y="16"/>
                  </a:lnTo>
                  <a:lnTo>
                    <a:pt x="134" y="14"/>
                  </a:lnTo>
                  <a:lnTo>
                    <a:pt x="139" y="12"/>
                  </a:lnTo>
                  <a:lnTo>
                    <a:pt x="143" y="9"/>
                  </a:lnTo>
                  <a:lnTo>
                    <a:pt x="146" y="5"/>
                  </a:lnTo>
                  <a:lnTo>
                    <a:pt x="146" y="7"/>
                  </a:lnTo>
                  <a:lnTo>
                    <a:pt x="14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86" name="Google Shape;486;p10"/>
            <p:cNvSpPr/>
            <p:nvPr/>
          </p:nvSpPr>
          <p:spPr>
            <a:xfrm>
              <a:off x="4819" y="2727"/>
              <a:ext cx="64" cy="49"/>
            </a:xfrm>
            <a:custGeom>
              <a:rect b="b" l="l" r="r" t="t"/>
              <a:pathLst>
                <a:path extrusionOk="0" h="49" w="64">
                  <a:moveTo>
                    <a:pt x="62" y="2"/>
                  </a:moveTo>
                  <a:lnTo>
                    <a:pt x="59" y="2"/>
                  </a:lnTo>
                  <a:lnTo>
                    <a:pt x="57" y="4"/>
                  </a:lnTo>
                  <a:lnTo>
                    <a:pt x="55" y="6"/>
                  </a:lnTo>
                  <a:lnTo>
                    <a:pt x="53" y="7"/>
                  </a:lnTo>
                  <a:lnTo>
                    <a:pt x="52" y="7"/>
                  </a:lnTo>
                  <a:lnTo>
                    <a:pt x="50" y="9"/>
                  </a:lnTo>
                  <a:lnTo>
                    <a:pt x="48" y="11"/>
                  </a:lnTo>
                  <a:lnTo>
                    <a:pt x="46" y="13"/>
                  </a:lnTo>
                  <a:lnTo>
                    <a:pt x="45" y="13"/>
                  </a:lnTo>
                  <a:lnTo>
                    <a:pt x="43" y="14"/>
                  </a:lnTo>
                  <a:lnTo>
                    <a:pt x="41" y="16"/>
                  </a:lnTo>
                  <a:lnTo>
                    <a:pt x="39" y="18"/>
                  </a:lnTo>
                  <a:lnTo>
                    <a:pt x="38" y="19"/>
                  </a:lnTo>
                  <a:lnTo>
                    <a:pt x="36" y="19"/>
                  </a:lnTo>
                  <a:lnTo>
                    <a:pt x="34" y="21"/>
                  </a:lnTo>
                  <a:lnTo>
                    <a:pt x="33" y="23"/>
                  </a:lnTo>
                  <a:lnTo>
                    <a:pt x="31" y="23"/>
                  </a:lnTo>
                  <a:lnTo>
                    <a:pt x="27" y="25"/>
                  </a:lnTo>
                  <a:lnTo>
                    <a:pt x="26" y="26"/>
                  </a:lnTo>
                  <a:lnTo>
                    <a:pt x="24" y="26"/>
                  </a:lnTo>
                  <a:lnTo>
                    <a:pt x="22" y="28"/>
                  </a:lnTo>
                  <a:lnTo>
                    <a:pt x="20" y="30"/>
                  </a:lnTo>
                  <a:lnTo>
                    <a:pt x="19" y="30"/>
                  </a:lnTo>
                  <a:lnTo>
                    <a:pt x="17" y="32"/>
                  </a:lnTo>
                  <a:lnTo>
                    <a:pt x="15" y="33"/>
                  </a:lnTo>
                  <a:lnTo>
                    <a:pt x="13" y="33"/>
                  </a:lnTo>
                  <a:lnTo>
                    <a:pt x="12" y="35"/>
                  </a:lnTo>
                  <a:lnTo>
                    <a:pt x="8" y="37"/>
                  </a:lnTo>
                  <a:lnTo>
                    <a:pt x="7" y="37"/>
                  </a:lnTo>
                  <a:lnTo>
                    <a:pt x="5" y="39"/>
                  </a:lnTo>
                  <a:lnTo>
                    <a:pt x="3" y="40"/>
                  </a:lnTo>
                  <a:lnTo>
                    <a:pt x="1" y="40"/>
                  </a:lnTo>
                  <a:lnTo>
                    <a:pt x="0" y="42"/>
                  </a:lnTo>
                  <a:lnTo>
                    <a:pt x="3" y="49"/>
                  </a:lnTo>
                  <a:lnTo>
                    <a:pt x="5" y="47"/>
                  </a:lnTo>
                  <a:lnTo>
                    <a:pt x="7" y="45"/>
                  </a:lnTo>
                  <a:lnTo>
                    <a:pt x="8" y="45"/>
                  </a:lnTo>
                  <a:lnTo>
                    <a:pt x="10" y="44"/>
                  </a:lnTo>
                  <a:lnTo>
                    <a:pt x="12" y="42"/>
                  </a:lnTo>
                  <a:lnTo>
                    <a:pt x="15" y="42"/>
                  </a:lnTo>
                  <a:lnTo>
                    <a:pt x="17" y="40"/>
                  </a:lnTo>
                  <a:lnTo>
                    <a:pt x="19" y="39"/>
                  </a:lnTo>
                  <a:lnTo>
                    <a:pt x="20" y="39"/>
                  </a:lnTo>
                  <a:lnTo>
                    <a:pt x="22" y="37"/>
                  </a:lnTo>
                  <a:lnTo>
                    <a:pt x="24" y="35"/>
                  </a:lnTo>
                  <a:lnTo>
                    <a:pt x="26" y="35"/>
                  </a:lnTo>
                  <a:lnTo>
                    <a:pt x="27" y="33"/>
                  </a:lnTo>
                  <a:lnTo>
                    <a:pt x="31" y="32"/>
                  </a:lnTo>
                  <a:lnTo>
                    <a:pt x="33" y="32"/>
                  </a:lnTo>
                  <a:lnTo>
                    <a:pt x="34" y="30"/>
                  </a:lnTo>
                  <a:lnTo>
                    <a:pt x="36" y="28"/>
                  </a:lnTo>
                  <a:lnTo>
                    <a:pt x="38" y="26"/>
                  </a:lnTo>
                  <a:lnTo>
                    <a:pt x="39" y="26"/>
                  </a:lnTo>
                  <a:lnTo>
                    <a:pt x="41" y="25"/>
                  </a:lnTo>
                  <a:lnTo>
                    <a:pt x="43" y="23"/>
                  </a:lnTo>
                  <a:lnTo>
                    <a:pt x="45" y="21"/>
                  </a:lnTo>
                  <a:lnTo>
                    <a:pt x="46" y="21"/>
                  </a:lnTo>
                  <a:lnTo>
                    <a:pt x="48" y="19"/>
                  </a:lnTo>
                  <a:lnTo>
                    <a:pt x="52" y="18"/>
                  </a:lnTo>
                  <a:lnTo>
                    <a:pt x="53" y="16"/>
                  </a:lnTo>
                  <a:lnTo>
                    <a:pt x="55" y="14"/>
                  </a:lnTo>
                  <a:lnTo>
                    <a:pt x="57" y="14"/>
                  </a:lnTo>
                  <a:lnTo>
                    <a:pt x="59" y="13"/>
                  </a:lnTo>
                  <a:lnTo>
                    <a:pt x="60" y="11"/>
                  </a:lnTo>
                  <a:lnTo>
                    <a:pt x="62" y="9"/>
                  </a:lnTo>
                  <a:lnTo>
                    <a:pt x="64" y="7"/>
                  </a:lnTo>
                  <a:lnTo>
                    <a:pt x="59" y="7"/>
                  </a:lnTo>
                  <a:lnTo>
                    <a:pt x="62" y="2"/>
                  </a:lnTo>
                  <a:lnTo>
                    <a:pt x="60" y="0"/>
                  </a:lnTo>
                  <a:lnTo>
                    <a:pt x="59" y="2"/>
                  </a:lnTo>
                  <a:lnTo>
                    <a:pt x="62"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87" name="Google Shape;487;p10"/>
            <p:cNvSpPr/>
            <p:nvPr/>
          </p:nvSpPr>
          <p:spPr>
            <a:xfrm>
              <a:off x="4878" y="2729"/>
              <a:ext cx="105" cy="69"/>
            </a:xfrm>
            <a:custGeom>
              <a:rect b="b" l="l" r="r" t="t"/>
              <a:pathLst>
                <a:path extrusionOk="0" h="69" w="105">
                  <a:moveTo>
                    <a:pt x="104" y="61"/>
                  </a:moveTo>
                  <a:lnTo>
                    <a:pt x="105" y="63"/>
                  </a:lnTo>
                  <a:lnTo>
                    <a:pt x="102" y="61"/>
                  </a:lnTo>
                  <a:lnTo>
                    <a:pt x="98" y="59"/>
                  </a:lnTo>
                  <a:lnTo>
                    <a:pt x="95" y="57"/>
                  </a:lnTo>
                  <a:lnTo>
                    <a:pt x="91" y="57"/>
                  </a:lnTo>
                  <a:lnTo>
                    <a:pt x="88" y="56"/>
                  </a:lnTo>
                  <a:lnTo>
                    <a:pt x="85" y="54"/>
                  </a:lnTo>
                  <a:lnTo>
                    <a:pt x="81" y="52"/>
                  </a:lnTo>
                  <a:lnTo>
                    <a:pt x="78" y="50"/>
                  </a:lnTo>
                  <a:lnTo>
                    <a:pt x="76" y="49"/>
                  </a:lnTo>
                  <a:lnTo>
                    <a:pt x="72" y="47"/>
                  </a:lnTo>
                  <a:lnTo>
                    <a:pt x="69" y="45"/>
                  </a:lnTo>
                  <a:lnTo>
                    <a:pt x="65" y="43"/>
                  </a:lnTo>
                  <a:lnTo>
                    <a:pt x="62" y="42"/>
                  </a:lnTo>
                  <a:lnTo>
                    <a:pt x="59" y="40"/>
                  </a:lnTo>
                  <a:lnTo>
                    <a:pt x="57" y="37"/>
                  </a:lnTo>
                  <a:lnTo>
                    <a:pt x="53" y="35"/>
                  </a:lnTo>
                  <a:lnTo>
                    <a:pt x="50" y="33"/>
                  </a:lnTo>
                  <a:lnTo>
                    <a:pt x="46" y="31"/>
                  </a:lnTo>
                  <a:lnTo>
                    <a:pt x="43" y="30"/>
                  </a:lnTo>
                  <a:lnTo>
                    <a:pt x="41" y="26"/>
                  </a:lnTo>
                  <a:lnTo>
                    <a:pt x="38" y="24"/>
                  </a:lnTo>
                  <a:lnTo>
                    <a:pt x="34" y="23"/>
                  </a:lnTo>
                  <a:lnTo>
                    <a:pt x="31" y="21"/>
                  </a:lnTo>
                  <a:lnTo>
                    <a:pt x="29" y="17"/>
                  </a:lnTo>
                  <a:lnTo>
                    <a:pt x="26" y="16"/>
                  </a:lnTo>
                  <a:lnTo>
                    <a:pt x="22" y="14"/>
                  </a:lnTo>
                  <a:lnTo>
                    <a:pt x="19" y="11"/>
                  </a:lnTo>
                  <a:lnTo>
                    <a:pt x="15" y="9"/>
                  </a:lnTo>
                  <a:lnTo>
                    <a:pt x="13" y="7"/>
                  </a:lnTo>
                  <a:lnTo>
                    <a:pt x="10" y="4"/>
                  </a:lnTo>
                  <a:lnTo>
                    <a:pt x="7" y="2"/>
                  </a:lnTo>
                  <a:lnTo>
                    <a:pt x="3" y="0"/>
                  </a:lnTo>
                  <a:lnTo>
                    <a:pt x="0" y="5"/>
                  </a:lnTo>
                  <a:lnTo>
                    <a:pt x="3" y="9"/>
                  </a:lnTo>
                  <a:lnTo>
                    <a:pt x="5" y="11"/>
                  </a:lnTo>
                  <a:lnTo>
                    <a:pt x="8" y="12"/>
                  </a:lnTo>
                  <a:lnTo>
                    <a:pt x="12" y="14"/>
                  </a:lnTo>
                  <a:lnTo>
                    <a:pt x="15" y="17"/>
                  </a:lnTo>
                  <a:lnTo>
                    <a:pt x="17" y="19"/>
                  </a:lnTo>
                  <a:lnTo>
                    <a:pt x="20" y="21"/>
                  </a:lnTo>
                  <a:lnTo>
                    <a:pt x="24" y="24"/>
                  </a:lnTo>
                  <a:lnTo>
                    <a:pt x="27" y="26"/>
                  </a:lnTo>
                  <a:lnTo>
                    <a:pt x="31" y="28"/>
                  </a:lnTo>
                  <a:lnTo>
                    <a:pt x="33" y="31"/>
                  </a:lnTo>
                  <a:lnTo>
                    <a:pt x="36" y="33"/>
                  </a:lnTo>
                  <a:lnTo>
                    <a:pt x="39" y="35"/>
                  </a:lnTo>
                  <a:lnTo>
                    <a:pt x="43" y="37"/>
                  </a:lnTo>
                  <a:lnTo>
                    <a:pt x="46" y="38"/>
                  </a:lnTo>
                  <a:lnTo>
                    <a:pt x="48" y="42"/>
                  </a:lnTo>
                  <a:lnTo>
                    <a:pt x="52" y="43"/>
                  </a:lnTo>
                  <a:lnTo>
                    <a:pt x="55" y="45"/>
                  </a:lnTo>
                  <a:lnTo>
                    <a:pt x="59" y="47"/>
                  </a:lnTo>
                  <a:lnTo>
                    <a:pt x="62" y="49"/>
                  </a:lnTo>
                  <a:lnTo>
                    <a:pt x="65" y="50"/>
                  </a:lnTo>
                  <a:lnTo>
                    <a:pt x="69" y="54"/>
                  </a:lnTo>
                  <a:lnTo>
                    <a:pt x="72" y="56"/>
                  </a:lnTo>
                  <a:lnTo>
                    <a:pt x="74" y="57"/>
                  </a:lnTo>
                  <a:lnTo>
                    <a:pt x="78" y="59"/>
                  </a:lnTo>
                  <a:lnTo>
                    <a:pt x="81" y="61"/>
                  </a:lnTo>
                  <a:lnTo>
                    <a:pt x="85" y="61"/>
                  </a:lnTo>
                  <a:lnTo>
                    <a:pt x="88" y="63"/>
                  </a:lnTo>
                  <a:lnTo>
                    <a:pt x="91" y="64"/>
                  </a:lnTo>
                  <a:lnTo>
                    <a:pt x="95" y="66"/>
                  </a:lnTo>
                  <a:lnTo>
                    <a:pt x="98" y="68"/>
                  </a:lnTo>
                  <a:lnTo>
                    <a:pt x="102" y="69"/>
                  </a:lnTo>
                  <a:lnTo>
                    <a:pt x="104" y="69"/>
                  </a:lnTo>
                  <a:lnTo>
                    <a:pt x="102" y="69"/>
                  </a:lnTo>
                  <a:lnTo>
                    <a:pt x="104" y="69"/>
                  </a:lnTo>
                  <a:lnTo>
                    <a:pt x="104"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88" name="Google Shape;488;p10"/>
            <p:cNvSpPr/>
            <p:nvPr/>
          </p:nvSpPr>
          <p:spPr>
            <a:xfrm>
              <a:off x="4980" y="3197"/>
              <a:ext cx="90" cy="57"/>
            </a:xfrm>
            <a:custGeom>
              <a:rect b="b" l="l" r="r" t="t"/>
              <a:pathLst>
                <a:path extrusionOk="0" h="57" w="90">
                  <a:moveTo>
                    <a:pt x="71" y="0"/>
                  </a:moveTo>
                  <a:lnTo>
                    <a:pt x="71" y="2"/>
                  </a:lnTo>
                  <a:lnTo>
                    <a:pt x="71" y="3"/>
                  </a:lnTo>
                  <a:lnTo>
                    <a:pt x="73" y="3"/>
                  </a:lnTo>
                  <a:lnTo>
                    <a:pt x="73" y="5"/>
                  </a:lnTo>
                  <a:lnTo>
                    <a:pt x="73" y="7"/>
                  </a:lnTo>
                  <a:lnTo>
                    <a:pt x="73" y="9"/>
                  </a:lnTo>
                  <a:lnTo>
                    <a:pt x="73" y="10"/>
                  </a:lnTo>
                  <a:lnTo>
                    <a:pt x="71" y="10"/>
                  </a:lnTo>
                  <a:lnTo>
                    <a:pt x="71" y="12"/>
                  </a:lnTo>
                  <a:lnTo>
                    <a:pt x="71" y="14"/>
                  </a:lnTo>
                  <a:lnTo>
                    <a:pt x="71" y="16"/>
                  </a:lnTo>
                  <a:lnTo>
                    <a:pt x="69" y="17"/>
                  </a:lnTo>
                  <a:lnTo>
                    <a:pt x="69" y="19"/>
                  </a:lnTo>
                  <a:lnTo>
                    <a:pt x="69" y="21"/>
                  </a:lnTo>
                  <a:lnTo>
                    <a:pt x="67" y="21"/>
                  </a:lnTo>
                  <a:lnTo>
                    <a:pt x="67" y="22"/>
                  </a:lnTo>
                  <a:lnTo>
                    <a:pt x="66" y="24"/>
                  </a:lnTo>
                  <a:lnTo>
                    <a:pt x="66" y="26"/>
                  </a:lnTo>
                  <a:lnTo>
                    <a:pt x="64" y="28"/>
                  </a:lnTo>
                  <a:lnTo>
                    <a:pt x="64" y="29"/>
                  </a:lnTo>
                  <a:lnTo>
                    <a:pt x="62" y="31"/>
                  </a:lnTo>
                  <a:lnTo>
                    <a:pt x="62" y="33"/>
                  </a:lnTo>
                  <a:lnTo>
                    <a:pt x="61" y="35"/>
                  </a:lnTo>
                  <a:lnTo>
                    <a:pt x="61" y="36"/>
                  </a:lnTo>
                  <a:lnTo>
                    <a:pt x="59" y="38"/>
                  </a:lnTo>
                  <a:lnTo>
                    <a:pt x="59" y="40"/>
                  </a:lnTo>
                  <a:lnTo>
                    <a:pt x="59" y="41"/>
                  </a:lnTo>
                  <a:lnTo>
                    <a:pt x="59" y="43"/>
                  </a:lnTo>
                  <a:lnTo>
                    <a:pt x="90" y="45"/>
                  </a:lnTo>
                  <a:lnTo>
                    <a:pt x="90" y="47"/>
                  </a:lnTo>
                  <a:lnTo>
                    <a:pt x="90" y="48"/>
                  </a:lnTo>
                  <a:lnTo>
                    <a:pt x="88" y="50"/>
                  </a:lnTo>
                  <a:lnTo>
                    <a:pt x="87" y="52"/>
                  </a:lnTo>
                  <a:lnTo>
                    <a:pt x="85" y="52"/>
                  </a:lnTo>
                  <a:lnTo>
                    <a:pt x="83" y="54"/>
                  </a:lnTo>
                  <a:lnTo>
                    <a:pt x="81" y="54"/>
                  </a:lnTo>
                  <a:lnTo>
                    <a:pt x="80" y="54"/>
                  </a:lnTo>
                  <a:lnTo>
                    <a:pt x="78" y="55"/>
                  </a:lnTo>
                  <a:lnTo>
                    <a:pt x="76" y="55"/>
                  </a:lnTo>
                  <a:lnTo>
                    <a:pt x="74" y="55"/>
                  </a:lnTo>
                  <a:lnTo>
                    <a:pt x="73" y="55"/>
                  </a:lnTo>
                  <a:lnTo>
                    <a:pt x="71" y="55"/>
                  </a:lnTo>
                  <a:lnTo>
                    <a:pt x="69" y="55"/>
                  </a:lnTo>
                  <a:lnTo>
                    <a:pt x="67" y="57"/>
                  </a:lnTo>
                  <a:lnTo>
                    <a:pt x="47" y="54"/>
                  </a:lnTo>
                  <a:lnTo>
                    <a:pt x="47" y="52"/>
                  </a:lnTo>
                  <a:lnTo>
                    <a:pt x="47" y="50"/>
                  </a:lnTo>
                  <a:lnTo>
                    <a:pt x="48" y="48"/>
                  </a:lnTo>
                  <a:lnTo>
                    <a:pt x="48" y="47"/>
                  </a:lnTo>
                  <a:lnTo>
                    <a:pt x="48" y="45"/>
                  </a:lnTo>
                  <a:lnTo>
                    <a:pt x="48" y="43"/>
                  </a:lnTo>
                  <a:lnTo>
                    <a:pt x="50" y="41"/>
                  </a:lnTo>
                  <a:lnTo>
                    <a:pt x="50" y="40"/>
                  </a:lnTo>
                  <a:lnTo>
                    <a:pt x="50" y="38"/>
                  </a:lnTo>
                  <a:lnTo>
                    <a:pt x="52" y="36"/>
                  </a:lnTo>
                  <a:lnTo>
                    <a:pt x="52" y="35"/>
                  </a:lnTo>
                  <a:lnTo>
                    <a:pt x="54" y="33"/>
                  </a:lnTo>
                  <a:lnTo>
                    <a:pt x="54" y="31"/>
                  </a:lnTo>
                  <a:lnTo>
                    <a:pt x="55" y="29"/>
                  </a:lnTo>
                  <a:lnTo>
                    <a:pt x="55" y="28"/>
                  </a:lnTo>
                  <a:lnTo>
                    <a:pt x="57" y="26"/>
                  </a:lnTo>
                  <a:lnTo>
                    <a:pt x="57" y="24"/>
                  </a:lnTo>
                  <a:lnTo>
                    <a:pt x="59" y="24"/>
                  </a:lnTo>
                  <a:lnTo>
                    <a:pt x="59" y="22"/>
                  </a:lnTo>
                  <a:lnTo>
                    <a:pt x="59" y="21"/>
                  </a:lnTo>
                  <a:lnTo>
                    <a:pt x="59" y="19"/>
                  </a:lnTo>
                  <a:lnTo>
                    <a:pt x="61" y="19"/>
                  </a:lnTo>
                  <a:lnTo>
                    <a:pt x="61" y="17"/>
                  </a:lnTo>
                  <a:lnTo>
                    <a:pt x="61" y="16"/>
                  </a:lnTo>
                  <a:lnTo>
                    <a:pt x="62" y="14"/>
                  </a:lnTo>
                  <a:lnTo>
                    <a:pt x="62" y="12"/>
                  </a:lnTo>
                  <a:lnTo>
                    <a:pt x="61" y="12"/>
                  </a:lnTo>
                  <a:lnTo>
                    <a:pt x="59" y="12"/>
                  </a:lnTo>
                  <a:lnTo>
                    <a:pt x="57" y="10"/>
                  </a:lnTo>
                  <a:lnTo>
                    <a:pt x="54" y="10"/>
                  </a:lnTo>
                  <a:lnTo>
                    <a:pt x="52" y="10"/>
                  </a:lnTo>
                  <a:lnTo>
                    <a:pt x="50" y="10"/>
                  </a:lnTo>
                  <a:lnTo>
                    <a:pt x="48" y="10"/>
                  </a:lnTo>
                  <a:lnTo>
                    <a:pt x="47" y="12"/>
                  </a:lnTo>
                  <a:lnTo>
                    <a:pt x="45" y="12"/>
                  </a:lnTo>
                  <a:lnTo>
                    <a:pt x="43" y="12"/>
                  </a:lnTo>
                  <a:lnTo>
                    <a:pt x="41" y="12"/>
                  </a:lnTo>
                  <a:lnTo>
                    <a:pt x="38" y="12"/>
                  </a:lnTo>
                  <a:lnTo>
                    <a:pt x="36" y="12"/>
                  </a:lnTo>
                  <a:lnTo>
                    <a:pt x="35" y="14"/>
                  </a:lnTo>
                  <a:lnTo>
                    <a:pt x="33" y="14"/>
                  </a:lnTo>
                  <a:lnTo>
                    <a:pt x="31" y="14"/>
                  </a:lnTo>
                  <a:lnTo>
                    <a:pt x="29" y="16"/>
                  </a:lnTo>
                  <a:lnTo>
                    <a:pt x="28" y="16"/>
                  </a:lnTo>
                  <a:lnTo>
                    <a:pt x="26" y="16"/>
                  </a:lnTo>
                  <a:lnTo>
                    <a:pt x="24" y="16"/>
                  </a:lnTo>
                  <a:lnTo>
                    <a:pt x="22" y="17"/>
                  </a:lnTo>
                  <a:lnTo>
                    <a:pt x="19" y="17"/>
                  </a:lnTo>
                  <a:lnTo>
                    <a:pt x="17" y="17"/>
                  </a:lnTo>
                  <a:lnTo>
                    <a:pt x="15" y="19"/>
                  </a:lnTo>
                  <a:lnTo>
                    <a:pt x="14" y="19"/>
                  </a:lnTo>
                  <a:lnTo>
                    <a:pt x="12" y="19"/>
                  </a:lnTo>
                  <a:lnTo>
                    <a:pt x="10" y="19"/>
                  </a:lnTo>
                  <a:lnTo>
                    <a:pt x="9" y="19"/>
                  </a:lnTo>
                  <a:lnTo>
                    <a:pt x="7" y="21"/>
                  </a:lnTo>
                  <a:lnTo>
                    <a:pt x="3" y="21"/>
                  </a:lnTo>
                  <a:lnTo>
                    <a:pt x="2" y="21"/>
                  </a:lnTo>
                  <a:lnTo>
                    <a:pt x="0" y="21"/>
                  </a:lnTo>
                  <a:lnTo>
                    <a:pt x="0" y="19"/>
                  </a:lnTo>
                  <a:lnTo>
                    <a:pt x="2" y="17"/>
                  </a:lnTo>
                  <a:lnTo>
                    <a:pt x="2" y="16"/>
                  </a:lnTo>
                  <a:lnTo>
                    <a:pt x="3" y="14"/>
                  </a:lnTo>
                  <a:lnTo>
                    <a:pt x="5" y="12"/>
                  </a:lnTo>
                  <a:lnTo>
                    <a:pt x="7" y="12"/>
                  </a:lnTo>
                  <a:lnTo>
                    <a:pt x="9" y="10"/>
                  </a:lnTo>
                  <a:lnTo>
                    <a:pt x="10" y="10"/>
                  </a:lnTo>
                  <a:lnTo>
                    <a:pt x="12" y="9"/>
                  </a:lnTo>
                  <a:lnTo>
                    <a:pt x="14" y="9"/>
                  </a:lnTo>
                  <a:lnTo>
                    <a:pt x="15" y="9"/>
                  </a:lnTo>
                  <a:lnTo>
                    <a:pt x="17" y="9"/>
                  </a:lnTo>
                  <a:lnTo>
                    <a:pt x="19" y="7"/>
                  </a:lnTo>
                  <a:lnTo>
                    <a:pt x="21" y="7"/>
                  </a:lnTo>
                  <a:lnTo>
                    <a:pt x="22" y="7"/>
                  </a:lnTo>
                  <a:lnTo>
                    <a:pt x="24" y="7"/>
                  </a:lnTo>
                  <a:lnTo>
                    <a:pt x="26" y="7"/>
                  </a:lnTo>
                  <a:lnTo>
                    <a:pt x="28" y="7"/>
                  </a:lnTo>
                  <a:lnTo>
                    <a:pt x="29" y="5"/>
                  </a:lnTo>
                  <a:lnTo>
                    <a:pt x="31" y="5"/>
                  </a:lnTo>
                  <a:lnTo>
                    <a:pt x="33" y="5"/>
                  </a:lnTo>
                  <a:lnTo>
                    <a:pt x="35" y="5"/>
                  </a:lnTo>
                  <a:lnTo>
                    <a:pt x="36" y="5"/>
                  </a:lnTo>
                  <a:lnTo>
                    <a:pt x="38" y="3"/>
                  </a:lnTo>
                  <a:lnTo>
                    <a:pt x="40" y="3"/>
                  </a:lnTo>
                  <a:lnTo>
                    <a:pt x="41" y="3"/>
                  </a:lnTo>
                  <a:lnTo>
                    <a:pt x="43" y="2"/>
                  </a:lnTo>
                  <a:lnTo>
                    <a:pt x="45" y="2"/>
                  </a:lnTo>
                  <a:lnTo>
                    <a:pt x="47" y="2"/>
                  </a:lnTo>
                  <a:lnTo>
                    <a:pt x="48" y="2"/>
                  </a:lnTo>
                  <a:lnTo>
                    <a:pt x="50" y="2"/>
                  </a:lnTo>
                  <a:lnTo>
                    <a:pt x="52" y="0"/>
                  </a:lnTo>
                  <a:lnTo>
                    <a:pt x="54" y="0"/>
                  </a:lnTo>
                  <a:lnTo>
                    <a:pt x="55" y="0"/>
                  </a:lnTo>
                  <a:lnTo>
                    <a:pt x="57" y="0"/>
                  </a:lnTo>
                  <a:lnTo>
                    <a:pt x="59" y="0"/>
                  </a:lnTo>
                  <a:lnTo>
                    <a:pt x="61" y="0"/>
                  </a:lnTo>
                  <a:lnTo>
                    <a:pt x="62" y="0"/>
                  </a:lnTo>
                  <a:lnTo>
                    <a:pt x="64" y="0"/>
                  </a:lnTo>
                  <a:lnTo>
                    <a:pt x="66" y="0"/>
                  </a:lnTo>
                  <a:lnTo>
                    <a:pt x="67" y="0"/>
                  </a:lnTo>
                  <a:lnTo>
                    <a:pt x="69" y="0"/>
                  </a:lnTo>
                  <a:lnTo>
                    <a:pt x="7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89" name="Google Shape;489;p10"/>
            <p:cNvSpPr/>
            <p:nvPr/>
          </p:nvSpPr>
          <p:spPr>
            <a:xfrm>
              <a:off x="5035" y="3195"/>
              <a:ext cx="21" cy="49"/>
            </a:xfrm>
            <a:custGeom>
              <a:rect b="b" l="l" r="r" t="t"/>
              <a:pathLst>
                <a:path extrusionOk="0" h="49" w="21">
                  <a:moveTo>
                    <a:pt x="4" y="42"/>
                  </a:moveTo>
                  <a:lnTo>
                    <a:pt x="7" y="45"/>
                  </a:lnTo>
                  <a:lnTo>
                    <a:pt x="7" y="43"/>
                  </a:lnTo>
                  <a:lnTo>
                    <a:pt x="7" y="42"/>
                  </a:lnTo>
                  <a:lnTo>
                    <a:pt x="9" y="40"/>
                  </a:lnTo>
                  <a:lnTo>
                    <a:pt x="9" y="38"/>
                  </a:lnTo>
                  <a:lnTo>
                    <a:pt x="9" y="37"/>
                  </a:lnTo>
                  <a:lnTo>
                    <a:pt x="11" y="35"/>
                  </a:lnTo>
                  <a:lnTo>
                    <a:pt x="12" y="33"/>
                  </a:lnTo>
                  <a:lnTo>
                    <a:pt x="12" y="31"/>
                  </a:lnTo>
                  <a:lnTo>
                    <a:pt x="12" y="30"/>
                  </a:lnTo>
                  <a:lnTo>
                    <a:pt x="14" y="30"/>
                  </a:lnTo>
                  <a:lnTo>
                    <a:pt x="14" y="28"/>
                  </a:lnTo>
                  <a:lnTo>
                    <a:pt x="16" y="26"/>
                  </a:lnTo>
                  <a:lnTo>
                    <a:pt x="16" y="24"/>
                  </a:lnTo>
                  <a:lnTo>
                    <a:pt x="18" y="23"/>
                  </a:lnTo>
                  <a:lnTo>
                    <a:pt x="18" y="21"/>
                  </a:lnTo>
                  <a:lnTo>
                    <a:pt x="19" y="19"/>
                  </a:lnTo>
                  <a:lnTo>
                    <a:pt x="19" y="18"/>
                  </a:lnTo>
                  <a:lnTo>
                    <a:pt x="19" y="16"/>
                  </a:lnTo>
                  <a:lnTo>
                    <a:pt x="21" y="14"/>
                  </a:lnTo>
                  <a:lnTo>
                    <a:pt x="21" y="12"/>
                  </a:lnTo>
                  <a:lnTo>
                    <a:pt x="21" y="11"/>
                  </a:lnTo>
                  <a:lnTo>
                    <a:pt x="21" y="9"/>
                  </a:lnTo>
                  <a:lnTo>
                    <a:pt x="21" y="7"/>
                  </a:lnTo>
                  <a:lnTo>
                    <a:pt x="21" y="5"/>
                  </a:lnTo>
                  <a:lnTo>
                    <a:pt x="19" y="4"/>
                  </a:lnTo>
                  <a:lnTo>
                    <a:pt x="19" y="2"/>
                  </a:lnTo>
                  <a:lnTo>
                    <a:pt x="19" y="0"/>
                  </a:lnTo>
                  <a:lnTo>
                    <a:pt x="12" y="4"/>
                  </a:lnTo>
                  <a:lnTo>
                    <a:pt x="12" y="5"/>
                  </a:lnTo>
                  <a:lnTo>
                    <a:pt x="12" y="7"/>
                  </a:lnTo>
                  <a:lnTo>
                    <a:pt x="14" y="7"/>
                  </a:lnTo>
                  <a:lnTo>
                    <a:pt x="14" y="9"/>
                  </a:lnTo>
                  <a:lnTo>
                    <a:pt x="14" y="11"/>
                  </a:lnTo>
                  <a:lnTo>
                    <a:pt x="12" y="12"/>
                  </a:lnTo>
                  <a:lnTo>
                    <a:pt x="12" y="14"/>
                  </a:lnTo>
                  <a:lnTo>
                    <a:pt x="12" y="16"/>
                  </a:lnTo>
                  <a:lnTo>
                    <a:pt x="12" y="18"/>
                  </a:lnTo>
                  <a:lnTo>
                    <a:pt x="11" y="18"/>
                  </a:lnTo>
                  <a:lnTo>
                    <a:pt x="11" y="19"/>
                  </a:lnTo>
                  <a:lnTo>
                    <a:pt x="11" y="21"/>
                  </a:lnTo>
                  <a:lnTo>
                    <a:pt x="9" y="21"/>
                  </a:lnTo>
                  <a:lnTo>
                    <a:pt x="9" y="23"/>
                  </a:lnTo>
                  <a:lnTo>
                    <a:pt x="9" y="24"/>
                  </a:lnTo>
                  <a:lnTo>
                    <a:pt x="7" y="26"/>
                  </a:lnTo>
                  <a:lnTo>
                    <a:pt x="6" y="28"/>
                  </a:lnTo>
                  <a:lnTo>
                    <a:pt x="6" y="30"/>
                  </a:lnTo>
                  <a:lnTo>
                    <a:pt x="4" y="31"/>
                  </a:lnTo>
                  <a:lnTo>
                    <a:pt x="4" y="33"/>
                  </a:lnTo>
                  <a:lnTo>
                    <a:pt x="2" y="35"/>
                  </a:lnTo>
                  <a:lnTo>
                    <a:pt x="2" y="37"/>
                  </a:lnTo>
                  <a:lnTo>
                    <a:pt x="2" y="38"/>
                  </a:lnTo>
                  <a:lnTo>
                    <a:pt x="0" y="40"/>
                  </a:lnTo>
                  <a:lnTo>
                    <a:pt x="0" y="42"/>
                  </a:lnTo>
                  <a:lnTo>
                    <a:pt x="0" y="43"/>
                  </a:lnTo>
                  <a:lnTo>
                    <a:pt x="0" y="45"/>
                  </a:lnTo>
                  <a:lnTo>
                    <a:pt x="4" y="49"/>
                  </a:lnTo>
                  <a:lnTo>
                    <a:pt x="0" y="45"/>
                  </a:lnTo>
                  <a:lnTo>
                    <a:pt x="0" y="49"/>
                  </a:lnTo>
                  <a:lnTo>
                    <a:pt x="4" y="49"/>
                  </a:lnTo>
                  <a:lnTo>
                    <a:pt x="4" y="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90" name="Google Shape;490;p10"/>
            <p:cNvSpPr/>
            <p:nvPr/>
          </p:nvSpPr>
          <p:spPr>
            <a:xfrm>
              <a:off x="5039" y="3237"/>
              <a:ext cx="34" cy="8"/>
            </a:xfrm>
            <a:custGeom>
              <a:rect b="b" l="l" r="r" t="t"/>
              <a:pathLst>
                <a:path extrusionOk="0" h="8" w="34">
                  <a:moveTo>
                    <a:pt x="34" y="5"/>
                  </a:moveTo>
                  <a:lnTo>
                    <a:pt x="31" y="1"/>
                  </a:lnTo>
                  <a:lnTo>
                    <a:pt x="0" y="0"/>
                  </a:lnTo>
                  <a:lnTo>
                    <a:pt x="0" y="7"/>
                  </a:lnTo>
                  <a:lnTo>
                    <a:pt x="31" y="8"/>
                  </a:lnTo>
                  <a:lnTo>
                    <a:pt x="28" y="5"/>
                  </a:lnTo>
                  <a:lnTo>
                    <a:pt x="34" y="5"/>
                  </a:lnTo>
                  <a:lnTo>
                    <a:pt x="34" y="1"/>
                  </a:lnTo>
                  <a:lnTo>
                    <a:pt x="31" y="1"/>
                  </a:lnTo>
                  <a:lnTo>
                    <a:pt x="34"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91" name="Google Shape;491;p10"/>
            <p:cNvSpPr/>
            <p:nvPr/>
          </p:nvSpPr>
          <p:spPr>
            <a:xfrm>
              <a:off x="5046" y="3242"/>
              <a:ext cx="27" cy="16"/>
            </a:xfrm>
            <a:custGeom>
              <a:rect b="b" l="l" r="r" t="t"/>
              <a:pathLst>
                <a:path extrusionOk="0" h="16" w="27">
                  <a:moveTo>
                    <a:pt x="0" y="16"/>
                  </a:moveTo>
                  <a:lnTo>
                    <a:pt x="1" y="16"/>
                  </a:lnTo>
                  <a:lnTo>
                    <a:pt x="3" y="16"/>
                  </a:lnTo>
                  <a:lnTo>
                    <a:pt x="5" y="14"/>
                  </a:lnTo>
                  <a:lnTo>
                    <a:pt x="7" y="14"/>
                  </a:lnTo>
                  <a:lnTo>
                    <a:pt x="8" y="14"/>
                  </a:lnTo>
                  <a:lnTo>
                    <a:pt x="10" y="14"/>
                  </a:lnTo>
                  <a:lnTo>
                    <a:pt x="12" y="14"/>
                  </a:lnTo>
                  <a:lnTo>
                    <a:pt x="14" y="14"/>
                  </a:lnTo>
                  <a:lnTo>
                    <a:pt x="14" y="12"/>
                  </a:lnTo>
                  <a:lnTo>
                    <a:pt x="15" y="12"/>
                  </a:lnTo>
                  <a:lnTo>
                    <a:pt x="17" y="12"/>
                  </a:lnTo>
                  <a:lnTo>
                    <a:pt x="19" y="12"/>
                  </a:lnTo>
                  <a:lnTo>
                    <a:pt x="19" y="10"/>
                  </a:lnTo>
                  <a:lnTo>
                    <a:pt x="21" y="10"/>
                  </a:lnTo>
                  <a:lnTo>
                    <a:pt x="22" y="10"/>
                  </a:lnTo>
                  <a:lnTo>
                    <a:pt x="22" y="9"/>
                  </a:lnTo>
                  <a:lnTo>
                    <a:pt x="24" y="9"/>
                  </a:lnTo>
                  <a:lnTo>
                    <a:pt x="24" y="7"/>
                  </a:lnTo>
                  <a:lnTo>
                    <a:pt x="26" y="7"/>
                  </a:lnTo>
                  <a:lnTo>
                    <a:pt x="27" y="5"/>
                  </a:lnTo>
                  <a:lnTo>
                    <a:pt x="27" y="3"/>
                  </a:lnTo>
                  <a:lnTo>
                    <a:pt x="27" y="2"/>
                  </a:lnTo>
                  <a:lnTo>
                    <a:pt x="27" y="0"/>
                  </a:lnTo>
                  <a:lnTo>
                    <a:pt x="21" y="0"/>
                  </a:lnTo>
                  <a:lnTo>
                    <a:pt x="21" y="2"/>
                  </a:lnTo>
                  <a:lnTo>
                    <a:pt x="19" y="2"/>
                  </a:lnTo>
                  <a:lnTo>
                    <a:pt x="19" y="3"/>
                  </a:lnTo>
                  <a:lnTo>
                    <a:pt x="17" y="3"/>
                  </a:lnTo>
                  <a:lnTo>
                    <a:pt x="17" y="5"/>
                  </a:lnTo>
                  <a:lnTo>
                    <a:pt x="15" y="5"/>
                  </a:lnTo>
                  <a:lnTo>
                    <a:pt x="14" y="5"/>
                  </a:lnTo>
                  <a:lnTo>
                    <a:pt x="12" y="5"/>
                  </a:lnTo>
                  <a:lnTo>
                    <a:pt x="10" y="7"/>
                  </a:lnTo>
                  <a:lnTo>
                    <a:pt x="8" y="7"/>
                  </a:lnTo>
                  <a:lnTo>
                    <a:pt x="7" y="7"/>
                  </a:lnTo>
                  <a:lnTo>
                    <a:pt x="5" y="7"/>
                  </a:lnTo>
                  <a:lnTo>
                    <a:pt x="3" y="7"/>
                  </a:lnTo>
                  <a:lnTo>
                    <a:pt x="1" y="7"/>
                  </a:lnTo>
                  <a:lnTo>
                    <a:pt x="1" y="9"/>
                  </a:lnTo>
                  <a:lnTo>
                    <a:pt x="0" y="9"/>
                  </a:lnTo>
                  <a:lnTo>
                    <a:pt x="1" y="9"/>
                  </a:lnTo>
                  <a:lnTo>
                    <a:pt x="0" y="16"/>
                  </a:lnTo>
                  <a:lnTo>
                    <a:pt x="1" y="16"/>
                  </a:lnTo>
                  <a:lnTo>
                    <a:pt x="0"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92" name="Google Shape;492;p10"/>
            <p:cNvSpPr/>
            <p:nvPr/>
          </p:nvSpPr>
          <p:spPr>
            <a:xfrm>
              <a:off x="5023" y="3247"/>
              <a:ext cx="24" cy="11"/>
            </a:xfrm>
            <a:custGeom>
              <a:rect b="b" l="l" r="r" t="t"/>
              <a:pathLst>
                <a:path extrusionOk="0" h="11" w="24">
                  <a:moveTo>
                    <a:pt x="0" y="2"/>
                  </a:moveTo>
                  <a:lnTo>
                    <a:pt x="4" y="7"/>
                  </a:lnTo>
                  <a:lnTo>
                    <a:pt x="23" y="11"/>
                  </a:lnTo>
                  <a:lnTo>
                    <a:pt x="24" y="4"/>
                  </a:lnTo>
                  <a:lnTo>
                    <a:pt x="5" y="0"/>
                  </a:lnTo>
                  <a:lnTo>
                    <a:pt x="7" y="4"/>
                  </a:lnTo>
                  <a:lnTo>
                    <a:pt x="0" y="2"/>
                  </a:lnTo>
                  <a:lnTo>
                    <a:pt x="0" y="5"/>
                  </a:lnTo>
                  <a:lnTo>
                    <a:pt x="4" y="7"/>
                  </a:lnTo>
                  <a:lnTo>
                    <a:pt x="0"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93" name="Google Shape;493;p10"/>
            <p:cNvSpPr/>
            <p:nvPr/>
          </p:nvSpPr>
          <p:spPr>
            <a:xfrm>
              <a:off x="5023" y="3206"/>
              <a:ext cx="24" cy="45"/>
            </a:xfrm>
            <a:custGeom>
              <a:rect b="b" l="l" r="r" t="t"/>
              <a:pathLst>
                <a:path extrusionOk="0" h="45" w="24">
                  <a:moveTo>
                    <a:pt x="19" y="7"/>
                  </a:moveTo>
                  <a:lnTo>
                    <a:pt x="16" y="1"/>
                  </a:lnTo>
                  <a:lnTo>
                    <a:pt x="16" y="3"/>
                  </a:lnTo>
                  <a:lnTo>
                    <a:pt x="16" y="5"/>
                  </a:lnTo>
                  <a:lnTo>
                    <a:pt x="14" y="5"/>
                  </a:lnTo>
                  <a:lnTo>
                    <a:pt x="14" y="7"/>
                  </a:lnTo>
                  <a:lnTo>
                    <a:pt x="14" y="8"/>
                  </a:lnTo>
                  <a:lnTo>
                    <a:pt x="14" y="10"/>
                  </a:lnTo>
                  <a:lnTo>
                    <a:pt x="12" y="10"/>
                  </a:lnTo>
                  <a:lnTo>
                    <a:pt x="12" y="12"/>
                  </a:lnTo>
                  <a:lnTo>
                    <a:pt x="12" y="13"/>
                  </a:lnTo>
                  <a:lnTo>
                    <a:pt x="11" y="13"/>
                  </a:lnTo>
                  <a:lnTo>
                    <a:pt x="11" y="15"/>
                  </a:lnTo>
                  <a:lnTo>
                    <a:pt x="11" y="17"/>
                  </a:lnTo>
                  <a:lnTo>
                    <a:pt x="9" y="19"/>
                  </a:lnTo>
                  <a:lnTo>
                    <a:pt x="9" y="20"/>
                  </a:lnTo>
                  <a:lnTo>
                    <a:pt x="7" y="22"/>
                  </a:lnTo>
                  <a:lnTo>
                    <a:pt x="7" y="24"/>
                  </a:lnTo>
                  <a:lnTo>
                    <a:pt x="5" y="26"/>
                  </a:lnTo>
                  <a:lnTo>
                    <a:pt x="5" y="27"/>
                  </a:lnTo>
                  <a:lnTo>
                    <a:pt x="4" y="29"/>
                  </a:lnTo>
                  <a:lnTo>
                    <a:pt x="4" y="31"/>
                  </a:lnTo>
                  <a:lnTo>
                    <a:pt x="4" y="32"/>
                  </a:lnTo>
                  <a:lnTo>
                    <a:pt x="2" y="32"/>
                  </a:lnTo>
                  <a:lnTo>
                    <a:pt x="2" y="34"/>
                  </a:lnTo>
                  <a:lnTo>
                    <a:pt x="2" y="36"/>
                  </a:lnTo>
                  <a:lnTo>
                    <a:pt x="2" y="38"/>
                  </a:lnTo>
                  <a:lnTo>
                    <a:pt x="2" y="39"/>
                  </a:lnTo>
                  <a:lnTo>
                    <a:pt x="0" y="41"/>
                  </a:lnTo>
                  <a:lnTo>
                    <a:pt x="0" y="43"/>
                  </a:lnTo>
                  <a:lnTo>
                    <a:pt x="7" y="45"/>
                  </a:lnTo>
                  <a:lnTo>
                    <a:pt x="7" y="43"/>
                  </a:lnTo>
                  <a:lnTo>
                    <a:pt x="9" y="41"/>
                  </a:lnTo>
                  <a:lnTo>
                    <a:pt x="9" y="39"/>
                  </a:lnTo>
                  <a:lnTo>
                    <a:pt x="9" y="38"/>
                  </a:lnTo>
                  <a:lnTo>
                    <a:pt x="9" y="36"/>
                  </a:lnTo>
                  <a:lnTo>
                    <a:pt x="11" y="34"/>
                  </a:lnTo>
                  <a:lnTo>
                    <a:pt x="11" y="32"/>
                  </a:lnTo>
                  <a:lnTo>
                    <a:pt x="11" y="31"/>
                  </a:lnTo>
                  <a:lnTo>
                    <a:pt x="12" y="29"/>
                  </a:lnTo>
                  <a:lnTo>
                    <a:pt x="12" y="27"/>
                  </a:lnTo>
                  <a:lnTo>
                    <a:pt x="14" y="26"/>
                  </a:lnTo>
                  <a:lnTo>
                    <a:pt x="14" y="24"/>
                  </a:lnTo>
                  <a:lnTo>
                    <a:pt x="16" y="22"/>
                  </a:lnTo>
                  <a:lnTo>
                    <a:pt x="16" y="20"/>
                  </a:lnTo>
                  <a:lnTo>
                    <a:pt x="18" y="19"/>
                  </a:lnTo>
                  <a:lnTo>
                    <a:pt x="18" y="17"/>
                  </a:lnTo>
                  <a:lnTo>
                    <a:pt x="18" y="15"/>
                  </a:lnTo>
                  <a:lnTo>
                    <a:pt x="19" y="15"/>
                  </a:lnTo>
                  <a:lnTo>
                    <a:pt x="19" y="13"/>
                  </a:lnTo>
                  <a:lnTo>
                    <a:pt x="19" y="12"/>
                  </a:lnTo>
                  <a:lnTo>
                    <a:pt x="21" y="10"/>
                  </a:lnTo>
                  <a:lnTo>
                    <a:pt x="21" y="8"/>
                  </a:lnTo>
                  <a:lnTo>
                    <a:pt x="23" y="7"/>
                  </a:lnTo>
                  <a:lnTo>
                    <a:pt x="23" y="5"/>
                  </a:lnTo>
                  <a:lnTo>
                    <a:pt x="23" y="3"/>
                  </a:lnTo>
                  <a:lnTo>
                    <a:pt x="19" y="0"/>
                  </a:lnTo>
                  <a:lnTo>
                    <a:pt x="23" y="3"/>
                  </a:lnTo>
                  <a:lnTo>
                    <a:pt x="24" y="0"/>
                  </a:lnTo>
                  <a:lnTo>
                    <a:pt x="19" y="0"/>
                  </a:lnTo>
                  <a:lnTo>
                    <a:pt x="19"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94" name="Google Shape;494;p10"/>
            <p:cNvSpPr/>
            <p:nvPr/>
          </p:nvSpPr>
          <p:spPr>
            <a:xfrm>
              <a:off x="4975" y="3204"/>
              <a:ext cx="67" cy="17"/>
            </a:xfrm>
            <a:custGeom>
              <a:rect b="b" l="l" r="r" t="t"/>
              <a:pathLst>
                <a:path extrusionOk="0" h="17" w="67">
                  <a:moveTo>
                    <a:pt x="1" y="12"/>
                  </a:moveTo>
                  <a:lnTo>
                    <a:pt x="5" y="17"/>
                  </a:lnTo>
                  <a:lnTo>
                    <a:pt x="7" y="17"/>
                  </a:lnTo>
                  <a:lnTo>
                    <a:pt x="10" y="17"/>
                  </a:lnTo>
                  <a:lnTo>
                    <a:pt x="12" y="17"/>
                  </a:lnTo>
                  <a:lnTo>
                    <a:pt x="14" y="17"/>
                  </a:lnTo>
                  <a:lnTo>
                    <a:pt x="15" y="15"/>
                  </a:lnTo>
                  <a:lnTo>
                    <a:pt x="17" y="15"/>
                  </a:lnTo>
                  <a:lnTo>
                    <a:pt x="19" y="15"/>
                  </a:lnTo>
                  <a:lnTo>
                    <a:pt x="22" y="15"/>
                  </a:lnTo>
                  <a:lnTo>
                    <a:pt x="24" y="14"/>
                  </a:lnTo>
                  <a:lnTo>
                    <a:pt x="26" y="14"/>
                  </a:lnTo>
                  <a:lnTo>
                    <a:pt x="27" y="14"/>
                  </a:lnTo>
                  <a:lnTo>
                    <a:pt x="29" y="12"/>
                  </a:lnTo>
                  <a:lnTo>
                    <a:pt x="31" y="12"/>
                  </a:lnTo>
                  <a:lnTo>
                    <a:pt x="33" y="12"/>
                  </a:lnTo>
                  <a:lnTo>
                    <a:pt x="34" y="12"/>
                  </a:lnTo>
                  <a:lnTo>
                    <a:pt x="38" y="10"/>
                  </a:lnTo>
                  <a:lnTo>
                    <a:pt x="40" y="10"/>
                  </a:lnTo>
                  <a:lnTo>
                    <a:pt x="41" y="10"/>
                  </a:lnTo>
                  <a:lnTo>
                    <a:pt x="43" y="10"/>
                  </a:lnTo>
                  <a:lnTo>
                    <a:pt x="45" y="9"/>
                  </a:lnTo>
                  <a:lnTo>
                    <a:pt x="46" y="9"/>
                  </a:lnTo>
                  <a:lnTo>
                    <a:pt x="48" y="9"/>
                  </a:lnTo>
                  <a:lnTo>
                    <a:pt x="50" y="9"/>
                  </a:lnTo>
                  <a:lnTo>
                    <a:pt x="52" y="9"/>
                  </a:lnTo>
                  <a:lnTo>
                    <a:pt x="53" y="9"/>
                  </a:lnTo>
                  <a:lnTo>
                    <a:pt x="55" y="7"/>
                  </a:lnTo>
                  <a:lnTo>
                    <a:pt x="57" y="7"/>
                  </a:lnTo>
                  <a:lnTo>
                    <a:pt x="59" y="7"/>
                  </a:lnTo>
                  <a:lnTo>
                    <a:pt x="60" y="7"/>
                  </a:lnTo>
                  <a:lnTo>
                    <a:pt x="62" y="9"/>
                  </a:lnTo>
                  <a:lnTo>
                    <a:pt x="66" y="9"/>
                  </a:lnTo>
                  <a:lnTo>
                    <a:pt x="67" y="9"/>
                  </a:lnTo>
                  <a:lnTo>
                    <a:pt x="67" y="2"/>
                  </a:lnTo>
                  <a:lnTo>
                    <a:pt x="66" y="2"/>
                  </a:lnTo>
                  <a:lnTo>
                    <a:pt x="64" y="0"/>
                  </a:lnTo>
                  <a:lnTo>
                    <a:pt x="62" y="0"/>
                  </a:lnTo>
                  <a:lnTo>
                    <a:pt x="59" y="0"/>
                  </a:lnTo>
                  <a:lnTo>
                    <a:pt x="57" y="0"/>
                  </a:lnTo>
                  <a:lnTo>
                    <a:pt x="55" y="0"/>
                  </a:lnTo>
                  <a:lnTo>
                    <a:pt x="53" y="0"/>
                  </a:lnTo>
                  <a:lnTo>
                    <a:pt x="52" y="0"/>
                  </a:lnTo>
                  <a:lnTo>
                    <a:pt x="48" y="2"/>
                  </a:lnTo>
                  <a:lnTo>
                    <a:pt x="46" y="2"/>
                  </a:lnTo>
                  <a:lnTo>
                    <a:pt x="45" y="2"/>
                  </a:lnTo>
                  <a:lnTo>
                    <a:pt x="43" y="2"/>
                  </a:lnTo>
                  <a:lnTo>
                    <a:pt x="41" y="2"/>
                  </a:lnTo>
                  <a:lnTo>
                    <a:pt x="40" y="3"/>
                  </a:lnTo>
                  <a:lnTo>
                    <a:pt x="38" y="3"/>
                  </a:lnTo>
                  <a:lnTo>
                    <a:pt x="34" y="3"/>
                  </a:lnTo>
                  <a:lnTo>
                    <a:pt x="33" y="5"/>
                  </a:lnTo>
                  <a:lnTo>
                    <a:pt x="31" y="5"/>
                  </a:lnTo>
                  <a:lnTo>
                    <a:pt x="29" y="5"/>
                  </a:lnTo>
                  <a:lnTo>
                    <a:pt x="27" y="5"/>
                  </a:lnTo>
                  <a:lnTo>
                    <a:pt x="26" y="7"/>
                  </a:lnTo>
                  <a:lnTo>
                    <a:pt x="24" y="7"/>
                  </a:lnTo>
                  <a:lnTo>
                    <a:pt x="22" y="7"/>
                  </a:lnTo>
                  <a:lnTo>
                    <a:pt x="20" y="9"/>
                  </a:lnTo>
                  <a:lnTo>
                    <a:pt x="19" y="9"/>
                  </a:lnTo>
                  <a:lnTo>
                    <a:pt x="17" y="9"/>
                  </a:lnTo>
                  <a:lnTo>
                    <a:pt x="14" y="9"/>
                  </a:lnTo>
                  <a:lnTo>
                    <a:pt x="12" y="9"/>
                  </a:lnTo>
                  <a:lnTo>
                    <a:pt x="10" y="10"/>
                  </a:lnTo>
                  <a:lnTo>
                    <a:pt x="8" y="10"/>
                  </a:lnTo>
                  <a:lnTo>
                    <a:pt x="7" y="10"/>
                  </a:lnTo>
                  <a:lnTo>
                    <a:pt x="5" y="10"/>
                  </a:lnTo>
                  <a:lnTo>
                    <a:pt x="8" y="15"/>
                  </a:lnTo>
                  <a:lnTo>
                    <a:pt x="1" y="12"/>
                  </a:lnTo>
                  <a:lnTo>
                    <a:pt x="0" y="17"/>
                  </a:lnTo>
                  <a:lnTo>
                    <a:pt x="5" y="17"/>
                  </a:lnTo>
                  <a:lnTo>
                    <a:pt x="1"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95" name="Google Shape;495;p10"/>
            <p:cNvSpPr/>
            <p:nvPr/>
          </p:nvSpPr>
          <p:spPr>
            <a:xfrm>
              <a:off x="4976" y="3197"/>
              <a:ext cx="45" cy="22"/>
            </a:xfrm>
            <a:custGeom>
              <a:rect b="b" l="l" r="r" t="t"/>
              <a:pathLst>
                <a:path extrusionOk="0" h="22" w="45">
                  <a:moveTo>
                    <a:pt x="44" y="0"/>
                  </a:moveTo>
                  <a:lnTo>
                    <a:pt x="42" y="0"/>
                  </a:lnTo>
                  <a:lnTo>
                    <a:pt x="40" y="0"/>
                  </a:lnTo>
                  <a:lnTo>
                    <a:pt x="39" y="2"/>
                  </a:lnTo>
                  <a:lnTo>
                    <a:pt x="37" y="2"/>
                  </a:lnTo>
                  <a:lnTo>
                    <a:pt x="35" y="2"/>
                  </a:lnTo>
                  <a:lnTo>
                    <a:pt x="33" y="2"/>
                  </a:lnTo>
                  <a:lnTo>
                    <a:pt x="32" y="2"/>
                  </a:lnTo>
                  <a:lnTo>
                    <a:pt x="30" y="3"/>
                  </a:lnTo>
                  <a:lnTo>
                    <a:pt x="28" y="3"/>
                  </a:lnTo>
                  <a:lnTo>
                    <a:pt x="26" y="3"/>
                  </a:lnTo>
                  <a:lnTo>
                    <a:pt x="25" y="3"/>
                  </a:lnTo>
                  <a:lnTo>
                    <a:pt x="23" y="3"/>
                  </a:lnTo>
                  <a:lnTo>
                    <a:pt x="21" y="3"/>
                  </a:lnTo>
                  <a:lnTo>
                    <a:pt x="19" y="5"/>
                  </a:lnTo>
                  <a:lnTo>
                    <a:pt x="18" y="5"/>
                  </a:lnTo>
                  <a:lnTo>
                    <a:pt x="16" y="5"/>
                  </a:lnTo>
                  <a:lnTo>
                    <a:pt x="14" y="7"/>
                  </a:lnTo>
                  <a:lnTo>
                    <a:pt x="13" y="7"/>
                  </a:lnTo>
                  <a:lnTo>
                    <a:pt x="11" y="7"/>
                  </a:lnTo>
                  <a:lnTo>
                    <a:pt x="9" y="9"/>
                  </a:lnTo>
                  <a:lnTo>
                    <a:pt x="7" y="9"/>
                  </a:lnTo>
                  <a:lnTo>
                    <a:pt x="7" y="10"/>
                  </a:lnTo>
                  <a:lnTo>
                    <a:pt x="6" y="10"/>
                  </a:lnTo>
                  <a:lnTo>
                    <a:pt x="4" y="12"/>
                  </a:lnTo>
                  <a:lnTo>
                    <a:pt x="4" y="14"/>
                  </a:lnTo>
                  <a:lnTo>
                    <a:pt x="2" y="16"/>
                  </a:lnTo>
                  <a:lnTo>
                    <a:pt x="0" y="17"/>
                  </a:lnTo>
                  <a:lnTo>
                    <a:pt x="0" y="19"/>
                  </a:lnTo>
                  <a:lnTo>
                    <a:pt x="7" y="22"/>
                  </a:lnTo>
                  <a:lnTo>
                    <a:pt x="7" y="21"/>
                  </a:lnTo>
                  <a:lnTo>
                    <a:pt x="9" y="19"/>
                  </a:lnTo>
                  <a:lnTo>
                    <a:pt x="9" y="17"/>
                  </a:lnTo>
                  <a:lnTo>
                    <a:pt x="11" y="16"/>
                  </a:lnTo>
                  <a:lnTo>
                    <a:pt x="13" y="16"/>
                  </a:lnTo>
                  <a:lnTo>
                    <a:pt x="13" y="14"/>
                  </a:lnTo>
                  <a:lnTo>
                    <a:pt x="14" y="14"/>
                  </a:lnTo>
                  <a:lnTo>
                    <a:pt x="16" y="14"/>
                  </a:lnTo>
                  <a:lnTo>
                    <a:pt x="18" y="12"/>
                  </a:lnTo>
                  <a:lnTo>
                    <a:pt x="19" y="12"/>
                  </a:lnTo>
                  <a:lnTo>
                    <a:pt x="21" y="12"/>
                  </a:lnTo>
                  <a:lnTo>
                    <a:pt x="23" y="12"/>
                  </a:lnTo>
                  <a:lnTo>
                    <a:pt x="25" y="10"/>
                  </a:lnTo>
                  <a:lnTo>
                    <a:pt x="26" y="10"/>
                  </a:lnTo>
                  <a:lnTo>
                    <a:pt x="28" y="10"/>
                  </a:lnTo>
                  <a:lnTo>
                    <a:pt x="30" y="10"/>
                  </a:lnTo>
                  <a:lnTo>
                    <a:pt x="32" y="10"/>
                  </a:lnTo>
                  <a:lnTo>
                    <a:pt x="33" y="10"/>
                  </a:lnTo>
                  <a:lnTo>
                    <a:pt x="35" y="9"/>
                  </a:lnTo>
                  <a:lnTo>
                    <a:pt x="37" y="9"/>
                  </a:lnTo>
                  <a:lnTo>
                    <a:pt x="39" y="9"/>
                  </a:lnTo>
                  <a:lnTo>
                    <a:pt x="40" y="9"/>
                  </a:lnTo>
                  <a:lnTo>
                    <a:pt x="42" y="7"/>
                  </a:lnTo>
                  <a:lnTo>
                    <a:pt x="44" y="7"/>
                  </a:lnTo>
                  <a:lnTo>
                    <a:pt x="45" y="7"/>
                  </a:lnTo>
                  <a:lnTo>
                    <a:pt x="44" y="0"/>
                  </a:lnTo>
                  <a:lnTo>
                    <a:pt x="42" y="0"/>
                  </a:lnTo>
                  <a:lnTo>
                    <a:pt x="4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96" name="Google Shape;496;p10"/>
            <p:cNvSpPr/>
            <p:nvPr/>
          </p:nvSpPr>
          <p:spPr>
            <a:xfrm>
              <a:off x="5020" y="3193"/>
              <a:ext cx="34" cy="11"/>
            </a:xfrm>
            <a:custGeom>
              <a:rect b="b" l="l" r="r" t="t"/>
              <a:pathLst>
                <a:path extrusionOk="0" h="11" w="34">
                  <a:moveTo>
                    <a:pt x="34" y="2"/>
                  </a:moveTo>
                  <a:lnTo>
                    <a:pt x="31" y="0"/>
                  </a:lnTo>
                  <a:lnTo>
                    <a:pt x="29" y="0"/>
                  </a:lnTo>
                  <a:lnTo>
                    <a:pt x="27" y="0"/>
                  </a:lnTo>
                  <a:lnTo>
                    <a:pt x="26" y="0"/>
                  </a:lnTo>
                  <a:lnTo>
                    <a:pt x="24" y="0"/>
                  </a:lnTo>
                  <a:lnTo>
                    <a:pt x="22" y="0"/>
                  </a:lnTo>
                  <a:lnTo>
                    <a:pt x="21" y="0"/>
                  </a:lnTo>
                  <a:lnTo>
                    <a:pt x="19" y="0"/>
                  </a:lnTo>
                  <a:lnTo>
                    <a:pt x="17" y="0"/>
                  </a:lnTo>
                  <a:lnTo>
                    <a:pt x="15" y="0"/>
                  </a:lnTo>
                  <a:lnTo>
                    <a:pt x="14" y="0"/>
                  </a:lnTo>
                  <a:lnTo>
                    <a:pt x="12" y="0"/>
                  </a:lnTo>
                  <a:lnTo>
                    <a:pt x="10" y="0"/>
                  </a:lnTo>
                  <a:lnTo>
                    <a:pt x="10" y="2"/>
                  </a:lnTo>
                  <a:lnTo>
                    <a:pt x="8" y="2"/>
                  </a:lnTo>
                  <a:lnTo>
                    <a:pt x="7" y="2"/>
                  </a:lnTo>
                  <a:lnTo>
                    <a:pt x="5" y="2"/>
                  </a:lnTo>
                  <a:lnTo>
                    <a:pt x="3" y="2"/>
                  </a:lnTo>
                  <a:lnTo>
                    <a:pt x="1" y="2"/>
                  </a:lnTo>
                  <a:lnTo>
                    <a:pt x="0" y="4"/>
                  </a:lnTo>
                  <a:lnTo>
                    <a:pt x="1" y="11"/>
                  </a:lnTo>
                  <a:lnTo>
                    <a:pt x="3" y="11"/>
                  </a:lnTo>
                  <a:lnTo>
                    <a:pt x="3" y="9"/>
                  </a:lnTo>
                  <a:lnTo>
                    <a:pt x="5" y="9"/>
                  </a:lnTo>
                  <a:lnTo>
                    <a:pt x="7" y="9"/>
                  </a:lnTo>
                  <a:lnTo>
                    <a:pt x="8" y="9"/>
                  </a:lnTo>
                  <a:lnTo>
                    <a:pt x="10" y="9"/>
                  </a:lnTo>
                  <a:lnTo>
                    <a:pt x="12" y="9"/>
                  </a:lnTo>
                  <a:lnTo>
                    <a:pt x="12" y="7"/>
                  </a:lnTo>
                  <a:lnTo>
                    <a:pt x="14" y="7"/>
                  </a:lnTo>
                  <a:lnTo>
                    <a:pt x="15" y="7"/>
                  </a:lnTo>
                  <a:lnTo>
                    <a:pt x="17" y="7"/>
                  </a:lnTo>
                  <a:lnTo>
                    <a:pt x="19" y="7"/>
                  </a:lnTo>
                  <a:lnTo>
                    <a:pt x="21" y="7"/>
                  </a:lnTo>
                  <a:lnTo>
                    <a:pt x="22" y="7"/>
                  </a:lnTo>
                  <a:lnTo>
                    <a:pt x="24" y="7"/>
                  </a:lnTo>
                  <a:lnTo>
                    <a:pt x="26" y="7"/>
                  </a:lnTo>
                  <a:lnTo>
                    <a:pt x="27" y="7"/>
                  </a:lnTo>
                  <a:lnTo>
                    <a:pt x="29" y="7"/>
                  </a:lnTo>
                  <a:lnTo>
                    <a:pt x="31" y="7"/>
                  </a:lnTo>
                  <a:lnTo>
                    <a:pt x="27" y="6"/>
                  </a:lnTo>
                  <a:lnTo>
                    <a:pt x="34" y="2"/>
                  </a:lnTo>
                  <a:lnTo>
                    <a:pt x="33" y="0"/>
                  </a:lnTo>
                  <a:lnTo>
                    <a:pt x="31" y="0"/>
                  </a:lnTo>
                  <a:lnTo>
                    <a:pt x="34"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97" name="Google Shape;497;p10"/>
            <p:cNvSpPr/>
            <p:nvPr/>
          </p:nvSpPr>
          <p:spPr>
            <a:xfrm>
              <a:off x="4727" y="3219"/>
              <a:ext cx="105" cy="58"/>
            </a:xfrm>
            <a:custGeom>
              <a:rect b="b" l="l" r="r" t="t"/>
              <a:pathLst>
                <a:path extrusionOk="0" h="58" w="105">
                  <a:moveTo>
                    <a:pt x="69" y="6"/>
                  </a:moveTo>
                  <a:lnTo>
                    <a:pt x="69" y="7"/>
                  </a:lnTo>
                  <a:lnTo>
                    <a:pt x="69" y="9"/>
                  </a:lnTo>
                  <a:lnTo>
                    <a:pt x="69" y="11"/>
                  </a:lnTo>
                  <a:lnTo>
                    <a:pt x="69" y="13"/>
                  </a:lnTo>
                  <a:lnTo>
                    <a:pt x="69" y="14"/>
                  </a:lnTo>
                  <a:lnTo>
                    <a:pt x="69" y="16"/>
                  </a:lnTo>
                  <a:lnTo>
                    <a:pt x="69" y="18"/>
                  </a:lnTo>
                  <a:lnTo>
                    <a:pt x="69" y="19"/>
                  </a:lnTo>
                  <a:lnTo>
                    <a:pt x="67" y="21"/>
                  </a:lnTo>
                  <a:lnTo>
                    <a:pt x="67" y="23"/>
                  </a:lnTo>
                  <a:lnTo>
                    <a:pt x="67" y="25"/>
                  </a:lnTo>
                  <a:lnTo>
                    <a:pt x="66" y="25"/>
                  </a:lnTo>
                  <a:lnTo>
                    <a:pt x="66" y="26"/>
                  </a:lnTo>
                  <a:lnTo>
                    <a:pt x="66" y="28"/>
                  </a:lnTo>
                  <a:lnTo>
                    <a:pt x="66" y="30"/>
                  </a:lnTo>
                  <a:lnTo>
                    <a:pt x="64" y="30"/>
                  </a:lnTo>
                  <a:lnTo>
                    <a:pt x="64" y="32"/>
                  </a:lnTo>
                  <a:lnTo>
                    <a:pt x="64" y="33"/>
                  </a:lnTo>
                  <a:lnTo>
                    <a:pt x="62" y="35"/>
                  </a:lnTo>
                  <a:lnTo>
                    <a:pt x="62" y="37"/>
                  </a:lnTo>
                  <a:lnTo>
                    <a:pt x="62" y="39"/>
                  </a:lnTo>
                  <a:lnTo>
                    <a:pt x="62" y="40"/>
                  </a:lnTo>
                  <a:lnTo>
                    <a:pt x="64" y="40"/>
                  </a:lnTo>
                  <a:lnTo>
                    <a:pt x="66" y="40"/>
                  </a:lnTo>
                  <a:lnTo>
                    <a:pt x="67" y="40"/>
                  </a:lnTo>
                  <a:lnTo>
                    <a:pt x="69" y="39"/>
                  </a:lnTo>
                  <a:lnTo>
                    <a:pt x="71" y="39"/>
                  </a:lnTo>
                  <a:lnTo>
                    <a:pt x="73" y="39"/>
                  </a:lnTo>
                  <a:lnTo>
                    <a:pt x="74" y="39"/>
                  </a:lnTo>
                  <a:lnTo>
                    <a:pt x="76" y="39"/>
                  </a:lnTo>
                  <a:lnTo>
                    <a:pt x="78" y="37"/>
                  </a:lnTo>
                  <a:lnTo>
                    <a:pt x="79" y="37"/>
                  </a:lnTo>
                  <a:lnTo>
                    <a:pt x="81" y="37"/>
                  </a:lnTo>
                  <a:lnTo>
                    <a:pt x="83" y="37"/>
                  </a:lnTo>
                  <a:lnTo>
                    <a:pt x="85" y="37"/>
                  </a:lnTo>
                  <a:lnTo>
                    <a:pt x="86" y="35"/>
                  </a:lnTo>
                  <a:lnTo>
                    <a:pt x="88" y="35"/>
                  </a:lnTo>
                  <a:lnTo>
                    <a:pt x="90" y="35"/>
                  </a:lnTo>
                  <a:lnTo>
                    <a:pt x="92" y="35"/>
                  </a:lnTo>
                  <a:lnTo>
                    <a:pt x="93" y="33"/>
                  </a:lnTo>
                  <a:lnTo>
                    <a:pt x="95" y="33"/>
                  </a:lnTo>
                  <a:lnTo>
                    <a:pt x="97" y="33"/>
                  </a:lnTo>
                  <a:lnTo>
                    <a:pt x="99" y="33"/>
                  </a:lnTo>
                  <a:lnTo>
                    <a:pt x="100" y="33"/>
                  </a:lnTo>
                  <a:lnTo>
                    <a:pt x="102" y="33"/>
                  </a:lnTo>
                  <a:lnTo>
                    <a:pt x="104" y="33"/>
                  </a:lnTo>
                  <a:lnTo>
                    <a:pt x="105" y="33"/>
                  </a:lnTo>
                  <a:lnTo>
                    <a:pt x="105" y="39"/>
                  </a:lnTo>
                  <a:lnTo>
                    <a:pt x="48" y="58"/>
                  </a:lnTo>
                  <a:lnTo>
                    <a:pt x="48" y="56"/>
                  </a:lnTo>
                  <a:lnTo>
                    <a:pt x="48" y="54"/>
                  </a:lnTo>
                  <a:lnTo>
                    <a:pt x="48" y="52"/>
                  </a:lnTo>
                  <a:lnTo>
                    <a:pt x="48" y="51"/>
                  </a:lnTo>
                  <a:lnTo>
                    <a:pt x="48" y="49"/>
                  </a:lnTo>
                  <a:lnTo>
                    <a:pt x="48" y="47"/>
                  </a:lnTo>
                  <a:lnTo>
                    <a:pt x="50" y="45"/>
                  </a:lnTo>
                  <a:lnTo>
                    <a:pt x="50" y="44"/>
                  </a:lnTo>
                  <a:lnTo>
                    <a:pt x="50" y="42"/>
                  </a:lnTo>
                  <a:lnTo>
                    <a:pt x="50" y="40"/>
                  </a:lnTo>
                  <a:lnTo>
                    <a:pt x="52" y="39"/>
                  </a:lnTo>
                  <a:lnTo>
                    <a:pt x="52" y="37"/>
                  </a:lnTo>
                  <a:lnTo>
                    <a:pt x="52" y="35"/>
                  </a:lnTo>
                  <a:lnTo>
                    <a:pt x="53" y="35"/>
                  </a:lnTo>
                  <a:lnTo>
                    <a:pt x="53" y="33"/>
                  </a:lnTo>
                  <a:lnTo>
                    <a:pt x="53" y="32"/>
                  </a:lnTo>
                  <a:lnTo>
                    <a:pt x="53" y="30"/>
                  </a:lnTo>
                  <a:lnTo>
                    <a:pt x="55" y="28"/>
                  </a:lnTo>
                  <a:lnTo>
                    <a:pt x="55" y="26"/>
                  </a:lnTo>
                  <a:lnTo>
                    <a:pt x="57" y="25"/>
                  </a:lnTo>
                  <a:lnTo>
                    <a:pt x="57" y="23"/>
                  </a:lnTo>
                  <a:lnTo>
                    <a:pt x="57" y="21"/>
                  </a:lnTo>
                  <a:lnTo>
                    <a:pt x="59" y="21"/>
                  </a:lnTo>
                  <a:lnTo>
                    <a:pt x="59" y="19"/>
                  </a:lnTo>
                  <a:lnTo>
                    <a:pt x="59" y="18"/>
                  </a:lnTo>
                  <a:lnTo>
                    <a:pt x="59" y="16"/>
                  </a:lnTo>
                  <a:lnTo>
                    <a:pt x="60" y="14"/>
                  </a:lnTo>
                  <a:lnTo>
                    <a:pt x="59" y="13"/>
                  </a:lnTo>
                  <a:lnTo>
                    <a:pt x="57" y="13"/>
                  </a:lnTo>
                  <a:lnTo>
                    <a:pt x="55" y="11"/>
                  </a:lnTo>
                  <a:lnTo>
                    <a:pt x="53" y="11"/>
                  </a:lnTo>
                  <a:lnTo>
                    <a:pt x="52" y="11"/>
                  </a:lnTo>
                  <a:lnTo>
                    <a:pt x="50" y="11"/>
                  </a:lnTo>
                  <a:lnTo>
                    <a:pt x="48" y="11"/>
                  </a:lnTo>
                  <a:lnTo>
                    <a:pt x="45" y="11"/>
                  </a:lnTo>
                  <a:lnTo>
                    <a:pt x="43" y="11"/>
                  </a:lnTo>
                  <a:lnTo>
                    <a:pt x="41" y="11"/>
                  </a:lnTo>
                  <a:lnTo>
                    <a:pt x="40" y="11"/>
                  </a:lnTo>
                  <a:lnTo>
                    <a:pt x="38" y="11"/>
                  </a:lnTo>
                  <a:lnTo>
                    <a:pt x="36" y="11"/>
                  </a:lnTo>
                  <a:lnTo>
                    <a:pt x="34" y="11"/>
                  </a:lnTo>
                  <a:lnTo>
                    <a:pt x="33" y="13"/>
                  </a:lnTo>
                  <a:lnTo>
                    <a:pt x="31" y="13"/>
                  </a:lnTo>
                  <a:lnTo>
                    <a:pt x="27" y="13"/>
                  </a:lnTo>
                  <a:lnTo>
                    <a:pt x="26" y="14"/>
                  </a:lnTo>
                  <a:lnTo>
                    <a:pt x="24" y="14"/>
                  </a:lnTo>
                  <a:lnTo>
                    <a:pt x="22" y="16"/>
                  </a:lnTo>
                  <a:lnTo>
                    <a:pt x="21" y="16"/>
                  </a:lnTo>
                  <a:lnTo>
                    <a:pt x="19" y="18"/>
                  </a:lnTo>
                  <a:lnTo>
                    <a:pt x="17" y="18"/>
                  </a:lnTo>
                  <a:lnTo>
                    <a:pt x="14" y="19"/>
                  </a:lnTo>
                  <a:lnTo>
                    <a:pt x="12" y="19"/>
                  </a:lnTo>
                  <a:lnTo>
                    <a:pt x="10" y="21"/>
                  </a:lnTo>
                  <a:lnTo>
                    <a:pt x="8" y="21"/>
                  </a:lnTo>
                  <a:lnTo>
                    <a:pt x="7" y="23"/>
                  </a:lnTo>
                  <a:lnTo>
                    <a:pt x="5" y="23"/>
                  </a:lnTo>
                  <a:lnTo>
                    <a:pt x="3" y="25"/>
                  </a:lnTo>
                  <a:lnTo>
                    <a:pt x="1" y="25"/>
                  </a:lnTo>
                  <a:lnTo>
                    <a:pt x="0" y="26"/>
                  </a:lnTo>
                  <a:lnTo>
                    <a:pt x="0" y="25"/>
                  </a:lnTo>
                  <a:lnTo>
                    <a:pt x="0" y="23"/>
                  </a:lnTo>
                  <a:lnTo>
                    <a:pt x="0" y="21"/>
                  </a:lnTo>
                  <a:lnTo>
                    <a:pt x="0" y="19"/>
                  </a:lnTo>
                  <a:lnTo>
                    <a:pt x="0" y="18"/>
                  </a:lnTo>
                  <a:lnTo>
                    <a:pt x="1" y="16"/>
                  </a:lnTo>
                  <a:lnTo>
                    <a:pt x="1" y="14"/>
                  </a:lnTo>
                  <a:lnTo>
                    <a:pt x="3" y="14"/>
                  </a:lnTo>
                  <a:lnTo>
                    <a:pt x="3" y="13"/>
                  </a:lnTo>
                  <a:lnTo>
                    <a:pt x="5" y="13"/>
                  </a:lnTo>
                  <a:lnTo>
                    <a:pt x="7" y="11"/>
                  </a:lnTo>
                  <a:lnTo>
                    <a:pt x="8" y="11"/>
                  </a:lnTo>
                  <a:lnTo>
                    <a:pt x="10" y="9"/>
                  </a:lnTo>
                  <a:lnTo>
                    <a:pt x="12" y="9"/>
                  </a:lnTo>
                  <a:lnTo>
                    <a:pt x="14" y="7"/>
                  </a:lnTo>
                  <a:lnTo>
                    <a:pt x="15" y="7"/>
                  </a:lnTo>
                  <a:lnTo>
                    <a:pt x="17" y="7"/>
                  </a:lnTo>
                  <a:lnTo>
                    <a:pt x="19" y="6"/>
                  </a:lnTo>
                  <a:lnTo>
                    <a:pt x="21" y="6"/>
                  </a:lnTo>
                  <a:lnTo>
                    <a:pt x="22" y="6"/>
                  </a:lnTo>
                  <a:lnTo>
                    <a:pt x="24" y="4"/>
                  </a:lnTo>
                  <a:lnTo>
                    <a:pt x="26" y="4"/>
                  </a:lnTo>
                  <a:lnTo>
                    <a:pt x="27" y="4"/>
                  </a:lnTo>
                  <a:lnTo>
                    <a:pt x="27" y="2"/>
                  </a:lnTo>
                  <a:lnTo>
                    <a:pt x="29" y="2"/>
                  </a:lnTo>
                  <a:lnTo>
                    <a:pt x="31" y="2"/>
                  </a:lnTo>
                  <a:lnTo>
                    <a:pt x="33" y="2"/>
                  </a:lnTo>
                  <a:lnTo>
                    <a:pt x="34" y="2"/>
                  </a:lnTo>
                  <a:lnTo>
                    <a:pt x="36" y="0"/>
                  </a:lnTo>
                  <a:lnTo>
                    <a:pt x="38" y="0"/>
                  </a:lnTo>
                  <a:lnTo>
                    <a:pt x="40" y="0"/>
                  </a:lnTo>
                  <a:lnTo>
                    <a:pt x="41" y="0"/>
                  </a:lnTo>
                  <a:lnTo>
                    <a:pt x="43" y="0"/>
                  </a:lnTo>
                  <a:lnTo>
                    <a:pt x="45" y="0"/>
                  </a:lnTo>
                  <a:lnTo>
                    <a:pt x="47" y="0"/>
                  </a:lnTo>
                  <a:lnTo>
                    <a:pt x="48" y="0"/>
                  </a:lnTo>
                  <a:lnTo>
                    <a:pt x="50" y="0"/>
                  </a:lnTo>
                  <a:lnTo>
                    <a:pt x="52" y="0"/>
                  </a:lnTo>
                  <a:lnTo>
                    <a:pt x="53" y="0"/>
                  </a:lnTo>
                  <a:lnTo>
                    <a:pt x="55" y="0"/>
                  </a:lnTo>
                  <a:lnTo>
                    <a:pt x="57" y="0"/>
                  </a:lnTo>
                  <a:lnTo>
                    <a:pt x="59" y="0"/>
                  </a:lnTo>
                  <a:lnTo>
                    <a:pt x="60" y="0"/>
                  </a:lnTo>
                  <a:lnTo>
                    <a:pt x="62" y="0"/>
                  </a:lnTo>
                  <a:lnTo>
                    <a:pt x="62" y="2"/>
                  </a:lnTo>
                  <a:lnTo>
                    <a:pt x="64" y="2"/>
                  </a:lnTo>
                  <a:lnTo>
                    <a:pt x="66" y="2"/>
                  </a:lnTo>
                  <a:lnTo>
                    <a:pt x="67" y="4"/>
                  </a:lnTo>
                  <a:lnTo>
                    <a:pt x="69"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98" name="Google Shape;498;p10"/>
            <p:cNvSpPr/>
            <p:nvPr/>
          </p:nvSpPr>
          <p:spPr>
            <a:xfrm>
              <a:off x="4786" y="3223"/>
              <a:ext cx="14" cy="40"/>
            </a:xfrm>
            <a:custGeom>
              <a:rect b="b" l="l" r="r" t="t"/>
              <a:pathLst>
                <a:path extrusionOk="0" h="40" w="14">
                  <a:moveTo>
                    <a:pt x="3" y="33"/>
                  </a:moveTo>
                  <a:lnTo>
                    <a:pt x="7" y="36"/>
                  </a:lnTo>
                  <a:lnTo>
                    <a:pt x="7" y="35"/>
                  </a:lnTo>
                  <a:lnTo>
                    <a:pt x="7" y="33"/>
                  </a:lnTo>
                  <a:lnTo>
                    <a:pt x="8" y="31"/>
                  </a:lnTo>
                  <a:lnTo>
                    <a:pt x="8" y="29"/>
                  </a:lnTo>
                  <a:lnTo>
                    <a:pt x="8" y="28"/>
                  </a:lnTo>
                  <a:lnTo>
                    <a:pt x="8" y="26"/>
                  </a:lnTo>
                  <a:lnTo>
                    <a:pt x="10" y="26"/>
                  </a:lnTo>
                  <a:lnTo>
                    <a:pt x="10" y="24"/>
                  </a:lnTo>
                  <a:lnTo>
                    <a:pt x="10" y="22"/>
                  </a:lnTo>
                  <a:lnTo>
                    <a:pt x="12" y="21"/>
                  </a:lnTo>
                  <a:lnTo>
                    <a:pt x="12" y="19"/>
                  </a:lnTo>
                  <a:lnTo>
                    <a:pt x="14" y="17"/>
                  </a:lnTo>
                  <a:lnTo>
                    <a:pt x="14" y="15"/>
                  </a:lnTo>
                  <a:lnTo>
                    <a:pt x="14" y="14"/>
                  </a:lnTo>
                  <a:lnTo>
                    <a:pt x="14" y="12"/>
                  </a:lnTo>
                  <a:lnTo>
                    <a:pt x="14" y="10"/>
                  </a:lnTo>
                  <a:lnTo>
                    <a:pt x="14" y="9"/>
                  </a:lnTo>
                  <a:lnTo>
                    <a:pt x="14" y="7"/>
                  </a:lnTo>
                  <a:lnTo>
                    <a:pt x="14" y="5"/>
                  </a:lnTo>
                  <a:lnTo>
                    <a:pt x="14" y="3"/>
                  </a:lnTo>
                  <a:lnTo>
                    <a:pt x="14" y="2"/>
                  </a:lnTo>
                  <a:lnTo>
                    <a:pt x="14" y="0"/>
                  </a:lnTo>
                  <a:lnTo>
                    <a:pt x="7" y="2"/>
                  </a:lnTo>
                  <a:lnTo>
                    <a:pt x="7" y="3"/>
                  </a:lnTo>
                  <a:lnTo>
                    <a:pt x="7" y="5"/>
                  </a:lnTo>
                  <a:lnTo>
                    <a:pt x="7" y="7"/>
                  </a:lnTo>
                  <a:lnTo>
                    <a:pt x="7" y="9"/>
                  </a:lnTo>
                  <a:lnTo>
                    <a:pt x="7" y="10"/>
                  </a:lnTo>
                  <a:lnTo>
                    <a:pt x="7" y="12"/>
                  </a:lnTo>
                  <a:lnTo>
                    <a:pt x="7" y="14"/>
                  </a:lnTo>
                  <a:lnTo>
                    <a:pt x="7" y="15"/>
                  </a:lnTo>
                  <a:lnTo>
                    <a:pt x="5" y="15"/>
                  </a:lnTo>
                  <a:lnTo>
                    <a:pt x="5" y="17"/>
                  </a:lnTo>
                  <a:lnTo>
                    <a:pt x="5" y="19"/>
                  </a:lnTo>
                  <a:lnTo>
                    <a:pt x="3" y="21"/>
                  </a:lnTo>
                  <a:lnTo>
                    <a:pt x="3" y="22"/>
                  </a:lnTo>
                  <a:lnTo>
                    <a:pt x="3" y="24"/>
                  </a:lnTo>
                  <a:lnTo>
                    <a:pt x="1" y="24"/>
                  </a:lnTo>
                  <a:lnTo>
                    <a:pt x="1" y="26"/>
                  </a:lnTo>
                  <a:lnTo>
                    <a:pt x="1" y="28"/>
                  </a:lnTo>
                  <a:lnTo>
                    <a:pt x="1" y="29"/>
                  </a:lnTo>
                  <a:lnTo>
                    <a:pt x="0" y="31"/>
                  </a:lnTo>
                  <a:lnTo>
                    <a:pt x="0" y="33"/>
                  </a:lnTo>
                  <a:lnTo>
                    <a:pt x="0" y="35"/>
                  </a:lnTo>
                  <a:lnTo>
                    <a:pt x="0" y="36"/>
                  </a:lnTo>
                  <a:lnTo>
                    <a:pt x="3" y="40"/>
                  </a:lnTo>
                  <a:lnTo>
                    <a:pt x="0" y="36"/>
                  </a:lnTo>
                  <a:lnTo>
                    <a:pt x="0" y="40"/>
                  </a:lnTo>
                  <a:lnTo>
                    <a:pt x="3" y="40"/>
                  </a:lnTo>
                  <a:lnTo>
                    <a:pt x="3"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499" name="Google Shape;499;p10"/>
            <p:cNvSpPr/>
            <p:nvPr/>
          </p:nvSpPr>
          <p:spPr>
            <a:xfrm>
              <a:off x="4789" y="3249"/>
              <a:ext cx="47" cy="14"/>
            </a:xfrm>
            <a:custGeom>
              <a:rect b="b" l="l" r="r" t="t"/>
              <a:pathLst>
                <a:path extrusionOk="0" h="14" w="47">
                  <a:moveTo>
                    <a:pt x="47" y="3"/>
                  </a:moveTo>
                  <a:lnTo>
                    <a:pt x="43" y="0"/>
                  </a:lnTo>
                  <a:lnTo>
                    <a:pt x="42" y="0"/>
                  </a:lnTo>
                  <a:lnTo>
                    <a:pt x="40" y="0"/>
                  </a:lnTo>
                  <a:lnTo>
                    <a:pt x="38" y="0"/>
                  </a:lnTo>
                  <a:lnTo>
                    <a:pt x="37" y="0"/>
                  </a:lnTo>
                  <a:lnTo>
                    <a:pt x="35" y="0"/>
                  </a:lnTo>
                  <a:lnTo>
                    <a:pt x="33" y="0"/>
                  </a:lnTo>
                  <a:lnTo>
                    <a:pt x="31" y="0"/>
                  </a:lnTo>
                  <a:lnTo>
                    <a:pt x="30" y="0"/>
                  </a:lnTo>
                  <a:lnTo>
                    <a:pt x="28" y="2"/>
                  </a:lnTo>
                  <a:lnTo>
                    <a:pt x="26" y="2"/>
                  </a:lnTo>
                  <a:lnTo>
                    <a:pt x="24" y="2"/>
                  </a:lnTo>
                  <a:lnTo>
                    <a:pt x="23" y="2"/>
                  </a:lnTo>
                  <a:lnTo>
                    <a:pt x="21" y="2"/>
                  </a:lnTo>
                  <a:lnTo>
                    <a:pt x="19" y="3"/>
                  </a:lnTo>
                  <a:lnTo>
                    <a:pt x="17" y="3"/>
                  </a:lnTo>
                  <a:lnTo>
                    <a:pt x="16" y="3"/>
                  </a:lnTo>
                  <a:lnTo>
                    <a:pt x="14" y="3"/>
                  </a:lnTo>
                  <a:lnTo>
                    <a:pt x="14" y="5"/>
                  </a:lnTo>
                  <a:lnTo>
                    <a:pt x="12" y="5"/>
                  </a:lnTo>
                  <a:lnTo>
                    <a:pt x="11" y="5"/>
                  </a:lnTo>
                  <a:lnTo>
                    <a:pt x="9" y="5"/>
                  </a:lnTo>
                  <a:lnTo>
                    <a:pt x="7" y="5"/>
                  </a:lnTo>
                  <a:lnTo>
                    <a:pt x="5" y="5"/>
                  </a:lnTo>
                  <a:lnTo>
                    <a:pt x="4" y="7"/>
                  </a:lnTo>
                  <a:lnTo>
                    <a:pt x="2" y="7"/>
                  </a:lnTo>
                  <a:lnTo>
                    <a:pt x="0" y="7"/>
                  </a:lnTo>
                  <a:lnTo>
                    <a:pt x="0" y="14"/>
                  </a:lnTo>
                  <a:lnTo>
                    <a:pt x="2" y="14"/>
                  </a:lnTo>
                  <a:lnTo>
                    <a:pt x="4" y="14"/>
                  </a:lnTo>
                  <a:lnTo>
                    <a:pt x="5" y="14"/>
                  </a:lnTo>
                  <a:lnTo>
                    <a:pt x="7" y="14"/>
                  </a:lnTo>
                  <a:lnTo>
                    <a:pt x="9" y="12"/>
                  </a:lnTo>
                  <a:lnTo>
                    <a:pt x="11" y="12"/>
                  </a:lnTo>
                  <a:lnTo>
                    <a:pt x="12" y="12"/>
                  </a:lnTo>
                  <a:lnTo>
                    <a:pt x="14" y="12"/>
                  </a:lnTo>
                  <a:lnTo>
                    <a:pt x="16" y="12"/>
                  </a:lnTo>
                  <a:lnTo>
                    <a:pt x="17" y="10"/>
                  </a:lnTo>
                  <a:lnTo>
                    <a:pt x="19" y="10"/>
                  </a:lnTo>
                  <a:lnTo>
                    <a:pt x="21" y="10"/>
                  </a:lnTo>
                  <a:lnTo>
                    <a:pt x="23" y="10"/>
                  </a:lnTo>
                  <a:lnTo>
                    <a:pt x="24" y="9"/>
                  </a:lnTo>
                  <a:lnTo>
                    <a:pt x="26" y="9"/>
                  </a:lnTo>
                  <a:lnTo>
                    <a:pt x="28" y="9"/>
                  </a:lnTo>
                  <a:lnTo>
                    <a:pt x="30" y="9"/>
                  </a:lnTo>
                  <a:lnTo>
                    <a:pt x="31" y="7"/>
                  </a:lnTo>
                  <a:lnTo>
                    <a:pt x="33" y="7"/>
                  </a:lnTo>
                  <a:lnTo>
                    <a:pt x="35" y="7"/>
                  </a:lnTo>
                  <a:lnTo>
                    <a:pt x="37" y="7"/>
                  </a:lnTo>
                  <a:lnTo>
                    <a:pt x="38" y="7"/>
                  </a:lnTo>
                  <a:lnTo>
                    <a:pt x="40" y="7"/>
                  </a:lnTo>
                  <a:lnTo>
                    <a:pt x="42" y="7"/>
                  </a:lnTo>
                  <a:lnTo>
                    <a:pt x="43" y="7"/>
                  </a:lnTo>
                  <a:lnTo>
                    <a:pt x="40" y="3"/>
                  </a:lnTo>
                  <a:lnTo>
                    <a:pt x="47" y="3"/>
                  </a:lnTo>
                  <a:lnTo>
                    <a:pt x="47" y="0"/>
                  </a:lnTo>
                  <a:lnTo>
                    <a:pt x="43" y="0"/>
                  </a:lnTo>
                  <a:lnTo>
                    <a:pt x="4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00" name="Google Shape;500;p10"/>
            <p:cNvSpPr/>
            <p:nvPr/>
          </p:nvSpPr>
          <p:spPr>
            <a:xfrm>
              <a:off x="4829" y="3252"/>
              <a:ext cx="7" cy="9"/>
            </a:xfrm>
            <a:custGeom>
              <a:rect b="b" l="l" r="r" t="t"/>
              <a:pathLst>
                <a:path extrusionOk="0" h="9" w="7">
                  <a:moveTo>
                    <a:pt x="5" y="9"/>
                  </a:moveTo>
                  <a:lnTo>
                    <a:pt x="7" y="6"/>
                  </a:lnTo>
                  <a:lnTo>
                    <a:pt x="7" y="0"/>
                  </a:lnTo>
                  <a:lnTo>
                    <a:pt x="0" y="0"/>
                  </a:lnTo>
                  <a:lnTo>
                    <a:pt x="0" y="6"/>
                  </a:lnTo>
                  <a:lnTo>
                    <a:pt x="2" y="2"/>
                  </a:lnTo>
                  <a:lnTo>
                    <a:pt x="5" y="9"/>
                  </a:lnTo>
                  <a:lnTo>
                    <a:pt x="7" y="7"/>
                  </a:lnTo>
                  <a:lnTo>
                    <a:pt x="7" y="6"/>
                  </a:lnTo>
                  <a:lnTo>
                    <a:pt x="5"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01" name="Google Shape;501;p10"/>
            <p:cNvSpPr/>
            <p:nvPr/>
          </p:nvSpPr>
          <p:spPr>
            <a:xfrm>
              <a:off x="4772" y="3254"/>
              <a:ext cx="62" cy="26"/>
            </a:xfrm>
            <a:custGeom>
              <a:rect b="b" l="l" r="r" t="t"/>
              <a:pathLst>
                <a:path extrusionOk="0" h="26" w="62">
                  <a:moveTo>
                    <a:pt x="0" y="23"/>
                  </a:moveTo>
                  <a:lnTo>
                    <a:pt x="5" y="26"/>
                  </a:lnTo>
                  <a:lnTo>
                    <a:pt x="62" y="7"/>
                  </a:lnTo>
                  <a:lnTo>
                    <a:pt x="59" y="0"/>
                  </a:lnTo>
                  <a:lnTo>
                    <a:pt x="2" y="19"/>
                  </a:lnTo>
                  <a:lnTo>
                    <a:pt x="7" y="21"/>
                  </a:lnTo>
                  <a:lnTo>
                    <a:pt x="0" y="23"/>
                  </a:lnTo>
                  <a:lnTo>
                    <a:pt x="0" y="26"/>
                  </a:lnTo>
                  <a:lnTo>
                    <a:pt x="5" y="26"/>
                  </a:lnTo>
                  <a:lnTo>
                    <a:pt x="0"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02" name="Google Shape;502;p10"/>
            <p:cNvSpPr/>
            <p:nvPr/>
          </p:nvSpPr>
          <p:spPr>
            <a:xfrm>
              <a:off x="4772" y="3230"/>
              <a:ext cx="19" cy="47"/>
            </a:xfrm>
            <a:custGeom>
              <a:rect b="b" l="l" r="r" t="t"/>
              <a:pathLst>
                <a:path extrusionOk="0" h="47" w="19">
                  <a:moveTo>
                    <a:pt x="14" y="5"/>
                  </a:moveTo>
                  <a:lnTo>
                    <a:pt x="12" y="2"/>
                  </a:lnTo>
                  <a:lnTo>
                    <a:pt x="10" y="3"/>
                  </a:lnTo>
                  <a:lnTo>
                    <a:pt x="10" y="5"/>
                  </a:lnTo>
                  <a:lnTo>
                    <a:pt x="10" y="7"/>
                  </a:lnTo>
                  <a:lnTo>
                    <a:pt x="10" y="8"/>
                  </a:lnTo>
                  <a:lnTo>
                    <a:pt x="8" y="10"/>
                  </a:lnTo>
                  <a:lnTo>
                    <a:pt x="8" y="12"/>
                  </a:lnTo>
                  <a:lnTo>
                    <a:pt x="7" y="14"/>
                  </a:lnTo>
                  <a:lnTo>
                    <a:pt x="7" y="15"/>
                  </a:lnTo>
                  <a:lnTo>
                    <a:pt x="7" y="17"/>
                  </a:lnTo>
                  <a:lnTo>
                    <a:pt x="5" y="17"/>
                  </a:lnTo>
                  <a:lnTo>
                    <a:pt x="5" y="19"/>
                  </a:lnTo>
                  <a:lnTo>
                    <a:pt x="5" y="21"/>
                  </a:lnTo>
                  <a:lnTo>
                    <a:pt x="5" y="22"/>
                  </a:lnTo>
                  <a:lnTo>
                    <a:pt x="3" y="24"/>
                  </a:lnTo>
                  <a:lnTo>
                    <a:pt x="3" y="26"/>
                  </a:lnTo>
                  <a:lnTo>
                    <a:pt x="2" y="28"/>
                  </a:lnTo>
                  <a:lnTo>
                    <a:pt x="2" y="29"/>
                  </a:lnTo>
                  <a:lnTo>
                    <a:pt x="2" y="31"/>
                  </a:lnTo>
                  <a:lnTo>
                    <a:pt x="2" y="33"/>
                  </a:lnTo>
                  <a:lnTo>
                    <a:pt x="0" y="34"/>
                  </a:lnTo>
                  <a:lnTo>
                    <a:pt x="0" y="36"/>
                  </a:lnTo>
                  <a:lnTo>
                    <a:pt x="0" y="38"/>
                  </a:lnTo>
                  <a:lnTo>
                    <a:pt x="0" y="40"/>
                  </a:lnTo>
                  <a:lnTo>
                    <a:pt x="0" y="41"/>
                  </a:lnTo>
                  <a:lnTo>
                    <a:pt x="0" y="43"/>
                  </a:lnTo>
                  <a:lnTo>
                    <a:pt x="0" y="45"/>
                  </a:lnTo>
                  <a:lnTo>
                    <a:pt x="0" y="47"/>
                  </a:lnTo>
                  <a:lnTo>
                    <a:pt x="7" y="45"/>
                  </a:lnTo>
                  <a:lnTo>
                    <a:pt x="7" y="43"/>
                  </a:lnTo>
                  <a:lnTo>
                    <a:pt x="7" y="41"/>
                  </a:lnTo>
                  <a:lnTo>
                    <a:pt x="7" y="40"/>
                  </a:lnTo>
                  <a:lnTo>
                    <a:pt x="7" y="38"/>
                  </a:lnTo>
                  <a:lnTo>
                    <a:pt x="8" y="36"/>
                  </a:lnTo>
                  <a:lnTo>
                    <a:pt x="8" y="34"/>
                  </a:lnTo>
                  <a:lnTo>
                    <a:pt x="8" y="33"/>
                  </a:lnTo>
                  <a:lnTo>
                    <a:pt x="8" y="31"/>
                  </a:lnTo>
                  <a:lnTo>
                    <a:pt x="8" y="29"/>
                  </a:lnTo>
                  <a:lnTo>
                    <a:pt x="10" y="29"/>
                  </a:lnTo>
                  <a:lnTo>
                    <a:pt x="10" y="28"/>
                  </a:lnTo>
                  <a:lnTo>
                    <a:pt x="10" y="26"/>
                  </a:lnTo>
                  <a:lnTo>
                    <a:pt x="12" y="24"/>
                  </a:lnTo>
                  <a:lnTo>
                    <a:pt x="12" y="22"/>
                  </a:lnTo>
                  <a:lnTo>
                    <a:pt x="12" y="21"/>
                  </a:lnTo>
                  <a:lnTo>
                    <a:pt x="14" y="19"/>
                  </a:lnTo>
                  <a:lnTo>
                    <a:pt x="14" y="17"/>
                  </a:lnTo>
                  <a:lnTo>
                    <a:pt x="15" y="15"/>
                  </a:lnTo>
                  <a:lnTo>
                    <a:pt x="15" y="14"/>
                  </a:lnTo>
                  <a:lnTo>
                    <a:pt x="15" y="12"/>
                  </a:lnTo>
                  <a:lnTo>
                    <a:pt x="17" y="10"/>
                  </a:lnTo>
                  <a:lnTo>
                    <a:pt x="17" y="8"/>
                  </a:lnTo>
                  <a:lnTo>
                    <a:pt x="17" y="7"/>
                  </a:lnTo>
                  <a:lnTo>
                    <a:pt x="19" y="5"/>
                  </a:lnTo>
                  <a:lnTo>
                    <a:pt x="19" y="3"/>
                  </a:lnTo>
                  <a:lnTo>
                    <a:pt x="17" y="0"/>
                  </a:lnTo>
                  <a:lnTo>
                    <a:pt x="19" y="3"/>
                  </a:lnTo>
                  <a:lnTo>
                    <a:pt x="19" y="2"/>
                  </a:lnTo>
                  <a:lnTo>
                    <a:pt x="17" y="0"/>
                  </a:lnTo>
                  <a:lnTo>
                    <a:pt x="14"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03" name="Google Shape;503;p10"/>
            <p:cNvSpPr/>
            <p:nvPr/>
          </p:nvSpPr>
          <p:spPr>
            <a:xfrm>
              <a:off x="4723" y="3225"/>
              <a:ext cx="66" cy="26"/>
            </a:xfrm>
            <a:custGeom>
              <a:rect b="b" l="l" r="r" t="t"/>
              <a:pathLst>
                <a:path extrusionOk="0" h="26" w="66">
                  <a:moveTo>
                    <a:pt x="0" y="20"/>
                  </a:moveTo>
                  <a:lnTo>
                    <a:pt x="5" y="24"/>
                  </a:lnTo>
                  <a:lnTo>
                    <a:pt x="7" y="22"/>
                  </a:lnTo>
                  <a:lnTo>
                    <a:pt x="9" y="22"/>
                  </a:lnTo>
                  <a:lnTo>
                    <a:pt x="11" y="20"/>
                  </a:lnTo>
                  <a:lnTo>
                    <a:pt x="12" y="20"/>
                  </a:lnTo>
                  <a:lnTo>
                    <a:pt x="14" y="19"/>
                  </a:lnTo>
                  <a:lnTo>
                    <a:pt x="16" y="19"/>
                  </a:lnTo>
                  <a:lnTo>
                    <a:pt x="18" y="17"/>
                  </a:lnTo>
                  <a:lnTo>
                    <a:pt x="19" y="17"/>
                  </a:lnTo>
                  <a:lnTo>
                    <a:pt x="21" y="15"/>
                  </a:lnTo>
                  <a:lnTo>
                    <a:pt x="25" y="15"/>
                  </a:lnTo>
                  <a:lnTo>
                    <a:pt x="26" y="13"/>
                  </a:lnTo>
                  <a:lnTo>
                    <a:pt x="28" y="13"/>
                  </a:lnTo>
                  <a:lnTo>
                    <a:pt x="30" y="12"/>
                  </a:lnTo>
                  <a:lnTo>
                    <a:pt x="31" y="12"/>
                  </a:lnTo>
                  <a:lnTo>
                    <a:pt x="33" y="10"/>
                  </a:lnTo>
                  <a:lnTo>
                    <a:pt x="35" y="10"/>
                  </a:lnTo>
                  <a:lnTo>
                    <a:pt x="37" y="10"/>
                  </a:lnTo>
                  <a:lnTo>
                    <a:pt x="38" y="8"/>
                  </a:lnTo>
                  <a:lnTo>
                    <a:pt x="40" y="8"/>
                  </a:lnTo>
                  <a:lnTo>
                    <a:pt x="42" y="8"/>
                  </a:lnTo>
                  <a:lnTo>
                    <a:pt x="44" y="8"/>
                  </a:lnTo>
                  <a:lnTo>
                    <a:pt x="45" y="8"/>
                  </a:lnTo>
                  <a:lnTo>
                    <a:pt x="47" y="8"/>
                  </a:lnTo>
                  <a:lnTo>
                    <a:pt x="49" y="8"/>
                  </a:lnTo>
                  <a:lnTo>
                    <a:pt x="51" y="8"/>
                  </a:lnTo>
                  <a:lnTo>
                    <a:pt x="52" y="8"/>
                  </a:lnTo>
                  <a:lnTo>
                    <a:pt x="54" y="8"/>
                  </a:lnTo>
                  <a:lnTo>
                    <a:pt x="56" y="8"/>
                  </a:lnTo>
                  <a:lnTo>
                    <a:pt x="57" y="8"/>
                  </a:lnTo>
                  <a:lnTo>
                    <a:pt x="59" y="10"/>
                  </a:lnTo>
                  <a:lnTo>
                    <a:pt x="61" y="10"/>
                  </a:lnTo>
                  <a:lnTo>
                    <a:pt x="63" y="10"/>
                  </a:lnTo>
                  <a:lnTo>
                    <a:pt x="66" y="5"/>
                  </a:lnTo>
                  <a:lnTo>
                    <a:pt x="64" y="3"/>
                  </a:lnTo>
                  <a:lnTo>
                    <a:pt x="63" y="3"/>
                  </a:lnTo>
                  <a:lnTo>
                    <a:pt x="59" y="1"/>
                  </a:lnTo>
                  <a:lnTo>
                    <a:pt x="57" y="1"/>
                  </a:lnTo>
                  <a:lnTo>
                    <a:pt x="56" y="1"/>
                  </a:lnTo>
                  <a:lnTo>
                    <a:pt x="54" y="1"/>
                  </a:lnTo>
                  <a:lnTo>
                    <a:pt x="52" y="0"/>
                  </a:lnTo>
                  <a:lnTo>
                    <a:pt x="49" y="0"/>
                  </a:lnTo>
                  <a:lnTo>
                    <a:pt x="47" y="0"/>
                  </a:lnTo>
                  <a:lnTo>
                    <a:pt x="45" y="1"/>
                  </a:lnTo>
                  <a:lnTo>
                    <a:pt x="44" y="1"/>
                  </a:lnTo>
                  <a:lnTo>
                    <a:pt x="42" y="1"/>
                  </a:lnTo>
                  <a:lnTo>
                    <a:pt x="38" y="1"/>
                  </a:lnTo>
                  <a:lnTo>
                    <a:pt x="37" y="1"/>
                  </a:lnTo>
                  <a:lnTo>
                    <a:pt x="35" y="3"/>
                  </a:lnTo>
                  <a:lnTo>
                    <a:pt x="33" y="3"/>
                  </a:lnTo>
                  <a:lnTo>
                    <a:pt x="31" y="3"/>
                  </a:lnTo>
                  <a:lnTo>
                    <a:pt x="30" y="5"/>
                  </a:lnTo>
                  <a:lnTo>
                    <a:pt x="26" y="5"/>
                  </a:lnTo>
                  <a:lnTo>
                    <a:pt x="25" y="7"/>
                  </a:lnTo>
                  <a:lnTo>
                    <a:pt x="23" y="7"/>
                  </a:lnTo>
                  <a:lnTo>
                    <a:pt x="21" y="8"/>
                  </a:lnTo>
                  <a:lnTo>
                    <a:pt x="19" y="8"/>
                  </a:lnTo>
                  <a:lnTo>
                    <a:pt x="18" y="10"/>
                  </a:lnTo>
                  <a:lnTo>
                    <a:pt x="14" y="10"/>
                  </a:lnTo>
                  <a:lnTo>
                    <a:pt x="12" y="12"/>
                  </a:lnTo>
                  <a:lnTo>
                    <a:pt x="11" y="12"/>
                  </a:lnTo>
                  <a:lnTo>
                    <a:pt x="9" y="13"/>
                  </a:lnTo>
                  <a:lnTo>
                    <a:pt x="7" y="13"/>
                  </a:lnTo>
                  <a:lnTo>
                    <a:pt x="5" y="15"/>
                  </a:lnTo>
                  <a:lnTo>
                    <a:pt x="4" y="15"/>
                  </a:lnTo>
                  <a:lnTo>
                    <a:pt x="2" y="17"/>
                  </a:lnTo>
                  <a:lnTo>
                    <a:pt x="7" y="19"/>
                  </a:lnTo>
                  <a:lnTo>
                    <a:pt x="0" y="20"/>
                  </a:lnTo>
                  <a:lnTo>
                    <a:pt x="2" y="26"/>
                  </a:lnTo>
                  <a:lnTo>
                    <a:pt x="5" y="24"/>
                  </a:lnTo>
                  <a:lnTo>
                    <a:pt x="0"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04" name="Google Shape;504;p10"/>
            <p:cNvSpPr/>
            <p:nvPr/>
          </p:nvSpPr>
          <p:spPr>
            <a:xfrm>
              <a:off x="4722" y="3218"/>
              <a:ext cx="36" cy="27"/>
            </a:xfrm>
            <a:custGeom>
              <a:rect b="b" l="l" r="r" t="t"/>
              <a:pathLst>
                <a:path extrusionOk="0" h="27" w="36">
                  <a:moveTo>
                    <a:pt x="34" y="0"/>
                  </a:moveTo>
                  <a:lnTo>
                    <a:pt x="32" y="0"/>
                  </a:lnTo>
                  <a:lnTo>
                    <a:pt x="31" y="1"/>
                  </a:lnTo>
                  <a:lnTo>
                    <a:pt x="29" y="1"/>
                  </a:lnTo>
                  <a:lnTo>
                    <a:pt x="27" y="1"/>
                  </a:lnTo>
                  <a:lnTo>
                    <a:pt x="26" y="3"/>
                  </a:lnTo>
                  <a:lnTo>
                    <a:pt x="24" y="3"/>
                  </a:lnTo>
                  <a:lnTo>
                    <a:pt x="22" y="3"/>
                  </a:lnTo>
                  <a:lnTo>
                    <a:pt x="20" y="5"/>
                  </a:lnTo>
                  <a:lnTo>
                    <a:pt x="19" y="5"/>
                  </a:lnTo>
                  <a:lnTo>
                    <a:pt x="17" y="5"/>
                  </a:lnTo>
                  <a:lnTo>
                    <a:pt x="17" y="7"/>
                  </a:lnTo>
                  <a:lnTo>
                    <a:pt x="15" y="7"/>
                  </a:lnTo>
                  <a:lnTo>
                    <a:pt x="13" y="7"/>
                  </a:lnTo>
                  <a:lnTo>
                    <a:pt x="12" y="8"/>
                  </a:lnTo>
                  <a:lnTo>
                    <a:pt x="10" y="8"/>
                  </a:lnTo>
                  <a:lnTo>
                    <a:pt x="10" y="10"/>
                  </a:lnTo>
                  <a:lnTo>
                    <a:pt x="8" y="10"/>
                  </a:lnTo>
                  <a:lnTo>
                    <a:pt x="6" y="12"/>
                  </a:lnTo>
                  <a:lnTo>
                    <a:pt x="5" y="14"/>
                  </a:lnTo>
                  <a:lnTo>
                    <a:pt x="3" y="14"/>
                  </a:lnTo>
                  <a:lnTo>
                    <a:pt x="3" y="15"/>
                  </a:lnTo>
                  <a:lnTo>
                    <a:pt x="1" y="17"/>
                  </a:lnTo>
                  <a:lnTo>
                    <a:pt x="1" y="19"/>
                  </a:lnTo>
                  <a:lnTo>
                    <a:pt x="1" y="20"/>
                  </a:lnTo>
                  <a:lnTo>
                    <a:pt x="1" y="22"/>
                  </a:lnTo>
                  <a:lnTo>
                    <a:pt x="0" y="22"/>
                  </a:lnTo>
                  <a:lnTo>
                    <a:pt x="0" y="24"/>
                  </a:lnTo>
                  <a:lnTo>
                    <a:pt x="1" y="26"/>
                  </a:lnTo>
                  <a:lnTo>
                    <a:pt x="1" y="27"/>
                  </a:lnTo>
                  <a:lnTo>
                    <a:pt x="8" y="26"/>
                  </a:lnTo>
                  <a:lnTo>
                    <a:pt x="8" y="24"/>
                  </a:lnTo>
                  <a:lnTo>
                    <a:pt x="8" y="22"/>
                  </a:lnTo>
                  <a:lnTo>
                    <a:pt x="8" y="20"/>
                  </a:lnTo>
                  <a:lnTo>
                    <a:pt x="8" y="19"/>
                  </a:lnTo>
                  <a:lnTo>
                    <a:pt x="10" y="19"/>
                  </a:lnTo>
                  <a:lnTo>
                    <a:pt x="10" y="17"/>
                  </a:lnTo>
                  <a:lnTo>
                    <a:pt x="12" y="17"/>
                  </a:lnTo>
                  <a:lnTo>
                    <a:pt x="13" y="15"/>
                  </a:lnTo>
                  <a:lnTo>
                    <a:pt x="15" y="14"/>
                  </a:lnTo>
                  <a:lnTo>
                    <a:pt x="17" y="14"/>
                  </a:lnTo>
                  <a:lnTo>
                    <a:pt x="19" y="12"/>
                  </a:lnTo>
                  <a:lnTo>
                    <a:pt x="20" y="12"/>
                  </a:lnTo>
                  <a:lnTo>
                    <a:pt x="22" y="12"/>
                  </a:lnTo>
                  <a:lnTo>
                    <a:pt x="24" y="10"/>
                  </a:lnTo>
                  <a:lnTo>
                    <a:pt x="26" y="10"/>
                  </a:lnTo>
                  <a:lnTo>
                    <a:pt x="27" y="10"/>
                  </a:lnTo>
                  <a:lnTo>
                    <a:pt x="29" y="10"/>
                  </a:lnTo>
                  <a:lnTo>
                    <a:pt x="29" y="8"/>
                  </a:lnTo>
                  <a:lnTo>
                    <a:pt x="31" y="8"/>
                  </a:lnTo>
                  <a:lnTo>
                    <a:pt x="32" y="8"/>
                  </a:lnTo>
                  <a:lnTo>
                    <a:pt x="34" y="7"/>
                  </a:lnTo>
                  <a:lnTo>
                    <a:pt x="36" y="7"/>
                  </a:lnTo>
                  <a:lnTo>
                    <a:pt x="34" y="7"/>
                  </a:lnTo>
                  <a:lnTo>
                    <a:pt x="34" y="0"/>
                  </a:lnTo>
                  <a:lnTo>
                    <a:pt x="32" y="0"/>
                  </a:lnTo>
                  <a:lnTo>
                    <a:pt x="3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05" name="Google Shape;505;p10"/>
            <p:cNvSpPr/>
            <p:nvPr/>
          </p:nvSpPr>
          <p:spPr>
            <a:xfrm>
              <a:off x="4756" y="3216"/>
              <a:ext cx="44" cy="10"/>
            </a:xfrm>
            <a:custGeom>
              <a:rect b="b" l="l" r="r" t="t"/>
              <a:pathLst>
                <a:path extrusionOk="0" h="10" w="44">
                  <a:moveTo>
                    <a:pt x="44" y="7"/>
                  </a:moveTo>
                  <a:lnTo>
                    <a:pt x="42" y="5"/>
                  </a:lnTo>
                  <a:lnTo>
                    <a:pt x="42" y="3"/>
                  </a:lnTo>
                  <a:lnTo>
                    <a:pt x="40" y="3"/>
                  </a:lnTo>
                  <a:lnTo>
                    <a:pt x="38" y="3"/>
                  </a:lnTo>
                  <a:lnTo>
                    <a:pt x="38" y="2"/>
                  </a:lnTo>
                  <a:lnTo>
                    <a:pt x="37" y="2"/>
                  </a:lnTo>
                  <a:lnTo>
                    <a:pt x="35" y="2"/>
                  </a:lnTo>
                  <a:lnTo>
                    <a:pt x="33" y="0"/>
                  </a:lnTo>
                  <a:lnTo>
                    <a:pt x="31" y="0"/>
                  </a:lnTo>
                  <a:lnTo>
                    <a:pt x="30" y="0"/>
                  </a:lnTo>
                  <a:lnTo>
                    <a:pt x="28" y="0"/>
                  </a:lnTo>
                  <a:lnTo>
                    <a:pt x="26" y="0"/>
                  </a:lnTo>
                  <a:lnTo>
                    <a:pt x="24" y="0"/>
                  </a:lnTo>
                  <a:lnTo>
                    <a:pt x="23" y="0"/>
                  </a:lnTo>
                  <a:lnTo>
                    <a:pt x="21" y="0"/>
                  </a:lnTo>
                  <a:lnTo>
                    <a:pt x="19" y="0"/>
                  </a:lnTo>
                  <a:lnTo>
                    <a:pt x="18" y="0"/>
                  </a:lnTo>
                  <a:lnTo>
                    <a:pt x="16" y="0"/>
                  </a:lnTo>
                  <a:lnTo>
                    <a:pt x="14" y="0"/>
                  </a:lnTo>
                  <a:lnTo>
                    <a:pt x="12" y="0"/>
                  </a:lnTo>
                  <a:lnTo>
                    <a:pt x="11" y="0"/>
                  </a:lnTo>
                  <a:lnTo>
                    <a:pt x="9" y="0"/>
                  </a:lnTo>
                  <a:lnTo>
                    <a:pt x="7" y="0"/>
                  </a:lnTo>
                  <a:lnTo>
                    <a:pt x="5" y="0"/>
                  </a:lnTo>
                  <a:lnTo>
                    <a:pt x="4" y="2"/>
                  </a:lnTo>
                  <a:lnTo>
                    <a:pt x="2" y="2"/>
                  </a:lnTo>
                  <a:lnTo>
                    <a:pt x="0" y="2"/>
                  </a:lnTo>
                  <a:lnTo>
                    <a:pt x="0" y="9"/>
                  </a:lnTo>
                  <a:lnTo>
                    <a:pt x="2" y="9"/>
                  </a:lnTo>
                  <a:lnTo>
                    <a:pt x="4" y="9"/>
                  </a:lnTo>
                  <a:lnTo>
                    <a:pt x="5" y="9"/>
                  </a:lnTo>
                  <a:lnTo>
                    <a:pt x="7" y="9"/>
                  </a:lnTo>
                  <a:lnTo>
                    <a:pt x="9" y="9"/>
                  </a:lnTo>
                  <a:lnTo>
                    <a:pt x="9" y="7"/>
                  </a:lnTo>
                  <a:lnTo>
                    <a:pt x="11" y="7"/>
                  </a:lnTo>
                  <a:lnTo>
                    <a:pt x="12" y="7"/>
                  </a:lnTo>
                  <a:lnTo>
                    <a:pt x="14" y="7"/>
                  </a:lnTo>
                  <a:lnTo>
                    <a:pt x="16" y="7"/>
                  </a:lnTo>
                  <a:lnTo>
                    <a:pt x="18" y="7"/>
                  </a:lnTo>
                  <a:lnTo>
                    <a:pt x="19" y="7"/>
                  </a:lnTo>
                  <a:lnTo>
                    <a:pt x="21" y="7"/>
                  </a:lnTo>
                  <a:lnTo>
                    <a:pt x="23" y="7"/>
                  </a:lnTo>
                  <a:lnTo>
                    <a:pt x="24" y="7"/>
                  </a:lnTo>
                  <a:lnTo>
                    <a:pt x="26" y="7"/>
                  </a:lnTo>
                  <a:lnTo>
                    <a:pt x="28" y="7"/>
                  </a:lnTo>
                  <a:lnTo>
                    <a:pt x="30" y="7"/>
                  </a:lnTo>
                  <a:lnTo>
                    <a:pt x="31" y="7"/>
                  </a:lnTo>
                  <a:lnTo>
                    <a:pt x="33" y="9"/>
                  </a:lnTo>
                  <a:lnTo>
                    <a:pt x="35" y="9"/>
                  </a:lnTo>
                  <a:lnTo>
                    <a:pt x="37" y="9"/>
                  </a:lnTo>
                  <a:lnTo>
                    <a:pt x="37" y="10"/>
                  </a:lnTo>
                  <a:lnTo>
                    <a:pt x="37" y="9"/>
                  </a:lnTo>
                  <a:lnTo>
                    <a:pt x="44" y="7"/>
                  </a:lnTo>
                  <a:lnTo>
                    <a:pt x="44" y="5"/>
                  </a:lnTo>
                  <a:lnTo>
                    <a:pt x="42" y="5"/>
                  </a:lnTo>
                  <a:lnTo>
                    <a:pt x="44"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06" name="Google Shape;506;p10"/>
            <p:cNvSpPr/>
            <p:nvPr/>
          </p:nvSpPr>
          <p:spPr>
            <a:xfrm>
              <a:off x="4617" y="3770"/>
              <a:ext cx="262" cy="92"/>
            </a:xfrm>
            <a:custGeom>
              <a:rect b="b" l="l" r="r" t="t"/>
              <a:pathLst>
                <a:path extrusionOk="0" h="92" w="262">
                  <a:moveTo>
                    <a:pt x="262" y="30"/>
                  </a:moveTo>
                  <a:lnTo>
                    <a:pt x="261" y="32"/>
                  </a:lnTo>
                  <a:lnTo>
                    <a:pt x="259" y="32"/>
                  </a:lnTo>
                  <a:lnTo>
                    <a:pt x="257" y="33"/>
                  </a:lnTo>
                  <a:lnTo>
                    <a:pt x="255" y="35"/>
                  </a:lnTo>
                  <a:lnTo>
                    <a:pt x="254" y="35"/>
                  </a:lnTo>
                  <a:lnTo>
                    <a:pt x="252" y="37"/>
                  </a:lnTo>
                  <a:lnTo>
                    <a:pt x="250" y="38"/>
                  </a:lnTo>
                  <a:lnTo>
                    <a:pt x="248" y="38"/>
                  </a:lnTo>
                  <a:lnTo>
                    <a:pt x="247" y="40"/>
                  </a:lnTo>
                  <a:lnTo>
                    <a:pt x="245" y="40"/>
                  </a:lnTo>
                  <a:lnTo>
                    <a:pt x="243" y="42"/>
                  </a:lnTo>
                  <a:lnTo>
                    <a:pt x="241" y="44"/>
                  </a:lnTo>
                  <a:lnTo>
                    <a:pt x="238" y="44"/>
                  </a:lnTo>
                  <a:lnTo>
                    <a:pt x="236" y="45"/>
                  </a:lnTo>
                  <a:lnTo>
                    <a:pt x="235" y="45"/>
                  </a:lnTo>
                  <a:lnTo>
                    <a:pt x="233" y="47"/>
                  </a:lnTo>
                  <a:lnTo>
                    <a:pt x="231" y="49"/>
                  </a:lnTo>
                  <a:lnTo>
                    <a:pt x="229" y="49"/>
                  </a:lnTo>
                  <a:lnTo>
                    <a:pt x="226" y="51"/>
                  </a:lnTo>
                  <a:lnTo>
                    <a:pt x="224" y="51"/>
                  </a:lnTo>
                  <a:lnTo>
                    <a:pt x="222" y="52"/>
                  </a:lnTo>
                  <a:lnTo>
                    <a:pt x="221" y="52"/>
                  </a:lnTo>
                  <a:lnTo>
                    <a:pt x="217" y="54"/>
                  </a:lnTo>
                  <a:lnTo>
                    <a:pt x="215" y="54"/>
                  </a:lnTo>
                  <a:lnTo>
                    <a:pt x="214" y="54"/>
                  </a:lnTo>
                  <a:lnTo>
                    <a:pt x="212" y="56"/>
                  </a:lnTo>
                  <a:lnTo>
                    <a:pt x="209" y="56"/>
                  </a:lnTo>
                  <a:lnTo>
                    <a:pt x="207" y="57"/>
                  </a:lnTo>
                  <a:lnTo>
                    <a:pt x="205" y="57"/>
                  </a:lnTo>
                  <a:lnTo>
                    <a:pt x="203" y="57"/>
                  </a:lnTo>
                  <a:lnTo>
                    <a:pt x="200" y="59"/>
                  </a:lnTo>
                  <a:lnTo>
                    <a:pt x="198" y="59"/>
                  </a:lnTo>
                  <a:lnTo>
                    <a:pt x="196" y="59"/>
                  </a:lnTo>
                  <a:lnTo>
                    <a:pt x="196" y="57"/>
                  </a:lnTo>
                  <a:lnTo>
                    <a:pt x="195" y="57"/>
                  </a:lnTo>
                  <a:lnTo>
                    <a:pt x="193" y="57"/>
                  </a:lnTo>
                  <a:lnTo>
                    <a:pt x="193" y="56"/>
                  </a:lnTo>
                  <a:lnTo>
                    <a:pt x="191" y="56"/>
                  </a:lnTo>
                  <a:lnTo>
                    <a:pt x="191" y="54"/>
                  </a:lnTo>
                  <a:lnTo>
                    <a:pt x="189" y="54"/>
                  </a:lnTo>
                  <a:lnTo>
                    <a:pt x="189" y="52"/>
                  </a:lnTo>
                  <a:lnTo>
                    <a:pt x="188" y="52"/>
                  </a:lnTo>
                  <a:lnTo>
                    <a:pt x="188" y="51"/>
                  </a:lnTo>
                  <a:lnTo>
                    <a:pt x="186" y="51"/>
                  </a:lnTo>
                  <a:lnTo>
                    <a:pt x="184" y="51"/>
                  </a:lnTo>
                  <a:lnTo>
                    <a:pt x="183" y="51"/>
                  </a:lnTo>
                  <a:lnTo>
                    <a:pt x="183" y="52"/>
                  </a:lnTo>
                  <a:lnTo>
                    <a:pt x="181" y="52"/>
                  </a:lnTo>
                  <a:lnTo>
                    <a:pt x="179" y="52"/>
                  </a:lnTo>
                  <a:lnTo>
                    <a:pt x="177" y="52"/>
                  </a:lnTo>
                  <a:lnTo>
                    <a:pt x="177" y="54"/>
                  </a:lnTo>
                  <a:lnTo>
                    <a:pt x="176" y="54"/>
                  </a:lnTo>
                  <a:lnTo>
                    <a:pt x="174" y="54"/>
                  </a:lnTo>
                  <a:lnTo>
                    <a:pt x="172" y="56"/>
                  </a:lnTo>
                  <a:lnTo>
                    <a:pt x="170" y="57"/>
                  </a:lnTo>
                  <a:lnTo>
                    <a:pt x="169" y="57"/>
                  </a:lnTo>
                  <a:lnTo>
                    <a:pt x="167" y="59"/>
                  </a:lnTo>
                  <a:lnTo>
                    <a:pt x="165" y="59"/>
                  </a:lnTo>
                  <a:lnTo>
                    <a:pt x="163" y="61"/>
                  </a:lnTo>
                  <a:lnTo>
                    <a:pt x="162" y="63"/>
                  </a:lnTo>
                  <a:lnTo>
                    <a:pt x="160" y="63"/>
                  </a:lnTo>
                  <a:lnTo>
                    <a:pt x="158" y="64"/>
                  </a:lnTo>
                  <a:lnTo>
                    <a:pt x="157" y="64"/>
                  </a:lnTo>
                  <a:lnTo>
                    <a:pt x="155" y="66"/>
                  </a:lnTo>
                  <a:lnTo>
                    <a:pt x="153" y="66"/>
                  </a:lnTo>
                  <a:lnTo>
                    <a:pt x="151" y="66"/>
                  </a:lnTo>
                  <a:lnTo>
                    <a:pt x="151" y="68"/>
                  </a:lnTo>
                  <a:lnTo>
                    <a:pt x="150" y="68"/>
                  </a:lnTo>
                  <a:lnTo>
                    <a:pt x="148" y="68"/>
                  </a:lnTo>
                  <a:lnTo>
                    <a:pt x="146" y="68"/>
                  </a:lnTo>
                  <a:lnTo>
                    <a:pt x="143" y="68"/>
                  </a:lnTo>
                  <a:lnTo>
                    <a:pt x="137" y="70"/>
                  </a:lnTo>
                  <a:lnTo>
                    <a:pt x="132" y="70"/>
                  </a:lnTo>
                  <a:lnTo>
                    <a:pt x="127" y="71"/>
                  </a:lnTo>
                  <a:lnTo>
                    <a:pt x="124" y="71"/>
                  </a:lnTo>
                  <a:lnTo>
                    <a:pt x="118" y="73"/>
                  </a:lnTo>
                  <a:lnTo>
                    <a:pt x="115" y="73"/>
                  </a:lnTo>
                  <a:lnTo>
                    <a:pt x="110" y="75"/>
                  </a:lnTo>
                  <a:lnTo>
                    <a:pt x="105" y="75"/>
                  </a:lnTo>
                  <a:lnTo>
                    <a:pt x="101" y="77"/>
                  </a:lnTo>
                  <a:lnTo>
                    <a:pt x="96" y="77"/>
                  </a:lnTo>
                  <a:lnTo>
                    <a:pt x="91" y="78"/>
                  </a:lnTo>
                  <a:lnTo>
                    <a:pt x="87" y="80"/>
                  </a:lnTo>
                  <a:lnTo>
                    <a:pt x="82" y="80"/>
                  </a:lnTo>
                  <a:lnTo>
                    <a:pt x="79" y="82"/>
                  </a:lnTo>
                  <a:lnTo>
                    <a:pt x="73" y="82"/>
                  </a:lnTo>
                  <a:lnTo>
                    <a:pt x="68" y="83"/>
                  </a:lnTo>
                  <a:lnTo>
                    <a:pt x="65" y="83"/>
                  </a:lnTo>
                  <a:lnTo>
                    <a:pt x="59" y="85"/>
                  </a:lnTo>
                  <a:lnTo>
                    <a:pt x="56" y="85"/>
                  </a:lnTo>
                  <a:lnTo>
                    <a:pt x="51" y="87"/>
                  </a:lnTo>
                  <a:lnTo>
                    <a:pt x="46" y="87"/>
                  </a:lnTo>
                  <a:lnTo>
                    <a:pt x="42" y="89"/>
                  </a:lnTo>
                  <a:lnTo>
                    <a:pt x="37" y="89"/>
                  </a:lnTo>
                  <a:lnTo>
                    <a:pt x="33" y="90"/>
                  </a:lnTo>
                  <a:lnTo>
                    <a:pt x="28" y="90"/>
                  </a:lnTo>
                  <a:lnTo>
                    <a:pt x="23" y="90"/>
                  </a:lnTo>
                  <a:lnTo>
                    <a:pt x="20" y="92"/>
                  </a:lnTo>
                  <a:lnTo>
                    <a:pt x="14" y="92"/>
                  </a:lnTo>
                  <a:lnTo>
                    <a:pt x="9" y="92"/>
                  </a:lnTo>
                  <a:lnTo>
                    <a:pt x="6" y="92"/>
                  </a:lnTo>
                  <a:lnTo>
                    <a:pt x="0" y="92"/>
                  </a:lnTo>
                  <a:lnTo>
                    <a:pt x="4" y="90"/>
                  </a:lnTo>
                  <a:lnTo>
                    <a:pt x="9" y="87"/>
                  </a:lnTo>
                  <a:lnTo>
                    <a:pt x="14" y="85"/>
                  </a:lnTo>
                  <a:lnTo>
                    <a:pt x="18" y="82"/>
                  </a:lnTo>
                  <a:lnTo>
                    <a:pt x="23" y="78"/>
                  </a:lnTo>
                  <a:lnTo>
                    <a:pt x="27" y="77"/>
                  </a:lnTo>
                  <a:lnTo>
                    <a:pt x="32" y="73"/>
                  </a:lnTo>
                  <a:lnTo>
                    <a:pt x="35" y="70"/>
                  </a:lnTo>
                  <a:lnTo>
                    <a:pt x="40" y="68"/>
                  </a:lnTo>
                  <a:lnTo>
                    <a:pt x="46" y="64"/>
                  </a:lnTo>
                  <a:lnTo>
                    <a:pt x="49" y="61"/>
                  </a:lnTo>
                  <a:lnTo>
                    <a:pt x="54" y="57"/>
                  </a:lnTo>
                  <a:lnTo>
                    <a:pt x="58" y="56"/>
                  </a:lnTo>
                  <a:lnTo>
                    <a:pt x="63" y="52"/>
                  </a:lnTo>
                  <a:lnTo>
                    <a:pt x="66" y="49"/>
                  </a:lnTo>
                  <a:lnTo>
                    <a:pt x="72" y="45"/>
                  </a:lnTo>
                  <a:lnTo>
                    <a:pt x="77" y="44"/>
                  </a:lnTo>
                  <a:lnTo>
                    <a:pt x="80" y="40"/>
                  </a:lnTo>
                  <a:lnTo>
                    <a:pt x="85" y="37"/>
                  </a:lnTo>
                  <a:lnTo>
                    <a:pt x="89" y="33"/>
                  </a:lnTo>
                  <a:lnTo>
                    <a:pt x="94" y="32"/>
                  </a:lnTo>
                  <a:lnTo>
                    <a:pt x="98" y="28"/>
                  </a:lnTo>
                  <a:lnTo>
                    <a:pt x="103" y="25"/>
                  </a:lnTo>
                  <a:lnTo>
                    <a:pt x="108" y="21"/>
                  </a:lnTo>
                  <a:lnTo>
                    <a:pt x="111" y="19"/>
                  </a:lnTo>
                  <a:lnTo>
                    <a:pt x="117" y="16"/>
                  </a:lnTo>
                  <a:lnTo>
                    <a:pt x="120" y="12"/>
                  </a:lnTo>
                  <a:lnTo>
                    <a:pt x="125" y="11"/>
                  </a:lnTo>
                  <a:lnTo>
                    <a:pt x="131" y="7"/>
                  </a:lnTo>
                  <a:lnTo>
                    <a:pt x="134" y="6"/>
                  </a:lnTo>
                  <a:lnTo>
                    <a:pt x="139" y="2"/>
                  </a:lnTo>
                  <a:lnTo>
                    <a:pt x="144" y="0"/>
                  </a:lnTo>
                  <a:lnTo>
                    <a:pt x="148" y="2"/>
                  </a:lnTo>
                  <a:lnTo>
                    <a:pt x="151" y="4"/>
                  </a:lnTo>
                  <a:lnTo>
                    <a:pt x="155" y="4"/>
                  </a:lnTo>
                  <a:lnTo>
                    <a:pt x="158" y="6"/>
                  </a:lnTo>
                  <a:lnTo>
                    <a:pt x="162" y="7"/>
                  </a:lnTo>
                  <a:lnTo>
                    <a:pt x="165" y="7"/>
                  </a:lnTo>
                  <a:lnTo>
                    <a:pt x="169" y="9"/>
                  </a:lnTo>
                  <a:lnTo>
                    <a:pt x="172" y="11"/>
                  </a:lnTo>
                  <a:lnTo>
                    <a:pt x="176" y="11"/>
                  </a:lnTo>
                  <a:lnTo>
                    <a:pt x="181" y="12"/>
                  </a:lnTo>
                  <a:lnTo>
                    <a:pt x="184" y="12"/>
                  </a:lnTo>
                  <a:lnTo>
                    <a:pt x="188" y="12"/>
                  </a:lnTo>
                  <a:lnTo>
                    <a:pt x="191" y="14"/>
                  </a:lnTo>
                  <a:lnTo>
                    <a:pt x="195" y="14"/>
                  </a:lnTo>
                  <a:lnTo>
                    <a:pt x="198" y="16"/>
                  </a:lnTo>
                  <a:lnTo>
                    <a:pt x="203" y="16"/>
                  </a:lnTo>
                  <a:lnTo>
                    <a:pt x="207" y="16"/>
                  </a:lnTo>
                  <a:lnTo>
                    <a:pt x="210" y="18"/>
                  </a:lnTo>
                  <a:lnTo>
                    <a:pt x="214" y="18"/>
                  </a:lnTo>
                  <a:lnTo>
                    <a:pt x="219" y="18"/>
                  </a:lnTo>
                  <a:lnTo>
                    <a:pt x="222" y="19"/>
                  </a:lnTo>
                  <a:lnTo>
                    <a:pt x="226" y="19"/>
                  </a:lnTo>
                  <a:lnTo>
                    <a:pt x="229" y="21"/>
                  </a:lnTo>
                  <a:lnTo>
                    <a:pt x="233" y="21"/>
                  </a:lnTo>
                  <a:lnTo>
                    <a:pt x="236" y="21"/>
                  </a:lnTo>
                  <a:lnTo>
                    <a:pt x="241" y="23"/>
                  </a:lnTo>
                  <a:lnTo>
                    <a:pt x="245" y="23"/>
                  </a:lnTo>
                  <a:lnTo>
                    <a:pt x="248" y="25"/>
                  </a:lnTo>
                  <a:lnTo>
                    <a:pt x="252" y="26"/>
                  </a:lnTo>
                  <a:lnTo>
                    <a:pt x="255" y="26"/>
                  </a:lnTo>
                  <a:lnTo>
                    <a:pt x="259" y="28"/>
                  </a:lnTo>
                  <a:lnTo>
                    <a:pt x="262" y="30"/>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07" name="Google Shape;507;p10"/>
            <p:cNvSpPr/>
            <p:nvPr/>
          </p:nvSpPr>
          <p:spPr>
            <a:xfrm>
              <a:off x="4815" y="3796"/>
              <a:ext cx="66" cy="37"/>
            </a:xfrm>
            <a:custGeom>
              <a:rect b="b" l="l" r="r" t="t"/>
              <a:pathLst>
                <a:path extrusionOk="0" h="37" w="66">
                  <a:moveTo>
                    <a:pt x="0" y="37"/>
                  </a:moveTo>
                  <a:lnTo>
                    <a:pt x="2" y="37"/>
                  </a:lnTo>
                  <a:lnTo>
                    <a:pt x="4" y="37"/>
                  </a:lnTo>
                  <a:lnTo>
                    <a:pt x="5" y="35"/>
                  </a:lnTo>
                  <a:lnTo>
                    <a:pt x="9" y="35"/>
                  </a:lnTo>
                  <a:lnTo>
                    <a:pt x="11" y="35"/>
                  </a:lnTo>
                  <a:lnTo>
                    <a:pt x="12" y="33"/>
                  </a:lnTo>
                  <a:lnTo>
                    <a:pt x="14" y="33"/>
                  </a:lnTo>
                  <a:lnTo>
                    <a:pt x="17" y="31"/>
                  </a:lnTo>
                  <a:lnTo>
                    <a:pt x="19" y="31"/>
                  </a:lnTo>
                  <a:lnTo>
                    <a:pt x="21" y="30"/>
                  </a:lnTo>
                  <a:lnTo>
                    <a:pt x="23" y="30"/>
                  </a:lnTo>
                  <a:lnTo>
                    <a:pt x="26" y="30"/>
                  </a:lnTo>
                  <a:lnTo>
                    <a:pt x="28" y="28"/>
                  </a:lnTo>
                  <a:lnTo>
                    <a:pt x="30" y="28"/>
                  </a:lnTo>
                  <a:lnTo>
                    <a:pt x="31" y="26"/>
                  </a:lnTo>
                  <a:lnTo>
                    <a:pt x="35" y="25"/>
                  </a:lnTo>
                  <a:lnTo>
                    <a:pt x="37" y="25"/>
                  </a:lnTo>
                  <a:lnTo>
                    <a:pt x="38" y="23"/>
                  </a:lnTo>
                  <a:lnTo>
                    <a:pt x="40" y="23"/>
                  </a:lnTo>
                  <a:lnTo>
                    <a:pt x="42" y="21"/>
                  </a:lnTo>
                  <a:lnTo>
                    <a:pt x="45" y="21"/>
                  </a:lnTo>
                  <a:lnTo>
                    <a:pt x="47" y="19"/>
                  </a:lnTo>
                  <a:lnTo>
                    <a:pt x="49" y="18"/>
                  </a:lnTo>
                  <a:lnTo>
                    <a:pt x="50" y="18"/>
                  </a:lnTo>
                  <a:lnTo>
                    <a:pt x="52" y="16"/>
                  </a:lnTo>
                  <a:lnTo>
                    <a:pt x="54" y="14"/>
                  </a:lnTo>
                  <a:lnTo>
                    <a:pt x="56" y="14"/>
                  </a:lnTo>
                  <a:lnTo>
                    <a:pt x="57" y="12"/>
                  </a:lnTo>
                  <a:lnTo>
                    <a:pt x="59" y="11"/>
                  </a:lnTo>
                  <a:lnTo>
                    <a:pt x="61" y="11"/>
                  </a:lnTo>
                  <a:lnTo>
                    <a:pt x="63" y="9"/>
                  </a:lnTo>
                  <a:lnTo>
                    <a:pt x="64" y="7"/>
                  </a:lnTo>
                  <a:lnTo>
                    <a:pt x="66" y="7"/>
                  </a:lnTo>
                  <a:lnTo>
                    <a:pt x="63" y="0"/>
                  </a:lnTo>
                  <a:lnTo>
                    <a:pt x="61" y="2"/>
                  </a:lnTo>
                  <a:lnTo>
                    <a:pt x="59" y="4"/>
                  </a:lnTo>
                  <a:lnTo>
                    <a:pt x="57" y="4"/>
                  </a:lnTo>
                  <a:lnTo>
                    <a:pt x="56" y="6"/>
                  </a:lnTo>
                  <a:lnTo>
                    <a:pt x="54" y="7"/>
                  </a:lnTo>
                  <a:lnTo>
                    <a:pt x="52" y="7"/>
                  </a:lnTo>
                  <a:lnTo>
                    <a:pt x="50" y="9"/>
                  </a:lnTo>
                  <a:lnTo>
                    <a:pt x="49" y="9"/>
                  </a:lnTo>
                  <a:lnTo>
                    <a:pt x="47" y="11"/>
                  </a:lnTo>
                  <a:lnTo>
                    <a:pt x="45" y="12"/>
                  </a:lnTo>
                  <a:lnTo>
                    <a:pt x="43" y="12"/>
                  </a:lnTo>
                  <a:lnTo>
                    <a:pt x="42" y="14"/>
                  </a:lnTo>
                  <a:lnTo>
                    <a:pt x="38" y="14"/>
                  </a:lnTo>
                  <a:lnTo>
                    <a:pt x="37" y="16"/>
                  </a:lnTo>
                  <a:lnTo>
                    <a:pt x="35" y="18"/>
                  </a:lnTo>
                  <a:lnTo>
                    <a:pt x="33" y="18"/>
                  </a:lnTo>
                  <a:lnTo>
                    <a:pt x="31" y="19"/>
                  </a:lnTo>
                  <a:lnTo>
                    <a:pt x="30" y="19"/>
                  </a:lnTo>
                  <a:lnTo>
                    <a:pt x="26" y="21"/>
                  </a:lnTo>
                  <a:lnTo>
                    <a:pt x="24" y="21"/>
                  </a:lnTo>
                  <a:lnTo>
                    <a:pt x="23" y="23"/>
                  </a:lnTo>
                  <a:lnTo>
                    <a:pt x="21" y="23"/>
                  </a:lnTo>
                  <a:lnTo>
                    <a:pt x="19" y="25"/>
                  </a:lnTo>
                  <a:lnTo>
                    <a:pt x="16" y="25"/>
                  </a:lnTo>
                  <a:lnTo>
                    <a:pt x="14" y="25"/>
                  </a:lnTo>
                  <a:lnTo>
                    <a:pt x="12" y="26"/>
                  </a:lnTo>
                  <a:lnTo>
                    <a:pt x="11" y="26"/>
                  </a:lnTo>
                  <a:lnTo>
                    <a:pt x="9" y="28"/>
                  </a:lnTo>
                  <a:lnTo>
                    <a:pt x="5" y="28"/>
                  </a:lnTo>
                  <a:lnTo>
                    <a:pt x="4" y="28"/>
                  </a:lnTo>
                  <a:lnTo>
                    <a:pt x="2" y="30"/>
                  </a:lnTo>
                  <a:lnTo>
                    <a:pt x="0" y="30"/>
                  </a:lnTo>
                  <a:lnTo>
                    <a:pt x="0" y="37"/>
                  </a:lnTo>
                  <a:lnTo>
                    <a:pt x="2" y="37"/>
                  </a:lnTo>
                  <a:lnTo>
                    <a:pt x="0" y="3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08" name="Google Shape;508;p10"/>
            <p:cNvSpPr/>
            <p:nvPr/>
          </p:nvSpPr>
          <p:spPr>
            <a:xfrm>
              <a:off x="4803" y="3817"/>
              <a:ext cx="12" cy="16"/>
            </a:xfrm>
            <a:custGeom>
              <a:rect b="b" l="l" r="r" t="t"/>
              <a:pathLst>
                <a:path extrusionOk="0" h="16" w="12">
                  <a:moveTo>
                    <a:pt x="2" y="7"/>
                  </a:moveTo>
                  <a:lnTo>
                    <a:pt x="0" y="7"/>
                  </a:lnTo>
                  <a:lnTo>
                    <a:pt x="2" y="9"/>
                  </a:lnTo>
                  <a:lnTo>
                    <a:pt x="2" y="10"/>
                  </a:lnTo>
                  <a:lnTo>
                    <a:pt x="3" y="10"/>
                  </a:lnTo>
                  <a:lnTo>
                    <a:pt x="3" y="12"/>
                  </a:lnTo>
                  <a:lnTo>
                    <a:pt x="5" y="12"/>
                  </a:lnTo>
                  <a:lnTo>
                    <a:pt x="5" y="14"/>
                  </a:lnTo>
                  <a:lnTo>
                    <a:pt x="7" y="14"/>
                  </a:lnTo>
                  <a:lnTo>
                    <a:pt x="9" y="14"/>
                  </a:lnTo>
                  <a:lnTo>
                    <a:pt x="9" y="16"/>
                  </a:lnTo>
                  <a:lnTo>
                    <a:pt x="10" y="16"/>
                  </a:lnTo>
                  <a:lnTo>
                    <a:pt x="12" y="16"/>
                  </a:lnTo>
                  <a:lnTo>
                    <a:pt x="12" y="9"/>
                  </a:lnTo>
                  <a:lnTo>
                    <a:pt x="10" y="9"/>
                  </a:lnTo>
                  <a:lnTo>
                    <a:pt x="10" y="7"/>
                  </a:lnTo>
                  <a:lnTo>
                    <a:pt x="9" y="7"/>
                  </a:lnTo>
                  <a:lnTo>
                    <a:pt x="9" y="5"/>
                  </a:lnTo>
                  <a:lnTo>
                    <a:pt x="7" y="5"/>
                  </a:lnTo>
                  <a:lnTo>
                    <a:pt x="7" y="4"/>
                  </a:lnTo>
                  <a:lnTo>
                    <a:pt x="5" y="2"/>
                  </a:lnTo>
                  <a:lnTo>
                    <a:pt x="3" y="2"/>
                  </a:lnTo>
                  <a:lnTo>
                    <a:pt x="3" y="0"/>
                  </a:lnTo>
                  <a:lnTo>
                    <a:pt x="2" y="0"/>
                  </a:lnTo>
                  <a:lnTo>
                    <a:pt x="3" y="0"/>
                  </a:lnTo>
                  <a:lnTo>
                    <a:pt x="2" y="0"/>
                  </a:lnTo>
                  <a:lnTo>
                    <a:pt x="2"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09" name="Google Shape;509;p10"/>
            <p:cNvSpPr/>
            <p:nvPr/>
          </p:nvSpPr>
          <p:spPr>
            <a:xfrm>
              <a:off x="4763" y="3817"/>
              <a:ext cx="42" cy="24"/>
            </a:xfrm>
            <a:custGeom>
              <a:rect b="b" l="l" r="r" t="t"/>
              <a:pathLst>
                <a:path extrusionOk="0" h="24" w="42">
                  <a:moveTo>
                    <a:pt x="0" y="24"/>
                  </a:moveTo>
                  <a:lnTo>
                    <a:pt x="2" y="24"/>
                  </a:lnTo>
                  <a:lnTo>
                    <a:pt x="4" y="24"/>
                  </a:lnTo>
                  <a:lnTo>
                    <a:pt x="5" y="24"/>
                  </a:lnTo>
                  <a:lnTo>
                    <a:pt x="7" y="23"/>
                  </a:lnTo>
                  <a:lnTo>
                    <a:pt x="9" y="23"/>
                  </a:lnTo>
                  <a:lnTo>
                    <a:pt x="11" y="23"/>
                  </a:lnTo>
                  <a:lnTo>
                    <a:pt x="11" y="21"/>
                  </a:lnTo>
                  <a:lnTo>
                    <a:pt x="12" y="21"/>
                  </a:lnTo>
                  <a:lnTo>
                    <a:pt x="14" y="21"/>
                  </a:lnTo>
                  <a:lnTo>
                    <a:pt x="16" y="19"/>
                  </a:lnTo>
                  <a:lnTo>
                    <a:pt x="17" y="17"/>
                  </a:lnTo>
                  <a:lnTo>
                    <a:pt x="19" y="17"/>
                  </a:lnTo>
                  <a:lnTo>
                    <a:pt x="21" y="16"/>
                  </a:lnTo>
                  <a:lnTo>
                    <a:pt x="23" y="16"/>
                  </a:lnTo>
                  <a:lnTo>
                    <a:pt x="24" y="14"/>
                  </a:lnTo>
                  <a:lnTo>
                    <a:pt x="26" y="12"/>
                  </a:lnTo>
                  <a:lnTo>
                    <a:pt x="28" y="12"/>
                  </a:lnTo>
                  <a:lnTo>
                    <a:pt x="30" y="10"/>
                  </a:lnTo>
                  <a:lnTo>
                    <a:pt x="31" y="10"/>
                  </a:lnTo>
                  <a:lnTo>
                    <a:pt x="33" y="9"/>
                  </a:lnTo>
                  <a:lnTo>
                    <a:pt x="35" y="9"/>
                  </a:lnTo>
                  <a:lnTo>
                    <a:pt x="37" y="9"/>
                  </a:lnTo>
                  <a:lnTo>
                    <a:pt x="38" y="9"/>
                  </a:lnTo>
                  <a:lnTo>
                    <a:pt x="38" y="7"/>
                  </a:lnTo>
                  <a:lnTo>
                    <a:pt x="40" y="7"/>
                  </a:lnTo>
                  <a:lnTo>
                    <a:pt x="42" y="7"/>
                  </a:lnTo>
                  <a:lnTo>
                    <a:pt x="42" y="0"/>
                  </a:lnTo>
                  <a:lnTo>
                    <a:pt x="40" y="0"/>
                  </a:lnTo>
                  <a:lnTo>
                    <a:pt x="38" y="0"/>
                  </a:lnTo>
                  <a:lnTo>
                    <a:pt x="37" y="0"/>
                  </a:lnTo>
                  <a:lnTo>
                    <a:pt x="35" y="2"/>
                  </a:lnTo>
                  <a:lnTo>
                    <a:pt x="33" y="2"/>
                  </a:lnTo>
                  <a:lnTo>
                    <a:pt x="31" y="2"/>
                  </a:lnTo>
                  <a:lnTo>
                    <a:pt x="30" y="2"/>
                  </a:lnTo>
                  <a:lnTo>
                    <a:pt x="30" y="4"/>
                  </a:lnTo>
                  <a:lnTo>
                    <a:pt x="28" y="4"/>
                  </a:lnTo>
                  <a:lnTo>
                    <a:pt x="26" y="4"/>
                  </a:lnTo>
                  <a:lnTo>
                    <a:pt x="24" y="5"/>
                  </a:lnTo>
                  <a:lnTo>
                    <a:pt x="23" y="7"/>
                  </a:lnTo>
                  <a:lnTo>
                    <a:pt x="21" y="7"/>
                  </a:lnTo>
                  <a:lnTo>
                    <a:pt x="19" y="9"/>
                  </a:lnTo>
                  <a:lnTo>
                    <a:pt x="17" y="9"/>
                  </a:lnTo>
                  <a:lnTo>
                    <a:pt x="16" y="10"/>
                  </a:lnTo>
                  <a:lnTo>
                    <a:pt x="14" y="12"/>
                  </a:lnTo>
                  <a:lnTo>
                    <a:pt x="12" y="12"/>
                  </a:lnTo>
                  <a:lnTo>
                    <a:pt x="11" y="14"/>
                  </a:lnTo>
                  <a:lnTo>
                    <a:pt x="9" y="14"/>
                  </a:lnTo>
                  <a:lnTo>
                    <a:pt x="9" y="16"/>
                  </a:lnTo>
                  <a:lnTo>
                    <a:pt x="7" y="16"/>
                  </a:lnTo>
                  <a:lnTo>
                    <a:pt x="5" y="16"/>
                  </a:lnTo>
                  <a:lnTo>
                    <a:pt x="4" y="17"/>
                  </a:lnTo>
                  <a:lnTo>
                    <a:pt x="2" y="17"/>
                  </a:lnTo>
                  <a:lnTo>
                    <a:pt x="0" y="17"/>
                  </a:lnTo>
                  <a:lnTo>
                    <a:pt x="0"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10" name="Google Shape;510;p10"/>
            <p:cNvSpPr/>
            <p:nvPr/>
          </p:nvSpPr>
          <p:spPr>
            <a:xfrm>
              <a:off x="4604" y="3834"/>
              <a:ext cx="159" cy="32"/>
            </a:xfrm>
            <a:custGeom>
              <a:rect b="b" l="l" r="r" t="t"/>
              <a:pathLst>
                <a:path extrusionOk="0" h="32" w="159">
                  <a:moveTo>
                    <a:pt x="12" y="25"/>
                  </a:moveTo>
                  <a:lnTo>
                    <a:pt x="13" y="32"/>
                  </a:lnTo>
                  <a:lnTo>
                    <a:pt x="19" y="32"/>
                  </a:lnTo>
                  <a:lnTo>
                    <a:pt x="22" y="32"/>
                  </a:lnTo>
                  <a:lnTo>
                    <a:pt x="27" y="32"/>
                  </a:lnTo>
                  <a:lnTo>
                    <a:pt x="33" y="32"/>
                  </a:lnTo>
                  <a:lnTo>
                    <a:pt x="36" y="30"/>
                  </a:lnTo>
                  <a:lnTo>
                    <a:pt x="41" y="30"/>
                  </a:lnTo>
                  <a:lnTo>
                    <a:pt x="46" y="30"/>
                  </a:lnTo>
                  <a:lnTo>
                    <a:pt x="50" y="28"/>
                  </a:lnTo>
                  <a:lnTo>
                    <a:pt x="55" y="28"/>
                  </a:lnTo>
                  <a:lnTo>
                    <a:pt x="60" y="28"/>
                  </a:lnTo>
                  <a:lnTo>
                    <a:pt x="64" y="26"/>
                  </a:lnTo>
                  <a:lnTo>
                    <a:pt x="69" y="26"/>
                  </a:lnTo>
                  <a:lnTo>
                    <a:pt x="74" y="25"/>
                  </a:lnTo>
                  <a:lnTo>
                    <a:pt x="78" y="23"/>
                  </a:lnTo>
                  <a:lnTo>
                    <a:pt x="83" y="23"/>
                  </a:lnTo>
                  <a:lnTo>
                    <a:pt x="88" y="21"/>
                  </a:lnTo>
                  <a:lnTo>
                    <a:pt x="92" y="21"/>
                  </a:lnTo>
                  <a:lnTo>
                    <a:pt x="97" y="19"/>
                  </a:lnTo>
                  <a:lnTo>
                    <a:pt x="100" y="19"/>
                  </a:lnTo>
                  <a:lnTo>
                    <a:pt x="105" y="18"/>
                  </a:lnTo>
                  <a:lnTo>
                    <a:pt x="111" y="16"/>
                  </a:lnTo>
                  <a:lnTo>
                    <a:pt x="114" y="16"/>
                  </a:lnTo>
                  <a:lnTo>
                    <a:pt x="119" y="14"/>
                  </a:lnTo>
                  <a:lnTo>
                    <a:pt x="123" y="14"/>
                  </a:lnTo>
                  <a:lnTo>
                    <a:pt x="128" y="13"/>
                  </a:lnTo>
                  <a:lnTo>
                    <a:pt x="133" y="13"/>
                  </a:lnTo>
                  <a:lnTo>
                    <a:pt x="137" y="11"/>
                  </a:lnTo>
                  <a:lnTo>
                    <a:pt x="142" y="11"/>
                  </a:lnTo>
                  <a:lnTo>
                    <a:pt x="145" y="9"/>
                  </a:lnTo>
                  <a:lnTo>
                    <a:pt x="150" y="9"/>
                  </a:lnTo>
                  <a:lnTo>
                    <a:pt x="156" y="7"/>
                  </a:lnTo>
                  <a:lnTo>
                    <a:pt x="159" y="7"/>
                  </a:lnTo>
                  <a:lnTo>
                    <a:pt x="159" y="0"/>
                  </a:lnTo>
                  <a:lnTo>
                    <a:pt x="154" y="0"/>
                  </a:lnTo>
                  <a:lnTo>
                    <a:pt x="150" y="2"/>
                  </a:lnTo>
                  <a:lnTo>
                    <a:pt x="145" y="2"/>
                  </a:lnTo>
                  <a:lnTo>
                    <a:pt x="140" y="4"/>
                  </a:lnTo>
                  <a:lnTo>
                    <a:pt x="135" y="4"/>
                  </a:lnTo>
                  <a:lnTo>
                    <a:pt x="131" y="6"/>
                  </a:lnTo>
                  <a:lnTo>
                    <a:pt x="126" y="6"/>
                  </a:lnTo>
                  <a:lnTo>
                    <a:pt x="123" y="7"/>
                  </a:lnTo>
                  <a:lnTo>
                    <a:pt x="118" y="7"/>
                  </a:lnTo>
                  <a:lnTo>
                    <a:pt x="112" y="9"/>
                  </a:lnTo>
                  <a:lnTo>
                    <a:pt x="109" y="9"/>
                  </a:lnTo>
                  <a:lnTo>
                    <a:pt x="104" y="11"/>
                  </a:lnTo>
                  <a:lnTo>
                    <a:pt x="98" y="11"/>
                  </a:lnTo>
                  <a:lnTo>
                    <a:pt x="95" y="13"/>
                  </a:lnTo>
                  <a:lnTo>
                    <a:pt x="90" y="14"/>
                  </a:lnTo>
                  <a:lnTo>
                    <a:pt x="86" y="14"/>
                  </a:lnTo>
                  <a:lnTo>
                    <a:pt x="81" y="16"/>
                  </a:lnTo>
                  <a:lnTo>
                    <a:pt x="76" y="16"/>
                  </a:lnTo>
                  <a:lnTo>
                    <a:pt x="72" y="18"/>
                  </a:lnTo>
                  <a:lnTo>
                    <a:pt x="67" y="18"/>
                  </a:lnTo>
                  <a:lnTo>
                    <a:pt x="64" y="19"/>
                  </a:lnTo>
                  <a:lnTo>
                    <a:pt x="59" y="19"/>
                  </a:lnTo>
                  <a:lnTo>
                    <a:pt x="53" y="21"/>
                  </a:lnTo>
                  <a:lnTo>
                    <a:pt x="50" y="21"/>
                  </a:lnTo>
                  <a:lnTo>
                    <a:pt x="45" y="23"/>
                  </a:lnTo>
                  <a:lnTo>
                    <a:pt x="41" y="23"/>
                  </a:lnTo>
                  <a:lnTo>
                    <a:pt x="36" y="23"/>
                  </a:lnTo>
                  <a:lnTo>
                    <a:pt x="31" y="25"/>
                  </a:lnTo>
                  <a:lnTo>
                    <a:pt x="27" y="25"/>
                  </a:lnTo>
                  <a:lnTo>
                    <a:pt x="22" y="25"/>
                  </a:lnTo>
                  <a:lnTo>
                    <a:pt x="19" y="25"/>
                  </a:lnTo>
                  <a:lnTo>
                    <a:pt x="13" y="25"/>
                  </a:lnTo>
                  <a:lnTo>
                    <a:pt x="15" y="32"/>
                  </a:lnTo>
                  <a:lnTo>
                    <a:pt x="12" y="25"/>
                  </a:lnTo>
                  <a:lnTo>
                    <a:pt x="0" y="32"/>
                  </a:lnTo>
                  <a:lnTo>
                    <a:pt x="13" y="32"/>
                  </a:lnTo>
                  <a:lnTo>
                    <a:pt x="12" y="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11" name="Google Shape;511;p10"/>
            <p:cNvSpPr/>
            <p:nvPr/>
          </p:nvSpPr>
          <p:spPr>
            <a:xfrm>
              <a:off x="4616" y="3765"/>
              <a:ext cx="147" cy="101"/>
            </a:xfrm>
            <a:custGeom>
              <a:rect b="b" l="l" r="r" t="t"/>
              <a:pathLst>
                <a:path extrusionOk="0" h="101" w="147">
                  <a:moveTo>
                    <a:pt x="147" y="2"/>
                  </a:moveTo>
                  <a:lnTo>
                    <a:pt x="144" y="2"/>
                  </a:lnTo>
                  <a:lnTo>
                    <a:pt x="138" y="4"/>
                  </a:lnTo>
                  <a:lnTo>
                    <a:pt x="133" y="7"/>
                  </a:lnTo>
                  <a:lnTo>
                    <a:pt x="130" y="11"/>
                  </a:lnTo>
                  <a:lnTo>
                    <a:pt x="125" y="12"/>
                  </a:lnTo>
                  <a:lnTo>
                    <a:pt x="119" y="16"/>
                  </a:lnTo>
                  <a:lnTo>
                    <a:pt x="116" y="17"/>
                  </a:lnTo>
                  <a:lnTo>
                    <a:pt x="111" y="21"/>
                  </a:lnTo>
                  <a:lnTo>
                    <a:pt x="106" y="24"/>
                  </a:lnTo>
                  <a:lnTo>
                    <a:pt x="102" y="26"/>
                  </a:lnTo>
                  <a:lnTo>
                    <a:pt x="97" y="30"/>
                  </a:lnTo>
                  <a:lnTo>
                    <a:pt x="93" y="33"/>
                  </a:lnTo>
                  <a:lnTo>
                    <a:pt x="88" y="37"/>
                  </a:lnTo>
                  <a:lnTo>
                    <a:pt x="85" y="38"/>
                  </a:lnTo>
                  <a:lnTo>
                    <a:pt x="80" y="42"/>
                  </a:lnTo>
                  <a:lnTo>
                    <a:pt x="74" y="45"/>
                  </a:lnTo>
                  <a:lnTo>
                    <a:pt x="71" y="49"/>
                  </a:lnTo>
                  <a:lnTo>
                    <a:pt x="66" y="50"/>
                  </a:lnTo>
                  <a:lnTo>
                    <a:pt x="62" y="54"/>
                  </a:lnTo>
                  <a:lnTo>
                    <a:pt x="57" y="57"/>
                  </a:lnTo>
                  <a:lnTo>
                    <a:pt x="54" y="61"/>
                  </a:lnTo>
                  <a:lnTo>
                    <a:pt x="48" y="62"/>
                  </a:lnTo>
                  <a:lnTo>
                    <a:pt x="43" y="66"/>
                  </a:lnTo>
                  <a:lnTo>
                    <a:pt x="40" y="69"/>
                  </a:lnTo>
                  <a:lnTo>
                    <a:pt x="34" y="73"/>
                  </a:lnTo>
                  <a:lnTo>
                    <a:pt x="31" y="75"/>
                  </a:lnTo>
                  <a:lnTo>
                    <a:pt x="26" y="78"/>
                  </a:lnTo>
                  <a:lnTo>
                    <a:pt x="22" y="82"/>
                  </a:lnTo>
                  <a:lnTo>
                    <a:pt x="17" y="83"/>
                  </a:lnTo>
                  <a:lnTo>
                    <a:pt x="14" y="87"/>
                  </a:lnTo>
                  <a:lnTo>
                    <a:pt x="8" y="88"/>
                  </a:lnTo>
                  <a:lnTo>
                    <a:pt x="3" y="92"/>
                  </a:lnTo>
                  <a:lnTo>
                    <a:pt x="0" y="94"/>
                  </a:lnTo>
                  <a:lnTo>
                    <a:pt x="3" y="101"/>
                  </a:lnTo>
                  <a:lnTo>
                    <a:pt x="8" y="97"/>
                  </a:lnTo>
                  <a:lnTo>
                    <a:pt x="12" y="95"/>
                  </a:lnTo>
                  <a:lnTo>
                    <a:pt x="17" y="92"/>
                  </a:lnTo>
                  <a:lnTo>
                    <a:pt x="21" y="90"/>
                  </a:lnTo>
                  <a:lnTo>
                    <a:pt x="26" y="87"/>
                  </a:lnTo>
                  <a:lnTo>
                    <a:pt x="29" y="83"/>
                  </a:lnTo>
                  <a:lnTo>
                    <a:pt x="34" y="82"/>
                  </a:lnTo>
                  <a:lnTo>
                    <a:pt x="40" y="78"/>
                  </a:lnTo>
                  <a:lnTo>
                    <a:pt x="43" y="75"/>
                  </a:lnTo>
                  <a:lnTo>
                    <a:pt x="48" y="73"/>
                  </a:lnTo>
                  <a:lnTo>
                    <a:pt x="52" y="69"/>
                  </a:lnTo>
                  <a:lnTo>
                    <a:pt x="57" y="66"/>
                  </a:lnTo>
                  <a:lnTo>
                    <a:pt x="60" y="62"/>
                  </a:lnTo>
                  <a:lnTo>
                    <a:pt x="66" y="61"/>
                  </a:lnTo>
                  <a:lnTo>
                    <a:pt x="71" y="57"/>
                  </a:lnTo>
                  <a:lnTo>
                    <a:pt x="74" y="54"/>
                  </a:lnTo>
                  <a:lnTo>
                    <a:pt x="80" y="50"/>
                  </a:lnTo>
                  <a:lnTo>
                    <a:pt x="83" y="49"/>
                  </a:lnTo>
                  <a:lnTo>
                    <a:pt x="88" y="45"/>
                  </a:lnTo>
                  <a:lnTo>
                    <a:pt x="92" y="42"/>
                  </a:lnTo>
                  <a:lnTo>
                    <a:pt x="97" y="38"/>
                  </a:lnTo>
                  <a:lnTo>
                    <a:pt x="102" y="37"/>
                  </a:lnTo>
                  <a:lnTo>
                    <a:pt x="106" y="33"/>
                  </a:lnTo>
                  <a:lnTo>
                    <a:pt x="111" y="30"/>
                  </a:lnTo>
                  <a:lnTo>
                    <a:pt x="114" y="28"/>
                  </a:lnTo>
                  <a:lnTo>
                    <a:pt x="119" y="24"/>
                  </a:lnTo>
                  <a:lnTo>
                    <a:pt x="125" y="21"/>
                  </a:lnTo>
                  <a:lnTo>
                    <a:pt x="128" y="19"/>
                  </a:lnTo>
                  <a:lnTo>
                    <a:pt x="133" y="16"/>
                  </a:lnTo>
                  <a:lnTo>
                    <a:pt x="137" y="14"/>
                  </a:lnTo>
                  <a:lnTo>
                    <a:pt x="142" y="11"/>
                  </a:lnTo>
                  <a:lnTo>
                    <a:pt x="147" y="9"/>
                  </a:lnTo>
                  <a:lnTo>
                    <a:pt x="144" y="9"/>
                  </a:lnTo>
                  <a:lnTo>
                    <a:pt x="147" y="2"/>
                  </a:lnTo>
                  <a:lnTo>
                    <a:pt x="145" y="0"/>
                  </a:lnTo>
                  <a:lnTo>
                    <a:pt x="144" y="2"/>
                  </a:lnTo>
                  <a:lnTo>
                    <a:pt x="147"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12" name="Google Shape;512;p10"/>
            <p:cNvSpPr/>
            <p:nvPr/>
          </p:nvSpPr>
          <p:spPr>
            <a:xfrm>
              <a:off x="4760" y="3767"/>
              <a:ext cx="126" cy="36"/>
            </a:xfrm>
            <a:custGeom>
              <a:rect b="b" l="l" r="r" t="t"/>
              <a:pathLst>
                <a:path extrusionOk="0" h="36" w="126">
                  <a:moveTo>
                    <a:pt x="121" y="36"/>
                  </a:moveTo>
                  <a:lnTo>
                    <a:pt x="121" y="29"/>
                  </a:lnTo>
                  <a:lnTo>
                    <a:pt x="118" y="28"/>
                  </a:lnTo>
                  <a:lnTo>
                    <a:pt x="114" y="26"/>
                  </a:lnTo>
                  <a:lnTo>
                    <a:pt x="111" y="26"/>
                  </a:lnTo>
                  <a:lnTo>
                    <a:pt x="105" y="24"/>
                  </a:lnTo>
                  <a:lnTo>
                    <a:pt x="102" y="22"/>
                  </a:lnTo>
                  <a:lnTo>
                    <a:pt x="98" y="22"/>
                  </a:lnTo>
                  <a:lnTo>
                    <a:pt x="95" y="21"/>
                  </a:lnTo>
                  <a:lnTo>
                    <a:pt x="92" y="21"/>
                  </a:lnTo>
                  <a:lnTo>
                    <a:pt x="86" y="21"/>
                  </a:lnTo>
                  <a:lnTo>
                    <a:pt x="83" y="19"/>
                  </a:lnTo>
                  <a:lnTo>
                    <a:pt x="79" y="19"/>
                  </a:lnTo>
                  <a:lnTo>
                    <a:pt x="76" y="17"/>
                  </a:lnTo>
                  <a:lnTo>
                    <a:pt x="72" y="17"/>
                  </a:lnTo>
                  <a:lnTo>
                    <a:pt x="67" y="17"/>
                  </a:lnTo>
                  <a:lnTo>
                    <a:pt x="64" y="15"/>
                  </a:lnTo>
                  <a:lnTo>
                    <a:pt x="60" y="15"/>
                  </a:lnTo>
                  <a:lnTo>
                    <a:pt x="57" y="15"/>
                  </a:lnTo>
                  <a:lnTo>
                    <a:pt x="53" y="14"/>
                  </a:lnTo>
                  <a:lnTo>
                    <a:pt x="48" y="14"/>
                  </a:lnTo>
                  <a:lnTo>
                    <a:pt x="45" y="12"/>
                  </a:lnTo>
                  <a:lnTo>
                    <a:pt x="41" y="12"/>
                  </a:lnTo>
                  <a:lnTo>
                    <a:pt x="38" y="12"/>
                  </a:lnTo>
                  <a:lnTo>
                    <a:pt x="34" y="10"/>
                  </a:lnTo>
                  <a:lnTo>
                    <a:pt x="31" y="10"/>
                  </a:lnTo>
                  <a:lnTo>
                    <a:pt x="27" y="9"/>
                  </a:lnTo>
                  <a:lnTo>
                    <a:pt x="24" y="7"/>
                  </a:lnTo>
                  <a:lnTo>
                    <a:pt x="20" y="7"/>
                  </a:lnTo>
                  <a:lnTo>
                    <a:pt x="15" y="5"/>
                  </a:lnTo>
                  <a:lnTo>
                    <a:pt x="12" y="3"/>
                  </a:lnTo>
                  <a:lnTo>
                    <a:pt x="10" y="3"/>
                  </a:lnTo>
                  <a:lnTo>
                    <a:pt x="7" y="2"/>
                  </a:lnTo>
                  <a:lnTo>
                    <a:pt x="3" y="0"/>
                  </a:lnTo>
                  <a:lnTo>
                    <a:pt x="0" y="7"/>
                  </a:lnTo>
                  <a:lnTo>
                    <a:pt x="3" y="9"/>
                  </a:lnTo>
                  <a:lnTo>
                    <a:pt x="7" y="10"/>
                  </a:lnTo>
                  <a:lnTo>
                    <a:pt x="10" y="10"/>
                  </a:lnTo>
                  <a:lnTo>
                    <a:pt x="14" y="12"/>
                  </a:lnTo>
                  <a:lnTo>
                    <a:pt x="17" y="14"/>
                  </a:lnTo>
                  <a:lnTo>
                    <a:pt x="20" y="15"/>
                  </a:lnTo>
                  <a:lnTo>
                    <a:pt x="26" y="15"/>
                  </a:lnTo>
                  <a:lnTo>
                    <a:pt x="29" y="17"/>
                  </a:lnTo>
                  <a:lnTo>
                    <a:pt x="33" y="17"/>
                  </a:lnTo>
                  <a:lnTo>
                    <a:pt x="36" y="19"/>
                  </a:lnTo>
                  <a:lnTo>
                    <a:pt x="40" y="19"/>
                  </a:lnTo>
                  <a:lnTo>
                    <a:pt x="45" y="21"/>
                  </a:lnTo>
                  <a:lnTo>
                    <a:pt x="48" y="21"/>
                  </a:lnTo>
                  <a:lnTo>
                    <a:pt x="52" y="21"/>
                  </a:lnTo>
                  <a:lnTo>
                    <a:pt x="55" y="22"/>
                  </a:lnTo>
                  <a:lnTo>
                    <a:pt x="59" y="22"/>
                  </a:lnTo>
                  <a:lnTo>
                    <a:pt x="64" y="22"/>
                  </a:lnTo>
                  <a:lnTo>
                    <a:pt x="67" y="24"/>
                  </a:lnTo>
                  <a:lnTo>
                    <a:pt x="71" y="24"/>
                  </a:lnTo>
                  <a:lnTo>
                    <a:pt x="74" y="24"/>
                  </a:lnTo>
                  <a:lnTo>
                    <a:pt x="78" y="26"/>
                  </a:lnTo>
                  <a:lnTo>
                    <a:pt x="83" y="26"/>
                  </a:lnTo>
                  <a:lnTo>
                    <a:pt x="86" y="28"/>
                  </a:lnTo>
                  <a:lnTo>
                    <a:pt x="90" y="28"/>
                  </a:lnTo>
                  <a:lnTo>
                    <a:pt x="93" y="29"/>
                  </a:lnTo>
                  <a:lnTo>
                    <a:pt x="97" y="29"/>
                  </a:lnTo>
                  <a:lnTo>
                    <a:pt x="100" y="31"/>
                  </a:lnTo>
                  <a:lnTo>
                    <a:pt x="104" y="31"/>
                  </a:lnTo>
                  <a:lnTo>
                    <a:pt x="107" y="33"/>
                  </a:lnTo>
                  <a:lnTo>
                    <a:pt x="111" y="33"/>
                  </a:lnTo>
                  <a:lnTo>
                    <a:pt x="114" y="35"/>
                  </a:lnTo>
                  <a:lnTo>
                    <a:pt x="118" y="36"/>
                  </a:lnTo>
                  <a:lnTo>
                    <a:pt x="118" y="29"/>
                  </a:lnTo>
                  <a:lnTo>
                    <a:pt x="121" y="36"/>
                  </a:lnTo>
                  <a:lnTo>
                    <a:pt x="126" y="31"/>
                  </a:lnTo>
                  <a:lnTo>
                    <a:pt x="121" y="29"/>
                  </a:lnTo>
                  <a:lnTo>
                    <a:pt x="121"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13" name="Google Shape;513;p10"/>
            <p:cNvSpPr/>
            <p:nvPr/>
          </p:nvSpPr>
          <p:spPr>
            <a:xfrm>
              <a:off x="4942" y="3789"/>
              <a:ext cx="260" cy="63"/>
            </a:xfrm>
            <a:custGeom>
              <a:rect b="b" l="l" r="r" t="t"/>
              <a:pathLst>
                <a:path extrusionOk="0" h="63" w="260">
                  <a:moveTo>
                    <a:pt x="256" y="54"/>
                  </a:moveTo>
                  <a:lnTo>
                    <a:pt x="260" y="58"/>
                  </a:lnTo>
                  <a:lnTo>
                    <a:pt x="255" y="63"/>
                  </a:lnTo>
                  <a:lnTo>
                    <a:pt x="248" y="58"/>
                  </a:lnTo>
                  <a:lnTo>
                    <a:pt x="242" y="58"/>
                  </a:lnTo>
                  <a:lnTo>
                    <a:pt x="237" y="59"/>
                  </a:lnTo>
                  <a:lnTo>
                    <a:pt x="232" y="59"/>
                  </a:lnTo>
                  <a:lnTo>
                    <a:pt x="227" y="59"/>
                  </a:lnTo>
                  <a:lnTo>
                    <a:pt x="222" y="59"/>
                  </a:lnTo>
                  <a:lnTo>
                    <a:pt x="216" y="59"/>
                  </a:lnTo>
                  <a:lnTo>
                    <a:pt x="213" y="59"/>
                  </a:lnTo>
                  <a:lnTo>
                    <a:pt x="208" y="59"/>
                  </a:lnTo>
                  <a:lnTo>
                    <a:pt x="203" y="59"/>
                  </a:lnTo>
                  <a:lnTo>
                    <a:pt x="197" y="59"/>
                  </a:lnTo>
                  <a:lnTo>
                    <a:pt x="192" y="59"/>
                  </a:lnTo>
                  <a:lnTo>
                    <a:pt x="187" y="59"/>
                  </a:lnTo>
                  <a:lnTo>
                    <a:pt x="182" y="59"/>
                  </a:lnTo>
                  <a:lnTo>
                    <a:pt x="177" y="58"/>
                  </a:lnTo>
                  <a:lnTo>
                    <a:pt x="171" y="58"/>
                  </a:lnTo>
                  <a:lnTo>
                    <a:pt x="166" y="58"/>
                  </a:lnTo>
                  <a:lnTo>
                    <a:pt x="161" y="58"/>
                  </a:lnTo>
                  <a:lnTo>
                    <a:pt x="156" y="56"/>
                  </a:lnTo>
                  <a:lnTo>
                    <a:pt x="152" y="56"/>
                  </a:lnTo>
                  <a:lnTo>
                    <a:pt x="147" y="56"/>
                  </a:lnTo>
                  <a:lnTo>
                    <a:pt x="142" y="54"/>
                  </a:lnTo>
                  <a:lnTo>
                    <a:pt x="137" y="54"/>
                  </a:lnTo>
                  <a:lnTo>
                    <a:pt x="131" y="52"/>
                  </a:lnTo>
                  <a:lnTo>
                    <a:pt x="126" y="52"/>
                  </a:lnTo>
                  <a:lnTo>
                    <a:pt x="121" y="52"/>
                  </a:lnTo>
                  <a:lnTo>
                    <a:pt x="116" y="51"/>
                  </a:lnTo>
                  <a:lnTo>
                    <a:pt x="111" y="51"/>
                  </a:lnTo>
                  <a:lnTo>
                    <a:pt x="105" y="51"/>
                  </a:lnTo>
                  <a:lnTo>
                    <a:pt x="102" y="49"/>
                  </a:lnTo>
                  <a:lnTo>
                    <a:pt x="97" y="49"/>
                  </a:lnTo>
                  <a:lnTo>
                    <a:pt x="92" y="49"/>
                  </a:lnTo>
                  <a:lnTo>
                    <a:pt x="86" y="47"/>
                  </a:lnTo>
                  <a:lnTo>
                    <a:pt x="85" y="47"/>
                  </a:lnTo>
                  <a:lnTo>
                    <a:pt x="85" y="45"/>
                  </a:lnTo>
                  <a:lnTo>
                    <a:pt x="83" y="45"/>
                  </a:lnTo>
                  <a:lnTo>
                    <a:pt x="81" y="44"/>
                  </a:lnTo>
                  <a:lnTo>
                    <a:pt x="79" y="44"/>
                  </a:lnTo>
                  <a:lnTo>
                    <a:pt x="79" y="42"/>
                  </a:lnTo>
                  <a:lnTo>
                    <a:pt x="78" y="42"/>
                  </a:lnTo>
                  <a:lnTo>
                    <a:pt x="76" y="40"/>
                  </a:lnTo>
                  <a:lnTo>
                    <a:pt x="74" y="40"/>
                  </a:lnTo>
                  <a:lnTo>
                    <a:pt x="73" y="40"/>
                  </a:lnTo>
                  <a:lnTo>
                    <a:pt x="71" y="40"/>
                  </a:lnTo>
                  <a:lnTo>
                    <a:pt x="71" y="38"/>
                  </a:lnTo>
                  <a:lnTo>
                    <a:pt x="69" y="38"/>
                  </a:lnTo>
                  <a:lnTo>
                    <a:pt x="67" y="38"/>
                  </a:lnTo>
                  <a:lnTo>
                    <a:pt x="66" y="38"/>
                  </a:lnTo>
                  <a:lnTo>
                    <a:pt x="64" y="38"/>
                  </a:lnTo>
                  <a:lnTo>
                    <a:pt x="62" y="38"/>
                  </a:lnTo>
                  <a:lnTo>
                    <a:pt x="62" y="40"/>
                  </a:lnTo>
                  <a:lnTo>
                    <a:pt x="60" y="40"/>
                  </a:lnTo>
                  <a:lnTo>
                    <a:pt x="59" y="42"/>
                  </a:lnTo>
                  <a:lnTo>
                    <a:pt x="57" y="42"/>
                  </a:lnTo>
                  <a:lnTo>
                    <a:pt x="55" y="44"/>
                  </a:lnTo>
                  <a:lnTo>
                    <a:pt x="55" y="45"/>
                  </a:lnTo>
                  <a:lnTo>
                    <a:pt x="53" y="45"/>
                  </a:lnTo>
                  <a:lnTo>
                    <a:pt x="53" y="47"/>
                  </a:lnTo>
                  <a:lnTo>
                    <a:pt x="52" y="47"/>
                  </a:lnTo>
                  <a:lnTo>
                    <a:pt x="50" y="45"/>
                  </a:lnTo>
                  <a:lnTo>
                    <a:pt x="48" y="45"/>
                  </a:lnTo>
                  <a:lnTo>
                    <a:pt x="45" y="45"/>
                  </a:lnTo>
                  <a:lnTo>
                    <a:pt x="43" y="44"/>
                  </a:lnTo>
                  <a:lnTo>
                    <a:pt x="41" y="44"/>
                  </a:lnTo>
                  <a:lnTo>
                    <a:pt x="40" y="42"/>
                  </a:lnTo>
                  <a:lnTo>
                    <a:pt x="38" y="42"/>
                  </a:lnTo>
                  <a:lnTo>
                    <a:pt x="36" y="42"/>
                  </a:lnTo>
                  <a:lnTo>
                    <a:pt x="34" y="40"/>
                  </a:lnTo>
                  <a:lnTo>
                    <a:pt x="33" y="40"/>
                  </a:lnTo>
                  <a:lnTo>
                    <a:pt x="31" y="40"/>
                  </a:lnTo>
                  <a:lnTo>
                    <a:pt x="27" y="38"/>
                  </a:lnTo>
                  <a:lnTo>
                    <a:pt x="26" y="38"/>
                  </a:lnTo>
                  <a:lnTo>
                    <a:pt x="24" y="37"/>
                  </a:lnTo>
                  <a:lnTo>
                    <a:pt x="22" y="37"/>
                  </a:lnTo>
                  <a:lnTo>
                    <a:pt x="21" y="35"/>
                  </a:lnTo>
                  <a:lnTo>
                    <a:pt x="19" y="35"/>
                  </a:lnTo>
                  <a:lnTo>
                    <a:pt x="17" y="33"/>
                  </a:lnTo>
                  <a:lnTo>
                    <a:pt x="15" y="33"/>
                  </a:lnTo>
                  <a:lnTo>
                    <a:pt x="14" y="32"/>
                  </a:lnTo>
                  <a:lnTo>
                    <a:pt x="12" y="30"/>
                  </a:lnTo>
                  <a:lnTo>
                    <a:pt x="10" y="30"/>
                  </a:lnTo>
                  <a:lnTo>
                    <a:pt x="8" y="28"/>
                  </a:lnTo>
                  <a:lnTo>
                    <a:pt x="8" y="26"/>
                  </a:lnTo>
                  <a:lnTo>
                    <a:pt x="7" y="25"/>
                  </a:lnTo>
                  <a:lnTo>
                    <a:pt x="5" y="23"/>
                  </a:lnTo>
                  <a:lnTo>
                    <a:pt x="3" y="21"/>
                  </a:lnTo>
                  <a:lnTo>
                    <a:pt x="3" y="19"/>
                  </a:lnTo>
                  <a:lnTo>
                    <a:pt x="1" y="18"/>
                  </a:lnTo>
                  <a:lnTo>
                    <a:pt x="1" y="16"/>
                  </a:lnTo>
                  <a:lnTo>
                    <a:pt x="0" y="14"/>
                  </a:lnTo>
                  <a:lnTo>
                    <a:pt x="5" y="14"/>
                  </a:lnTo>
                  <a:lnTo>
                    <a:pt x="8" y="13"/>
                  </a:lnTo>
                  <a:lnTo>
                    <a:pt x="14" y="13"/>
                  </a:lnTo>
                  <a:lnTo>
                    <a:pt x="17" y="13"/>
                  </a:lnTo>
                  <a:lnTo>
                    <a:pt x="22" y="13"/>
                  </a:lnTo>
                  <a:lnTo>
                    <a:pt x="26" y="11"/>
                  </a:lnTo>
                  <a:lnTo>
                    <a:pt x="31" y="11"/>
                  </a:lnTo>
                  <a:lnTo>
                    <a:pt x="36" y="9"/>
                  </a:lnTo>
                  <a:lnTo>
                    <a:pt x="40" y="9"/>
                  </a:lnTo>
                  <a:lnTo>
                    <a:pt x="45" y="7"/>
                  </a:lnTo>
                  <a:lnTo>
                    <a:pt x="48" y="7"/>
                  </a:lnTo>
                  <a:lnTo>
                    <a:pt x="53" y="7"/>
                  </a:lnTo>
                  <a:lnTo>
                    <a:pt x="57" y="6"/>
                  </a:lnTo>
                  <a:lnTo>
                    <a:pt x="62" y="6"/>
                  </a:lnTo>
                  <a:lnTo>
                    <a:pt x="67" y="4"/>
                  </a:lnTo>
                  <a:lnTo>
                    <a:pt x="71" y="4"/>
                  </a:lnTo>
                  <a:lnTo>
                    <a:pt x="76" y="2"/>
                  </a:lnTo>
                  <a:lnTo>
                    <a:pt x="79" y="2"/>
                  </a:lnTo>
                  <a:lnTo>
                    <a:pt x="85" y="2"/>
                  </a:lnTo>
                  <a:lnTo>
                    <a:pt x="88" y="0"/>
                  </a:lnTo>
                  <a:lnTo>
                    <a:pt x="93" y="0"/>
                  </a:lnTo>
                  <a:lnTo>
                    <a:pt x="99" y="0"/>
                  </a:lnTo>
                  <a:lnTo>
                    <a:pt x="102" y="0"/>
                  </a:lnTo>
                  <a:lnTo>
                    <a:pt x="107" y="0"/>
                  </a:lnTo>
                  <a:lnTo>
                    <a:pt x="111" y="0"/>
                  </a:lnTo>
                  <a:lnTo>
                    <a:pt x="116" y="0"/>
                  </a:lnTo>
                  <a:lnTo>
                    <a:pt x="119" y="0"/>
                  </a:lnTo>
                  <a:lnTo>
                    <a:pt x="125" y="0"/>
                  </a:lnTo>
                  <a:lnTo>
                    <a:pt x="128" y="0"/>
                  </a:lnTo>
                  <a:lnTo>
                    <a:pt x="133" y="0"/>
                  </a:lnTo>
                  <a:lnTo>
                    <a:pt x="137" y="2"/>
                  </a:lnTo>
                  <a:lnTo>
                    <a:pt x="142" y="2"/>
                  </a:lnTo>
                  <a:lnTo>
                    <a:pt x="145" y="4"/>
                  </a:lnTo>
                  <a:lnTo>
                    <a:pt x="149" y="6"/>
                  </a:lnTo>
                  <a:lnTo>
                    <a:pt x="152" y="9"/>
                  </a:lnTo>
                  <a:lnTo>
                    <a:pt x="156" y="11"/>
                  </a:lnTo>
                  <a:lnTo>
                    <a:pt x="159" y="13"/>
                  </a:lnTo>
                  <a:lnTo>
                    <a:pt x="163" y="14"/>
                  </a:lnTo>
                  <a:lnTo>
                    <a:pt x="166" y="16"/>
                  </a:lnTo>
                  <a:lnTo>
                    <a:pt x="170" y="18"/>
                  </a:lnTo>
                  <a:lnTo>
                    <a:pt x="173" y="19"/>
                  </a:lnTo>
                  <a:lnTo>
                    <a:pt x="177" y="19"/>
                  </a:lnTo>
                  <a:lnTo>
                    <a:pt x="180" y="21"/>
                  </a:lnTo>
                  <a:lnTo>
                    <a:pt x="184" y="23"/>
                  </a:lnTo>
                  <a:lnTo>
                    <a:pt x="189" y="25"/>
                  </a:lnTo>
                  <a:lnTo>
                    <a:pt x="192" y="26"/>
                  </a:lnTo>
                  <a:lnTo>
                    <a:pt x="196" y="28"/>
                  </a:lnTo>
                  <a:lnTo>
                    <a:pt x="199" y="30"/>
                  </a:lnTo>
                  <a:lnTo>
                    <a:pt x="203" y="30"/>
                  </a:lnTo>
                  <a:lnTo>
                    <a:pt x="206" y="32"/>
                  </a:lnTo>
                  <a:lnTo>
                    <a:pt x="210" y="33"/>
                  </a:lnTo>
                  <a:lnTo>
                    <a:pt x="213" y="35"/>
                  </a:lnTo>
                  <a:lnTo>
                    <a:pt x="216" y="37"/>
                  </a:lnTo>
                  <a:lnTo>
                    <a:pt x="220" y="38"/>
                  </a:lnTo>
                  <a:lnTo>
                    <a:pt x="225" y="40"/>
                  </a:lnTo>
                  <a:lnTo>
                    <a:pt x="229" y="40"/>
                  </a:lnTo>
                  <a:lnTo>
                    <a:pt x="232" y="42"/>
                  </a:lnTo>
                  <a:lnTo>
                    <a:pt x="236" y="44"/>
                  </a:lnTo>
                  <a:lnTo>
                    <a:pt x="239" y="45"/>
                  </a:lnTo>
                  <a:lnTo>
                    <a:pt x="242" y="47"/>
                  </a:lnTo>
                  <a:lnTo>
                    <a:pt x="246" y="49"/>
                  </a:lnTo>
                  <a:lnTo>
                    <a:pt x="249" y="51"/>
                  </a:lnTo>
                  <a:lnTo>
                    <a:pt x="253" y="52"/>
                  </a:lnTo>
                  <a:lnTo>
                    <a:pt x="256" y="54"/>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14" name="Google Shape;514;p10"/>
            <p:cNvSpPr/>
            <p:nvPr/>
          </p:nvSpPr>
          <p:spPr>
            <a:xfrm>
              <a:off x="5197" y="3840"/>
              <a:ext cx="10" cy="8"/>
            </a:xfrm>
            <a:custGeom>
              <a:rect b="b" l="l" r="r" t="t"/>
              <a:pathLst>
                <a:path extrusionOk="0" h="8" w="10">
                  <a:moveTo>
                    <a:pt x="8" y="8"/>
                  </a:moveTo>
                  <a:lnTo>
                    <a:pt x="7" y="3"/>
                  </a:lnTo>
                  <a:lnTo>
                    <a:pt x="3" y="0"/>
                  </a:lnTo>
                  <a:lnTo>
                    <a:pt x="0" y="7"/>
                  </a:lnTo>
                  <a:lnTo>
                    <a:pt x="3" y="8"/>
                  </a:lnTo>
                  <a:lnTo>
                    <a:pt x="3" y="3"/>
                  </a:lnTo>
                  <a:lnTo>
                    <a:pt x="8" y="8"/>
                  </a:lnTo>
                  <a:lnTo>
                    <a:pt x="10" y="7"/>
                  </a:lnTo>
                  <a:lnTo>
                    <a:pt x="7" y="3"/>
                  </a:lnTo>
                  <a:lnTo>
                    <a:pt x="8"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15" name="Google Shape;515;p10"/>
            <p:cNvSpPr/>
            <p:nvPr/>
          </p:nvSpPr>
          <p:spPr>
            <a:xfrm>
              <a:off x="5195" y="3843"/>
              <a:ext cx="10" cy="14"/>
            </a:xfrm>
            <a:custGeom>
              <a:rect b="b" l="l" r="r" t="t"/>
              <a:pathLst>
                <a:path extrusionOk="0" h="14" w="10">
                  <a:moveTo>
                    <a:pt x="0" y="12"/>
                  </a:moveTo>
                  <a:lnTo>
                    <a:pt x="5" y="10"/>
                  </a:lnTo>
                  <a:lnTo>
                    <a:pt x="10" y="5"/>
                  </a:lnTo>
                  <a:lnTo>
                    <a:pt x="5" y="0"/>
                  </a:lnTo>
                  <a:lnTo>
                    <a:pt x="0" y="5"/>
                  </a:lnTo>
                  <a:lnTo>
                    <a:pt x="3" y="5"/>
                  </a:lnTo>
                  <a:lnTo>
                    <a:pt x="0" y="12"/>
                  </a:lnTo>
                  <a:lnTo>
                    <a:pt x="2" y="14"/>
                  </a:lnTo>
                  <a:lnTo>
                    <a:pt x="5" y="10"/>
                  </a:lnTo>
                  <a:lnTo>
                    <a:pt x="0"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16" name="Google Shape;516;p10"/>
            <p:cNvSpPr/>
            <p:nvPr/>
          </p:nvSpPr>
          <p:spPr>
            <a:xfrm>
              <a:off x="5188" y="3843"/>
              <a:ext cx="10" cy="12"/>
            </a:xfrm>
            <a:custGeom>
              <a:rect b="b" l="l" r="r" t="t"/>
              <a:pathLst>
                <a:path extrusionOk="0" h="12" w="10">
                  <a:moveTo>
                    <a:pt x="2" y="7"/>
                  </a:moveTo>
                  <a:lnTo>
                    <a:pt x="0" y="7"/>
                  </a:lnTo>
                  <a:lnTo>
                    <a:pt x="7" y="12"/>
                  </a:lnTo>
                  <a:lnTo>
                    <a:pt x="10" y="5"/>
                  </a:lnTo>
                  <a:lnTo>
                    <a:pt x="3" y="0"/>
                  </a:lnTo>
                  <a:lnTo>
                    <a:pt x="2" y="0"/>
                  </a:lnTo>
                  <a:lnTo>
                    <a:pt x="3" y="0"/>
                  </a:lnTo>
                  <a:lnTo>
                    <a:pt x="2" y="0"/>
                  </a:lnTo>
                  <a:lnTo>
                    <a:pt x="2"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17" name="Google Shape;517;p10"/>
            <p:cNvSpPr/>
            <p:nvPr/>
          </p:nvSpPr>
          <p:spPr>
            <a:xfrm>
              <a:off x="5027" y="3833"/>
              <a:ext cx="163" cy="19"/>
            </a:xfrm>
            <a:custGeom>
              <a:rect b="b" l="l" r="r" t="t"/>
              <a:pathLst>
                <a:path extrusionOk="0" h="19" w="163">
                  <a:moveTo>
                    <a:pt x="0" y="7"/>
                  </a:moveTo>
                  <a:lnTo>
                    <a:pt x="1" y="7"/>
                  </a:lnTo>
                  <a:lnTo>
                    <a:pt x="7" y="8"/>
                  </a:lnTo>
                  <a:lnTo>
                    <a:pt x="10" y="8"/>
                  </a:lnTo>
                  <a:lnTo>
                    <a:pt x="15" y="8"/>
                  </a:lnTo>
                  <a:lnTo>
                    <a:pt x="20" y="10"/>
                  </a:lnTo>
                  <a:lnTo>
                    <a:pt x="26" y="10"/>
                  </a:lnTo>
                  <a:lnTo>
                    <a:pt x="31" y="10"/>
                  </a:lnTo>
                  <a:lnTo>
                    <a:pt x="36" y="12"/>
                  </a:lnTo>
                  <a:lnTo>
                    <a:pt x="41" y="12"/>
                  </a:lnTo>
                  <a:lnTo>
                    <a:pt x="46" y="14"/>
                  </a:lnTo>
                  <a:lnTo>
                    <a:pt x="52" y="14"/>
                  </a:lnTo>
                  <a:lnTo>
                    <a:pt x="55" y="14"/>
                  </a:lnTo>
                  <a:lnTo>
                    <a:pt x="60" y="15"/>
                  </a:lnTo>
                  <a:lnTo>
                    <a:pt x="66" y="15"/>
                  </a:lnTo>
                  <a:lnTo>
                    <a:pt x="71" y="15"/>
                  </a:lnTo>
                  <a:lnTo>
                    <a:pt x="76" y="17"/>
                  </a:lnTo>
                  <a:lnTo>
                    <a:pt x="81" y="17"/>
                  </a:lnTo>
                  <a:lnTo>
                    <a:pt x="86" y="17"/>
                  </a:lnTo>
                  <a:lnTo>
                    <a:pt x="92" y="17"/>
                  </a:lnTo>
                  <a:lnTo>
                    <a:pt x="97" y="19"/>
                  </a:lnTo>
                  <a:lnTo>
                    <a:pt x="102" y="19"/>
                  </a:lnTo>
                  <a:lnTo>
                    <a:pt x="107" y="19"/>
                  </a:lnTo>
                  <a:lnTo>
                    <a:pt x="112" y="19"/>
                  </a:lnTo>
                  <a:lnTo>
                    <a:pt x="118" y="19"/>
                  </a:lnTo>
                  <a:lnTo>
                    <a:pt x="123" y="19"/>
                  </a:lnTo>
                  <a:lnTo>
                    <a:pt x="128" y="19"/>
                  </a:lnTo>
                  <a:lnTo>
                    <a:pt x="133" y="19"/>
                  </a:lnTo>
                  <a:lnTo>
                    <a:pt x="137" y="19"/>
                  </a:lnTo>
                  <a:lnTo>
                    <a:pt x="142" y="19"/>
                  </a:lnTo>
                  <a:lnTo>
                    <a:pt x="147" y="19"/>
                  </a:lnTo>
                  <a:lnTo>
                    <a:pt x="152" y="19"/>
                  </a:lnTo>
                  <a:lnTo>
                    <a:pt x="157" y="17"/>
                  </a:lnTo>
                  <a:lnTo>
                    <a:pt x="163" y="17"/>
                  </a:lnTo>
                  <a:lnTo>
                    <a:pt x="163" y="10"/>
                  </a:lnTo>
                  <a:lnTo>
                    <a:pt x="157" y="10"/>
                  </a:lnTo>
                  <a:lnTo>
                    <a:pt x="152" y="10"/>
                  </a:lnTo>
                  <a:lnTo>
                    <a:pt x="147" y="12"/>
                  </a:lnTo>
                  <a:lnTo>
                    <a:pt x="142" y="12"/>
                  </a:lnTo>
                  <a:lnTo>
                    <a:pt x="137" y="12"/>
                  </a:lnTo>
                  <a:lnTo>
                    <a:pt x="131" y="12"/>
                  </a:lnTo>
                  <a:lnTo>
                    <a:pt x="128" y="12"/>
                  </a:lnTo>
                  <a:lnTo>
                    <a:pt x="123" y="12"/>
                  </a:lnTo>
                  <a:lnTo>
                    <a:pt x="118" y="12"/>
                  </a:lnTo>
                  <a:lnTo>
                    <a:pt x="112" y="12"/>
                  </a:lnTo>
                  <a:lnTo>
                    <a:pt x="107" y="12"/>
                  </a:lnTo>
                  <a:lnTo>
                    <a:pt x="102" y="12"/>
                  </a:lnTo>
                  <a:lnTo>
                    <a:pt x="97" y="12"/>
                  </a:lnTo>
                  <a:lnTo>
                    <a:pt x="92" y="10"/>
                  </a:lnTo>
                  <a:lnTo>
                    <a:pt x="86" y="10"/>
                  </a:lnTo>
                  <a:lnTo>
                    <a:pt x="81" y="10"/>
                  </a:lnTo>
                  <a:lnTo>
                    <a:pt x="78" y="8"/>
                  </a:lnTo>
                  <a:lnTo>
                    <a:pt x="73" y="8"/>
                  </a:lnTo>
                  <a:lnTo>
                    <a:pt x="67" y="8"/>
                  </a:lnTo>
                  <a:lnTo>
                    <a:pt x="62" y="7"/>
                  </a:lnTo>
                  <a:lnTo>
                    <a:pt x="57" y="7"/>
                  </a:lnTo>
                  <a:lnTo>
                    <a:pt x="52" y="7"/>
                  </a:lnTo>
                  <a:lnTo>
                    <a:pt x="46" y="5"/>
                  </a:lnTo>
                  <a:lnTo>
                    <a:pt x="41" y="5"/>
                  </a:lnTo>
                  <a:lnTo>
                    <a:pt x="36" y="5"/>
                  </a:lnTo>
                  <a:lnTo>
                    <a:pt x="31" y="3"/>
                  </a:lnTo>
                  <a:lnTo>
                    <a:pt x="27" y="3"/>
                  </a:lnTo>
                  <a:lnTo>
                    <a:pt x="22" y="1"/>
                  </a:lnTo>
                  <a:lnTo>
                    <a:pt x="17" y="1"/>
                  </a:lnTo>
                  <a:lnTo>
                    <a:pt x="12" y="1"/>
                  </a:lnTo>
                  <a:lnTo>
                    <a:pt x="7" y="0"/>
                  </a:lnTo>
                  <a:lnTo>
                    <a:pt x="1" y="0"/>
                  </a:lnTo>
                  <a:lnTo>
                    <a:pt x="3" y="1"/>
                  </a:lnTo>
                  <a:lnTo>
                    <a:pt x="0" y="7"/>
                  </a:lnTo>
                  <a:lnTo>
                    <a:pt x="1" y="7"/>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18" name="Google Shape;518;p10"/>
            <p:cNvSpPr/>
            <p:nvPr/>
          </p:nvSpPr>
          <p:spPr>
            <a:xfrm>
              <a:off x="4992" y="3824"/>
              <a:ext cx="38" cy="17"/>
            </a:xfrm>
            <a:custGeom>
              <a:rect b="b" l="l" r="r" t="t"/>
              <a:pathLst>
                <a:path extrusionOk="0" h="17" w="38">
                  <a:moveTo>
                    <a:pt x="2" y="16"/>
                  </a:moveTo>
                  <a:lnTo>
                    <a:pt x="5" y="14"/>
                  </a:lnTo>
                  <a:lnTo>
                    <a:pt x="7" y="14"/>
                  </a:lnTo>
                  <a:lnTo>
                    <a:pt x="7" y="12"/>
                  </a:lnTo>
                  <a:lnTo>
                    <a:pt x="9" y="10"/>
                  </a:lnTo>
                  <a:lnTo>
                    <a:pt x="10" y="10"/>
                  </a:lnTo>
                  <a:lnTo>
                    <a:pt x="10" y="9"/>
                  </a:lnTo>
                  <a:lnTo>
                    <a:pt x="12" y="9"/>
                  </a:lnTo>
                  <a:lnTo>
                    <a:pt x="14" y="9"/>
                  </a:lnTo>
                  <a:lnTo>
                    <a:pt x="14" y="7"/>
                  </a:lnTo>
                  <a:lnTo>
                    <a:pt x="16" y="7"/>
                  </a:lnTo>
                  <a:lnTo>
                    <a:pt x="17" y="7"/>
                  </a:lnTo>
                  <a:lnTo>
                    <a:pt x="19" y="7"/>
                  </a:lnTo>
                  <a:lnTo>
                    <a:pt x="21" y="9"/>
                  </a:lnTo>
                  <a:lnTo>
                    <a:pt x="23" y="9"/>
                  </a:lnTo>
                  <a:lnTo>
                    <a:pt x="24" y="9"/>
                  </a:lnTo>
                  <a:lnTo>
                    <a:pt x="26" y="10"/>
                  </a:lnTo>
                  <a:lnTo>
                    <a:pt x="28" y="10"/>
                  </a:lnTo>
                  <a:lnTo>
                    <a:pt x="28" y="12"/>
                  </a:lnTo>
                  <a:lnTo>
                    <a:pt x="29" y="12"/>
                  </a:lnTo>
                  <a:lnTo>
                    <a:pt x="31" y="14"/>
                  </a:lnTo>
                  <a:lnTo>
                    <a:pt x="33" y="14"/>
                  </a:lnTo>
                  <a:lnTo>
                    <a:pt x="35" y="16"/>
                  </a:lnTo>
                  <a:lnTo>
                    <a:pt x="38" y="10"/>
                  </a:lnTo>
                  <a:lnTo>
                    <a:pt x="38" y="9"/>
                  </a:lnTo>
                  <a:lnTo>
                    <a:pt x="36" y="9"/>
                  </a:lnTo>
                  <a:lnTo>
                    <a:pt x="35" y="7"/>
                  </a:lnTo>
                  <a:lnTo>
                    <a:pt x="33" y="5"/>
                  </a:lnTo>
                  <a:lnTo>
                    <a:pt x="31" y="5"/>
                  </a:lnTo>
                  <a:lnTo>
                    <a:pt x="29" y="3"/>
                  </a:lnTo>
                  <a:lnTo>
                    <a:pt x="28" y="3"/>
                  </a:lnTo>
                  <a:lnTo>
                    <a:pt x="26" y="2"/>
                  </a:lnTo>
                  <a:lnTo>
                    <a:pt x="24" y="2"/>
                  </a:lnTo>
                  <a:lnTo>
                    <a:pt x="23" y="0"/>
                  </a:lnTo>
                  <a:lnTo>
                    <a:pt x="21" y="0"/>
                  </a:lnTo>
                  <a:lnTo>
                    <a:pt x="19" y="0"/>
                  </a:lnTo>
                  <a:lnTo>
                    <a:pt x="17" y="0"/>
                  </a:lnTo>
                  <a:lnTo>
                    <a:pt x="16" y="0"/>
                  </a:lnTo>
                  <a:lnTo>
                    <a:pt x="14" y="0"/>
                  </a:lnTo>
                  <a:lnTo>
                    <a:pt x="12" y="0"/>
                  </a:lnTo>
                  <a:lnTo>
                    <a:pt x="10" y="2"/>
                  </a:lnTo>
                  <a:lnTo>
                    <a:pt x="9" y="2"/>
                  </a:lnTo>
                  <a:lnTo>
                    <a:pt x="7" y="3"/>
                  </a:lnTo>
                  <a:lnTo>
                    <a:pt x="5" y="3"/>
                  </a:lnTo>
                  <a:lnTo>
                    <a:pt x="3" y="5"/>
                  </a:lnTo>
                  <a:lnTo>
                    <a:pt x="3" y="7"/>
                  </a:lnTo>
                  <a:lnTo>
                    <a:pt x="2" y="7"/>
                  </a:lnTo>
                  <a:lnTo>
                    <a:pt x="2" y="9"/>
                  </a:lnTo>
                  <a:lnTo>
                    <a:pt x="0" y="10"/>
                  </a:lnTo>
                  <a:lnTo>
                    <a:pt x="5" y="9"/>
                  </a:lnTo>
                  <a:lnTo>
                    <a:pt x="2" y="16"/>
                  </a:lnTo>
                  <a:lnTo>
                    <a:pt x="5" y="17"/>
                  </a:lnTo>
                  <a:lnTo>
                    <a:pt x="5" y="14"/>
                  </a:lnTo>
                  <a:lnTo>
                    <a:pt x="2"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19" name="Google Shape;519;p10"/>
            <p:cNvSpPr/>
            <p:nvPr/>
          </p:nvSpPr>
          <p:spPr>
            <a:xfrm>
              <a:off x="4937" y="3800"/>
              <a:ext cx="60" cy="40"/>
            </a:xfrm>
            <a:custGeom>
              <a:rect b="b" l="l" r="r" t="t"/>
              <a:pathLst>
                <a:path extrusionOk="0" h="40" w="60">
                  <a:moveTo>
                    <a:pt x="5" y="0"/>
                  </a:moveTo>
                  <a:lnTo>
                    <a:pt x="1" y="5"/>
                  </a:lnTo>
                  <a:lnTo>
                    <a:pt x="3" y="7"/>
                  </a:lnTo>
                  <a:lnTo>
                    <a:pt x="3" y="8"/>
                  </a:lnTo>
                  <a:lnTo>
                    <a:pt x="5" y="10"/>
                  </a:lnTo>
                  <a:lnTo>
                    <a:pt x="6" y="14"/>
                  </a:lnTo>
                  <a:lnTo>
                    <a:pt x="6" y="15"/>
                  </a:lnTo>
                  <a:lnTo>
                    <a:pt x="8" y="17"/>
                  </a:lnTo>
                  <a:lnTo>
                    <a:pt x="10" y="17"/>
                  </a:lnTo>
                  <a:lnTo>
                    <a:pt x="12" y="19"/>
                  </a:lnTo>
                  <a:lnTo>
                    <a:pt x="13" y="21"/>
                  </a:lnTo>
                  <a:lnTo>
                    <a:pt x="15" y="22"/>
                  </a:lnTo>
                  <a:lnTo>
                    <a:pt x="17" y="24"/>
                  </a:lnTo>
                  <a:lnTo>
                    <a:pt x="19" y="24"/>
                  </a:lnTo>
                  <a:lnTo>
                    <a:pt x="20" y="26"/>
                  </a:lnTo>
                  <a:lnTo>
                    <a:pt x="22" y="27"/>
                  </a:lnTo>
                  <a:lnTo>
                    <a:pt x="24" y="27"/>
                  </a:lnTo>
                  <a:lnTo>
                    <a:pt x="26" y="29"/>
                  </a:lnTo>
                  <a:lnTo>
                    <a:pt x="27" y="29"/>
                  </a:lnTo>
                  <a:lnTo>
                    <a:pt x="31" y="31"/>
                  </a:lnTo>
                  <a:lnTo>
                    <a:pt x="32" y="31"/>
                  </a:lnTo>
                  <a:lnTo>
                    <a:pt x="34" y="33"/>
                  </a:lnTo>
                  <a:lnTo>
                    <a:pt x="36" y="33"/>
                  </a:lnTo>
                  <a:lnTo>
                    <a:pt x="38" y="33"/>
                  </a:lnTo>
                  <a:lnTo>
                    <a:pt x="39" y="34"/>
                  </a:lnTo>
                  <a:lnTo>
                    <a:pt x="41" y="34"/>
                  </a:lnTo>
                  <a:lnTo>
                    <a:pt x="45" y="34"/>
                  </a:lnTo>
                  <a:lnTo>
                    <a:pt x="46" y="36"/>
                  </a:lnTo>
                  <a:lnTo>
                    <a:pt x="48" y="36"/>
                  </a:lnTo>
                  <a:lnTo>
                    <a:pt x="50" y="38"/>
                  </a:lnTo>
                  <a:lnTo>
                    <a:pt x="52" y="38"/>
                  </a:lnTo>
                  <a:lnTo>
                    <a:pt x="53" y="38"/>
                  </a:lnTo>
                  <a:lnTo>
                    <a:pt x="55" y="40"/>
                  </a:lnTo>
                  <a:lnTo>
                    <a:pt x="57" y="40"/>
                  </a:lnTo>
                  <a:lnTo>
                    <a:pt x="60" y="33"/>
                  </a:lnTo>
                  <a:lnTo>
                    <a:pt x="57" y="33"/>
                  </a:lnTo>
                  <a:lnTo>
                    <a:pt x="55" y="31"/>
                  </a:lnTo>
                  <a:lnTo>
                    <a:pt x="53" y="31"/>
                  </a:lnTo>
                  <a:lnTo>
                    <a:pt x="52" y="31"/>
                  </a:lnTo>
                  <a:lnTo>
                    <a:pt x="50" y="29"/>
                  </a:lnTo>
                  <a:lnTo>
                    <a:pt x="48" y="29"/>
                  </a:lnTo>
                  <a:lnTo>
                    <a:pt x="46" y="27"/>
                  </a:lnTo>
                  <a:lnTo>
                    <a:pt x="45" y="27"/>
                  </a:lnTo>
                  <a:lnTo>
                    <a:pt x="43" y="27"/>
                  </a:lnTo>
                  <a:lnTo>
                    <a:pt x="39" y="26"/>
                  </a:lnTo>
                  <a:lnTo>
                    <a:pt x="38" y="26"/>
                  </a:lnTo>
                  <a:lnTo>
                    <a:pt x="36" y="26"/>
                  </a:lnTo>
                  <a:lnTo>
                    <a:pt x="34" y="24"/>
                  </a:lnTo>
                  <a:lnTo>
                    <a:pt x="32" y="24"/>
                  </a:lnTo>
                  <a:lnTo>
                    <a:pt x="31" y="22"/>
                  </a:lnTo>
                  <a:lnTo>
                    <a:pt x="29" y="22"/>
                  </a:lnTo>
                  <a:lnTo>
                    <a:pt x="27" y="21"/>
                  </a:lnTo>
                  <a:lnTo>
                    <a:pt x="26" y="21"/>
                  </a:lnTo>
                  <a:lnTo>
                    <a:pt x="24" y="19"/>
                  </a:lnTo>
                  <a:lnTo>
                    <a:pt x="22" y="19"/>
                  </a:lnTo>
                  <a:lnTo>
                    <a:pt x="20" y="17"/>
                  </a:lnTo>
                  <a:lnTo>
                    <a:pt x="19" y="17"/>
                  </a:lnTo>
                  <a:lnTo>
                    <a:pt x="19" y="15"/>
                  </a:lnTo>
                  <a:lnTo>
                    <a:pt x="17" y="14"/>
                  </a:lnTo>
                  <a:lnTo>
                    <a:pt x="15" y="14"/>
                  </a:lnTo>
                  <a:lnTo>
                    <a:pt x="13" y="12"/>
                  </a:lnTo>
                  <a:lnTo>
                    <a:pt x="13" y="10"/>
                  </a:lnTo>
                  <a:lnTo>
                    <a:pt x="12" y="8"/>
                  </a:lnTo>
                  <a:lnTo>
                    <a:pt x="12" y="7"/>
                  </a:lnTo>
                  <a:lnTo>
                    <a:pt x="10" y="5"/>
                  </a:lnTo>
                  <a:lnTo>
                    <a:pt x="10" y="3"/>
                  </a:lnTo>
                  <a:lnTo>
                    <a:pt x="8" y="2"/>
                  </a:lnTo>
                  <a:lnTo>
                    <a:pt x="5" y="7"/>
                  </a:lnTo>
                  <a:lnTo>
                    <a:pt x="5" y="0"/>
                  </a:lnTo>
                  <a:lnTo>
                    <a:pt x="0" y="0"/>
                  </a:lnTo>
                  <a:lnTo>
                    <a:pt x="1" y="5"/>
                  </a:lnTo>
                  <a:lnTo>
                    <a:pt x="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20" name="Google Shape;520;p10"/>
            <p:cNvSpPr/>
            <p:nvPr/>
          </p:nvSpPr>
          <p:spPr>
            <a:xfrm>
              <a:off x="4942" y="3786"/>
              <a:ext cx="144" cy="21"/>
            </a:xfrm>
            <a:custGeom>
              <a:rect b="b" l="l" r="r" t="t"/>
              <a:pathLst>
                <a:path extrusionOk="0" h="21" w="144">
                  <a:moveTo>
                    <a:pt x="144" y="2"/>
                  </a:moveTo>
                  <a:lnTo>
                    <a:pt x="142" y="2"/>
                  </a:lnTo>
                  <a:lnTo>
                    <a:pt x="138" y="2"/>
                  </a:lnTo>
                  <a:lnTo>
                    <a:pt x="133" y="0"/>
                  </a:lnTo>
                  <a:lnTo>
                    <a:pt x="130" y="0"/>
                  </a:lnTo>
                  <a:lnTo>
                    <a:pt x="125" y="0"/>
                  </a:lnTo>
                  <a:lnTo>
                    <a:pt x="119" y="0"/>
                  </a:lnTo>
                  <a:lnTo>
                    <a:pt x="116" y="0"/>
                  </a:lnTo>
                  <a:lnTo>
                    <a:pt x="111" y="0"/>
                  </a:lnTo>
                  <a:lnTo>
                    <a:pt x="107" y="0"/>
                  </a:lnTo>
                  <a:lnTo>
                    <a:pt x="102" y="0"/>
                  </a:lnTo>
                  <a:lnTo>
                    <a:pt x="97" y="0"/>
                  </a:lnTo>
                  <a:lnTo>
                    <a:pt x="93" y="0"/>
                  </a:lnTo>
                  <a:lnTo>
                    <a:pt x="88" y="0"/>
                  </a:lnTo>
                  <a:lnTo>
                    <a:pt x="85" y="2"/>
                  </a:lnTo>
                  <a:lnTo>
                    <a:pt x="79" y="2"/>
                  </a:lnTo>
                  <a:lnTo>
                    <a:pt x="74" y="2"/>
                  </a:lnTo>
                  <a:lnTo>
                    <a:pt x="71" y="3"/>
                  </a:lnTo>
                  <a:lnTo>
                    <a:pt x="66" y="3"/>
                  </a:lnTo>
                  <a:lnTo>
                    <a:pt x="62" y="5"/>
                  </a:lnTo>
                  <a:lnTo>
                    <a:pt x="57" y="5"/>
                  </a:lnTo>
                  <a:lnTo>
                    <a:pt x="52" y="5"/>
                  </a:lnTo>
                  <a:lnTo>
                    <a:pt x="48" y="7"/>
                  </a:lnTo>
                  <a:lnTo>
                    <a:pt x="43" y="7"/>
                  </a:lnTo>
                  <a:lnTo>
                    <a:pt x="40" y="9"/>
                  </a:lnTo>
                  <a:lnTo>
                    <a:pt x="34" y="9"/>
                  </a:lnTo>
                  <a:lnTo>
                    <a:pt x="31" y="10"/>
                  </a:lnTo>
                  <a:lnTo>
                    <a:pt x="26" y="10"/>
                  </a:lnTo>
                  <a:lnTo>
                    <a:pt x="22" y="10"/>
                  </a:lnTo>
                  <a:lnTo>
                    <a:pt x="17" y="12"/>
                  </a:lnTo>
                  <a:lnTo>
                    <a:pt x="12" y="12"/>
                  </a:lnTo>
                  <a:lnTo>
                    <a:pt x="8" y="12"/>
                  </a:lnTo>
                  <a:lnTo>
                    <a:pt x="3" y="14"/>
                  </a:lnTo>
                  <a:lnTo>
                    <a:pt x="0" y="14"/>
                  </a:lnTo>
                  <a:lnTo>
                    <a:pt x="0" y="21"/>
                  </a:lnTo>
                  <a:lnTo>
                    <a:pt x="5" y="21"/>
                  </a:lnTo>
                  <a:lnTo>
                    <a:pt x="8" y="21"/>
                  </a:lnTo>
                  <a:lnTo>
                    <a:pt x="14" y="19"/>
                  </a:lnTo>
                  <a:lnTo>
                    <a:pt x="19" y="19"/>
                  </a:lnTo>
                  <a:lnTo>
                    <a:pt x="22" y="19"/>
                  </a:lnTo>
                  <a:lnTo>
                    <a:pt x="27" y="17"/>
                  </a:lnTo>
                  <a:lnTo>
                    <a:pt x="31" y="17"/>
                  </a:lnTo>
                  <a:lnTo>
                    <a:pt x="36" y="16"/>
                  </a:lnTo>
                  <a:lnTo>
                    <a:pt x="40" y="16"/>
                  </a:lnTo>
                  <a:lnTo>
                    <a:pt x="45" y="14"/>
                  </a:lnTo>
                  <a:lnTo>
                    <a:pt x="50" y="14"/>
                  </a:lnTo>
                  <a:lnTo>
                    <a:pt x="53" y="14"/>
                  </a:lnTo>
                  <a:lnTo>
                    <a:pt x="59" y="12"/>
                  </a:lnTo>
                  <a:lnTo>
                    <a:pt x="62" y="12"/>
                  </a:lnTo>
                  <a:lnTo>
                    <a:pt x="67" y="10"/>
                  </a:lnTo>
                  <a:lnTo>
                    <a:pt x="71" y="10"/>
                  </a:lnTo>
                  <a:lnTo>
                    <a:pt x="76" y="10"/>
                  </a:lnTo>
                  <a:lnTo>
                    <a:pt x="81" y="9"/>
                  </a:lnTo>
                  <a:lnTo>
                    <a:pt x="85" y="9"/>
                  </a:lnTo>
                  <a:lnTo>
                    <a:pt x="90" y="9"/>
                  </a:lnTo>
                  <a:lnTo>
                    <a:pt x="93" y="7"/>
                  </a:lnTo>
                  <a:lnTo>
                    <a:pt x="99" y="7"/>
                  </a:lnTo>
                  <a:lnTo>
                    <a:pt x="102" y="7"/>
                  </a:lnTo>
                  <a:lnTo>
                    <a:pt x="107" y="7"/>
                  </a:lnTo>
                  <a:lnTo>
                    <a:pt x="111" y="7"/>
                  </a:lnTo>
                  <a:lnTo>
                    <a:pt x="116" y="7"/>
                  </a:lnTo>
                  <a:lnTo>
                    <a:pt x="119" y="7"/>
                  </a:lnTo>
                  <a:lnTo>
                    <a:pt x="125" y="7"/>
                  </a:lnTo>
                  <a:lnTo>
                    <a:pt x="128" y="7"/>
                  </a:lnTo>
                  <a:lnTo>
                    <a:pt x="133" y="7"/>
                  </a:lnTo>
                  <a:lnTo>
                    <a:pt x="137" y="9"/>
                  </a:lnTo>
                  <a:lnTo>
                    <a:pt x="142" y="9"/>
                  </a:lnTo>
                  <a:lnTo>
                    <a:pt x="140" y="9"/>
                  </a:lnTo>
                  <a:lnTo>
                    <a:pt x="144" y="2"/>
                  </a:lnTo>
                  <a:lnTo>
                    <a:pt x="142" y="2"/>
                  </a:lnTo>
                  <a:lnTo>
                    <a:pt x="144"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21" name="Google Shape;521;p10"/>
            <p:cNvSpPr/>
            <p:nvPr/>
          </p:nvSpPr>
          <p:spPr>
            <a:xfrm>
              <a:off x="5082" y="3788"/>
              <a:ext cx="118" cy="59"/>
            </a:xfrm>
            <a:custGeom>
              <a:rect b="b" l="l" r="r" t="t"/>
              <a:pathLst>
                <a:path extrusionOk="0" h="59" w="118">
                  <a:moveTo>
                    <a:pt x="118" y="52"/>
                  </a:moveTo>
                  <a:lnTo>
                    <a:pt x="115" y="50"/>
                  </a:lnTo>
                  <a:lnTo>
                    <a:pt x="111" y="48"/>
                  </a:lnTo>
                  <a:lnTo>
                    <a:pt x="108" y="46"/>
                  </a:lnTo>
                  <a:lnTo>
                    <a:pt x="104" y="45"/>
                  </a:lnTo>
                  <a:lnTo>
                    <a:pt x="101" y="43"/>
                  </a:lnTo>
                  <a:lnTo>
                    <a:pt x="97" y="41"/>
                  </a:lnTo>
                  <a:lnTo>
                    <a:pt x="94" y="39"/>
                  </a:lnTo>
                  <a:lnTo>
                    <a:pt x="89" y="38"/>
                  </a:lnTo>
                  <a:lnTo>
                    <a:pt x="85" y="38"/>
                  </a:lnTo>
                  <a:lnTo>
                    <a:pt x="82" y="36"/>
                  </a:lnTo>
                  <a:lnTo>
                    <a:pt x="78" y="34"/>
                  </a:lnTo>
                  <a:lnTo>
                    <a:pt x="75" y="33"/>
                  </a:lnTo>
                  <a:lnTo>
                    <a:pt x="71" y="31"/>
                  </a:lnTo>
                  <a:lnTo>
                    <a:pt x="68" y="29"/>
                  </a:lnTo>
                  <a:lnTo>
                    <a:pt x="64" y="29"/>
                  </a:lnTo>
                  <a:lnTo>
                    <a:pt x="61" y="27"/>
                  </a:lnTo>
                  <a:lnTo>
                    <a:pt x="57" y="26"/>
                  </a:lnTo>
                  <a:lnTo>
                    <a:pt x="52" y="24"/>
                  </a:lnTo>
                  <a:lnTo>
                    <a:pt x="49" y="22"/>
                  </a:lnTo>
                  <a:lnTo>
                    <a:pt x="45" y="20"/>
                  </a:lnTo>
                  <a:lnTo>
                    <a:pt x="42" y="19"/>
                  </a:lnTo>
                  <a:lnTo>
                    <a:pt x="38" y="19"/>
                  </a:lnTo>
                  <a:lnTo>
                    <a:pt x="35" y="17"/>
                  </a:lnTo>
                  <a:lnTo>
                    <a:pt x="31" y="15"/>
                  </a:lnTo>
                  <a:lnTo>
                    <a:pt x="28" y="14"/>
                  </a:lnTo>
                  <a:lnTo>
                    <a:pt x="24" y="12"/>
                  </a:lnTo>
                  <a:lnTo>
                    <a:pt x="21" y="10"/>
                  </a:lnTo>
                  <a:lnTo>
                    <a:pt x="18" y="8"/>
                  </a:lnTo>
                  <a:lnTo>
                    <a:pt x="14" y="7"/>
                  </a:lnTo>
                  <a:lnTo>
                    <a:pt x="11" y="5"/>
                  </a:lnTo>
                  <a:lnTo>
                    <a:pt x="7" y="1"/>
                  </a:lnTo>
                  <a:lnTo>
                    <a:pt x="4" y="0"/>
                  </a:lnTo>
                  <a:lnTo>
                    <a:pt x="0" y="7"/>
                  </a:lnTo>
                  <a:lnTo>
                    <a:pt x="4" y="8"/>
                  </a:lnTo>
                  <a:lnTo>
                    <a:pt x="7" y="10"/>
                  </a:lnTo>
                  <a:lnTo>
                    <a:pt x="11" y="12"/>
                  </a:lnTo>
                  <a:lnTo>
                    <a:pt x="14" y="14"/>
                  </a:lnTo>
                  <a:lnTo>
                    <a:pt x="18" y="17"/>
                  </a:lnTo>
                  <a:lnTo>
                    <a:pt x="21" y="19"/>
                  </a:lnTo>
                  <a:lnTo>
                    <a:pt x="24" y="20"/>
                  </a:lnTo>
                  <a:lnTo>
                    <a:pt x="28" y="22"/>
                  </a:lnTo>
                  <a:lnTo>
                    <a:pt x="31" y="22"/>
                  </a:lnTo>
                  <a:lnTo>
                    <a:pt x="35" y="24"/>
                  </a:lnTo>
                  <a:lnTo>
                    <a:pt x="40" y="26"/>
                  </a:lnTo>
                  <a:lnTo>
                    <a:pt x="44" y="27"/>
                  </a:lnTo>
                  <a:lnTo>
                    <a:pt x="47" y="29"/>
                  </a:lnTo>
                  <a:lnTo>
                    <a:pt x="50" y="31"/>
                  </a:lnTo>
                  <a:lnTo>
                    <a:pt x="54" y="33"/>
                  </a:lnTo>
                  <a:lnTo>
                    <a:pt x="57" y="34"/>
                  </a:lnTo>
                  <a:lnTo>
                    <a:pt x="61" y="34"/>
                  </a:lnTo>
                  <a:lnTo>
                    <a:pt x="64" y="36"/>
                  </a:lnTo>
                  <a:lnTo>
                    <a:pt x="68" y="38"/>
                  </a:lnTo>
                  <a:lnTo>
                    <a:pt x="73" y="39"/>
                  </a:lnTo>
                  <a:lnTo>
                    <a:pt x="76" y="41"/>
                  </a:lnTo>
                  <a:lnTo>
                    <a:pt x="80" y="43"/>
                  </a:lnTo>
                  <a:lnTo>
                    <a:pt x="83" y="43"/>
                  </a:lnTo>
                  <a:lnTo>
                    <a:pt x="87" y="45"/>
                  </a:lnTo>
                  <a:lnTo>
                    <a:pt x="90" y="46"/>
                  </a:lnTo>
                  <a:lnTo>
                    <a:pt x="94" y="48"/>
                  </a:lnTo>
                  <a:lnTo>
                    <a:pt x="97" y="50"/>
                  </a:lnTo>
                  <a:lnTo>
                    <a:pt x="101" y="52"/>
                  </a:lnTo>
                  <a:lnTo>
                    <a:pt x="104" y="53"/>
                  </a:lnTo>
                  <a:lnTo>
                    <a:pt x="108" y="55"/>
                  </a:lnTo>
                  <a:lnTo>
                    <a:pt x="111" y="57"/>
                  </a:lnTo>
                  <a:lnTo>
                    <a:pt x="115" y="59"/>
                  </a:lnTo>
                  <a:lnTo>
                    <a:pt x="118" y="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grpSp>
    </p:spTree>
  </p:cSld>
  <p:clrMapOvr>
    <a:masterClrMapping/>
  </p:clrMapOvr>
  <p:transition spd="slow">
    <p:strips dir="ld"/>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528" name="Google Shape;528;p1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529" name="Google Shape;529;p1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530" name="Google Shape;530;p11"/>
          <p:cNvSpPr txBox="1"/>
          <p:nvPr/>
        </p:nvSpPr>
        <p:spPr>
          <a:xfrm>
            <a:off x="457200" y="1524000"/>
            <a:ext cx="8229600" cy="46482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31" name="Google Shape;531;p11"/>
          <p:cNvSpPr txBox="1"/>
          <p:nvPr>
            <p:ph type="title"/>
          </p:nvPr>
        </p:nvSpPr>
        <p:spPr>
          <a:xfrm>
            <a:off x="457200" y="381000"/>
            <a:ext cx="8229600" cy="11430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Organizing Résumés</a:t>
            </a:r>
            <a:endParaRPr/>
          </a:p>
        </p:txBody>
      </p:sp>
      <p:sp>
        <p:nvSpPr>
          <p:cNvPr id="532" name="Google Shape;532;p11"/>
          <p:cNvSpPr/>
          <p:nvPr/>
        </p:nvSpPr>
        <p:spPr>
          <a:xfrm>
            <a:off x="923925" y="3352800"/>
            <a:ext cx="2047875" cy="1398587"/>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Chronological</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Résumé</a:t>
            </a:r>
            <a:endParaRPr/>
          </a:p>
        </p:txBody>
      </p:sp>
      <p:sp>
        <p:nvSpPr>
          <p:cNvPr id="533" name="Google Shape;533;p11"/>
          <p:cNvSpPr/>
          <p:nvPr/>
        </p:nvSpPr>
        <p:spPr>
          <a:xfrm>
            <a:off x="3548062" y="3352800"/>
            <a:ext cx="2047875" cy="1400175"/>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Combination</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Résumé</a:t>
            </a:r>
            <a:endParaRPr/>
          </a:p>
        </p:txBody>
      </p:sp>
      <p:sp>
        <p:nvSpPr>
          <p:cNvPr id="534" name="Google Shape;534;p11"/>
          <p:cNvSpPr/>
          <p:nvPr/>
        </p:nvSpPr>
        <p:spPr>
          <a:xfrm>
            <a:off x="6172200" y="3352800"/>
            <a:ext cx="2047875" cy="1398587"/>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Functional</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Résumé</a:t>
            </a:r>
            <a:endParaRPr/>
          </a:p>
        </p:txBody>
      </p:sp>
      <p:sp>
        <p:nvSpPr>
          <p:cNvPr id="535" name="Google Shape;535;p11"/>
          <p:cNvSpPr txBox="1"/>
          <p:nvPr/>
        </p:nvSpPr>
        <p:spPr>
          <a:xfrm>
            <a:off x="2743200" y="5334000"/>
            <a:ext cx="1398587"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Personal</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Background</a:t>
            </a:r>
            <a:endParaRPr/>
          </a:p>
        </p:txBody>
      </p:sp>
      <p:sp>
        <p:nvSpPr>
          <p:cNvPr id="536" name="Google Shape;536;p11"/>
          <p:cNvSpPr txBox="1"/>
          <p:nvPr/>
        </p:nvSpPr>
        <p:spPr>
          <a:xfrm>
            <a:off x="5087937" y="5334000"/>
            <a:ext cx="1236662"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Personal</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Objectives</a:t>
            </a:r>
            <a:endParaRPr/>
          </a:p>
        </p:txBody>
      </p:sp>
      <p:sp>
        <p:nvSpPr>
          <p:cNvPr id="537" name="Google Shape;537;p11"/>
          <p:cNvSpPr txBox="1"/>
          <p:nvPr/>
        </p:nvSpPr>
        <p:spPr>
          <a:xfrm>
            <a:off x="971550" y="2193925"/>
            <a:ext cx="1952625"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Work History</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Educational Level</a:t>
            </a:r>
            <a:endParaRPr/>
          </a:p>
        </p:txBody>
      </p:sp>
      <p:sp>
        <p:nvSpPr>
          <p:cNvPr id="538" name="Google Shape;538;p11"/>
          <p:cNvSpPr txBox="1"/>
          <p:nvPr/>
        </p:nvSpPr>
        <p:spPr>
          <a:xfrm>
            <a:off x="6207125" y="2193925"/>
            <a:ext cx="1978025"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Skills and</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Accomplishments</a:t>
            </a:r>
            <a:endParaRPr/>
          </a:p>
        </p:txBody>
      </p:sp>
      <p:cxnSp>
        <p:nvCxnSpPr>
          <p:cNvPr id="539" name="Google Shape;539;p11"/>
          <p:cNvCxnSpPr/>
          <p:nvPr/>
        </p:nvCxnSpPr>
        <p:spPr>
          <a:xfrm>
            <a:off x="4141787" y="5684837"/>
            <a:ext cx="946150" cy="0"/>
          </a:xfrm>
          <a:prstGeom prst="straightConnector1">
            <a:avLst/>
          </a:prstGeom>
          <a:noFill/>
          <a:ln cap="flat" cmpd="sng" w="9525">
            <a:solidFill>
              <a:schemeClr val="dk1"/>
            </a:solidFill>
            <a:prstDash val="solid"/>
            <a:miter lim="800000"/>
            <a:headEnd len="med" w="med" type="none"/>
            <a:tailEnd len="med" w="med" type="none"/>
          </a:ln>
        </p:spPr>
      </p:cxnSp>
      <p:cxnSp>
        <p:nvCxnSpPr>
          <p:cNvPr id="540" name="Google Shape;540;p11"/>
          <p:cNvCxnSpPr/>
          <p:nvPr/>
        </p:nvCxnSpPr>
        <p:spPr>
          <a:xfrm flipH="1" rot="5400000">
            <a:off x="1878749" y="4820387"/>
            <a:ext cx="933600" cy="795300"/>
          </a:xfrm>
          <a:prstGeom prst="bentConnector2">
            <a:avLst/>
          </a:prstGeom>
          <a:noFill/>
          <a:ln cap="flat" cmpd="sng" w="9525">
            <a:solidFill>
              <a:schemeClr val="dk1"/>
            </a:solidFill>
            <a:prstDash val="solid"/>
            <a:miter lim="800000"/>
            <a:headEnd len="med" w="med" type="none"/>
            <a:tailEnd len="med" w="med" type="triangle"/>
          </a:ln>
        </p:spPr>
      </p:cxnSp>
      <p:cxnSp>
        <p:nvCxnSpPr>
          <p:cNvPr id="541" name="Google Shape;541;p11"/>
          <p:cNvCxnSpPr/>
          <p:nvPr/>
        </p:nvCxnSpPr>
        <p:spPr>
          <a:xfrm rot="-5400000">
            <a:off x="6293550" y="4782287"/>
            <a:ext cx="933600" cy="871500"/>
          </a:xfrm>
          <a:prstGeom prst="bentConnector2">
            <a:avLst/>
          </a:prstGeom>
          <a:noFill/>
          <a:ln cap="flat" cmpd="sng" w="9525">
            <a:solidFill>
              <a:schemeClr val="dk1"/>
            </a:solidFill>
            <a:prstDash val="solid"/>
            <a:miter lim="800000"/>
            <a:headEnd len="med" w="med" type="none"/>
            <a:tailEnd len="med" w="med" type="triangle"/>
          </a:ln>
        </p:spPr>
      </p:cxnSp>
      <p:cxnSp>
        <p:nvCxnSpPr>
          <p:cNvPr id="542" name="Google Shape;542;p11"/>
          <p:cNvCxnSpPr/>
          <p:nvPr/>
        </p:nvCxnSpPr>
        <p:spPr>
          <a:xfrm flipH="1" rot="10800000">
            <a:off x="3443288" y="4752900"/>
            <a:ext cx="1128600" cy="5811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543" name="Google Shape;543;p11"/>
          <p:cNvCxnSpPr/>
          <p:nvPr/>
        </p:nvCxnSpPr>
        <p:spPr>
          <a:xfrm rot="10800000">
            <a:off x="4571862" y="4752900"/>
            <a:ext cx="1135200" cy="581100"/>
          </a:xfrm>
          <a:prstGeom prst="bentConnector3">
            <a:avLst>
              <a:gd fmla="val 50000" name="adj1"/>
            </a:avLst>
          </a:prstGeom>
          <a:noFill/>
          <a:ln cap="flat" cmpd="sng" w="9525">
            <a:solidFill>
              <a:schemeClr val="dk1"/>
            </a:solidFill>
            <a:prstDash val="solid"/>
            <a:miter lim="800000"/>
            <a:headEnd len="med" w="med" type="none"/>
            <a:tailEnd len="med" w="med" type="triangle"/>
          </a:ln>
        </p:spPr>
      </p:cxnSp>
      <p:cxnSp>
        <p:nvCxnSpPr>
          <p:cNvPr id="544" name="Google Shape;544;p11"/>
          <p:cNvCxnSpPr/>
          <p:nvPr/>
        </p:nvCxnSpPr>
        <p:spPr>
          <a:xfrm rot="10800000">
            <a:off x="1947862" y="2895600"/>
            <a:ext cx="0" cy="457200"/>
          </a:xfrm>
          <a:prstGeom prst="straightConnector1">
            <a:avLst/>
          </a:prstGeom>
          <a:noFill/>
          <a:ln cap="flat" cmpd="sng" w="9525">
            <a:solidFill>
              <a:schemeClr val="dk1"/>
            </a:solidFill>
            <a:prstDash val="solid"/>
            <a:miter lim="800000"/>
            <a:headEnd len="med" w="med" type="triangle"/>
            <a:tailEnd len="med" w="med" type="none"/>
          </a:ln>
        </p:spPr>
      </p:cxnSp>
      <p:cxnSp>
        <p:nvCxnSpPr>
          <p:cNvPr id="545" name="Google Shape;545;p11"/>
          <p:cNvCxnSpPr/>
          <p:nvPr/>
        </p:nvCxnSpPr>
        <p:spPr>
          <a:xfrm rot="10800000">
            <a:off x="7196137" y="2895600"/>
            <a:ext cx="0" cy="457200"/>
          </a:xfrm>
          <a:prstGeom prst="straightConnector1">
            <a:avLst/>
          </a:prstGeom>
          <a:noFill/>
          <a:ln cap="flat" cmpd="sng" w="9525">
            <a:solidFill>
              <a:schemeClr val="dk1"/>
            </a:solidFill>
            <a:prstDash val="solid"/>
            <a:miter lim="800000"/>
            <a:headEnd len="med" w="med" type="triangle"/>
            <a:tailEnd len="med" w="med" type="none"/>
          </a:ln>
        </p:spPr>
      </p:cxnSp>
      <p:cxnSp>
        <p:nvCxnSpPr>
          <p:cNvPr id="546" name="Google Shape;546;p11"/>
          <p:cNvCxnSpPr/>
          <p:nvPr/>
        </p:nvCxnSpPr>
        <p:spPr>
          <a:xfrm flipH="1">
            <a:off x="1947899" y="1523999"/>
            <a:ext cx="2624100" cy="6699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547" name="Google Shape;547;p11"/>
          <p:cNvCxnSpPr/>
          <p:nvPr/>
        </p:nvCxnSpPr>
        <p:spPr>
          <a:xfrm>
            <a:off x="4572000" y="1523999"/>
            <a:ext cx="2624100" cy="6699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548" name="Google Shape;548;p11"/>
          <p:cNvCxnSpPr/>
          <p:nvPr/>
        </p:nvCxnSpPr>
        <p:spPr>
          <a:xfrm>
            <a:off x="2924175" y="2544762"/>
            <a:ext cx="1647900" cy="807900"/>
          </a:xfrm>
          <a:prstGeom prst="bentConnector2">
            <a:avLst/>
          </a:prstGeom>
          <a:noFill/>
          <a:ln cap="flat" cmpd="sng" w="9525">
            <a:solidFill>
              <a:schemeClr val="dk1"/>
            </a:solidFill>
            <a:prstDash val="solid"/>
            <a:miter lim="800000"/>
            <a:headEnd len="med" w="med" type="none"/>
            <a:tailEnd len="med" w="med" type="triangle"/>
          </a:ln>
        </p:spPr>
      </p:cxnSp>
      <p:cxnSp>
        <p:nvCxnSpPr>
          <p:cNvPr id="549" name="Google Shape;549;p11"/>
          <p:cNvCxnSpPr/>
          <p:nvPr/>
        </p:nvCxnSpPr>
        <p:spPr>
          <a:xfrm flipH="1">
            <a:off x="4572125" y="2544762"/>
            <a:ext cx="1635000" cy="807900"/>
          </a:xfrm>
          <a:prstGeom prst="bentConnector2">
            <a:avLst/>
          </a:prstGeom>
          <a:noFill/>
          <a:ln cap="flat" cmpd="sng" w="9525">
            <a:solidFill>
              <a:schemeClr val="dk1"/>
            </a:solidFill>
            <a:prstDash val="solid"/>
            <a:miter lim="800000"/>
            <a:headEnd len="med" w="med" type="none"/>
            <a:tailEnd len="med" w="med" type="triangle"/>
          </a:ln>
        </p:spPr>
      </p:cxnSp>
    </p:spTree>
  </p:cSld>
  <p:clrMapOvr>
    <a:masterClrMapping/>
  </p:clrMapOvr>
  <p:transition spd="slow">
    <p:spli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1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556" name="Google Shape;556;p1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557" name="Google Shape;557;p1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558" name="Google Shape;558;p12"/>
          <p:cNvSpPr txBox="1"/>
          <p:nvPr/>
        </p:nvSpPr>
        <p:spPr>
          <a:xfrm>
            <a:off x="457200" y="2133600"/>
            <a:ext cx="8229600" cy="4038600"/>
          </a:xfrm>
          <a:prstGeom prst="rect">
            <a:avLst/>
          </a:prstGeom>
          <a:gradFill>
            <a:gsLst>
              <a:gs pos="0">
                <a:srgbClr val="C2C2C2"/>
              </a:gs>
              <a:gs pos="50000">
                <a:srgbClr val="FFFFFF"/>
              </a:gs>
              <a:gs pos="100000">
                <a:srgbClr val="C2C2C2"/>
              </a:gs>
            </a:gsLst>
            <a:lin ang="27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59" name="Google Shape;559;p12"/>
          <p:cNvSpPr txBox="1"/>
          <p:nvPr>
            <p:ph type="title"/>
          </p:nvPr>
        </p:nvSpPr>
        <p:spPr>
          <a:xfrm>
            <a:off x="457200" y="381000"/>
            <a:ext cx="8229600" cy="17526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Résumé Components</a:t>
            </a:r>
            <a:endParaRPr/>
          </a:p>
        </p:txBody>
      </p:sp>
      <p:grpSp>
        <p:nvGrpSpPr>
          <p:cNvPr id="560" name="Google Shape;560;p12"/>
          <p:cNvGrpSpPr/>
          <p:nvPr/>
        </p:nvGrpSpPr>
        <p:grpSpPr>
          <a:xfrm>
            <a:off x="609600" y="2286000"/>
            <a:ext cx="7924800" cy="3810000"/>
            <a:chOff x="384" y="1152"/>
            <a:chExt cx="4992" cy="2688"/>
          </a:xfrm>
        </p:grpSpPr>
        <p:grpSp>
          <p:nvGrpSpPr>
            <p:cNvPr id="561" name="Google Shape;561;p12"/>
            <p:cNvGrpSpPr/>
            <p:nvPr/>
          </p:nvGrpSpPr>
          <p:grpSpPr>
            <a:xfrm>
              <a:off x="384" y="1152"/>
              <a:ext cx="4992" cy="1296"/>
              <a:chOff x="384" y="1728"/>
              <a:chExt cx="4992" cy="1920"/>
            </a:xfrm>
          </p:grpSpPr>
          <p:sp>
            <p:nvSpPr>
              <p:cNvPr id="562" name="Google Shape;562;p12"/>
              <p:cNvSpPr/>
              <p:nvPr/>
            </p:nvSpPr>
            <p:spPr>
              <a:xfrm>
                <a:off x="384" y="1728"/>
                <a:ext cx="1536" cy="1920"/>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Contact</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Information</a:t>
                </a:r>
                <a:endParaRPr/>
              </a:p>
            </p:txBody>
          </p:sp>
          <p:sp>
            <p:nvSpPr>
              <p:cNvPr id="563" name="Google Shape;563;p12"/>
              <p:cNvSpPr/>
              <p:nvPr/>
            </p:nvSpPr>
            <p:spPr>
              <a:xfrm>
                <a:off x="2112" y="1728"/>
                <a:ext cx="1536" cy="1920"/>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Career Objective</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or Summary</a:t>
                </a:r>
                <a:endParaRPr/>
              </a:p>
            </p:txBody>
          </p:sp>
          <p:sp>
            <p:nvSpPr>
              <p:cNvPr id="564" name="Google Shape;564;p12"/>
              <p:cNvSpPr/>
              <p:nvPr/>
            </p:nvSpPr>
            <p:spPr>
              <a:xfrm>
                <a:off x="3840" y="1728"/>
                <a:ext cx="1536" cy="1920"/>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Academic</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Credentials</a:t>
                </a:r>
                <a:endParaRPr/>
              </a:p>
            </p:txBody>
          </p:sp>
        </p:grpSp>
        <p:grpSp>
          <p:nvGrpSpPr>
            <p:cNvPr id="565" name="Google Shape;565;p12"/>
            <p:cNvGrpSpPr/>
            <p:nvPr/>
          </p:nvGrpSpPr>
          <p:grpSpPr>
            <a:xfrm>
              <a:off x="384" y="2544"/>
              <a:ext cx="4992" cy="1296"/>
              <a:chOff x="384" y="1728"/>
              <a:chExt cx="4992" cy="1920"/>
            </a:xfrm>
          </p:grpSpPr>
          <p:sp>
            <p:nvSpPr>
              <p:cNvPr id="566" name="Google Shape;566;p12"/>
              <p:cNvSpPr/>
              <p:nvPr/>
            </p:nvSpPr>
            <p:spPr>
              <a:xfrm>
                <a:off x="384" y="1728"/>
                <a:ext cx="1536" cy="1920"/>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Employment</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History</a:t>
                </a:r>
                <a:endParaRPr/>
              </a:p>
            </p:txBody>
          </p:sp>
          <p:sp>
            <p:nvSpPr>
              <p:cNvPr id="567" name="Google Shape;567;p12"/>
              <p:cNvSpPr/>
              <p:nvPr/>
            </p:nvSpPr>
            <p:spPr>
              <a:xfrm>
                <a:off x="2112" y="1728"/>
                <a:ext cx="1536" cy="1920"/>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Activities and</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Achievements</a:t>
                </a:r>
                <a:endParaRPr/>
              </a:p>
            </p:txBody>
          </p:sp>
          <p:sp>
            <p:nvSpPr>
              <p:cNvPr id="568" name="Google Shape;568;p12"/>
              <p:cNvSpPr/>
              <p:nvPr/>
            </p:nvSpPr>
            <p:spPr>
              <a:xfrm>
                <a:off x="3840" y="1728"/>
                <a:ext cx="1536" cy="1920"/>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Relevant</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Personal Data</a:t>
                </a: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1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575" name="Google Shape;575;p1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576" name="Google Shape;576;p1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descr="Stationery" id="577" name="Google Shape;577;p13"/>
          <p:cNvSpPr txBox="1"/>
          <p:nvPr/>
        </p:nvSpPr>
        <p:spPr>
          <a:xfrm>
            <a:off x="457200" y="1676400"/>
            <a:ext cx="8229600" cy="4495800"/>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78" name="Google Shape;578;p13"/>
          <p:cNvSpPr txBox="1"/>
          <p:nvPr>
            <p:ph type="title"/>
          </p:nvPr>
        </p:nvSpPr>
        <p:spPr>
          <a:xfrm>
            <a:off x="457200" y="381000"/>
            <a:ext cx="8229600" cy="1295400"/>
          </a:xfrm>
          <a:prstGeom prst="rect">
            <a:avLst/>
          </a:prstGeom>
          <a:solidFill>
            <a:schemeClr val="dk1"/>
          </a:solidFill>
          <a:ln cap="flat" cmpd="thickThin" w="5715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Avoid Résumé Deception</a:t>
            </a:r>
            <a:endParaRPr/>
          </a:p>
        </p:txBody>
      </p:sp>
      <p:sp>
        <p:nvSpPr>
          <p:cNvPr id="579" name="Google Shape;579;p13"/>
          <p:cNvSpPr txBox="1"/>
          <p:nvPr>
            <p:ph idx="1" type="body"/>
          </p:nvPr>
        </p:nvSpPr>
        <p:spPr>
          <a:xfrm>
            <a:off x="609600" y="1752600"/>
            <a:ext cx="80010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Overstating educational credits</a:t>
            </a:r>
            <a:endParaRPr/>
          </a:p>
          <a:p>
            <a:pPr indent="-342900" lvl="0" marL="342900" rtl="0" algn="l">
              <a:lnSpc>
                <a:spcPct val="12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Inflating grade-point average</a:t>
            </a:r>
            <a:endParaRPr/>
          </a:p>
          <a:p>
            <a:pPr indent="-342900" lvl="0" marL="342900" rtl="0" algn="l">
              <a:lnSpc>
                <a:spcPct val="12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Hiding gaps in work record</a:t>
            </a:r>
            <a:endParaRPr/>
          </a:p>
          <a:p>
            <a:pPr indent="-342900" lvl="0" marL="342900" rtl="0" algn="l">
              <a:lnSpc>
                <a:spcPct val="12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Covering periods of unemployment</a:t>
            </a:r>
            <a:endParaRPr/>
          </a:p>
          <a:p>
            <a:pPr indent="-342900" lvl="0" marL="342900" rtl="0" algn="l">
              <a:lnSpc>
                <a:spcPct val="12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Omitting embarrassing jobs</a:t>
            </a:r>
            <a:endParaRPr/>
          </a:p>
          <a:p>
            <a:pPr indent="-342900" lvl="0" marL="342900" rtl="0" algn="l">
              <a:lnSpc>
                <a:spcPct val="12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Exaggerating expertise or experience</a:t>
            </a:r>
            <a:endParaRPr/>
          </a:p>
        </p:txBody>
      </p:sp>
    </p:spTree>
  </p:cSld>
  <p:clrMapOvr>
    <a:masterClrMapping/>
  </p:clrMapOvr>
  <p:transition spd="slow">
    <p:wipe dir="d"/>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1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586" name="Google Shape;586;p1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587" name="Google Shape;587;p1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588" name="Google Shape;588;p14"/>
          <p:cNvSpPr txBox="1"/>
          <p:nvPr/>
        </p:nvSpPr>
        <p:spPr>
          <a:xfrm>
            <a:off x="4572000" y="2438400"/>
            <a:ext cx="4114800" cy="3733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89" name="Google Shape;589;p14"/>
          <p:cNvSpPr txBox="1"/>
          <p:nvPr/>
        </p:nvSpPr>
        <p:spPr>
          <a:xfrm>
            <a:off x="457200" y="2438400"/>
            <a:ext cx="4114800" cy="3733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590" name="Google Shape;590;p14"/>
          <p:cNvSpPr txBox="1"/>
          <p:nvPr>
            <p:ph type="title"/>
          </p:nvPr>
        </p:nvSpPr>
        <p:spPr>
          <a:xfrm>
            <a:off x="457200" y="381000"/>
            <a:ext cx="8229600" cy="20574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Common </a:t>
            </a:r>
            <a:br>
              <a:rPr b="1" i="0" lang="en-US" sz="5400" u="none">
                <a:solidFill>
                  <a:schemeClr val="lt1"/>
                </a:solidFill>
                <a:latin typeface="Tahoma"/>
                <a:ea typeface="Tahoma"/>
                <a:cs typeface="Tahoma"/>
                <a:sym typeface="Tahoma"/>
              </a:rPr>
            </a:br>
            <a:r>
              <a:rPr b="1" i="0" lang="en-US" sz="5400" u="none">
                <a:solidFill>
                  <a:schemeClr val="lt1"/>
                </a:solidFill>
                <a:latin typeface="Tahoma"/>
                <a:ea typeface="Tahoma"/>
                <a:cs typeface="Tahoma"/>
                <a:sym typeface="Tahoma"/>
              </a:rPr>
              <a:t>Résumé Problems</a:t>
            </a:r>
            <a:endParaRPr/>
          </a:p>
        </p:txBody>
      </p:sp>
      <p:sp>
        <p:nvSpPr>
          <p:cNvPr id="591" name="Google Shape;591;p14"/>
          <p:cNvSpPr txBox="1"/>
          <p:nvPr>
            <p:ph idx="1" type="body"/>
          </p:nvPr>
        </p:nvSpPr>
        <p:spPr>
          <a:xfrm>
            <a:off x="685800" y="2590800"/>
            <a:ext cx="3810000" cy="3276600"/>
          </a:xfrm>
          <a:prstGeom prst="rect">
            <a:avLst/>
          </a:prstGeom>
          <a:noFill/>
          <a:ln>
            <a:noFill/>
          </a:ln>
        </p:spPr>
        <p:txBody>
          <a:bodyPr anchorCtr="0" anchor="t" bIns="45700" lIns="91425" spcFirstLastPara="1" rIns="91425" wrap="square" tIns="45700">
            <a:noAutofit/>
          </a:bodyPr>
          <a:lstStyle/>
          <a:p>
            <a:pPr indent="-342900" lvl="0" marL="342900" rtl="0" algn="l">
              <a:lnSpc>
                <a:spcPct val="160000"/>
              </a:lnSpc>
              <a:spcBef>
                <a:spcPts val="0"/>
              </a:spcBef>
              <a:spcAft>
                <a:spcPts val="0"/>
              </a:spcAft>
              <a:buClr>
                <a:schemeClr val="dk1"/>
              </a:buClr>
              <a:buSzPts val="2400"/>
              <a:buFont typeface="Tahoma"/>
              <a:buChar char="•"/>
            </a:pPr>
            <a:r>
              <a:rPr b="1" i="0" lang="en-US" sz="2400" u="none">
                <a:solidFill>
                  <a:schemeClr val="dk1"/>
                </a:solidFill>
                <a:latin typeface="Tahoma"/>
                <a:ea typeface="Tahoma"/>
                <a:cs typeface="Tahoma"/>
                <a:sym typeface="Tahoma"/>
              </a:rPr>
              <a:t>Inappropriate length</a:t>
            </a:r>
            <a:endParaRPr/>
          </a:p>
          <a:p>
            <a:pPr indent="-342900" lvl="0" marL="342900" rtl="0" algn="l">
              <a:lnSpc>
                <a:spcPct val="160000"/>
              </a:lnSpc>
              <a:spcBef>
                <a:spcPts val="480"/>
              </a:spcBef>
              <a:spcAft>
                <a:spcPts val="0"/>
              </a:spcAft>
              <a:buClr>
                <a:schemeClr val="dk1"/>
              </a:buClr>
              <a:buSzPts val="2400"/>
              <a:buFont typeface="Tahoma"/>
              <a:buChar char="•"/>
            </a:pPr>
            <a:r>
              <a:rPr b="1" i="0" lang="en-US" sz="2400" u="none">
                <a:solidFill>
                  <a:schemeClr val="dk1"/>
                </a:solidFill>
                <a:latin typeface="Tahoma"/>
                <a:ea typeface="Tahoma"/>
                <a:cs typeface="Tahoma"/>
                <a:sym typeface="Tahoma"/>
              </a:rPr>
              <a:t>Hard to read</a:t>
            </a:r>
            <a:endParaRPr/>
          </a:p>
          <a:p>
            <a:pPr indent="-342900" lvl="0" marL="342900" rtl="0" algn="l">
              <a:lnSpc>
                <a:spcPct val="160000"/>
              </a:lnSpc>
              <a:spcBef>
                <a:spcPts val="480"/>
              </a:spcBef>
              <a:spcAft>
                <a:spcPts val="0"/>
              </a:spcAft>
              <a:buClr>
                <a:schemeClr val="dk1"/>
              </a:buClr>
              <a:buSzPts val="2400"/>
              <a:buFont typeface="Tahoma"/>
              <a:buChar char="•"/>
            </a:pPr>
            <a:r>
              <a:rPr b="1" i="0" lang="en-US" sz="2400" u="none">
                <a:solidFill>
                  <a:schemeClr val="dk1"/>
                </a:solidFill>
                <a:latin typeface="Tahoma"/>
                <a:ea typeface="Tahoma"/>
                <a:cs typeface="Tahoma"/>
                <a:sym typeface="Tahoma"/>
              </a:rPr>
              <a:t>Wordy</a:t>
            </a:r>
            <a:endParaRPr/>
          </a:p>
          <a:p>
            <a:pPr indent="-342900" lvl="0" marL="342900" rtl="0" algn="l">
              <a:lnSpc>
                <a:spcPct val="160000"/>
              </a:lnSpc>
              <a:spcBef>
                <a:spcPts val="480"/>
              </a:spcBef>
              <a:spcAft>
                <a:spcPts val="0"/>
              </a:spcAft>
              <a:buClr>
                <a:schemeClr val="dk1"/>
              </a:buClr>
              <a:buSzPts val="2400"/>
              <a:buFont typeface="Tahoma"/>
              <a:buChar char="•"/>
            </a:pPr>
            <a:r>
              <a:rPr b="1" i="0" lang="en-US" sz="2400" u="none">
                <a:solidFill>
                  <a:schemeClr val="dk1"/>
                </a:solidFill>
                <a:latin typeface="Tahoma"/>
                <a:ea typeface="Tahoma"/>
                <a:cs typeface="Tahoma"/>
                <a:sym typeface="Tahoma"/>
              </a:rPr>
              <a:t>Too slick</a:t>
            </a:r>
            <a:endParaRPr/>
          </a:p>
          <a:p>
            <a:pPr indent="-342900" lvl="0" marL="342900" rtl="0" algn="l">
              <a:lnSpc>
                <a:spcPct val="160000"/>
              </a:lnSpc>
              <a:spcBef>
                <a:spcPts val="360"/>
              </a:spcBef>
              <a:spcAft>
                <a:spcPts val="0"/>
              </a:spcAft>
              <a:buClr>
                <a:schemeClr val="dk1"/>
              </a:buClr>
              <a:buSzPts val="1800"/>
              <a:buFont typeface="Tahoma"/>
              <a:buChar char="•"/>
            </a:pPr>
            <a:r>
              <a:rPr b="1" i="0" lang="en-US" sz="1800" u="none">
                <a:solidFill>
                  <a:schemeClr val="dk1"/>
                </a:solidFill>
                <a:latin typeface="Tahoma"/>
                <a:ea typeface="Tahoma"/>
                <a:cs typeface="Tahoma"/>
                <a:sym typeface="Tahoma"/>
              </a:rPr>
              <a:t>Poorly reproduced/ Printed</a:t>
            </a:r>
            <a:endParaRPr/>
          </a:p>
        </p:txBody>
      </p:sp>
      <p:sp>
        <p:nvSpPr>
          <p:cNvPr id="592" name="Google Shape;592;p14"/>
          <p:cNvSpPr txBox="1"/>
          <p:nvPr>
            <p:ph idx="1" type="body"/>
          </p:nvPr>
        </p:nvSpPr>
        <p:spPr>
          <a:xfrm>
            <a:off x="4648200" y="2590800"/>
            <a:ext cx="3810000" cy="3276600"/>
          </a:xfrm>
          <a:prstGeom prst="rect">
            <a:avLst/>
          </a:prstGeom>
          <a:noFill/>
          <a:ln>
            <a:noFill/>
          </a:ln>
        </p:spPr>
        <p:txBody>
          <a:bodyPr anchorCtr="0" anchor="t" bIns="45700" lIns="91425" spcFirstLastPara="1" rIns="91425" wrap="square" tIns="45700">
            <a:noAutofit/>
          </a:bodyPr>
          <a:lstStyle/>
          <a:p>
            <a:pPr indent="-342900" lvl="0" marL="342900" rtl="0" algn="l">
              <a:lnSpc>
                <a:spcPct val="160000"/>
              </a:lnSpc>
              <a:spcBef>
                <a:spcPts val="0"/>
              </a:spcBef>
              <a:spcAft>
                <a:spcPts val="0"/>
              </a:spcAft>
              <a:buClr>
                <a:schemeClr val="dk1"/>
              </a:buClr>
              <a:buSzPts val="2400"/>
              <a:buFont typeface="Tahoma"/>
              <a:buChar char="•"/>
            </a:pPr>
            <a:r>
              <a:rPr b="1" i="0" lang="en-US" sz="2400" u="none">
                <a:solidFill>
                  <a:schemeClr val="dk1"/>
                </a:solidFill>
                <a:latin typeface="Tahoma"/>
                <a:ea typeface="Tahoma"/>
                <a:cs typeface="Tahoma"/>
                <a:sym typeface="Tahoma"/>
              </a:rPr>
              <a:t>Amateurish</a:t>
            </a:r>
            <a:endParaRPr/>
          </a:p>
          <a:p>
            <a:pPr indent="-342900" lvl="0" marL="342900" rtl="0" algn="l">
              <a:lnSpc>
                <a:spcPct val="160000"/>
              </a:lnSpc>
              <a:spcBef>
                <a:spcPts val="480"/>
              </a:spcBef>
              <a:spcAft>
                <a:spcPts val="0"/>
              </a:spcAft>
              <a:buClr>
                <a:schemeClr val="dk1"/>
              </a:buClr>
              <a:buSzPts val="2400"/>
              <a:buFont typeface="Tahoma"/>
              <a:buChar char="•"/>
            </a:pPr>
            <a:r>
              <a:rPr b="1" i="0" lang="en-US" sz="2400" u="none">
                <a:solidFill>
                  <a:schemeClr val="dk1"/>
                </a:solidFill>
                <a:latin typeface="Tahoma"/>
                <a:ea typeface="Tahoma"/>
                <a:cs typeface="Tahoma"/>
                <a:sym typeface="Tahoma"/>
              </a:rPr>
              <a:t>Boastful</a:t>
            </a:r>
            <a:endParaRPr/>
          </a:p>
          <a:p>
            <a:pPr indent="-342900" lvl="0" marL="342900" rtl="0" algn="l">
              <a:lnSpc>
                <a:spcPct val="160000"/>
              </a:lnSpc>
              <a:spcBef>
                <a:spcPts val="480"/>
              </a:spcBef>
              <a:spcAft>
                <a:spcPts val="0"/>
              </a:spcAft>
              <a:buClr>
                <a:schemeClr val="dk1"/>
              </a:buClr>
              <a:buSzPts val="2400"/>
              <a:buFont typeface="Tahoma"/>
              <a:buChar char="•"/>
            </a:pPr>
            <a:r>
              <a:rPr b="1" i="0" lang="en-US" sz="2400" u="none">
                <a:solidFill>
                  <a:schemeClr val="dk1"/>
                </a:solidFill>
                <a:latin typeface="Tahoma"/>
                <a:ea typeface="Tahoma"/>
                <a:cs typeface="Tahoma"/>
                <a:sym typeface="Tahoma"/>
              </a:rPr>
              <a:t>Dishonest</a:t>
            </a:r>
            <a:endParaRPr/>
          </a:p>
          <a:p>
            <a:pPr indent="-342900" lvl="0" marL="342900" rtl="0" algn="l">
              <a:lnSpc>
                <a:spcPct val="160000"/>
              </a:lnSpc>
              <a:spcBef>
                <a:spcPts val="480"/>
              </a:spcBef>
              <a:spcAft>
                <a:spcPts val="0"/>
              </a:spcAft>
              <a:buClr>
                <a:schemeClr val="dk1"/>
              </a:buClr>
              <a:buSzPts val="2400"/>
              <a:buFont typeface="Tahoma"/>
              <a:buChar char="•"/>
            </a:pPr>
            <a:r>
              <a:rPr b="1" i="0" lang="en-US" sz="2400" u="none">
                <a:solidFill>
                  <a:schemeClr val="dk1"/>
                </a:solidFill>
                <a:latin typeface="Tahoma"/>
                <a:ea typeface="Tahoma"/>
                <a:cs typeface="Tahoma"/>
                <a:sym typeface="Tahoma"/>
              </a:rPr>
              <a:t>Gimmicky</a:t>
            </a:r>
            <a:endParaRPr/>
          </a:p>
          <a:p>
            <a:pPr indent="-342900" lvl="0" marL="342900" rtl="0" algn="l">
              <a:lnSpc>
                <a:spcPct val="160000"/>
              </a:lnSpc>
              <a:spcBef>
                <a:spcPts val="480"/>
              </a:spcBef>
              <a:spcAft>
                <a:spcPts val="0"/>
              </a:spcAft>
              <a:buClr>
                <a:schemeClr val="dk1"/>
              </a:buClr>
              <a:buSzPts val="2400"/>
              <a:buFont typeface="Tahoma"/>
              <a:buChar char="•"/>
            </a:pPr>
            <a:r>
              <a:rPr b="1" i="0" lang="en-US" sz="2400" u="none">
                <a:solidFill>
                  <a:schemeClr val="dk1"/>
                </a:solidFill>
                <a:latin typeface="Tahoma"/>
                <a:ea typeface="Tahoma"/>
                <a:cs typeface="Tahoma"/>
                <a:sym typeface="Tahoma"/>
              </a:rPr>
              <a:t>Carelessly written</a:t>
            </a:r>
            <a:endParaRPr/>
          </a:p>
        </p:txBody>
      </p:sp>
    </p:spTree>
  </p:cSld>
  <p:clrMapOvr>
    <a:masterClrMapping/>
  </p:clrMapOvr>
  <p:transition spd="slow">
    <p:spli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599" name="Google Shape;599;p1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600" name="Google Shape;600;p1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descr="Parchment" id="601" name="Google Shape;601;p15"/>
          <p:cNvSpPr txBox="1"/>
          <p:nvPr/>
        </p:nvSpPr>
        <p:spPr>
          <a:xfrm>
            <a:off x="457200" y="1600200"/>
            <a:ext cx="8229600" cy="45720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02" name="Google Shape;602;p15"/>
          <p:cNvSpPr txBox="1"/>
          <p:nvPr>
            <p:ph type="title"/>
          </p:nvPr>
        </p:nvSpPr>
        <p:spPr>
          <a:xfrm>
            <a:off x="457200" y="381000"/>
            <a:ext cx="8229600" cy="12192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Traditional Résumés</a:t>
            </a:r>
            <a:endParaRPr/>
          </a:p>
        </p:txBody>
      </p:sp>
      <p:sp>
        <p:nvSpPr>
          <p:cNvPr descr="Parchment" id="603" name="Google Shape;603;p15"/>
          <p:cNvSpPr/>
          <p:nvPr/>
        </p:nvSpPr>
        <p:spPr>
          <a:xfrm>
            <a:off x="609600" y="1828800"/>
            <a:ext cx="2463800" cy="2090737"/>
          </a:xfrm>
          <a:prstGeom prst="horizontalScroll">
            <a:avLst>
              <a:gd fmla="val 12500" name="adj"/>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135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Clean</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Typeface</a:t>
            </a:r>
            <a:endParaRPr/>
          </a:p>
        </p:txBody>
      </p:sp>
      <p:sp>
        <p:nvSpPr>
          <p:cNvPr descr="Parchment" id="604" name="Google Shape;604;p15"/>
          <p:cNvSpPr/>
          <p:nvPr/>
        </p:nvSpPr>
        <p:spPr>
          <a:xfrm>
            <a:off x="3340100" y="1828800"/>
            <a:ext cx="2463800" cy="2090737"/>
          </a:xfrm>
          <a:prstGeom prst="horizontalScroll">
            <a:avLst>
              <a:gd fmla="val 12500" name="adj"/>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135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High-Grade</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Paper</a:t>
            </a:r>
            <a:endParaRPr/>
          </a:p>
        </p:txBody>
      </p:sp>
      <p:sp>
        <p:nvSpPr>
          <p:cNvPr descr="Parchment" id="605" name="Google Shape;605;p15"/>
          <p:cNvSpPr/>
          <p:nvPr/>
        </p:nvSpPr>
        <p:spPr>
          <a:xfrm>
            <a:off x="6070600" y="1828800"/>
            <a:ext cx="2463800" cy="2090737"/>
          </a:xfrm>
          <a:prstGeom prst="horizontalScroll">
            <a:avLst>
              <a:gd fmla="val 12500" name="adj"/>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135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Ample</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Margins</a:t>
            </a:r>
            <a:endParaRPr/>
          </a:p>
        </p:txBody>
      </p:sp>
      <p:sp>
        <p:nvSpPr>
          <p:cNvPr descr="Parchment" id="606" name="Google Shape;606;p15"/>
          <p:cNvSpPr/>
          <p:nvPr/>
        </p:nvSpPr>
        <p:spPr>
          <a:xfrm>
            <a:off x="609600" y="4005262"/>
            <a:ext cx="2463800" cy="2090737"/>
          </a:xfrm>
          <a:prstGeom prst="horizontalScroll">
            <a:avLst>
              <a:gd fmla="val 12500" name="adj"/>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135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Laser </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Quality</a:t>
            </a:r>
            <a:endParaRPr/>
          </a:p>
        </p:txBody>
      </p:sp>
      <p:sp>
        <p:nvSpPr>
          <p:cNvPr descr="Parchment" id="607" name="Google Shape;607;p15"/>
          <p:cNvSpPr/>
          <p:nvPr/>
        </p:nvSpPr>
        <p:spPr>
          <a:xfrm>
            <a:off x="3340100" y="4005262"/>
            <a:ext cx="2463800" cy="2090737"/>
          </a:xfrm>
          <a:prstGeom prst="horizontalScroll">
            <a:avLst>
              <a:gd fmla="val 12500" name="adj"/>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135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Appropriate</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Length</a:t>
            </a:r>
            <a:endParaRPr/>
          </a:p>
        </p:txBody>
      </p:sp>
      <p:sp>
        <p:nvSpPr>
          <p:cNvPr descr="Parchment" id="608" name="Google Shape;608;p15"/>
          <p:cNvSpPr/>
          <p:nvPr/>
        </p:nvSpPr>
        <p:spPr>
          <a:xfrm>
            <a:off x="6070600" y="4005262"/>
            <a:ext cx="2463800" cy="2090737"/>
          </a:xfrm>
          <a:prstGeom prst="horizontalScroll">
            <a:avLst>
              <a:gd fmla="val 12500" name="adj"/>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135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Professional</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Design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615" name="Google Shape;615;p1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616" name="Google Shape;616;p1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617" name="Google Shape;617;p16"/>
          <p:cNvSpPr txBox="1"/>
          <p:nvPr/>
        </p:nvSpPr>
        <p:spPr>
          <a:xfrm>
            <a:off x="457200" y="2286000"/>
            <a:ext cx="8229600" cy="3886200"/>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18" name="Google Shape;618;p16"/>
          <p:cNvSpPr txBox="1"/>
          <p:nvPr>
            <p:ph type="title"/>
          </p:nvPr>
        </p:nvSpPr>
        <p:spPr>
          <a:xfrm>
            <a:off x="457200" y="381000"/>
            <a:ext cx="8229600" cy="19050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6000"/>
              <a:buFont typeface="Tahoma"/>
              <a:buNone/>
            </a:pPr>
            <a:r>
              <a:rPr b="1" i="0" lang="en-US" sz="6000" u="none">
                <a:solidFill>
                  <a:schemeClr val="lt1"/>
                </a:solidFill>
                <a:latin typeface="Tahoma"/>
                <a:ea typeface="Tahoma"/>
                <a:cs typeface="Tahoma"/>
                <a:sym typeface="Tahoma"/>
              </a:rPr>
              <a:t>Résumé Formats</a:t>
            </a:r>
            <a:endParaRPr/>
          </a:p>
        </p:txBody>
      </p:sp>
      <p:grpSp>
        <p:nvGrpSpPr>
          <p:cNvPr id="619" name="Google Shape;619;p16"/>
          <p:cNvGrpSpPr/>
          <p:nvPr/>
        </p:nvGrpSpPr>
        <p:grpSpPr>
          <a:xfrm>
            <a:off x="581025" y="2743200"/>
            <a:ext cx="4143375" cy="3398837"/>
            <a:chOff x="258" y="1819"/>
            <a:chExt cx="2610" cy="2050"/>
          </a:xfrm>
        </p:grpSpPr>
        <p:sp>
          <p:nvSpPr>
            <p:cNvPr id="620" name="Google Shape;620;p16"/>
            <p:cNvSpPr/>
            <p:nvPr/>
          </p:nvSpPr>
          <p:spPr>
            <a:xfrm>
              <a:off x="759" y="2387"/>
              <a:ext cx="2049" cy="1439"/>
            </a:xfrm>
            <a:custGeom>
              <a:rect b="b" l="l" r="r" t="t"/>
              <a:pathLst>
                <a:path extrusionOk="0" h="2877" w="4099">
                  <a:moveTo>
                    <a:pt x="2515" y="87"/>
                  </a:moveTo>
                  <a:lnTo>
                    <a:pt x="2074" y="1633"/>
                  </a:lnTo>
                  <a:lnTo>
                    <a:pt x="0" y="1935"/>
                  </a:lnTo>
                  <a:lnTo>
                    <a:pt x="542" y="2680"/>
                  </a:lnTo>
                  <a:lnTo>
                    <a:pt x="1069" y="2877"/>
                  </a:lnTo>
                  <a:lnTo>
                    <a:pt x="1882" y="2877"/>
                  </a:lnTo>
                  <a:lnTo>
                    <a:pt x="2841" y="2476"/>
                  </a:lnTo>
                  <a:lnTo>
                    <a:pt x="3631" y="1665"/>
                  </a:lnTo>
                  <a:lnTo>
                    <a:pt x="4065" y="690"/>
                  </a:lnTo>
                  <a:lnTo>
                    <a:pt x="4099" y="414"/>
                  </a:lnTo>
                  <a:lnTo>
                    <a:pt x="3666" y="108"/>
                  </a:lnTo>
                  <a:lnTo>
                    <a:pt x="2706" y="0"/>
                  </a:lnTo>
                  <a:lnTo>
                    <a:pt x="2515" y="87"/>
                  </a:lnTo>
                  <a:lnTo>
                    <a:pt x="2515" y="8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21" name="Google Shape;621;p16"/>
            <p:cNvSpPr/>
            <p:nvPr/>
          </p:nvSpPr>
          <p:spPr>
            <a:xfrm>
              <a:off x="1331" y="3694"/>
              <a:ext cx="259" cy="153"/>
            </a:xfrm>
            <a:custGeom>
              <a:rect b="b" l="l" r="r" t="t"/>
              <a:pathLst>
                <a:path extrusionOk="0" h="306" w="519">
                  <a:moveTo>
                    <a:pt x="0" y="270"/>
                  </a:moveTo>
                  <a:lnTo>
                    <a:pt x="519" y="0"/>
                  </a:lnTo>
                  <a:lnTo>
                    <a:pt x="408" y="306"/>
                  </a:lnTo>
                  <a:lnTo>
                    <a:pt x="0" y="270"/>
                  </a:lnTo>
                  <a:lnTo>
                    <a:pt x="0" y="270"/>
                  </a:lnTo>
                  <a:close/>
                </a:path>
              </a:pathLst>
            </a:custGeom>
            <a:solidFill>
              <a:srgbClr val="E0C7B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22" name="Google Shape;622;p16"/>
            <p:cNvSpPr/>
            <p:nvPr/>
          </p:nvSpPr>
          <p:spPr>
            <a:xfrm>
              <a:off x="326" y="1829"/>
              <a:ext cx="2455" cy="1590"/>
            </a:xfrm>
            <a:custGeom>
              <a:rect b="b" l="l" r="r" t="t"/>
              <a:pathLst>
                <a:path extrusionOk="0" h="3182" w="4909">
                  <a:moveTo>
                    <a:pt x="1637" y="42"/>
                  </a:moveTo>
                  <a:lnTo>
                    <a:pt x="1504" y="143"/>
                  </a:lnTo>
                  <a:lnTo>
                    <a:pt x="1333" y="380"/>
                  </a:lnTo>
                  <a:lnTo>
                    <a:pt x="1308" y="565"/>
                  </a:lnTo>
                  <a:lnTo>
                    <a:pt x="1325" y="781"/>
                  </a:lnTo>
                  <a:lnTo>
                    <a:pt x="1346" y="831"/>
                  </a:lnTo>
                  <a:lnTo>
                    <a:pt x="1029" y="949"/>
                  </a:lnTo>
                  <a:lnTo>
                    <a:pt x="555" y="1173"/>
                  </a:lnTo>
                  <a:lnTo>
                    <a:pt x="196" y="1538"/>
                  </a:lnTo>
                  <a:lnTo>
                    <a:pt x="0" y="1971"/>
                  </a:lnTo>
                  <a:lnTo>
                    <a:pt x="0" y="2471"/>
                  </a:lnTo>
                  <a:lnTo>
                    <a:pt x="276" y="2952"/>
                  </a:lnTo>
                  <a:lnTo>
                    <a:pt x="858" y="3182"/>
                  </a:lnTo>
                  <a:lnTo>
                    <a:pt x="2462" y="2870"/>
                  </a:lnTo>
                  <a:lnTo>
                    <a:pt x="2584" y="2838"/>
                  </a:lnTo>
                  <a:lnTo>
                    <a:pt x="2514" y="2646"/>
                  </a:lnTo>
                  <a:lnTo>
                    <a:pt x="2690" y="2509"/>
                  </a:lnTo>
                  <a:lnTo>
                    <a:pt x="2738" y="2323"/>
                  </a:lnTo>
                  <a:lnTo>
                    <a:pt x="2658" y="2019"/>
                  </a:lnTo>
                  <a:lnTo>
                    <a:pt x="2679" y="1720"/>
                  </a:lnTo>
                  <a:lnTo>
                    <a:pt x="2846" y="1585"/>
                  </a:lnTo>
                  <a:lnTo>
                    <a:pt x="3274" y="1559"/>
                  </a:lnTo>
                  <a:lnTo>
                    <a:pt x="3369" y="1405"/>
                  </a:lnTo>
                  <a:lnTo>
                    <a:pt x="4223" y="1234"/>
                  </a:lnTo>
                  <a:lnTo>
                    <a:pt x="4909" y="1565"/>
                  </a:lnTo>
                  <a:lnTo>
                    <a:pt x="4869" y="1308"/>
                  </a:lnTo>
                  <a:lnTo>
                    <a:pt x="4626" y="1084"/>
                  </a:lnTo>
                  <a:lnTo>
                    <a:pt x="4457" y="1049"/>
                  </a:lnTo>
                  <a:lnTo>
                    <a:pt x="4259" y="1137"/>
                  </a:lnTo>
                  <a:lnTo>
                    <a:pt x="3801" y="875"/>
                  </a:lnTo>
                  <a:lnTo>
                    <a:pt x="3361" y="719"/>
                  </a:lnTo>
                  <a:lnTo>
                    <a:pt x="3076" y="705"/>
                  </a:lnTo>
                  <a:lnTo>
                    <a:pt x="2901" y="698"/>
                  </a:lnTo>
                  <a:lnTo>
                    <a:pt x="2508" y="787"/>
                  </a:lnTo>
                  <a:lnTo>
                    <a:pt x="2341" y="873"/>
                  </a:lnTo>
                  <a:lnTo>
                    <a:pt x="2354" y="525"/>
                  </a:lnTo>
                  <a:lnTo>
                    <a:pt x="2420" y="534"/>
                  </a:lnTo>
                  <a:lnTo>
                    <a:pt x="2401" y="360"/>
                  </a:lnTo>
                  <a:lnTo>
                    <a:pt x="2198" y="124"/>
                  </a:lnTo>
                  <a:lnTo>
                    <a:pt x="1989" y="21"/>
                  </a:lnTo>
                  <a:lnTo>
                    <a:pt x="1791" y="0"/>
                  </a:lnTo>
                  <a:lnTo>
                    <a:pt x="1637" y="42"/>
                  </a:lnTo>
                  <a:lnTo>
                    <a:pt x="1637" y="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23" name="Google Shape;623;p16"/>
            <p:cNvSpPr/>
            <p:nvPr/>
          </p:nvSpPr>
          <p:spPr>
            <a:xfrm>
              <a:off x="260" y="3327"/>
              <a:ext cx="916" cy="465"/>
            </a:xfrm>
            <a:custGeom>
              <a:rect b="b" l="l" r="r" t="t"/>
              <a:pathLst>
                <a:path extrusionOk="0" h="929" w="1833">
                  <a:moveTo>
                    <a:pt x="0" y="40"/>
                  </a:moveTo>
                  <a:lnTo>
                    <a:pt x="521" y="19"/>
                  </a:lnTo>
                  <a:lnTo>
                    <a:pt x="1069" y="0"/>
                  </a:lnTo>
                  <a:lnTo>
                    <a:pt x="1281" y="85"/>
                  </a:lnTo>
                  <a:lnTo>
                    <a:pt x="1013" y="290"/>
                  </a:lnTo>
                  <a:lnTo>
                    <a:pt x="1833" y="929"/>
                  </a:lnTo>
                  <a:lnTo>
                    <a:pt x="1508" y="908"/>
                  </a:lnTo>
                  <a:lnTo>
                    <a:pt x="1175" y="849"/>
                  </a:lnTo>
                  <a:lnTo>
                    <a:pt x="972" y="794"/>
                  </a:lnTo>
                  <a:lnTo>
                    <a:pt x="774" y="729"/>
                  </a:lnTo>
                  <a:lnTo>
                    <a:pt x="601" y="657"/>
                  </a:lnTo>
                  <a:lnTo>
                    <a:pt x="441" y="574"/>
                  </a:lnTo>
                  <a:lnTo>
                    <a:pt x="226" y="425"/>
                  </a:lnTo>
                  <a:lnTo>
                    <a:pt x="40" y="197"/>
                  </a:lnTo>
                  <a:lnTo>
                    <a:pt x="0" y="40"/>
                  </a:lnTo>
                  <a:lnTo>
                    <a:pt x="0" y="40"/>
                  </a:lnTo>
                  <a:close/>
                </a:path>
              </a:pathLst>
            </a:custGeom>
            <a:solidFill>
              <a:srgbClr val="E0C7B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24" name="Google Shape;624;p16"/>
            <p:cNvSpPr/>
            <p:nvPr/>
          </p:nvSpPr>
          <p:spPr>
            <a:xfrm>
              <a:off x="412" y="2330"/>
              <a:ext cx="744" cy="1031"/>
            </a:xfrm>
            <a:custGeom>
              <a:rect b="b" l="l" r="r" t="t"/>
              <a:pathLst>
                <a:path extrusionOk="0" h="2060" w="1489">
                  <a:moveTo>
                    <a:pt x="609" y="355"/>
                  </a:moveTo>
                  <a:lnTo>
                    <a:pt x="525" y="433"/>
                  </a:lnTo>
                  <a:lnTo>
                    <a:pt x="382" y="580"/>
                  </a:lnTo>
                  <a:lnTo>
                    <a:pt x="219" y="777"/>
                  </a:lnTo>
                  <a:lnTo>
                    <a:pt x="141" y="897"/>
                  </a:lnTo>
                  <a:lnTo>
                    <a:pt x="40" y="1108"/>
                  </a:lnTo>
                  <a:lnTo>
                    <a:pt x="0" y="1290"/>
                  </a:lnTo>
                  <a:lnTo>
                    <a:pt x="12" y="1583"/>
                  </a:lnTo>
                  <a:lnTo>
                    <a:pt x="2" y="1828"/>
                  </a:lnTo>
                  <a:lnTo>
                    <a:pt x="6" y="1931"/>
                  </a:lnTo>
                  <a:lnTo>
                    <a:pt x="80" y="1999"/>
                  </a:lnTo>
                  <a:lnTo>
                    <a:pt x="207" y="2039"/>
                  </a:lnTo>
                  <a:lnTo>
                    <a:pt x="361" y="2060"/>
                  </a:lnTo>
                  <a:lnTo>
                    <a:pt x="804" y="2049"/>
                  </a:lnTo>
                  <a:lnTo>
                    <a:pt x="1230" y="1718"/>
                  </a:lnTo>
                  <a:lnTo>
                    <a:pt x="1394" y="1737"/>
                  </a:lnTo>
                  <a:lnTo>
                    <a:pt x="1400" y="1465"/>
                  </a:lnTo>
                  <a:lnTo>
                    <a:pt x="1489" y="671"/>
                  </a:lnTo>
                  <a:lnTo>
                    <a:pt x="1179" y="264"/>
                  </a:lnTo>
                  <a:lnTo>
                    <a:pt x="1128" y="0"/>
                  </a:lnTo>
                  <a:lnTo>
                    <a:pt x="867" y="135"/>
                  </a:lnTo>
                  <a:lnTo>
                    <a:pt x="962" y="281"/>
                  </a:lnTo>
                  <a:lnTo>
                    <a:pt x="962" y="804"/>
                  </a:lnTo>
                  <a:lnTo>
                    <a:pt x="829" y="789"/>
                  </a:lnTo>
                  <a:lnTo>
                    <a:pt x="609" y="355"/>
                  </a:lnTo>
                  <a:lnTo>
                    <a:pt x="609" y="355"/>
                  </a:lnTo>
                  <a:close/>
                </a:path>
              </a:pathLst>
            </a:custGeom>
            <a:solidFill>
              <a:srgbClr val="CCCC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25" name="Google Shape;625;p16"/>
            <p:cNvSpPr/>
            <p:nvPr/>
          </p:nvSpPr>
          <p:spPr>
            <a:xfrm>
              <a:off x="1164" y="2322"/>
              <a:ext cx="991" cy="926"/>
            </a:xfrm>
            <a:custGeom>
              <a:rect b="b" l="l" r="r" t="t"/>
              <a:pathLst>
                <a:path extrusionOk="0" h="1853" w="1981">
                  <a:moveTo>
                    <a:pt x="196" y="486"/>
                  </a:moveTo>
                  <a:lnTo>
                    <a:pt x="376" y="521"/>
                  </a:lnTo>
                  <a:lnTo>
                    <a:pt x="707" y="152"/>
                  </a:lnTo>
                  <a:lnTo>
                    <a:pt x="747" y="545"/>
                  </a:lnTo>
                  <a:lnTo>
                    <a:pt x="991" y="127"/>
                  </a:lnTo>
                  <a:lnTo>
                    <a:pt x="1143" y="76"/>
                  </a:lnTo>
                  <a:lnTo>
                    <a:pt x="1270" y="38"/>
                  </a:lnTo>
                  <a:lnTo>
                    <a:pt x="1468" y="0"/>
                  </a:lnTo>
                  <a:lnTo>
                    <a:pt x="1690" y="34"/>
                  </a:lnTo>
                  <a:lnTo>
                    <a:pt x="1810" y="133"/>
                  </a:lnTo>
                  <a:lnTo>
                    <a:pt x="1880" y="177"/>
                  </a:lnTo>
                  <a:lnTo>
                    <a:pt x="1981" y="199"/>
                  </a:lnTo>
                  <a:lnTo>
                    <a:pt x="1966" y="349"/>
                  </a:lnTo>
                  <a:lnTo>
                    <a:pt x="1722" y="405"/>
                  </a:lnTo>
                  <a:lnTo>
                    <a:pt x="1597" y="570"/>
                  </a:lnTo>
                  <a:lnTo>
                    <a:pt x="1304" y="553"/>
                  </a:lnTo>
                  <a:lnTo>
                    <a:pt x="1068" y="695"/>
                  </a:lnTo>
                  <a:lnTo>
                    <a:pt x="968" y="861"/>
                  </a:lnTo>
                  <a:lnTo>
                    <a:pt x="920" y="1317"/>
                  </a:lnTo>
                  <a:lnTo>
                    <a:pt x="597" y="1828"/>
                  </a:lnTo>
                  <a:lnTo>
                    <a:pt x="266" y="1853"/>
                  </a:lnTo>
                  <a:lnTo>
                    <a:pt x="0" y="923"/>
                  </a:lnTo>
                  <a:lnTo>
                    <a:pt x="63" y="648"/>
                  </a:lnTo>
                  <a:lnTo>
                    <a:pt x="141" y="659"/>
                  </a:lnTo>
                  <a:lnTo>
                    <a:pt x="148" y="545"/>
                  </a:lnTo>
                  <a:lnTo>
                    <a:pt x="196" y="486"/>
                  </a:lnTo>
                  <a:lnTo>
                    <a:pt x="196" y="486"/>
                  </a:lnTo>
                  <a:close/>
                </a:path>
              </a:pathLst>
            </a:custGeom>
            <a:solidFill>
              <a:srgbClr val="CCCC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26" name="Google Shape;626;p16"/>
            <p:cNvSpPr/>
            <p:nvPr/>
          </p:nvSpPr>
          <p:spPr>
            <a:xfrm>
              <a:off x="1298" y="2997"/>
              <a:ext cx="248" cy="267"/>
            </a:xfrm>
            <a:custGeom>
              <a:rect b="b" l="l" r="r" t="t"/>
              <a:pathLst>
                <a:path extrusionOk="0" h="534" w="496">
                  <a:moveTo>
                    <a:pt x="0" y="504"/>
                  </a:moveTo>
                  <a:lnTo>
                    <a:pt x="316" y="0"/>
                  </a:lnTo>
                  <a:lnTo>
                    <a:pt x="456" y="110"/>
                  </a:lnTo>
                  <a:lnTo>
                    <a:pt x="496" y="409"/>
                  </a:lnTo>
                  <a:lnTo>
                    <a:pt x="323" y="205"/>
                  </a:lnTo>
                  <a:lnTo>
                    <a:pt x="236" y="534"/>
                  </a:lnTo>
                  <a:lnTo>
                    <a:pt x="0" y="504"/>
                  </a:lnTo>
                  <a:lnTo>
                    <a:pt x="0" y="504"/>
                  </a:lnTo>
                  <a:close/>
                </a:path>
              </a:pathLst>
            </a:custGeom>
            <a:solidFill>
              <a:srgbClr val="999999"/>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27" name="Google Shape;627;p16"/>
            <p:cNvSpPr/>
            <p:nvPr/>
          </p:nvSpPr>
          <p:spPr>
            <a:xfrm>
              <a:off x="747" y="3047"/>
              <a:ext cx="197" cy="174"/>
            </a:xfrm>
            <a:custGeom>
              <a:rect b="b" l="l" r="r" t="t"/>
              <a:pathLst>
                <a:path extrusionOk="0" h="348" w="394">
                  <a:moveTo>
                    <a:pt x="0" y="167"/>
                  </a:moveTo>
                  <a:lnTo>
                    <a:pt x="181" y="0"/>
                  </a:lnTo>
                  <a:lnTo>
                    <a:pt x="394" y="285"/>
                  </a:lnTo>
                  <a:lnTo>
                    <a:pt x="314" y="348"/>
                  </a:lnTo>
                  <a:lnTo>
                    <a:pt x="181" y="167"/>
                  </a:lnTo>
                  <a:lnTo>
                    <a:pt x="111" y="300"/>
                  </a:lnTo>
                  <a:lnTo>
                    <a:pt x="23" y="308"/>
                  </a:lnTo>
                  <a:lnTo>
                    <a:pt x="0" y="167"/>
                  </a:lnTo>
                  <a:lnTo>
                    <a:pt x="0" y="167"/>
                  </a:lnTo>
                  <a:close/>
                </a:path>
              </a:pathLst>
            </a:custGeom>
            <a:solidFill>
              <a:srgbClr val="999999"/>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28" name="Google Shape;628;p16"/>
            <p:cNvSpPr/>
            <p:nvPr/>
          </p:nvSpPr>
          <p:spPr>
            <a:xfrm>
              <a:off x="1345" y="3256"/>
              <a:ext cx="631" cy="248"/>
            </a:xfrm>
            <a:custGeom>
              <a:rect b="b" l="l" r="r" t="t"/>
              <a:pathLst>
                <a:path extrusionOk="0" h="496" w="1263">
                  <a:moveTo>
                    <a:pt x="0" y="95"/>
                  </a:moveTo>
                  <a:lnTo>
                    <a:pt x="890" y="0"/>
                  </a:lnTo>
                  <a:lnTo>
                    <a:pt x="873" y="110"/>
                  </a:lnTo>
                  <a:lnTo>
                    <a:pt x="1263" y="308"/>
                  </a:lnTo>
                  <a:lnTo>
                    <a:pt x="858" y="496"/>
                  </a:lnTo>
                  <a:lnTo>
                    <a:pt x="221" y="260"/>
                  </a:lnTo>
                  <a:lnTo>
                    <a:pt x="0" y="95"/>
                  </a:lnTo>
                  <a:lnTo>
                    <a:pt x="0" y="95"/>
                  </a:lnTo>
                  <a:close/>
                </a:path>
              </a:pathLst>
            </a:custGeom>
            <a:solidFill>
              <a:srgbClr val="E0C7B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29" name="Google Shape;629;p16"/>
            <p:cNvSpPr/>
            <p:nvPr/>
          </p:nvSpPr>
          <p:spPr>
            <a:xfrm>
              <a:off x="720" y="3331"/>
              <a:ext cx="905" cy="480"/>
            </a:xfrm>
            <a:custGeom>
              <a:rect b="b" l="l" r="r" t="t"/>
              <a:pathLst>
                <a:path extrusionOk="0" h="960" w="1810">
                  <a:moveTo>
                    <a:pt x="0" y="206"/>
                  </a:moveTo>
                  <a:lnTo>
                    <a:pt x="457" y="8"/>
                  </a:lnTo>
                  <a:lnTo>
                    <a:pt x="645" y="173"/>
                  </a:lnTo>
                  <a:lnTo>
                    <a:pt x="968" y="103"/>
                  </a:lnTo>
                  <a:lnTo>
                    <a:pt x="1156" y="198"/>
                  </a:lnTo>
                  <a:lnTo>
                    <a:pt x="1093" y="0"/>
                  </a:lnTo>
                  <a:lnTo>
                    <a:pt x="1204" y="23"/>
                  </a:lnTo>
                  <a:lnTo>
                    <a:pt x="1810" y="401"/>
                  </a:lnTo>
                  <a:lnTo>
                    <a:pt x="1795" y="677"/>
                  </a:lnTo>
                  <a:lnTo>
                    <a:pt x="1031" y="960"/>
                  </a:lnTo>
                  <a:lnTo>
                    <a:pt x="110" y="354"/>
                  </a:lnTo>
                  <a:lnTo>
                    <a:pt x="0" y="206"/>
                  </a:lnTo>
                  <a:lnTo>
                    <a:pt x="0" y="206"/>
                  </a:lnTo>
                  <a:close/>
                </a:path>
              </a:pathLst>
            </a:custGeom>
            <a:solidFill>
              <a:srgbClr val="FFF7B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30" name="Google Shape;630;p16"/>
            <p:cNvSpPr/>
            <p:nvPr/>
          </p:nvSpPr>
          <p:spPr>
            <a:xfrm>
              <a:off x="873" y="3162"/>
              <a:ext cx="448" cy="283"/>
            </a:xfrm>
            <a:custGeom>
              <a:rect b="b" l="l" r="r" t="t"/>
              <a:pathLst>
                <a:path extrusionOk="0" h="566" w="898">
                  <a:moveTo>
                    <a:pt x="48" y="236"/>
                  </a:moveTo>
                  <a:lnTo>
                    <a:pt x="324" y="0"/>
                  </a:lnTo>
                  <a:lnTo>
                    <a:pt x="670" y="95"/>
                  </a:lnTo>
                  <a:lnTo>
                    <a:pt x="898" y="566"/>
                  </a:lnTo>
                  <a:lnTo>
                    <a:pt x="464" y="504"/>
                  </a:lnTo>
                  <a:lnTo>
                    <a:pt x="244" y="488"/>
                  </a:lnTo>
                  <a:lnTo>
                    <a:pt x="0" y="386"/>
                  </a:lnTo>
                  <a:lnTo>
                    <a:pt x="48" y="236"/>
                  </a:lnTo>
                  <a:lnTo>
                    <a:pt x="48" y="236"/>
                  </a:lnTo>
                  <a:close/>
                </a:path>
              </a:pathLst>
            </a:custGeom>
            <a:solidFill>
              <a:srgbClr val="E9A774"/>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31" name="Google Shape;631;p16"/>
            <p:cNvSpPr/>
            <p:nvPr/>
          </p:nvSpPr>
          <p:spPr>
            <a:xfrm>
              <a:off x="2132" y="2402"/>
              <a:ext cx="736" cy="193"/>
            </a:xfrm>
            <a:custGeom>
              <a:rect b="b" l="l" r="r" t="t"/>
              <a:pathLst>
                <a:path extrusionOk="0" h="386" w="1472">
                  <a:moveTo>
                    <a:pt x="0" y="126"/>
                  </a:moveTo>
                  <a:lnTo>
                    <a:pt x="156" y="0"/>
                  </a:lnTo>
                  <a:lnTo>
                    <a:pt x="502" y="33"/>
                  </a:lnTo>
                  <a:lnTo>
                    <a:pt x="905" y="0"/>
                  </a:lnTo>
                  <a:lnTo>
                    <a:pt x="1472" y="301"/>
                  </a:lnTo>
                  <a:lnTo>
                    <a:pt x="1462" y="386"/>
                  </a:lnTo>
                  <a:lnTo>
                    <a:pt x="1352" y="386"/>
                  </a:lnTo>
                  <a:lnTo>
                    <a:pt x="991" y="246"/>
                  </a:lnTo>
                  <a:lnTo>
                    <a:pt x="660" y="103"/>
                  </a:lnTo>
                  <a:lnTo>
                    <a:pt x="31" y="190"/>
                  </a:lnTo>
                  <a:lnTo>
                    <a:pt x="0" y="126"/>
                  </a:lnTo>
                  <a:lnTo>
                    <a:pt x="0" y="126"/>
                  </a:lnTo>
                  <a:close/>
                </a:path>
              </a:pathLst>
            </a:custGeom>
            <a:solidFill>
              <a:srgbClr val="E9A774"/>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32" name="Google Shape;632;p16"/>
            <p:cNvSpPr/>
            <p:nvPr/>
          </p:nvSpPr>
          <p:spPr>
            <a:xfrm>
              <a:off x="972" y="1898"/>
              <a:ext cx="460" cy="693"/>
            </a:xfrm>
            <a:custGeom>
              <a:rect b="b" l="l" r="r" t="t"/>
              <a:pathLst>
                <a:path extrusionOk="0" h="1386" w="920">
                  <a:moveTo>
                    <a:pt x="424" y="0"/>
                  </a:moveTo>
                  <a:lnTo>
                    <a:pt x="637" y="346"/>
                  </a:lnTo>
                  <a:lnTo>
                    <a:pt x="880" y="401"/>
                  </a:lnTo>
                  <a:lnTo>
                    <a:pt x="920" y="717"/>
                  </a:lnTo>
                  <a:lnTo>
                    <a:pt x="770" y="1055"/>
                  </a:lnTo>
                  <a:lnTo>
                    <a:pt x="684" y="1165"/>
                  </a:lnTo>
                  <a:lnTo>
                    <a:pt x="677" y="1283"/>
                  </a:lnTo>
                  <a:lnTo>
                    <a:pt x="567" y="1275"/>
                  </a:lnTo>
                  <a:lnTo>
                    <a:pt x="464" y="1275"/>
                  </a:lnTo>
                  <a:lnTo>
                    <a:pt x="299" y="1386"/>
                  </a:lnTo>
                  <a:lnTo>
                    <a:pt x="141" y="1275"/>
                  </a:lnTo>
                  <a:lnTo>
                    <a:pt x="8" y="945"/>
                  </a:lnTo>
                  <a:lnTo>
                    <a:pt x="55" y="692"/>
                  </a:lnTo>
                  <a:lnTo>
                    <a:pt x="0" y="589"/>
                  </a:lnTo>
                  <a:lnTo>
                    <a:pt x="8" y="394"/>
                  </a:lnTo>
                  <a:lnTo>
                    <a:pt x="221" y="103"/>
                  </a:lnTo>
                  <a:lnTo>
                    <a:pt x="424" y="0"/>
                  </a:lnTo>
                  <a:lnTo>
                    <a:pt x="424" y="0"/>
                  </a:lnTo>
                  <a:close/>
                </a:path>
              </a:pathLst>
            </a:custGeom>
            <a:solidFill>
              <a:srgbClr val="E9A774"/>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33" name="Google Shape;633;p16"/>
            <p:cNvSpPr/>
            <p:nvPr/>
          </p:nvSpPr>
          <p:spPr>
            <a:xfrm>
              <a:off x="975" y="1862"/>
              <a:ext cx="512" cy="244"/>
            </a:xfrm>
            <a:custGeom>
              <a:rect b="b" l="l" r="r" t="t"/>
              <a:pathLst>
                <a:path extrusionOk="0" h="488" w="1023">
                  <a:moveTo>
                    <a:pt x="0" y="466"/>
                  </a:moveTo>
                  <a:lnTo>
                    <a:pt x="125" y="110"/>
                  </a:lnTo>
                  <a:lnTo>
                    <a:pt x="549" y="0"/>
                  </a:lnTo>
                  <a:lnTo>
                    <a:pt x="825" y="135"/>
                  </a:lnTo>
                  <a:lnTo>
                    <a:pt x="1023" y="370"/>
                  </a:lnTo>
                  <a:lnTo>
                    <a:pt x="629" y="418"/>
                  </a:lnTo>
                  <a:lnTo>
                    <a:pt x="368" y="120"/>
                  </a:lnTo>
                  <a:lnTo>
                    <a:pt x="464" y="348"/>
                  </a:lnTo>
                  <a:lnTo>
                    <a:pt x="416" y="441"/>
                  </a:lnTo>
                  <a:lnTo>
                    <a:pt x="118" y="488"/>
                  </a:lnTo>
                  <a:lnTo>
                    <a:pt x="0" y="466"/>
                  </a:lnTo>
                  <a:lnTo>
                    <a:pt x="0" y="466"/>
                  </a:lnTo>
                  <a:close/>
                </a:path>
              </a:pathLst>
            </a:custGeom>
            <a:solidFill>
              <a:srgbClr val="999999"/>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34" name="Google Shape;634;p16"/>
            <p:cNvSpPr/>
            <p:nvPr/>
          </p:nvSpPr>
          <p:spPr>
            <a:xfrm>
              <a:off x="1069" y="1982"/>
              <a:ext cx="166" cy="234"/>
            </a:xfrm>
            <a:custGeom>
              <a:rect b="b" l="l" r="r" t="t"/>
              <a:pathLst>
                <a:path extrusionOk="0" h="470" w="331">
                  <a:moveTo>
                    <a:pt x="0" y="289"/>
                  </a:moveTo>
                  <a:lnTo>
                    <a:pt x="165" y="0"/>
                  </a:lnTo>
                  <a:lnTo>
                    <a:pt x="331" y="242"/>
                  </a:lnTo>
                  <a:lnTo>
                    <a:pt x="70" y="470"/>
                  </a:lnTo>
                  <a:lnTo>
                    <a:pt x="0" y="289"/>
                  </a:lnTo>
                  <a:lnTo>
                    <a:pt x="0" y="289"/>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35" name="Google Shape;635;p16"/>
            <p:cNvSpPr/>
            <p:nvPr/>
          </p:nvSpPr>
          <p:spPr>
            <a:xfrm>
              <a:off x="1467" y="2282"/>
              <a:ext cx="162" cy="547"/>
            </a:xfrm>
            <a:custGeom>
              <a:rect b="b" l="l" r="r" t="t"/>
              <a:pathLst>
                <a:path extrusionOk="0" h="1095" w="325">
                  <a:moveTo>
                    <a:pt x="87" y="78"/>
                  </a:moveTo>
                  <a:lnTo>
                    <a:pt x="83" y="578"/>
                  </a:lnTo>
                  <a:lnTo>
                    <a:pt x="0" y="1051"/>
                  </a:lnTo>
                  <a:lnTo>
                    <a:pt x="117" y="1095"/>
                  </a:lnTo>
                  <a:lnTo>
                    <a:pt x="325" y="534"/>
                  </a:lnTo>
                  <a:lnTo>
                    <a:pt x="213" y="23"/>
                  </a:lnTo>
                  <a:lnTo>
                    <a:pt x="188" y="0"/>
                  </a:lnTo>
                  <a:lnTo>
                    <a:pt x="146" y="23"/>
                  </a:lnTo>
                  <a:lnTo>
                    <a:pt x="87" y="78"/>
                  </a:lnTo>
                  <a:lnTo>
                    <a:pt x="87" y="78"/>
                  </a:lnTo>
                  <a:close/>
                </a:path>
              </a:pathLst>
            </a:custGeom>
            <a:solidFill>
              <a:srgbClr val="FF262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36" name="Google Shape;636;p16"/>
            <p:cNvSpPr/>
            <p:nvPr/>
          </p:nvSpPr>
          <p:spPr>
            <a:xfrm>
              <a:off x="659" y="2422"/>
              <a:ext cx="236" cy="488"/>
            </a:xfrm>
            <a:custGeom>
              <a:rect b="b" l="l" r="r" t="t"/>
              <a:pathLst>
                <a:path extrusionOk="0" h="977" w="471">
                  <a:moveTo>
                    <a:pt x="0" y="82"/>
                  </a:moveTo>
                  <a:lnTo>
                    <a:pt x="251" y="0"/>
                  </a:lnTo>
                  <a:lnTo>
                    <a:pt x="393" y="177"/>
                  </a:lnTo>
                  <a:lnTo>
                    <a:pt x="462" y="430"/>
                  </a:lnTo>
                  <a:lnTo>
                    <a:pt x="471" y="569"/>
                  </a:lnTo>
                  <a:lnTo>
                    <a:pt x="463" y="711"/>
                  </a:lnTo>
                  <a:lnTo>
                    <a:pt x="412" y="977"/>
                  </a:lnTo>
                  <a:lnTo>
                    <a:pt x="270" y="973"/>
                  </a:lnTo>
                  <a:lnTo>
                    <a:pt x="306" y="512"/>
                  </a:lnTo>
                  <a:lnTo>
                    <a:pt x="152" y="196"/>
                  </a:lnTo>
                  <a:lnTo>
                    <a:pt x="0" y="82"/>
                  </a:lnTo>
                  <a:lnTo>
                    <a:pt x="0" y="82"/>
                  </a:lnTo>
                  <a:close/>
                </a:path>
              </a:pathLst>
            </a:custGeom>
            <a:solidFill>
              <a:srgbClr val="FF262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37" name="Google Shape;637;p16"/>
            <p:cNvSpPr/>
            <p:nvPr/>
          </p:nvSpPr>
          <p:spPr>
            <a:xfrm>
              <a:off x="1093" y="2646"/>
              <a:ext cx="152" cy="559"/>
            </a:xfrm>
            <a:custGeom>
              <a:rect b="b" l="l" r="r" t="t"/>
              <a:pathLst>
                <a:path extrusionOk="0" h="1117" w="305">
                  <a:moveTo>
                    <a:pt x="0" y="15"/>
                  </a:moveTo>
                  <a:lnTo>
                    <a:pt x="206" y="0"/>
                  </a:lnTo>
                  <a:lnTo>
                    <a:pt x="183" y="110"/>
                  </a:lnTo>
                  <a:lnTo>
                    <a:pt x="170" y="243"/>
                  </a:lnTo>
                  <a:lnTo>
                    <a:pt x="301" y="747"/>
                  </a:lnTo>
                  <a:lnTo>
                    <a:pt x="305" y="853"/>
                  </a:lnTo>
                  <a:lnTo>
                    <a:pt x="301" y="950"/>
                  </a:lnTo>
                  <a:lnTo>
                    <a:pt x="268" y="1117"/>
                  </a:lnTo>
                  <a:lnTo>
                    <a:pt x="221" y="1095"/>
                  </a:lnTo>
                  <a:lnTo>
                    <a:pt x="132" y="990"/>
                  </a:lnTo>
                  <a:lnTo>
                    <a:pt x="46" y="876"/>
                  </a:lnTo>
                  <a:lnTo>
                    <a:pt x="8" y="823"/>
                  </a:lnTo>
                  <a:lnTo>
                    <a:pt x="111" y="272"/>
                  </a:lnTo>
                  <a:lnTo>
                    <a:pt x="0" y="15"/>
                  </a:lnTo>
                  <a:lnTo>
                    <a:pt x="0" y="15"/>
                  </a:lnTo>
                  <a:close/>
                </a:path>
              </a:pathLst>
            </a:custGeom>
            <a:solidFill>
              <a:srgbClr val="0059A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38" name="Google Shape;638;p16"/>
            <p:cNvSpPr/>
            <p:nvPr/>
          </p:nvSpPr>
          <p:spPr>
            <a:xfrm>
              <a:off x="1535" y="2432"/>
              <a:ext cx="1328" cy="1420"/>
            </a:xfrm>
            <a:custGeom>
              <a:rect b="b" l="l" r="r" t="t"/>
              <a:pathLst>
                <a:path extrusionOk="0" h="2840" w="2656">
                  <a:moveTo>
                    <a:pt x="1845" y="0"/>
                  </a:moveTo>
                  <a:lnTo>
                    <a:pt x="1225" y="263"/>
                  </a:lnTo>
                  <a:lnTo>
                    <a:pt x="1957" y="553"/>
                  </a:lnTo>
                  <a:lnTo>
                    <a:pt x="1044" y="405"/>
                  </a:lnTo>
                  <a:lnTo>
                    <a:pt x="603" y="1783"/>
                  </a:lnTo>
                  <a:lnTo>
                    <a:pt x="989" y="1979"/>
                  </a:lnTo>
                  <a:lnTo>
                    <a:pt x="991" y="2308"/>
                  </a:lnTo>
                  <a:lnTo>
                    <a:pt x="483" y="2327"/>
                  </a:lnTo>
                  <a:lnTo>
                    <a:pt x="196" y="2273"/>
                  </a:lnTo>
                  <a:lnTo>
                    <a:pt x="0" y="2830"/>
                  </a:lnTo>
                  <a:lnTo>
                    <a:pt x="350" y="2840"/>
                  </a:lnTo>
                  <a:lnTo>
                    <a:pt x="966" y="2750"/>
                  </a:lnTo>
                  <a:lnTo>
                    <a:pt x="1094" y="2699"/>
                  </a:lnTo>
                  <a:lnTo>
                    <a:pt x="1217" y="2642"/>
                  </a:lnTo>
                  <a:lnTo>
                    <a:pt x="1331" y="2583"/>
                  </a:lnTo>
                  <a:lnTo>
                    <a:pt x="1442" y="2520"/>
                  </a:lnTo>
                  <a:lnTo>
                    <a:pt x="1628" y="2395"/>
                  </a:lnTo>
                  <a:lnTo>
                    <a:pt x="1795" y="2260"/>
                  </a:lnTo>
                  <a:lnTo>
                    <a:pt x="1953" y="2108"/>
                  </a:lnTo>
                  <a:lnTo>
                    <a:pt x="2090" y="1950"/>
                  </a:lnTo>
                  <a:lnTo>
                    <a:pt x="2231" y="1753"/>
                  </a:lnTo>
                  <a:lnTo>
                    <a:pt x="2347" y="1555"/>
                  </a:lnTo>
                  <a:lnTo>
                    <a:pt x="2442" y="1352"/>
                  </a:lnTo>
                  <a:lnTo>
                    <a:pt x="2514" y="1156"/>
                  </a:lnTo>
                  <a:lnTo>
                    <a:pt x="2628" y="673"/>
                  </a:lnTo>
                  <a:lnTo>
                    <a:pt x="2656" y="325"/>
                  </a:lnTo>
                  <a:lnTo>
                    <a:pt x="2533" y="301"/>
                  </a:lnTo>
                  <a:lnTo>
                    <a:pt x="2402" y="249"/>
                  </a:lnTo>
                  <a:lnTo>
                    <a:pt x="2253" y="187"/>
                  </a:lnTo>
                  <a:lnTo>
                    <a:pt x="2103" y="120"/>
                  </a:lnTo>
                  <a:lnTo>
                    <a:pt x="1972" y="59"/>
                  </a:lnTo>
                  <a:lnTo>
                    <a:pt x="1845" y="0"/>
                  </a:lnTo>
                  <a:lnTo>
                    <a:pt x="1845" y="0"/>
                  </a:lnTo>
                  <a:close/>
                </a:path>
              </a:pathLst>
            </a:custGeom>
            <a:solidFill>
              <a:srgbClr val="BFAFA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39" name="Google Shape;639;p16"/>
            <p:cNvSpPr/>
            <p:nvPr/>
          </p:nvSpPr>
          <p:spPr>
            <a:xfrm>
              <a:off x="771" y="2903"/>
              <a:ext cx="107" cy="144"/>
            </a:xfrm>
            <a:custGeom>
              <a:rect b="b" l="l" r="r" t="t"/>
              <a:pathLst>
                <a:path extrusionOk="0" h="287" w="215">
                  <a:moveTo>
                    <a:pt x="46" y="9"/>
                  </a:moveTo>
                  <a:lnTo>
                    <a:pt x="215" y="0"/>
                  </a:lnTo>
                  <a:lnTo>
                    <a:pt x="181" y="287"/>
                  </a:lnTo>
                  <a:lnTo>
                    <a:pt x="0" y="142"/>
                  </a:lnTo>
                  <a:lnTo>
                    <a:pt x="46" y="9"/>
                  </a:lnTo>
                  <a:lnTo>
                    <a:pt x="46" y="9"/>
                  </a:lnTo>
                  <a:close/>
                </a:path>
              </a:pathLst>
            </a:custGeom>
            <a:solidFill>
              <a:srgbClr val="998A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40" name="Google Shape;640;p16"/>
            <p:cNvSpPr/>
            <p:nvPr/>
          </p:nvSpPr>
          <p:spPr>
            <a:xfrm>
              <a:off x="1430" y="2802"/>
              <a:ext cx="96" cy="177"/>
            </a:xfrm>
            <a:custGeom>
              <a:rect b="b" l="l" r="r" t="t"/>
              <a:pathLst>
                <a:path extrusionOk="0" h="353" w="192">
                  <a:moveTo>
                    <a:pt x="52" y="0"/>
                  </a:moveTo>
                  <a:lnTo>
                    <a:pt x="192" y="55"/>
                  </a:lnTo>
                  <a:lnTo>
                    <a:pt x="130" y="353"/>
                  </a:lnTo>
                  <a:lnTo>
                    <a:pt x="0" y="89"/>
                  </a:lnTo>
                  <a:lnTo>
                    <a:pt x="52" y="0"/>
                  </a:lnTo>
                  <a:lnTo>
                    <a:pt x="52" y="0"/>
                  </a:lnTo>
                  <a:close/>
                </a:path>
              </a:pathLst>
            </a:custGeom>
            <a:solidFill>
              <a:srgbClr val="998A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41" name="Google Shape;641;p16"/>
            <p:cNvSpPr/>
            <p:nvPr/>
          </p:nvSpPr>
          <p:spPr>
            <a:xfrm>
              <a:off x="1018" y="2986"/>
              <a:ext cx="207" cy="329"/>
            </a:xfrm>
            <a:custGeom>
              <a:rect b="b" l="l" r="r" t="t"/>
              <a:pathLst>
                <a:path extrusionOk="0" h="658" w="415">
                  <a:moveTo>
                    <a:pt x="17" y="120"/>
                  </a:moveTo>
                  <a:lnTo>
                    <a:pt x="0" y="25"/>
                  </a:lnTo>
                  <a:lnTo>
                    <a:pt x="59" y="0"/>
                  </a:lnTo>
                  <a:lnTo>
                    <a:pt x="88" y="99"/>
                  </a:lnTo>
                  <a:lnTo>
                    <a:pt x="158" y="143"/>
                  </a:lnTo>
                  <a:lnTo>
                    <a:pt x="320" y="352"/>
                  </a:lnTo>
                  <a:lnTo>
                    <a:pt x="415" y="658"/>
                  </a:lnTo>
                  <a:lnTo>
                    <a:pt x="217" y="493"/>
                  </a:lnTo>
                  <a:lnTo>
                    <a:pt x="91" y="301"/>
                  </a:lnTo>
                  <a:lnTo>
                    <a:pt x="33" y="242"/>
                  </a:lnTo>
                  <a:lnTo>
                    <a:pt x="14" y="143"/>
                  </a:lnTo>
                  <a:lnTo>
                    <a:pt x="17" y="120"/>
                  </a:lnTo>
                  <a:lnTo>
                    <a:pt x="17" y="120"/>
                  </a:lnTo>
                  <a:close/>
                </a:path>
              </a:pathLst>
            </a:custGeom>
            <a:solidFill>
              <a:srgbClr val="998A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42" name="Google Shape;642;p16"/>
            <p:cNvSpPr/>
            <p:nvPr/>
          </p:nvSpPr>
          <p:spPr>
            <a:xfrm>
              <a:off x="934" y="3168"/>
              <a:ext cx="263" cy="280"/>
            </a:xfrm>
            <a:custGeom>
              <a:rect b="b" l="l" r="r" t="t"/>
              <a:pathLst>
                <a:path extrusionOk="0" h="561" w="525">
                  <a:moveTo>
                    <a:pt x="207" y="33"/>
                  </a:moveTo>
                  <a:lnTo>
                    <a:pt x="114" y="95"/>
                  </a:lnTo>
                  <a:lnTo>
                    <a:pt x="47" y="274"/>
                  </a:lnTo>
                  <a:lnTo>
                    <a:pt x="61" y="371"/>
                  </a:lnTo>
                  <a:lnTo>
                    <a:pt x="120" y="439"/>
                  </a:lnTo>
                  <a:lnTo>
                    <a:pt x="219" y="474"/>
                  </a:lnTo>
                  <a:lnTo>
                    <a:pt x="325" y="485"/>
                  </a:lnTo>
                  <a:lnTo>
                    <a:pt x="525" y="504"/>
                  </a:lnTo>
                  <a:lnTo>
                    <a:pt x="525" y="536"/>
                  </a:lnTo>
                  <a:lnTo>
                    <a:pt x="304" y="561"/>
                  </a:lnTo>
                  <a:lnTo>
                    <a:pt x="78" y="512"/>
                  </a:lnTo>
                  <a:lnTo>
                    <a:pt x="0" y="390"/>
                  </a:lnTo>
                  <a:lnTo>
                    <a:pt x="8" y="221"/>
                  </a:lnTo>
                  <a:lnTo>
                    <a:pt x="38" y="139"/>
                  </a:lnTo>
                  <a:lnTo>
                    <a:pt x="82" y="71"/>
                  </a:lnTo>
                  <a:lnTo>
                    <a:pt x="135" y="21"/>
                  </a:lnTo>
                  <a:lnTo>
                    <a:pt x="198" y="0"/>
                  </a:lnTo>
                  <a:lnTo>
                    <a:pt x="207" y="33"/>
                  </a:lnTo>
                  <a:lnTo>
                    <a:pt x="207"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43" name="Google Shape;643;p16"/>
            <p:cNvSpPr/>
            <p:nvPr/>
          </p:nvSpPr>
          <p:spPr>
            <a:xfrm>
              <a:off x="1086" y="3282"/>
              <a:ext cx="231" cy="160"/>
            </a:xfrm>
            <a:custGeom>
              <a:rect b="b" l="l" r="r" t="t"/>
              <a:pathLst>
                <a:path extrusionOk="0" h="322" w="462">
                  <a:moveTo>
                    <a:pt x="25" y="2"/>
                  </a:moveTo>
                  <a:lnTo>
                    <a:pt x="101" y="69"/>
                  </a:lnTo>
                  <a:lnTo>
                    <a:pt x="202" y="132"/>
                  </a:lnTo>
                  <a:lnTo>
                    <a:pt x="304" y="194"/>
                  </a:lnTo>
                  <a:lnTo>
                    <a:pt x="453" y="291"/>
                  </a:lnTo>
                  <a:lnTo>
                    <a:pt x="462" y="312"/>
                  </a:lnTo>
                  <a:lnTo>
                    <a:pt x="441" y="322"/>
                  </a:lnTo>
                  <a:lnTo>
                    <a:pt x="350" y="295"/>
                  </a:lnTo>
                  <a:lnTo>
                    <a:pt x="263" y="253"/>
                  </a:lnTo>
                  <a:lnTo>
                    <a:pt x="204" y="209"/>
                  </a:lnTo>
                  <a:lnTo>
                    <a:pt x="124" y="145"/>
                  </a:lnTo>
                  <a:lnTo>
                    <a:pt x="48" y="76"/>
                  </a:lnTo>
                  <a:lnTo>
                    <a:pt x="0" y="23"/>
                  </a:lnTo>
                  <a:lnTo>
                    <a:pt x="2" y="0"/>
                  </a:lnTo>
                  <a:lnTo>
                    <a:pt x="25" y="2"/>
                  </a:lnTo>
                  <a:lnTo>
                    <a:pt x="25"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44" name="Google Shape;644;p16"/>
            <p:cNvSpPr/>
            <p:nvPr/>
          </p:nvSpPr>
          <p:spPr>
            <a:xfrm>
              <a:off x="1083" y="3203"/>
              <a:ext cx="221" cy="184"/>
            </a:xfrm>
            <a:custGeom>
              <a:rect b="b" l="l" r="r" t="t"/>
              <a:pathLst>
                <a:path extrusionOk="0" h="368" w="443">
                  <a:moveTo>
                    <a:pt x="23" y="0"/>
                  </a:moveTo>
                  <a:lnTo>
                    <a:pt x="90" y="53"/>
                  </a:lnTo>
                  <a:lnTo>
                    <a:pt x="200" y="119"/>
                  </a:lnTo>
                  <a:lnTo>
                    <a:pt x="291" y="192"/>
                  </a:lnTo>
                  <a:lnTo>
                    <a:pt x="375" y="268"/>
                  </a:lnTo>
                  <a:lnTo>
                    <a:pt x="440" y="342"/>
                  </a:lnTo>
                  <a:lnTo>
                    <a:pt x="443" y="365"/>
                  </a:lnTo>
                  <a:lnTo>
                    <a:pt x="419" y="368"/>
                  </a:lnTo>
                  <a:lnTo>
                    <a:pt x="288" y="277"/>
                  </a:lnTo>
                  <a:lnTo>
                    <a:pt x="162" y="171"/>
                  </a:lnTo>
                  <a:lnTo>
                    <a:pt x="77" y="102"/>
                  </a:lnTo>
                  <a:lnTo>
                    <a:pt x="0" y="22"/>
                  </a:lnTo>
                  <a:lnTo>
                    <a:pt x="0" y="0"/>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45" name="Google Shape;645;p16"/>
            <p:cNvSpPr/>
            <p:nvPr/>
          </p:nvSpPr>
          <p:spPr>
            <a:xfrm>
              <a:off x="1180" y="3172"/>
              <a:ext cx="112" cy="171"/>
            </a:xfrm>
            <a:custGeom>
              <a:rect b="b" l="l" r="r" t="t"/>
              <a:pathLst>
                <a:path extrusionOk="0" h="342" w="225">
                  <a:moveTo>
                    <a:pt x="23" y="0"/>
                  </a:moveTo>
                  <a:lnTo>
                    <a:pt x="145" y="87"/>
                  </a:lnTo>
                  <a:lnTo>
                    <a:pt x="225" y="216"/>
                  </a:lnTo>
                  <a:lnTo>
                    <a:pt x="200" y="342"/>
                  </a:lnTo>
                  <a:lnTo>
                    <a:pt x="168" y="340"/>
                  </a:lnTo>
                  <a:lnTo>
                    <a:pt x="145" y="236"/>
                  </a:lnTo>
                  <a:lnTo>
                    <a:pt x="111" y="142"/>
                  </a:lnTo>
                  <a:lnTo>
                    <a:pt x="57" y="61"/>
                  </a:lnTo>
                  <a:lnTo>
                    <a:pt x="8" y="30"/>
                  </a:lnTo>
                  <a:lnTo>
                    <a:pt x="0" y="7"/>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46" name="Google Shape;646;p16"/>
            <p:cNvSpPr/>
            <p:nvPr/>
          </p:nvSpPr>
          <p:spPr>
            <a:xfrm>
              <a:off x="1053" y="3078"/>
              <a:ext cx="93" cy="167"/>
            </a:xfrm>
            <a:custGeom>
              <a:rect b="b" l="l" r="r" t="t"/>
              <a:pathLst>
                <a:path extrusionOk="0" h="332" w="186">
                  <a:moveTo>
                    <a:pt x="30" y="9"/>
                  </a:moveTo>
                  <a:lnTo>
                    <a:pt x="106" y="197"/>
                  </a:lnTo>
                  <a:lnTo>
                    <a:pt x="186" y="309"/>
                  </a:lnTo>
                  <a:lnTo>
                    <a:pt x="184" y="332"/>
                  </a:lnTo>
                  <a:lnTo>
                    <a:pt x="161" y="332"/>
                  </a:lnTo>
                  <a:lnTo>
                    <a:pt x="110" y="279"/>
                  </a:lnTo>
                  <a:lnTo>
                    <a:pt x="64" y="220"/>
                  </a:lnTo>
                  <a:lnTo>
                    <a:pt x="0" y="21"/>
                  </a:lnTo>
                  <a:lnTo>
                    <a:pt x="9" y="0"/>
                  </a:lnTo>
                  <a:lnTo>
                    <a:pt x="30" y="9"/>
                  </a:lnTo>
                  <a:lnTo>
                    <a:pt x="30" y="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47" name="Google Shape;647;p16"/>
            <p:cNvSpPr/>
            <p:nvPr/>
          </p:nvSpPr>
          <p:spPr>
            <a:xfrm>
              <a:off x="635" y="2463"/>
              <a:ext cx="206" cy="298"/>
            </a:xfrm>
            <a:custGeom>
              <a:rect b="b" l="l" r="r" t="t"/>
              <a:pathLst>
                <a:path extrusionOk="0" h="597" w="413">
                  <a:moveTo>
                    <a:pt x="0" y="0"/>
                  </a:moveTo>
                  <a:lnTo>
                    <a:pt x="112" y="21"/>
                  </a:lnTo>
                  <a:lnTo>
                    <a:pt x="200" y="80"/>
                  </a:lnTo>
                  <a:lnTo>
                    <a:pt x="331" y="259"/>
                  </a:lnTo>
                  <a:lnTo>
                    <a:pt x="413" y="542"/>
                  </a:lnTo>
                  <a:lnTo>
                    <a:pt x="367" y="597"/>
                  </a:lnTo>
                  <a:lnTo>
                    <a:pt x="338" y="582"/>
                  </a:lnTo>
                  <a:lnTo>
                    <a:pt x="314" y="437"/>
                  </a:lnTo>
                  <a:lnTo>
                    <a:pt x="259" y="298"/>
                  </a:lnTo>
                  <a:lnTo>
                    <a:pt x="215" y="211"/>
                  </a:lnTo>
                  <a:lnTo>
                    <a:pt x="162" y="124"/>
                  </a:lnTo>
                  <a:lnTo>
                    <a:pt x="93" y="59"/>
                  </a:lnTo>
                  <a:lnTo>
                    <a:pt x="0" y="32"/>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48" name="Google Shape;648;p16"/>
            <p:cNvSpPr/>
            <p:nvPr/>
          </p:nvSpPr>
          <p:spPr>
            <a:xfrm>
              <a:off x="821" y="2398"/>
              <a:ext cx="106" cy="484"/>
            </a:xfrm>
            <a:custGeom>
              <a:rect b="b" l="l" r="r" t="t"/>
              <a:pathLst>
                <a:path extrusionOk="0" h="967" w="211">
                  <a:moveTo>
                    <a:pt x="22" y="0"/>
                  </a:moveTo>
                  <a:lnTo>
                    <a:pt x="137" y="85"/>
                  </a:lnTo>
                  <a:lnTo>
                    <a:pt x="194" y="216"/>
                  </a:lnTo>
                  <a:lnTo>
                    <a:pt x="211" y="469"/>
                  </a:lnTo>
                  <a:lnTo>
                    <a:pt x="201" y="728"/>
                  </a:lnTo>
                  <a:lnTo>
                    <a:pt x="154" y="849"/>
                  </a:lnTo>
                  <a:lnTo>
                    <a:pt x="102" y="967"/>
                  </a:lnTo>
                  <a:lnTo>
                    <a:pt x="72" y="958"/>
                  </a:lnTo>
                  <a:lnTo>
                    <a:pt x="97" y="838"/>
                  </a:lnTo>
                  <a:lnTo>
                    <a:pt x="125" y="716"/>
                  </a:lnTo>
                  <a:lnTo>
                    <a:pt x="133" y="285"/>
                  </a:lnTo>
                  <a:lnTo>
                    <a:pt x="99" y="139"/>
                  </a:lnTo>
                  <a:lnTo>
                    <a:pt x="5" y="26"/>
                  </a:lnTo>
                  <a:lnTo>
                    <a:pt x="0" y="6"/>
                  </a:lnTo>
                  <a:lnTo>
                    <a:pt x="22" y="0"/>
                  </a:lnTo>
                  <a:lnTo>
                    <a:pt x="2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49" name="Google Shape;649;p16"/>
            <p:cNvSpPr/>
            <p:nvPr/>
          </p:nvSpPr>
          <p:spPr>
            <a:xfrm>
              <a:off x="977" y="2307"/>
              <a:ext cx="214" cy="311"/>
            </a:xfrm>
            <a:custGeom>
              <a:rect b="b" l="l" r="r" t="t"/>
              <a:pathLst>
                <a:path extrusionOk="0" h="624" w="428">
                  <a:moveTo>
                    <a:pt x="40" y="6"/>
                  </a:moveTo>
                  <a:lnTo>
                    <a:pt x="31" y="80"/>
                  </a:lnTo>
                  <a:lnTo>
                    <a:pt x="48" y="227"/>
                  </a:lnTo>
                  <a:lnTo>
                    <a:pt x="113" y="361"/>
                  </a:lnTo>
                  <a:lnTo>
                    <a:pt x="168" y="457"/>
                  </a:lnTo>
                  <a:lnTo>
                    <a:pt x="219" y="519"/>
                  </a:lnTo>
                  <a:lnTo>
                    <a:pt x="291" y="552"/>
                  </a:lnTo>
                  <a:lnTo>
                    <a:pt x="404" y="552"/>
                  </a:lnTo>
                  <a:lnTo>
                    <a:pt x="428" y="557"/>
                  </a:lnTo>
                  <a:lnTo>
                    <a:pt x="405" y="582"/>
                  </a:lnTo>
                  <a:lnTo>
                    <a:pt x="327" y="624"/>
                  </a:lnTo>
                  <a:lnTo>
                    <a:pt x="240" y="603"/>
                  </a:lnTo>
                  <a:lnTo>
                    <a:pt x="170" y="544"/>
                  </a:lnTo>
                  <a:lnTo>
                    <a:pt x="69" y="386"/>
                  </a:lnTo>
                  <a:lnTo>
                    <a:pt x="0" y="198"/>
                  </a:lnTo>
                  <a:lnTo>
                    <a:pt x="8" y="0"/>
                  </a:lnTo>
                  <a:lnTo>
                    <a:pt x="40" y="6"/>
                  </a:lnTo>
                  <a:lnTo>
                    <a:pt x="40"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50" name="Google Shape;650;p16"/>
            <p:cNvSpPr/>
            <p:nvPr/>
          </p:nvSpPr>
          <p:spPr>
            <a:xfrm>
              <a:off x="939" y="2270"/>
              <a:ext cx="77" cy="440"/>
            </a:xfrm>
            <a:custGeom>
              <a:rect b="b" l="l" r="r" t="t"/>
              <a:pathLst>
                <a:path extrusionOk="0" h="880" w="154">
                  <a:moveTo>
                    <a:pt x="135" y="19"/>
                  </a:moveTo>
                  <a:lnTo>
                    <a:pt x="84" y="244"/>
                  </a:lnTo>
                  <a:lnTo>
                    <a:pt x="75" y="475"/>
                  </a:lnTo>
                  <a:lnTo>
                    <a:pt x="94" y="658"/>
                  </a:lnTo>
                  <a:lnTo>
                    <a:pt x="154" y="831"/>
                  </a:lnTo>
                  <a:lnTo>
                    <a:pt x="145" y="880"/>
                  </a:lnTo>
                  <a:lnTo>
                    <a:pt x="95" y="871"/>
                  </a:lnTo>
                  <a:lnTo>
                    <a:pt x="73" y="842"/>
                  </a:lnTo>
                  <a:lnTo>
                    <a:pt x="19" y="664"/>
                  </a:lnTo>
                  <a:lnTo>
                    <a:pt x="0" y="475"/>
                  </a:lnTo>
                  <a:lnTo>
                    <a:pt x="18" y="306"/>
                  </a:lnTo>
                  <a:lnTo>
                    <a:pt x="56" y="139"/>
                  </a:lnTo>
                  <a:lnTo>
                    <a:pt x="75" y="65"/>
                  </a:lnTo>
                  <a:lnTo>
                    <a:pt x="109" y="0"/>
                  </a:lnTo>
                  <a:lnTo>
                    <a:pt x="135" y="19"/>
                  </a:lnTo>
                  <a:lnTo>
                    <a:pt x="135"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51" name="Google Shape;651;p16"/>
            <p:cNvSpPr/>
            <p:nvPr/>
          </p:nvSpPr>
          <p:spPr>
            <a:xfrm>
              <a:off x="1018" y="2627"/>
              <a:ext cx="274" cy="91"/>
            </a:xfrm>
            <a:custGeom>
              <a:rect b="b" l="l" r="r" t="t"/>
              <a:pathLst>
                <a:path extrusionOk="0" h="182" w="548">
                  <a:moveTo>
                    <a:pt x="0" y="163"/>
                  </a:moveTo>
                  <a:lnTo>
                    <a:pt x="61" y="89"/>
                  </a:lnTo>
                  <a:lnTo>
                    <a:pt x="133" y="32"/>
                  </a:lnTo>
                  <a:lnTo>
                    <a:pt x="295" y="0"/>
                  </a:lnTo>
                  <a:lnTo>
                    <a:pt x="453" y="42"/>
                  </a:lnTo>
                  <a:lnTo>
                    <a:pt x="544" y="137"/>
                  </a:lnTo>
                  <a:lnTo>
                    <a:pt x="548" y="160"/>
                  </a:lnTo>
                  <a:lnTo>
                    <a:pt x="525" y="163"/>
                  </a:lnTo>
                  <a:lnTo>
                    <a:pt x="415" y="93"/>
                  </a:lnTo>
                  <a:lnTo>
                    <a:pt x="289" y="63"/>
                  </a:lnTo>
                  <a:lnTo>
                    <a:pt x="160" y="91"/>
                  </a:lnTo>
                  <a:lnTo>
                    <a:pt x="33" y="182"/>
                  </a:lnTo>
                  <a:lnTo>
                    <a:pt x="0" y="163"/>
                  </a:lnTo>
                  <a:lnTo>
                    <a:pt x="0" y="1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52" name="Google Shape;652;p16"/>
            <p:cNvSpPr/>
            <p:nvPr/>
          </p:nvSpPr>
          <p:spPr>
            <a:xfrm>
              <a:off x="1226" y="2541"/>
              <a:ext cx="70" cy="181"/>
            </a:xfrm>
            <a:custGeom>
              <a:rect b="b" l="l" r="r" t="t"/>
              <a:pathLst>
                <a:path extrusionOk="0" h="361" w="138">
                  <a:moveTo>
                    <a:pt x="83" y="34"/>
                  </a:moveTo>
                  <a:lnTo>
                    <a:pt x="70" y="104"/>
                  </a:lnTo>
                  <a:lnTo>
                    <a:pt x="83" y="186"/>
                  </a:lnTo>
                  <a:lnTo>
                    <a:pt x="138" y="338"/>
                  </a:lnTo>
                  <a:lnTo>
                    <a:pt x="131" y="361"/>
                  </a:lnTo>
                  <a:lnTo>
                    <a:pt x="110" y="355"/>
                  </a:lnTo>
                  <a:lnTo>
                    <a:pt x="47" y="260"/>
                  </a:lnTo>
                  <a:lnTo>
                    <a:pt x="0" y="159"/>
                  </a:lnTo>
                  <a:lnTo>
                    <a:pt x="5" y="80"/>
                  </a:lnTo>
                  <a:lnTo>
                    <a:pt x="43" y="7"/>
                  </a:lnTo>
                  <a:lnTo>
                    <a:pt x="78" y="0"/>
                  </a:lnTo>
                  <a:lnTo>
                    <a:pt x="83" y="34"/>
                  </a:lnTo>
                  <a:lnTo>
                    <a:pt x="83"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53" name="Google Shape;653;p16"/>
            <p:cNvSpPr/>
            <p:nvPr/>
          </p:nvSpPr>
          <p:spPr>
            <a:xfrm>
              <a:off x="1100" y="2644"/>
              <a:ext cx="92" cy="377"/>
            </a:xfrm>
            <a:custGeom>
              <a:rect b="b" l="l" r="r" t="t"/>
              <a:pathLst>
                <a:path extrusionOk="0" h="755" w="184">
                  <a:moveTo>
                    <a:pt x="173" y="0"/>
                  </a:moveTo>
                  <a:lnTo>
                    <a:pt x="184" y="135"/>
                  </a:lnTo>
                  <a:lnTo>
                    <a:pt x="171" y="268"/>
                  </a:lnTo>
                  <a:lnTo>
                    <a:pt x="114" y="439"/>
                  </a:lnTo>
                  <a:lnTo>
                    <a:pt x="32" y="755"/>
                  </a:lnTo>
                  <a:lnTo>
                    <a:pt x="0" y="751"/>
                  </a:lnTo>
                  <a:lnTo>
                    <a:pt x="30" y="416"/>
                  </a:lnTo>
                  <a:lnTo>
                    <a:pt x="87" y="243"/>
                  </a:lnTo>
                  <a:lnTo>
                    <a:pt x="135" y="82"/>
                  </a:lnTo>
                  <a:lnTo>
                    <a:pt x="140" y="2"/>
                  </a:lnTo>
                  <a:lnTo>
                    <a:pt x="173" y="0"/>
                  </a:lnTo>
                  <a:lnTo>
                    <a:pt x="17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54" name="Google Shape;654;p16"/>
            <p:cNvSpPr/>
            <p:nvPr/>
          </p:nvSpPr>
          <p:spPr>
            <a:xfrm>
              <a:off x="1083" y="2653"/>
              <a:ext cx="209" cy="547"/>
            </a:xfrm>
            <a:custGeom>
              <a:rect b="b" l="l" r="r" t="t"/>
              <a:pathLst>
                <a:path extrusionOk="0" h="1095" w="419">
                  <a:moveTo>
                    <a:pt x="31" y="8"/>
                  </a:moveTo>
                  <a:lnTo>
                    <a:pt x="134" y="139"/>
                  </a:lnTo>
                  <a:lnTo>
                    <a:pt x="223" y="280"/>
                  </a:lnTo>
                  <a:lnTo>
                    <a:pt x="345" y="551"/>
                  </a:lnTo>
                  <a:lnTo>
                    <a:pt x="419" y="842"/>
                  </a:lnTo>
                  <a:lnTo>
                    <a:pt x="409" y="1095"/>
                  </a:lnTo>
                  <a:lnTo>
                    <a:pt x="305" y="726"/>
                  </a:lnTo>
                  <a:lnTo>
                    <a:pt x="250" y="525"/>
                  </a:lnTo>
                  <a:lnTo>
                    <a:pt x="212" y="420"/>
                  </a:lnTo>
                  <a:lnTo>
                    <a:pt x="160" y="314"/>
                  </a:lnTo>
                  <a:lnTo>
                    <a:pt x="128" y="255"/>
                  </a:lnTo>
                  <a:lnTo>
                    <a:pt x="75" y="160"/>
                  </a:lnTo>
                  <a:lnTo>
                    <a:pt x="25" y="69"/>
                  </a:lnTo>
                  <a:lnTo>
                    <a:pt x="0" y="23"/>
                  </a:lnTo>
                  <a:lnTo>
                    <a:pt x="8" y="0"/>
                  </a:lnTo>
                  <a:lnTo>
                    <a:pt x="31" y="8"/>
                  </a:lnTo>
                  <a:lnTo>
                    <a:pt x="31"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55" name="Google Shape;655;p16"/>
            <p:cNvSpPr/>
            <p:nvPr/>
          </p:nvSpPr>
          <p:spPr>
            <a:xfrm>
              <a:off x="1335" y="2091"/>
              <a:ext cx="183" cy="456"/>
            </a:xfrm>
            <a:custGeom>
              <a:rect b="b" l="l" r="r" t="t"/>
              <a:pathLst>
                <a:path extrusionOk="0" h="912" w="367">
                  <a:moveTo>
                    <a:pt x="367" y="6"/>
                  </a:moveTo>
                  <a:lnTo>
                    <a:pt x="344" y="179"/>
                  </a:lnTo>
                  <a:lnTo>
                    <a:pt x="320" y="365"/>
                  </a:lnTo>
                  <a:lnTo>
                    <a:pt x="266" y="515"/>
                  </a:lnTo>
                  <a:lnTo>
                    <a:pt x="185" y="654"/>
                  </a:lnTo>
                  <a:lnTo>
                    <a:pt x="111" y="791"/>
                  </a:lnTo>
                  <a:lnTo>
                    <a:pt x="67" y="865"/>
                  </a:lnTo>
                  <a:lnTo>
                    <a:pt x="25" y="912"/>
                  </a:lnTo>
                  <a:lnTo>
                    <a:pt x="0" y="889"/>
                  </a:lnTo>
                  <a:lnTo>
                    <a:pt x="59" y="806"/>
                  </a:lnTo>
                  <a:lnTo>
                    <a:pt x="137" y="642"/>
                  </a:lnTo>
                  <a:lnTo>
                    <a:pt x="246" y="378"/>
                  </a:lnTo>
                  <a:lnTo>
                    <a:pt x="285" y="184"/>
                  </a:lnTo>
                  <a:lnTo>
                    <a:pt x="337" y="0"/>
                  </a:lnTo>
                  <a:lnTo>
                    <a:pt x="367" y="6"/>
                  </a:lnTo>
                  <a:lnTo>
                    <a:pt x="367"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56" name="Google Shape;656;p16"/>
            <p:cNvSpPr/>
            <p:nvPr/>
          </p:nvSpPr>
          <p:spPr>
            <a:xfrm>
              <a:off x="1054" y="2415"/>
              <a:ext cx="234" cy="137"/>
            </a:xfrm>
            <a:custGeom>
              <a:rect b="b" l="l" r="r" t="t"/>
              <a:pathLst>
                <a:path extrusionOk="0" h="274" w="468">
                  <a:moveTo>
                    <a:pt x="25" y="0"/>
                  </a:moveTo>
                  <a:lnTo>
                    <a:pt x="173" y="95"/>
                  </a:lnTo>
                  <a:lnTo>
                    <a:pt x="327" y="184"/>
                  </a:lnTo>
                  <a:lnTo>
                    <a:pt x="396" y="219"/>
                  </a:lnTo>
                  <a:lnTo>
                    <a:pt x="468" y="240"/>
                  </a:lnTo>
                  <a:lnTo>
                    <a:pt x="468" y="274"/>
                  </a:lnTo>
                  <a:lnTo>
                    <a:pt x="291" y="264"/>
                  </a:lnTo>
                  <a:lnTo>
                    <a:pt x="149" y="188"/>
                  </a:lnTo>
                  <a:lnTo>
                    <a:pt x="54" y="72"/>
                  </a:lnTo>
                  <a:lnTo>
                    <a:pt x="4" y="27"/>
                  </a:lnTo>
                  <a:lnTo>
                    <a:pt x="0" y="4"/>
                  </a:lnTo>
                  <a:lnTo>
                    <a:pt x="25" y="0"/>
                  </a:lnTo>
                  <a:lnTo>
                    <a:pt x="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57" name="Google Shape;657;p16"/>
            <p:cNvSpPr/>
            <p:nvPr/>
          </p:nvSpPr>
          <p:spPr>
            <a:xfrm>
              <a:off x="1275" y="2149"/>
              <a:ext cx="117" cy="240"/>
            </a:xfrm>
            <a:custGeom>
              <a:rect b="b" l="l" r="r" t="t"/>
              <a:pathLst>
                <a:path extrusionOk="0" h="481" w="233">
                  <a:moveTo>
                    <a:pt x="150" y="418"/>
                  </a:moveTo>
                  <a:lnTo>
                    <a:pt x="190" y="211"/>
                  </a:lnTo>
                  <a:lnTo>
                    <a:pt x="201" y="0"/>
                  </a:lnTo>
                  <a:lnTo>
                    <a:pt x="233" y="0"/>
                  </a:lnTo>
                  <a:lnTo>
                    <a:pt x="228" y="289"/>
                  </a:lnTo>
                  <a:lnTo>
                    <a:pt x="201" y="427"/>
                  </a:lnTo>
                  <a:lnTo>
                    <a:pt x="159" y="466"/>
                  </a:lnTo>
                  <a:lnTo>
                    <a:pt x="79" y="481"/>
                  </a:lnTo>
                  <a:lnTo>
                    <a:pt x="0" y="469"/>
                  </a:lnTo>
                  <a:lnTo>
                    <a:pt x="0" y="437"/>
                  </a:lnTo>
                  <a:lnTo>
                    <a:pt x="74" y="410"/>
                  </a:lnTo>
                  <a:lnTo>
                    <a:pt x="150" y="418"/>
                  </a:lnTo>
                  <a:lnTo>
                    <a:pt x="150" y="4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58" name="Google Shape;658;p16"/>
            <p:cNvSpPr/>
            <p:nvPr/>
          </p:nvSpPr>
          <p:spPr>
            <a:xfrm>
              <a:off x="1229" y="2404"/>
              <a:ext cx="108" cy="55"/>
            </a:xfrm>
            <a:custGeom>
              <a:rect b="b" l="l" r="r" t="t"/>
              <a:pathLst>
                <a:path extrusionOk="0" h="110" w="215">
                  <a:moveTo>
                    <a:pt x="21" y="0"/>
                  </a:moveTo>
                  <a:lnTo>
                    <a:pt x="118" y="59"/>
                  </a:lnTo>
                  <a:lnTo>
                    <a:pt x="204" y="59"/>
                  </a:lnTo>
                  <a:lnTo>
                    <a:pt x="215" y="93"/>
                  </a:lnTo>
                  <a:lnTo>
                    <a:pt x="188" y="110"/>
                  </a:lnTo>
                  <a:lnTo>
                    <a:pt x="101" y="110"/>
                  </a:lnTo>
                  <a:lnTo>
                    <a:pt x="8" y="31"/>
                  </a:lnTo>
                  <a:lnTo>
                    <a:pt x="0" y="8"/>
                  </a:lnTo>
                  <a:lnTo>
                    <a:pt x="21" y="0"/>
                  </a:lnTo>
                  <a:lnTo>
                    <a:pt x="2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59" name="Google Shape;659;p16"/>
            <p:cNvSpPr/>
            <p:nvPr/>
          </p:nvSpPr>
          <p:spPr>
            <a:xfrm>
              <a:off x="1244" y="2215"/>
              <a:ext cx="86" cy="41"/>
            </a:xfrm>
            <a:custGeom>
              <a:rect b="b" l="l" r="r" t="t"/>
              <a:pathLst>
                <a:path extrusionOk="0" h="82" w="171">
                  <a:moveTo>
                    <a:pt x="21" y="0"/>
                  </a:moveTo>
                  <a:lnTo>
                    <a:pt x="165" y="30"/>
                  </a:lnTo>
                  <a:lnTo>
                    <a:pt x="171" y="61"/>
                  </a:lnTo>
                  <a:lnTo>
                    <a:pt x="95" y="82"/>
                  </a:lnTo>
                  <a:lnTo>
                    <a:pt x="9" y="30"/>
                  </a:lnTo>
                  <a:lnTo>
                    <a:pt x="0" y="9"/>
                  </a:lnTo>
                  <a:lnTo>
                    <a:pt x="21" y="0"/>
                  </a:lnTo>
                  <a:lnTo>
                    <a:pt x="2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60" name="Google Shape;660;p16"/>
            <p:cNvSpPr/>
            <p:nvPr/>
          </p:nvSpPr>
          <p:spPr>
            <a:xfrm>
              <a:off x="1409" y="2239"/>
              <a:ext cx="71" cy="35"/>
            </a:xfrm>
            <a:custGeom>
              <a:rect b="b" l="l" r="r" t="t"/>
              <a:pathLst>
                <a:path extrusionOk="0" h="71" w="142">
                  <a:moveTo>
                    <a:pt x="22" y="2"/>
                  </a:moveTo>
                  <a:lnTo>
                    <a:pt x="66" y="0"/>
                  </a:lnTo>
                  <a:lnTo>
                    <a:pt x="117" y="14"/>
                  </a:lnTo>
                  <a:lnTo>
                    <a:pt x="142" y="37"/>
                  </a:lnTo>
                  <a:lnTo>
                    <a:pt x="117" y="61"/>
                  </a:lnTo>
                  <a:lnTo>
                    <a:pt x="59" y="71"/>
                  </a:lnTo>
                  <a:lnTo>
                    <a:pt x="3" y="29"/>
                  </a:lnTo>
                  <a:lnTo>
                    <a:pt x="0" y="6"/>
                  </a:lnTo>
                  <a:lnTo>
                    <a:pt x="22" y="2"/>
                  </a:lnTo>
                  <a:lnTo>
                    <a:pt x="22"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61" name="Google Shape;661;p16"/>
            <p:cNvSpPr/>
            <p:nvPr/>
          </p:nvSpPr>
          <p:spPr>
            <a:xfrm>
              <a:off x="1139" y="1901"/>
              <a:ext cx="329" cy="211"/>
            </a:xfrm>
            <a:custGeom>
              <a:rect b="b" l="l" r="r" t="t"/>
              <a:pathLst>
                <a:path extrusionOk="0" h="422" w="657">
                  <a:moveTo>
                    <a:pt x="317" y="315"/>
                  </a:moveTo>
                  <a:lnTo>
                    <a:pt x="486" y="332"/>
                  </a:lnTo>
                  <a:lnTo>
                    <a:pt x="646" y="389"/>
                  </a:lnTo>
                  <a:lnTo>
                    <a:pt x="657" y="410"/>
                  </a:lnTo>
                  <a:lnTo>
                    <a:pt x="638" y="422"/>
                  </a:lnTo>
                  <a:lnTo>
                    <a:pt x="296" y="401"/>
                  </a:lnTo>
                  <a:lnTo>
                    <a:pt x="253" y="374"/>
                  </a:lnTo>
                  <a:lnTo>
                    <a:pt x="211" y="273"/>
                  </a:lnTo>
                  <a:lnTo>
                    <a:pt x="157" y="178"/>
                  </a:lnTo>
                  <a:lnTo>
                    <a:pt x="95" y="89"/>
                  </a:lnTo>
                  <a:lnTo>
                    <a:pt x="0" y="32"/>
                  </a:lnTo>
                  <a:lnTo>
                    <a:pt x="5" y="0"/>
                  </a:lnTo>
                  <a:lnTo>
                    <a:pt x="184" y="127"/>
                  </a:lnTo>
                  <a:lnTo>
                    <a:pt x="266" y="230"/>
                  </a:lnTo>
                  <a:lnTo>
                    <a:pt x="317" y="315"/>
                  </a:lnTo>
                  <a:lnTo>
                    <a:pt x="317" y="31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62" name="Google Shape;662;p16"/>
            <p:cNvSpPr/>
            <p:nvPr/>
          </p:nvSpPr>
          <p:spPr>
            <a:xfrm>
              <a:off x="963" y="1819"/>
              <a:ext cx="594" cy="339"/>
            </a:xfrm>
            <a:custGeom>
              <a:rect b="b" l="l" r="r" t="t"/>
              <a:pathLst>
                <a:path extrusionOk="0" h="679" w="1188">
                  <a:moveTo>
                    <a:pt x="17" y="679"/>
                  </a:moveTo>
                  <a:lnTo>
                    <a:pt x="0" y="491"/>
                  </a:lnTo>
                  <a:lnTo>
                    <a:pt x="23" y="394"/>
                  </a:lnTo>
                  <a:lnTo>
                    <a:pt x="66" y="301"/>
                  </a:lnTo>
                  <a:lnTo>
                    <a:pt x="124" y="213"/>
                  </a:lnTo>
                  <a:lnTo>
                    <a:pt x="192" y="137"/>
                  </a:lnTo>
                  <a:lnTo>
                    <a:pt x="270" y="74"/>
                  </a:lnTo>
                  <a:lnTo>
                    <a:pt x="350" y="31"/>
                  </a:lnTo>
                  <a:lnTo>
                    <a:pt x="568" y="0"/>
                  </a:lnTo>
                  <a:lnTo>
                    <a:pt x="793" y="57"/>
                  </a:lnTo>
                  <a:lnTo>
                    <a:pt x="994" y="181"/>
                  </a:lnTo>
                  <a:lnTo>
                    <a:pt x="1078" y="257"/>
                  </a:lnTo>
                  <a:lnTo>
                    <a:pt x="1146" y="342"/>
                  </a:lnTo>
                  <a:lnTo>
                    <a:pt x="1188" y="523"/>
                  </a:lnTo>
                  <a:lnTo>
                    <a:pt x="1171" y="571"/>
                  </a:lnTo>
                  <a:lnTo>
                    <a:pt x="1146" y="553"/>
                  </a:lnTo>
                  <a:lnTo>
                    <a:pt x="1070" y="367"/>
                  </a:lnTo>
                  <a:lnTo>
                    <a:pt x="1011" y="287"/>
                  </a:lnTo>
                  <a:lnTo>
                    <a:pt x="947" y="213"/>
                  </a:lnTo>
                  <a:lnTo>
                    <a:pt x="874" y="150"/>
                  </a:lnTo>
                  <a:lnTo>
                    <a:pt x="797" y="99"/>
                  </a:lnTo>
                  <a:lnTo>
                    <a:pt x="711" y="65"/>
                  </a:lnTo>
                  <a:lnTo>
                    <a:pt x="622" y="50"/>
                  </a:lnTo>
                  <a:lnTo>
                    <a:pt x="424" y="84"/>
                  </a:lnTo>
                  <a:lnTo>
                    <a:pt x="182" y="255"/>
                  </a:lnTo>
                  <a:lnTo>
                    <a:pt x="59" y="525"/>
                  </a:lnTo>
                  <a:lnTo>
                    <a:pt x="49" y="677"/>
                  </a:lnTo>
                  <a:lnTo>
                    <a:pt x="17" y="679"/>
                  </a:lnTo>
                  <a:lnTo>
                    <a:pt x="17" y="67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63" name="Google Shape;663;p16"/>
            <p:cNvSpPr/>
            <p:nvPr/>
          </p:nvSpPr>
          <p:spPr>
            <a:xfrm>
              <a:off x="1149" y="2020"/>
              <a:ext cx="92" cy="106"/>
            </a:xfrm>
            <a:custGeom>
              <a:rect b="b" l="l" r="r" t="t"/>
              <a:pathLst>
                <a:path extrusionOk="0" h="213" w="182">
                  <a:moveTo>
                    <a:pt x="30" y="8"/>
                  </a:moveTo>
                  <a:lnTo>
                    <a:pt x="83" y="76"/>
                  </a:lnTo>
                  <a:lnTo>
                    <a:pt x="127" y="135"/>
                  </a:lnTo>
                  <a:lnTo>
                    <a:pt x="180" y="187"/>
                  </a:lnTo>
                  <a:lnTo>
                    <a:pt x="182" y="209"/>
                  </a:lnTo>
                  <a:lnTo>
                    <a:pt x="161" y="213"/>
                  </a:lnTo>
                  <a:lnTo>
                    <a:pt x="81" y="168"/>
                  </a:lnTo>
                  <a:lnTo>
                    <a:pt x="17" y="111"/>
                  </a:lnTo>
                  <a:lnTo>
                    <a:pt x="0" y="21"/>
                  </a:lnTo>
                  <a:lnTo>
                    <a:pt x="7" y="0"/>
                  </a:lnTo>
                  <a:lnTo>
                    <a:pt x="30" y="8"/>
                  </a:lnTo>
                  <a:lnTo>
                    <a:pt x="30"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64" name="Google Shape;664;p16"/>
            <p:cNvSpPr/>
            <p:nvPr/>
          </p:nvSpPr>
          <p:spPr>
            <a:xfrm>
              <a:off x="1104" y="2039"/>
              <a:ext cx="64" cy="94"/>
            </a:xfrm>
            <a:custGeom>
              <a:rect b="b" l="l" r="r" t="t"/>
              <a:pathLst>
                <a:path extrusionOk="0" h="189" w="130">
                  <a:moveTo>
                    <a:pt x="33" y="0"/>
                  </a:moveTo>
                  <a:lnTo>
                    <a:pt x="67" y="90"/>
                  </a:lnTo>
                  <a:lnTo>
                    <a:pt x="126" y="164"/>
                  </a:lnTo>
                  <a:lnTo>
                    <a:pt x="130" y="187"/>
                  </a:lnTo>
                  <a:lnTo>
                    <a:pt x="107" y="189"/>
                  </a:lnTo>
                  <a:lnTo>
                    <a:pt x="54" y="149"/>
                  </a:lnTo>
                  <a:lnTo>
                    <a:pt x="8" y="107"/>
                  </a:lnTo>
                  <a:lnTo>
                    <a:pt x="0" y="4"/>
                  </a:lnTo>
                  <a:lnTo>
                    <a:pt x="33" y="0"/>
                  </a:lnTo>
                  <a:lnTo>
                    <a:pt x="3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65" name="Google Shape;665;p16"/>
            <p:cNvSpPr/>
            <p:nvPr/>
          </p:nvSpPr>
          <p:spPr>
            <a:xfrm>
              <a:off x="1069" y="2091"/>
              <a:ext cx="48" cy="89"/>
            </a:xfrm>
            <a:custGeom>
              <a:rect b="b" l="l" r="r" t="t"/>
              <a:pathLst>
                <a:path extrusionOk="0" h="179" w="95">
                  <a:moveTo>
                    <a:pt x="32" y="0"/>
                  </a:moveTo>
                  <a:lnTo>
                    <a:pt x="53" y="80"/>
                  </a:lnTo>
                  <a:lnTo>
                    <a:pt x="91" y="154"/>
                  </a:lnTo>
                  <a:lnTo>
                    <a:pt x="95" y="177"/>
                  </a:lnTo>
                  <a:lnTo>
                    <a:pt x="72" y="179"/>
                  </a:lnTo>
                  <a:lnTo>
                    <a:pt x="4" y="118"/>
                  </a:lnTo>
                  <a:lnTo>
                    <a:pt x="0" y="0"/>
                  </a:lnTo>
                  <a:lnTo>
                    <a:pt x="32" y="0"/>
                  </a:lnTo>
                  <a:lnTo>
                    <a:pt x="3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66" name="Google Shape;666;p16"/>
            <p:cNvSpPr/>
            <p:nvPr/>
          </p:nvSpPr>
          <p:spPr>
            <a:xfrm>
              <a:off x="956" y="2096"/>
              <a:ext cx="97" cy="169"/>
            </a:xfrm>
            <a:custGeom>
              <a:rect b="b" l="l" r="r" t="t"/>
              <a:pathLst>
                <a:path extrusionOk="0" h="339" w="194">
                  <a:moveTo>
                    <a:pt x="64" y="247"/>
                  </a:moveTo>
                  <a:lnTo>
                    <a:pt x="146" y="306"/>
                  </a:lnTo>
                  <a:lnTo>
                    <a:pt x="142" y="339"/>
                  </a:lnTo>
                  <a:lnTo>
                    <a:pt x="11" y="284"/>
                  </a:lnTo>
                  <a:lnTo>
                    <a:pt x="0" y="152"/>
                  </a:lnTo>
                  <a:lnTo>
                    <a:pt x="47" y="31"/>
                  </a:lnTo>
                  <a:lnTo>
                    <a:pt x="102" y="0"/>
                  </a:lnTo>
                  <a:lnTo>
                    <a:pt x="163" y="10"/>
                  </a:lnTo>
                  <a:lnTo>
                    <a:pt x="194" y="97"/>
                  </a:lnTo>
                  <a:lnTo>
                    <a:pt x="161" y="97"/>
                  </a:lnTo>
                  <a:lnTo>
                    <a:pt x="150" y="40"/>
                  </a:lnTo>
                  <a:lnTo>
                    <a:pt x="87" y="67"/>
                  </a:lnTo>
                  <a:lnTo>
                    <a:pt x="53" y="154"/>
                  </a:lnTo>
                  <a:lnTo>
                    <a:pt x="64" y="247"/>
                  </a:lnTo>
                  <a:lnTo>
                    <a:pt x="64" y="24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67" name="Google Shape;667;p16"/>
            <p:cNvSpPr/>
            <p:nvPr/>
          </p:nvSpPr>
          <p:spPr>
            <a:xfrm>
              <a:off x="1489" y="2335"/>
              <a:ext cx="52" cy="381"/>
            </a:xfrm>
            <a:custGeom>
              <a:rect b="b" l="l" r="r" t="t"/>
              <a:pathLst>
                <a:path extrusionOk="0" h="763" w="105">
                  <a:moveTo>
                    <a:pt x="86" y="33"/>
                  </a:moveTo>
                  <a:lnTo>
                    <a:pt x="105" y="270"/>
                  </a:lnTo>
                  <a:lnTo>
                    <a:pt x="92" y="508"/>
                  </a:lnTo>
                  <a:lnTo>
                    <a:pt x="54" y="675"/>
                  </a:lnTo>
                  <a:lnTo>
                    <a:pt x="23" y="763"/>
                  </a:lnTo>
                  <a:lnTo>
                    <a:pt x="0" y="757"/>
                  </a:lnTo>
                  <a:lnTo>
                    <a:pt x="8" y="576"/>
                  </a:lnTo>
                  <a:lnTo>
                    <a:pt x="33" y="398"/>
                  </a:lnTo>
                  <a:lnTo>
                    <a:pt x="16" y="40"/>
                  </a:lnTo>
                  <a:lnTo>
                    <a:pt x="48" y="0"/>
                  </a:lnTo>
                  <a:lnTo>
                    <a:pt x="86" y="33"/>
                  </a:lnTo>
                  <a:lnTo>
                    <a:pt x="86"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68" name="Google Shape;668;p16"/>
            <p:cNvSpPr/>
            <p:nvPr/>
          </p:nvSpPr>
          <p:spPr>
            <a:xfrm>
              <a:off x="1535" y="2265"/>
              <a:ext cx="134" cy="528"/>
            </a:xfrm>
            <a:custGeom>
              <a:rect b="b" l="l" r="r" t="t"/>
              <a:pathLst>
                <a:path extrusionOk="0" h="1056" w="269">
                  <a:moveTo>
                    <a:pt x="191" y="0"/>
                  </a:moveTo>
                  <a:lnTo>
                    <a:pt x="269" y="538"/>
                  </a:lnTo>
                  <a:lnTo>
                    <a:pt x="232" y="633"/>
                  </a:lnTo>
                  <a:lnTo>
                    <a:pt x="158" y="800"/>
                  </a:lnTo>
                  <a:lnTo>
                    <a:pt x="78" y="965"/>
                  </a:lnTo>
                  <a:lnTo>
                    <a:pt x="29" y="1056"/>
                  </a:lnTo>
                  <a:lnTo>
                    <a:pt x="0" y="1045"/>
                  </a:lnTo>
                  <a:lnTo>
                    <a:pt x="37" y="929"/>
                  </a:lnTo>
                  <a:lnTo>
                    <a:pt x="90" y="802"/>
                  </a:lnTo>
                  <a:lnTo>
                    <a:pt x="173" y="549"/>
                  </a:lnTo>
                  <a:lnTo>
                    <a:pt x="183" y="420"/>
                  </a:lnTo>
                  <a:lnTo>
                    <a:pt x="158" y="2"/>
                  </a:lnTo>
                  <a:lnTo>
                    <a:pt x="191" y="0"/>
                  </a:lnTo>
                  <a:lnTo>
                    <a:pt x="19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69" name="Google Shape;669;p16"/>
            <p:cNvSpPr/>
            <p:nvPr/>
          </p:nvSpPr>
          <p:spPr>
            <a:xfrm>
              <a:off x="1430" y="2806"/>
              <a:ext cx="125" cy="190"/>
            </a:xfrm>
            <a:custGeom>
              <a:rect b="b" l="l" r="r" t="t"/>
              <a:pathLst>
                <a:path extrusionOk="0" h="380" w="251">
                  <a:moveTo>
                    <a:pt x="115" y="253"/>
                  </a:moveTo>
                  <a:lnTo>
                    <a:pt x="177" y="97"/>
                  </a:lnTo>
                  <a:lnTo>
                    <a:pt x="69" y="31"/>
                  </a:lnTo>
                  <a:lnTo>
                    <a:pt x="80" y="0"/>
                  </a:lnTo>
                  <a:lnTo>
                    <a:pt x="227" y="38"/>
                  </a:lnTo>
                  <a:lnTo>
                    <a:pt x="251" y="80"/>
                  </a:lnTo>
                  <a:lnTo>
                    <a:pt x="223" y="224"/>
                  </a:lnTo>
                  <a:lnTo>
                    <a:pt x="160" y="356"/>
                  </a:lnTo>
                  <a:lnTo>
                    <a:pt x="128" y="380"/>
                  </a:lnTo>
                  <a:lnTo>
                    <a:pt x="90" y="363"/>
                  </a:lnTo>
                  <a:lnTo>
                    <a:pt x="6" y="240"/>
                  </a:lnTo>
                  <a:lnTo>
                    <a:pt x="0" y="171"/>
                  </a:lnTo>
                  <a:lnTo>
                    <a:pt x="6" y="88"/>
                  </a:lnTo>
                  <a:lnTo>
                    <a:pt x="38" y="86"/>
                  </a:lnTo>
                  <a:lnTo>
                    <a:pt x="65" y="173"/>
                  </a:lnTo>
                  <a:lnTo>
                    <a:pt x="115" y="253"/>
                  </a:lnTo>
                  <a:lnTo>
                    <a:pt x="115" y="25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70" name="Google Shape;670;p16"/>
            <p:cNvSpPr/>
            <p:nvPr/>
          </p:nvSpPr>
          <p:spPr>
            <a:xfrm>
              <a:off x="1337" y="3012"/>
              <a:ext cx="115" cy="173"/>
            </a:xfrm>
            <a:custGeom>
              <a:rect b="b" l="l" r="r" t="t"/>
              <a:pathLst>
                <a:path extrusionOk="0" h="346" w="230">
                  <a:moveTo>
                    <a:pt x="0" y="319"/>
                  </a:moveTo>
                  <a:lnTo>
                    <a:pt x="42" y="226"/>
                  </a:lnTo>
                  <a:lnTo>
                    <a:pt x="105" y="136"/>
                  </a:lnTo>
                  <a:lnTo>
                    <a:pt x="200" y="0"/>
                  </a:lnTo>
                  <a:lnTo>
                    <a:pt x="230" y="9"/>
                  </a:lnTo>
                  <a:lnTo>
                    <a:pt x="183" y="146"/>
                  </a:lnTo>
                  <a:lnTo>
                    <a:pt x="107" y="268"/>
                  </a:lnTo>
                  <a:lnTo>
                    <a:pt x="40" y="346"/>
                  </a:lnTo>
                  <a:lnTo>
                    <a:pt x="0" y="319"/>
                  </a:lnTo>
                  <a:lnTo>
                    <a:pt x="0" y="3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71" name="Google Shape;671;p16"/>
            <p:cNvSpPr/>
            <p:nvPr/>
          </p:nvSpPr>
          <p:spPr>
            <a:xfrm>
              <a:off x="1413" y="3078"/>
              <a:ext cx="137" cy="157"/>
            </a:xfrm>
            <a:custGeom>
              <a:rect b="b" l="l" r="r" t="t"/>
              <a:pathLst>
                <a:path extrusionOk="0" h="313" w="276">
                  <a:moveTo>
                    <a:pt x="128" y="97"/>
                  </a:moveTo>
                  <a:lnTo>
                    <a:pt x="116" y="114"/>
                  </a:lnTo>
                  <a:lnTo>
                    <a:pt x="33" y="313"/>
                  </a:lnTo>
                  <a:lnTo>
                    <a:pt x="0" y="306"/>
                  </a:lnTo>
                  <a:lnTo>
                    <a:pt x="38" y="123"/>
                  </a:lnTo>
                  <a:lnTo>
                    <a:pt x="72" y="26"/>
                  </a:lnTo>
                  <a:lnTo>
                    <a:pt x="112" y="0"/>
                  </a:lnTo>
                  <a:lnTo>
                    <a:pt x="213" y="104"/>
                  </a:lnTo>
                  <a:lnTo>
                    <a:pt x="276" y="235"/>
                  </a:lnTo>
                  <a:lnTo>
                    <a:pt x="268" y="258"/>
                  </a:lnTo>
                  <a:lnTo>
                    <a:pt x="247" y="249"/>
                  </a:lnTo>
                  <a:lnTo>
                    <a:pt x="192" y="169"/>
                  </a:lnTo>
                  <a:lnTo>
                    <a:pt x="128" y="97"/>
                  </a:lnTo>
                  <a:lnTo>
                    <a:pt x="128" y="9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72" name="Google Shape;672;p16"/>
            <p:cNvSpPr/>
            <p:nvPr/>
          </p:nvSpPr>
          <p:spPr>
            <a:xfrm>
              <a:off x="1492" y="3019"/>
              <a:ext cx="108" cy="162"/>
            </a:xfrm>
            <a:custGeom>
              <a:rect b="b" l="l" r="r" t="t"/>
              <a:pathLst>
                <a:path extrusionOk="0" h="323" w="217">
                  <a:moveTo>
                    <a:pt x="84" y="28"/>
                  </a:moveTo>
                  <a:lnTo>
                    <a:pt x="131" y="173"/>
                  </a:lnTo>
                  <a:lnTo>
                    <a:pt x="167" y="237"/>
                  </a:lnTo>
                  <a:lnTo>
                    <a:pt x="215" y="298"/>
                  </a:lnTo>
                  <a:lnTo>
                    <a:pt x="217" y="321"/>
                  </a:lnTo>
                  <a:lnTo>
                    <a:pt x="194" y="323"/>
                  </a:lnTo>
                  <a:lnTo>
                    <a:pt x="110" y="222"/>
                  </a:lnTo>
                  <a:lnTo>
                    <a:pt x="0" y="55"/>
                  </a:lnTo>
                  <a:lnTo>
                    <a:pt x="4" y="21"/>
                  </a:lnTo>
                  <a:lnTo>
                    <a:pt x="29" y="0"/>
                  </a:lnTo>
                  <a:lnTo>
                    <a:pt x="84" y="28"/>
                  </a:lnTo>
                  <a:lnTo>
                    <a:pt x="84" y="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73" name="Google Shape;673;p16"/>
            <p:cNvSpPr/>
            <p:nvPr/>
          </p:nvSpPr>
          <p:spPr>
            <a:xfrm>
              <a:off x="1586" y="2583"/>
              <a:ext cx="377" cy="577"/>
            </a:xfrm>
            <a:custGeom>
              <a:rect b="b" l="l" r="r" t="t"/>
              <a:pathLst>
                <a:path extrusionOk="0" h="1154" w="755">
                  <a:moveTo>
                    <a:pt x="755" y="50"/>
                  </a:moveTo>
                  <a:lnTo>
                    <a:pt x="620" y="82"/>
                  </a:lnTo>
                  <a:lnTo>
                    <a:pt x="476" y="105"/>
                  </a:lnTo>
                  <a:lnTo>
                    <a:pt x="316" y="158"/>
                  </a:lnTo>
                  <a:lnTo>
                    <a:pt x="202" y="280"/>
                  </a:lnTo>
                  <a:lnTo>
                    <a:pt x="160" y="424"/>
                  </a:lnTo>
                  <a:lnTo>
                    <a:pt x="190" y="567"/>
                  </a:lnTo>
                  <a:lnTo>
                    <a:pt x="263" y="858"/>
                  </a:lnTo>
                  <a:lnTo>
                    <a:pt x="236" y="943"/>
                  </a:lnTo>
                  <a:lnTo>
                    <a:pt x="175" y="1031"/>
                  </a:lnTo>
                  <a:lnTo>
                    <a:pt x="97" y="1107"/>
                  </a:lnTo>
                  <a:lnTo>
                    <a:pt x="21" y="1154"/>
                  </a:lnTo>
                  <a:lnTo>
                    <a:pt x="0" y="1129"/>
                  </a:lnTo>
                  <a:lnTo>
                    <a:pt x="181" y="852"/>
                  </a:lnTo>
                  <a:lnTo>
                    <a:pt x="156" y="696"/>
                  </a:lnTo>
                  <a:lnTo>
                    <a:pt x="97" y="542"/>
                  </a:lnTo>
                  <a:lnTo>
                    <a:pt x="63" y="384"/>
                  </a:lnTo>
                  <a:lnTo>
                    <a:pt x="74" y="305"/>
                  </a:lnTo>
                  <a:lnTo>
                    <a:pt x="114" y="221"/>
                  </a:lnTo>
                  <a:lnTo>
                    <a:pt x="183" y="130"/>
                  </a:lnTo>
                  <a:lnTo>
                    <a:pt x="261" y="65"/>
                  </a:lnTo>
                  <a:lnTo>
                    <a:pt x="352" y="21"/>
                  </a:lnTo>
                  <a:lnTo>
                    <a:pt x="464" y="0"/>
                  </a:lnTo>
                  <a:lnTo>
                    <a:pt x="747" y="18"/>
                  </a:lnTo>
                  <a:lnTo>
                    <a:pt x="755" y="50"/>
                  </a:lnTo>
                  <a:lnTo>
                    <a:pt x="755" y="5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74" name="Google Shape;674;p16"/>
            <p:cNvSpPr/>
            <p:nvPr/>
          </p:nvSpPr>
          <p:spPr>
            <a:xfrm>
              <a:off x="1556" y="2157"/>
              <a:ext cx="907" cy="240"/>
            </a:xfrm>
            <a:custGeom>
              <a:rect b="b" l="l" r="r" t="t"/>
              <a:pathLst>
                <a:path extrusionOk="0" h="481" w="1814">
                  <a:moveTo>
                    <a:pt x="0" y="146"/>
                  </a:moveTo>
                  <a:lnTo>
                    <a:pt x="111" y="87"/>
                  </a:lnTo>
                  <a:lnTo>
                    <a:pt x="228" y="53"/>
                  </a:lnTo>
                  <a:lnTo>
                    <a:pt x="396" y="23"/>
                  </a:lnTo>
                  <a:lnTo>
                    <a:pt x="616" y="0"/>
                  </a:lnTo>
                  <a:lnTo>
                    <a:pt x="778" y="0"/>
                  </a:lnTo>
                  <a:lnTo>
                    <a:pt x="1228" y="93"/>
                  </a:lnTo>
                  <a:lnTo>
                    <a:pt x="1417" y="177"/>
                  </a:lnTo>
                  <a:lnTo>
                    <a:pt x="1607" y="289"/>
                  </a:lnTo>
                  <a:lnTo>
                    <a:pt x="1709" y="373"/>
                  </a:lnTo>
                  <a:lnTo>
                    <a:pt x="1814" y="452"/>
                  </a:lnTo>
                  <a:lnTo>
                    <a:pt x="1799" y="481"/>
                  </a:lnTo>
                  <a:lnTo>
                    <a:pt x="1550" y="376"/>
                  </a:lnTo>
                  <a:lnTo>
                    <a:pt x="1360" y="274"/>
                  </a:lnTo>
                  <a:lnTo>
                    <a:pt x="1164" y="190"/>
                  </a:lnTo>
                  <a:lnTo>
                    <a:pt x="970" y="131"/>
                  </a:lnTo>
                  <a:lnTo>
                    <a:pt x="770" y="95"/>
                  </a:lnTo>
                  <a:lnTo>
                    <a:pt x="409" y="93"/>
                  </a:lnTo>
                  <a:lnTo>
                    <a:pt x="244" y="118"/>
                  </a:lnTo>
                  <a:lnTo>
                    <a:pt x="21" y="171"/>
                  </a:lnTo>
                  <a:lnTo>
                    <a:pt x="0" y="146"/>
                  </a:lnTo>
                  <a:lnTo>
                    <a:pt x="0" y="14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75" name="Google Shape;675;p16"/>
            <p:cNvSpPr/>
            <p:nvPr/>
          </p:nvSpPr>
          <p:spPr>
            <a:xfrm>
              <a:off x="2135" y="2349"/>
              <a:ext cx="662" cy="181"/>
            </a:xfrm>
            <a:custGeom>
              <a:rect b="b" l="l" r="r" t="t"/>
              <a:pathLst>
                <a:path extrusionOk="0" h="361" w="1323">
                  <a:moveTo>
                    <a:pt x="12" y="285"/>
                  </a:moveTo>
                  <a:lnTo>
                    <a:pt x="0" y="222"/>
                  </a:lnTo>
                  <a:lnTo>
                    <a:pt x="38" y="158"/>
                  </a:lnTo>
                  <a:lnTo>
                    <a:pt x="99" y="106"/>
                  </a:lnTo>
                  <a:lnTo>
                    <a:pt x="162" y="84"/>
                  </a:lnTo>
                  <a:lnTo>
                    <a:pt x="321" y="93"/>
                  </a:lnTo>
                  <a:lnTo>
                    <a:pt x="483" y="95"/>
                  </a:lnTo>
                  <a:lnTo>
                    <a:pt x="719" y="23"/>
                  </a:lnTo>
                  <a:lnTo>
                    <a:pt x="844" y="0"/>
                  </a:lnTo>
                  <a:lnTo>
                    <a:pt x="960" y="19"/>
                  </a:lnTo>
                  <a:lnTo>
                    <a:pt x="1183" y="148"/>
                  </a:lnTo>
                  <a:lnTo>
                    <a:pt x="1323" y="361"/>
                  </a:lnTo>
                  <a:lnTo>
                    <a:pt x="1283" y="359"/>
                  </a:lnTo>
                  <a:lnTo>
                    <a:pt x="1171" y="258"/>
                  </a:lnTo>
                  <a:lnTo>
                    <a:pt x="1109" y="196"/>
                  </a:lnTo>
                  <a:lnTo>
                    <a:pt x="1052" y="139"/>
                  </a:lnTo>
                  <a:lnTo>
                    <a:pt x="991" y="78"/>
                  </a:lnTo>
                  <a:lnTo>
                    <a:pt x="858" y="61"/>
                  </a:lnTo>
                  <a:lnTo>
                    <a:pt x="702" y="93"/>
                  </a:lnTo>
                  <a:lnTo>
                    <a:pt x="544" y="141"/>
                  </a:lnTo>
                  <a:lnTo>
                    <a:pt x="401" y="167"/>
                  </a:lnTo>
                  <a:lnTo>
                    <a:pt x="166" y="148"/>
                  </a:lnTo>
                  <a:lnTo>
                    <a:pt x="72" y="184"/>
                  </a:lnTo>
                  <a:lnTo>
                    <a:pt x="42" y="270"/>
                  </a:lnTo>
                  <a:lnTo>
                    <a:pt x="34" y="293"/>
                  </a:lnTo>
                  <a:lnTo>
                    <a:pt x="12" y="285"/>
                  </a:lnTo>
                  <a:lnTo>
                    <a:pt x="12" y="28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76" name="Google Shape;676;p16"/>
            <p:cNvSpPr/>
            <p:nvPr/>
          </p:nvSpPr>
          <p:spPr>
            <a:xfrm>
              <a:off x="2437" y="2445"/>
              <a:ext cx="408" cy="163"/>
            </a:xfrm>
            <a:custGeom>
              <a:rect b="b" l="l" r="r" t="t"/>
              <a:pathLst>
                <a:path extrusionOk="0" h="325" w="815">
                  <a:moveTo>
                    <a:pt x="0" y="0"/>
                  </a:moveTo>
                  <a:lnTo>
                    <a:pt x="106" y="0"/>
                  </a:lnTo>
                  <a:lnTo>
                    <a:pt x="218" y="42"/>
                  </a:lnTo>
                  <a:lnTo>
                    <a:pt x="327" y="99"/>
                  </a:lnTo>
                  <a:lnTo>
                    <a:pt x="424" y="144"/>
                  </a:lnTo>
                  <a:lnTo>
                    <a:pt x="620" y="209"/>
                  </a:lnTo>
                  <a:lnTo>
                    <a:pt x="806" y="294"/>
                  </a:lnTo>
                  <a:lnTo>
                    <a:pt x="815" y="315"/>
                  </a:lnTo>
                  <a:lnTo>
                    <a:pt x="793" y="325"/>
                  </a:lnTo>
                  <a:lnTo>
                    <a:pt x="675" y="289"/>
                  </a:lnTo>
                  <a:lnTo>
                    <a:pt x="429" y="253"/>
                  </a:lnTo>
                  <a:lnTo>
                    <a:pt x="388" y="243"/>
                  </a:lnTo>
                  <a:lnTo>
                    <a:pt x="243" y="144"/>
                  </a:lnTo>
                  <a:lnTo>
                    <a:pt x="173" y="85"/>
                  </a:lnTo>
                  <a:lnTo>
                    <a:pt x="95" y="44"/>
                  </a:lnTo>
                  <a:lnTo>
                    <a:pt x="2" y="32"/>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77" name="Google Shape;677;p16"/>
            <p:cNvSpPr/>
            <p:nvPr/>
          </p:nvSpPr>
          <p:spPr>
            <a:xfrm>
              <a:off x="1969" y="2455"/>
              <a:ext cx="431" cy="104"/>
            </a:xfrm>
            <a:custGeom>
              <a:rect b="b" l="l" r="r" t="t"/>
              <a:pathLst>
                <a:path extrusionOk="0" h="209" w="864">
                  <a:moveTo>
                    <a:pt x="864" y="32"/>
                  </a:moveTo>
                  <a:lnTo>
                    <a:pt x="540" y="80"/>
                  </a:lnTo>
                  <a:lnTo>
                    <a:pt x="303" y="154"/>
                  </a:lnTo>
                  <a:lnTo>
                    <a:pt x="181" y="188"/>
                  </a:lnTo>
                  <a:lnTo>
                    <a:pt x="63" y="209"/>
                  </a:lnTo>
                  <a:lnTo>
                    <a:pt x="0" y="167"/>
                  </a:lnTo>
                  <a:lnTo>
                    <a:pt x="6" y="131"/>
                  </a:lnTo>
                  <a:lnTo>
                    <a:pt x="42" y="104"/>
                  </a:lnTo>
                  <a:lnTo>
                    <a:pt x="202" y="72"/>
                  </a:lnTo>
                  <a:lnTo>
                    <a:pt x="453" y="34"/>
                  </a:lnTo>
                  <a:lnTo>
                    <a:pt x="862" y="0"/>
                  </a:lnTo>
                  <a:lnTo>
                    <a:pt x="864" y="32"/>
                  </a:lnTo>
                  <a:lnTo>
                    <a:pt x="864"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78" name="Google Shape;678;p16"/>
            <p:cNvSpPr/>
            <p:nvPr/>
          </p:nvSpPr>
          <p:spPr>
            <a:xfrm>
              <a:off x="1786" y="2519"/>
              <a:ext cx="214" cy="748"/>
            </a:xfrm>
            <a:custGeom>
              <a:rect b="b" l="l" r="r" t="t"/>
              <a:pathLst>
                <a:path extrusionOk="0" h="1498" w="428">
                  <a:moveTo>
                    <a:pt x="428" y="38"/>
                  </a:moveTo>
                  <a:lnTo>
                    <a:pt x="405" y="205"/>
                  </a:lnTo>
                  <a:lnTo>
                    <a:pt x="267" y="648"/>
                  </a:lnTo>
                  <a:lnTo>
                    <a:pt x="126" y="1177"/>
                  </a:lnTo>
                  <a:lnTo>
                    <a:pt x="75" y="1363"/>
                  </a:lnTo>
                  <a:lnTo>
                    <a:pt x="25" y="1498"/>
                  </a:lnTo>
                  <a:lnTo>
                    <a:pt x="0" y="1422"/>
                  </a:lnTo>
                  <a:lnTo>
                    <a:pt x="25" y="1232"/>
                  </a:lnTo>
                  <a:lnTo>
                    <a:pt x="147" y="679"/>
                  </a:lnTo>
                  <a:lnTo>
                    <a:pt x="202" y="487"/>
                  </a:lnTo>
                  <a:lnTo>
                    <a:pt x="268" y="308"/>
                  </a:lnTo>
                  <a:lnTo>
                    <a:pt x="297" y="196"/>
                  </a:lnTo>
                  <a:lnTo>
                    <a:pt x="358" y="34"/>
                  </a:lnTo>
                  <a:lnTo>
                    <a:pt x="398" y="0"/>
                  </a:lnTo>
                  <a:lnTo>
                    <a:pt x="428" y="38"/>
                  </a:lnTo>
                  <a:lnTo>
                    <a:pt x="428"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79" name="Google Shape;679;p16"/>
            <p:cNvSpPr/>
            <p:nvPr/>
          </p:nvSpPr>
          <p:spPr>
            <a:xfrm>
              <a:off x="2287" y="2504"/>
              <a:ext cx="250" cy="82"/>
            </a:xfrm>
            <a:custGeom>
              <a:rect b="b" l="l" r="r" t="t"/>
              <a:pathLst>
                <a:path extrusionOk="0" h="163" w="500">
                  <a:moveTo>
                    <a:pt x="500" y="30"/>
                  </a:moveTo>
                  <a:lnTo>
                    <a:pt x="282" y="89"/>
                  </a:lnTo>
                  <a:lnTo>
                    <a:pt x="99" y="156"/>
                  </a:lnTo>
                  <a:lnTo>
                    <a:pt x="12" y="163"/>
                  </a:lnTo>
                  <a:lnTo>
                    <a:pt x="0" y="125"/>
                  </a:lnTo>
                  <a:lnTo>
                    <a:pt x="88" y="78"/>
                  </a:lnTo>
                  <a:lnTo>
                    <a:pt x="189" y="49"/>
                  </a:lnTo>
                  <a:lnTo>
                    <a:pt x="390" y="19"/>
                  </a:lnTo>
                  <a:lnTo>
                    <a:pt x="493" y="0"/>
                  </a:lnTo>
                  <a:lnTo>
                    <a:pt x="500" y="30"/>
                  </a:lnTo>
                  <a:lnTo>
                    <a:pt x="500"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80" name="Google Shape;680;p16"/>
            <p:cNvSpPr/>
            <p:nvPr/>
          </p:nvSpPr>
          <p:spPr>
            <a:xfrm>
              <a:off x="2093" y="2557"/>
              <a:ext cx="425" cy="159"/>
            </a:xfrm>
            <a:custGeom>
              <a:rect b="b" l="l" r="r" t="t"/>
              <a:pathLst>
                <a:path extrusionOk="0" h="320" w="850">
                  <a:moveTo>
                    <a:pt x="50" y="0"/>
                  </a:moveTo>
                  <a:lnTo>
                    <a:pt x="356" y="71"/>
                  </a:lnTo>
                  <a:lnTo>
                    <a:pt x="550" y="126"/>
                  </a:lnTo>
                  <a:lnTo>
                    <a:pt x="668" y="166"/>
                  </a:lnTo>
                  <a:lnTo>
                    <a:pt x="780" y="230"/>
                  </a:lnTo>
                  <a:lnTo>
                    <a:pt x="845" y="291"/>
                  </a:lnTo>
                  <a:lnTo>
                    <a:pt x="850" y="312"/>
                  </a:lnTo>
                  <a:lnTo>
                    <a:pt x="829" y="320"/>
                  </a:lnTo>
                  <a:lnTo>
                    <a:pt x="742" y="291"/>
                  </a:lnTo>
                  <a:lnTo>
                    <a:pt x="637" y="230"/>
                  </a:lnTo>
                  <a:lnTo>
                    <a:pt x="552" y="188"/>
                  </a:lnTo>
                  <a:lnTo>
                    <a:pt x="462" y="150"/>
                  </a:lnTo>
                  <a:lnTo>
                    <a:pt x="282" y="91"/>
                  </a:lnTo>
                  <a:lnTo>
                    <a:pt x="42" y="88"/>
                  </a:lnTo>
                  <a:lnTo>
                    <a:pt x="0" y="40"/>
                  </a:lnTo>
                  <a:lnTo>
                    <a:pt x="16" y="12"/>
                  </a:lnTo>
                  <a:lnTo>
                    <a:pt x="50" y="0"/>
                  </a:lnTo>
                  <a:lnTo>
                    <a:pt x="5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81" name="Google Shape;681;p16"/>
            <p:cNvSpPr/>
            <p:nvPr/>
          </p:nvSpPr>
          <p:spPr>
            <a:xfrm>
              <a:off x="2015" y="2622"/>
              <a:ext cx="246" cy="761"/>
            </a:xfrm>
            <a:custGeom>
              <a:rect b="b" l="l" r="r" t="t"/>
              <a:pathLst>
                <a:path extrusionOk="0" h="1523" w="490">
                  <a:moveTo>
                    <a:pt x="490" y="0"/>
                  </a:moveTo>
                  <a:lnTo>
                    <a:pt x="446" y="168"/>
                  </a:lnTo>
                  <a:lnTo>
                    <a:pt x="289" y="711"/>
                  </a:lnTo>
                  <a:lnTo>
                    <a:pt x="174" y="1088"/>
                  </a:lnTo>
                  <a:lnTo>
                    <a:pt x="70" y="1418"/>
                  </a:lnTo>
                  <a:lnTo>
                    <a:pt x="32" y="1523"/>
                  </a:lnTo>
                  <a:lnTo>
                    <a:pt x="0" y="1515"/>
                  </a:lnTo>
                  <a:lnTo>
                    <a:pt x="87" y="1103"/>
                  </a:lnTo>
                  <a:lnTo>
                    <a:pt x="199" y="700"/>
                  </a:lnTo>
                  <a:lnTo>
                    <a:pt x="300" y="361"/>
                  </a:lnTo>
                  <a:lnTo>
                    <a:pt x="363" y="200"/>
                  </a:lnTo>
                  <a:lnTo>
                    <a:pt x="416" y="92"/>
                  </a:lnTo>
                  <a:lnTo>
                    <a:pt x="467" y="4"/>
                  </a:lnTo>
                  <a:lnTo>
                    <a:pt x="490" y="0"/>
                  </a:lnTo>
                  <a:lnTo>
                    <a:pt x="49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82" name="Google Shape;682;p16"/>
            <p:cNvSpPr/>
            <p:nvPr/>
          </p:nvSpPr>
          <p:spPr>
            <a:xfrm>
              <a:off x="1776" y="3305"/>
              <a:ext cx="543" cy="251"/>
            </a:xfrm>
            <a:custGeom>
              <a:rect b="b" l="l" r="r" t="t"/>
              <a:pathLst>
                <a:path extrusionOk="0" h="504" w="1088">
                  <a:moveTo>
                    <a:pt x="23" y="0"/>
                  </a:moveTo>
                  <a:lnTo>
                    <a:pt x="192" y="59"/>
                  </a:lnTo>
                  <a:lnTo>
                    <a:pt x="400" y="158"/>
                  </a:lnTo>
                  <a:lnTo>
                    <a:pt x="506" y="213"/>
                  </a:lnTo>
                  <a:lnTo>
                    <a:pt x="609" y="264"/>
                  </a:lnTo>
                  <a:lnTo>
                    <a:pt x="786" y="340"/>
                  </a:lnTo>
                  <a:lnTo>
                    <a:pt x="1078" y="473"/>
                  </a:lnTo>
                  <a:lnTo>
                    <a:pt x="1088" y="494"/>
                  </a:lnTo>
                  <a:lnTo>
                    <a:pt x="1067" y="504"/>
                  </a:lnTo>
                  <a:lnTo>
                    <a:pt x="750" y="431"/>
                  </a:lnTo>
                  <a:lnTo>
                    <a:pt x="571" y="340"/>
                  </a:lnTo>
                  <a:lnTo>
                    <a:pt x="472" y="281"/>
                  </a:lnTo>
                  <a:lnTo>
                    <a:pt x="371" y="222"/>
                  </a:lnTo>
                  <a:lnTo>
                    <a:pt x="137" y="101"/>
                  </a:lnTo>
                  <a:lnTo>
                    <a:pt x="8" y="34"/>
                  </a:lnTo>
                  <a:lnTo>
                    <a:pt x="0" y="11"/>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83" name="Google Shape;683;p16"/>
            <p:cNvSpPr/>
            <p:nvPr/>
          </p:nvSpPr>
          <p:spPr>
            <a:xfrm>
              <a:off x="1885" y="3419"/>
              <a:ext cx="146" cy="216"/>
            </a:xfrm>
            <a:custGeom>
              <a:rect b="b" l="l" r="r" t="t"/>
              <a:pathLst>
                <a:path extrusionOk="0" h="431" w="293">
                  <a:moveTo>
                    <a:pt x="289" y="4"/>
                  </a:moveTo>
                  <a:lnTo>
                    <a:pt x="293" y="55"/>
                  </a:lnTo>
                  <a:lnTo>
                    <a:pt x="289" y="112"/>
                  </a:lnTo>
                  <a:lnTo>
                    <a:pt x="247" y="205"/>
                  </a:lnTo>
                  <a:lnTo>
                    <a:pt x="97" y="266"/>
                  </a:lnTo>
                  <a:lnTo>
                    <a:pt x="137" y="350"/>
                  </a:lnTo>
                  <a:lnTo>
                    <a:pt x="213" y="401"/>
                  </a:lnTo>
                  <a:lnTo>
                    <a:pt x="204" y="431"/>
                  </a:lnTo>
                  <a:lnTo>
                    <a:pt x="78" y="380"/>
                  </a:lnTo>
                  <a:lnTo>
                    <a:pt x="0" y="276"/>
                  </a:lnTo>
                  <a:lnTo>
                    <a:pt x="19" y="222"/>
                  </a:lnTo>
                  <a:lnTo>
                    <a:pt x="74" y="186"/>
                  </a:lnTo>
                  <a:lnTo>
                    <a:pt x="196" y="133"/>
                  </a:lnTo>
                  <a:lnTo>
                    <a:pt x="242" y="72"/>
                  </a:lnTo>
                  <a:lnTo>
                    <a:pt x="257" y="0"/>
                  </a:lnTo>
                  <a:lnTo>
                    <a:pt x="289" y="4"/>
                  </a:lnTo>
                  <a:lnTo>
                    <a:pt x="289"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84" name="Google Shape;684;p16"/>
            <p:cNvSpPr/>
            <p:nvPr/>
          </p:nvSpPr>
          <p:spPr>
            <a:xfrm>
              <a:off x="1598" y="3423"/>
              <a:ext cx="355" cy="146"/>
            </a:xfrm>
            <a:custGeom>
              <a:rect b="b" l="l" r="r" t="t"/>
              <a:pathLst>
                <a:path extrusionOk="0" h="290" w="709">
                  <a:moveTo>
                    <a:pt x="709" y="26"/>
                  </a:moveTo>
                  <a:lnTo>
                    <a:pt x="595" y="79"/>
                  </a:lnTo>
                  <a:lnTo>
                    <a:pt x="500" y="121"/>
                  </a:lnTo>
                  <a:lnTo>
                    <a:pt x="392" y="167"/>
                  </a:lnTo>
                  <a:lnTo>
                    <a:pt x="285" y="212"/>
                  </a:lnTo>
                  <a:lnTo>
                    <a:pt x="188" y="250"/>
                  </a:lnTo>
                  <a:lnTo>
                    <a:pt x="70" y="290"/>
                  </a:lnTo>
                  <a:lnTo>
                    <a:pt x="0" y="245"/>
                  </a:lnTo>
                  <a:lnTo>
                    <a:pt x="8" y="203"/>
                  </a:lnTo>
                  <a:lnTo>
                    <a:pt x="47" y="174"/>
                  </a:lnTo>
                  <a:lnTo>
                    <a:pt x="401" y="112"/>
                  </a:lnTo>
                  <a:lnTo>
                    <a:pt x="603" y="19"/>
                  </a:lnTo>
                  <a:lnTo>
                    <a:pt x="662" y="0"/>
                  </a:lnTo>
                  <a:lnTo>
                    <a:pt x="709" y="26"/>
                  </a:lnTo>
                  <a:lnTo>
                    <a:pt x="709"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85" name="Google Shape;685;p16"/>
            <p:cNvSpPr/>
            <p:nvPr/>
          </p:nvSpPr>
          <p:spPr>
            <a:xfrm>
              <a:off x="1537" y="3513"/>
              <a:ext cx="110" cy="328"/>
            </a:xfrm>
            <a:custGeom>
              <a:rect b="b" l="l" r="r" t="t"/>
              <a:pathLst>
                <a:path extrusionOk="0" h="658" w="221">
                  <a:moveTo>
                    <a:pt x="221" y="61"/>
                  </a:moveTo>
                  <a:lnTo>
                    <a:pt x="187" y="344"/>
                  </a:lnTo>
                  <a:lnTo>
                    <a:pt x="162" y="407"/>
                  </a:lnTo>
                  <a:lnTo>
                    <a:pt x="114" y="506"/>
                  </a:lnTo>
                  <a:lnTo>
                    <a:pt x="65" y="601"/>
                  </a:lnTo>
                  <a:lnTo>
                    <a:pt x="31" y="658"/>
                  </a:lnTo>
                  <a:lnTo>
                    <a:pt x="0" y="646"/>
                  </a:lnTo>
                  <a:lnTo>
                    <a:pt x="29" y="551"/>
                  </a:lnTo>
                  <a:lnTo>
                    <a:pt x="57" y="312"/>
                  </a:lnTo>
                  <a:lnTo>
                    <a:pt x="105" y="57"/>
                  </a:lnTo>
                  <a:lnTo>
                    <a:pt x="126" y="14"/>
                  </a:lnTo>
                  <a:lnTo>
                    <a:pt x="166" y="0"/>
                  </a:lnTo>
                  <a:lnTo>
                    <a:pt x="221" y="61"/>
                  </a:lnTo>
                  <a:lnTo>
                    <a:pt x="221" y="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86" name="Google Shape;686;p16"/>
            <p:cNvSpPr/>
            <p:nvPr/>
          </p:nvSpPr>
          <p:spPr>
            <a:xfrm>
              <a:off x="1684" y="3563"/>
              <a:ext cx="440" cy="203"/>
            </a:xfrm>
            <a:custGeom>
              <a:rect b="b" l="l" r="r" t="t"/>
              <a:pathLst>
                <a:path extrusionOk="0" h="407" w="880">
                  <a:moveTo>
                    <a:pt x="67" y="0"/>
                  </a:moveTo>
                  <a:lnTo>
                    <a:pt x="483" y="141"/>
                  </a:lnTo>
                  <a:lnTo>
                    <a:pt x="584" y="192"/>
                  </a:lnTo>
                  <a:lnTo>
                    <a:pt x="873" y="376"/>
                  </a:lnTo>
                  <a:lnTo>
                    <a:pt x="880" y="397"/>
                  </a:lnTo>
                  <a:lnTo>
                    <a:pt x="859" y="407"/>
                  </a:lnTo>
                  <a:lnTo>
                    <a:pt x="538" y="298"/>
                  </a:lnTo>
                  <a:lnTo>
                    <a:pt x="413" y="251"/>
                  </a:lnTo>
                  <a:lnTo>
                    <a:pt x="44" y="106"/>
                  </a:lnTo>
                  <a:lnTo>
                    <a:pt x="0" y="42"/>
                  </a:lnTo>
                  <a:lnTo>
                    <a:pt x="23" y="9"/>
                  </a:lnTo>
                  <a:lnTo>
                    <a:pt x="67" y="0"/>
                  </a:lnTo>
                  <a:lnTo>
                    <a:pt x="6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87" name="Google Shape;687;p16"/>
            <p:cNvSpPr/>
            <p:nvPr/>
          </p:nvSpPr>
          <p:spPr>
            <a:xfrm>
              <a:off x="1599" y="3797"/>
              <a:ext cx="181" cy="72"/>
            </a:xfrm>
            <a:custGeom>
              <a:rect b="b" l="l" r="r" t="t"/>
              <a:pathLst>
                <a:path extrusionOk="0" h="144" w="361">
                  <a:moveTo>
                    <a:pt x="74" y="0"/>
                  </a:moveTo>
                  <a:lnTo>
                    <a:pt x="171" y="39"/>
                  </a:lnTo>
                  <a:lnTo>
                    <a:pt x="266" y="85"/>
                  </a:lnTo>
                  <a:lnTo>
                    <a:pt x="361" y="112"/>
                  </a:lnTo>
                  <a:lnTo>
                    <a:pt x="355" y="144"/>
                  </a:lnTo>
                  <a:lnTo>
                    <a:pt x="293" y="136"/>
                  </a:lnTo>
                  <a:lnTo>
                    <a:pt x="40" y="112"/>
                  </a:lnTo>
                  <a:lnTo>
                    <a:pt x="0" y="39"/>
                  </a:lnTo>
                  <a:lnTo>
                    <a:pt x="25" y="5"/>
                  </a:lnTo>
                  <a:lnTo>
                    <a:pt x="74" y="0"/>
                  </a:lnTo>
                  <a:lnTo>
                    <a:pt x="7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88" name="Google Shape;688;p16"/>
            <p:cNvSpPr/>
            <p:nvPr/>
          </p:nvSpPr>
          <p:spPr>
            <a:xfrm>
              <a:off x="700" y="3362"/>
              <a:ext cx="212" cy="97"/>
            </a:xfrm>
            <a:custGeom>
              <a:rect b="b" l="l" r="r" t="t"/>
              <a:pathLst>
                <a:path extrusionOk="0" h="196" w="424">
                  <a:moveTo>
                    <a:pt x="409" y="74"/>
                  </a:moveTo>
                  <a:lnTo>
                    <a:pt x="324" y="137"/>
                  </a:lnTo>
                  <a:lnTo>
                    <a:pt x="173" y="186"/>
                  </a:lnTo>
                  <a:lnTo>
                    <a:pt x="35" y="196"/>
                  </a:lnTo>
                  <a:lnTo>
                    <a:pt x="0" y="171"/>
                  </a:lnTo>
                  <a:lnTo>
                    <a:pt x="25" y="135"/>
                  </a:lnTo>
                  <a:lnTo>
                    <a:pt x="198" y="74"/>
                  </a:lnTo>
                  <a:lnTo>
                    <a:pt x="363" y="0"/>
                  </a:lnTo>
                  <a:lnTo>
                    <a:pt x="424" y="13"/>
                  </a:lnTo>
                  <a:lnTo>
                    <a:pt x="409" y="74"/>
                  </a:lnTo>
                  <a:lnTo>
                    <a:pt x="409" y="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89" name="Google Shape;689;p16"/>
            <p:cNvSpPr/>
            <p:nvPr/>
          </p:nvSpPr>
          <p:spPr>
            <a:xfrm>
              <a:off x="699" y="3437"/>
              <a:ext cx="528" cy="378"/>
            </a:xfrm>
            <a:custGeom>
              <a:rect b="b" l="l" r="r" t="t"/>
              <a:pathLst>
                <a:path extrusionOk="0" h="757" w="1057">
                  <a:moveTo>
                    <a:pt x="46" y="0"/>
                  </a:moveTo>
                  <a:lnTo>
                    <a:pt x="223" y="112"/>
                  </a:lnTo>
                  <a:lnTo>
                    <a:pt x="483" y="312"/>
                  </a:lnTo>
                  <a:lnTo>
                    <a:pt x="732" y="513"/>
                  </a:lnTo>
                  <a:lnTo>
                    <a:pt x="888" y="629"/>
                  </a:lnTo>
                  <a:lnTo>
                    <a:pt x="959" y="675"/>
                  </a:lnTo>
                  <a:lnTo>
                    <a:pt x="1057" y="724"/>
                  </a:lnTo>
                  <a:lnTo>
                    <a:pt x="1050" y="757"/>
                  </a:lnTo>
                  <a:lnTo>
                    <a:pt x="881" y="724"/>
                  </a:lnTo>
                  <a:lnTo>
                    <a:pt x="723" y="648"/>
                  </a:lnTo>
                  <a:lnTo>
                    <a:pt x="576" y="548"/>
                  </a:lnTo>
                  <a:lnTo>
                    <a:pt x="343" y="361"/>
                  </a:lnTo>
                  <a:lnTo>
                    <a:pt x="99" y="143"/>
                  </a:lnTo>
                  <a:lnTo>
                    <a:pt x="6" y="52"/>
                  </a:lnTo>
                  <a:lnTo>
                    <a:pt x="0" y="6"/>
                  </a:lnTo>
                  <a:lnTo>
                    <a:pt x="46" y="0"/>
                  </a:lnTo>
                  <a:lnTo>
                    <a:pt x="4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90" name="Google Shape;690;p16"/>
            <p:cNvSpPr/>
            <p:nvPr/>
          </p:nvSpPr>
          <p:spPr>
            <a:xfrm>
              <a:off x="1331" y="3305"/>
              <a:ext cx="486" cy="192"/>
            </a:xfrm>
            <a:custGeom>
              <a:rect b="b" l="l" r="r" t="t"/>
              <a:pathLst>
                <a:path extrusionOk="0" h="386" w="971">
                  <a:moveTo>
                    <a:pt x="23" y="0"/>
                  </a:moveTo>
                  <a:lnTo>
                    <a:pt x="116" y="51"/>
                  </a:lnTo>
                  <a:lnTo>
                    <a:pt x="211" y="105"/>
                  </a:lnTo>
                  <a:lnTo>
                    <a:pt x="416" y="186"/>
                  </a:lnTo>
                  <a:lnTo>
                    <a:pt x="627" y="259"/>
                  </a:lnTo>
                  <a:lnTo>
                    <a:pt x="749" y="302"/>
                  </a:lnTo>
                  <a:lnTo>
                    <a:pt x="872" y="338"/>
                  </a:lnTo>
                  <a:lnTo>
                    <a:pt x="971" y="354"/>
                  </a:lnTo>
                  <a:lnTo>
                    <a:pt x="969" y="386"/>
                  </a:lnTo>
                  <a:lnTo>
                    <a:pt x="589" y="369"/>
                  </a:lnTo>
                  <a:lnTo>
                    <a:pt x="372" y="266"/>
                  </a:lnTo>
                  <a:lnTo>
                    <a:pt x="116" y="112"/>
                  </a:lnTo>
                  <a:lnTo>
                    <a:pt x="5" y="27"/>
                  </a:lnTo>
                  <a:lnTo>
                    <a:pt x="0" y="4"/>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91" name="Google Shape;691;p16"/>
            <p:cNvSpPr/>
            <p:nvPr/>
          </p:nvSpPr>
          <p:spPr>
            <a:xfrm>
              <a:off x="1269" y="3667"/>
              <a:ext cx="329" cy="173"/>
            </a:xfrm>
            <a:custGeom>
              <a:rect b="b" l="l" r="r" t="t"/>
              <a:pathLst>
                <a:path extrusionOk="0" h="346" w="658">
                  <a:moveTo>
                    <a:pt x="23" y="261"/>
                  </a:moveTo>
                  <a:lnTo>
                    <a:pt x="116" y="215"/>
                  </a:lnTo>
                  <a:lnTo>
                    <a:pt x="213" y="179"/>
                  </a:lnTo>
                  <a:lnTo>
                    <a:pt x="359" y="129"/>
                  </a:lnTo>
                  <a:lnTo>
                    <a:pt x="504" y="72"/>
                  </a:lnTo>
                  <a:lnTo>
                    <a:pt x="572" y="32"/>
                  </a:lnTo>
                  <a:lnTo>
                    <a:pt x="641" y="0"/>
                  </a:lnTo>
                  <a:lnTo>
                    <a:pt x="658" y="27"/>
                  </a:lnTo>
                  <a:lnTo>
                    <a:pt x="582" y="88"/>
                  </a:lnTo>
                  <a:lnTo>
                    <a:pt x="462" y="166"/>
                  </a:lnTo>
                  <a:lnTo>
                    <a:pt x="337" y="240"/>
                  </a:lnTo>
                  <a:lnTo>
                    <a:pt x="249" y="283"/>
                  </a:lnTo>
                  <a:lnTo>
                    <a:pt x="63" y="346"/>
                  </a:lnTo>
                  <a:lnTo>
                    <a:pt x="0" y="323"/>
                  </a:lnTo>
                  <a:lnTo>
                    <a:pt x="23" y="261"/>
                  </a:lnTo>
                  <a:lnTo>
                    <a:pt x="23" y="2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92" name="Google Shape;692;p16"/>
            <p:cNvSpPr/>
            <p:nvPr/>
          </p:nvSpPr>
          <p:spPr>
            <a:xfrm>
              <a:off x="1247" y="3204"/>
              <a:ext cx="552" cy="84"/>
            </a:xfrm>
            <a:custGeom>
              <a:rect b="b" l="l" r="r" t="t"/>
              <a:pathLst>
                <a:path extrusionOk="0" h="169" w="1103">
                  <a:moveTo>
                    <a:pt x="12" y="117"/>
                  </a:moveTo>
                  <a:lnTo>
                    <a:pt x="107" y="89"/>
                  </a:lnTo>
                  <a:lnTo>
                    <a:pt x="244" y="77"/>
                  </a:lnTo>
                  <a:lnTo>
                    <a:pt x="499" y="68"/>
                  </a:lnTo>
                  <a:lnTo>
                    <a:pt x="807" y="26"/>
                  </a:lnTo>
                  <a:lnTo>
                    <a:pt x="1097" y="0"/>
                  </a:lnTo>
                  <a:lnTo>
                    <a:pt x="1103" y="32"/>
                  </a:lnTo>
                  <a:lnTo>
                    <a:pt x="947" y="72"/>
                  </a:lnTo>
                  <a:lnTo>
                    <a:pt x="702" y="115"/>
                  </a:lnTo>
                  <a:lnTo>
                    <a:pt x="453" y="152"/>
                  </a:lnTo>
                  <a:lnTo>
                    <a:pt x="287" y="169"/>
                  </a:lnTo>
                  <a:lnTo>
                    <a:pt x="33" y="163"/>
                  </a:lnTo>
                  <a:lnTo>
                    <a:pt x="0" y="150"/>
                  </a:lnTo>
                  <a:lnTo>
                    <a:pt x="12" y="117"/>
                  </a:lnTo>
                  <a:lnTo>
                    <a:pt x="12" y="11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93" name="Google Shape;693;p16"/>
            <p:cNvSpPr/>
            <p:nvPr/>
          </p:nvSpPr>
          <p:spPr>
            <a:xfrm>
              <a:off x="258" y="3305"/>
              <a:ext cx="231" cy="54"/>
            </a:xfrm>
            <a:custGeom>
              <a:rect b="b" l="l" r="r" t="t"/>
              <a:pathLst>
                <a:path extrusionOk="0" h="108" w="462">
                  <a:moveTo>
                    <a:pt x="418" y="93"/>
                  </a:moveTo>
                  <a:lnTo>
                    <a:pt x="238" y="108"/>
                  </a:lnTo>
                  <a:lnTo>
                    <a:pt x="0" y="82"/>
                  </a:lnTo>
                  <a:lnTo>
                    <a:pt x="0" y="49"/>
                  </a:lnTo>
                  <a:lnTo>
                    <a:pt x="232" y="13"/>
                  </a:lnTo>
                  <a:lnTo>
                    <a:pt x="413" y="0"/>
                  </a:lnTo>
                  <a:lnTo>
                    <a:pt x="462" y="44"/>
                  </a:lnTo>
                  <a:lnTo>
                    <a:pt x="453" y="76"/>
                  </a:lnTo>
                  <a:lnTo>
                    <a:pt x="418" y="93"/>
                  </a:lnTo>
                  <a:lnTo>
                    <a:pt x="418" y="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94" name="Google Shape;694;p16"/>
            <p:cNvSpPr/>
            <p:nvPr/>
          </p:nvSpPr>
          <p:spPr>
            <a:xfrm>
              <a:off x="303" y="2288"/>
              <a:ext cx="572" cy="1107"/>
            </a:xfrm>
            <a:custGeom>
              <a:rect b="b" l="l" r="r" t="t"/>
              <a:pathLst>
                <a:path extrusionOk="0" h="2215" w="1143">
                  <a:moveTo>
                    <a:pt x="894" y="2101"/>
                  </a:moveTo>
                  <a:lnTo>
                    <a:pt x="1023" y="2066"/>
                  </a:lnTo>
                  <a:lnTo>
                    <a:pt x="1054" y="2135"/>
                  </a:lnTo>
                  <a:lnTo>
                    <a:pt x="909" y="2173"/>
                  </a:lnTo>
                  <a:lnTo>
                    <a:pt x="753" y="2211"/>
                  </a:lnTo>
                  <a:lnTo>
                    <a:pt x="611" y="2215"/>
                  </a:lnTo>
                  <a:lnTo>
                    <a:pt x="413" y="2161"/>
                  </a:lnTo>
                  <a:lnTo>
                    <a:pt x="179" y="1958"/>
                  </a:lnTo>
                  <a:lnTo>
                    <a:pt x="31" y="1603"/>
                  </a:lnTo>
                  <a:lnTo>
                    <a:pt x="0" y="1327"/>
                  </a:lnTo>
                  <a:lnTo>
                    <a:pt x="31" y="1049"/>
                  </a:lnTo>
                  <a:lnTo>
                    <a:pt x="88" y="859"/>
                  </a:lnTo>
                  <a:lnTo>
                    <a:pt x="177" y="688"/>
                  </a:lnTo>
                  <a:lnTo>
                    <a:pt x="316" y="493"/>
                  </a:lnTo>
                  <a:lnTo>
                    <a:pt x="436" y="352"/>
                  </a:lnTo>
                  <a:lnTo>
                    <a:pt x="502" y="291"/>
                  </a:lnTo>
                  <a:lnTo>
                    <a:pt x="567" y="240"/>
                  </a:lnTo>
                  <a:lnTo>
                    <a:pt x="708" y="160"/>
                  </a:lnTo>
                  <a:lnTo>
                    <a:pt x="881" y="86"/>
                  </a:lnTo>
                  <a:lnTo>
                    <a:pt x="1099" y="0"/>
                  </a:lnTo>
                  <a:lnTo>
                    <a:pt x="1143" y="12"/>
                  </a:lnTo>
                  <a:lnTo>
                    <a:pt x="1132" y="50"/>
                  </a:lnTo>
                  <a:lnTo>
                    <a:pt x="731" y="255"/>
                  </a:lnTo>
                  <a:lnTo>
                    <a:pt x="596" y="341"/>
                  </a:lnTo>
                  <a:lnTo>
                    <a:pt x="478" y="445"/>
                  </a:lnTo>
                  <a:lnTo>
                    <a:pt x="343" y="595"/>
                  </a:lnTo>
                  <a:lnTo>
                    <a:pt x="225" y="757"/>
                  </a:lnTo>
                  <a:lnTo>
                    <a:pt x="103" y="1084"/>
                  </a:lnTo>
                  <a:lnTo>
                    <a:pt x="88" y="1346"/>
                  </a:lnTo>
                  <a:lnTo>
                    <a:pt x="128" y="1608"/>
                  </a:lnTo>
                  <a:lnTo>
                    <a:pt x="162" y="1711"/>
                  </a:lnTo>
                  <a:lnTo>
                    <a:pt x="206" y="1810"/>
                  </a:lnTo>
                  <a:lnTo>
                    <a:pt x="324" y="1979"/>
                  </a:lnTo>
                  <a:lnTo>
                    <a:pt x="483" y="2095"/>
                  </a:lnTo>
                  <a:lnTo>
                    <a:pt x="611" y="2133"/>
                  </a:lnTo>
                  <a:lnTo>
                    <a:pt x="894" y="2101"/>
                  </a:lnTo>
                  <a:lnTo>
                    <a:pt x="894" y="210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95" name="Google Shape;695;p16"/>
            <p:cNvSpPr/>
            <p:nvPr/>
          </p:nvSpPr>
          <p:spPr>
            <a:xfrm>
              <a:off x="987" y="3284"/>
              <a:ext cx="121" cy="103"/>
            </a:xfrm>
            <a:custGeom>
              <a:rect b="b" l="l" r="r" t="t"/>
              <a:pathLst>
                <a:path extrusionOk="0" h="207" w="244">
                  <a:moveTo>
                    <a:pt x="40" y="23"/>
                  </a:moveTo>
                  <a:lnTo>
                    <a:pt x="54" y="74"/>
                  </a:lnTo>
                  <a:lnTo>
                    <a:pt x="154" y="133"/>
                  </a:lnTo>
                  <a:lnTo>
                    <a:pt x="238" y="173"/>
                  </a:lnTo>
                  <a:lnTo>
                    <a:pt x="244" y="204"/>
                  </a:lnTo>
                  <a:lnTo>
                    <a:pt x="213" y="207"/>
                  </a:lnTo>
                  <a:lnTo>
                    <a:pt x="139" y="171"/>
                  </a:lnTo>
                  <a:lnTo>
                    <a:pt x="16" y="101"/>
                  </a:lnTo>
                  <a:lnTo>
                    <a:pt x="0" y="19"/>
                  </a:lnTo>
                  <a:lnTo>
                    <a:pt x="21" y="0"/>
                  </a:lnTo>
                  <a:lnTo>
                    <a:pt x="40" y="23"/>
                  </a:lnTo>
                  <a:lnTo>
                    <a:pt x="40" y="2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96" name="Google Shape;696;p16"/>
            <p:cNvSpPr/>
            <p:nvPr/>
          </p:nvSpPr>
          <p:spPr>
            <a:xfrm>
              <a:off x="518" y="3185"/>
              <a:ext cx="223" cy="129"/>
            </a:xfrm>
            <a:custGeom>
              <a:rect b="b" l="l" r="r" t="t"/>
              <a:pathLst>
                <a:path extrusionOk="0" h="258" w="445">
                  <a:moveTo>
                    <a:pt x="51" y="36"/>
                  </a:moveTo>
                  <a:lnTo>
                    <a:pt x="126" y="102"/>
                  </a:lnTo>
                  <a:lnTo>
                    <a:pt x="223" y="146"/>
                  </a:lnTo>
                  <a:lnTo>
                    <a:pt x="426" y="201"/>
                  </a:lnTo>
                  <a:lnTo>
                    <a:pt x="445" y="224"/>
                  </a:lnTo>
                  <a:lnTo>
                    <a:pt x="422" y="243"/>
                  </a:lnTo>
                  <a:lnTo>
                    <a:pt x="268" y="258"/>
                  </a:lnTo>
                  <a:lnTo>
                    <a:pt x="166" y="222"/>
                  </a:lnTo>
                  <a:lnTo>
                    <a:pt x="74" y="157"/>
                  </a:lnTo>
                  <a:lnTo>
                    <a:pt x="0" y="34"/>
                  </a:lnTo>
                  <a:lnTo>
                    <a:pt x="12" y="0"/>
                  </a:lnTo>
                  <a:lnTo>
                    <a:pt x="228" y="17"/>
                  </a:lnTo>
                  <a:lnTo>
                    <a:pt x="420" y="129"/>
                  </a:lnTo>
                  <a:lnTo>
                    <a:pt x="426" y="159"/>
                  </a:lnTo>
                  <a:lnTo>
                    <a:pt x="396" y="165"/>
                  </a:lnTo>
                  <a:lnTo>
                    <a:pt x="236" y="66"/>
                  </a:lnTo>
                  <a:lnTo>
                    <a:pt x="154" y="36"/>
                  </a:lnTo>
                  <a:lnTo>
                    <a:pt x="51" y="36"/>
                  </a:lnTo>
                  <a:lnTo>
                    <a:pt x="51"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97" name="Google Shape;697;p16"/>
            <p:cNvSpPr/>
            <p:nvPr/>
          </p:nvSpPr>
          <p:spPr>
            <a:xfrm>
              <a:off x="847" y="3334"/>
              <a:ext cx="112" cy="70"/>
            </a:xfrm>
            <a:custGeom>
              <a:rect b="b" l="l" r="r" t="t"/>
              <a:pathLst>
                <a:path extrusionOk="0" h="141" w="224">
                  <a:moveTo>
                    <a:pt x="44" y="0"/>
                  </a:moveTo>
                  <a:lnTo>
                    <a:pt x="84" y="2"/>
                  </a:lnTo>
                  <a:lnTo>
                    <a:pt x="211" y="85"/>
                  </a:lnTo>
                  <a:lnTo>
                    <a:pt x="224" y="127"/>
                  </a:lnTo>
                  <a:lnTo>
                    <a:pt x="183" y="141"/>
                  </a:lnTo>
                  <a:lnTo>
                    <a:pt x="55" y="87"/>
                  </a:lnTo>
                  <a:lnTo>
                    <a:pt x="29" y="76"/>
                  </a:lnTo>
                  <a:lnTo>
                    <a:pt x="0" y="30"/>
                  </a:lnTo>
                  <a:lnTo>
                    <a:pt x="44" y="0"/>
                  </a:lnTo>
                  <a:lnTo>
                    <a:pt x="4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98" name="Google Shape;698;p16"/>
            <p:cNvSpPr/>
            <p:nvPr/>
          </p:nvSpPr>
          <p:spPr>
            <a:xfrm>
              <a:off x="725" y="2776"/>
              <a:ext cx="101" cy="418"/>
            </a:xfrm>
            <a:custGeom>
              <a:rect b="b" l="l" r="r" t="t"/>
              <a:pathLst>
                <a:path extrusionOk="0" h="837" w="201">
                  <a:moveTo>
                    <a:pt x="201" y="31"/>
                  </a:moveTo>
                  <a:lnTo>
                    <a:pt x="194" y="154"/>
                  </a:lnTo>
                  <a:lnTo>
                    <a:pt x="152" y="272"/>
                  </a:lnTo>
                  <a:lnTo>
                    <a:pt x="108" y="475"/>
                  </a:lnTo>
                  <a:lnTo>
                    <a:pt x="114" y="684"/>
                  </a:lnTo>
                  <a:lnTo>
                    <a:pt x="116" y="723"/>
                  </a:lnTo>
                  <a:lnTo>
                    <a:pt x="114" y="787"/>
                  </a:lnTo>
                  <a:lnTo>
                    <a:pt x="102" y="837"/>
                  </a:lnTo>
                  <a:lnTo>
                    <a:pt x="76" y="821"/>
                  </a:lnTo>
                  <a:lnTo>
                    <a:pt x="3" y="698"/>
                  </a:lnTo>
                  <a:lnTo>
                    <a:pt x="0" y="645"/>
                  </a:lnTo>
                  <a:lnTo>
                    <a:pt x="3" y="588"/>
                  </a:lnTo>
                  <a:lnTo>
                    <a:pt x="30" y="474"/>
                  </a:lnTo>
                  <a:lnTo>
                    <a:pt x="72" y="359"/>
                  </a:lnTo>
                  <a:lnTo>
                    <a:pt x="114" y="257"/>
                  </a:lnTo>
                  <a:lnTo>
                    <a:pt x="138" y="34"/>
                  </a:lnTo>
                  <a:lnTo>
                    <a:pt x="169" y="0"/>
                  </a:lnTo>
                  <a:lnTo>
                    <a:pt x="201" y="31"/>
                  </a:lnTo>
                  <a:lnTo>
                    <a:pt x="201"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699" name="Google Shape;699;p16"/>
            <p:cNvSpPr/>
            <p:nvPr/>
          </p:nvSpPr>
          <p:spPr>
            <a:xfrm>
              <a:off x="771" y="3194"/>
              <a:ext cx="166" cy="172"/>
            </a:xfrm>
            <a:custGeom>
              <a:rect b="b" l="l" r="r" t="t"/>
              <a:pathLst>
                <a:path extrusionOk="0" h="344" w="333">
                  <a:moveTo>
                    <a:pt x="287" y="76"/>
                  </a:moveTo>
                  <a:lnTo>
                    <a:pt x="163" y="39"/>
                  </a:lnTo>
                  <a:lnTo>
                    <a:pt x="27" y="38"/>
                  </a:lnTo>
                  <a:lnTo>
                    <a:pt x="0" y="26"/>
                  </a:lnTo>
                  <a:lnTo>
                    <a:pt x="11" y="0"/>
                  </a:lnTo>
                  <a:lnTo>
                    <a:pt x="158" y="0"/>
                  </a:lnTo>
                  <a:lnTo>
                    <a:pt x="312" y="36"/>
                  </a:lnTo>
                  <a:lnTo>
                    <a:pt x="333" y="58"/>
                  </a:lnTo>
                  <a:lnTo>
                    <a:pt x="312" y="172"/>
                  </a:lnTo>
                  <a:lnTo>
                    <a:pt x="279" y="287"/>
                  </a:lnTo>
                  <a:lnTo>
                    <a:pt x="249" y="328"/>
                  </a:lnTo>
                  <a:lnTo>
                    <a:pt x="207" y="344"/>
                  </a:lnTo>
                  <a:lnTo>
                    <a:pt x="161" y="290"/>
                  </a:lnTo>
                  <a:lnTo>
                    <a:pt x="220" y="186"/>
                  </a:lnTo>
                  <a:lnTo>
                    <a:pt x="287" y="76"/>
                  </a:lnTo>
                  <a:lnTo>
                    <a:pt x="287" y="7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00" name="Google Shape;700;p16"/>
            <p:cNvSpPr/>
            <p:nvPr/>
          </p:nvSpPr>
          <p:spPr>
            <a:xfrm>
              <a:off x="1014" y="2999"/>
              <a:ext cx="66" cy="206"/>
            </a:xfrm>
            <a:custGeom>
              <a:rect b="b" l="l" r="r" t="t"/>
              <a:pathLst>
                <a:path extrusionOk="0" h="410" w="131">
                  <a:moveTo>
                    <a:pt x="38" y="11"/>
                  </a:moveTo>
                  <a:lnTo>
                    <a:pt x="66" y="63"/>
                  </a:lnTo>
                  <a:lnTo>
                    <a:pt x="55" y="93"/>
                  </a:lnTo>
                  <a:lnTo>
                    <a:pt x="40" y="167"/>
                  </a:lnTo>
                  <a:lnTo>
                    <a:pt x="102" y="230"/>
                  </a:lnTo>
                  <a:lnTo>
                    <a:pt x="131" y="312"/>
                  </a:lnTo>
                  <a:lnTo>
                    <a:pt x="125" y="390"/>
                  </a:lnTo>
                  <a:lnTo>
                    <a:pt x="104" y="410"/>
                  </a:lnTo>
                  <a:lnTo>
                    <a:pt x="83" y="391"/>
                  </a:lnTo>
                  <a:lnTo>
                    <a:pt x="70" y="323"/>
                  </a:lnTo>
                  <a:lnTo>
                    <a:pt x="49" y="262"/>
                  </a:lnTo>
                  <a:lnTo>
                    <a:pt x="2" y="186"/>
                  </a:lnTo>
                  <a:lnTo>
                    <a:pt x="15" y="63"/>
                  </a:lnTo>
                  <a:lnTo>
                    <a:pt x="0" y="28"/>
                  </a:lnTo>
                  <a:lnTo>
                    <a:pt x="11" y="0"/>
                  </a:lnTo>
                  <a:lnTo>
                    <a:pt x="38" y="11"/>
                  </a:lnTo>
                  <a:lnTo>
                    <a:pt x="38"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01" name="Google Shape;701;p16"/>
            <p:cNvSpPr/>
            <p:nvPr/>
          </p:nvSpPr>
          <p:spPr>
            <a:xfrm>
              <a:off x="1074" y="3046"/>
              <a:ext cx="150" cy="221"/>
            </a:xfrm>
            <a:custGeom>
              <a:rect b="b" l="l" r="r" t="t"/>
              <a:pathLst>
                <a:path extrusionOk="0" h="443" w="301">
                  <a:moveTo>
                    <a:pt x="31" y="0"/>
                  </a:moveTo>
                  <a:lnTo>
                    <a:pt x="170" y="139"/>
                  </a:lnTo>
                  <a:lnTo>
                    <a:pt x="270" y="317"/>
                  </a:lnTo>
                  <a:lnTo>
                    <a:pt x="301" y="414"/>
                  </a:lnTo>
                  <a:lnTo>
                    <a:pt x="287" y="443"/>
                  </a:lnTo>
                  <a:lnTo>
                    <a:pt x="259" y="430"/>
                  </a:lnTo>
                  <a:lnTo>
                    <a:pt x="190" y="291"/>
                  </a:lnTo>
                  <a:lnTo>
                    <a:pt x="114" y="154"/>
                  </a:lnTo>
                  <a:lnTo>
                    <a:pt x="69" y="91"/>
                  </a:lnTo>
                  <a:lnTo>
                    <a:pt x="12" y="40"/>
                  </a:lnTo>
                  <a:lnTo>
                    <a:pt x="0" y="10"/>
                  </a:lnTo>
                  <a:lnTo>
                    <a:pt x="31" y="0"/>
                  </a:lnTo>
                  <a:lnTo>
                    <a:pt x="3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02" name="Google Shape;702;p16"/>
            <p:cNvSpPr/>
            <p:nvPr/>
          </p:nvSpPr>
          <p:spPr>
            <a:xfrm>
              <a:off x="787" y="2896"/>
              <a:ext cx="108" cy="174"/>
            </a:xfrm>
            <a:custGeom>
              <a:rect b="b" l="l" r="r" t="t"/>
              <a:pathLst>
                <a:path extrusionOk="0" h="348" w="217">
                  <a:moveTo>
                    <a:pt x="86" y="0"/>
                  </a:moveTo>
                  <a:lnTo>
                    <a:pt x="217" y="23"/>
                  </a:lnTo>
                  <a:lnTo>
                    <a:pt x="213" y="146"/>
                  </a:lnTo>
                  <a:lnTo>
                    <a:pt x="190" y="275"/>
                  </a:lnTo>
                  <a:lnTo>
                    <a:pt x="164" y="348"/>
                  </a:lnTo>
                  <a:lnTo>
                    <a:pt x="97" y="340"/>
                  </a:lnTo>
                  <a:lnTo>
                    <a:pt x="34" y="268"/>
                  </a:lnTo>
                  <a:lnTo>
                    <a:pt x="0" y="197"/>
                  </a:lnTo>
                  <a:lnTo>
                    <a:pt x="34" y="159"/>
                  </a:lnTo>
                  <a:lnTo>
                    <a:pt x="78" y="209"/>
                  </a:lnTo>
                  <a:lnTo>
                    <a:pt x="114" y="251"/>
                  </a:lnTo>
                  <a:lnTo>
                    <a:pt x="145" y="156"/>
                  </a:lnTo>
                  <a:lnTo>
                    <a:pt x="160" y="70"/>
                  </a:lnTo>
                  <a:lnTo>
                    <a:pt x="78" y="53"/>
                  </a:lnTo>
                  <a:lnTo>
                    <a:pt x="63" y="17"/>
                  </a:lnTo>
                  <a:lnTo>
                    <a:pt x="86" y="0"/>
                  </a:lnTo>
                  <a:lnTo>
                    <a:pt x="8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03" name="Google Shape;703;p16"/>
            <p:cNvSpPr/>
            <p:nvPr/>
          </p:nvSpPr>
          <p:spPr>
            <a:xfrm>
              <a:off x="793" y="3094"/>
              <a:ext cx="119" cy="105"/>
            </a:xfrm>
            <a:custGeom>
              <a:rect b="b" l="l" r="r" t="t"/>
              <a:pathLst>
                <a:path extrusionOk="0" h="209" w="237">
                  <a:moveTo>
                    <a:pt x="0" y="158"/>
                  </a:moveTo>
                  <a:lnTo>
                    <a:pt x="30" y="68"/>
                  </a:lnTo>
                  <a:lnTo>
                    <a:pt x="83" y="0"/>
                  </a:lnTo>
                  <a:lnTo>
                    <a:pt x="127" y="15"/>
                  </a:lnTo>
                  <a:lnTo>
                    <a:pt x="188" y="125"/>
                  </a:lnTo>
                  <a:lnTo>
                    <a:pt x="233" y="177"/>
                  </a:lnTo>
                  <a:lnTo>
                    <a:pt x="237" y="205"/>
                  </a:lnTo>
                  <a:lnTo>
                    <a:pt x="207" y="209"/>
                  </a:lnTo>
                  <a:lnTo>
                    <a:pt x="142" y="167"/>
                  </a:lnTo>
                  <a:lnTo>
                    <a:pt x="87" y="74"/>
                  </a:lnTo>
                  <a:lnTo>
                    <a:pt x="38" y="177"/>
                  </a:lnTo>
                  <a:lnTo>
                    <a:pt x="9" y="186"/>
                  </a:lnTo>
                  <a:lnTo>
                    <a:pt x="0" y="158"/>
                  </a:lnTo>
                  <a:lnTo>
                    <a:pt x="0" y="1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grpSp>
      <p:sp>
        <p:nvSpPr>
          <p:cNvPr id="704" name="Google Shape;704;p16"/>
          <p:cNvSpPr txBox="1"/>
          <p:nvPr/>
        </p:nvSpPr>
        <p:spPr>
          <a:xfrm>
            <a:off x="4724400" y="2286000"/>
            <a:ext cx="3962400" cy="1295400"/>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Printed</a:t>
            </a:r>
            <a:endParaRPr/>
          </a:p>
        </p:txBody>
      </p:sp>
      <p:sp>
        <p:nvSpPr>
          <p:cNvPr id="705" name="Google Shape;705;p16"/>
          <p:cNvSpPr txBox="1"/>
          <p:nvPr/>
        </p:nvSpPr>
        <p:spPr>
          <a:xfrm>
            <a:off x="4724400" y="3581400"/>
            <a:ext cx="3962400" cy="1295400"/>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ASCII-Text</a:t>
            </a:r>
            <a:endParaRPr/>
          </a:p>
        </p:txBody>
      </p:sp>
      <p:sp>
        <p:nvSpPr>
          <p:cNvPr id="706" name="Google Shape;706;p16"/>
          <p:cNvSpPr txBox="1"/>
          <p:nvPr/>
        </p:nvSpPr>
        <p:spPr>
          <a:xfrm>
            <a:off x="4724400" y="4876800"/>
            <a:ext cx="3962400" cy="1295400"/>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HTML-Coded</a:t>
            </a:r>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500"/>
                                        <p:tgtEl>
                                          <p:spTgt spid="70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500"/>
                                        <p:tgtEl>
                                          <p:spTgt spid="70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500"/>
                                        <p:tgtEl>
                                          <p:spTgt spid="7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1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713" name="Google Shape;713;p1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714" name="Google Shape;714;p1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715" name="Google Shape;715;p17"/>
          <p:cNvSpPr txBox="1"/>
          <p:nvPr/>
        </p:nvSpPr>
        <p:spPr>
          <a:xfrm>
            <a:off x="457200" y="2057400"/>
            <a:ext cx="4114800" cy="41148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16" name="Google Shape;716;p17"/>
          <p:cNvSpPr/>
          <p:nvPr/>
        </p:nvSpPr>
        <p:spPr>
          <a:xfrm>
            <a:off x="3981450" y="4081462"/>
            <a:ext cx="4762" cy="1587"/>
          </a:xfrm>
          <a:custGeom>
            <a:rect b="b" l="l" r="r" t="t"/>
            <a:pathLst>
              <a:path extrusionOk="0" h="1587" w="3">
                <a:moveTo>
                  <a:pt x="3" y="0"/>
                </a:moveTo>
                <a:lnTo>
                  <a:pt x="1" y="0"/>
                </a:lnTo>
                <a:lnTo>
                  <a:pt x="1" y="0"/>
                </a:lnTo>
                <a:lnTo>
                  <a:pt x="0" y="0"/>
                </a:lnTo>
                <a:lnTo>
                  <a:pt x="0" y="0"/>
                </a:lnTo>
                <a:lnTo>
                  <a:pt x="3" y="0"/>
                </a:lnTo>
                <a:close/>
              </a:path>
            </a:pathLst>
          </a:custGeom>
          <a:solidFill>
            <a:srgbClr val="E5D1B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17" name="Google Shape;717;p17"/>
          <p:cNvSpPr/>
          <p:nvPr/>
        </p:nvSpPr>
        <p:spPr>
          <a:xfrm>
            <a:off x="3970337" y="2740025"/>
            <a:ext cx="3175" cy="1587"/>
          </a:xfrm>
          <a:custGeom>
            <a:rect b="b" l="l" r="r" t="t"/>
            <a:pathLst>
              <a:path extrusionOk="0" h="1588" w="2">
                <a:moveTo>
                  <a:pt x="2" y="0"/>
                </a:moveTo>
                <a:lnTo>
                  <a:pt x="1" y="0"/>
                </a:lnTo>
                <a:lnTo>
                  <a:pt x="0" y="0"/>
                </a:lnTo>
                <a:lnTo>
                  <a:pt x="0" y="0"/>
                </a:lnTo>
                <a:lnTo>
                  <a:pt x="0" y="0"/>
                </a:lnTo>
                <a:lnTo>
                  <a:pt x="2" y="0"/>
                </a:lnTo>
                <a:close/>
              </a:path>
            </a:pathLst>
          </a:custGeom>
          <a:solidFill>
            <a:srgbClr val="E5D1B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18" name="Google Shape;718;p17"/>
          <p:cNvSpPr/>
          <p:nvPr/>
        </p:nvSpPr>
        <p:spPr>
          <a:xfrm>
            <a:off x="3981450" y="3408362"/>
            <a:ext cx="4762" cy="1587"/>
          </a:xfrm>
          <a:custGeom>
            <a:rect b="b" l="l" r="r" t="t"/>
            <a:pathLst>
              <a:path extrusionOk="0" h="1587" w="3">
                <a:moveTo>
                  <a:pt x="3" y="0"/>
                </a:moveTo>
                <a:lnTo>
                  <a:pt x="1" y="0"/>
                </a:lnTo>
                <a:lnTo>
                  <a:pt x="0" y="0"/>
                </a:lnTo>
                <a:lnTo>
                  <a:pt x="0" y="0"/>
                </a:lnTo>
                <a:lnTo>
                  <a:pt x="0" y="0"/>
                </a:lnTo>
                <a:lnTo>
                  <a:pt x="3" y="0"/>
                </a:lnTo>
                <a:close/>
              </a:path>
            </a:pathLst>
          </a:custGeom>
          <a:solidFill>
            <a:srgbClr val="E5D1B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19" name="Google Shape;719;p17"/>
          <p:cNvSpPr txBox="1"/>
          <p:nvPr/>
        </p:nvSpPr>
        <p:spPr>
          <a:xfrm>
            <a:off x="3849687" y="3427412"/>
            <a:ext cx="119062" cy="9525"/>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20" name="Google Shape;720;p17"/>
          <p:cNvSpPr txBox="1"/>
          <p:nvPr>
            <p:ph type="title"/>
          </p:nvPr>
        </p:nvSpPr>
        <p:spPr>
          <a:xfrm>
            <a:off x="457200" y="381000"/>
            <a:ext cx="8229600" cy="16764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Scannable Résumés</a:t>
            </a:r>
            <a:endParaRPr/>
          </a:p>
        </p:txBody>
      </p:sp>
      <p:grpSp>
        <p:nvGrpSpPr>
          <p:cNvPr id="721" name="Google Shape;721;p17"/>
          <p:cNvGrpSpPr/>
          <p:nvPr/>
        </p:nvGrpSpPr>
        <p:grpSpPr>
          <a:xfrm>
            <a:off x="4572000" y="2057400"/>
            <a:ext cx="4114800" cy="4114800"/>
            <a:chOff x="2880" y="1296"/>
            <a:chExt cx="2592" cy="2496"/>
          </a:xfrm>
        </p:grpSpPr>
        <p:sp>
          <p:nvSpPr>
            <p:cNvPr id="722" name="Google Shape;722;p17"/>
            <p:cNvSpPr txBox="1"/>
            <p:nvPr/>
          </p:nvSpPr>
          <p:spPr>
            <a:xfrm>
              <a:off x="2880" y="1296"/>
              <a:ext cx="2592" cy="624"/>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Black"/>
                <a:buNone/>
              </a:pPr>
              <a:r>
                <a:rPr b="1" i="0" lang="en-US" sz="2800" u="none">
                  <a:solidFill>
                    <a:schemeClr val="dk1"/>
                  </a:solidFill>
                  <a:latin typeface="Arial Black"/>
                  <a:ea typeface="Arial Black"/>
                  <a:cs typeface="Arial Black"/>
                  <a:sym typeface="Arial Black"/>
                </a:rPr>
                <a:t>ASCII Format</a:t>
              </a:r>
              <a:endParaRPr/>
            </a:p>
          </p:txBody>
        </p:sp>
        <p:sp>
          <p:nvSpPr>
            <p:cNvPr id="723" name="Google Shape;723;p17"/>
            <p:cNvSpPr txBox="1"/>
            <p:nvPr/>
          </p:nvSpPr>
          <p:spPr>
            <a:xfrm>
              <a:off x="2880" y="1920"/>
              <a:ext cx="2592" cy="624"/>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Black"/>
                <a:buNone/>
              </a:pPr>
              <a:r>
                <a:rPr b="1" i="0" lang="en-US" sz="2800" u="none">
                  <a:solidFill>
                    <a:schemeClr val="dk1"/>
                  </a:solidFill>
                  <a:latin typeface="Arial Black"/>
                  <a:ea typeface="Arial Black"/>
                  <a:cs typeface="Arial Black"/>
                  <a:sym typeface="Arial Black"/>
                </a:rPr>
                <a:t>Document Design</a:t>
              </a:r>
              <a:endParaRPr/>
            </a:p>
          </p:txBody>
        </p:sp>
        <p:sp>
          <p:nvSpPr>
            <p:cNvPr id="724" name="Google Shape;724;p17"/>
            <p:cNvSpPr txBox="1"/>
            <p:nvPr/>
          </p:nvSpPr>
          <p:spPr>
            <a:xfrm>
              <a:off x="2880" y="2544"/>
              <a:ext cx="2592" cy="624"/>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Black"/>
                <a:buNone/>
              </a:pPr>
              <a:r>
                <a:rPr b="1" i="0" lang="en-US" sz="2800" u="none">
                  <a:solidFill>
                    <a:schemeClr val="dk1"/>
                  </a:solidFill>
                  <a:latin typeface="Arial Black"/>
                  <a:ea typeface="Arial Black"/>
                  <a:cs typeface="Arial Black"/>
                  <a:sym typeface="Arial Black"/>
                </a:rPr>
                <a:t>Keywords</a:t>
              </a:r>
              <a:endParaRPr/>
            </a:p>
          </p:txBody>
        </p:sp>
        <p:sp>
          <p:nvSpPr>
            <p:cNvPr id="725" name="Google Shape;725;p17"/>
            <p:cNvSpPr txBox="1"/>
            <p:nvPr/>
          </p:nvSpPr>
          <p:spPr>
            <a:xfrm>
              <a:off x="2880" y="3168"/>
              <a:ext cx="2592" cy="624"/>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Black"/>
                <a:buNone/>
              </a:pPr>
              <a:r>
                <a:rPr b="1" i="0" lang="en-US" sz="2800" u="none">
                  <a:solidFill>
                    <a:schemeClr val="dk1"/>
                  </a:solidFill>
                  <a:latin typeface="Arial Black"/>
                  <a:ea typeface="Arial Black"/>
                  <a:cs typeface="Arial Black"/>
                  <a:sym typeface="Arial Black"/>
                </a:rPr>
                <a:t>Buzzwords/Jargon</a:t>
              </a:r>
              <a:endParaRPr/>
            </a:p>
          </p:txBody>
        </p:sp>
      </p:grpSp>
      <p:grpSp>
        <p:nvGrpSpPr>
          <p:cNvPr id="726" name="Google Shape;726;p17"/>
          <p:cNvGrpSpPr/>
          <p:nvPr/>
        </p:nvGrpSpPr>
        <p:grpSpPr>
          <a:xfrm>
            <a:off x="457200" y="2133600"/>
            <a:ext cx="4025900" cy="3984625"/>
            <a:chOff x="432" y="624"/>
            <a:chExt cx="3016" cy="2986"/>
          </a:xfrm>
        </p:grpSpPr>
        <p:sp>
          <p:nvSpPr>
            <p:cNvPr id="727" name="Google Shape;727;p17"/>
            <p:cNvSpPr/>
            <p:nvPr/>
          </p:nvSpPr>
          <p:spPr>
            <a:xfrm>
              <a:off x="432" y="624"/>
              <a:ext cx="3016" cy="2986"/>
            </a:xfrm>
            <a:custGeom>
              <a:rect b="b" l="l" r="r" t="t"/>
              <a:pathLst>
                <a:path extrusionOk="0" h="2986" w="3016">
                  <a:moveTo>
                    <a:pt x="1510" y="0"/>
                  </a:moveTo>
                  <a:lnTo>
                    <a:pt x="1726" y="793"/>
                  </a:lnTo>
                  <a:lnTo>
                    <a:pt x="2329" y="243"/>
                  </a:lnTo>
                  <a:lnTo>
                    <a:pt x="2083" y="1027"/>
                  </a:lnTo>
                  <a:lnTo>
                    <a:pt x="2894" y="893"/>
                  </a:lnTo>
                  <a:lnTo>
                    <a:pt x="2262" y="1418"/>
                  </a:lnTo>
                  <a:lnTo>
                    <a:pt x="3016" y="1741"/>
                  </a:lnTo>
                  <a:lnTo>
                    <a:pt x="2201" y="1842"/>
                  </a:lnTo>
                  <a:lnTo>
                    <a:pt x="2660" y="2524"/>
                  </a:lnTo>
                  <a:lnTo>
                    <a:pt x="1920" y="2168"/>
                  </a:lnTo>
                  <a:lnTo>
                    <a:pt x="1936" y="2986"/>
                  </a:lnTo>
                  <a:lnTo>
                    <a:pt x="1510" y="2286"/>
                  </a:lnTo>
                  <a:lnTo>
                    <a:pt x="1077" y="2986"/>
                  </a:lnTo>
                  <a:lnTo>
                    <a:pt x="1098" y="2168"/>
                  </a:lnTo>
                  <a:lnTo>
                    <a:pt x="357" y="2524"/>
                  </a:lnTo>
                  <a:lnTo>
                    <a:pt x="815" y="1842"/>
                  </a:lnTo>
                  <a:lnTo>
                    <a:pt x="0" y="1741"/>
                  </a:lnTo>
                  <a:lnTo>
                    <a:pt x="754" y="1418"/>
                  </a:lnTo>
                  <a:lnTo>
                    <a:pt x="122" y="893"/>
                  </a:lnTo>
                  <a:lnTo>
                    <a:pt x="933" y="1027"/>
                  </a:lnTo>
                  <a:lnTo>
                    <a:pt x="684" y="243"/>
                  </a:lnTo>
                  <a:lnTo>
                    <a:pt x="1296" y="793"/>
                  </a:lnTo>
                  <a:lnTo>
                    <a:pt x="1510" y="0"/>
                  </a:lnTo>
                  <a:close/>
                </a:path>
              </a:pathLst>
            </a:custGeom>
            <a:solidFill>
              <a:srgbClr val="E247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28" name="Google Shape;728;p17"/>
            <p:cNvSpPr/>
            <p:nvPr/>
          </p:nvSpPr>
          <p:spPr>
            <a:xfrm>
              <a:off x="479" y="669"/>
              <a:ext cx="2921" cy="2893"/>
            </a:xfrm>
            <a:custGeom>
              <a:rect b="b" l="l" r="r" t="t"/>
              <a:pathLst>
                <a:path extrusionOk="0" h="2893" w="2921">
                  <a:moveTo>
                    <a:pt x="661" y="236"/>
                  </a:moveTo>
                  <a:lnTo>
                    <a:pt x="1255" y="770"/>
                  </a:lnTo>
                  <a:lnTo>
                    <a:pt x="1462" y="0"/>
                  </a:lnTo>
                  <a:lnTo>
                    <a:pt x="1670" y="770"/>
                  </a:lnTo>
                  <a:lnTo>
                    <a:pt x="2256" y="236"/>
                  </a:lnTo>
                  <a:lnTo>
                    <a:pt x="2017" y="996"/>
                  </a:lnTo>
                  <a:lnTo>
                    <a:pt x="2803" y="866"/>
                  </a:lnTo>
                  <a:lnTo>
                    <a:pt x="2191" y="1374"/>
                  </a:lnTo>
                  <a:lnTo>
                    <a:pt x="2921" y="1689"/>
                  </a:lnTo>
                  <a:lnTo>
                    <a:pt x="2131" y="1785"/>
                  </a:lnTo>
                  <a:lnTo>
                    <a:pt x="2575" y="2447"/>
                  </a:lnTo>
                  <a:lnTo>
                    <a:pt x="1858" y="2102"/>
                  </a:lnTo>
                  <a:lnTo>
                    <a:pt x="1874" y="2893"/>
                  </a:lnTo>
                  <a:lnTo>
                    <a:pt x="1462" y="2217"/>
                  </a:lnTo>
                  <a:lnTo>
                    <a:pt x="1043" y="2893"/>
                  </a:lnTo>
                  <a:lnTo>
                    <a:pt x="1061" y="2102"/>
                  </a:lnTo>
                  <a:lnTo>
                    <a:pt x="344" y="2447"/>
                  </a:lnTo>
                  <a:lnTo>
                    <a:pt x="788" y="1785"/>
                  </a:lnTo>
                  <a:lnTo>
                    <a:pt x="0" y="1689"/>
                  </a:lnTo>
                  <a:lnTo>
                    <a:pt x="730" y="1374"/>
                  </a:lnTo>
                  <a:lnTo>
                    <a:pt x="118" y="866"/>
                  </a:lnTo>
                  <a:lnTo>
                    <a:pt x="903" y="996"/>
                  </a:lnTo>
                  <a:lnTo>
                    <a:pt x="661" y="236"/>
                  </a:lnTo>
                  <a:close/>
                </a:path>
              </a:pathLst>
            </a:custGeom>
            <a:solidFill>
              <a:srgbClr val="E556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29" name="Google Shape;729;p17"/>
            <p:cNvSpPr/>
            <p:nvPr/>
          </p:nvSpPr>
          <p:spPr>
            <a:xfrm>
              <a:off x="524" y="716"/>
              <a:ext cx="2828" cy="2799"/>
            </a:xfrm>
            <a:custGeom>
              <a:rect b="b" l="l" r="r" t="t"/>
              <a:pathLst>
                <a:path extrusionOk="0" h="2799" w="2828">
                  <a:moveTo>
                    <a:pt x="640" y="229"/>
                  </a:moveTo>
                  <a:lnTo>
                    <a:pt x="1214" y="743"/>
                  </a:lnTo>
                  <a:lnTo>
                    <a:pt x="1415" y="0"/>
                  </a:lnTo>
                  <a:lnTo>
                    <a:pt x="1618" y="743"/>
                  </a:lnTo>
                  <a:lnTo>
                    <a:pt x="2183" y="229"/>
                  </a:lnTo>
                  <a:lnTo>
                    <a:pt x="1953" y="963"/>
                  </a:lnTo>
                  <a:lnTo>
                    <a:pt x="2713" y="836"/>
                  </a:lnTo>
                  <a:lnTo>
                    <a:pt x="2121" y="1329"/>
                  </a:lnTo>
                  <a:lnTo>
                    <a:pt x="2828" y="1633"/>
                  </a:lnTo>
                  <a:lnTo>
                    <a:pt x="2064" y="1727"/>
                  </a:lnTo>
                  <a:lnTo>
                    <a:pt x="2494" y="2366"/>
                  </a:lnTo>
                  <a:lnTo>
                    <a:pt x="1799" y="2033"/>
                  </a:lnTo>
                  <a:lnTo>
                    <a:pt x="1815" y="2799"/>
                  </a:lnTo>
                  <a:lnTo>
                    <a:pt x="1415" y="2145"/>
                  </a:lnTo>
                  <a:lnTo>
                    <a:pt x="1010" y="2799"/>
                  </a:lnTo>
                  <a:lnTo>
                    <a:pt x="1028" y="2033"/>
                  </a:lnTo>
                  <a:lnTo>
                    <a:pt x="334" y="2366"/>
                  </a:lnTo>
                  <a:lnTo>
                    <a:pt x="764" y="1727"/>
                  </a:lnTo>
                  <a:lnTo>
                    <a:pt x="0" y="1633"/>
                  </a:lnTo>
                  <a:lnTo>
                    <a:pt x="707" y="1329"/>
                  </a:lnTo>
                  <a:lnTo>
                    <a:pt x="114" y="836"/>
                  </a:lnTo>
                  <a:lnTo>
                    <a:pt x="874" y="963"/>
                  </a:lnTo>
                  <a:lnTo>
                    <a:pt x="640" y="229"/>
                  </a:lnTo>
                  <a:close/>
                </a:path>
              </a:pathLst>
            </a:custGeom>
            <a:solidFill>
              <a:srgbClr val="E863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30" name="Google Shape;730;p17"/>
            <p:cNvSpPr/>
            <p:nvPr/>
          </p:nvSpPr>
          <p:spPr>
            <a:xfrm>
              <a:off x="569" y="761"/>
              <a:ext cx="2735" cy="2708"/>
            </a:xfrm>
            <a:custGeom>
              <a:rect b="b" l="l" r="r" t="t"/>
              <a:pathLst>
                <a:path extrusionOk="0" h="2708" w="2735">
                  <a:moveTo>
                    <a:pt x="620" y="221"/>
                  </a:moveTo>
                  <a:lnTo>
                    <a:pt x="1175" y="720"/>
                  </a:lnTo>
                  <a:lnTo>
                    <a:pt x="1370" y="0"/>
                  </a:lnTo>
                  <a:lnTo>
                    <a:pt x="1564" y="720"/>
                  </a:lnTo>
                  <a:lnTo>
                    <a:pt x="2112" y="221"/>
                  </a:lnTo>
                  <a:lnTo>
                    <a:pt x="1888" y="931"/>
                  </a:lnTo>
                  <a:lnTo>
                    <a:pt x="2624" y="810"/>
                  </a:lnTo>
                  <a:lnTo>
                    <a:pt x="2051" y="1285"/>
                  </a:lnTo>
                  <a:lnTo>
                    <a:pt x="2735" y="1580"/>
                  </a:lnTo>
                  <a:lnTo>
                    <a:pt x="1996" y="1670"/>
                  </a:lnTo>
                  <a:lnTo>
                    <a:pt x="2411" y="2289"/>
                  </a:lnTo>
                  <a:lnTo>
                    <a:pt x="1741" y="1966"/>
                  </a:lnTo>
                  <a:lnTo>
                    <a:pt x="1755" y="2708"/>
                  </a:lnTo>
                  <a:lnTo>
                    <a:pt x="1370" y="2074"/>
                  </a:lnTo>
                  <a:lnTo>
                    <a:pt x="977" y="2708"/>
                  </a:lnTo>
                  <a:lnTo>
                    <a:pt x="994" y="1966"/>
                  </a:lnTo>
                  <a:lnTo>
                    <a:pt x="324" y="2289"/>
                  </a:lnTo>
                  <a:lnTo>
                    <a:pt x="739" y="1670"/>
                  </a:lnTo>
                  <a:lnTo>
                    <a:pt x="0" y="1580"/>
                  </a:lnTo>
                  <a:lnTo>
                    <a:pt x="684" y="1285"/>
                  </a:lnTo>
                  <a:lnTo>
                    <a:pt x="111" y="810"/>
                  </a:lnTo>
                  <a:lnTo>
                    <a:pt x="847" y="931"/>
                  </a:lnTo>
                  <a:lnTo>
                    <a:pt x="620" y="221"/>
                  </a:lnTo>
                  <a:close/>
                </a:path>
              </a:pathLst>
            </a:custGeom>
            <a:solidFill>
              <a:srgbClr val="E87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31" name="Google Shape;731;p17"/>
            <p:cNvSpPr/>
            <p:nvPr/>
          </p:nvSpPr>
          <p:spPr>
            <a:xfrm>
              <a:off x="616" y="808"/>
              <a:ext cx="2640" cy="2613"/>
            </a:xfrm>
            <a:custGeom>
              <a:rect b="b" l="l" r="r" t="t"/>
              <a:pathLst>
                <a:path extrusionOk="0" h="2613" w="2640">
                  <a:moveTo>
                    <a:pt x="597" y="211"/>
                  </a:moveTo>
                  <a:lnTo>
                    <a:pt x="1134" y="693"/>
                  </a:lnTo>
                  <a:lnTo>
                    <a:pt x="1322" y="0"/>
                  </a:lnTo>
                  <a:lnTo>
                    <a:pt x="1510" y="693"/>
                  </a:lnTo>
                  <a:lnTo>
                    <a:pt x="2039" y="211"/>
                  </a:lnTo>
                  <a:lnTo>
                    <a:pt x="1822" y="899"/>
                  </a:lnTo>
                  <a:lnTo>
                    <a:pt x="2533" y="781"/>
                  </a:lnTo>
                  <a:lnTo>
                    <a:pt x="1979" y="1240"/>
                  </a:lnTo>
                  <a:lnTo>
                    <a:pt x="2640" y="1524"/>
                  </a:lnTo>
                  <a:lnTo>
                    <a:pt x="1925" y="1611"/>
                  </a:lnTo>
                  <a:lnTo>
                    <a:pt x="2328" y="2209"/>
                  </a:lnTo>
                  <a:lnTo>
                    <a:pt x="1679" y="1897"/>
                  </a:lnTo>
                  <a:lnTo>
                    <a:pt x="1694" y="2613"/>
                  </a:lnTo>
                  <a:lnTo>
                    <a:pt x="1322" y="2002"/>
                  </a:lnTo>
                  <a:lnTo>
                    <a:pt x="943" y="2613"/>
                  </a:lnTo>
                  <a:lnTo>
                    <a:pt x="959" y="1897"/>
                  </a:lnTo>
                  <a:lnTo>
                    <a:pt x="310" y="2209"/>
                  </a:lnTo>
                  <a:lnTo>
                    <a:pt x="712" y="1611"/>
                  </a:lnTo>
                  <a:lnTo>
                    <a:pt x="0" y="1524"/>
                  </a:lnTo>
                  <a:lnTo>
                    <a:pt x="659" y="1240"/>
                  </a:lnTo>
                  <a:lnTo>
                    <a:pt x="106" y="781"/>
                  </a:lnTo>
                  <a:lnTo>
                    <a:pt x="816" y="899"/>
                  </a:lnTo>
                  <a:lnTo>
                    <a:pt x="597" y="211"/>
                  </a:lnTo>
                  <a:close/>
                </a:path>
              </a:pathLst>
            </a:custGeom>
            <a:solidFill>
              <a:srgbClr val="ED820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32" name="Google Shape;732;p17"/>
            <p:cNvSpPr/>
            <p:nvPr/>
          </p:nvSpPr>
          <p:spPr>
            <a:xfrm>
              <a:off x="661" y="853"/>
              <a:ext cx="2546" cy="2521"/>
            </a:xfrm>
            <a:custGeom>
              <a:rect b="b" l="l" r="r" t="t"/>
              <a:pathLst>
                <a:path extrusionOk="0" h="2521" w="2546">
                  <a:moveTo>
                    <a:pt x="577" y="204"/>
                  </a:moveTo>
                  <a:lnTo>
                    <a:pt x="1093" y="670"/>
                  </a:lnTo>
                  <a:lnTo>
                    <a:pt x="1275" y="0"/>
                  </a:lnTo>
                  <a:lnTo>
                    <a:pt x="1456" y="670"/>
                  </a:lnTo>
                  <a:lnTo>
                    <a:pt x="1966" y="204"/>
                  </a:lnTo>
                  <a:lnTo>
                    <a:pt x="1758" y="867"/>
                  </a:lnTo>
                  <a:lnTo>
                    <a:pt x="2443" y="753"/>
                  </a:lnTo>
                  <a:lnTo>
                    <a:pt x="1909" y="1196"/>
                  </a:lnTo>
                  <a:lnTo>
                    <a:pt x="2546" y="1470"/>
                  </a:lnTo>
                  <a:lnTo>
                    <a:pt x="1858" y="1555"/>
                  </a:lnTo>
                  <a:lnTo>
                    <a:pt x="2245" y="2132"/>
                  </a:lnTo>
                  <a:lnTo>
                    <a:pt x="1619" y="1830"/>
                  </a:lnTo>
                  <a:lnTo>
                    <a:pt x="1634" y="2521"/>
                  </a:lnTo>
                  <a:lnTo>
                    <a:pt x="1275" y="1932"/>
                  </a:lnTo>
                  <a:lnTo>
                    <a:pt x="909" y="2521"/>
                  </a:lnTo>
                  <a:lnTo>
                    <a:pt x="926" y="1830"/>
                  </a:lnTo>
                  <a:lnTo>
                    <a:pt x="300" y="2132"/>
                  </a:lnTo>
                  <a:lnTo>
                    <a:pt x="688" y="1555"/>
                  </a:lnTo>
                  <a:lnTo>
                    <a:pt x="0" y="1470"/>
                  </a:lnTo>
                  <a:lnTo>
                    <a:pt x="637" y="1196"/>
                  </a:lnTo>
                  <a:lnTo>
                    <a:pt x="102" y="753"/>
                  </a:lnTo>
                  <a:lnTo>
                    <a:pt x="787" y="867"/>
                  </a:lnTo>
                  <a:lnTo>
                    <a:pt x="577" y="204"/>
                  </a:lnTo>
                  <a:close/>
                </a:path>
              </a:pathLst>
            </a:custGeom>
            <a:solidFill>
              <a:srgbClr val="ED8C07"/>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33" name="Google Shape;733;p17"/>
            <p:cNvSpPr/>
            <p:nvPr/>
          </p:nvSpPr>
          <p:spPr>
            <a:xfrm>
              <a:off x="706" y="899"/>
              <a:ext cx="2453" cy="2428"/>
            </a:xfrm>
            <a:custGeom>
              <a:rect b="b" l="l" r="r" t="t"/>
              <a:pathLst>
                <a:path extrusionOk="0" h="2428" w="2453">
                  <a:moveTo>
                    <a:pt x="555" y="196"/>
                  </a:moveTo>
                  <a:lnTo>
                    <a:pt x="1054" y="645"/>
                  </a:lnTo>
                  <a:lnTo>
                    <a:pt x="1229" y="0"/>
                  </a:lnTo>
                  <a:lnTo>
                    <a:pt x="1404" y="645"/>
                  </a:lnTo>
                  <a:lnTo>
                    <a:pt x="1895" y="196"/>
                  </a:lnTo>
                  <a:lnTo>
                    <a:pt x="1694" y="835"/>
                  </a:lnTo>
                  <a:lnTo>
                    <a:pt x="2354" y="725"/>
                  </a:lnTo>
                  <a:lnTo>
                    <a:pt x="1840" y="1152"/>
                  </a:lnTo>
                  <a:lnTo>
                    <a:pt x="2453" y="1415"/>
                  </a:lnTo>
                  <a:lnTo>
                    <a:pt x="1790" y="1497"/>
                  </a:lnTo>
                  <a:lnTo>
                    <a:pt x="2163" y="2052"/>
                  </a:lnTo>
                  <a:lnTo>
                    <a:pt x="1561" y="1762"/>
                  </a:lnTo>
                  <a:lnTo>
                    <a:pt x="1573" y="2428"/>
                  </a:lnTo>
                  <a:lnTo>
                    <a:pt x="1229" y="1860"/>
                  </a:lnTo>
                  <a:lnTo>
                    <a:pt x="878" y="2428"/>
                  </a:lnTo>
                  <a:lnTo>
                    <a:pt x="892" y="1762"/>
                  </a:lnTo>
                  <a:lnTo>
                    <a:pt x="290" y="2052"/>
                  </a:lnTo>
                  <a:lnTo>
                    <a:pt x="662" y="1497"/>
                  </a:lnTo>
                  <a:lnTo>
                    <a:pt x="0" y="1415"/>
                  </a:lnTo>
                  <a:lnTo>
                    <a:pt x="614" y="1152"/>
                  </a:lnTo>
                  <a:lnTo>
                    <a:pt x="99" y="725"/>
                  </a:lnTo>
                  <a:lnTo>
                    <a:pt x="760" y="835"/>
                  </a:lnTo>
                  <a:lnTo>
                    <a:pt x="555" y="196"/>
                  </a:lnTo>
                  <a:close/>
                </a:path>
              </a:pathLst>
            </a:custGeom>
            <a:solidFill>
              <a:srgbClr val="EF9B0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34" name="Google Shape;734;p17"/>
            <p:cNvSpPr/>
            <p:nvPr/>
          </p:nvSpPr>
          <p:spPr>
            <a:xfrm>
              <a:off x="753" y="945"/>
              <a:ext cx="2358" cy="2334"/>
            </a:xfrm>
            <a:custGeom>
              <a:rect b="b" l="l" r="r" t="t"/>
              <a:pathLst>
                <a:path extrusionOk="0" h="2334" w="2358">
                  <a:moveTo>
                    <a:pt x="533" y="189"/>
                  </a:moveTo>
                  <a:lnTo>
                    <a:pt x="1013" y="620"/>
                  </a:lnTo>
                  <a:lnTo>
                    <a:pt x="1180" y="0"/>
                  </a:lnTo>
                  <a:lnTo>
                    <a:pt x="1348" y="620"/>
                  </a:lnTo>
                  <a:lnTo>
                    <a:pt x="1820" y="189"/>
                  </a:lnTo>
                  <a:lnTo>
                    <a:pt x="1628" y="803"/>
                  </a:lnTo>
                  <a:lnTo>
                    <a:pt x="2264" y="698"/>
                  </a:lnTo>
                  <a:lnTo>
                    <a:pt x="1768" y="1107"/>
                  </a:lnTo>
                  <a:lnTo>
                    <a:pt x="2358" y="1362"/>
                  </a:lnTo>
                  <a:lnTo>
                    <a:pt x="1720" y="1439"/>
                  </a:lnTo>
                  <a:lnTo>
                    <a:pt x="2080" y="1974"/>
                  </a:lnTo>
                  <a:lnTo>
                    <a:pt x="1500" y="1694"/>
                  </a:lnTo>
                  <a:lnTo>
                    <a:pt x="1511" y="2334"/>
                  </a:lnTo>
                  <a:lnTo>
                    <a:pt x="1180" y="1789"/>
                  </a:lnTo>
                  <a:lnTo>
                    <a:pt x="842" y="2334"/>
                  </a:lnTo>
                  <a:lnTo>
                    <a:pt x="857" y="1694"/>
                  </a:lnTo>
                  <a:lnTo>
                    <a:pt x="278" y="1974"/>
                  </a:lnTo>
                  <a:lnTo>
                    <a:pt x="635" y="1439"/>
                  </a:lnTo>
                  <a:lnTo>
                    <a:pt x="0" y="1362"/>
                  </a:lnTo>
                  <a:lnTo>
                    <a:pt x="589" y="1107"/>
                  </a:lnTo>
                  <a:lnTo>
                    <a:pt x="94" y="698"/>
                  </a:lnTo>
                  <a:lnTo>
                    <a:pt x="729" y="803"/>
                  </a:lnTo>
                  <a:lnTo>
                    <a:pt x="533" y="189"/>
                  </a:lnTo>
                  <a:close/>
                </a:path>
              </a:pathLst>
            </a:custGeom>
            <a:solidFill>
              <a:srgbClr val="F2AA14"/>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35" name="Google Shape;735;p17"/>
            <p:cNvSpPr/>
            <p:nvPr/>
          </p:nvSpPr>
          <p:spPr>
            <a:xfrm>
              <a:off x="798" y="990"/>
              <a:ext cx="2265" cy="2243"/>
            </a:xfrm>
            <a:custGeom>
              <a:rect b="b" l="l" r="r" t="t"/>
              <a:pathLst>
                <a:path extrusionOk="0" h="2243" w="2265">
                  <a:moveTo>
                    <a:pt x="513" y="182"/>
                  </a:moveTo>
                  <a:lnTo>
                    <a:pt x="974" y="596"/>
                  </a:lnTo>
                  <a:lnTo>
                    <a:pt x="1134" y="0"/>
                  </a:lnTo>
                  <a:lnTo>
                    <a:pt x="1296" y="596"/>
                  </a:lnTo>
                  <a:lnTo>
                    <a:pt x="1749" y="182"/>
                  </a:lnTo>
                  <a:lnTo>
                    <a:pt x="1564" y="771"/>
                  </a:lnTo>
                  <a:lnTo>
                    <a:pt x="2173" y="670"/>
                  </a:lnTo>
                  <a:lnTo>
                    <a:pt x="1698" y="1064"/>
                  </a:lnTo>
                  <a:lnTo>
                    <a:pt x="2265" y="1308"/>
                  </a:lnTo>
                  <a:lnTo>
                    <a:pt x="1651" y="1384"/>
                  </a:lnTo>
                  <a:lnTo>
                    <a:pt x="1997" y="1896"/>
                  </a:lnTo>
                  <a:lnTo>
                    <a:pt x="1442" y="1628"/>
                  </a:lnTo>
                  <a:lnTo>
                    <a:pt x="1452" y="2243"/>
                  </a:lnTo>
                  <a:lnTo>
                    <a:pt x="1134" y="1718"/>
                  </a:lnTo>
                  <a:lnTo>
                    <a:pt x="809" y="2243"/>
                  </a:lnTo>
                  <a:lnTo>
                    <a:pt x="823" y="1628"/>
                  </a:lnTo>
                  <a:lnTo>
                    <a:pt x="267" y="1896"/>
                  </a:lnTo>
                  <a:lnTo>
                    <a:pt x="611" y="1384"/>
                  </a:lnTo>
                  <a:lnTo>
                    <a:pt x="0" y="1308"/>
                  </a:lnTo>
                  <a:lnTo>
                    <a:pt x="567" y="1064"/>
                  </a:lnTo>
                  <a:lnTo>
                    <a:pt x="90" y="670"/>
                  </a:lnTo>
                  <a:lnTo>
                    <a:pt x="701" y="771"/>
                  </a:lnTo>
                  <a:lnTo>
                    <a:pt x="513" y="182"/>
                  </a:lnTo>
                  <a:close/>
                </a:path>
              </a:pathLst>
            </a:custGeom>
            <a:solidFill>
              <a:srgbClr val="F4B71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36" name="Google Shape;736;p17"/>
            <p:cNvSpPr/>
            <p:nvPr/>
          </p:nvSpPr>
          <p:spPr>
            <a:xfrm>
              <a:off x="843" y="1035"/>
              <a:ext cx="2171" cy="2151"/>
            </a:xfrm>
            <a:custGeom>
              <a:rect b="b" l="l" r="r" t="t"/>
              <a:pathLst>
                <a:path extrusionOk="0" h="2151" w="2171">
                  <a:moveTo>
                    <a:pt x="491" y="175"/>
                  </a:moveTo>
                  <a:lnTo>
                    <a:pt x="933" y="573"/>
                  </a:lnTo>
                  <a:lnTo>
                    <a:pt x="1088" y="0"/>
                  </a:lnTo>
                  <a:lnTo>
                    <a:pt x="1242" y="573"/>
                  </a:lnTo>
                  <a:lnTo>
                    <a:pt x="1678" y="175"/>
                  </a:lnTo>
                  <a:lnTo>
                    <a:pt x="1500" y="740"/>
                  </a:lnTo>
                  <a:lnTo>
                    <a:pt x="2085" y="643"/>
                  </a:lnTo>
                  <a:lnTo>
                    <a:pt x="1628" y="1020"/>
                  </a:lnTo>
                  <a:lnTo>
                    <a:pt x="2171" y="1255"/>
                  </a:lnTo>
                  <a:lnTo>
                    <a:pt x="1585" y="1328"/>
                  </a:lnTo>
                  <a:lnTo>
                    <a:pt x="1916" y="1819"/>
                  </a:lnTo>
                  <a:lnTo>
                    <a:pt x="1382" y="1561"/>
                  </a:lnTo>
                  <a:lnTo>
                    <a:pt x="1392" y="2151"/>
                  </a:lnTo>
                  <a:lnTo>
                    <a:pt x="1088" y="1648"/>
                  </a:lnTo>
                  <a:lnTo>
                    <a:pt x="777" y="2151"/>
                  </a:lnTo>
                  <a:lnTo>
                    <a:pt x="790" y="1561"/>
                  </a:lnTo>
                  <a:lnTo>
                    <a:pt x="257" y="1819"/>
                  </a:lnTo>
                  <a:lnTo>
                    <a:pt x="586" y="1328"/>
                  </a:lnTo>
                  <a:lnTo>
                    <a:pt x="0" y="1255"/>
                  </a:lnTo>
                  <a:lnTo>
                    <a:pt x="544" y="1020"/>
                  </a:lnTo>
                  <a:lnTo>
                    <a:pt x="88" y="643"/>
                  </a:lnTo>
                  <a:lnTo>
                    <a:pt x="672" y="740"/>
                  </a:lnTo>
                  <a:lnTo>
                    <a:pt x="491" y="175"/>
                  </a:lnTo>
                  <a:close/>
                </a:path>
              </a:pathLst>
            </a:custGeom>
            <a:solidFill>
              <a:srgbClr val="F4C421"/>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37" name="Google Shape;737;p17"/>
            <p:cNvSpPr/>
            <p:nvPr/>
          </p:nvSpPr>
          <p:spPr>
            <a:xfrm>
              <a:off x="890" y="1080"/>
              <a:ext cx="2075" cy="2059"/>
            </a:xfrm>
            <a:custGeom>
              <a:rect b="b" l="l" r="r" t="t"/>
              <a:pathLst>
                <a:path extrusionOk="0" h="2059" w="2075">
                  <a:moveTo>
                    <a:pt x="469" y="168"/>
                  </a:moveTo>
                  <a:lnTo>
                    <a:pt x="892" y="548"/>
                  </a:lnTo>
                  <a:lnTo>
                    <a:pt x="1039" y="0"/>
                  </a:lnTo>
                  <a:lnTo>
                    <a:pt x="1188" y="548"/>
                  </a:lnTo>
                  <a:lnTo>
                    <a:pt x="1603" y="168"/>
                  </a:lnTo>
                  <a:lnTo>
                    <a:pt x="1433" y="708"/>
                  </a:lnTo>
                  <a:lnTo>
                    <a:pt x="1994" y="617"/>
                  </a:lnTo>
                  <a:lnTo>
                    <a:pt x="1557" y="977"/>
                  </a:lnTo>
                  <a:lnTo>
                    <a:pt x="2075" y="1201"/>
                  </a:lnTo>
                  <a:lnTo>
                    <a:pt x="1514" y="1271"/>
                  </a:lnTo>
                  <a:lnTo>
                    <a:pt x="1831" y="1742"/>
                  </a:lnTo>
                  <a:lnTo>
                    <a:pt x="1322" y="1494"/>
                  </a:lnTo>
                  <a:lnTo>
                    <a:pt x="1331" y="2059"/>
                  </a:lnTo>
                  <a:lnTo>
                    <a:pt x="1039" y="1578"/>
                  </a:lnTo>
                  <a:lnTo>
                    <a:pt x="742" y="2059"/>
                  </a:lnTo>
                  <a:lnTo>
                    <a:pt x="755" y="1494"/>
                  </a:lnTo>
                  <a:lnTo>
                    <a:pt x="245" y="1742"/>
                  </a:lnTo>
                  <a:lnTo>
                    <a:pt x="559" y="1271"/>
                  </a:lnTo>
                  <a:lnTo>
                    <a:pt x="0" y="1201"/>
                  </a:lnTo>
                  <a:lnTo>
                    <a:pt x="519" y="977"/>
                  </a:lnTo>
                  <a:lnTo>
                    <a:pt x="81" y="617"/>
                  </a:lnTo>
                  <a:lnTo>
                    <a:pt x="643" y="708"/>
                  </a:lnTo>
                  <a:lnTo>
                    <a:pt x="469" y="168"/>
                  </a:lnTo>
                  <a:close/>
                </a:path>
              </a:pathLst>
            </a:custGeom>
            <a:solidFill>
              <a:srgbClr val="F9D62B"/>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38" name="Google Shape;738;p17"/>
            <p:cNvSpPr/>
            <p:nvPr/>
          </p:nvSpPr>
          <p:spPr>
            <a:xfrm>
              <a:off x="935" y="1127"/>
              <a:ext cx="1982" cy="1964"/>
            </a:xfrm>
            <a:custGeom>
              <a:rect b="b" l="l" r="r" t="t"/>
              <a:pathLst>
                <a:path extrusionOk="0" h="1964" w="1982">
                  <a:moveTo>
                    <a:pt x="449" y="160"/>
                  </a:moveTo>
                  <a:lnTo>
                    <a:pt x="853" y="523"/>
                  </a:lnTo>
                  <a:lnTo>
                    <a:pt x="993" y="0"/>
                  </a:lnTo>
                  <a:lnTo>
                    <a:pt x="1134" y="523"/>
                  </a:lnTo>
                  <a:lnTo>
                    <a:pt x="1532" y="160"/>
                  </a:lnTo>
                  <a:lnTo>
                    <a:pt x="1369" y="676"/>
                  </a:lnTo>
                  <a:lnTo>
                    <a:pt x="1904" y="587"/>
                  </a:lnTo>
                  <a:lnTo>
                    <a:pt x="1487" y="931"/>
                  </a:lnTo>
                  <a:lnTo>
                    <a:pt x="1982" y="1145"/>
                  </a:lnTo>
                  <a:lnTo>
                    <a:pt x="1446" y="1212"/>
                  </a:lnTo>
                  <a:lnTo>
                    <a:pt x="1749" y="1661"/>
                  </a:lnTo>
                  <a:lnTo>
                    <a:pt x="1264" y="1425"/>
                  </a:lnTo>
                  <a:lnTo>
                    <a:pt x="1272" y="1964"/>
                  </a:lnTo>
                  <a:lnTo>
                    <a:pt x="993" y="1505"/>
                  </a:lnTo>
                  <a:lnTo>
                    <a:pt x="708" y="1964"/>
                  </a:lnTo>
                  <a:lnTo>
                    <a:pt x="721" y="1425"/>
                  </a:lnTo>
                  <a:lnTo>
                    <a:pt x="233" y="1661"/>
                  </a:lnTo>
                  <a:lnTo>
                    <a:pt x="535" y="1212"/>
                  </a:lnTo>
                  <a:lnTo>
                    <a:pt x="0" y="1145"/>
                  </a:lnTo>
                  <a:lnTo>
                    <a:pt x="496" y="931"/>
                  </a:lnTo>
                  <a:lnTo>
                    <a:pt x="79" y="587"/>
                  </a:lnTo>
                  <a:lnTo>
                    <a:pt x="614" y="676"/>
                  </a:lnTo>
                  <a:lnTo>
                    <a:pt x="449" y="160"/>
                  </a:lnTo>
                  <a:close/>
                </a:path>
              </a:pathLst>
            </a:custGeom>
            <a:solidFill>
              <a:srgbClr val="F9E23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39" name="Google Shape;739;p17"/>
            <p:cNvSpPr/>
            <p:nvPr/>
          </p:nvSpPr>
          <p:spPr>
            <a:xfrm>
              <a:off x="980" y="1172"/>
              <a:ext cx="1889" cy="1873"/>
            </a:xfrm>
            <a:custGeom>
              <a:rect b="b" l="l" r="r" t="t"/>
              <a:pathLst>
                <a:path extrusionOk="0" h="1873" w="1889">
                  <a:moveTo>
                    <a:pt x="429" y="153"/>
                  </a:moveTo>
                  <a:lnTo>
                    <a:pt x="812" y="498"/>
                  </a:lnTo>
                  <a:lnTo>
                    <a:pt x="948" y="0"/>
                  </a:lnTo>
                  <a:lnTo>
                    <a:pt x="1082" y="498"/>
                  </a:lnTo>
                  <a:lnTo>
                    <a:pt x="1459" y="153"/>
                  </a:lnTo>
                  <a:lnTo>
                    <a:pt x="1305" y="644"/>
                  </a:lnTo>
                  <a:lnTo>
                    <a:pt x="1815" y="560"/>
                  </a:lnTo>
                  <a:lnTo>
                    <a:pt x="1417" y="887"/>
                  </a:lnTo>
                  <a:lnTo>
                    <a:pt x="1889" y="1093"/>
                  </a:lnTo>
                  <a:lnTo>
                    <a:pt x="1378" y="1156"/>
                  </a:lnTo>
                  <a:lnTo>
                    <a:pt x="1666" y="1584"/>
                  </a:lnTo>
                  <a:lnTo>
                    <a:pt x="1204" y="1358"/>
                  </a:lnTo>
                  <a:lnTo>
                    <a:pt x="1213" y="1873"/>
                  </a:lnTo>
                  <a:lnTo>
                    <a:pt x="948" y="1435"/>
                  </a:lnTo>
                  <a:lnTo>
                    <a:pt x="676" y="1873"/>
                  </a:lnTo>
                  <a:lnTo>
                    <a:pt x="688" y="1358"/>
                  </a:lnTo>
                  <a:lnTo>
                    <a:pt x="223" y="1584"/>
                  </a:lnTo>
                  <a:lnTo>
                    <a:pt x="510" y="1156"/>
                  </a:lnTo>
                  <a:lnTo>
                    <a:pt x="0" y="1093"/>
                  </a:lnTo>
                  <a:lnTo>
                    <a:pt x="474" y="887"/>
                  </a:lnTo>
                  <a:lnTo>
                    <a:pt x="76" y="560"/>
                  </a:lnTo>
                  <a:lnTo>
                    <a:pt x="585" y="644"/>
                  </a:lnTo>
                  <a:lnTo>
                    <a:pt x="429" y="153"/>
                  </a:lnTo>
                  <a:close/>
                </a:path>
              </a:pathLst>
            </a:custGeom>
            <a:solidFill>
              <a:srgbClr val="FCEF38"/>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40" name="Google Shape;740;p17"/>
            <p:cNvSpPr/>
            <p:nvPr/>
          </p:nvSpPr>
          <p:spPr>
            <a:xfrm>
              <a:off x="1025" y="1219"/>
              <a:ext cx="1796" cy="1779"/>
            </a:xfrm>
            <a:custGeom>
              <a:rect b="b" l="l" r="r" t="t"/>
              <a:pathLst>
                <a:path extrusionOk="0" h="1779" w="1796">
                  <a:moveTo>
                    <a:pt x="901" y="0"/>
                  </a:moveTo>
                  <a:lnTo>
                    <a:pt x="1028" y="473"/>
                  </a:lnTo>
                  <a:lnTo>
                    <a:pt x="1388" y="144"/>
                  </a:lnTo>
                  <a:lnTo>
                    <a:pt x="1241" y="610"/>
                  </a:lnTo>
                  <a:lnTo>
                    <a:pt x="1725" y="531"/>
                  </a:lnTo>
                  <a:lnTo>
                    <a:pt x="1347" y="842"/>
                  </a:lnTo>
                  <a:lnTo>
                    <a:pt x="1796" y="1037"/>
                  </a:lnTo>
                  <a:lnTo>
                    <a:pt x="1311" y="1097"/>
                  </a:lnTo>
                  <a:lnTo>
                    <a:pt x="1585" y="1504"/>
                  </a:lnTo>
                  <a:lnTo>
                    <a:pt x="1145" y="1289"/>
                  </a:lnTo>
                  <a:lnTo>
                    <a:pt x="1153" y="1779"/>
                  </a:lnTo>
                  <a:lnTo>
                    <a:pt x="901" y="1364"/>
                  </a:lnTo>
                  <a:lnTo>
                    <a:pt x="643" y="1779"/>
                  </a:lnTo>
                  <a:lnTo>
                    <a:pt x="655" y="1289"/>
                  </a:lnTo>
                  <a:lnTo>
                    <a:pt x="213" y="1504"/>
                  </a:lnTo>
                  <a:lnTo>
                    <a:pt x="486" y="1097"/>
                  </a:lnTo>
                  <a:lnTo>
                    <a:pt x="0" y="1037"/>
                  </a:lnTo>
                  <a:lnTo>
                    <a:pt x="451" y="842"/>
                  </a:lnTo>
                  <a:lnTo>
                    <a:pt x="72" y="531"/>
                  </a:lnTo>
                  <a:lnTo>
                    <a:pt x="557" y="610"/>
                  </a:lnTo>
                  <a:lnTo>
                    <a:pt x="407" y="144"/>
                  </a:lnTo>
                  <a:lnTo>
                    <a:pt x="773" y="473"/>
                  </a:lnTo>
                  <a:lnTo>
                    <a:pt x="901" y="0"/>
                  </a:lnTo>
                  <a:close/>
                </a:path>
              </a:pathLst>
            </a:custGeom>
            <a:solidFill>
              <a:srgbClr val="FFFF3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41" name="Google Shape;741;p17"/>
            <p:cNvSpPr/>
            <p:nvPr/>
          </p:nvSpPr>
          <p:spPr>
            <a:xfrm>
              <a:off x="1193" y="2384"/>
              <a:ext cx="4" cy="1"/>
            </a:xfrm>
            <a:custGeom>
              <a:rect b="b" l="l" r="r" t="t"/>
              <a:pathLst>
                <a:path extrusionOk="0" h="1" w="4">
                  <a:moveTo>
                    <a:pt x="4" y="0"/>
                  </a:moveTo>
                  <a:lnTo>
                    <a:pt x="3" y="0"/>
                  </a:lnTo>
                  <a:lnTo>
                    <a:pt x="1" y="0"/>
                  </a:lnTo>
                  <a:lnTo>
                    <a:pt x="0" y="0"/>
                  </a:lnTo>
                  <a:lnTo>
                    <a:pt x="0" y="0"/>
                  </a:lnTo>
                  <a:lnTo>
                    <a:pt x="4" y="0"/>
                  </a:lnTo>
                  <a:close/>
                </a:path>
              </a:pathLst>
            </a:custGeom>
            <a:solidFill>
              <a:srgbClr val="E5D1B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grpSp>
      <p:pic>
        <p:nvPicPr>
          <p:cNvPr descr="M:\PFiles\MSOffice\Clipart\standard\stddir2\bs01108_.wmf" id="742" name="Google Shape;742;p17"/>
          <p:cNvPicPr preferRelativeResize="0"/>
          <p:nvPr/>
        </p:nvPicPr>
        <p:blipFill rotWithShape="1">
          <a:blip r:embed="rId3">
            <a:alphaModFix/>
          </a:blip>
          <a:srcRect b="0" l="0" r="0" t="0"/>
          <a:stretch/>
        </p:blipFill>
        <p:spPr>
          <a:xfrm>
            <a:off x="800100" y="2895600"/>
            <a:ext cx="3581400" cy="2660650"/>
          </a:xfrm>
          <a:prstGeom prst="rect">
            <a:avLst/>
          </a:prstGeom>
          <a:noFill/>
          <a:ln>
            <a:noFill/>
          </a:ln>
        </p:spPr>
      </p:pic>
    </p:spTree>
  </p:cSld>
  <p:clrMapOvr>
    <a:masterClrMapping/>
  </p:clrMapOvr>
  <p:transition spd="slow">
    <p:wipe dir="d"/>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749" name="Google Shape;749;p1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750" name="Google Shape;750;p1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751" name="Google Shape;751;p18"/>
          <p:cNvSpPr txBox="1"/>
          <p:nvPr>
            <p:ph type="title"/>
          </p:nvPr>
        </p:nvSpPr>
        <p:spPr>
          <a:xfrm>
            <a:off x="457200" y="381000"/>
            <a:ext cx="8229600" cy="2133600"/>
          </a:xfrm>
          <a:prstGeom prst="rect">
            <a:avLst/>
          </a:prstGeom>
          <a:solidFill>
            <a:srgbClr val="8000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Submitting </a:t>
            </a:r>
            <a:br>
              <a:rPr b="1" i="0" lang="en-US" sz="5400" u="none">
                <a:solidFill>
                  <a:schemeClr val="lt1"/>
                </a:solidFill>
                <a:latin typeface="Tahoma"/>
                <a:ea typeface="Tahoma"/>
                <a:cs typeface="Tahoma"/>
                <a:sym typeface="Tahoma"/>
              </a:rPr>
            </a:br>
            <a:r>
              <a:rPr b="1" i="0" lang="en-US" sz="5400" u="none">
                <a:solidFill>
                  <a:schemeClr val="lt1"/>
                </a:solidFill>
                <a:latin typeface="Tahoma"/>
                <a:ea typeface="Tahoma"/>
                <a:cs typeface="Tahoma"/>
                <a:sym typeface="Tahoma"/>
              </a:rPr>
              <a:t>Scannable Résumés</a:t>
            </a:r>
            <a:endParaRPr/>
          </a:p>
        </p:txBody>
      </p:sp>
      <p:sp>
        <p:nvSpPr>
          <p:cNvPr id="752" name="Google Shape;752;p18"/>
          <p:cNvSpPr/>
          <p:nvPr/>
        </p:nvSpPr>
        <p:spPr>
          <a:xfrm>
            <a:off x="6097587" y="4487862"/>
            <a:ext cx="1587" cy="1587"/>
          </a:xfrm>
          <a:custGeom>
            <a:rect b="b" l="l" r="r" t="t"/>
            <a:pathLst>
              <a:path extrusionOk="0" h="1587" w="2">
                <a:moveTo>
                  <a:pt x="2" y="0"/>
                </a:moveTo>
                <a:lnTo>
                  <a:pt x="2" y="0"/>
                </a:lnTo>
                <a:lnTo>
                  <a:pt x="2" y="0"/>
                </a:lnTo>
                <a:lnTo>
                  <a:pt x="2" y="0"/>
                </a:lnTo>
                <a:lnTo>
                  <a:pt x="2" y="0"/>
                </a:lnTo>
                <a:lnTo>
                  <a:pt x="2" y="0"/>
                </a:lnTo>
                <a:lnTo>
                  <a:pt x="2" y="0"/>
                </a:lnTo>
                <a:lnTo>
                  <a:pt x="2" y="0"/>
                </a:lnTo>
                <a:lnTo>
                  <a:pt x="0" y="0"/>
                </a:lnTo>
                <a:lnTo>
                  <a:pt x="2" y="0"/>
                </a:lnTo>
                <a:close/>
              </a:path>
            </a:pathLst>
          </a:custGeom>
          <a:solidFill>
            <a:srgbClr val="D6EFE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53" name="Google Shape;753;p18"/>
          <p:cNvSpPr txBox="1"/>
          <p:nvPr/>
        </p:nvSpPr>
        <p:spPr>
          <a:xfrm>
            <a:off x="457200" y="2514600"/>
            <a:ext cx="2743200" cy="1828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54" name="Google Shape;754;p18"/>
          <p:cNvSpPr txBox="1"/>
          <p:nvPr/>
        </p:nvSpPr>
        <p:spPr>
          <a:xfrm>
            <a:off x="457200" y="4343400"/>
            <a:ext cx="2743200" cy="1828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Postal</a:t>
            </a:r>
            <a:endParaRPr/>
          </a:p>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Mail</a:t>
            </a:r>
            <a:endParaRPr/>
          </a:p>
        </p:txBody>
      </p:sp>
      <p:grpSp>
        <p:nvGrpSpPr>
          <p:cNvPr id="755" name="Google Shape;755;p18"/>
          <p:cNvGrpSpPr/>
          <p:nvPr/>
        </p:nvGrpSpPr>
        <p:grpSpPr>
          <a:xfrm>
            <a:off x="762000" y="2833687"/>
            <a:ext cx="2043112" cy="1373187"/>
            <a:chOff x="480" y="1785"/>
            <a:chExt cx="1287" cy="865"/>
          </a:xfrm>
        </p:grpSpPr>
        <p:sp>
          <p:nvSpPr>
            <p:cNvPr id="756" name="Google Shape;756;p18"/>
            <p:cNvSpPr/>
            <p:nvPr/>
          </p:nvSpPr>
          <p:spPr>
            <a:xfrm>
              <a:off x="1149" y="2485"/>
              <a:ext cx="171" cy="52"/>
            </a:xfrm>
            <a:custGeom>
              <a:rect b="b" l="l" r="r" t="t"/>
              <a:pathLst>
                <a:path extrusionOk="0" h="155" w="515">
                  <a:moveTo>
                    <a:pt x="0" y="0"/>
                  </a:moveTo>
                  <a:lnTo>
                    <a:pt x="464" y="0"/>
                  </a:lnTo>
                  <a:lnTo>
                    <a:pt x="515" y="138"/>
                  </a:lnTo>
                  <a:lnTo>
                    <a:pt x="73" y="155"/>
                  </a:lnTo>
                  <a:lnTo>
                    <a:pt x="0" y="0"/>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57" name="Google Shape;757;p18"/>
            <p:cNvSpPr/>
            <p:nvPr/>
          </p:nvSpPr>
          <p:spPr>
            <a:xfrm>
              <a:off x="1026" y="2490"/>
              <a:ext cx="157" cy="66"/>
            </a:xfrm>
            <a:custGeom>
              <a:rect b="b" l="l" r="r" t="t"/>
              <a:pathLst>
                <a:path extrusionOk="0" h="197" w="472">
                  <a:moveTo>
                    <a:pt x="0" y="33"/>
                  </a:moveTo>
                  <a:lnTo>
                    <a:pt x="393" y="0"/>
                  </a:lnTo>
                  <a:lnTo>
                    <a:pt x="472" y="146"/>
                  </a:lnTo>
                  <a:lnTo>
                    <a:pt x="58" y="197"/>
                  </a:lnTo>
                  <a:lnTo>
                    <a:pt x="0" y="33"/>
                  </a:lnTo>
                  <a:lnTo>
                    <a:pt x="0" y="33"/>
                  </a:lnTo>
                  <a:close/>
                </a:path>
              </a:pathLst>
            </a:custGeom>
            <a:solidFill>
              <a:srgbClr val="F5767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58" name="Google Shape;758;p18"/>
            <p:cNvSpPr/>
            <p:nvPr/>
          </p:nvSpPr>
          <p:spPr>
            <a:xfrm>
              <a:off x="888" y="2501"/>
              <a:ext cx="162" cy="74"/>
            </a:xfrm>
            <a:custGeom>
              <a:rect b="b" l="l" r="r" t="t"/>
              <a:pathLst>
                <a:path extrusionOk="0" h="222" w="487">
                  <a:moveTo>
                    <a:pt x="0" y="55"/>
                  </a:moveTo>
                  <a:lnTo>
                    <a:pt x="436" y="0"/>
                  </a:lnTo>
                  <a:lnTo>
                    <a:pt x="487" y="173"/>
                  </a:lnTo>
                  <a:lnTo>
                    <a:pt x="89" y="222"/>
                  </a:lnTo>
                  <a:lnTo>
                    <a:pt x="0" y="55"/>
                  </a:lnTo>
                  <a:lnTo>
                    <a:pt x="0" y="55"/>
                  </a:lnTo>
                  <a:close/>
                </a:path>
              </a:pathLst>
            </a:custGeom>
            <a:solidFill>
              <a:srgbClr val="9CB8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59" name="Google Shape;759;p18"/>
            <p:cNvSpPr/>
            <p:nvPr/>
          </p:nvSpPr>
          <p:spPr>
            <a:xfrm>
              <a:off x="735" y="2527"/>
              <a:ext cx="182" cy="72"/>
            </a:xfrm>
            <a:custGeom>
              <a:rect b="b" l="l" r="r" t="t"/>
              <a:pathLst>
                <a:path extrusionOk="0" h="216" w="546">
                  <a:moveTo>
                    <a:pt x="0" y="57"/>
                  </a:moveTo>
                  <a:lnTo>
                    <a:pt x="488" y="0"/>
                  </a:lnTo>
                  <a:lnTo>
                    <a:pt x="546" y="134"/>
                  </a:lnTo>
                  <a:lnTo>
                    <a:pt x="51" y="216"/>
                  </a:lnTo>
                  <a:lnTo>
                    <a:pt x="0" y="57"/>
                  </a:lnTo>
                  <a:lnTo>
                    <a:pt x="0" y="57"/>
                  </a:lnTo>
                  <a:close/>
                </a:path>
              </a:pathLst>
            </a:custGeom>
            <a:solidFill>
              <a:srgbClr val="E6E6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60" name="Google Shape;760;p18"/>
            <p:cNvSpPr/>
            <p:nvPr/>
          </p:nvSpPr>
          <p:spPr>
            <a:xfrm>
              <a:off x="656" y="2389"/>
              <a:ext cx="143" cy="164"/>
            </a:xfrm>
            <a:custGeom>
              <a:rect b="b" l="l" r="r" t="t"/>
              <a:pathLst>
                <a:path extrusionOk="0" h="493" w="429">
                  <a:moveTo>
                    <a:pt x="0" y="31"/>
                  </a:moveTo>
                  <a:lnTo>
                    <a:pt x="216" y="0"/>
                  </a:lnTo>
                  <a:lnTo>
                    <a:pt x="429" y="466"/>
                  </a:lnTo>
                  <a:lnTo>
                    <a:pt x="268" y="493"/>
                  </a:lnTo>
                  <a:lnTo>
                    <a:pt x="0" y="31"/>
                  </a:lnTo>
                  <a:lnTo>
                    <a:pt x="0" y="31"/>
                  </a:lnTo>
                  <a:close/>
                </a:path>
              </a:pathLst>
            </a:custGeom>
            <a:solidFill>
              <a:srgbClr val="F5767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61" name="Google Shape;761;p18"/>
            <p:cNvSpPr/>
            <p:nvPr/>
          </p:nvSpPr>
          <p:spPr>
            <a:xfrm>
              <a:off x="607" y="2263"/>
              <a:ext cx="124" cy="133"/>
            </a:xfrm>
            <a:custGeom>
              <a:rect b="b" l="l" r="r" t="t"/>
              <a:pathLst>
                <a:path extrusionOk="0" h="399" w="371">
                  <a:moveTo>
                    <a:pt x="0" y="15"/>
                  </a:moveTo>
                  <a:lnTo>
                    <a:pt x="198" y="0"/>
                  </a:lnTo>
                  <a:lnTo>
                    <a:pt x="371" y="399"/>
                  </a:lnTo>
                  <a:lnTo>
                    <a:pt x="186" y="399"/>
                  </a:lnTo>
                  <a:lnTo>
                    <a:pt x="0" y="15"/>
                  </a:lnTo>
                  <a:lnTo>
                    <a:pt x="0" y="15"/>
                  </a:lnTo>
                  <a:close/>
                </a:path>
              </a:pathLst>
            </a:custGeom>
            <a:solidFill>
              <a:srgbClr val="9CB8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62" name="Google Shape;762;p18"/>
            <p:cNvSpPr/>
            <p:nvPr/>
          </p:nvSpPr>
          <p:spPr>
            <a:xfrm>
              <a:off x="539" y="2144"/>
              <a:ext cx="130" cy="131"/>
            </a:xfrm>
            <a:custGeom>
              <a:rect b="b" l="l" r="r" t="t"/>
              <a:pathLst>
                <a:path extrusionOk="0" h="392" w="392">
                  <a:moveTo>
                    <a:pt x="0" y="24"/>
                  </a:moveTo>
                  <a:lnTo>
                    <a:pt x="206" y="0"/>
                  </a:lnTo>
                  <a:lnTo>
                    <a:pt x="392" y="371"/>
                  </a:lnTo>
                  <a:lnTo>
                    <a:pt x="221" y="392"/>
                  </a:lnTo>
                  <a:lnTo>
                    <a:pt x="0" y="24"/>
                  </a:lnTo>
                  <a:lnTo>
                    <a:pt x="0" y="24"/>
                  </a:lnTo>
                  <a:close/>
                </a:path>
              </a:pathLst>
            </a:custGeom>
            <a:solidFill>
              <a:srgbClr val="E6E6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63" name="Google Shape;763;p18"/>
            <p:cNvSpPr/>
            <p:nvPr/>
          </p:nvSpPr>
          <p:spPr>
            <a:xfrm>
              <a:off x="595" y="2127"/>
              <a:ext cx="116" cy="64"/>
            </a:xfrm>
            <a:custGeom>
              <a:rect b="b" l="l" r="r" t="t"/>
              <a:pathLst>
                <a:path extrusionOk="0" h="191" w="347">
                  <a:moveTo>
                    <a:pt x="0" y="45"/>
                  </a:moveTo>
                  <a:lnTo>
                    <a:pt x="104" y="191"/>
                  </a:lnTo>
                  <a:lnTo>
                    <a:pt x="347" y="176"/>
                  </a:lnTo>
                  <a:lnTo>
                    <a:pt x="197" y="0"/>
                  </a:lnTo>
                  <a:lnTo>
                    <a:pt x="0" y="45"/>
                  </a:lnTo>
                  <a:lnTo>
                    <a:pt x="0" y="45"/>
                  </a:lnTo>
                  <a:close/>
                </a:path>
              </a:pathLst>
            </a:custGeom>
            <a:solidFill>
              <a:srgbClr val="F5767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64" name="Google Shape;764;p18"/>
            <p:cNvSpPr/>
            <p:nvPr/>
          </p:nvSpPr>
          <p:spPr>
            <a:xfrm>
              <a:off x="1296" y="2463"/>
              <a:ext cx="190" cy="68"/>
            </a:xfrm>
            <a:custGeom>
              <a:rect b="b" l="l" r="r" t="t"/>
              <a:pathLst>
                <a:path extrusionOk="0" h="204" w="570">
                  <a:moveTo>
                    <a:pt x="0" y="42"/>
                  </a:moveTo>
                  <a:lnTo>
                    <a:pt x="62" y="191"/>
                  </a:lnTo>
                  <a:lnTo>
                    <a:pt x="570" y="204"/>
                  </a:lnTo>
                  <a:lnTo>
                    <a:pt x="482" y="0"/>
                  </a:lnTo>
                  <a:lnTo>
                    <a:pt x="0" y="42"/>
                  </a:lnTo>
                  <a:lnTo>
                    <a:pt x="0" y="42"/>
                  </a:lnTo>
                  <a:close/>
                </a:path>
              </a:pathLst>
            </a:custGeom>
            <a:solidFill>
              <a:srgbClr val="9CB8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65" name="Google Shape;765;p18"/>
            <p:cNvSpPr/>
            <p:nvPr/>
          </p:nvSpPr>
          <p:spPr>
            <a:xfrm>
              <a:off x="1426" y="2356"/>
              <a:ext cx="113" cy="178"/>
            </a:xfrm>
            <a:custGeom>
              <a:rect b="b" l="l" r="r" t="t"/>
              <a:pathLst>
                <a:path extrusionOk="0" h="534" w="340">
                  <a:moveTo>
                    <a:pt x="0" y="98"/>
                  </a:moveTo>
                  <a:lnTo>
                    <a:pt x="194" y="0"/>
                  </a:lnTo>
                  <a:lnTo>
                    <a:pt x="340" y="534"/>
                  </a:lnTo>
                  <a:lnTo>
                    <a:pt x="149" y="525"/>
                  </a:lnTo>
                  <a:lnTo>
                    <a:pt x="0" y="98"/>
                  </a:lnTo>
                  <a:lnTo>
                    <a:pt x="0" y="98"/>
                  </a:lnTo>
                  <a:close/>
                </a:path>
              </a:pathLst>
            </a:custGeom>
            <a:solidFill>
              <a:srgbClr val="F5767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66" name="Google Shape;766;p18"/>
            <p:cNvSpPr/>
            <p:nvPr/>
          </p:nvSpPr>
          <p:spPr>
            <a:xfrm>
              <a:off x="1390" y="2245"/>
              <a:ext cx="103" cy="146"/>
            </a:xfrm>
            <a:custGeom>
              <a:rect b="b" l="l" r="r" t="t"/>
              <a:pathLst>
                <a:path extrusionOk="0" h="436" w="310">
                  <a:moveTo>
                    <a:pt x="0" y="53"/>
                  </a:moveTo>
                  <a:lnTo>
                    <a:pt x="185" y="0"/>
                  </a:lnTo>
                  <a:lnTo>
                    <a:pt x="310" y="379"/>
                  </a:lnTo>
                  <a:lnTo>
                    <a:pt x="139" y="436"/>
                  </a:lnTo>
                  <a:lnTo>
                    <a:pt x="0" y="53"/>
                  </a:lnTo>
                  <a:lnTo>
                    <a:pt x="0" y="53"/>
                  </a:lnTo>
                  <a:close/>
                </a:path>
              </a:pathLst>
            </a:custGeom>
            <a:solidFill>
              <a:srgbClr val="E6E6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67" name="Google Shape;767;p18"/>
            <p:cNvSpPr/>
            <p:nvPr/>
          </p:nvSpPr>
          <p:spPr>
            <a:xfrm>
              <a:off x="634" y="2184"/>
              <a:ext cx="824" cy="358"/>
            </a:xfrm>
            <a:custGeom>
              <a:rect b="b" l="l" r="r" t="t"/>
              <a:pathLst>
                <a:path extrusionOk="0" h="1074" w="2474">
                  <a:moveTo>
                    <a:pt x="0" y="14"/>
                  </a:moveTo>
                  <a:lnTo>
                    <a:pt x="195" y="0"/>
                  </a:lnTo>
                  <a:lnTo>
                    <a:pt x="851" y="828"/>
                  </a:lnTo>
                  <a:lnTo>
                    <a:pt x="1590" y="480"/>
                  </a:lnTo>
                  <a:lnTo>
                    <a:pt x="2298" y="246"/>
                  </a:lnTo>
                  <a:lnTo>
                    <a:pt x="2474" y="842"/>
                  </a:lnTo>
                  <a:lnTo>
                    <a:pt x="1709" y="894"/>
                  </a:lnTo>
                  <a:lnTo>
                    <a:pt x="661" y="1041"/>
                  </a:lnTo>
                  <a:lnTo>
                    <a:pt x="460" y="1074"/>
                  </a:lnTo>
                  <a:lnTo>
                    <a:pt x="0" y="14"/>
                  </a:lnTo>
                  <a:lnTo>
                    <a:pt x="0" y="14"/>
                  </a:lnTo>
                  <a:close/>
                </a:path>
              </a:pathLst>
            </a:custGeom>
            <a:solidFill>
              <a:srgbClr val="B8B8D9"/>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68" name="Google Shape;768;p18"/>
            <p:cNvSpPr/>
            <p:nvPr/>
          </p:nvSpPr>
          <p:spPr>
            <a:xfrm>
              <a:off x="644" y="1790"/>
              <a:ext cx="1053" cy="670"/>
            </a:xfrm>
            <a:custGeom>
              <a:rect b="b" l="l" r="r" t="t"/>
              <a:pathLst>
                <a:path extrusionOk="0" h="2010" w="3160">
                  <a:moveTo>
                    <a:pt x="0" y="923"/>
                  </a:moveTo>
                  <a:lnTo>
                    <a:pt x="1218" y="354"/>
                  </a:lnTo>
                  <a:lnTo>
                    <a:pt x="1840" y="100"/>
                  </a:lnTo>
                  <a:lnTo>
                    <a:pt x="2243" y="0"/>
                  </a:lnTo>
                  <a:lnTo>
                    <a:pt x="2577" y="383"/>
                  </a:lnTo>
                  <a:lnTo>
                    <a:pt x="3160" y="1182"/>
                  </a:lnTo>
                  <a:lnTo>
                    <a:pt x="2422" y="1357"/>
                  </a:lnTo>
                  <a:lnTo>
                    <a:pt x="1508" y="1683"/>
                  </a:lnTo>
                  <a:lnTo>
                    <a:pt x="811" y="2010"/>
                  </a:lnTo>
                  <a:lnTo>
                    <a:pt x="341" y="1324"/>
                  </a:lnTo>
                  <a:lnTo>
                    <a:pt x="0" y="923"/>
                  </a:lnTo>
                  <a:lnTo>
                    <a:pt x="0" y="923"/>
                  </a:lnTo>
                  <a:close/>
                </a:path>
              </a:pathLst>
            </a:custGeom>
            <a:solidFill>
              <a:srgbClr val="E6E6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69" name="Google Shape;769;p18"/>
            <p:cNvSpPr/>
            <p:nvPr/>
          </p:nvSpPr>
          <p:spPr>
            <a:xfrm>
              <a:off x="1709" y="2133"/>
              <a:ext cx="58" cy="69"/>
            </a:xfrm>
            <a:custGeom>
              <a:rect b="b" l="l" r="r" t="t"/>
              <a:pathLst>
                <a:path extrusionOk="0" h="207" w="174">
                  <a:moveTo>
                    <a:pt x="174" y="195"/>
                  </a:moveTo>
                  <a:lnTo>
                    <a:pt x="132" y="207"/>
                  </a:lnTo>
                  <a:lnTo>
                    <a:pt x="124" y="198"/>
                  </a:lnTo>
                  <a:lnTo>
                    <a:pt x="117" y="189"/>
                  </a:lnTo>
                  <a:lnTo>
                    <a:pt x="108" y="176"/>
                  </a:lnTo>
                  <a:lnTo>
                    <a:pt x="99" y="163"/>
                  </a:lnTo>
                  <a:lnTo>
                    <a:pt x="87" y="148"/>
                  </a:lnTo>
                  <a:lnTo>
                    <a:pt x="77" y="134"/>
                  </a:lnTo>
                  <a:lnTo>
                    <a:pt x="65" y="118"/>
                  </a:lnTo>
                  <a:lnTo>
                    <a:pt x="55" y="103"/>
                  </a:lnTo>
                  <a:lnTo>
                    <a:pt x="44" y="86"/>
                  </a:lnTo>
                  <a:lnTo>
                    <a:pt x="33" y="71"/>
                  </a:lnTo>
                  <a:lnTo>
                    <a:pt x="23" y="55"/>
                  </a:lnTo>
                  <a:lnTo>
                    <a:pt x="16" y="41"/>
                  </a:lnTo>
                  <a:lnTo>
                    <a:pt x="8" y="27"/>
                  </a:lnTo>
                  <a:lnTo>
                    <a:pt x="4" y="17"/>
                  </a:lnTo>
                  <a:lnTo>
                    <a:pt x="0" y="7"/>
                  </a:lnTo>
                  <a:lnTo>
                    <a:pt x="0" y="0"/>
                  </a:lnTo>
                  <a:lnTo>
                    <a:pt x="12" y="9"/>
                  </a:lnTo>
                  <a:lnTo>
                    <a:pt x="23" y="20"/>
                  </a:lnTo>
                  <a:lnTo>
                    <a:pt x="35" y="31"/>
                  </a:lnTo>
                  <a:lnTo>
                    <a:pt x="46" y="43"/>
                  </a:lnTo>
                  <a:lnTo>
                    <a:pt x="58" y="54"/>
                  </a:lnTo>
                  <a:lnTo>
                    <a:pt x="69" y="66"/>
                  </a:lnTo>
                  <a:lnTo>
                    <a:pt x="81" y="77"/>
                  </a:lnTo>
                  <a:lnTo>
                    <a:pt x="92" y="90"/>
                  </a:lnTo>
                  <a:lnTo>
                    <a:pt x="103" y="102"/>
                  </a:lnTo>
                  <a:lnTo>
                    <a:pt x="113" y="114"/>
                  </a:lnTo>
                  <a:lnTo>
                    <a:pt x="123" y="127"/>
                  </a:lnTo>
                  <a:lnTo>
                    <a:pt x="135" y="140"/>
                  </a:lnTo>
                  <a:lnTo>
                    <a:pt x="144" y="153"/>
                  </a:lnTo>
                  <a:lnTo>
                    <a:pt x="154" y="167"/>
                  </a:lnTo>
                  <a:lnTo>
                    <a:pt x="164" y="180"/>
                  </a:lnTo>
                  <a:lnTo>
                    <a:pt x="174" y="195"/>
                  </a:lnTo>
                  <a:lnTo>
                    <a:pt x="174" y="1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70" name="Google Shape;770;p18"/>
            <p:cNvSpPr/>
            <p:nvPr/>
          </p:nvSpPr>
          <p:spPr>
            <a:xfrm>
              <a:off x="1606" y="2204"/>
              <a:ext cx="129" cy="46"/>
            </a:xfrm>
            <a:custGeom>
              <a:rect b="b" l="l" r="r" t="t"/>
              <a:pathLst>
                <a:path extrusionOk="0" h="137" w="388">
                  <a:moveTo>
                    <a:pt x="366" y="37"/>
                  </a:moveTo>
                  <a:lnTo>
                    <a:pt x="343" y="44"/>
                  </a:lnTo>
                  <a:lnTo>
                    <a:pt x="323" y="51"/>
                  </a:lnTo>
                  <a:lnTo>
                    <a:pt x="303" y="58"/>
                  </a:lnTo>
                  <a:lnTo>
                    <a:pt x="282" y="64"/>
                  </a:lnTo>
                  <a:lnTo>
                    <a:pt x="261" y="69"/>
                  </a:lnTo>
                  <a:lnTo>
                    <a:pt x="242" y="74"/>
                  </a:lnTo>
                  <a:lnTo>
                    <a:pt x="220" y="80"/>
                  </a:lnTo>
                  <a:lnTo>
                    <a:pt x="201" y="86"/>
                  </a:lnTo>
                  <a:lnTo>
                    <a:pt x="178" y="90"/>
                  </a:lnTo>
                  <a:lnTo>
                    <a:pt x="156" y="96"/>
                  </a:lnTo>
                  <a:lnTo>
                    <a:pt x="132" y="101"/>
                  </a:lnTo>
                  <a:lnTo>
                    <a:pt x="109" y="108"/>
                  </a:lnTo>
                  <a:lnTo>
                    <a:pt x="82" y="113"/>
                  </a:lnTo>
                  <a:lnTo>
                    <a:pt x="56" y="121"/>
                  </a:lnTo>
                  <a:lnTo>
                    <a:pt x="28" y="128"/>
                  </a:lnTo>
                  <a:lnTo>
                    <a:pt x="0" y="137"/>
                  </a:lnTo>
                  <a:lnTo>
                    <a:pt x="22" y="122"/>
                  </a:lnTo>
                  <a:lnTo>
                    <a:pt x="43" y="109"/>
                  </a:lnTo>
                  <a:lnTo>
                    <a:pt x="66" y="95"/>
                  </a:lnTo>
                  <a:lnTo>
                    <a:pt x="90" y="83"/>
                  </a:lnTo>
                  <a:lnTo>
                    <a:pt x="113" y="72"/>
                  </a:lnTo>
                  <a:lnTo>
                    <a:pt x="136" y="60"/>
                  </a:lnTo>
                  <a:lnTo>
                    <a:pt x="160" y="49"/>
                  </a:lnTo>
                  <a:lnTo>
                    <a:pt x="186" y="41"/>
                  </a:lnTo>
                  <a:lnTo>
                    <a:pt x="209" y="31"/>
                  </a:lnTo>
                  <a:lnTo>
                    <a:pt x="234" y="23"/>
                  </a:lnTo>
                  <a:lnTo>
                    <a:pt x="257" y="16"/>
                  </a:lnTo>
                  <a:lnTo>
                    <a:pt x="286" y="10"/>
                  </a:lnTo>
                  <a:lnTo>
                    <a:pt x="310" y="5"/>
                  </a:lnTo>
                  <a:lnTo>
                    <a:pt x="334" y="3"/>
                  </a:lnTo>
                  <a:lnTo>
                    <a:pt x="361" y="0"/>
                  </a:lnTo>
                  <a:lnTo>
                    <a:pt x="388" y="0"/>
                  </a:lnTo>
                  <a:lnTo>
                    <a:pt x="366" y="37"/>
                  </a:lnTo>
                  <a:lnTo>
                    <a:pt x="366" y="3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71" name="Google Shape;771;p18"/>
            <p:cNvSpPr/>
            <p:nvPr/>
          </p:nvSpPr>
          <p:spPr>
            <a:xfrm>
              <a:off x="1192" y="1785"/>
              <a:ext cx="515" cy="467"/>
            </a:xfrm>
            <a:custGeom>
              <a:rect b="b" l="l" r="r" t="t"/>
              <a:pathLst>
                <a:path extrusionOk="0" h="1402" w="1543">
                  <a:moveTo>
                    <a:pt x="1543" y="1218"/>
                  </a:moveTo>
                  <a:lnTo>
                    <a:pt x="1501" y="1218"/>
                  </a:lnTo>
                  <a:lnTo>
                    <a:pt x="1460" y="1222"/>
                  </a:lnTo>
                  <a:lnTo>
                    <a:pt x="1415" y="1229"/>
                  </a:lnTo>
                  <a:lnTo>
                    <a:pt x="1371" y="1238"/>
                  </a:lnTo>
                  <a:lnTo>
                    <a:pt x="1323" y="1247"/>
                  </a:lnTo>
                  <a:lnTo>
                    <a:pt x="1276" y="1258"/>
                  </a:lnTo>
                  <a:lnTo>
                    <a:pt x="1227" y="1270"/>
                  </a:lnTo>
                  <a:lnTo>
                    <a:pt x="1180" y="1285"/>
                  </a:lnTo>
                  <a:lnTo>
                    <a:pt x="1131" y="1299"/>
                  </a:lnTo>
                  <a:lnTo>
                    <a:pt x="1084" y="1315"/>
                  </a:lnTo>
                  <a:lnTo>
                    <a:pt x="1036" y="1330"/>
                  </a:lnTo>
                  <a:lnTo>
                    <a:pt x="990" y="1345"/>
                  </a:lnTo>
                  <a:lnTo>
                    <a:pt x="944" y="1359"/>
                  </a:lnTo>
                  <a:lnTo>
                    <a:pt x="900" y="1375"/>
                  </a:lnTo>
                  <a:lnTo>
                    <a:pt x="858" y="1388"/>
                  </a:lnTo>
                  <a:lnTo>
                    <a:pt x="820" y="1402"/>
                  </a:lnTo>
                  <a:lnTo>
                    <a:pt x="795" y="1353"/>
                  </a:lnTo>
                  <a:lnTo>
                    <a:pt x="829" y="1339"/>
                  </a:lnTo>
                  <a:lnTo>
                    <a:pt x="866" y="1326"/>
                  </a:lnTo>
                  <a:lnTo>
                    <a:pt x="903" y="1313"/>
                  </a:lnTo>
                  <a:lnTo>
                    <a:pt x="944" y="1302"/>
                  </a:lnTo>
                  <a:lnTo>
                    <a:pt x="984" y="1290"/>
                  </a:lnTo>
                  <a:lnTo>
                    <a:pt x="1026" y="1279"/>
                  </a:lnTo>
                  <a:lnTo>
                    <a:pt x="1068" y="1268"/>
                  </a:lnTo>
                  <a:lnTo>
                    <a:pt x="1113" y="1258"/>
                  </a:lnTo>
                  <a:lnTo>
                    <a:pt x="1155" y="1247"/>
                  </a:lnTo>
                  <a:lnTo>
                    <a:pt x="1200" y="1236"/>
                  </a:lnTo>
                  <a:lnTo>
                    <a:pt x="1246" y="1226"/>
                  </a:lnTo>
                  <a:lnTo>
                    <a:pt x="1292" y="1217"/>
                  </a:lnTo>
                  <a:lnTo>
                    <a:pt x="1339" y="1207"/>
                  </a:lnTo>
                  <a:lnTo>
                    <a:pt x="1385" y="1198"/>
                  </a:lnTo>
                  <a:lnTo>
                    <a:pt x="1431" y="1188"/>
                  </a:lnTo>
                  <a:lnTo>
                    <a:pt x="1477" y="1179"/>
                  </a:lnTo>
                  <a:lnTo>
                    <a:pt x="1469" y="1163"/>
                  </a:lnTo>
                  <a:lnTo>
                    <a:pt x="1460" y="1148"/>
                  </a:lnTo>
                  <a:lnTo>
                    <a:pt x="1453" y="1133"/>
                  </a:lnTo>
                  <a:lnTo>
                    <a:pt x="1445" y="1118"/>
                  </a:lnTo>
                  <a:lnTo>
                    <a:pt x="1435" y="1103"/>
                  </a:lnTo>
                  <a:lnTo>
                    <a:pt x="1426" y="1089"/>
                  </a:lnTo>
                  <a:lnTo>
                    <a:pt x="1417" y="1075"/>
                  </a:lnTo>
                  <a:lnTo>
                    <a:pt x="1408" y="1062"/>
                  </a:lnTo>
                  <a:lnTo>
                    <a:pt x="1397" y="1047"/>
                  </a:lnTo>
                  <a:lnTo>
                    <a:pt x="1387" y="1034"/>
                  </a:lnTo>
                  <a:lnTo>
                    <a:pt x="1377" y="1018"/>
                  </a:lnTo>
                  <a:lnTo>
                    <a:pt x="1368" y="1006"/>
                  </a:lnTo>
                  <a:lnTo>
                    <a:pt x="1356" y="992"/>
                  </a:lnTo>
                  <a:lnTo>
                    <a:pt x="1347" y="977"/>
                  </a:lnTo>
                  <a:lnTo>
                    <a:pt x="1337" y="963"/>
                  </a:lnTo>
                  <a:lnTo>
                    <a:pt x="1328" y="951"/>
                  </a:lnTo>
                  <a:lnTo>
                    <a:pt x="1324" y="943"/>
                  </a:lnTo>
                  <a:lnTo>
                    <a:pt x="1318" y="938"/>
                  </a:lnTo>
                  <a:lnTo>
                    <a:pt x="1306" y="931"/>
                  </a:lnTo>
                  <a:lnTo>
                    <a:pt x="1292" y="926"/>
                  </a:lnTo>
                  <a:lnTo>
                    <a:pt x="1273" y="920"/>
                  </a:lnTo>
                  <a:lnTo>
                    <a:pt x="1254" y="915"/>
                  </a:lnTo>
                  <a:lnTo>
                    <a:pt x="1232" y="910"/>
                  </a:lnTo>
                  <a:lnTo>
                    <a:pt x="1210" y="906"/>
                  </a:lnTo>
                  <a:lnTo>
                    <a:pt x="1186" y="901"/>
                  </a:lnTo>
                  <a:lnTo>
                    <a:pt x="1163" y="897"/>
                  </a:lnTo>
                  <a:lnTo>
                    <a:pt x="1141" y="893"/>
                  </a:lnTo>
                  <a:lnTo>
                    <a:pt x="1121" y="890"/>
                  </a:lnTo>
                  <a:lnTo>
                    <a:pt x="1100" y="886"/>
                  </a:lnTo>
                  <a:lnTo>
                    <a:pt x="1085" y="885"/>
                  </a:lnTo>
                  <a:lnTo>
                    <a:pt x="1071" y="884"/>
                  </a:lnTo>
                  <a:lnTo>
                    <a:pt x="1063" y="884"/>
                  </a:lnTo>
                  <a:lnTo>
                    <a:pt x="1073" y="879"/>
                  </a:lnTo>
                  <a:lnTo>
                    <a:pt x="1084" y="875"/>
                  </a:lnTo>
                  <a:lnTo>
                    <a:pt x="1095" y="871"/>
                  </a:lnTo>
                  <a:lnTo>
                    <a:pt x="1107" y="867"/>
                  </a:lnTo>
                  <a:lnTo>
                    <a:pt x="1118" y="863"/>
                  </a:lnTo>
                  <a:lnTo>
                    <a:pt x="1130" y="861"/>
                  </a:lnTo>
                  <a:lnTo>
                    <a:pt x="1141" y="858"/>
                  </a:lnTo>
                  <a:lnTo>
                    <a:pt x="1153" y="857"/>
                  </a:lnTo>
                  <a:lnTo>
                    <a:pt x="1164" y="853"/>
                  </a:lnTo>
                  <a:lnTo>
                    <a:pt x="1176" y="852"/>
                  </a:lnTo>
                  <a:lnTo>
                    <a:pt x="1187" y="848"/>
                  </a:lnTo>
                  <a:lnTo>
                    <a:pt x="1200" y="847"/>
                  </a:lnTo>
                  <a:lnTo>
                    <a:pt x="1212" y="844"/>
                  </a:lnTo>
                  <a:lnTo>
                    <a:pt x="1224" y="842"/>
                  </a:lnTo>
                  <a:lnTo>
                    <a:pt x="1236" y="839"/>
                  </a:lnTo>
                  <a:lnTo>
                    <a:pt x="1249" y="838"/>
                  </a:lnTo>
                  <a:lnTo>
                    <a:pt x="1233" y="817"/>
                  </a:lnTo>
                  <a:lnTo>
                    <a:pt x="1041" y="749"/>
                  </a:lnTo>
                  <a:lnTo>
                    <a:pt x="1163" y="731"/>
                  </a:lnTo>
                  <a:lnTo>
                    <a:pt x="1153" y="715"/>
                  </a:lnTo>
                  <a:lnTo>
                    <a:pt x="1142" y="703"/>
                  </a:lnTo>
                  <a:lnTo>
                    <a:pt x="1130" y="693"/>
                  </a:lnTo>
                  <a:lnTo>
                    <a:pt x="1117" y="685"/>
                  </a:lnTo>
                  <a:lnTo>
                    <a:pt x="1102" y="678"/>
                  </a:lnTo>
                  <a:lnTo>
                    <a:pt x="1086" y="672"/>
                  </a:lnTo>
                  <a:lnTo>
                    <a:pt x="1069" y="667"/>
                  </a:lnTo>
                  <a:lnTo>
                    <a:pt x="1054" y="665"/>
                  </a:lnTo>
                  <a:lnTo>
                    <a:pt x="1037" y="661"/>
                  </a:lnTo>
                  <a:lnTo>
                    <a:pt x="1022" y="660"/>
                  </a:lnTo>
                  <a:lnTo>
                    <a:pt x="1008" y="656"/>
                  </a:lnTo>
                  <a:lnTo>
                    <a:pt x="996" y="655"/>
                  </a:lnTo>
                  <a:lnTo>
                    <a:pt x="984" y="652"/>
                  </a:lnTo>
                  <a:lnTo>
                    <a:pt x="975" y="649"/>
                  </a:lnTo>
                  <a:lnTo>
                    <a:pt x="968" y="644"/>
                  </a:lnTo>
                  <a:lnTo>
                    <a:pt x="966" y="640"/>
                  </a:lnTo>
                  <a:lnTo>
                    <a:pt x="1078" y="614"/>
                  </a:lnTo>
                  <a:lnTo>
                    <a:pt x="1069" y="599"/>
                  </a:lnTo>
                  <a:lnTo>
                    <a:pt x="1062" y="588"/>
                  </a:lnTo>
                  <a:lnTo>
                    <a:pt x="1052" y="576"/>
                  </a:lnTo>
                  <a:lnTo>
                    <a:pt x="1043" y="567"/>
                  </a:lnTo>
                  <a:lnTo>
                    <a:pt x="1031" y="558"/>
                  </a:lnTo>
                  <a:lnTo>
                    <a:pt x="1020" y="551"/>
                  </a:lnTo>
                  <a:lnTo>
                    <a:pt x="1007" y="543"/>
                  </a:lnTo>
                  <a:lnTo>
                    <a:pt x="995" y="537"/>
                  </a:lnTo>
                  <a:lnTo>
                    <a:pt x="981" y="529"/>
                  </a:lnTo>
                  <a:lnTo>
                    <a:pt x="967" y="524"/>
                  </a:lnTo>
                  <a:lnTo>
                    <a:pt x="953" y="519"/>
                  </a:lnTo>
                  <a:lnTo>
                    <a:pt x="940" y="515"/>
                  </a:lnTo>
                  <a:lnTo>
                    <a:pt x="926" y="511"/>
                  </a:lnTo>
                  <a:lnTo>
                    <a:pt x="913" y="507"/>
                  </a:lnTo>
                  <a:lnTo>
                    <a:pt x="899" y="503"/>
                  </a:lnTo>
                  <a:lnTo>
                    <a:pt x="886" y="501"/>
                  </a:lnTo>
                  <a:lnTo>
                    <a:pt x="972" y="485"/>
                  </a:lnTo>
                  <a:lnTo>
                    <a:pt x="964" y="466"/>
                  </a:lnTo>
                  <a:lnTo>
                    <a:pt x="957" y="452"/>
                  </a:lnTo>
                  <a:lnTo>
                    <a:pt x="949" y="439"/>
                  </a:lnTo>
                  <a:lnTo>
                    <a:pt x="941" y="430"/>
                  </a:lnTo>
                  <a:lnTo>
                    <a:pt x="932" y="421"/>
                  </a:lnTo>
                  <a:lnTo>
                    <a:pt x="923" y="416"/>
                  </a:lnTo>
                  <a:lnTo>
                    <a:pt x="914" y="411"/>
                  </a:lnTo>
                  <a:lnTo>
                    <a:pt x="907" y="408"/>
                  </a:lnTo>
                  <a:lnTo>
                    <a:pt x="897" y="405"/>
                  </a:lnTo>
                  <a:lnTo>
                    <a:pt x="886" y="402"/>
                  </a:lnTo>
                  <a:lnTo>
                    <a:pt x="875" y="401"/>
                  </a:lnTo>
                  <a:lnTo>
                    <a:pt x="865" y="399"/>
                  </a:lnTo>
                  <a:lnTo>
                    <a:pt x="852" y="397"/>
                  </a:lnTo>
                  <a:lnTo>
                    <a:pt x="839" y="394"/>
                  </a:lnTo>
                  <a:lnTo>
                    <a:pt x="825" y="391"/>
                  </a:lnTo>
                  <a:lnTo>
                    <a:pt x="811" y="388"/>
                  </a:lnTo>
                  <a:lnTo>
                    <a:pt x="847" y="370"/>
                  </a:lnTo>
                  <a:lnTo>
                    <a:pt x="843" y="360"/>
                  </a:lnTo>
                  <a:lnTo>
                    <a:pt x="835" y="346"/>
                  </a:lnTo>
                  <a:lnTo>
                    <a:pt x="822" y="326"/>
                  </a:lnTo>
                  <a:lnTo>
                    <a:pt x="807" y="306"/>
                  </a:lnTo>
                  <a:lnTo>
                    <a:pt x="786" y="280"/>
                  </a:lnTo>
                  <a:lnTo>
                    <a:pt x="765" y="255"/>
                  </a:lnTo>
                  <a:lnTo>
                    <a:pt x="742" y="228"/>
                  </a:lnTo>
                  <a:lnTo>
                    <a:pt x="718" y="201"/>
                  </a:lnTo>
                  <a:lnTo>
                    <a:pt x="693" y="173"/>
                  </a:lnTo>
                  <a:lnTo>
                    <a:pt x="669" y="147"/>
                  </a:lnTo>
                  <a:lnTo>
                    <a:pt x="644" y="123"/>
                  </a:lnTo>
                  <a:lnTo>
                    <a:pt x="625" y="102"/>
                  </a:lnTo>
                  <a:lnTo>
                    <a:pt x="606" y="83"/>
                  </a:lnTo>
                  <a:lnTo>
                    <a:pt x="592" y="70"/>
                  </a:lnTo>
                  <a:lnTo>
                    <a:pt x="580" y="61"/>
                  </a:lnTo>
                  <a:lnTo>
                    <a:pt x="576" y="59"/>
                  </a:lnTo>
                  <a:lnTo>
                    <a:pt x="538" y="62"/>
                  </a:lnTo>
                  <a:lnTo>
                    <a:pt x="501" y="69"/>
                  </a:lnTo>
                  <a:lnTo>
                    <a:pt x="464" y="75"/>
                  </a:lnTo>
                  <a:lnTo>
                    <a:pt x="429" y="84"/>
                  </a:lnTo>
                  <a:lnTo>
                    <a:pt x="394" y="93"/>
                  </a:lnTo>
                  <a:lnTo>
                    <a:pt x="360" y="103"/>
                  </a:lnTo>
                  <a:lnTo>
                    <a:pt x="325" y="115"/>
                  </a:lnTo>
                  <a:lnTo>
                    <a:pt x="292" y="127"/>
                  </a:lnTo>
                  <a:lnTo>
                    <a:pt x="257" y="137"/>
                  </a:lnTo>
                  <a:lnTo>
                    <a:pt x="223" y="148"/>
                  </a:lnTo>
                  <a:lnTo>
                    <a:pt x="188" y="160"/>
                  </a:lnTo>
                  <a:lnTo>
                    <a:pt x="154" y="171"/>
                  </a:lnTo>
                  <a:lnTo>
                    <a:pt x="118" y="182"/>
                  </a:lnTo>
                  <a:lnTo>
                    <a:pt x="82" y="192"/>
                  </a:lnTo>
                  <a:lnTo>
                    <a:pt x="46" y="201"/>
                  </a:lnTo>
                  <a:lnTo>
                    <a:pt x="11" y="211"/>
                  </a:lnTo>
                  <a:lnTo>
                    <a:pt x="0" y="162"/>
                  </a:lnTo>
                  <a:lnTo>
                    <a:pt x="56" y="142"/>
                  </a:lnTo>
                  <a:lnTo>
                    <a:pt x="114" y="123"/>
                  </a:lnTo>
                  <a:lnTo>
                    <a:pt x="169" y="103"/>
                  </a:lnTo>
                  <a:lnTo>
                    <a:pt x="224" y="88"/>
                  </a:lnTo>
                  <a:lnTo>
                    <a:pt x="274" y="71"/>
                  </a:lnTo>
                  <a:lnTo>
                    <a:pt x="321" y="57"/>
                  </a:lnTo>
                  <a:lnTo>
                    <a:pt x="367" y="43"/>
                  </a:lnTo>
                  <a:lnTo>
                    <a:pt x="412" y="33"/>
                  </a:lnTo>
                  <a:lnTo>
                    <a:pt x="451" y="21"/>
                  </a:lnTo>
                  <a:lnTo>
                    <a:pt x="488" y="14"/>
                  </a:lnTo>
                  <a:lnTo>
                    <a:pt x="521" y="6"/>
                  </a:lnTo>
                  <a:lnTo>
                    <a:pt x="552" y="2"/>
                  </a:lnTo>
                  <a:lnTo>
                    <a:pt x="578" y="0"/>
                  </a:lnTo>
                  <a:lnTo>
                    <a:pt x="601" y="0"/>
                  </a:lnTo>
                  <a:lnTo>
                    <a:pt x="617" y="2"/>
                  </a:lnTo>
                  <a:lnTo>
                    <a:pt x="631" y="7"/>
                  </a:lnTo>
                  <a:lnTo>
                    <a:pt x="663" y="27"/>
                  </a:lnTo>
                  <a:lnTo>
                    <a:pt x="707" y="65"/>
                  </a:lnTo>
                  <a:lnTo>
                    <a:pt x="758" y="120"/>
                  </a:lnTo>
                  <a:lnTo>
                    <a:pt x="817" y="189"/>
                  </a:lnTo>
                  <a:lnTo>
                    <a:pt x="881" y="269"/>
                  </a:lnTo>
                  <a:lnTo>
                    <a:pt x="949" y="358"/>
                  </a:lnTo>
                  <a:lnTo>
                    <a:pt x="1020" y="453"/>
                  </a:lnTo>
                  <a:lnTo>
                    <a:pt x="1093" y="555"/>
                  </a:lnTo>
                  <a:lnTo>
                    <a:pt x="1163" y="656"/>
                  </a:lnTo>
                  <a:lnTo>
                    <a:pt x="1233" y="757"/>
                  </a:lnTo>
                  <a:lnTo>
                    <a:pt x="1300" y="854"/>
                  </a:lnTo>
                  <a:lnTo>
                    <a:pt x="1364" y="948"/>
                  </a:lnTo>
                  <a:lnTo>
                    <a:pt x="1420" y="1033"/>
                  </a:lnTo>
                  <a:lnTo>
                    <a:pt x="1470" y="1108"/>
                  </a:lnTo>
                  <a:lnTo>
                    <a:pt x="1510" y="1170"/>
                  </a:lnTo>
                  <a:lnTo>
                    <a:pt x="1543" y="1218"/>
                  </a:lnTo>
                  <a:lnTo>
                    <a:pt x="1543" y="12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72" name="Google Shape;772;p18"/>
            <p:cNvSpPr/>
            <p:nvPr/>
          </p:nvSpPr>
          <p:spPr>
            <a:xfrm>
              <a:off x="937" y="1808"/>
              <a:ext cx="664" cy="617"/>
            </a:xfrm>
            <a:custGeom>
              <a:rect b="b" l="l" r="r" t="t"/>
              <a:pathLst>
                <a:path extrusionOk="0" h="1851" w="1992">
                  <a:moveTo>
                    <a:pt x="1992" y="986"/>
                  </a:moveTo>
                  <a:lnTo>
                    <a:pt x="1895" y="1008"/>
                  </a:lnTo>
                  <a:lnTo>
                    <a:pt x="1849" y="990"/>
                  </a:lnTo>
                  <a:lnTo>
                    <a:pt x="1805" y="974"/>
                  </a:lnTo>
                  <a:lnTo>
                    <a:pt x="1760" y="960"/>
                  </a:lnTo>
                  <a:lnTo>
                    <a:pt x="1717" y="946"/>
                  </a:lnTo>
                  <a:lnTo>
                    <a:pt x="1672" y="931"/>
                  </a:lnTo>
                  <a:lnTo>
                    <a:pt x="1627" y="918"/>
                  </a:lnTo>
                  <a:lnTo>
                    <a:pt x="1580" y="903"/>
                  </a:lnTo>
                  <a:lnTo>
                    <a:pt x="1533" y="890"/>
                  </a:lnTo>
                  <a:lnTo>
                    <a:pt x="1483" y="874"/>
                  </a:lnTo>
                  <a:lnTo>
                    <a:pt x="1434" y="859"/>
                  </a:lnTo>
                  <a:lnTo>
                    <a:pt x="1382" y="842"/>
                  </a:lnTo>
                  <a:lnTo>
                    <a:pt x="1330" y="827"/>
                  </a:lnTo>
                  <a:lnTo>
                    <a:pt x="1273" y="809"/>
                  </a:lnTo>
                  <a:lnTo>
                    <a:pt x="1217" y="791"/>
                  </a:lnTo>
                  <a:lnTo>
                    <a:pt x="1157" y="771"/>
                  </a:lnTo>
                  <a:lnTo>
                    <a:pt x="1095" y="751"/>
                  </a:lnTo>
                  <a:lnTo>
                    <a:pt x="1088" y="772"/>
                  </a:lnTo>
                  <a:lnTo>
                    <a:pt x="1080" y="794"/>
                  </a:lnTo>
                  <a:lnTo>
                    <a:pt x="1072" y="815"/>
                  </a:lnTo>
                  <a:lnTo>
                    <a:pt x="1065" y="837"/>
                  </a:lnTo>
                  <a:lnTo>
                    <a:pt x="1058" y="858"/>
                  </a:lnTo>
                  <a:lnTo>
                    <a:pt x="1052" y="881"/>
                  </a:lnTo>
                  <a:lnTo>
                    <a:pt x="1045" y="901"/>
                  </a:lnTo>
                  <a:lnTo>
                    <a:pt x="1039" y="924"/>
                  </a:lnTo>
                  <a:lnTo>
                    <a:pt x="1030" y="945"/>
                  </a:lnTo>
                  <a:lnTo>
                    <a:pt x="1024" y="967"/>
                  </a:lnTo>
                  <a:lnTo>
                    <a:pt x="1017" y="988"/>
                  </a:lnTo>
                  <a:lnTo>
                    <a:pt x="1011" y="1010"/>
                  </a:lnTo>
                  <a:lnTo>
                    <a:pt x="1004" y="1032"/>
                  </a:lnTo>
                  <a:lnTo>
                    <a:pt x="1001" y="1054"/>
                  </a:lnTo>
                  <a:lnTo>
                    <a:pt x="994" y="1076"/>
                  </a:lnTo>
                  <a:lnTo>
                    <a:pt x="990" y="1099"/>
                  </a:lnTo>
                  <a:lnTo>
                    <a:pt x="967" y="1109"/>
                  </a:lnTo>
                  <a:lnTo>
                    <a:pt x="938" y="1115"/>
                  </a:lnTo>
                  <a:lnTo>
                    <a:pt x="901" y="1119"/>
                  </a:lnTo>
                  <a:lnTo>
                    <a:pt x="860" y="1119"/>
                  </a:lnTo>
                  <a:lnTo>
                    <a:pt x="811" y="1115"/>
                  </a:lnTo>
                  <a:lnTo>
                    <a:pt x="761" y="1113"/>
                  </a:lnTo>
                  <a:lnTo>
                    <a:pt x="706" y="1105"/>
                  </a:lnTo>
                  <a:lnTo>
                    <a:pt x="652" y="1099"/>
                  </a:lnTo>
                  <a:lnTo>
                    <a:pt x="596" y="1088"/>
                  </a:lnTo>
                  <a:lnTo>
                    <a:pt x="539" y="1079"/>
                  </a:lnTo>
                  <a:lnTo>
                    <a:pt x="486" y="1069"/>
                  </a:lnTo>
                  <a:lnTo>
                    <a:pt x="436" y="1060"/>
                  </a:lnTo>
                  <a:lnTo>
                    <a:pt x="387" y="1051"/>
                  </a:lnTo>
                  <a:lnTo>
                    <a:pt x="346" y="1044"/>
                  </a:lnTo>
                  <a:lnTo>
                    <a:pt x="309" y="1037"/>
                  </a:lnTo>
                  <a:lnTo>
                    <a:pt x="281" y="1035"/>
                  </a:lnTo>
                  <a:lnTo>
                    <a:pt x="274" y="1063"/>
                  </a:lnTo>
                  <a:lnTo>
                    <a:pt x="384" y="1074"/>
                  </a:lnTo>
                  <a:lnTo>
                    <a:pt x="260" y="1117"/>
                  </a:lnTo>
                  <a:lnTo>
                    <a:pt x="347" y="1160"/>
                  </a:lnTo>
                  <a:lnTo>
                    <a:pt x="223" y="1214"/>
                  </a:lnTo>
                  <a:lnTo>
                    <a:pt x="201" y="1269"/>
                  </a:lnTo>
                  <a:lnTo>
                    <a:pt x="314" y="1287"/>
                  </a:lnTo>
                  <a:lnTo>
                    <a:pt x="201" y="1327"/>
                  </a:lnTo>
                  <a:lnTo>
                    <a:pt x="165" y="1397"/>
                  </a:lnTo>
                  <a:lnTo>
                    <a:pt x="250" y="1409"/>
                  </a:lnTo>
                  <a:lnTo>
                    <a:pt x="234" y="1417"/>
                  </a:lnTo>
                  <a:lnTo>
                    <a:pt x="219" y="1427"/>
                  </a:lnTo>
                  <a:lnTo>
                    <a:pt x="202" y="1437"/>
                  </a:lnTo>
                  <a:lnTo>
                    <a:pt x="186" y="1449"/>
                  </a:lnTo>
                  <a:lnTo>
                    <a:pt x="168" y="1459"/>
                  </a:lnTo>
                  <a:lnTo>
                    <a:pt x="152" y="1470"/>
                  </a:lnTo>
                  <a:lnTo>
                    <a:pt x="138" y="1482"/>
                  </a:lnTo>
                  <a:lnTo>
                    <a:pt x="128" y="1493"/>
                  </a:lnTo>
                  <a:lnTo>
                    <a:pt x="119" y="1502"/>
                  </a:lnTo>
                  <a:lnTo>
                    <a:pt x="115" y="1511"/>
                  </a:lnTo>
                  <a:lnTo>
                    <a:pt x="115" y="1519"/>
                  </a:lnTo>
                  <a:lnTo>
                    <a:pt x="123" y="1528"/>
                  </a:lnTo>
                  <a:lnTo>
                    <a:pt x="135" y="1533"/>
                  </a:lnTo>
                  <a:lnTo>
                    <a:pt x="155" y="1538"/>
                  </a:lnTo>
                  <a:lnTo>
                    <a:pt x="183" y="1541"/>
                  </a:lnTo>
                  <a:lnTo>
                    <a:pt x="220" y="1543"/>
                  </a:lnTo>
                  <a:lnTo>
                    <a:pt x="86" y="1619"/>
                  </a:lnTo>
                  <a:lnTo>
                    <a:pt x="90" y="1656"/>
                  </a:lnTo>
                  <a:lnTo>
                    <a:pt x="172" y="1652"/>
                  </a:lnTo>
                  <a:lnTo>
                    <a:pt x="154" y="1663"/>
                  </a:lnTo>
                  <a:lnTo>
                    <a:pt x="138" y="1673"/>
                  </a:lnTo>
                  <a:lnTo>
                    <a:pt x="123" y="1682"/>
                  </a:lnTo>
                  <a:lnTo>
                    <a:pt x="110" y="1692"/>
                  </a:lnTo>
                  <a:lnTo>
                    <a:pt x="96" y="1701"/>
                  </a:lnTo>
                  <a:lnTo>
                    <a:pt x="86" y="1711"/>
                  </a:lnTo>
                  <a:lnTo>
                    <a:pt x="74" y="1720"/>
                  </a:lnTo>
                  <a:lnTo>
                    <a:pt x="65" y="1732"/>
                  </a:lnTo>
                  <a:lnTo>
                    <a:pt x="55" y="1742"/>
                  </a:lnTo>
                  <a:lnTo>
                    <a:pt x="47" y="1754"/>
                  </a:lnTo>
                  <a:lnTo>
                    <a:pt x="40" y="1765"/>
                  </a:lnTo>
                  <a:lnTo>
                    <a:pt x="33" y="1780"/>
                  </a:lnTo>
                  <a:lnTo>
                    <a:pt x="26" y="1795"/>
                  </a:lnTo>
                  <a:lnTo>
                    <a:pt x="21" y="1811"/>
                  </a:lnTo>
                  <a:lnTo>
                    <a:pt x="14" y="1830"/>
                  </a:lnTo>
                  <a:lnTo>
                    <a:pt x="10" y="1851"/>
                  </a:lnTo>
                  <a:lnTo>
                    <a:pt x="4" y="1851"/>
                  </a:lnTo>
                  <a:lnTo>
                    <a:pt x="0" y="1830"/>
                  </a:lnTo>
                  <a:lnTo>
                    <a:pt x="1" y="1798"/>
                  </a:lnTo>
                  <a:lnTo>
                    <a:pt x="5" y="1754"/>
                  </a:lnTo>
                  <a:lnTo>
                    <a:pt x="15" y="1701"/>
                  </a:lnTo>
                  <a:lnTo>
                    <a:pt x="27" y="1640"/>
                  </a:lnTo>
                  <a:lnTo>
                    <a:pt x="42" y="1573"/>
                  </a:lnTo>
                  <a:lnTo>
                    <a:pt x="59" y="1501"/>
                  </a:lnTo>
                  <a:lnTo>
                    <a:pt x="78" y="1429"/>
                  </a:lnTo>
                  <a:lnTo>
                    <a:pt x="96" y="1355"/>
                  </a:lnTo>
                  <a:lnTo>
                    <a:pt x="115" y="1283"/>
                  </a:lnTo>
                  <a:lnTo>
                    <a:pt x="135" y="1214"/>
                  </a:lnTo>
                  <a:lnTo>
                    <a:pt x="154" y="1150"/>
                  </a:lnTo>
                  <a:lnTo>
                    <a:pt x="170" y="1092"/>
                  </a:lnTo>
                  <a:lnTo>
                    <a:pt x="187" y="1044"/>
                  </a:lnTo>
                  <a:lnTo>
                    <a:pt x="200" y="1006"/>
                  </a:lnTo>
                  <a:lnTo>
                    <a:pt x="211" y="981"/>
                  </a:lnTo>
                  <a:lnTo>
                    <a:pt x="254" y="987"/>
                  </a:lnTo>
                  <a:lnTo>
                    <a:pt x="297" y="994"/>
                  </a:lnTo>
                  <a:lnTo>
                    <a:pt x="341" y="1000"/>
                  </a:lnTo>
                  <a:lnTo>
                    <a:pt x="384" y="1006"/>
                  </a:lnTo>
                  <a:lnTo>
                    <a:pt x="427" y="1012"/>
                  </a:lnTo>
                  <a:lnTo>
                    <a:pt x="470" y="1018"/>
                  </a:lnTo>
                  <a:lnTo>
                    <a:pt x="514" y="1023"/>
                  </a:lnTo>
                  <a:lnTo>
                    <a:pt x="557" y="1029"/>
                  </a:lnTo>
                  <a:lnTo>
                    <a:pt x="600" y="1035"/>
                  </a:lnTo>
                  <a:lnTo>
                    <a:pt x="643" y="1040"/>
                  </a:lnTo>
                  <a:lnTo>
                    <a:pt x="687" y="1045"/>
                  </a:lnTo>
                  <a:lnTo>
                    <a:pt x="730" y="1051"/>
                  </a:lnTo>
                  <a:lnTo>
                    <a:pt x="772" y="1056"/>
                  </a:lnTo>
                  <a:lnTo>
                    <a:pt x="817" y="1063"/>
                  </a:lnTo>
                  <a:lnTo>
                    <a:pt x="860" y="1068"/>
                  </a:lnTo>
                  <a:lnTo>
                    <a:pt x="904" y="1074"/>
                  </a:lnTo>
                  <a:lnTo>
                    <a:pt x="907" y="1056"/>
                  </a:lnTo>
                  <a:lnTo>
                    <a:pt x="810" y="990"/>
                  </a:lnTo>
                  <a:lnTo>
                    <a:pt x="929" y="986"/>
                  </a:lnTo>
                  <a:lnTo>
                    <a:pt x="931" y="974"/>
                  </a:lnTo>
                  <a:lnTo>
                    <a:pt x="938" y="963"/>
                  </a:lnTo>
                  <a:lnTo>
                    <a:pt x="945" y="953"/>
                  </a:lnTo>
                  <a:lnTo>
                    <a:pt x="956" y="944"/>
                  </a:lnTo>
                  <a:lnTo>
                    <a:pt x="869" y="904"/>
                  </a:lnTo>
                  <a:lnTo>
                    <a:pt x="977" y="864"/>
                  </a:lnTo>
                  <a:lnTo>
                    <a:pt x="998" y="819"/>
                  </a:lnTo>
                  <a:lnTo>
                    <a:pt x="911" y="762"/>
                  </a:lnTo>
                  <a:lnTo>
                    <a:pt x="1034" y="724"/>
                  </a:lnTo>
                  <a:lnTo>
                    <a:pt x="1057" y="658"/>
                  </a:lnTo>
                  <a:lnTo>
                    <a:pt x="995" y="640"/>
                  </a:lnTo>
                  <a:lnTo>
                    <a:pt x="1086" y="596"/>
                  </a:lnTo>
                  <a:lnTo>
                    <a:pt x="1111" y="512"/>
                  </a:lnTo>
                  <a:lnTo>
                    <a:pt x="1074" y="496"/>
                  </a:lnTo>
                  <a:lnTo>
                    <a:pt x="1131" y="472"/>
                  </a:lnTo>
                  <a:lnTo>
                    <a:pt x="1173" y="396"/>
                  </a:lnTo>
                  <a:lnTo>
                    <a:pt x="1129" y="390"/>
                  </a:lnTo>
                  <a:lnTo>
                    <a:pt x="1195" y="353"/>
                  </a:lnTo>
                  <a:lnTo>
                    <a:pt x="1222" y="293"/>
                  </a:lnTo>
                  <a:lnTo>
                    <a:pt x="1186" y="264"/>
                  </a:lnTo>
                  <a:lnTo>
                    <a:pt x="1246" y="235"/>
                  </a:lnTo>
                  <a:lnTo>
                    <a:pt x="1253" y="221"/>
                  </a:lnTo>
                  <a:lnTo>
                    <a:pt x="1261" y="207"/>
                  </a:lnTo>
                  <a:lnTo>
                    <a:pt x="1268" y="191"/>
                  </a:lnTo>
                  <a:lnTo>
                    <a:pt x="1276" y="177"/>
                  </a:lnTo>
                  <a:lnTo>
                    <a:pt x="1284" y="162"/>
                  </a:lnTo>
                  <a:lnTo>
                    <a:pt x="1293" y="146"/>
                  </a:lnTo>
                  <a:lnTo>
                    <a:pt x="1300" y="131"/>
                  </a:lnTo>
                  <a:lnTo>
                    <a:pt x="1309" y="117"/>
                  </a:lnTo>
                  <a:lnTo>
                    <a:pt x="1317" y="100"/>
                  </a:lnTo>
                  <a:lnTo>
                    <a:pt x="1325" y="85"/>
                  </a:lnTo>
                  <a:lnTo>
                    <a:pt x="1332" y="70"/>
                  </a:lnTo>
                  <a:lnTo>
                    <a:pt x="1341" y="54"/>
                  </a:lnTo>
                  <a:lnTo>
                    <a:pt x="1349" y="39"/>
                  </a:lnTo>
                  <a:lnTo>
                    <a:pt x="1358" y="26"/>
                  </a:lnTo>
                  <a:lnTo>
                    <a:pt x="1366" y="12"/>
                  </a:lnTo>
                  <a:lnTo>
                    <a:pt x="1375" y="0"/>
                  </a:lnTo>
                  <a:lnTo>
                    <a:pt x="1417" y="56"/>
                  </a:lnTo>
                  <a:lnTo>
                    <a:pt x="1395" y="91"/>
                  </a:lnTo>
                  <a:lnTo>
                    <a:pt x="1375" y="130"/>
                  </a:lnTo>
                  <a:lnTo>
                    <a:pt x="1353" y="168"/>
                  </a:lnTo>
                  <a:lnTo>
                    <a:pt x="1332" y="208"/>
                  </a:lnTo>
                  <a:lnTo>
                    <a:pt x="1311" y="246"/>
                  </a:lnTo>
                  <a:lnTo>
                    <a:pt x="1291" y="286"/>
                  </a:lnTo>
                  <a:lnTo>
                    <a:pt x="1271" y="326"/>
                  </a:lnTo>
                  <a:lnTo>
                    <a:pt x="1252" y="368"/>
                  </a:lnTo>
                  <a:lnTo>
                    <a:pt x="1231" y="408"/>
                  </a:lnTo>
                  <a:lnTo>
                    <a:pt x="1213" y="449"/>
                  </a:lnTo>
                  <a:lnTo>
                    <a:pt x="1194" y="490"/>
                  </a:lnTo>
                  <a:lnTo>
                    <a:pt x="1179" y="532"/>
                  </a:lnTo>
                  <a:lnTo>
                    <a:pt x="1162" y="573"/>
                  </a:lnTo>
                  <a:lnTo>
                    <a:pt x="1148" y="616"/>
                  </a:lnTo>
                  <a:lnTo>
                    <a:pt x="1134" y="658"/>
                  </a:lnTo>
                  <a:lnTo>
                    <a:pt x="1122" y="700"/>
                  </a:lnTo>
                  <a:lnTo>
                    <a:pt x="1176" y="713"/>
                  </a:lnTo>
                  <a:lnTo>
                    <a:pt x="1232" y="727"/>
                  </a:lnTo>
                  <a:lnTo>
                    <a:pt x="1286" y="742"/>
                  </a:lnTo>
                  <a:lnTo>
                    <a:pt x="1343" y="758"/>
                  </a:lnTo>
                  <a:lnTo>
                    <a:pt x="1396" y="773"/>
                  </a:lnTo>
                  <a:lnTo>
                    <a:pt x="1453" y="789"/>
                  </a:lnTo>
                  <a:lnTo>
                    <a:pt x="1507" y="805"/>
                  </a:lnTo>
                  <a:lnTo>
                    <a:pt x="1563" y="823"/>
                  </a:lnTo>
                  <a:lnTo>
                    <a:pt x="1617" y="840"/>
                  </a:lnTo>
                  <a:lnTo>
                    <a:pt x="1671" y="858"/>
                  </a:lnTo>
                  <a:lnTo>
                    <a:pt x="1724" y="877"/>
                  </a:lnTo>
                  <a:lnTo>
                    <a:pt x="1779" y="897"/>
                  </a:lnTo>
                  <a:lnTo>
                    <a:pt x="1832" y="917"/>
                  </a:lnTo>
                  <a:lnTo>
                    <a:pt x="1886" y="940"/>
                  </a:lnTo>
                  <a:lnTo>
                    <a:pt x="1938" y="962"/>
                  </a:lnTo>
                  <a:lnTo>
                    <a:pt x="1992" y="986"/>
                  </a:lnTo>
                  <a:lnTo>
                    <a:pt x="1992" y="98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73" name="Google Shape;773;p18"/>
            <p:cNvSpPr/>
            <p:nvPr/>
          </p:nvSpPr>
          <p:spPr>
            <a:xfrm>
              <a:off x="1273" y="2231"/>
              <a:ext cx="203" cy="85"/>
            </a:xfrm>
            <a:custGeom>
              <a:rect b="b" l="l" r="r" t="t"/>
              <a:pathLst>
                <a:path extrusionOk="0" h="253" w="607">
                  <a:moveTo>
                    <a:pt x="607" y="46"/>
                  </a:moveTo>
                  <a:lnTo>
                    <a:pt x="591" y="50"/>
                  </a:lnTo>
                  <a:lnTo>
                    <a:pt x="566" y="59"/>
                  </a:lnTo>
                  <a:lnTo>
                    <a:pt x="533" y="69"/>
                  </a:lnTo>
                  <a:lnTo>
                    <a:pt x="496" y="83"/>
                  </a:lnTo>
                  <a:lnTo>
                    <a:pt x="451" y="98"/>
                  </a:lnTo>
                  <a:lnTo>
                    <a:pt x="405" y="114"/>
                  </a:lnTo>
                  <a:lnTo>
                    <a:pt x="355" y="131"/>
                  </a:lnTo>
                  <a:lnTo>
                    <a:pt x="306" y="149"/>
                  </a:lnTo>
                  <a:lnTo>
                    <a:pt x="255" y="165"/>
                  </a:lnTo>
                  <a:lnTo>
                    <a:pt x="206" y="182"/>
                  </a:lnTo>
                  <a:lnTo>
                    <a:pt x="159" y="198"/>
                  </a:lnTo>
                  <a:lnTo>
                    <a:pt x="118" y="214"/>
                  </a:lnTo>
                  <a:lnTo>
                    <a:pt x="81" y="226"/>
                  </a:lnTo>
                  <a:lnTo>
                    <a:pt x="51" y="237"/>
                  </a:lnTo>
                  <a:lnTo>
                    <a:pt x="30" y="246"/>
                  </a:lnTo>
                  <a:lnTo>
                    <a:pt x="18" y="253"/>
                  </a:lnTo>
                  <a:lnTo>
                    <a:pt x="0" y="204"/>
                  </a:lnTo>
                  <a:lnTo>
                    <a:pt x="36" y="190"/>
                  </a:lnTo>
                  <a:lnTo>
                    <a:pt x="72" y="177"/>
                  </a:lnTo>
                  <a:lnTo>
                    <a:pt x="108" y="164"/>
                  </a:lnTo>
                  <a:lnTo>
                    <a:pt x="145" y="151"/>
                  </a:lnTo>
                  <a:lnTo>
                    <a:pt x="181" y="137"/>
                  </a:lnTo>
                  <a:lnTo>
                    <a:pt x="218" y="126"/>
                  </a:lnTo>
                  <a:lnTo>
                    <a:pt x="254" y="112"/>
                  </a:lnTo>
                  <a:lnTo>
                    <a:pt x="291" y="100"/>
                  </a:lnTo>
                  <a:lnTo>
                    <a:pt x="327" y="86"/>
                  </a:lnTo>
                  <a:lnTo>
                    <a:pt x="364" y="73"/>
                  </a:lnTo>
                  <a:lnTo>
                    <a:pt x="400" y="60"/>
                  </a:lnTo>
                  <a:lnTo>
                    <a:pt x="437" y="49"/>
                  </a:lnTo>
                  <a:lnTo>
                    <a:pt x="473" y="36"/>
                  </a:lnTo>
                  <a:lnTo>
                    <a:pt x="510" y="23"/>
                  </a:lnTo>
                  <a:lnTo>
                    <a:pt x="546" y="12"/>
                  </a:lnTo>
                  <a:lnTo>
                    <a:pt x="583" y="0"/>
                  </a:lnTo>
                  <a:lnTo>
                    <a:pt x="607" y="46"/>
                  </a:lnTo>
                  <a:lnTo>
                    <a:pt x="607" y="4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74" name="Google Shape;774;p18"/>
            <p:cNvSpPr/>
            <p:nvPr/>
          </p:nvSpPr>
          <p:spPr>
            <a:xfrm>
              <a:off x="1127" y="2245"/>
              <a:ext cx="421" cy="314"/>
            </a:xfrm>
            <a:custGeom>
              <a:rect b="b" l="l" r="r" t="t"/>
              <a:pathLst>
                <a:path extrusionOk="0" h="943" w="1261">
                  <a:moveTo>
                    <a:pt x="1261" y="885"/>
                  </a:moveTo>
                  <a:lnTo>
                    <a:pt x="1182" y="888"/>
                  </a:lnTo>
                  <a:lnTo>
                    <a:pt x="1106" y="891"/>
                  </a:lnTo>
                  <a:lnTo>
                    <a:pt x="1027" y="892"/>
                  </a:lnTo>
                  <a:lnTo>
                    <a:pt x="949" y="893"/>
                  </a:lnTo>
                  <a:lnTo>
                    <a:pt x="870" y="894"/>
                  </a:lnTo>
                  <a:lnTo>
                    <a:pt x="790" y="896"/>
                  </a:lnTo>
                  <a:lnTo>
                    <a:pt x="711" y="896"/>
                  </a:lnTo>
                  <a:lnTo>
                    <a:pt x="633" y="898"/>
                  </a:lnTo>
                  <a:lnTo>
                    <a:pt x="552" y="898"/>
                  </a:lnTo>
                  <a:lnTo>
                    <a:pt x="475" y="902"/>
                  </a:lnTo>
                  <a:lnTo>
                    <a:pt x="396" y="905"/>
                  </a:lnTo>
                  <a:lnTo>
                    <a:pt x="318" y="910"/>
                  </a:lnTo>
                  <a:lnTo>
                    <a:pt x="238" y="914"/>
                  </a:lnTo>
                  <a:lnTo>
                    <a:pt x="161" y="923"/>
                  </a:lnTo>
                  <a:lnTo>
                    <a:pt x="85" y="930"/>
                  </a:lnTo>
                  <a:lnTo>
                    <a:pt x="9" y="943"/>
                  </a:lnTo>
                  <a:lnTo>
                    <a:pt x="0" y="876"/>
                  </a:lnTo>
                  <a:lnTo>
                    <a:pt x="30" y="870"/>
                  </a:lnTo>
                  <a:lnTo>
                    <a:pt x="60" y="865"/>
                  </a:lnTo>
                  <a:lnTo>
                    <a:pt x="92" y="861"/>
                  </a:lnTo>
                  <a:lnTo>
                    <a:pt x="124" y="859"/>
                  </a:lnTo>
                  <a:lnTo>
                    <a:pt x="156" y="855"/>
                  </a:lnTo>
                  <a:lnTo>
                    <a:pt x="190" y="852"/>
                  </a:lnTo>
                  <a:lnTo>
                    <a:pt x="222" y="850"/>
                  </a:lnTo>
                  <a:lnTo>
                    <a:pt x="256" y="848"/>
                  </a:lnTo>
                  <a:lnTo>
                    <a:pt x="288" y="846"/>
                  </a:lnTo>
                  <a:lnTo>
                    <a:pt x="322" y="844"/>
                  </a:lnTo>
                  <a:lnTo>
                    <a:pt x="355" y="843"/>
                  </a:lnTo>
                  <a:lnTo>
                    <a:pt x="388" y="843"/>
                  </a:lnTo>
                  <a:lnTo>
                    <a:pt x="420" y="842"/>
                  </a:lnTo>
                  <a:lnTo>
                    <a:pt x="452" y="842"/>
                  </a:lnTo>
                  <a:lnTo>
                    <a:pt x="484" y="841"/>
                  </a:lnTo>
                  <a:lnTo>
                    <a:pt x="516" y="841"/>
                  </a:lnTo>
                  <a:lnTo>
                    <a:pt x="504" y="755"/>
                  </a:lnTo>
                  <a:lnTo>
                    <a:pt x="537" y="755"/>
                  </a:lnTo>
                  <a:lnTo>
                    <a:pt x="574" y="828"/>
                  </a:lnTo>
                  <a:lnTo>
                    <a:pt x="601" y="826"/>
                  </a:lnTo>
                  <a:lnTo>
                    <a:pt x="629" y="826"/>
                  </a:lnTo>
                  <a:lnTo>
                    <a:pt x="657" y="826"/>
                  </a:lnTo>
                  <a:lnTo>
                    <a:pt x="687" y="826"/>
                  </a:lnTo>
                  <a:lnTo>
                    <a:pt x="715" y="825"/>
                  </a:lnTo>
                  <a:lnTo>
                    <a:pt x="744" y="825"/>
                  </a:lnTo>
                  <a:lnTo>
                    <a:pt x="773" y="825"/>
                  </a:lnTo>
                  <a:lnTo>
                    <a:pt x="802" y="825"/>
                  </a:lnTo>
                  <a:lnTo>
                    <a:pt x="830" y="825"/>
                  </a:lnTo>
                  <a:lnTo>
                    <a:pt x="858" y="825"/>
                  </a:lnTo>
                  <a:lnTo>
                    <a:pt x="887" y="825"/>
                  </a:lnTo>
                  <a:lnTo>
                    <a:pt x="916" y="826"/>
                  </a:lnTo>
                  <a:lnTo>
                    <a:pt x="944" y="826"/>
                  </a:lnTo>
                  <a:lnTo>
                    <a:pt x="972" y="829"/>
                  </a:lnTo>
                  <a:lnTo>
                    <a:pt x="1001" y="830"/>
                  </a:lnTo>
                  <a:lnTo>
                    <a:pt x="1030" y="834"/>
                  </a:lnTo>
                  <a:lnTo>
                    <a:pt x="999" y="733"/>
                  </a:lnTo>
                  <a:lnTo>
                    <a:pt x="1033" y="724"/>
                  </a:lnTo>
                  <a:lnTo>
                    <a:pt x="1081" y="834"/>
                  </a:lnTo>
                  <a:lnTo>
                    <a:pt x="1200" y="841"/>
                  </a:lnTo>
                  <a:lnTo>
                    <a:pt x="1193" y="814"/>
                  </a:lnTo>
                  <a:lnTo>
                    <a:pt x="1185" y="787"/>
                  </a:lnTo>
                  <a:lnTo>
                    <a:pt x="1177" y="760"/>
                  </a:lnTo>
                  <a:lnTo>
                    <a:pt x="1171" y="733"/>
                  </a:lnTo>
                  <a:lnTo>
                    <a:pt x="1163" y="705"/>
                  </a:lnTo>
                  <a:lnTo>
                    <a:pt x="1157" y="677"/>
                  </a:lnTo>
                  <a:lnTo>
                    <a:pt x="1149" y="648"/>
                  </a:lnTo>
                  <a:lnTo>
                    <a:pt x="1143" y="620"/>
                  </a:lnTo>
                  <a:lnTo>
                    <a:pt x="1134" y="591"/>
                  </a:lnTo>
                  <a:lnTo>
                    <a:pt x="1126" y="562"/>
                  </a:lnTo>
                  <a:lnTo>
                    <a:pt x="1117" y="536"/>
                  </a:lnTo>
                  <a:lnTo>
                    <a:pt x="1109" y="509"/>
                  </a:lnTo>
                  <a:lnTo>
                    <a:pt x="1099" y="480"/>
                  </a:lnTo>
                  <a:lnTo>
                    <a:pt x="1090" y="455"/>
                  </a:lnTo>
                  <a:lnTo>
                    <a:pt x="1081" y="428"/>
                  </a:lnTo>
                  <a:lnTo>
                    <a:pt x="1072" y="405"/>
                  </a:lnTo>
                  <a:lnTo>
                    <a:pt x="981" y="438"/>
                  </a:lnTo>
                  <a:lnTo>
                    <a:pt x="966" y="402"/>
                  </a:lnTo>
                  <a:lnTo>
                    <a:pt x="1052" y="368"/>
                  </a:lnTo>
                  <a:lnTo>
                    <a:pt x="1051" y="356"/>
                  </a:lnTo>
                  <a:lnTo>
                    <a:pt x="1049" y="342"/>
                  </a:lnTo>
                  <a:lnTo>
                    <a:pt x="1044" y="323"/>
                  </a:lnTo>
                  <a:lnTo>
                    <a:pt x="1039" y="304"/>
                  </a:lnTo>
                  <a:lnTo>
                    <a:pt x="1031" y="279"/>
                  </a:lnTo>
                  <a:lnTo>
                    <a:pt x="1024" y="254"/>
                  </a:lnTo>
                  <a:lnTo>
                    <a:pt x="1013" y="227"/>
                  </a:lnTo>
                  <a:lnTo>
                    <a:pt x="1004" y="201"/>
                  </a:lnTo>
                  <a:lnTo>
                    <a:pt x="993" y="173"/>
                  </a:lnTo>
                  <a:lnTo>
                    <a:pt x="983" y="146"/>
                  </a:lnTo>
                  <a:lnTo>
                    <a:pt x="972" y="119"/>
                  </a:lnTo>
                  <a:lnTo>
                    <a:pt x="963" y="96"/>
                  </a:lnTo>
                  <a:lnTo>
                    <a:pt x="953" y="73"/>
                  </a:lnTo>
                  <a:lnTo>
                    <a:pt x="945" y="54"/>
                  </a:lnTo>
                  <a:lnTo>
                    <a:pt x="939" y="38"/>
                  </a:lnTo>
                  <a:lnTo>
                    <a:pt x="935" y="27"/>
                  </a:lnTo>
                  <a:lnTo>
                    <a:pt x="1012" y="0"/>
                  </a:lnTo>
                  <a:lnTo>
                    <a:pt x="1019" y="20"/>
                  </a:lnTo>
                  <a:lnTo>
                    <a:pt x="1030" y="56"/>
                  </a:lnTo>
                  <a:lnTo>
                    <a:pt x="1044" y="105"/>
                  </a:lnTo>
                  <a:lnTo>
                    <a:pt x="1063" y="165"/>
                  </a:lnTo>
                  <a:lnTo>
                    <a:pt x="1081" y="232"/>
                  </a:lnTo>
                  <a:lnTo>
                    <a:pt x="1104" y="306"/>
                  </a:lnTo>
                  <a:lnTo>
                    <a:pt x="1126" y="384"/>
                  </a:lnTo>
                  <a:lnTo>
                    <a:pt x="1149" y="465"/>
                  </a:lnTo>
                  <a:lnTo>
                    <a:pt x="1170" y="542"/>
                  </a:lnTo>
                  <a:lnTo>
                    <a:pt x="1191" y="618"/>
                  </a:lnTo>
                  <a:lnTo>
                    <a:pt x="1211" y="688"/>
                  </a:lnTo>
                  <a:lnTo>
                    <a:pt x="1229" y="752"/>
                  </a:lnTo>
                  <a:lnTo>
                    <a:pt x="1243" y="805"/>
                  </a:lnTo>
                  <a:lnTo>
                    <a:pt x="1253" y="847"/>
                  </a:lnTo>
                  <a:lnTo>
                    <a:pt x="1259" y="874"/>
                  </a:lnTo>
                  <a:lnTo>
                    <a:pt x="1261" y="885"/>
                  </a:lnTo>
                  <a:lnTo>
                    <a:pt x="1261" y="88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75" name="Google Shape;775;p18"/>
            <p:cNvSpPr/>
            <p:nvPr/>
          </p:nvSpPr>
          <p:spPr>
            <a:xfrm>
              <a:off x="1367" y="2566"/>
              <a:ext cx="191" cy="23"/>
            </a:xfrm>
            <a:custGeom>
              <a:rect b="b" l="l" r="r" t="t"/>
              <a:pathLst>
                <a:path extrusionOk="0" h="69" w="571">
                  <a:moveTo>
                    <a:pt x="571" y="56"/>
                  </a:moveTo>
                  <a:lnTo>
                    <a:pt x="536" y="61"/>
                  </a:lnTo>
                  <a:lnTo>
                    <a:pt x="500" y="65"/>
                  </a:lnTo>
                  <a:lnTo>
                    <a:pt x="464" y="68"/>
                  </a:lnTo>
                  <a:lnTo>
                    <a:pt x="428" y="69"/>
                  </a:lnTo>
                  <a:lnTo>
                    <a:pt x="391" y="68"/>
                  </a:lnTo>
                  <a:lnTo>
                    <a:pt x="355" y="66"/>
                  </a:lnTo>
                  <a:lnTo>
                    <a:pt x="319" y="62"/>
                  </a:lnTo>
                  <a:lnTo>
                    <a:pt x="283" y="60"/>
                  </a:lnTo>
                  <a:lnTo>
                    <a:pt x="246" y="53"/>
                  </a:lnTo>
                  <a:lnTo>
                    <a:pt x="210" y="48"/>
                  </a:lnTo>
                  <a:lnTo>
                    <a:pt x="174" y="42"/>
                  </a:lnTo>
                  <a:lnTo>
                    <a:pt x="140" y="36"/>
                  </a:lnTo>
                  <a:lnTo>
                    <a:pt x="104" y="28"/>
                  </a:lnTo>
                  <a:lnTo>
                    <a:pt x="68" y="21"/>
                  </a:lnTo>
                  <a:lnTo>
                    <a:pt x="33" y="15"/>
                  </a:lnTo>
                  <a:lnTo>
                    <a:pt x="0" y="10"/>
                  </a:lnTo>
                  <a:lnTo>
                    <a:pt x="18" y="7"/>
                  </a:lnTo>
                  <a:lnTo>
                    <a:pt x="44" y="5"/>
                  </a:lnTo>
                  <a:lnTo>
                    <a:pt x="77" y="2"/>
                  </a:lnTo>
                  <a:lnTo>
                    <a:pt x="118" y="2"/>
                  </a:lnTo>
                  <a:lnTo>
                    <a:pt x="160" y="1"/>
                  </a:lnTo>
                  <a:lnTo>
                    <a:pt x="208" y="0"/>
                  </a:lnTo>
                  <a:lnTo>
                    <a:pt x="256" y="0"/>
                  </a:lnTo>
                  <a:lnTo>
                    <a:pt x="306" y="2"/>
                  </a:lnTo>
                  <a:lnTo>
                    <a:pt x="354" y="2"/>
                  </a:lnTo>
                  <a:lnTo>
                    <a:pt x="400" y="6"/>
                  </a:lnTo>
                  <a:lnTo>
                    <a:pt x="443" y="10"/>
                  </a:lnTo>
                  <a:lnTo>
                    <a:pt x="483" y="16"/>
                  </a:lnTo>
                  <a:lnTo>
                    <a:pt x="516" y="23"/>
                  </a:lnTo>
                  <a:lnTo>
                    <a:pt x="543" y="32"/>
                  </a:lnTo>
                  <a:lnTo>
                    <a:pt x="561" y="43"/>
                  </a:lnTo>
                  <a:lnTo>
                    <a:pt x="571" y="56"/>
                  </a:lnTo>
                  <a:lnTo>
                    <a:pt x="571" y="5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76" name="Google Shape;776;p18"/>
            <p:cNvSpPr/>
            <p:nvPr/>
          </p:nvSpPr>
          <p:spPr>
            <a:xfrm>
              <a:off x="1107" y="2268"/>
              <a:ext cx="361" cy="269"/>
            </a:xfrm>
            <a:custGeom>
              <a:rect b="b" l="l" r="r" t="t"/>
              <a:pathLst>
                <a:path extrusionOk="0" h="806" w="1081">
                  <a:moveTo>
                    <a:pt x="1081" y="624"/>
                  </a:moveTo>
                  <a:lnTo>
                    <a:pt x="1027" y="631"/>
                  </a:lnTo>
                  <a:lnTo>
                    <a:pt x="975" y="637"/>
                  </a:lnTo>
                  <a:lnTo>
                    <a:pt x="920" y="641"/>
                  </a:lnTo>
                  <a:lnTo>
                    <a:pt x="866" y="646"/>
                  </a:lnTo>
                  <a:lnTo>
                    <a:pt x="809" y="649"/>
                  </a:lnTo>
                  <a:lnTo>
                    <a:pt x="754" y="653"/>
                  </a:lnTo>
                  <a:lnTo>
                    <a:pt x="698" y="655"/>
                  </a:lnTo>
                  <a:lnTo>
                    <a:pt x="643" y="658"/>
                  </a:lnTo>
                  <a:lnTo>
                    <a:pt x="585" y="659"/>
                  </a:lnTo>
                  <a:lnTo>
                    <a:pt x="530" y="660"/>
                  </a:lnTo>
                  <a:lnTo>
                    <a:pt x="474" y="662"/>
                  </a:lnTo>
                  <a:lnTo>
                    <a:pt x="419" y="665"/>
                  </a:lnTo>
                  <a:lnTo>
                    <a:pt x="364" y="668"/>
                  </a:lnTo>
                  <a:lnTo>
                    <a:pt x="309" y="672"/>
                  </a:lnTo>
                  <a:lnTo>
                    <a:pt x="255" y="676"/>
                  </a:lnTo>
                  <a:lnTo>
                    <a:pt x="202" y="682"/>
                  </a:lnTo>
                  <a:lnTo>
                    <a:pt x="209" y="700"/>
                  </a:lnTo>
                  <a:lnTo>
                    <a:pt x="321" y="694"/>
                  </a:lnTo>
                  <a:lnTo>
                    <a:pt x="310" y="695"/>
                  </a:lnTo>
                  <a:lnTo>
                    <a:pt x="298" y="698"/>
                  </a:lnTo>
                  <a:lnTo>
                    <a:pt x="287" y="701"/>
                  </a:lnTo>
                  <a:lnTo>
                    <a:pt x="275" y="705"/>
                  </a:lnTo>
                  <a:lnTo>
                    <a:pt x="264" y="708"/>
                  </a:lnTo>
                  <a:lnTo>
                    <a:pt x="254" y="712"/>
                  </a:lnTo>
                  <a:lnTo>
                    <a:pt x="243" y="717"/>
                  </a:lnTo>
                  <a:lnTo>
                    <a:pt x="233" y="722"/>
                  </a:lnTo>
                  <a:lnTo>
                    <a:pt x="228" y="727"/>
                  </a:lnTo>
                  <a:lnTo>
                    <a:pt x="233" y="732"/>
                  </a:lnTo>
                  <a:lnTo>
                    <a:pt x="237" y="733"/>
                  </a:lnTo>
                  <a:lnTo>
                    <a:pt x="243" y="736"/>
                  </a:lnTo>
                  <a:lnTo>
                    <a:pt x="251" y="739"/>
                  </a:lnTo>
                  <a:lnTo>
                    <a:pt x="260" y="741"/>
                  </a:lnTo>
                  <a:lnTo>
                    <a:pt x="268" y="742"/>
                  </a:lnTo>
                  <a:lnTo>
                    <a:pt x="277" y="744"/>
                  </a:lnTo>
                  <a:lnTo>
                    <a:pt x="286" y="745"/>
                  </a:lnTo>
                  <a:lnTo>
                    <a:pt x="295" y="748"/>
                  </a:lnTo>
                  <a:lnTo>
                    <a:pt x="301" y="749"/>
                  </a:lnTo>
                  <a:lnTo>
                    <a:pt x="309" y="751"/>
                  </a:lnTo>
                  <a:lnTo>
                    <a:pt x="314" y="753"/>
                  </a:lnTo>
                  <a:lnTo>
                    <a:pt x="319" y="755"/>
                  </a:lnTo>
                  <a:lnTo>
                    <a:pt x="309" y="756"/>
                  </a:lnTo>
                  <a:lnTo>
                    <a:pt x="300" y="759"/>
                  </a:lnTo>
                  <a:lnTo>
                    <a:pt x="289" y="762"/>
                  </a:lnTo>
                  <a:lnTo>
                    <a:pt x="280" y="765"/>
                  </a:lnTo>
                  <a:lnTo>
                    <a:pt x="270" y="769"/>
                  </a:lnTo>
                  <a:lnTo>
                    <a:pt x="260" y="773"/>
                  </a:lnTo>
                  <a:lnTo>
                    <a:pt x="250" y="777"/>
                  </a:lnTo>
                  <a:lnTo>
                    <a:pt x="239" y="781"/>
                  </a:lnTo>
                  <a:lnTo>
                    <a:pt x="228" y="783"/>
                  </a:lnTo>
                  <a:lnTo>
                    <a:pt x="219" y="787"/>
                  </a:lnTo>
                  <a:lnTo>
                    <a:pt x="209" y="790"/>
                  </a:lnTo>
                  <a:lnTo>
                    <a:pt x="200" y="794"/>
                  </a:lnTo>
                  <a:lnTo>
                    <a:pt x="189" y="796"/>
                  </a:lnTo>
                  <a:lnTo>
                    <a:pt x="180" y="800"/>
                  </a:lnTo>
                  <a:lnTo>
                    <a:pt x="173" y="803"/>
                  </a:lnTo>
                  <a:lnTo>
                    <a:pt x="166" y="806"/>
                  </a:lnTo>
                  <a:lnTo>
                    <a:pt x="127" y="700"/>
                  </a:lnTo>
                  <a:lnTo>
                    <a:pt x="118" y="700"/>
                  </a:lnTo>
                  <a:lnTo>
                    <a:pt x="110" y="700"/>
                  </a:lnTo>
                  <a:lnTo>
                    <a:pt x="102" y="700"/>
                  </a:lnTo>
                  <a:lnTo>
                    <a:pt x="95" y="700"/>
                  </a:lnTo>
                  <a:lnTo>
                    <a:pt x="87" y="700"/>
                  </a:lnTo>
                  <a:lnTo>
                    <a:pt x="79" y="700"/>
                  </a:lnTo>
                  <a:lnTo>
                    <a:pt x="72" y="700"/>
                  </a:lnTo>
                  <a:lnTo>
                    <a:pt x="64" y="700"/>
                  </a:lnTo>
                  <a:lnTo>
                    <a:pt x="56" y="700"/>
                  </a:lnTo>
                  <a:lnTo>
                    <a:pt x="49" y="700"/>
                  </a:lnTo>
                  <a:lnTo>
                    <a:pt x="41" y="701"/>
                  </a:lnTo>
                  <a:lnTo>
                    <a:pt x="33" y="703"/>
                  </a:lnTo>
                  <a:lnTo>
                    <a:pt x="25" y="703"/>
                  </a:lnTo>
                  <a:lnTo>
                    <a:pt x="18" y="705"/>
                  </a:lnTo>
                  <a:lnTo>
                    <a:pt x="11" y="707"/>
                  </a:lnTo>
                  <a:lnTo>
                    <a:pt x="5" y="709"/>
                  </a:lnTo>
                  <a:lnTo>
                    <a:pt x="2" y="701"/>
                  </a:lnTo>
                  <a:lnTo>
                    <a:pt x="2" y="694"/>
                  </a:lnTo>
                  <a:lnTo>
                    <a:pt x="1" y="686"/>
                  </a:lnTo>
                  <a:lnTo>
                    <a:pt x="1" y="678"/>
                  </a:lnTo>
                  <a:lnTo>
                    <a:pt x="0" y="669"/>
                  </a:lnTo>
                  <a:lnTo>
                    <a:pt x="0" y="660"/>
                  </a:lnTo>
                  <a:lnTo>
                    <a:pt x="0" y="653"/>
                  </a:lnTo>
                  <a:lnTo>
                    <a:pt x="2" y="645"/>
                  </a:lnTo>
                  <a:lnTo>
                    <a:pt x="64" y="637"/>
                  </a:lnTo>
                  <a:lnTo>
                    <a:pt x="128" y="633"/>
                  </a:lnTo>
                  <a:lnTo>
                    <a:pt x="193" y="630"/>
                  </a:lnTo>
                  <a:lnTo>
                    <a:pt x="259" y="626"/>
                  </a:lnTo>
                  <a:lnTo>
                    <a:pt x="323" y="622"/>
                  </a:lnTo>
                  <a:lnTo>
                    <a:pt x="388" y="619"/>
                  </a:lnTo>
                  <a:lnTo>
                    <a:pt x="453" y="616"/>
                  </a:lnTo>
                  <a:lnTo>
                    <a:pt x="517" y="614"/>
                  </a:lnTo>
                  <a:lnTo>
                    <a:pt x="581" y="610"/>
                  </a:lnTo>
                  <a:lnTo>
                    <a:pt x="646" y="607"/>
                  </a:lnTo>
                  <a:lnTo>
                    <a:pt x="710" y="603"/>
                  </a:lnTo>
                  <a:lnTo>
                    <a:pt x="774" y="600"/>
                  </a:lnTo>
                  <a:lnTo>
                    <a:pt x="836" y="594"/>
                  </a:lnTo>
                  <a:lnTo>
                    <a:pt x="900" y="589"/>
                  </a:lnTo>
                  <a:lnTo>
                    <a:pt x="962" y="582"/>
                  </a:lnTo>
                  <a:lnTo>
                    <a:pt x="1023" y="576"/>
                  </a:lnTo>
                  <a:lnTo>
                    <a:pt x="1016" y="542"/>
                  </a:lnTo>
                  <a:lnTo>
                    <a:pt x="1008" y="508"/>
                  </a:lnTo>
                  <a:lnTo>
                    <a:pt x="999" y="472"/>
                  </a:lnTo>
                  <a:lnTo>
                    <a:pt x="989" y="436"/>
                  </a:lnTo>
                  <a:lnTo>
                    <a:pt x="976" y="398"/>
                  </a:lnTo>
                  <a:lnTo>
                    <a:pt x="963" y="360"/>
                  </a:lnTo>
                  <a:lnTo>
                    <a:pt x="950" y="322"/>
                  </a:lnTo>
                  <a:lnTo>
                    <a:pt x="938" y="285"/>
                  </a:lnTo>
                  <a:lnTo>
                    <a:pt x="922" y="246"/>
                  </a:lnTo>
                  <a:lnTo>
                    <a:pt x="908" y="208"/>
                  </a:lnTo>
                  <a:lnTo>
                    <a:pt x="894" y="170"/>
                  </a:lnTo>
                  <a:lnTo>
                    <a:pt x="881" y="134"/>
                  </a:lnTo>
                  <a:lnTo>
                    <a:pt x="867" y="98"/>
                  </a:lnTo>
                  <a:lnTo>
                    <a:pt x="856" y="63"/>
                  </a:lnTo>
                  <a:lnTo>
                    <a:pt x="843" y="30"/>
                  </a:lnTo>
                  <a:lnTo>
                    <a:pt x="834" y="0"/>
                  </a:lnTo>
                  <a:lnTo>
                    <a:pt x="877" y="0"/>
                  </a:lnTo>
                  <a:lnTo>
                    <a:pt x="883" y="11"/>
                  </a:lnTo>
                  <a:lnTo>
                    <a:pt x="893" y="34"/>
                  </a:lnTo>
                  <a:lnTo>
                    <a:pt x="903" y="63"/>
                  </a:lnTo>
                  <a:lnTo>
                    <a:pt x="918" y="102"/>
                  </a:lnTo>
                  <a:lnTo>
                    <a:pt x="932" y="144"/>
                  </a:lnTo>
                  <a:lnTo>
                    <a:pt x="949" y="193"/>
                  </a:lnTo>
                  <a:lnTo>
                    <a:pt x="967" y="244"/>
                  </a:lnTo>
                  <a:lnTo>
                    <a:pt x="985" y="298"/>
                  </a:lnTo>
                  <a:lnTo>
                    <a:pt x="1002" y="350"/>
                  </a:lnTo>
                  <a:lnTo>
                    <a:pt x="1018" y="403"/>
                  </a:lnTo>
                  <a:lnTo>
                    <a:pt x="1032" y="453"/>
                  </a:lnTo>
                  <a:lnTo>
                    <a:pt x="1048" y="500"/>
                  </a:lnTo>
                  <a:lnTo>
                    <a:pt x="1058" y="541"/>
                  </a:lnTo>
                  <a:lnTo>
                    <a:pt x="1068" y="577"/>
                  </a:lnTo>
                  <a:lnTo>
                    <a:pt x="1076" y="604"/>
                  </a:lnTo>
                  <a:lnTo>
                    <a:pt x="1081" y="624"/>
                  </a:lnTo>
                  <a:lnTo>
                    <a:pt x="1081" y="6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77" name="Google Shape;777;p18"/>
            <p:cNvSpPr/>
            <p:nvPr/>
          </p:nvSpPr>
          <p:spPr>
            <a:xfrm>
              <a:off x="620" y="1837"/>
              <a:ext cx="670" cy="639"/>
            </a:xfrm>
            <a:custGeom>
              <a:rect b="b" l="l" r="r" t="t"/>
              <a:pathLst>
                <a:path extrusionOk="0" h="1918" w="2009">
                  <a:moveTo>
                    <a:pt x="1740" y="0"/>
                  </a:moveTo>
                  <a:lnTo>
                    <a:pt x="1749" y="53"/>
                  </a:lnTo>
                  <a:lnTo>
                    <a:pt x="1676" y="73"/>
                  </a:lnTo>
                  <a:lnTo>
                    <a:pt x="1727" y="92"/>
                  </a:lnTo>
                  <a:lnTo>
                    <a:pt x="1712" y="99"/>
                  </a:lnTo>
                  <a:lnTo>
                    <a:pt x="1698" y="105"/>
                  </a:lnTo>
                  <a:lnTo>
                    <a:pt x="1682" y="110"/>
                  </a:lnTo>
                  <a:lnTo>
                    <a:pt x="1668" y="115"/>
                  </a:lnTo>
                  <a:lnTo>
                    <a:pt x="1652" y="118"/>
                  </a:lnTo>
                  <a:lnTo>
                    <a:pt x="1636" y="120"/>
                  </a:lnTo>
                  <a:lnTo>
                    <a:pt x="1621" y="122"/>
                  </a:lnTo>
                  <a:lnTo>
                    <a:pt x="1606" y="124"/>
                  </a:lnTo>
                  <a:lnTo>
                    <a:pt x="1589" y="124"/>
                  </a:lnTo>
                  <a:lnTo>
                    <a:pt x="1572" y="126"/>
                  </a:lnTo>
                  <a:lnTo>
                    <a:pt x="1557" y="127"/>
                  </a:lnTo>
                  <a:lnTo>
                    <a:pt x="1542" y="128"/>
                  </a:lnTo>
                  <a:lnTo>
                    <a:pt x="1525" y="128"/>
                  </a:lnTo>
                  <a:lnTo>
                    <a:pt x="1510" y="129"/>
                  </a:lnTo>
                  <a:lnTo>
                    <a:pt x="1494" y="131"/>
                  </a:lnTo>
                  <a:lnTo>
                    <a:pt x="1479" y="135"/>
                  </a:lnTo>
                  <a:lnTo>
                    <a:pt x="1488" y="159"/>
                  </a:lnTo>
                  <a:lnTo>
                    <a:pt x="1606" y="186"/>
                  </a:lnTo>
                  <a:lnTo>
                    <a:pt x="1384" y="214"/>
                  </a:lnTo>
                  <a:lnTo>
                    <a:pt x="1357" y="235"/>
                  </a:lnTo>
                  <a:lnTo>
                    <a:pt x="1369" y="237"/>
                  </a:lnTo>
                  <a:lnTo>
                    <a:pt x="1381" y="241"/>
                  </a:lnTo>
                  <a:lnTo>
                    <a:pt x="1394" y="243"/>
                  </a:lnTo>
                  <a:lnTo>
                    <a:pt x="1407" y="247"/>
                  </a:lnTo>
                  <a:lnTo>
                    <a:pt x="1420" y="251"/>
                  </a:lnTo>
                  <a:lnTo>
                    <a:pt x="1433" y="255"/>
                  </a:lnTo>
                  <a:lnTo>
                    <a:pt x="1445" y="259"/>
                  </a:lnTo>
                  <a:lnTo>
                    <a:pt x="1458" y="263"/>
                  </a:lnTo>
                  <a:lnTo>
                    <a:pt x="1470" y="265"/>
                  </a:lnTo>
                  <a:lnTo>
                    <a:pt x="1483" y="269"/>
                  </a:lnTo>
                  <a:lnTo>
                    <a:pt x="1495" y="273"/>
                  </a:lnTo>
                  <a:lnTo>
                    <a:pt x="1510" y="277"/>
                  </a:lnTo>
                  <a:lnTo>
                    <a:pt x="1521" y="281"/>
                  </a:lnTo>
                  <a:lnTo>
                    <a:pt x="1534" y="284"/>
                  </a:lnTo>
                  <a:lnTo>
                    <a:pt x="1547" y="288"/>
                  </a:lnTo>
                  <a:lnTo>
                    <a:pt x="1561" y="292"/>
                  </a:lnTo>
                  <a:lnTo>
                    <a:pt x="1534" y="293"/>
                  </a:lnTo>
                  <a:lnTo>
                    <a:pt x="1510" y="295"/>
                  </a:lnTo>
                  <a:lnTo>
                    <a:pt x="1483" y="295"/>
                  </a:lnTo>
                  <a:lnTo>
                    <a:pt x="1458" y="296"/>
                  </a:lnTo>
                  <a:lnTo>
                    <a:pt x="1433" y="296"/>
                  </a:lnTo>
                  <a:lnTo>
                    <a:pt x="1408" y="296"/>
                  </a:lnTo>
                  <a:lnTo>
                    <a:pt x="1383" y="296"/>
                  </a:lnTo>
                  <a:lnTo>
                    <a:pt x="1358" y="297"/>
                  </a:lnTo>
                  <a:lnTo>
                    <a:pt x="1333" y="297"/>
                  </a:lnTo>
                  <a:lnTo>
                    <a:pt x="1308" y="297"/>
                  </a:lnTo>
                  <a:lnTo>
                    <a:pt x="1283" y="297"/>
                  </a:lnTo>
                  <a:lnTo>
                    <a:pt x="1258" y="299"/>
                  </a:lnTo>
                  <a:lnTo>
                    <a:pt x="1233" y="300"/>
                  </a:lnTo>
                  <a:lnTo>
                    <a:pt x="1209" y="302"/>
                  </a:lnTo>
                  <a:lnTo>
                    <a:pt x="1185" y="306"/>
                  </a:lnTo>
                  <a:lnTo>
                    <a:pt x="1162" y="311"/>
                  </a:lnTo>
                  <a:lnTo>
                    <a:pt x="1168" y="311"/>
                  </a:lnTo>
                  <a:lnTo>
                    <a:pt x="1176" y="314"/>
                  </a:lnTo>
                  <a:lnTo>
                    <a:pt x="1188" y="317"/>
                  </a:lnTo>
                  <a:lnTo>
                    <a:pt x="1203" y="320"/>
                  </a:lnTo>
                  <a:lnTo>
                    <a:pt x="1217" y="324"/>
                  </a:lnTo>
                  <a:lnTo>
                    <a:pt x="1235" y="331"/>
                  </a:lnTo>
                  <a:lnTo>
                    <a:pt x="1253" y="337"/>
                  </a:lnTo>
                  <a:lnTo>
                    <a:pt x="1273" y="345"/>
                  </a:lnTo>
                  <a:lnTo>
                    <a:pt x="1290" y="351"/>
                  </a:lnTo>
                  <a:lnTo>
                    <a:pt x="1308" y="358"/>
                  </a:lnTo>
                  <a:lnTo>
                    <a:pt x="1325" y="364"/>
                  </a:lnTo>
                  <a:lnTo>
                    <a:pt x="1343" y="372"/>
                  </a:lnTo>
                  <a:lnTo>
                    <a:pt x="1357" y="377"/>
                  </a:lnTo>
                  <a:lnTo>
                    <a:pt x="1371" y="383"/>
                  </a:lnTo>
                  <a:lnTo>
                    <a:pt x="1383" y="388"/>
                  </a:lnTo>
                  <a:lnTo>
                    <a:pt x="1393" y="393"/>
                  </a:lnTo>
                  <a:lnTo>
                    <a:pt x="939" y="393"/>
                  </a:lnTo>
                  <a:lnTo>
                    <a:pt x="945" y="401"/>
                  </a:lnTo>
                  <a:lnTo>
                    <a:pt x="955" y="409"/>
                  </a:lnTo>
                  <a:lnTo>
                    <a:pt x="969" y="416"/>
                  </a:lnTo>
                  <a:lnTo>
                    <a:pt x="986" y="425"/>
                  </a:lnTo>
                  <a:lnTo>
                    <a:pt x="1004" y="433"/>
                  </a:lnTo>
                  <a:lnTo>
                    <a:pt x="1025" y="441"/>
                  </a:lnTo>
                  <a:lnTo>
                    <a:pt x="1047" y="449"/>
                  </a:lnTo>
                  <a:lnTo>
                    <a:pt x="1071" y="458"/>
                  </a:lnTo>
                  <a:lnTo>
                    <a:pt x="1094" y="464"/>
                  </a:lnTo>
                  <a:lnTo>
                    <a:pt x="1118" y="472"/>
                  </a:lnTo>
                  <a:lnTo>
                    <a:pt x="1139" y="478"/>
                  </a:lnTo>
                  <a:lnTo>
                    <a:pt x="1162" y="484"/>
                  </a:lnTo>
                  <a:lnTo>
                    <a:pt x="1183" y="490"/>
                  </a:lnTo>
                  <a:lnTo>
                    <a:pt x="1202" y="496"/>
                  </a:lnTo>
                  <a:lnTo>
                    <a:pt x="1217" y="501"/>
                  </a:lnTo>
                  <a:lnTo>
                    <a:pt x="1232" y="506"/>
                  </a:lnTo>
                  <a:lnTo>
                    <a:pt x="1207" y="504"/>
                  </a:lnTo>
                  <a:lnTo>
                    <a:pt x="1180" y="502"/>
                  </a:lnTo>
                  <a:lnTo>
                    <a:pt x="1150" y="500"/>
                  </a:lnTo>
                  <a:lnTo>
                    <a:pt x="1118" y="499"/>
                  </a:lnTo>
                  <a:lnTo>
                    <a:pt x="1082" y="495"/>
                  </a:lnTo>
                  <a:lnTo>
                    <a:pt x="1047" y="493"/>
                  </a:lnTo>
                  <a:lnTo>
                    <a:pt x="1010" y="491"/>
                  </a:lnTo>
                  <a:lnTo>
                    <a:pt x="973" y="490"/>
                  </a:lnTo>
                  <a:lnTo>
                    <a:pt x="934" y="487"/>
                  </a:lnTo>
                  <a:lnTo>
                    <a:pt x="897" y="486"/>
                  </a:lnTo>
                  <a:lnTo>
                    <a:pt x="860" y="486"/>
                  </a:lnTo>
                  <a:lnTo>
                    <a:pt x="825" y="487"/>
                  </a:lnTo>
                  <a:lnTo>
                    <a:pt x="793" y="487"/>
                  </a:lnTo>
                  <a:lnTo>
                    <a:pt x="764" y="491"/>
                  </a:lnTo>
                  <a:lnTo>
                    <a:pt x="735" y="493"/>
                  </a:lnTo>
                  <a:lnTo>
                    <a:pt x="713" y="500"/>
                  </a:lnTo>
                  <a:lnTo>
                    <a:pt x="979" y="606"/>
                  </a:lnTo>
                  <a:lnTo>
                    <a:pt x="965" y="607"/>
                  </a:lnTo>
                  <a:lnTo>
                    <a:pt x="947" y="609"/>
                  </a:lnTo>
                  <a:lnTo>
                    <a:pt x="923" y="610"/>
                  </a:lnTo>
                  <a:lnTo>
                    <a:pt x="895" y="611"/>
                  </a:lnTo>
                  <a:lnTo>
                    <a:pt x="861" y="611"/>
                  </a:lnTo>
                  <a:lnTo>
                    <a:pt x="827" y="613"/>
                  </a:lnTo>
                  <a:lnTo>
                    <a:pt x="790" y="614"/>
                  </a:lnTo>
                  <a:lnTo>
                    <a:pt x="752" y="615"/>
                  </a:lnTo>
                  <a:lnTo>
                    <a:pt x="714" y="614"/>
                  </a:lnTo>
                  <a:lnTo>
                    <a:pt x="677" y="614"/>
                  </a:lnTo>
                  <a:lnTo>
                    <a:pt x="638" y="613"/>
                  </a:lnTo>
                  <a:lnTo>
                    <a:pt x="605" y="613"/>
                  </a:lnTo>
                  <a:lnTo>
                    <a:pt x="573" y="611"/>
                  </a:lnTo>
                  <a:lnTo>
                    <a:pt x="546" y="610"/>
                  </a:lnTo>
                  <a:lnTo>
                    <a:pt x="523" y="609"/>
                  </a:lnTo>
                  <a:lnTo>
                    <a:pt x="506" y="609"/>
                  </a:lnTo>
                  <a:lnTo>
                    <a:pt x="512" y="633"/>
                  </a:lnTo>
                  <a:lnTo>
                    <a:pt x="533" y="637"/>
                  </a:lnTo>
                  <a:lnTo>
                    <a:pt x="556" y="641"/>
                  </a:lnTo>
                  <a:lnTo>
                    <a:pt x="580" y="645"/>
                  </a:lnTo>
                  <a:lnTo>
                    <a:pt x="603" y="650"/>
                  </a:lnTo>
                  <a:lnTo>
                    <a:pt x="626" y="654"/>
                  </a:lnTo>
                  <a:lnTo>
                    <a:pt x="649" y="659"/>
                  </a:lnTo>
                  <a:lnTo>
                    <a:pt x="672" y="664"/>
                  </a:lnTo>
                  <a:lnTo>
                    <a:pt x="695" y="670"/>
                  </a:lnTo>
                  <a:lnTo>
                    <a:pt x="717" y="675"/>
                  </a:lnTo>
                  <a:lnTo>
                    <a:pt x="740" y="682"/>
                  </a:lnTo>
                  <a:lnTo>
                    <a:pt x="763" y="687"/>
                  </a:lnTo>
                  <a:lnTo>
                    <a:pt x="784" y="695"/>
                  </a:lnTo>
                  <a:lnTo>
                    <a:pt x="806" y="702"/>
                  </a:lnTo>
                  <a:lnTo>
                    <a:pt x="828" y="710"/>
                  </a:lnTo>
                  <a:lnTo>
                    <a:pt x="850" y="718"/>
                  </a:lnTo>
                  <a:lnTo>
                    <a:pt x="873" y="728"/>
                  </a:lnTo>
                  <a:lnTo>
                    <a:pt x="842" y="728"/>
                  </a:lnTo>
                  <a:lnTo>
                    <a:pt x="813" y="728"/>
                  </a:lnTo>
                  <a:lnTo>
                    <a:pt x="779" y="727"/>
                  </a:lnTo>
                  <a:lnTo>
                    <a:pt x="746" y="727"/>
                  </a:lnTo>
                  <a:lnTo>
                    <a:pt x="711" y="724"/>
                  </a:lnTo>
                  <a:lnTo>
                    <a:pt x="676" y="723"/>
                  </a:lnTo>
                  <a:lnTo>
                    <a:pt x="640" y="720"/>
                  </a:lnTo>
                  <a:lnTo>
                    <a:pt x="604" y="719"/>
                  </a:lnTo>
                  <a:lnTo>
                    <a:pt x="565" y="715"/>
                  </a:lnTo>
                  <a:lnTo>
                    <a:pt x="530" y="711"/>
                  </a:lnTo>
                  <a:lnTo>
                    <a:pt x="494" y="707"/>
                  </a:lnTo>
                  <a:lnTo>
                    <a:pt x="459" y="704"/>
                  </a:lnTo>
                  <a:lnTo>
                    <a:pt x="424" y="698"/>
                  </a:lnTo>
                  <a:lnTo>
                    <a:pt x="395" y="695"/>
                  </a:lnTo>
                  <a:lnTo>
                    <a:pt x="364" y="689"/>
                  </a:lnTo>
                  <a:lnTo>
                    <a:pt x="339" y="686"/>
                  </a:lnTo>
                  <a:lnTo>
                    <a:pt x="339" y="710"/>
                  </a:lnTo>
                  <a:lnTo>
                    <a:pt x="362" y="716"/>
                  </a:lnTo>
                  <a:lnTo>
                    <a:pt x="385" y="723"/>
                  </a:lnTo>
                  <a:lnTo>
                    <a:pt x="408" y="728"/>
                  </a:lnTo>
                  <a:lnTo>
                    <a:pt x="432" y="734"/>
                  </a:lnTo>
                  <a:lnTo>
                    <a:pt x="457" y="739"/>
                  </a:lnTo>
                  <a:lnTo>
                    <a:pt x="481" y="745"/>
                  </a:lnTo>
                  <a:lnTo>
                    <a:pt x="505" y="750"/>
                  </a:lnTo>
                  <a:lnTo>
                    <a:pt x="531" y="755"/>
                  </a:lnTo>
                  <a:lnTo>
                    <a:pt x="554" y="757"/>
                  </a:lnTo>
                  <a:lnTo>
                    <a:pt x="580" y="761"/>
                  </a:lnTo>
                  <a:lnTo>
                    <a:pt x="604" y="764"/>
                  </a:lnTo>
                  <a:lnTo>
                    <a:pt x="629" y="768"/>
                  </a:lnTo>
                  <a:lnTo>
                    <a:pt x="653" y="770"/>
                  </a:lnTo>
                  <a:lnTo>
                    <a:pt x="678" y="773"/>
                  </a:lnTo>
                  <a:lnTo>
                    <a:pt x="702" y="775"/>
                  </a:lnTo>
                  <a:lnTo>
                    <a:pt x="728" y="779"/>
                  </a:lnTo>
                  <a:lnTo>
                    <a:pt x="694" y="782"/>
                  </a:lnTo>
                  <a:lnTo>
                    <a:pt x="659" y="786"/>
                  </a:lnTo>
                  <a:lnTo>
                    <a:pt x="624" y="789"/>
                  </a:lnTo>
                  <a:lnTo>
                    <a:pt x="590" y="793"/>
                  </a:lnTo>
                  <a:lnTo>
                    <a:pt x="554" y="796"/>
                  </a:lnTo>
                  <a:lnTo>
                    <a:pt x="518" y="798"/>
                  </a:lnTo>
                  <a:lnTo>
                    <a:pt x="482" y="801"/>
                  </a:lnTo>
                  <a:lnTo>
                    <a:pt x="448" y="805"/>
                  </a:lnTo>
                  <a:lnTo>
                    <a:pt x="412" y="806"/>
                  </a:lnTo>
                  <a:lnTo>
                    <a:pt x="376" y="809"/>
                  </a:lnTo>
                  <a:lnTo>
                    <a:pt x="340" y="810"/>
                  </a:lnTo>
                  <a:lnTo>
                    <a:pt x="305" y="814"/>
                  </a:lnTo>
                  <a:lnTo>
                    <a:pt x="271" y="815"/>
                  </a:lnTo>
                  <a:lnTo>
                    <a:pt x="236" y="818"/>
                  </a:lnTo>
                  <a:lnTo>
                    <a:pt x="203" y="819"/>
                  </a:lnTo>
                  <a:lnTo>
                    <a:pt x="171" y="823"/>
                  </a:lnTo>
                  <a:lnTo>
                    <a:pt x="180" y="824"/>
                  </a:lnTo>
                  <a:lnTo>
                    <a:pt x="207" y="828"/>
                  </a:lnTo>
                  <a:lnTo>
                    <a:pt x="248" y="832"/>
                  </a:lnTo>
                  <a:lnTo>
                    <a:pt x="304" y="837"/>
                  </a:lnTo>
                  <a:lnTo>
                    <a:pt x="369" y="841"/>
                  </a:lnTo>
                  <a:lnTo>
                    <a:pt x="445" y="847"/>
                  </a:lnTo>
                  <a:lnTo>
                    <a:pt x="526" y="852"/>
                  </a:lnTo>
                  <a:lnTo>
                    <a:pt x="612" y="860"/>
                  </a:lnTo>
                  <a:lnTo>
                    <a:pt x="699" y="865"/>
                  </a:lnTo>
                  <a:lnTo>
                    <a:pt x="784" y="870"/>
                  </a:lnTo>
                  <a:lnTo>
                    <a:pt x="869" y="875"/>
                  </a:lnTo>
                  <a:lnTo>
                    <a:pt x="950" y="882"/>
                  </a:lnTo>
                  <a:lnTo>
                    <a:pt x="1023" y="886"/>
                  </a:lnTo>
                  <a:lnTo>
                    <a:pt x="1088" y="891"/>
                  </a:lnTo>
                  <a:lnTo>
                    <a:pt x="1141" y="895"/>
                  </a:lnTo>
                  <a:lnTo>
                    <a:pt x="1183" y="898"/>
                  </a:lnTo>
                  <a:lnTo>
                    <a:pt x="1165" y="953"/>
                  </a:lnTo>
                  <a:lnTo>
                    <a:pt x="1106" y="946"/>
                  </a:lnTo>
                  <a:lnTo>
                    <a:pt x="1047" y="941"/>
                  </a:lnTo>
                  <a:lnTo>
                    <a:pt x="987" y="937"/>
                  </a:lnTo>
                  <a:lnTo>
                    <a:pt x="927" y="933"/>
                  </a:lnTo>
                  <a:lnTo>
                    <a:pt x="865" y="928"/>
                  </a:lnTo>
                  <a:lnTo>
                    <a:pt x="804" y="924"/>
                  </a:lnTo>
                  <a:lnTo>
                    <a:pt x="743" y="921"/>
                  </a:lnTo>
                  <a:lnTo>
                    <a:pt x="682" y="920"/>
                  </a:lnTo>
                  <a:lnTo>
                    <a:pt x="619" y="916"/>
                  </a:lnTo>
                  <a:lnTo>
                    <a:pt x="556" y="914"/>
                  </a:lnTo>
                  <a:lnTo>
                    <a:pt x="495" y="911"/>
                  </a:lnTo>
                  <a:lnTo>
                    <a:pt x="435" y="910"/>
                  </a:lnTo>
                  <a:lnTo>
                    <a:pt x="373" y="907"/>
                  </a:lnTo>
                  <a:lnTo>
                    <a:pt x="313" y="905"/>
                  </a:lnTo>
                  <a:lnTo>
                    <a:pt x="253" y="902"/>
                  </a:lnTo>
                  <a:lnTo>
                    <a:pt x="195" y="901"/>
                  </a:lnTo>
                  <a:lnTo>
                    <a:pt x="195" y="909"/>
                  </a:lnTo>
                  <a:lnTo>
                    <a:pt x="203" y="919"/>
                  </a:lnTo>
                  <a:lnTo>
                    <a:pt x="213" y="927"/>
                  </a:lnTo>
                  <a:lnTo>
                    <a:pt x="228" y="937"/>
                  </a:lnTo>
                  <a:lnTo>
                    <a:pt x="245" y="946"/>
                  </a:lnTo>
                  <a:lnTo>
                    <a:pt x="266" y="955"/>
                  </a:lnTo>
                  <a:lnTo>
                    <a:pt x="286" y="964"/>
                  </a:lnTo>
                  <a:lnTo>
                    <a:pt x="309" y="973"/>
                  </a:lnTo>
                  <a:lnTo>
                    <a:pt x="330" y="979"/>
                  </a:lnTo>
                  <a:lnTo>
                    <a:pt x="350" y="987"/>
                  </a:lnTo>
                  <a:lnTo>
                    <a:pt x="369" y="993"/>
                  </a:lnTo>
                  <a:lnTo>
                    <a:pt x="389" y="1001"/>
                  </a:lnTo>
                  <a:lnTo>
                    <a:pt x="404" y="1006"/>
                  </a:lnTo>
                  <a:lnTo>
                    <a:pt x="416" y="1012"/>
                  </a:lnTo>
                  <a:lnTo>
                    <a:pt x="423" y="1016"/>
                  </a:lnTo>
                  <a:lnTo>
                    <a:pt x="427" y="1020"/>
                  </a:lnTo>
                  <a:lnTo>
                    <a:pt x="330" y="1029"/>
                  </a:lnTo>
                  <a:lnTo>
                    <a:pt x="332" y="1060"/>
                  </a:lnTo>
                  <a:lnTo>
                    <a:pt x="476" y="1118"/>
                  </a:lnTo>
                  <a:lnTo>
                    <a:pt x="409" y="1142"/>
                  </a:lnTo>
                  <a:lnTo>
                    <a:pt x="421" y="1152"/>
                  </a:lnTo>
                  <a:lnTo>
                    <a:pt x="432" y="1164"/>
                  </a:lnTo>
                  <a:lnTo>
                    <a:pt x="442" y="1173"/>
                  </a:lnTo>
                  <a:lnTo>
                    <a:pt x="454" y="1182"/>
                  </a:lnTo>
                  <a:lnTo>
                    <a:pt x="463" y="1188"/>
                  </a:lnTo>
                  <a:lnTo>
                    <a:pt x="474" y="1196"/>
                  </a:lnTo>
                  <a:lnTo>
                    <a:pt x="483" y="1202"/>
                  </a:lnTo>
                  <a:lnTo>
                    <a:pt x="495" y="1209"/>
                  </a:lnTo>
                  <a:lnTo>
                    <a:pt x="505" y="1212"/>
                  </a:lnTo>
                  <a:lnTo>
                    <a:pt x="515" y="1217"/>
                  </a:lnTo>
                  <a:lnTo>
                    <a:pt x="527" y="1223"/>
                  </a:lnTo>
                  <a:lnTo>
                    <a:pt x="540" y="1228"/>
                  </a:lnTo>
                  <a:lnTo>
                    <a:pt x="551" y="1233"/>
                  </a:lnTo>
                  <a:lnTo>
                    <a:pt x="567" y="1238"/>
                  </a:lnTo>
                  <a:lnTo>
                    <a:pt x="581" y="1243"/>
                  </a:lnTo>
                  <a:lnTo>
                    <a:pt x="597" y="1251"/>
                  </a:lnTo>
                  <a:lnTo>
                    <a:pt x="527" y="1279"/>
                  </a:lnTo>
                  <a:lnTo>
                    <a:pt x="535" y="1288"/>
                  </a:lnTo>
                  <a:lnTo>
                    <a:pt x="545" y="1297"/>
                  </a:lnTo>
                  <a:lnTo>
                    <a:pt x="554" y="1305"/>
                  </a:lnTo>
                  <a:lnTo>
                    <a:pt x="564" y="1314"/>
                  </a:lnTo>
                  <a:lnTo>
                    <a:pt x="574" y="1320"/>
                  </a:lnTo>
                  <a:lnTo>
                    <a:pt x="585" y="1326"/>
                  </a:lnTo>
                  <a:lnTo>
                    <a:pt x="595" y="1333"/>
                  </a:lnTo>
                  <a:lnTo>
                    <a:pt x="606" y="1341"/>
                  </a:lnTo>
                  <a:lnTo>
                    <a:pt x="617" y="1346"/>
                  </a:lnTo>
                  <a:lnTo>
                    <a:pt x="628" y="1352"/>
                  </a:lnTo>
                  <a:lnTo>
                    <a:pt x="638" y="1357"/>
                  </a:lnTo>
                  <a:lnTo>
                    <a:pt x="650" y="1365"/>
                  </a:lnTo>
                  <a:lnTo>
                    <a:pt x="660" y="1371"/>
                  </a:lnTo>
                  <a:lnTo>
                    <a:pt x="672" y="1378"/>
                  </a:lnTo>
                  <a:lnTo>
                    <a:pt x="683" y="1385"/>
                  </a:lnTo>
                  <a:lnTo>
                    <a:pt x="695" y="1394"/>
                  </a:lnTo>
                  <a:lnTo>
                    <a:pt x="640" y="1425"/>
                  </a:lnTo>
                  <a:lnTo>
                    <a:pt x="686" y="1485"/>
                  </a:lnTo>
                  <a:lnTo>
                    <a:pt x="778" y="1529"/>
                  </a:lnTo>
                  <a:lnTo>
                    <a:pt x="731" y="1549"/>
                  </a:lnTo>
                  <a:lnTo>
                    <a:pt x="733" y="1563"/>
                  </a:lnTo>
                  <a:lnTo>
                    <a:pt x="741" y="1581"/>
                  </a:lnTo>
                  <a:lnTo>
                    <a:pt x="750" y="1599"/>
                  </a:lnTo>
                  <a:lnTo>
                    <a:pt x="760" y="1619"/>
                  </a:lnTo>
                  <a:lnTo>
                    <a:pt x="772" y="1638"/>
                  </a:lnTo>
                  <a:lnTo>
                    <a:pt x="784" y="1658"/>
                  </a:lnTo>
                  <a:lnTo>
                    <a:pt x="797" y="1678"/>
                  </a:lnTo>
                  <a:lnTo>
                    <a:pt x="811" y="1699"/>
                  </a:lnTo>
                  <a:lnTo>
                    <a:pt x="824" y="1719"/>
                  </a:lnTo>
                  <a:lnTo>
                    <a:pt x="838" y="1739"/>
                  </a:lnTo>
                  <a:lnTo>
                    <a:pt x="851" y="1758"/>
                  </a:lnTo>
                  <a:lnTo>
                    <a:pt x="865" y="1778"/>
                  </a:lnTo>
                  <a:lnTo>
                    <a:pt x="877" y="1795"/>
                  </a:lnTo>
                  <a:lnTo>
                    <a:pt x="888" y="1812"/>
                  </a:lnTo>
                  <a:lnTo>
                    <a:pt x="898" y="1827"/>
                  </a:lnTo>
                  <a:lnTo>
                    <a:pt x="909" y="1842"/>
                  </a:lnTo>
                  <a:lnTo>
                    <a:pt x="970" y="1806"/>
                  </a:lnTo>
                  <a:lnTo>
                    <a:pt x="1034" y="1772"/>
                  </a:lnTo>
                  <a:lnTo>
                    <a:pt x="1098" y="1738"/>
                  </a:lnTo>
                  <a:lnTo>
                    <a:pt x="1164" y="1707"/>
                  </a:lnTo>
                  <a:lnTo>
                    <a:pt x="1229" y="1675"/>
                  </a:lnTo>
                  <a:lnTo>
                    <a:pt x="1297" y="1644"/>
                  </a:lnTo>
                  <a:lnTo>
                    <a:pt x="1366" y="1615"/>
                  </a:lnTo>
                  <a:lnTo>
                    <a:pt x="1435" y="1587"/>
                  </a:lnTo>
                  <a:lnTo>
                    <a:pt x="1503" y="1557"/>
                  </a:lnTo>
                  <a:lnTo>
                    <a:pt x="1571" y="1530"/>
                  </a:lnTo>
                  <a:lnTo>
                    <a:pt x="1640" y="1503"/>
                  </a:lnTo>
                  <a:lnTo>
                    <a:pt x="1709" y="1478"/>
                  </a:lnTo>
                  <a:lnTo>
                    <a:pt x="1777" y="1451"/>
                  </a:lnTo>
                  <a:lnTo>
                    <a:pt x="1845" y="1426"/>
                  </a:lnTo>
                  <a:lnTo>
                    <a:pt x="1912" y="1402"/>
                  </a:lnTo>
                  <a:lnTo>
                    <a:pt x="1978" y="1379"/>
                  </a:lnTo>
                  <a:lnTo>
                    <a:pt x="2009" y="1425"/>
                  </a:lnTo>
                  <a:lnTo>
                    <a:pt x="1939" y="1449"/>
                  </a:lnTo>
                  <a:lnTo>
                    <a:pt x="1868" y="1478"/>
                  </a:lnTo>
                  <a:lnTo>
                    <a:pt x="1797" y="1505"/>
                  </a:lnTo>
                  <a:lnTo>
                    <a:pt x="1726" y="1534"/>
                  </a:lnTo>
                  <a:lnTo>
                    <a:pt x="1653" y="1562"/>
                  </a:lnTo>
                  <a:lnTo>
                    <a:pt x="1581" y="1592"/>
                  </a:lnTo>
                  <a:lnTo>
                    <a:pt x="1510" y="1622"/>
                  </a:lnTo>
                  <a:lnTo>
                    <a:pt x="1438" y="1654"/>
                  </a:lnTo>
                  <a:lnTo>
                    <a:pt x="1365" y="1685"/>
                  </a:lnTo>
                  <a:lnTo>
                    <a:pt x="1293" y="1717"/>
                  </a:lnTo>
                  <a:lnTo>
                    <a:pt x="1221" y="1749"/>
                  </a:lnTo>
                  <a:lnTo>
                    <a:pt x="1152" y="1783"/>
                  </a:lnTo>
                  <a:lnTo>
                    <a:pt x="1083" y="1815"/>
                  </a:lnTo>
                  <a:lnTo>
                    <a:pt x="1015" y="1849"/>
                  </a:lnTo>
                  <a:lnTo>
                    <a:pt x="947" y="1884"/>
                  </a:lnTo>
                  <a:lnTo>
                    <a:pt x="882" y="1918"/>
                  </a:lnTo>
                  <a:lnTo>
                    <a:pt x="842" y="1863"/>
                  </a:lnTo>
                  <a:lnTo>
                    <a:pt x="804" y="1810"/>
                  </a:lnTo>
                  <a:lnTo>
                    <a:pt x="765" y="1754"/>
                  </a:lnTo>
                  <a:lnTo>
                    <a:pt x="728" y="1699"/>
                  </a:lnTo>
                  <a:lnTo>
                    <a:pt x="690" y="1642"/>
                  </a:lnTo>
                  <a:lnTo>
                    <a:pt x="651" y="1585"/>
                  </a:lnTo>
                  <a:lnTo>
                    <a:pt x="612" y="1529"/>
                  </a:lnTo>
                  <a:lnTo>
                    <a:pt x="573" y="1475"/>
                  </a:lnTo>
                  <a:lnTo>
                    <a:pt x="532" y="1419"/>
                  </a:lnTo>
                  <a:lnTo>
                    <a:pt x="491" y="1365"/>
                  </a:lnTo>
                  <a:lnTo>
                    <a:pt x="448" y="1311"/>
                  </a:lnTo>
                  <a:lnTo>
                    <a:pt x="405" y="1261"/>
                  </a:lnTo>
                  <a:lnTo>
                    <a:pt x="359" y="1210"/>
                  </a:lnTo>
                  <a:lnTo>
                    <a:pt x="313" y="1164"/>
                  </a:lnTo>
                  <a:lnTo>
                    <a:pt x="266" y="1119"/>
                  </a:lnTo>
                  <a:lnTo>
                    <a:pt x="217" y="1078"/>
                  </a:lnTo>
                  <a:lnTo>
                    <a:pt x="49" y="1091"/>
                  </a:lnTo>
                  <a:lnTo>
                    <a:pt x="31" y="1047"/>
                  </a:lnTo>
                  <a:lnTo>
                    <a:pt x="166" y="1020"/>
                  </a:lnTo>
                  <a:lnTo>
                    <a:pt x="150" y="1005"/>
                  </a:lnTo>
                  <a:lnTo>
                    <a:pt x="139" y="989"/>
                  </a:lnTo>
                  <a:lnTo>
                    <a:pt x="127" y="974"/>
                  </a:lnTo>
                  <a:lnTo>
                    <a:pt x="116" y="960"/>
                  </a:lnTo>
                  <a:lnTo>
                    <a:pt x="104" y="943"/>
                  </a:lnTo>
                  <a:lnTo>
                    <a:pt x="95" y="927"/>
                  </a:lnTo>
                  <a:lnTo>
                    <a:pt x="85" y="910"/>
                  </a:lnTo>
                  <a:lnTo>
                    <a:pt x="77" y="895"/>
                  </a:lnTo>
                  <a:lnTo>
                    <a:pt x="67" y="877"/>
                  </a:lnTo>
                  <a:lnTo>
                    <a:pt x="58" y="860"/>
                  </a:lnTo>
                  <a:lnTo>
                    <a:pt x="48" y="842"/>
                  </a:lnTo>
                  <a:lnTo>
                    <a:pt x="39" y="827"/>
                  </a:lnTo>
                  <a:lnTo>
                    <a:pt x="29" y="809"/>
                  </a:lnTo>
                  <a:lnTo>
                    <a:pt x="20" y="792"/>
                  </a:lnTo>
                  <a:lnTo>
                    <a:pt x="9" y="777"/>
                  </a:lnTo>
                  <a:lnTo>
                    <a:pt x="0" y="761"/>
                  </a:lnTo>
                  <a:lnTo>
                    <a:pt x="1740" y="0"/>
                  </a:lnTo>
                  <a:lnTo>
                    <a:pt x="174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78" name="Google Shape;778;p18"/>
            <p:cNvSpPr/>
            <p:nvPr/>
          </p:nvSpPr>
          <p:spPr>
            <a:xfrm>
              <a:off x="1191" y="2353"/>
              <a:ext cx="156" cy="30"/>
            </a:xfrm>
            <a:custGeom>
              <a:rect b="b" l="l" r="r" t="t"/>
              <a:pathLst>
                <a:path extrusionOk="0" h="89" w="468">
                  <a:moveTo>
                    <a:pt x="468" y="31"/>
                  </a:moveTo>
                  <a:lnTo>
                    <a:pt x="451" y="38"/>
                  </a:lnTo>
                  <a:lnTo>
                    <a:pt x="432" y="44"/>
                  </a:lnTo>
                  <a:lnTo>
                    <a:pt x="406" y="49"/>
                  </a:lnTo>
                  <a:lnTo>
                    <a:pt x="378" y="56"/>
                  </a:lnTo>
                  <a:lnTo>
                    <a:pt x="345" y="59"/>
                  </a:lnTo>
                  <a:lnTo>
                    <a:pt x="310" y="64"/>
                  </a:lnTo>
                  <a:lnTo>
                    <a:pt x="274" y="68"/>
                  </a:lnTo>
                  <a:lnTo>
                    <a:pt x="240" y="73"/>
                  </a:lnTo>
                  <a:lnTo>
                    <a:pt x="201" y="76"/>
                  </a:lnTo>
                  <a:lnTo>
                    <a:pt x="165" y="79"/>
                  </a:lnTo>
                  <a:lnTo>
                    <a:pt x="129" y="81"/>
                  </a:lnTo>
                  <a:lnTo>
                    <a:pt x="97" y="84"/>
                  </a:lnTo>
                  <a:lnTo>
                    <a:pt x="67" y="85"/>
                  </a:lnTo>
                  <a:lnTo>
                    <a:pt x="41" y="86"/>
                  </a:lnTo>
                  <a:lnTo>
                    <a:pt x="19" y="88"/>
                  </a:lnTo>
                  <a:lnTo>
                    <a:pt x="4" y="89"/>
                  </a:lnTo>
                  <a:lnTo>
                    <a:pt x="0" y="80"/>
                  </a:lnTo>
                  <a:lnTo>
                    <a:pt x="14" y="73"/>
                  </a:lnTo>
                  <a:lnTo>
                    <a:pt x="37" y="67"/>
                  </a:lnTo>
                  <a:lnTo>
                    <a:pt x="64" y="58"/>
                  </a:lnTo>
                  <a:lnTo>
                    <a:pt x="97" y="50"/>
                  </a:lnTo>
                  <a:lnTo>
                    <a:pt x="132" y="40"/>
                  </a:lnTo>
                  <a:lnTo>
                    <a:pt x="170" y="32"/>
                  </a:lnTo>
                  <a:lnTo>
                    <a:pt x="211" y="23"/>
                  </a:lnTo>
                  <a:lnTo>
                    <a:pt x="252" y="17"/>
                  </a:lnTo>
                  <a:lnTo>
                    <a:pt x="291" y="9"/>
                  </a:lnTo>
                  <a:lnTo>
                    <a:pt x="329" y="4"/>
                  </a:lnTo>
                  <a:lnTo>
                    <a:pt x="364" y="0"/>
                  </a:lnTo>
                  <a:lnTo>
                    <a:pt x="397" y="2"/>
                  </a:lnTo>
                  <a:lnTo>
                    <a:pt x="423" y="3"/>
                  </a:lnTo>
                  <a:lnTo>
                    <a:pt x="446" y="8"/>
                  </a:lnTo>
                  <a:lnTo>
                    <a:pt x="460" y="17"/>
                  </a:lnTo>
                  <a:lnTo>
                    <a:pt x="468" y="31"/>
                  </a:lnTo>
                  <a:lnTo>
                    <a:pt x="468"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79" name="Google Shape;779;p18"/>
            <p:cNvSpPr/>
            <p:nvPr/>
          </p:nvSpPr>
          <p:spPr>
            <a:xfrm>
              <a:off x="1123" y="2404"/>
              <a:ext cx="237" cy="32"/>
            </a:xfrm>
            <a:custGeom>
              <a:rect b="b" l="l" r="r" t="t"/>
              <a:pathLst>
                <a:path extrusionOk="0" h="94" w="711">
                  <a:moveTo>
                    <a:pt x="711" y="21"/>
                  </a:moveTo>
                  <a:lnTo>
                    <a:pt x="673" y="28"/>
                  </a:lnTo>
                  <a:lnTo>
                    <a:pt x="633" y="36"/>
                  </a:lnTo>
                  <a:lnTo>
                    <a:pt x="591" y="44"/>
                  </a:lnTo>
                  <a:lnTo>
                    <a:pt x="547" y="53"/>
                  </a:lnTo>
                  <a:lnTo>
                    <a:pt x="501" y="59"/>
                  </a:lnTo>
                  <a:lnTo>
                    <a:pt x="454" y="67"/>
                  </a:lnTo>
                  <a:lnTo>
                    <a:pt x="408" y="73"/>
                  </a:lnTo>
                  <a:lnTo>
                    <a:pt x="360" y="81"/>
                  </a:lnTo>
                  <a:lnTo>
                    <a:pt x="310" y="85"/>
                  </a:lnTo>
                  <a:lnTo>
                    <a:pt x="262" y="89"/>
                  </a:lnTo>
                  <a:lnTo>
                    <a:pt x="214" y="91"/>
                  </a:lnTo>
                  <a:lnTo>
                    <a:pt x="168" y="94"/>
                  </a:lnTo>
                  <a:lnTo>
                    <a:pt x="122" y="92"/>
                  </a:lnTo>
                  <a:lnTo>
                    <a:pt x="80" y="92"/>
                  </a:lnTo>
                  <a:lnTo>
                    <a:pt x="37" y="90"/>
                  </a:lnTo>
                  <a:lnTo>
                    <a:pt x="0" y="87"/>
                  </a:lnTo>
                  <a:lnTo>
                    <a:pt x="4" y="81"/>
                  </a:lnTo>
                  <a:lnTo>
                    <a:pt x="25" y="75"/>
                  </a:lnTo>
                  <a:lnTo>
                    <a:pt x="57" y="68"/>
                  </a:lnTo>
                  <a:lnTo>
                    <a:pt x="98" y="59"/>
                  </a:lnTo>
                  <a:lnTo>
                    <a:pt x="146" y="51"/>
                  </a:lnTo>
                  <a:lnTo>
                    <a:pt x="199" y="41"/>
                  </a:lnTo>
                  <a:lnTo>
                    <a:pt x="258" y="34"/>
                  </a:lnTo>
                  <a:lnTo>
                    <a:pt x="318" y="25"/>
                  </a:lnTo>
                  <a:lnTo>
                    <a:pt x="381" y="18"/>
                  </a:lnTo>
                  <a:lnTo>
                    <a:pt x="441" y="10"/>
                  </a:lnTo>
                  <a:lnTo>
                    <a:pt x="500" y="5"/>
                  </a:lnTo>
                  <a:lnTo>
                    <a:pt x="552" y="1"/>
                  </a:lnTo>
                  <a:lnTo>
                    <a:pt x="602" y="0"/>
                  </a:lnTo>
                  <a:lnTo>
                    <a:pt x="643" y="0"/>
                  </a:lnTo>
                  <a:lnTo>
                    <a:pt x="677" y="4"/>
                  </a:lnTo>
                  <a:lnTo>
                    <a:pt x="700" y="10"/>
                  </a:lnTo>
                  <a:lnTo>
                    <a:pt x="711" y="21"/>
                  </a:lnTo>
                  <a:lnTo>
                    <a:pt x="711"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80" name="Google Shape;780;p18"/>
            <p:cNvSpPr/>
            <p:nvPr/>
          </p:nvSpPr>
          <p:spPr>
            <a:xfrm>
              <a:off x="742" y="1906"/>
              <a:ext cx="181" cy="67"/>
            </a:xfrm>
            <a:custGeom>
              <a:rect b="b" l="l" r="r" t="t"/>
              <a:pathLst>
                <a:path extrusionOk="0" h="201" w="543">
                  <a:moveTo>
                    <a:pt x="543" y="0"/>
                  </a:moveTo>
                  <a:lnTo>
                    <a:pt x="525" y="11"/>
                  </a:lnTo>
                  <a:lnTo>
                    <a:pt x="507" y="24"/>
                  </a:lnTo>
                  <a:lnTo>
                    <a:pt x="489" y="35"/>
                  </a:lnTo>
                  <a:lnTo>
                    <a:pt x="471" y="48"/>
                  </a:lnTo>
                  <a:lnTo>
                    <a:pt x="452" y="59"/>
                  </a:lnTo>
                  <a:lnTo>
                    <a:pt x="434" y="70"/>
                  </a:lnTo>
                  <a:lnTo>
                    <a:pt x="413" y="80"/>
                  </a:lnTo>
                  <a:lnTo>
                    <a:pt x="397" y="91"/>
                  </a:lnTo>
                  <a:lnTo>
                    <a:pt x="375" y="100"/>
                  </a:lnTo>
                  <a:lnTo>
                    <a:pt x="356" y="109"/>
                  </a:lnTo>
                  <a:lnTo>
                    <a:pt x="338" y="118"/>
                  </a:lnTo>
                  <a:lnTo>
                    <a:pt x="319" y="126"/>
                  </a:lnTo>
                  <a:lnTo>
                    <a:pt x="299" y="135"/>
                  </a:lnTo>
                  <a:lnTo>
                    <a:pt x="280" y="144"/>
                  </a:lnTo>
                  <a:lnTo>
                    <a:pt x="261" y="153"/>
                  </a:lnTo>
                  <a:lnTo>
                    <a:pt x="243" y="164"/>
                  </a:lnTo>
                  <a:lnTo>
                    <a:pt x="226" y="162"/>
                  </a:lnTo>
                  <a:lnTo>
                    <a:pt x="211" y="162"/>
                  </a:lnTo>
                  <a:lnTo>
                    <a:pt x="196" y="164"/>
                  </a:lnTo>
                  <a:lnTo>
                    <a:pt x="180" y="166"/>
                  </a:lnTo>
                  <a:lnTo>
                    <a:pt x="165" y="166"/>
                  </a:lnTo>
                  <a:lnTo>
                    <a:pt x="149" y="169"/>
                  </a:lnTo>
                  <a:lnTo>
                    <a:pt x="134" y="173"/>
                  </a:lnTo>
                  <a:lnTo>
                    <a:pt x="120" y="176"/>
                  </a:lnTo>
                  <a:lnTo>
                    <a:pt x="105" y="179"/>
                  </a:lnTo>
                  <a:lnTo>
                    <a:pt x="89" y="182"/>
                  </a:lnTo>
                  <a:lnTo>
                    <a:pt x="74" y="184"/>
                  </a:lnTo>
                  <a:lnTo>
                    <a:pt x="60" y="188"/>
                  </a:lnTo>
                  <a:lnTo>
                    <a:pt x="44" y="191"/>
                  </a:lnTo>
                  <a:lnTo>
                    <a:pt x="29" y="194"/>
                  </a:lnTo>
                  <a:lnTo>
                    <a:pt x="14" y="197"/>
                  </a:lnTo>
                  <a:lnTo>
                    <a:pt x="0" y="201"/>
                  </a:lnTo>
                  <a:lnTo>
                    <a:pt x="32" y="183"/>
                  </a:lnTo>
                  <a:lnTo>
                    <a:pt x="65" y="167"/>
                  </a:lnTo>
                  <a:lnTo>
                    <a:pt x="97" y="152"/>
                  </a:lnTo>
                  <a:lnTo>
                    <a:pt x="132" y="137"/>
                  </a:lnTo>
                  <a:lnTo>
                    <a:pt x="164" y="121"/>
                  </a:lnTo>
                  <a:lnTo>
                    <a:pt x="197" y="109"/>
                  </a:lnTo>
                  <a:lnTo>
                    <a:pt x="230" y="94"/>
                  </a:lnTo>
                  <a:lnTo>
                    <a:pt x="265" y="83"/>
                  </a:lnTo>
                  <a:lnTo>
                    <a:pt x="298" y="69"/>
                  </a:lnTo>
                  <a:lnTo>
                    <a:pt x="331" y="57"/>
                  </a:lnTo>
                  <a:lnTo>
                    <a:pt x="366" y="46"/>
                  </a:lnTo>
                  <a:lnTo>
                    <a:pt x="399" y="35"/>
                  </a:lnTo>
                  <a:lnTo>
                    <a:pt x="434" y="24"/>
                  </a:lnTo>
                  <a:lnTo>
                    <a:pt x="470" y="15"/>
                  </a:lnTo>
                  <a:lnTo>
                    <a:pt x="506" y="7"/>
                  </a:lnTo>
                  <a:lnTo>
                    <a:pt x="543" y="0"/>
                  </a:lnTo>
                  <a:lnTo>
                    <a:pt x="54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81" name="Google Shape;781;p18"/>
            <p:cNvSpPr/>
            <p:nvPr/>
          </p:nvSpPr>
          <p:spPr>
            <a:xfrm>
              <a:off x="658" y="2350"/>
              <a:ext cx="304" cy="263"/>
            </a:xfrm>
            <a:custGeom>
              <a:rect b="b" l="l" r="r" t="t"/>
              <a:pathLst>
                <a:path extrusionOk="0" h="789" w="912">
                  <a:moveTo>
                    <a:pt x="912" y="618"/>
                  </a:moveTo>
                  <a:lnTo>
                    <a:pt x="912" y="689"/>
                  </a:lnTo>
                  <a:lnTo>
                    <a:pt x="871" y="694"/>
                  </a:lnTo>
                  <a:lnTo>
                    <a:pt x="832" y="699"/>
                  </a:lnTo>
                  <a:lnTo>
                    <a:pt x="791" y="704"/>
                  </a:lnTo>
                  <a:lnTo>
                    <a:pt x="752" y="710"/>
                  </a:lnTo>
                  <a:lnTo>
                    <a:pt x="711" y="716"/>
                  </a:lnTo>
                  <a:lnTo>
                    <a:pt x="671" y="722"/>
                  </a:lnTo>
                  <a:lnTo>
                    <a:pt x="633" y="727"/>
                  </a:lnTo>
                  <a:lnTo>
                    <a:pt x="595" y="735"/>
                  </a:lnTo>
                  <a:lnTo>
                    <a:pt x="555" y="740"/>
                  </a:lnTo>
                  <a:lnTo>
                    <a:pt x="515" y="746"/>
                  </a:lnTo>
                  <a:lnTo>
                    <a:pt x="475" y="753"/>
                  </a:lnTo>
                  <a:lnTo>
                    <a:pt x="437" y="759"/>
                  </a:lnTo>
                  <a:lnTo>
                    <a:pt x="397" y="766"/>
                  </a:lnTo>
                  <a:lnTo>
                    <a:pt x="359" y="773"/>
                  </a:lnTo>
                  <a:lnTo>
                    <a:pt x="319" y="781"/>
                  </a:lnTo>
                  <a:lnTo>
                    <a:pt x="281" y="789"/>
                  </a:lnTo>
                  <a:lnTo>
                    <a:pt x="264" y="754"/>
                  </a:lnTo>
                  <a:lnTo>
                    <a:pt x="249" y="721"/>
                  </a:lnTo>
                  <a:lnTo>
                    <a:pt x="232" y="685"/>
                  </a:lnTo>
                  <a:lnTo>
                    <a:pt x="215" y="649"/>
                  </a:lnTo>
                  <a:lnTo>
                    <a:pt x="197" y="612"/>
                  </a:lnTo>
                  <a:lnTo>
                    <a:pt x="180" y="576"/>
                  </a:lnTo>
                  <a:lnTo>
                    <a:pt x="162" y="539"/>
                  </a:lnTo>
                  <a:lnTo>
                    <a:pt x="144" y="502"/>
                  </a:lnTo>
                  <a:lnTo>
                    <a:pt x="124" y="463"/>
                  </a:lnTo>
                  <a:lnTo>
                    <a:pt x="107" y="426"/>
                  </a:lnTo>
                  <a:lnTo>
                    <a:pt x="87" y="389"/>
                  </a:lnTo>
                  <a:lnTo>
                    <a:pt x="69" y="354"/>
                  </a:lnTo>
                  <a:lnTo>
                    <a:pt x="51" y="318"/>
                  </a:lnTo>
                  <a:lnTo>
                    <a:pt x="34" y="284"/>
                  </a:lnTo>
                  <a:lnTo>
                    <a:pt x="16" y="250"/>
                  </a:lnTo>
                  <a:lnTo>
                    <a:pt x="0" y="220"/>
                  </a:lnTo>
                  <a:lnTo>
                    <a:pt x="115" y="204"/>
                  </a:lnTo>
                  <a:lnTo>
                    <a:pt x="126" y="223"/>
                  </a:lnTo>
                  <a:lnTo>
                    <a:pt x="137" y="245"/>
                  </a:lnTo>
                  <a:lnTo>
                    <a:pt x="148" y="267"/>
                  </a:lnTo>
                  <a:lnTo>
                    <a:pt x="159" y="290"/>
                  </a:lnTo>
                  <a:lnTo>
                    <a:pt x="169" y="313"/>
                  </a:lnTo>
                  <a:lnTo>
                    <a:pt x="181" y="337"/>
                  </a:lnTo>
                  <a:lnTo>
                    <a:pt x="191" y="362"/>
                  </a:lnTo>
                  <a:lnTo>
                    <a:pt x="203" y="387"/>
                  </a:lnTo>
                  <a:lnTo>
                    <a:pt x="213" y="411"/>
                  </a:lnTo>
                  <a:lnTo>
                    <a:pt x="224" y="435"/>
                  </a:lnTo>
                  <a:lnTo>
                    <a:pt x="236" y="458"/>
                  </a:lnTo>
                  <a:lnTo>
                    <a:pt x="247" y="482"/>
                  </a:lnTo>
                  <a:lnTo>
                    <a:pt x="259" y="504"/>
                  </a:lnTo>
                  <a:lnTo>
                    <a:pt x="271" y="527"/>
                  </a:lnTo>
                  <a:lnTo>
                    <a:pt x="282" y="548"/>
                  </a:lnTo>
                  <a:lnTo>
                    <a:pt x="296" y="569"/>
                  </a:lnTo>
                  <a:lnTo>
                    <a:pt x="369" y="552"/>
                  </a:lnTo>
                  <a:lnTo>
                    <a:pt x="399" y="612"/>
                  </a:lnTo>
                  <a:lnTo>
                    <a:pt x="317" y="634"/>
                  </a:lnTo>
                  <a:lnTo>
                    <a:pt x="341" y="716"/>
                  </a:lnTo>
                  <a:lnTo>
                    <a:pt x="368" y="709"/>
                  </a:lnTo>
                  <a:lnTo>
                    <a:pt x="399" y="703"/>
                  </a:lnTo>
                  <a:lnTo>
                    <a:pt x="429" y="696"/>
                  </a:lnTo>
                  <a:lnTo>
                    <a:pt x="463" y="691"/>
                  </a:lnTo>
                  <a:lnTo>
                    <a:pt x="495" y="685"/>
                  </a:lnTo>
                  <a:lnTo>
                    <a:pt x="527" y="680"/>
                  </a:lnTo>
                  <a:lnTo>
                    <a:pt x="557" y="673"/>
                  </a:lnTo>
                  <a:lnTo>
                    <a:pt x="589" y="669"/>
                  </a:lnTo>
                  <a:lnTo>
                    <a:pt x="615" y="663"/>
                  </a:lnTo>
                  <a:lnTo>
                    <a:pt x="641" y="658"/>
                  </a:lnTo>
                  <a:lnTo>
                    <a:pt x="663" y="654"/>
                  </a:lnTo>
                  <a:lnTo>
                    <a:pt x="682" y="650"/>
                  </a:lnTo>
                  <a:lnTo>
                    <a:pt x="696" y="646"/>
                  </a:lnTo>
                  <a:lnTo>
                    <a:pt x="706" y="642"/>
                  </a:lnTo>
                  <a:lnTo>
                    <a:pt x="711" y="640"/>
                  </a:lnTo>
                  <a:lnTo>
                    <a:pt x="709" y="628"/>
                  </a:lnTo>
                  <a:lnTo>
                    <a:pt x="703" y="618"/>
                  </a:lnTo>
                  <a:lnTo>
                    <a:pt x="696" y="605"/>
                  </a:lnTo>
                  <a:lnTo>
                    <a:pt x="689" y="594"/>
                  </a:lnTo>
                  <a:lnTo>
                    <a:pt x="682" y="581"/>
                  </a:lnTo>
                  <a:lnTo>
                    <a:pt x="675" y="569"/>
                  </a:lnTo>
                  <a:lnTo>
                    <a:pt x="670" y="560"/>
                  </a:lnTo>
                  <a:lnTo>
                    <a:pt x="669" y="554"/>
                  </a:lnTo>
                  <a:lnTo>
                    <a:pt x="651" y="557"/>
                  </a:lnTo>
                  <a:lnTo>
                    <a:pt x="634" y="559"/>
                  </a:lnTo>
                  <a:lnTo>
                    <a:pt x="619" y="562"/>
                  </a:lnTo>
                  <a:lnTo>
                    <a:pt x="604" y="566"/>
                  </a:lnTo>
                  <a:lnTo>
                    <a:pt x="586" y="568"/>
                  </a:lnTo>
                  <a:lnTo>
                    <a:pt x="569" y="571"/>
                  </a:lnTo>
                  <a:lnTo>
                    <a:pt x="552" y="575"/>
                  </a:lnTo>
                  <a:lnTo>
                    <a:pt x="537" y="578"/>
                  </a:lnTo>
                  <a:lnTo>
                    <a:pt x="519" y="581"/>
                  </a:lnTo>
                  <a:lnTo>
                    <a:pt x="504" y="585"/>
                  </a:lnTo>
                  <a:lnTo>
                    <a:pt x="486" y="587"/>
                  </a:lnTo>
                  <a:lnTo>
                    <a:pt x="470" y="591"/>
                  </a:lnTo>
                  <a:lnTo>
                    <a:pt x="454" y="595"/>
                  </a:lnTo>
                  <a:lnTo>
                    <a:pt x="437" y="599"/>
                  </a:lnTo>
                  <a:lnTo>
                    <a:pt x="420" y="603"/>
                  </a:lnTo>
                  <a:lnTo>
                    <a:pt x="405" y="607"/>
                  </a:lnTo>
                  <a:lnTo>
                    <a:pt x="135" y="13"/>
                  </a:lnTo>
                  <a:lnTo>
                    <a:pt x="162" y="0"/>
                  </a:lnTo>
                  <a:lnTo>
                    <a:pt x="168" y="17"/>
                  </a:lnTo>
                  <a:lnTo>
                    <a:pt x="180" y="43"/>
                  </a:lnTo>
                  <a:lnTo>
                    <a:pt x="192" y="73"/>
                  </a:lnTo>
                  <a:lnTo>
                    <a:pt x="209" y="112"/>
                  </a:lnTo>
                  <a:lnTo>
                    <a:pt x="227" y="153"/>
                  </a:lnTo>
                  <a:lnTo>
                    <a:pt x="246" y="198"/>
                  </a:lnTo>
                  <a:lnTo>
                    <a:pt x="265" y="243"/>
                  </a:lnTo>
                  <a:lnTo>
                    <a:pt x="287" y="291"/>
                  </a:lnTo>
                  <a:lnTo>
                    <a:pt x="306" y="336"/>
                  </a:lnTo>
                  <a:lnTo>
                    <a:pt x="326" y="380"/>
                  </a:lnTo>
                  <a:lnTo>
                    <a:pt x="344" y="421"/>
                  </a:lnTo>
                  <a:lnTo>
                    <a:pt x="361" y="458"/>
                  </a:lnTo>
                  <a:lnTo>
                    <a:pt x="376" y="489"/>
                  </a:lnTo>
                  <a:lnTo>
                    <a:pt x="388" y="513"/>
                  </a:lnTo>
                  <a:lnTo>
                    <a:pt x="396" y="528"/>
                  </a:lnTo>
                  <a:lnTo>
                    <a:pt x="402" y="536"/>
                  </a:lnTo>
                  <a:lnTo>
                    <a:pt x="433" y="532"/>
                  </a:lnTo>
                  <a:lnTo>
                    <a:pt x="464" y="530"/>
                  </a:lnTo>
                  <a:lnTo>
                    <a:pt x="495" y="526"/>
                  </a:lnTo>
                  <a:lnTo>
                    <a:pt x="525" y="523"/>
                  </a:lnTo>
                  <a:lnTo>
                    <a:pt x="556" y="519"/>
                  </a:lnTo>
                  <a:lnTo>
                    <a:pt x="588" y="516"/>
                  </a:lnTo>
                  <a:lnTo>
                    <a:pt x="620" y="512"/>
                  </a:lnTo>
                  <a:lnTo>
                    <a:pt x="652" y="508"/>
                  </a:lnTo>
                  <a:lnTo>
                    <a:pt x="683" y="503"/>
                  </a:lnTo>
                  <a:lnTo>
                    <a:pt x="716" y="498"/>
                  </a:lnTo>
                  <a:lnTo>
                    <a:pt x="748" y="493"/>
                  </a:lnTo>
                  <a:lnTo>
                    <a:pt x="782" y="489"/>
                  </a:lnTo>
                  <a:lnTo>
                    <a:pt x="814" y="484"/>
                  </a:lnTo>
                  <a:lnTo>
                    <a:pt x="847" y="478"/>
                  </a:lnTo>
                  <a:lnTo>
                    <a:pt x="879" y="473"/>
                  </a:lnTo>
                  <a:lnTo>
                    <a:pt x="912" y="469"/>
                  </a:lnTo>
                  <a:lnTo>
                    <a:pt x="912" y="514"/>
                  </a:lnTo>
                  <a:lnTo>
                    <a:pt x="906" y="514"/>
                  </a:lnTo>
                  <a:lnTo>
                    <a:pt x="880" y="516"/>
                  </a:lnTo>
                  <a:lnTo>
                    <a:pt x="859" y="517"/>
                  </a:lnTo>
                  <a:lnTo>
                    <a:pt x="839" y="518"/>
                  </a:lnTo>
                  <a:lnTo>
                    <a:pt x="824" y="521"/>
                  </a:lnTo>
                  <a:lnTo>
                    <a:pt x="807" y="522"/>
                  </a:lnTo>
                  <a:lnTo>
                    <a:pt x="796" y="523"/>
                  </a:lnTo>
                  <a:lnTo>
                    <a:pt x="784" y="525"/>
                  </a:lnTo>
                  <a:lnTo>
                    <a:pt x="777" y="527"/>
                  </a:lnTo>
                  <a:lnTo>
                    <a:pt x="769" y="527"/>
                  </a:lnTo>
                  <a:lnTo>
                    <a:pt x="764" y="530"/>
                  </a:lnTo>
                  <a:lnTo>
                    <a:pt x="759" y="530"/>
                  </a:lnTo>
                  <a:lnTo>
                    <a:pt x="757" y="532"/>
                  </a:lnTo>
                  <a:lnTo>
                    <a:pt x="756" y="534"/>
                  </a:lnTo>
                  <a:lnTo>
                    <a:pt x="760" y="536"/>
                  </a:lnTo>
                  <a:lnTo>
                    <a:pt x="768" y="536"/>
                  </a:lnTo>
                  <a:lnTo>
                    <a:pt x="779" y="536"/>
                  </a:lnTo>
                  <a:lnTo>
                    <a:pt x="785" y="536"/>
                  </a:lnTo>
                  <a:lnTo>
                    <a:pt x="793" y="536"/>
                  </a:lnTo>
                  <a:lnTo>
                    <a:pt x="802" y="536"/>
                  </a:lnTo>
                  <a:lnTo>
                    <a:pt x="811" y="537"/>
                  </a:lnTo>
                  <a:lnTo>
                    <a:pt x="819" y="537"/>
                  </a:lnTo>
                  <a:lnTo>
                    <a:pt x="828" y="537"/>
                  </a:lnTo>
                  <a:lnTo>
                    <a:pt x="837" y="537"/>
                  </a:lnTo>
                  <a:lnTo>
                    <a:pt x="847" y="537"/>
                  </a:lnTo>
                  <a:lnTo>
                    <a:pt x="856" y="537"/>
                  </a:lnTo>
                  <a:lnTo>
                    <a:pt x="865" y="537"/>
                  </a:lnTo>
                  <a:lnTo>
                    <a:pt x="874" y="537"/>
                  </a:lnTo>
                  <a:lnTo>
                    <a:pt x="884" y="539"/>
                  </a:lnTo>
                  <a:lnTo>
                    <a:pt x="796" y="578"/>
                  </a:lnTo>
                  <a:lnTo>
                    <a:pt x="803" y="581"/>
                  </a:lnTo>
                  <a:lnTo>
                    <a:pt x="814" y="584"/>
                  </a:lnTo>
                  <a:lnTo>
                    <a:pt x="824" y="584"/>
                  </a:lnTo>
                  <a:lnTo>
                    <a:pt x="835" y="585"/>
                  </a:lnTo>
                  <a:lnTo>
                    <a:pt x="846" y="582"/>
                  </a:lnTo>
                  <a:lnTo>
                    <a:pt x="856" y="581"/>
                  </a:lnTo>
                  <a:lnTo>
                    <a:pt x="866" y="578"/>
                  </a:lnTo>
                  <a:lnTo>
                    <a:pt x="875" y="576"/>
                  </a:lnTo>
                  <a:lnTo>
                    <a:pt x="818" y="631"/>
                  </a:lnTo>
                  <a:lnTo>
                    <a:pt x="829" y="628"/>
                  </a:lnTo>
                  <a:lnTo>
                    <a:pt x="841" y="627"/>
                  </a:lnTo>
                  <a:lnTo>
                    <a:pt x="852" y="625"/>
                  </a:lnTo>
                  <a:lnTo>
                    <a:pt x="865" y="625"/>
                  </a:lnTo>
                  <a:lnTo>
                    <a:pt x="876" y="622"/>
                  </a:lnTo>
                  <a:lnTo>
                    <a:pt x="888" y="621"/>
                  </a:lnTo>
                  <a:lnTo>
                    <a:pt x="899" y="618"/>
                  </a:lnTo>
                  <a:lnTo>
                    <a:pt x="912" y="618"/>
                  </a:lnTo>
                  <a:lnTo>
                    <a:pt x="912" y="6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82" name="Google Shape;782;p18"/>
            <p:cNvSpPr/>
            <p:nvPr/>
          </p:nvSpPr>
          <p:spPr>
            <a:xfrm>
              <a:off x="954" y="2482"/>
              <a:ext cx="184" cy="98"/>
            </a:xfrm>
            <a:custGeom>
              <a:rect b="b" l="l" r="r" t="t"/>
              <a:pathLst>
                <a:path extrusionOk="0" h="293" w="551">
                  <a:moveTo>
                    <a:pt x="5" y="122"/>
                  </a:moveTo>
                  <a:lnTo>
                    <a:pt x="9" y="73"/>
                  </a:lnTo>
                  <a:lnTo>
                    <a:pt x="36" y="68"/>
                  </a:lnTo>
                  <a:lnTo>
                    <a:pt x="65" y="63"/>
                  </a:lnTo>
                  <a:lnTo>
                    <a:pt x="95" y="58"/>
                  </a:lnTo>
                  <a:lnTo>
                    <a:pt x="126" y="54"/>
                  </a:lnTo>
                  <a:lnTo>
                    <a:pt x="155" y="49"/>
                  </a:lnTo>
                  <a:lnTo>
                    <a:pt x="186" y="44"/>
                  </a:lnTo>
                  <a:lnTo>
                    <a:pt x="216" y="39"/>
                  </a:lnTo>
                  <a:lnTo>
                    <a:pt x="247" y="35"/>
                  </a:lnTo>
                  <a:lnTo>
                    <a:pt x="277" y="30"/>
                  </a:lnTo>
                  <a:lnTo>
                    <a:pt x="306" y="25"/>
                  </a:lnTo>
                  <a:lnTo>
                    <a:pt x="336" y="20"/>
                  </a:lnTo>
                  <a:lnTo>
                    <a:pt x="366" y="16"/>
                  </a:lnTo>
                  <a:lnTo>
                    <a:pt x="395" y="12"/>
                  </a:lnTo>
                  <a:lnTo>
                    <a:pt x="423" y="8"/>
                  </a:lnTo>
                  <a:lnTo>
                    <a:pt x="450" y="4"/>
                  </a:lnTo>
                  <a:lnTo>
                    <a:pt x="478" y="0"/>
                  </a:lnTo>
                  <a:lnTo>
                    <a:pt x="489" y="67"/>
                  </a:lnTo>
                  <a:lnTo>
                    <a:pt x="301" y="80"/>
                  </a:lnTo>
                  <a:lnTo>
                    <a:pt x="368" y="94"/>
                  </a:lnTo>
                  <a:lnTo>
                    <a:pt x="288" y="125"/>
                  </a:lnTo>
                  <a:lnTo>
                    <a:pt x="377" y="138"/>
                  </a:lnTo>
                  <a:lnTo>
                    <a:pt x="286" y="186"/>
                  </a:lnTo>
                  <a:lnTo>
                    <a:pt x="301" y="182"/>
                  </a:lnTo>
                  <a:lnTo>
                    <a:pt x="316" y="181"/>
                  </a:lnTo>
                  <a:lnTo>
                    <a:pt x="332" y="179"/>
                  </a:lnTo>
                  <a:lnTo>
                    <a:pt x="348" y="177"/>
                  </a:lnTo>
                  <a:lnTo>
                    <a:pt x="364" y="175"/>
                  </a:lnTo>
                  <a:lnTo>
                    <a:pt x="380" y="173"/>
                  </a:lnTo>
                  <a:lnTo>
                    <a:pt x="396" y="171"/>
                  </a:lnTo>
                  <a:lnTo>
                    <a:pt x="412" y="171"/>
                  </a:lnTo>
                  <a:lnTo>
                    <a:pt x="428" y="168"/>
                  </a:lnTo>
                  <a:lnTo>
                    <a:pt x="443" y="167"/>
                  </a:lnTo>
                  <a:lnTo>
                    <a:pt x="459" y="166"/>
                  </a:lnTo>
                  <a:lnTo>
                    <a:pt x="474" y="166"/>
                  </a:lnTo>
                  <a:lnTo>
                    <a:pt x="489" y="164"/>
                  </a:lnTo>
                  <a:lnTo>
                    <a:pt x="505" y="164"/>
                  </a:lnTo>
                  <a:lnTo>
                    <a:pt x="520" y="164"/>
                  </a:lnTo>
                  <a:lnTo>
                    <a:pt x="535" y="164"/>
                  </a:lnTo>
                  <a:lnTo>
                    <a:pt x="551" y="231"/>
                  </a:lnTo>
                  <a:lnTo>
                    <a:pt x="516" y="234"/>
                  </a:lnTo>
                  <a:lnTo>
                    <a:pt x="483" y="238"/>
                  </a:lnTo>
                  <a:lnTo>
                    <a:pt x="448" y="241"/>
                  </a:lnTo>
                  <a:lnTo>
                    <a:pt x="414" y="245"/>
                  </a:lnTo>
                  <a:lnTo>
                    <a:pt x="378" y="249"/>
                  </a:lnTo>
                  <a:lnTo>
                    <a:pt x="343" y="253"/>
                  </a:lnTo>
                  <a:lnTo>
                    <a:pt x="307" y="257"/>
                  </a:lnTo>
                  <a:lnTo>
                    <a:pt x="273" y="261"/>
                  </a:lnTo>
                  <a:lnTo>
                    <a:pt x="237" y="264"/>
                  </a:lnTo>
                  <a:lnTo>
                    <a:pt x="201" y="268"/>
                  </a:lnTo>
                  <a:lnTo>
                    <a:pt x="167" y="272"/>
                  </a:lnTo>
                  <a:lnTo>
                    <a:pt x="132" y="276"/>
                  </a:lnTo>
                  <a:lnTo>
                    <a:pt x="97" y="280"/>
                  </a:lnTo>
                  <a:lnTo>
                    <a:pt x="64" y="284"/>
                  </a:lnTo>
                  <a:lnTo>
                    <a:pt x="31" y="288"/>
                  </a:lnTo>
                  <a:lnTo>
                    <a:pt x="0" y="293"/>
                  </a:lnTo>
                  <a:lnTo>
                    <a:pt x="5" y="222"/>
                  </a:lnTo>
                  <a:lnTo>
                    <a:pt x="17" y="220"/>
                  </a:lnTo>
                  <a:lnTo>
                    <a:pt x="29" y="218"/>
                  </a:lnTo>
                  <a:lnTo>
                    <a:pt x="42" y="216"/>
                  </a:lnTo>
                  <a:lnTo>
                    <a:pt x="56" y="214"/>
                  </a:lnTo>
                  <a:lnTo>
                    <a:pt x="70" y="212"/>
                  </a:lnTo>
                  <a:lnTo>
                    <a:pt x="85" y="211"/>
                  </a:lnTo>
                  <a:lnTo>
                    <a:pt x="99" y="209"/>
                  </a:lnTo>
                  <a:lnTo>
                    <a:pt x="114" y="208"/>
                  </a:lnTo>
                  <a:lnTo>
                    <a:pt x="128" y="205"/>
                  </a:lnTo>
                  <a:lnTo>
                    <a:pt x="142" y="204"/>
                  </a:lnTo>
                  <a:lnTo>
                    <a:pt x="156" y="202"/>
                  </a:lnTo>
                  <a:lnTo>
                    <a:pt x="172" y="202"/>
                  </a:lnTo>
                  <a:lnTo>
                    <a:pt x="184" y="199"/>
                  </a:lnTo>
                  <a:lnTo>
                    <a:pt x="197" y="198"/>
                  </a:lnTo>
                  <a:lnTo>
                    <a:pt x="210" y="195"/>
                  </a:lnTo>
                  <a:lnTo>
                    <a:pt x="224" y="195"/>
                  </a:lnTo>
                  <a:lnTo>
                    <a:pt x="191" y="104"/>
                  </a:lnTo>
                  <a:lnTo>
                    <a:pt x="5" y="122"/>
                  </a:lnTo>
                  <a:lnTo>
                    <a:pt x="5" y="12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83" name="Google Shape;783;p18"/>
            <p:cNvSpPr/>
            <p:nvPr/>
          </p:nvSpPr>
          <p:spPr>
            <a:xfrm>
              <a:off x="651" y="1986"/>
              <a:ext cx="104" cy="59"/>
            </a:xfrm>
            <a:custGeom>
              <a:rect b="b" l="l" r="r" t="t"/>
              <a:pathLst>
                <a:path extrusionOk="0" h="177" w="312">
                  <a:moveTo>
                    <a:pt x="312" y="0"/>
                  </a:moveTo>
                  <a:lnTo>
                    <a:pt x="305" y="4"/>
                  </a:lnTo>
                  <a:lnTo>
                    <a:pt x="292" y="12"/>
                  </a:lnTo>
                  <a:lnTo>
                    <a:pt x="274" y="21"/>
                  </a:lnTo>
                  <a:lnTo>
                    <a:pt x="252" y="35"/>
                  </a:lnTo>
                  <a:lnTo>
                    <a:pt x="226" y="49"/>
                  </a:lnTo>
                  <a:lnTo>
                    <a:pt x="200" y="66"/>
                  </a:lnTo>
                  <a:lnTo>
                    <a:pt x="171" y="82"/>
                  </a:lnTo>
                  <a:lnTo>
                    <a:pt x="143" y="100"/>
                  </a:lnTo>
                  <a:lnTo>
                    <a:pt x="114" y="116"/>
                  </a:lnTo>
                  <a:lnTo>
                    <a:pt x="87" y="131"/>
                  </a:lnTo>
                  <a:lnTo>
                    <a:pt x="61" y="145"/>
                  </a:lnTo>
                  <a:lnTo>
                    <a:pt x="39" y="158"/>
                  </a:lnTo>
                  <a:lnTo>
                    <a:pt x="20" y="167"/>
                  </a:lnTo>
                  <a:lnTo>
                    <a:pt x="7" y="175"/>
                  </a:lnTo>
                  <a:lnTo>
                    <a:pt x="0" y="177"/>
                  </a:lnTo>
                  <a:lnTo>
                    <a:pt x="7" y="162"/>
                  </a:lnTo>
                  <a:lnTo>
                    <a:pt x="20" y="146"/>
                  </a:lnTo>
                  <a:lnTo>
                    <a:pt x="34" y="131"/>
                  </a:lnTo>
                  <a:lnTo>
                    <a:pt x="52" y="118"/>
                  </a:lnTo>
                  <a:lnTo>
                    <a:pt x="70" y="103"/>
                  </a:lnTo>
                  <a:lnTo>
                    <a:pt x="92" y="90"/>
                  </a:lnTo>
                  <a:lnTo>
                    <a:pt x="114" y="78"/>
                  </a:lnTo>
                  <a:lnTo>
                    <a:pt x="138" y="67"/>
                  </a:lnTo>
                  <a:lnTo>
                    <a:pt x="161" y="55"/>
                  </a:lnTo>
                  <a:lnTo>
                    <a:pt x="185" y="44"/>
                  </a:lnTo>
                  <a:lnTo>
                    <a:pt x="209" y="34"/>
                  </a:lnTo>
                  <a:lnTo>
                    <a:pt x="233" y="26"/>
                  </a:lnTo>
                  <a:lnTo>
                    <a:pt x="253" y="17"/>
                  </a:lnTo>
                  <a:lnTo>
                    <a:pt x="275" y="11"/>
                  </a:lnTo>
                  <a:lnTo>
                    <a:pt x="293" y="4"/>
                  </a:lnTo>
                  <a:lnTo>
                    <a:pt x="312" y="0"/>
                  </a:lnTo>
                  <a:lnTo>
                    <a:pt x="31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84" name="Google Shape;784;p18"/>
            <p:cNvSpPr/>
            <p:nvPr/>
          </p:nvSpPr>
          <p:spPr>
            <a:xfrm>
              <a:off x="758" y="2310"/>
              <a:ext cx="115" cy="162"/>
            </a:xfrm>
            <a:custGeom>
              <a:rect b="b" l="l" r="r" t="t"/>
              <a:pathLst>
                <a:path extrusionOk="0" h="487" w="344">
                  <a:moveTo>
                    <a:pt x="344" y="429"/>
                  </a:moveTo>
                  <a:lnTo>
                    <a:pt x="299" y="487"/>
                  </a:lnTo>
                  <a:lnTo>
                    <a:pt x="281" y="456"/>
                  </a:lnTo>
                  <a:lnTo>
                    <a:pt x="263" y="425"/>
                  </a:lnTo>
                  <a:lnTo>
                    <a:pt x="244" y="394"/>
                  </a:lnTo>
                  <a:lnTo>
                    <a:pt x="226" y="365"/>
                  </a:lnTo>
                  <a:lnTo>
                    <a:pt x="206" y="334"/>
                  </a:lnTo>
                  <a:lnTo>
                    <a:pt x="187" y="303"/>
                  </a:lnTo>
                  <a:lnTo>
                    <a:pt x="168" y="274"/>
                  </a:lnTo>
                  <a:lnTo>
                    <a:pt x="149" y="244"/>
                  </a:lnTo>
                  <a:lnTo>
                    <a:pt x="130" y="214"/>
                  </a:lnTo>
                  <a:lnTo>
                    <a:pt x="110" y="184"/>
                  </a:lnTo>
                  <a:lnTo>
                    <a:pt x="91" y="153"/>
                  </a:lnTo>
                  <a:lnTo>
                    <a:pt x="72" y="124"/>
                  </a:lnTo>
                  <a:lnTo>
                    <a:pt x="53" y="92"/>
                  </a:lnTo>
                  <a:lnTo>
                    <a:pt x="35" y="61"/>
                  </a:lnTo>
                  <a:lnTo>
                    <a:pt x="17" y="30"/>
                  </a:lnTo>
                  <a:lnTo>
                    <a:pt x="0" y="0"/>
                  </a:lnTo>
                  <a:lnTo>
                    <a:pt x="23" y="21"/>
                  </a:lnTo>
                  <a:lnTo>
                    <a:pt x="46" y="46"/>
                  </a:lnTo>
                  <a:lnTo>
                    <a:pt x="68" y="70"/>
                  </a:lnTo>
                  <a:lnTo>
                    <a:pt x="91" y="97"/>
                  </a:lnTo>
                  <a:lnTo>
                    <a:pt x="112" y="123"/>
                  </a:lnTo>
                  <a:lnTo>
                    <a:pt x="133" y="150"/>
                  </a:lnTo>
                  <a:lnTo>
                    <a:pt x="154" y="178"/>
                  </a:lnTo>
                  <a:lnTo>
                    <a:pt x="176" y="206"/>
                  </a:lnTo>
                  <a:lnTo>
                    <a:pt x="195" y="233"/>
                  </a:lnTo>
                  <a:lnTo>
                    <a:pt x="215" y="261"/>
                  </a:lnTo>
                  <a:lnTo>
                    <a:pt x="236" y="289"/>
                  </a:lnTo>
                  <a:lnTo>
                    <a:pt x="258" y="318"/>
                  </a:lnTo>
                  <a:lnTo>
                    <a:pt x="278" y="346"/>
                  </a:lnTo>
                  <a:lnTo>
                    <a:pt x="300" y="374"/>
                  </a:lnTo>
                  <a:lnTo>
                    <a:pt x="321" y="401"/>
                  </a:lnTo>
                  <a:lnTo>
                    <a:pt x="344" y="429"/>
                  </a:lnTo>
                  <a:lnTo>
                    <a:pt x="344" y="4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85" name="Google Shape;785;p18"/>
            <p:cNvSpPr/>
            <p:nvPr/>
          </p:nvSpPr>
          <p:spPr>
            <a:xfrm>
              <a:off x="807" y="2613"/>
              <a:ext cx="90" cy="37"/>
            </a:xfrm>
            <a:custGeom>
              <a:rect b="b" l="l" r="r" t="t"/>
              <a:pathLst>
                <a:path extrusionOk="0" h="111" w="271">
                  <a:moveTo>
                    <a:pt x="271" y="29"/>
                  </a:moveTo>
                  <a:lnTo>
                    <a:pt x="260" y="32"/>
                  </a:lnTo>
                  <a:lnTo>
                    <a:pt x="248" y="38"/>
                  </a:lnTo>
                  <a:lnTo>
                    <a:pt x="233" y="45"/>
                  </a:lnTo>
                  <a:lnTo>
                    <a:pt x="216" y="51"/>
                  </a:lnTo>
                  <a:lnTo>
                    <a:pt x="194" y="59"/>
                  </a:lnTo>
                  <a:lnTo>
                    <a:pt x="173" y="68"/>
                  </a:lnTo>
                  <a:lnTo>
                    <a:pt x="153" y="74"/>
                  </a:lnTo>
                  <a:lnTo>
                    <a:pt x="131" y="83"/>
                  </a:lnTo>
                  <a:lnTo>
                    <a:pt x="108" y="90"/>
                  </a:lnTo>
                  <a:lnTo>
                    <a:pt x="87" y="97"/>
                  </a:lnTo>
                  <a:lnTo>
                    <a:pt x="66" y="104"/>
                  </a:lnTo>
                  <a:lnTo>
                    <a:pt x="48" y="108"/>
                  </a:lnTo>
                  <a:lnTo>
                    <a:pt x="31" y="110"/>
                  </a:lnTo>
                  <a:lnTo>
                    <a:pt x="17" y="111"/>
                  </a:lnTo>
                  <a:lnTo>
                    <a:pt x="7" y="110"/>
                  </a:lnTo>
                  <a:lnTo>
                    <a:pt x="0" y="110"/>
                  </a:lnTo>
                  <a:lnTo>
                    <a:pt x="5" y="104"/>
                  </a:lnTo>
                  <a:lnTo>
                    <a:pt x="17" y="95"/>
                  </a:lnTo>
                  <a:lnTo>
                    <a:pt x="31" y="86"/>
                  </a:lnTo>
                  <a:lnTo>
                    <a:pt x="49" y="74"/>
                  </a:lnTo>
                  <a:lnTo>
                    <a:pt x="68" y="63"/>
                  </a:lnTo>
                  <a:lnTo>
                    <a:pt x="90" y="50"/>
                  </a:lnTo>
                  <a:lnTo>
                    <a:pt x="113" y="38"/>
                  </a:lnTo>
                  <a:lnTo>
                    <a:pt x="137" y="27"/>
                  </a:lnTo>
                  <a:lnTo>
                    <a:pt x="159" y="15"/>
                  </a:lnTo>
                  <a:lnTo>
                    <a:pt x="181" y="9"/>
                  </a:lnTo>
                  <a:lnTo>
                    <a:pt x="203" y="1"/>
                  </a:lnTo>
                  <a:lnTo>
                    <a:pt x="222" y="0"/>
                  </a:lnTo>
                  <a:lnTo>
                    <a:pt x="240" y="0"/>
                  </a:lnTo>
                  <a:lnTo>
                    <a:pt x="254" y="5"/>
                  </a:lnTo>
                  <a:lnTo>
                    <a:pt x="264" y="14"/>
                  </a:lnTo>
                  <a:lnTo>
                    <a:pt x="271" y="29"/>
                  </a:lnTo>
                  <a:lnTo>
                    <a:pt x="271" y="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86" name="Google Shape;786;p18"/>
            <p:cNvSpPr/>
            <p:nvPr/>
          </p:nvSpPr>
          <p:spPr>
            <a:xfrm>
              <a:off x="775" y="2619"/>
              <a:ext cx="56" cy="27"/>
            </a:xfrm>
            <a:custGeom>
              <a:rect b="b" l="l" r="r" t="t"/>
              <a:pathLst>
                <a:path extrusionOk="0" h="80" w="170">
                  <a:moveTo>
                    <a:pt x="170" y="0"/>
                  </a:moveTo>
                  <a:lnTo>
                    <a:pt x="37" y="80"/>
                  </a:lnTo>
                  <a:lnTo>
                    <a:pt x="0" y="55"/>
                  </a:lnTo>
                  <a:lnTo>
                    <a:pt x="5" y="46"/>
                  </a:lnTo>
                  <a:lnTo>
                    <a:pt x="14" y="37"/>
                  </a:lnTo>
                  <a:lnTo>
                    <a:pt x="22" y="29"/>
                  </a:lnTo>
                  <a:lnTo>
                    <a:pt x="33" y="24"/>
                  </a:lnTo>
                  <a:lnTo>
                    <a:pt x="42" y="19"/>
                  </a:lnTo>
                  <a:lnTo>
                    <a:pt x="54" y="15"/>
                  </a:lnTo>
                  <a:lnTo>
                    <a:pt x="65" y="11"/>
                  </a:lnTo>
                  <a:lnTo>
                    <a:pt x="78" y="10"/>
                  </a:lnTo>
                  <a:lnTo>
                    <a:pt x="90" y="5"/>
                  </a:lnTo>
                  <a:lnTo>
                    <a:pt x="101" y="3"/>
                  </a:lnTo>
                  <a:lnTo>
                    <a:pt x="113" y="3"/>
                  </a:lnTo>
                  <a:lnTo>
                    <a:pt x="125" y="3"/>
                  </a:lnTo>
                  <a:lnTo>
                    <a:pt x="137" y="1"/>
                  </a:lnTo>
                  <a:lnTo>
                    <a:pt x="149" y="0"/>
                  </a:lnTo>
                  <a:lnTo>
                    <a:pt x="159" y="0"/>
                  </a:lnTo>
                  <a:lnTo>
                    <a:pt x="170" y="0"/>
                  </a:lnTo>
                  <a:lnTo>
                    <a:pt x="17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87" name="Google Shape;787;p18"/>
            <p:cNvSpPr/>
            <p:nvPr/>
          </p:nvSpPr>
          <p:spPr>
            <a:xfrm>
              <a:off x="517" y="2119"/>
              <a:ext cx="201" cy="320"/>
            </a:xfrm>
            <a:custGeom>
              <a:rect b="b" l="l" r="r" t="t"/>
              <a:pathLst>
                <a:path extrusionOk="0" h="959" w="603">
                  <a:moveTo>
                    <a:pt x="412" y="63"/>
                  </a:moveTo>
                  <a:lnTo>
                    <a:pt x="293" y="106"/>
                  </a:lnTo>
                  <a:lnTo>
                    <a:pt x="314" y="139"/>
                  </a:lnTo>
                  <a:lnTo>
                    <a:pt x="336" y="174"/>
                  </a:lnTo>
                  <a:lnTo>
                    <a:pt x="357" y="209"/>
                  </a:lnTo>
                  <a:lnTo>
                    <a:pt x="378" y="247"/>
                  </a:lnTo>
                  <a:lnTo>
                    <a:pt x="398" y="285"/>
                  </a:lnTo>
                  <a:lnTo>
                    <a:pt x="417" y="323"/>
                  </a:lnTo>
                  <a:lnTo>
                    <a:pt x="436" y="363"/>
                  </a:lnTo>
                  <a:lnTo>
                    <a:pt x="455" y="403"/>
                  </a:lnTo>
                  <a:lnTo>
                    <a:pt x="472" y="441"/>
                  </a:lnTo>
                  <a:lnTo>
                    <a:pt x="490" y="482"/>
                  </a:lnTo>
                  <a:lnTo>
                    <a:pt x="508" y="520"/>
                  </a:lnTo>
                  <a:lnTo>
                    <a:pt x="526" y="561"/>
                  </a:lnTo>
                  <a:lnTo>
                    <a:pt x="542" y="600"/>
                  </a:lnTo>
                  <a:lnTo>
                    <a:pt x="562" y="640"/>
                  </a:lnTo>
                  <a:lnTo>
                    <a:pt x="578" y="677"/>
                  </a:lnTo>
                  <a:lnTo>
                    <a:pt x="597" y="715"/>
                  </a:lnTo>
                  <a:lnTo>
                    <a:pt x="567" y="727"/>
                  </a:lnTo>
                  <a:lnTo>
                    <a:pt x="266" y="106"/>
                  </a:lnTo>
                  <a:lnTo>
                    <a:pt x="261" y="106"/>
                  </a:lnTo>
                  <a:lnTo>
                    <a:pt x="254" y="106"/>
                  </a:lnTo>
                  <a:lnTo>
                    <a:pt x="246" y="106"/>
                  </a:lnTo>
                  <a:lnTo>
                    <a:pt x="239" y="108"/>
                  </a:lnTo>
                  <a:lnTo>
                    <a:pt x="228" y="108"/>
                  </a:lnTo>
                  <a:lnTo>
                    <a:pt x="221" y="110"/>
                  </a:lnTo>
                  <a:lnTo>
                    <a:pt x="211" y="112"/>
                  </a:lnTo>
                  <a:lnTo>
                    <a:pt x="203" y="114"/>
                  </a:lnTo>
                  <a:lnTo>
                    <a:pt x="193" y="114"/>
                  </a:lnTo>
                  <a:lnTo>
                    <a:pt x="184" y="117"/>
                  </a:lnTo>
                  <a:lnTo>
                    <a:pt x="176" y="118"/>
                  </a:lnTo>
                  <a:lnTo>
                    <a:pt x="170" y="122"/>
                  </a:lnTo>
                  <a:lnTo>
                    <a:pt x="161" y="126"/>
                  </a:lnTo>
                  <a:lnTo>
                    <a:pt x="159" y="133"/>
                  </a:lnTo>
                  <a:lnTo>
                    <a:pt x="167" y="150"/>
                  </a:lnTo>
                  <a:lnTo>
                    <a:pt x="177" y="169"/>
                  </a:lnTo>
                  <a:lnTo>
                    <a:pt x="186" y="190"/>
                  </a:lnTo>
                  <a:lnTo>
                    <a:pt x="198" y="210"/>
                  </a:lnTo>
                  <a:lnTo>
                    <a:pt x="207" y="229"/>
                  </a:lnTo>
                  <a:lnTo>
                    <a:pt x="217" y="251"/>
                  </a:lnTo>
                  <a:lnTo>
                    <a:pt x="228" y="272"/>
                  </a:lnTo>
                  <a:lnTo>
                    <a:pt x="240" y="294"/>
                  </a:lnTo>
                  <a:lnTo>
                    <a:pt x="252" y="313"/>
                  </a:lnTo>
                  <a:lnTo>
                    <a:pt x="263" y="333"/>
                  </a:lnTo>
                  <a:lnTo>
                    <a:pt x="275" y="353"/>
                  </a:lnTo>
                  <a:lnTo>
                    <a:pt x="287" y="372"/>
                  </a:lnTo>
                  <a:lnTo>
                    <a:pt x="299" y="390"/>
                  </a:lnTo>
                  <a:lnTo>
                    <a:pt x="313" y="406"/>
                  </a:lnTo>
                  <a:lnTo>
                    <a:pt x="326" y="422"/>
                  </a:lnTo>
                  <a:lnTo>
                    <a:pt x="341" y="438"/>
                  </a:lnTo>
                  <a:lnTo>
                    <a:pt x="412" y="423"/>
                  </a:lnTo>
                  <a:lnTo>
                    <a:pt x="423" y="452"/>
                  </a:lnTo>
                  <a:lnTo>
                    <a:pt x="414" y="452"/>
                  </a:lnTo>
                  <a:lnTo>
                    <a:pt x="404" y="452"/>
                  </a:lnTo>
                  <a:lnTo>
                    <a:pt x="391" y="454"/>
                  </a:lnTo>
                  <a:lnTo>
                    <a:pt x="378" y="458"/>
                  </a:lnTo>
                  <a:lnTo>
                    <a:pt x="366" y="461"/>
                  </a:lnTo>
                  <a:lnTo>
                    <a:pt x="355" y="467"/>
                  </a:lnTo>
                  <a:lnTo>
                    <a:pt x="346" y="472"/>
                  </a:lnTo>
                  <a:lnTo>
                    <a:pt x="344" y="481"/>
                  </a:lnTo>
                  <a:lnTo>
                    <a:pt x="496" y="815"/>
                  </a:lnTo>
                  <a:lnTo>
                    <a:pt x="585" y="800"/>
                  </a:lnTo>
                  <a:lnTo>
                    <a:pt x="603" y="840"/>
                  </a:lnTo>
                  <a:lnTo>
                    <a:pt x="527" y="855"/>
                  </a:lnTo>
                  <a:lnTo>
                    <a:pt x="527" y="864"/>
                  </a:lnTo>
                  <a:lnTo>
                    <a:pt x="528" y="874"/>
                  </a:lnTo>
                  <a:lnTo>
                    <a:pt x="531" y="882"/>
                  </a:lnTo>
                  <a:lnTo>
                    <a:pt x="535" y="890"/>
                  </a:lnTo>
                  <a:lnTo>
                    <a:pt x="537" y="897"/>
                  </a:lnTo>
                  <a:lnTo>
                    <a:pt x="542" y="905"/>
                  </a:lnTo>
                  <a:lnTo>
                    <a:pt x="547" y="914"/>
                  </a:lnTo>
                  <a:lnTo>
                    <a:pt x="554" y="925"/>
                  </a:lnTo>
                  <a:lnTo>
                    <a:pt x="451" y="959"/>
                  </a:lnTo>
                  <a:lnTo>
                    <a:pt x="427" y="914"/>
                  </a:lnTo>
                  <a:lnTo>
                    <a:pt x="403" y="866"/>
                  </a:lnTo>
                  <a:lnTo>
                    <a:pt x="377" y="815"/>
                  </a:lnTo>
                  <a:lnTo>
                    <a:pt x="353" y="763"/>
                  </a:lnTo>
                  <a:lnTo>
                    <a:pt x="327" y="706"/>
                  </a:lnTo>
                  <a:lnTo>
                    <a:pt x="301" y="649"/>
                  </a:lnTo>
                  <a:lnTo>
                    <a:pt x="275" y="590"/>
                  </a:lnTo>
                  <a:lnTo>
                    <a:pt x="248" y="532"/>
                  </a:lnTo>
                  <a:lnTo>
                    <a:pt x="218" y="472"/>
                  </a:lnTo>
                  <a:lnTo>
                    <a:pt x="190" y="413"/>
                  </a:lnTo>
                  <a:lnTo>
                    <a:pt x="161" y="355"/>
                  </a:lnTo>
                  <a:lnTo>
                    <a:pt x="131" y="300"/>
                  </a:lnTo>
                  <a:lnTo>
                    <a:pt x="99" y="245"/>
                  </a:lnTo>
                  <a:lnTo>
                    <a:pt x="67" y="195"/>
                  </a:lnTo>
                  <a:lnTo>
                    <a:pt x="34" y="146"/>
                  </a:lnTo>
                  <a:lnTo>
                    <a:pt x="0" y="103"/>
                  </a:lnTo>
                  <a:lnTo>
                    <a:pt x="381" y="0"/>
                  </a:lnTo>
                  <a:lnTo>
                    <a:pt x="383" y="7"/>
                  </a:lnTo>
                  <a:lnTo>
                    <a:pt x="389" y="12"/>
                  </a:lnTo>
                  <a:lnTo>
                    <a:pt x="392" y="17"/>
                  </a:lnTo>
                  <a:lnTo>
                    <a:pt x="399" y="24"/>
                  </a:lnTo>
                  <a:lnTo>
                    <a:pt x="403" y="30"/>
                  </a:lnTo>
                  <a:lnTo>
                    <a:pt x="407" y="39"/>
                  </a:lnTo>
                  <a:lnTo>
                    <a:pt x="408" y="42"/>
                  </a:lnTo>
                  <a:lnTo>
                    <a:pt x="409" y="49"/>
                  </a:lnTo>
                  <a:lnTo>
                    <a:pt x="410" y="55"/>
                  </a:lnTo>
                  <a:lnTo>
                    <a:pt x="412" y="63"/>
                  </a:lnTo>
                  <a:lnTo>
                    <a:pt x="412" y="6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88" name="Google Shape;788;p18"/>
            <p:cNvSpPr/>
            <p:nvPr/>
          </p:nvSpPr>
          <p:spPr>
            <a:xfrm>
              <a:off x="480" y="2160"/>
              <a:ext cx="146" cy="226"/>
            </a:xfrm>
            <a:custGeom>
              <a:rect b="b" l="l" r="r" t="t"/>
              <a:pathLst>
                <a:path extrusionOk="0" h="676" w="437">
                  <a:moveTo>
                    <a:pt x="437" y="676"/>
                  </a:moveTo>
                  <a:lnTo>
                    <a:pt x="393" y="645"/>
                  </a:lnTo>
                  <a:lnTo>
                    <a:pt x="355" y="612"/>
                  </a:lnTo>
                  <a:lnTo>
                    <a:pt x="316" y="577"/>
                  </a:lnTo>
                  <a:lnTo>
                    <a:pt x="283" y="540"/>
                  </a:lnTo>
                  <a:lnTo>
                    <a:pt x="249" y="500"/>
                  </a:lnTo>
                  <a:lnTo>
                    <a:pt x="219" y="459"/>
                  </a:lnTo>
                  <a:lnTo>
                    <a:pt x="190" y="417"/>
                  </a:lnTo>
                  <a:lnTo>
                    <a:pt x="164" y="375"/>
                  </a:lnTo>
                  <a:lnTo>
                    <a:pt x="137" y="328"/>
                  </a:lnTo>
                  <a:lnTo>
                    <a:pt x="113" y="282"/>
                  </a:lnTo>
                  <a:lnTo>
                    <a:pt x="90" y="235"/>
                  </a:lnTo>
                  <a:lnTo>
                    <a:pt x="70" y="189"/>
                  </a:lnTo>
                  <a:lnTo>
                    <a:pt x="49" y="140"/>
                  </a:lnTo>
                  <a:lnTo>
                    <a:pt x="31" y="94"/>
                  </a:lnTo>
                  <a:lnTo>
                    <a:pt x="12" y="47"/>
                  </a:lnTo>
                  <a:lnTo>
                    <a:pt x="0" y="0"/>
                  </a:lnTo>
                  <a:lnTo>
                    <a:pt x="9" y="20"/>
                  </a:lnTo>
                  <a:lnTo>
                    <a:pt x="31" y="50"/>
                  </a:lnTo>
                  <a:lnTo>
                    <a:pt x="56" y="90"/>
                  </a:lnTo>
                  <a:lnTo>
                    <a:pt x="88" y="138"/>
                  </a:lnTo>
                  <a:lnTo>
                    <a:pt x="120" y="189"/>
                  </a:lnTo>
                  <a:lnTo>
                    <a:pt x="158" y="245"/>
                  </a:lnTo>
                  <a:lnTo>
                    <a:pt x="195" y="304"/>
                  </a:lnTo>
                  <a:lnTo>
                    <a:pt x="234" y="364"/>
                  </a:lnTo>
                  <a:lnTo>
                    <a:pt x="270" y="421"/>
                  </a:lnTo>
                  <a:lnTo>
                    <a:pt x="306" y="478"/>
                  </a:lnTo>
                  <a:lnTo>
                    <a:pt x="339" y="530"/>
                  </a:lnTo>
                  <a:lnTo>
                    <a:pt x="370" y="577"/>
                  </a:lnTo>
                  <a:lnTo>
                    <a:pt x="395" y="616"/>
                  </a:lnTo>
                  <a:lnTo>
                    <a:pt x="415" y="646"/>
                  </a:lnTo>
                  <a:lnTo>
                    <a:pt x="429" y="667"/>
                  </a:lnTo>
                  <a:lnTo>
                    <a:pt x="437" y="676"/>
                  </a:lnTo>
                  <a:lnTo>
                    <a:pt x="437" y="67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89" name="Google Shape;789;p18"/>
            <p:cNvSpPr/>
            <p:nvPr/>
          </p:nvSpPr>
          <p:spPr>
            <a:xfrm>
              <a:off x="841" y="1869"/>
              <a:ext cx="475" cy="275"/>
            </a:xfrm>
            <a:custGeom>
              <a:rect b="b" l="l" r="r" t="t"/>
              <a:pathLst>
                <a:path extrusionOk="0" h="826" w="1425">
                  <a:moveTo>
                    <a:pt x="0" y="744"/>
                  </a:moveTo>
                  <a:lnTo>
                    <a:pt x="823" y="783"/>
                  </a:lnTo>
                  <a:lnTo>
                    <a:pt x="1064" y="826"/>
                  </a:lnTo>
                  <a:lnTo>
                    <a:pt x="978" y="744"/>
                  </a:lnTo>
                  <a:lnTo>
                    <a:pt x="1124" y="762"/>
                  </a:lnTo>
                  <a:lnTo>
                    <a:pt x="1042" y="664"/>
                  </a:lnTo>
                  <a:lnTo>
                    <a:pt x="1168" y="658"/>
                  </a:lnTo>
                  <a:lnTo>
                    <a:pt x="1088" y="573"/>
                  </a:lnTo>
                  <a:lnTo>
                    <a:pt x="1246" y="503"/>
                  </a:lnTo>
                  <a:lnTo>
                    <a:pt x="1179" y="421"/>
                  </a:lnTo>
                  <a:lnTo>
                    <a:pt x="1334" y="381"/>
                  </a:lnTo>
                  <a:lnTo>
                    <a:pt x="1237" y="250"/>
                  </a:lnTo>
                  <a:lnTo>
                    <a:pt x="1370" y="250"/>
                  </a:lnTo>
                  <a:lnTo>
                    <a:pt x="1280" y="131"/>
                  </a:lnTo>
                  <a:lnTo>
                    <a:pt x="1425" y="0"/>
                  </a:lnTo>
                  <a:lnTo>
                    <a:pt x="1146" y="7"/>
                  </a:lnTo>
                  <a:lnTo>
                    <a:pt x="1018" y="73"/>
                  </a:lnTo>
                  <a:lnTo>
                    <a:pt x="1086" y="104"/>
                  </a:lnTo>
                  <a:lnTo>
                    <a:pt x="905" y="150"/>
                  </a:lnTo>
                  <a:lnTo>
                    <a:pt x="993" y="226"/>
                  </a:lnTo>
                  <a:lnTo>
                    <a:pt x="735" y="250"/>
                  </a:lnTo>
                  <a:lnTo>
                    <a:pt x="847" y="341"/>
                  </a:lnTo>
                  <a:lnTo>
                    <a:pt x="550" y="341"/>
                  </a:lnTo>
                  <a:lnTo>
                    <a:pt x="714" y="427"/>
                  </a:lnTo>
                  <a:lnTo>
                    <a:pt x="343" y="448"/>
                  </a:lnTo>
                  <a:lnTo>
                    <a:pt x="464" y="567"/>
                  </a:lnTo>
                  <a:lnTo>
                    <a:pt x="172" y="560"/>
                  </a:lnTo>
                  <a:lnTo>
                    <a:pt x="349" y="664"/>
                  </a:lnTo>
                  <a:lnTo>
                    <a:pt x="121" y="655"/>
                  </a:lnTo>
                  <a:lnTo>
                    <a:pt x="185" y="710"/>
                  </a:lnTo>
                  <a:lnTo>
                    <a:pt x="0" y="744"/>
                  </a:lnTo>
                  <a:lnTo>
                    <a:pt x="0" y="744"/>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90" name="Google Shape;790;p18"/>
            <p:cNvSpPr/>
            <p:nvPr/>
          </p:nvSpPr>
          <p:spPr>
            <a:xfrm>
              <a:off x="958" y="2138"/>
              <a:ext cx="508" cy="280"/>
            </a:xfrm>
            <a:custGeom>
              <a:rect b="b" l="l" r="r" t="t"/>
              <a:pathLst>
                <a:path extrusionOk="0" h="839" w="1526">
                  <a:moveTo>
                    <a:pt x="491" y="133"/>
                  </a:moveTo>
                  <a:lnTo>
                    <a:pt x="901" y="206"/>
                  </a:lnTo>
                  <a:lnTo>
                    <a:pt x="991" y="24"/>
                  </a:lnTo>
                  <a:lnTo>
                    <a:pt x="1283" y="0"/>
                  </a:lnTo>
                  <a:lnTo>
                    <a:pt x="1168" y="115"/>
                  </a:lnTo>
                  <a:lnTo>
                    <a:pt x="1420" y="60"/>
                  </a:lnTo>
                  <a:lnTo>
                    <a:pt x="1302" y="210"/>
                  </a:lnTo>
                  <a:lnTo>
                    <a:pt x="1526" y="239"/>
                  </a:lnTo>
                  <a:lnTo>
                    <a:pt x="989" y="416"/>
                  </a:lnTo>
                  <a:lnTo>
                    <a:pt x="469" y="626"/>
                  </a:lnTo>
                  <a:lnTo>
                    <a:pt x="0" y="839"/>
                  </a:lnTo>
                  <a:lnTo>
                    <a:pt x="62" y="735"/>
                  </a:lnTo>
                  <a:lnTo>
                    <a:pt x="162" y="638"/>
                  </a:lnTo>
                  <a:lnTo>
                    <a:pt x="82" y="635"/>
                  </a:lnTo>
                  <a:lnTo>
                    <a:pt x="235" y="529"/>
                  </a:lnTo>
                  <a:lnTo>
                    <a:pt x="122" y="507"/>
                  </a:lnTo>
                  <a:lnTo>
                    <a:pt x="275" y="394"/>
                  </a:lnTo>
                  <a:lnTo>
                    <a:pt x="171" y="370"/>
                  </a:lnTo>
                  <a:lnTo>
                    <a:pt x="314" y="288"/>
                  </a:lnTo>
                  <a:lnTo>
                    <a:pt x="248" y="248"/>
                  </a:lnTo>
                  <a:lnTo>
                    <a:pt x="363" y="197"/>
                  </a:lnTo>
                  <a:lnTo>
                    <a:pt x="314" y="118"/>
                  </a:lnTo>
                  <a:lnTo>
                    <a:pt x="491" y="133"/>
                  </a:lnTo>
                  <a:lnTo>
                    <a:pt x="491" y="13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91" name="Google Shape;791;p18"/>
            <p:cNvSpPr/>
            <p:nvPr/>
          </p:nvSpPr>
          <p:spPr>
            <a:xfrm>
              <a:off x="1328" y="1866"/>
              <a:ext cx="217" cy="233"/>
            </a:xfrm>
            <a:custGeom>
              <a:rect b="b" l="l" r="r" t="t"/>
              <a:pathLst>
                <a:path extrusionOk="0" h="700" w="651">
                  <a:moveTo>
                    <a:pt x="222" y="0"/>
                  </a:moveTo>
                  <a:lnTo>
                    <a:pt x="0" y="481"/>
                  </a:lnTo>
                  <a:lnTo>
                    <a:pt x="651" y="700"/>
                  </a:lnTo>
                  <a:lnTo>
                    <a:pt x="562" y="589"/>
                  </a:lnTo>
                  <a:lnTo>
                    <a:pt x="642" y="589"/>
                  </a:lnTo>
                  <a:lnTo>
                    <a:pt x="526" y="487"/>
                  </a:lnTo>
                  <a:lnTo>
                    <a:pt x="590" y="452"/>
                  </a:lnTo>
                  <a:lnTo>
                    <a:pt x="444" y="384"/>
                  </a:lnTo>
                  <a:lnTo>
                    <a:pt x="511" y="339"/>
                  </a:lnTo>
                  <a:lnTo>
                    <a:pt x="380" y="250"/>
                  </a:lnTo>
                  <a:lnTo>
                    <a:pt x="451" y="217"/>
                  </a:lnTo>
                  <a:lnTo>
                    <a:pt x="316" y="140"/>
                  </a:lnTo>
                  <a:lnTo>
                    <a:pt x="365" y="80"/>
                  </a:lnTo>
                  <a:lnTo>
                    <a:pt x="222" y="0"/>
                  </a:lnTo>
                  <a:lnTo>
                    <a:pt x="222"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92" name="Google Shape;792;p18"/>
            <p:cNvSpPr/>
            <p:nvPr/>
          </p:nvSpPr>
          <p:spPr>
            <a:xfrm>
              <a:off x="758" y="2151"/>
              <a:ext cx="216" cy="250"/>
            </a:xfrm>
            <a:custGeom>
              <a:rect b="b" l="l" r="r" t="t"/>
              <a:pathLst>
                <a:path extrusionOk="0" h="749" w="647">
                  <a:moveTo>
                    <a:pt x="0" y="0"/>
                  </a:moveTo>
                  <a:lnTo>
                    <a:pt x="647" y="27"/>
                  </a:lnTo>
                  <a:lnTo>
                    <a:pt x="465" y="749"/>
                  </a:lnTo>
                  <a:lnTo>
                    <a:pt x="413" y="663"/>
                  </a:lnTo>
                  <a:lnTo>
                    <a:pt x="441" y="532"/>
                  </a:lnTo>
                  <a:lnTo>
                    <a:pt x="344" y="499"/>
                  </a:lnTo>
                  <a:lnTo>
                    <a:pt x="388" y="420"/>
                  </a:lnTo>
                  <a:lnTo>
                    <a:pt x="219" y="335"/>
                  </a:lnTo>
                  <a:lnTo>
                    <a:pt x="292" y="277"/>
                  </a:lnTo>
                  <a:lnTo>
                    <a:pt x="92" y="207"/>
                  </a:lnTo>
                  <a:lnTo>
                    <a:pt x="122" y="147"/>
                  </a:lnTo>
                  <a:lnTo>
                    <a:pt x="13" y="118"/>
                  </a:lnTo>
                  <a:lnTo>
                    <a:pt x="117" y="54"/>
                  </a:lnTo>
                  <a:lnTo>
                    <a:pt x="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93" name="Google Shape;793;p18"/>
            <p:cNvSpPr/>
            <p:nvPr/>
          </p:nvSpPr>
          <p:spPr>
            <a:xfrm>
              <a:off x="655" y="2203"/>
              <a:ext cx="247" cy="315"/>
            </a:xfrm>
            <a:custGeom>
              <a:rect b="b" l="l" r="r" t="t"/>
              <a:pathLst>
                <a:path extrusionOk="0" h="945" w="742">
                  <a:moveTo>
                    <a:pt x="0" y="0"/>
                  </a:moveTo>
                  <a:lnTo>
                    <a:pt x="432" y="945"/>
                  </a:lnTo>
                  <a:lnTo>
                    <a:pt x="742" y="894"/>
                  </a:lnTo>
                  <a:lnTo>
                    <a:pt x="680" y="754"/>
                  </a:lnTo>
                  <a:lnTo>
                    <a:pt x="591" y="861"/>
                  </a:lnTo>
                  <a:lnTo>
                    <a:pt x="246" y="288"/>
                  </a:lnTo>
                  <a:lnTo>
                    <a:pt x="374" y="331"/>
                  </a:lnTo>
                  <a:lnTo>
                    <a:pt x="135" y="11"/>
                  </a:lnTo>
                  <a:lnTo>
                    <a:pt x="0" y="0"/>
                  </a:lnTo>
                  <a:lnTo>
                    <a:pt x="0" y="0"/>
                  </a:lnTo>
                  <a:close/>
                </a:path>
              </a:pathLst>
            </a:custGeom>
            <a:solidFill>
              <a:srgbClr val="E6E6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94" name="Google Shape;794;p18"/>
            <p:cNvSpPr/>
            <p:nvPr/>
          </p:nvSpPr>
          <p:spPr>
            <a:xfrm>
              <a:off x="883" y="2290"/>
              <a:ext cx="551" cy="211"/>
            </a:xfrm>
            <a:custGeom>
              <a:rect b="b" l="l" r="r" t="t"/>
              <a:pathLst>
                <a:path extrusionOk="0" h="631" w="1654">
                  <a:moveTo>
                    <a:pt x="852" y="237"/>
                  </a:moveTo>
                  <a:lnTo>
                    <a:pt x="161" y="563"/>
                  </a:lnTo>
                  <a:lnTo>
                    <a:pt x="0" y="582"/>
                  </a:lnTo>
                  <a:lnTo>
                    <a:pt x="31" y="631"/>
                  </a:lnTo>
                  <a:lnTo>
                    <a:pt x="783" y="538"/>
                  </a:lnTo>
                  <a:lnTo>
                    <a:pt x="1654" y="493"/>
                  </a:lnTo>
                  <a:lnTo>
                    <a:pt x="1636" y="365"/>
                  </a:lnTo>
                  <a:lnTo>
                    <a:pt x="1435" y="399"/>
                  </a:lnTo>
                  <a:lnTo>
                    <a:pt x="1042" y="463"/>
                  </a:lnTo>
                  <a:lnTo>
                    <a:pt x="639" y="456"/>
                  </a:lnTo>
                  <a:lnTo>
                    <a:pt x="676" y="399"/>
                  </a:lnTo>
                  <a:lnTo>
                    <a:pt x="1011" y="332"/>
                  </a:lnTo>
                  <a:lnTo>
                    <a:pt x="843" y="283"/>
                  </a:lnTo>
                  <a:lnTo>
                    <a:pt x="1289" y="122"/>
                  </a:lnTo>
                  <a:lnTo>
                    <a:pt x="1499" y="82"/>
                  </a:lnTo>
                  <a:lnTo>
                    <a:pt x="1496" y="0"/>
                  </a:lnTo>
                  <a:lnTo>
                    <a:pt x="1044" y="149"/>
                  </a:lnTo>
                  <a:lnTo>
                    <a:pt x="852" y="237"/>
                  </a:lnTo>
                  <a:lnTo>
                    <a:pt x="852" y="237"/>
                  </a:lnTo>
                  <a:close/>
                </a:path>
              </a:pathLst>
            </a:custGeom>
            <a:solidFill>
              <a:srgbClr val="E6E6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95" name="Google Shape;795;p18"/>
            <p:cNvSpPr/>
            <p:nvPr/>
          </p:nvSpPr>
          <p:spPr>
            <a:xfrm>
              <a:off x="1219" y="2314"/>
              <a:ext cx="215" cy="117"/>
            </a:xfrm>
            <a:custGeom>
              <a:rect b="b" l="l" r="r" t="t"/>
              <a:pathLst>
                <a:path extrusionOk="0" h="353" w="646">
                  <a:moveTo>
                    <a:pt x="60" y="229"/>
                  </a:moveTo>
                  <a:lnTo>
                    <a:pt x="413" y="198"/>
                  </a:lnTo>
                  <a:lnTo>
                    <a:pt x="378" y="83"/>
                  </a:lnTo>
                  <a:lnTo>
                    <a:pt x="406" y="12"/>
                  </a:lnTo>
                  <a:lnTo>
                    <a:pt x="482" y="0"/>
                  </a:lnTo>
                  <a:lnTo>
                    <a:pt x="646" y="326"/>
                  </a:lnTo>
                  <a:lnTo>
                    <a:pt x="422" y="353"/>
                  </a:lnTo>
                  <a:lnTo>
                    <a:pt x="451" y="262"/>
                  </a:lnTo>
                  <a:lnTo>
                    <a:pt x="0" y="268"/>
                  </a:lnTo>
                  <a:lnTo>
                    <a:pt x="60" y="229"/>
                  </a:lnTo>
                  <a:lnTo>
                    <a:pt x="60" y="229"/>
                  </a:lnTo>
                  <a:close/>
                </a:path>
              </a:pathLst>
            </a:custGeom>
            <a:solidFill>
              <a:srgbClr val="E6E6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96" name="Google Shape;796;p18"/>
            <p:cNvSpPr/>
            <p:nvPr/>
          </p:nvSpPr>
          <p:spPr>
            <a:xfrm>
              <a:off x="672" y="2212"/>
              <a:ext cx="169" cy="290"/>
            </a:xfrm>
            <a:custGeom>
              <a:rect b="b" l="l" r="r" t="t"/>
              <a:pathLst>
                <a:path extrusionOk="0" h="871" w="506">
                  <a:moveTo>
                    <a:pt x="0" y="0"/>
                  </a:moveTo>
                  <a:lnTo>
                    <a:pt x="396" y="871"/>
                  </a:lnTo>
                  <a:lnTo>
                    <a:pt x="506" y="855"/>
                  </a:lnTo>
                  <a:lnTo>
                    <a:pt x="195" y="350"/>
                  </a:lnTo>
                  <a:lnTo>
                    <a:pt x="150" y="208"/>
                  </a:lnTo>
                  <a:lnTo>
                    <a:pt x="202" y="222"/>
                  </a:lnTo>
                  <a:lnTo>
                    <a:pt x="44" y="3"/>
                  </a:lnTo>
                  <a:lnTo>
                    <a:pt x="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97" name="Google Shape;797;p18"/>
            <p:cNvSpPr/>
            <p:nvPr/>
          </p:nvSpPr>
          <p:spPr>
            <a:xfrm>
              <a:off x="961" y="2417"/>
              <a:ext cx="144" cy="60"/>
            </a:xfrm>
            <a:custGeom>
              <a:rect b="b" l="l" r="r" t="t"/>
              <a:pathLst>
                <a:path extrusionOk="0" h="179" w="433">
                  <a:moveTo>
                    <a:pt x="405" y="0"/>
                  </a:moveTo>
                  <a:lnTo>
                    <a:pt x="0" y="179"/>
                  </a:lnTo>
                  <a:lnTo>
                    <a:pt x="433" y="112"/>
                  </a:lnTo>
                  <a:lnTo>
                    <a:pt x="332" y="88"/>
                  </a:lnTo>
                  <a:lnTo>
                    <a:pt x="405" y="0"/>
                  </a:lnTo>
                  <a:lnTo>
                    <a:pt x="405"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98" name="Google Shape;798;p18"/>
            <p:cNvSpPr/>
            <p:nvPr/>
          </p:nvSpPr>
          <p:spPr>
            <a:xfrm>
              <a:off x="1352" y="2314"/>
              <a:ext cx="71" cy="131"/>
            </a:xfrm>
            <a:custGeom>
              <a:rect b="b" l="l" r="r" t="t"/>
              <a:pathLst>
                <a:path extrusionOk="0" h="393" w="213">
                  <a:moveTo>
                    <a:pt x="61" y="52"/>
                  </a:moveTo>
                  <a:lnTo>
                    <a:pt x="213" y="384"/>
                  </a:lnTo>
                  <a:lnTo>
                    <a:pt x="119" y="393"/>
                  </a:lnTo>
                  <a:lnTo>
                    <a:pt x="0" y="0"/>
                  </a:lnTo>
                  <a:lnTo>
                    <a:pt x="61" y="52"/>
                  </a:lnTo>
                  <a:lnTo>
                    <a:pt x="61" y="5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799" name="Google Shape;799;p18"/>
            <p:cNvSpPr/>
            <p:nvPr/>
          </p:nvSpPr>
          <p:spPr>
            <a:xfrm>
              <a:off x="777" y="2544"/>
              <a:ext cx="102" cy="34"/>
            </a:xfrm>
            <a:custGeom>
              <a:rect b="b" l="l" r="r" t="t"/>
              <a:pathLst>
                <a:path extrusionOk="0" h="103" w="307">
                  <a:moveTo>
                    <a:pt x="0" y="67"/>
                  </a:moveTo>
                  <a:lnTo>
                    <a:pt x="282" y="0"/>
                  </a:lnTo>
                  <a:lnTo>
                    <a:pt x="307" y="40"/>
                  </a:lnTo>
                  <a:lnTo>
                    <a:pt x="9" y="103"/>
                  </a:lnTo>
                  <a:lnTo>
                    <a:pt x="0" y="67"/>
                  </a:lnTo>
                  <a:lnTo>
                    <a:pt x="0" y="6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00" name="Google Shape;800;p18"/>
            <p:cNvSpPr/>
            <p:nvPr/>
          </p:nvSpPr>
          <p:spPr>
            <a:xfrm>
              <a:off x="1219" y="2496"/>
              <a:ext cx="68" cy="24"/>
            </a:xfrm>
            <a:custGeom>
              <a:rect b="b" l="l" r="r" t="t"/>
              <a:pathLst>
                <a:path extrusionOk="0" h="70" w="206">
                  <a:moveTo>
                    <a:pt x="0" y="13"/>
                  </a:moveTo>
                  <a:lnTo>
                    <a:pt x="200" y="0"/>
                  </a:lnTo>
                  <a:lnTo>
                    <a:pt x="206" y="66"/>
                  </a:lnTo>
                  <a:lnTo>
                    <a:pt x="5" y="70"/>
                  </a:lnTo>
                  <a:lnTo>
                    <a:pt x="51" y="42"/>
                  </a:lnTo>
                  <a:lnTo>
                    <a:pt x="0" y="13"/>
                  </a:lnTo>
                  <a:lnTo>
                    <a:pt x="0" y="1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01" name="Google Shape;801;p18"/>
            <p:cNvSpPr/>
            <p:nvPr/>
          </p:nvSpPr>
          <p:spPr>
            <a:xfrm>
              <a:off x="1414" y="2268"/>
              <a:ext cx="46" cy="98"/>
            </a:xfrm>
            <a:custGeom>
              <a:rect b="b" l="l" r="r" t="t"/>
              <a:pathLst>
                <a:path extrusionOk="0" h="295" w="139">
                  <a:moveTo>
                    <a:pt x="0" y="21"/>
                  </a:moveTo>
                  <a:lnTo>
                    <a:pt x="94" y="295"/>
                  </a:lnTo>
                  <a:lnTo>
                    <a:pt x="139" y="255"/>
                  </a:lnTo>
                  <a:lnTo>
                    <a:pt x="60" y="0"/>
                  </a:lnTo>
                  <a:lnTo>
                    <a:pt x="0" y="21"/>
                  </a:lnTo>
                  <a:lnTo>
                    <a:pt x="0" y="2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02" name="Google Shape;802;p18"/>
            <p:cNvSpPr/>
            <p:nvPr/>
          </p:nvSpPr>
          <p:spPr>
            <a:xfrm>
              <a:off x="579" y="2163"/>
              <a:ext cx="62" cy="90"/>
            </a:xfrm>
            <a:custGeom>
              <a:rect b="b" l="l" r="r" t="t"/>
              <a:pathLst>
                <a:path extrusionOk="0" h="270" w="186">
                  <a:moveTo>
                    <a:pt x="0" y="0"/>
                  </a:moveTo>
                  <a:lnTo>
                    <a:pt x="146" y="270"/>
                  </a:lnTo>
                  <a:lnTo>
                    <a:pt x="186" y="270"/>
                  </a:lnTo>
                  <a:lnTo>
                    <a:pt x="58" y="5"/>
                  </a:lnTo>
                  <a:lnTo>
                    <a:pt x="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grpSp>
      <p:sp>
        <p:nvSpPr>
          <p:cNvPr id="803" name="Google Shape;803;p18"/>
          <p:cNvSpPr txBox="1"/>
          <p:nvPr/>
        </p:nvSpPr>
        <p:spPr>
          <a:xfrm>
            <a:off x="5943600" y="2514600"/>
            <a:ext cx="2743200" cy="1828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04" name="Google Shape;804;p18"/>
          <p:cNvSpPr txBox="1"/>
          <p:nvPr/>
        </p:nvSpPr>
        <p:spPr>
          <a:xfrm>
            <a:off x="5943600" y="4343400"/>
            <a:ext cx="2743200" cy="1828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Fax</a:t>
            </a:r>
            <a:endParaRPr/>
          </a:p>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Machine</a:t>
            </a:r>
            <a:endParaRPr/>
          </a:p>
        </p:txBody>
      </p:sp>
      <p:grpSp>
        <p:nvGrpSpPr>
          <p:cNvPr id="805" name="Google Shape;805;p18"/>
          <p:cNvGrpSpPr/>
          <p:nvPr/>
        </p:nvGrpSpPr>
        <p:grpSpPr>
          <a:xfrm>
            <a:off x="6324600" y="2679700"/>
            <a:ext cx="1905000" cy="1435100"/>
            <a:chOff x="3280" y="1401"/>
            <a:chExt cx="1054" cy="794"/>
          </a:xfrm>
        </p:grpSpPr>
        <p:sp>
          <p:nvSpPr>
            <p:cNvPr id="806" name="Google Shape;806;p18"/>
            <p:cNvSpPr/>
            <p:nvPr/>
          </p:nvSpPr>
          <p:spPr>
            <a:xfrm>
              <a:off x="3476" y="1401"/>
              <a:ext cx="858" cy="794"/>
            </a:xfrm>
            <a:custGeom>
              <a:rect b="b" l="l" r="r" t="t"/>
              <a:pathLst>
                <a:path extrusionOk="0" h="1589" w="1715">
                  <a:moveTo>
                    <a:pt x="250" y="952"/>
                  </a:moveTo>
                  <a:lnTo>
                    <a:pt x="249" y="1074"/>
                  </a:lnTo>
                  <a:lnTo>
                    <a:pt x="244" y="1077"/>
                  </a:lnTo>
                  <a:lnTo>
                    <a:pt x="233" y="1085"/>
                  </a:lnTo>
                  <a:lnTo>
                    <a:pt x="217" y="1097"/>
                  </a:lnTo>
                  <a:lnTo>
                    <a:pt x="197" y="1115"/>
                  </a:lnTo>
                  <a:lnTo>
                    <a:pt x="176" y="1138"/>
                  </a:lnTo>
                  <a:lnTo>
                    <a:pt x="157" y="1168"/>
                  </a:lnTo>
                  <a:lnTo>
                    <a:pt x="139" y="1202"/>
                  </a:lnTo>
                  <a:lnTo>
                    <a:pt x="128" y="1242"/>
                  </a:lnTo>
                  <a:lnTo>
                    <a:pt x="715" y="1589"/>
                  </a:lnTo>
                  <a:lnTo>
                    <a:pt x="725" y="1559"/>
                  </a:lnTo>
                  <a:lnTo>
                    <a:pt x="737" y="1530"/>
                  </a:lnTo>
                  <a:lnTo>
                    <a:pt x="753" y="1504"/>
                  </a:lnTo>
                  <a:lnTo>
                    <a:pt x="772" y="1481"/>
                  </a:lnTo>
                  <a:lnTo>
                    <a:pt x="793" y="1460"/>
                  </a:lnTo>
                  <a:lnTo>
                    <a:pt x="815" y="1444"/>
                  </a:lnTo>
                  <a:lnTo>
                    <a:pt x="838" y="1431"/>
                  </a:lnTo>
                  <a:lnTo>
                    <a:pt x="861" y="1422"/>
                  </a:lnTo>
                  <a:lnTo>
                    <a:pt x="960" y="1481"/>
                  </a:lnTo>
                  <a:lnTo>
                    <a:pt x="1667" y="1242"/>
                  </a:lnTo>
                  <a:lnTo>
                    <a:pt x="1667" y="838"/>
                  </a:lnTo>
                  <a:lnTo>
                    <a:pt x="1593" y="793"/>
                  </a:lnTo>
                  <a:lnTo>
                    <a:pt x="1715" y="546"/>
                  </a:lnTo>
                  <a:lnTo>
                    <a:pt x="1668" y="514"/>
                  </a:lnTo>
                  <a:lnTo>
                    <a:pt x="1681" y="464"/>
                  </a:lnTo>
                  <a:lnTo>
                    <a:pt x="1688" y="413"/>
                  </a:lnTo>
                  <a:lnTo>
                    <a:pt x="1689" y="360"/>
                  </a:lnTo>
                  <a:lnTo>
                    <a:pt x="1686" y="305"/>
                  </a:lnTo>
                  <a:lnTo>
                    <a:pt x="1175" y="0"/>
                  </a:lnTo>
                  <a:lnTo>
                    <a:pt x="1183" y="34"/>
                  </a:lnTo>
                  <a:lnTo>
                    <a:pt x="1189" y="68"/>
                  </a:lnTo>
                  <a:lnTo>
                    <a:pt x="1191" y="103"/>
                  </a:lnTo>
                  <a:lnTo>
                    <a:pt x="1190" y="137"/>
                  </a:lnTo>
                  <a:lnTo>
                    <a:pt x="1187" y="171"/>
                  </a:lnTo>
                  <a:lnTo>
                    <a:pt x="1181" y="204"/>
                  </a:lnTo>
                  <a:lnTo>
                    <a:pt x="1172" y="236"/>
                  </a:lnTo>
                  <a:lnTo>
                    <a:pt x="1161" y="267"/>
                  </a:lnTo>
                  <a:lnTo>
                    <a:pt x="1147" y="297"/>
                  </a:lnTo>
                  <a:lnTo>
                    <a:pt x="1131" y="325"/>
                  </a:lnTo>
                  <a:lnTo>
                    <a:pt x="1114" y="351"/>
                  </a:lnTo>
                  <a:lnTo>
                    <a:pt x="1094" y="375"/>
                  </a:lnTo>
                  <a:lnTo>
                    <a:pt x="1073" y="396"/>
                  </a:lnTo>
                  <a:lnTo>
                    <a:pt x="1050" y="415"/>
                  </a:lnTo>
                  <a:lnTo>
                    <a:pt x="1025" y="431"/>
                  </a:lnTo>
                  <a:lnTo>
                    <a:pt x="999" y="443"/>
                  </a:lnTo>
                  <a:lnTo>
                    <a:pt x="901" y="385"/>
                  </a:lnTo>
                  <a:lnTo>
                    <a:pt x="884" y="389"/>
                  </a:lnTo>
                  <a:lnTo>
                    <a:pt x="868" y="394"/>
                  </a:lnTo>
                  <a:lnTo>
                    <a:pt x="853" y="398"/>
                  </a:lnTo>
                  <a:lnTo>
                    <a:pt x="840" y="403"/>
                  </a:lnTo>
                  <a:lnTo>
                    <a:pt x="829" y="407"/>
                  </a:lnTo>
                  <a:lnTo>
                    <a:pt x="821" y="410"/>
                  </a:lnTo>
                  <a:lnTo>
                    <a:pt x="817" y="411"/>
                  </a:lnTo>
                  <a:lnTo>
                    <a:pt x="815" y="412"/>
                  </a:lnTo>
                  <a:lnTo>
                    <a:pt x="815" y="290"/>
                  </a:lnTo>
                  <a:lnTo>
                    <a:pt x="585" y="153"/>
                  </a:lnTo>
                  <a:lnTo>
                    <a:pt x="546" y="166"/>
                  </a:lnTo>
                  <a:lnTo>
                    <a:pt x="505" y="182"/>
                  </a:lnTo>
                  <a:lnTo>
                    <a:pt x="463" y="202"/>
                  </a:lnTo>
                  <a:lnTo>
                    <a:pt x="420" y="223"/>
                  </a:lnTo>
                  <a:lnTo>
                    <a:pt x="378" y="249"/>
                  </a:lnTo>
                  <a:lnTo>
                    <a:pt x="335" y="275"/>
                  </a:lnTo>
                  <a:lnTo>
                    <a:pt x="294" y="305"/>
                  </a:lnTo>
                  <a:lnTo>
                    <a:pt x="252" y="336"/>
                  </a:lnTo>
                  <a:lnTo>
                    <a:pt x="212" y="369"/>
                  </a:lnTo>
                  <a:lnTo>
                    <a:pt x="174" y="402"/>
                  </a:lnTo>
                  <a:lnTo>
                    <a:pt x="138" y="436"/>
                  </a:lnTo>
                  <a:lnTo>
                    <a:pt x="104" y="472"/>
                  </a:lnTo>
                  <a:lnTo>
                    <a:pt x="74" y="508"/>
                  </a:lnTo>
                  <a:lnTo>
                    <a:pt x="46" y="542"/>
                  </a:lnTo>
                  <a:lnTo>
                    <a:pt x="22" y="577"/>
                  </a:lnTo>
                  <a:lnTo>
                    <a:pt x="1" y="611"/>
                  </a:lnTo>
                  <a:lnTo>
                    <a:pt x="0" y="799"/>
                  </a:lnTo>
                  <a:lnTo>
                    <a:pt x="250" y="95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07" name="Google Shape;807;p18"/>
            <p:cNvSpPr/>
            <p:nvPr/>
          </p:nvSpPr>
          <p:spPr>
            <a:xfrm>
              <a:off x="3999" y="1450"/>
              <a:ext cx="296" cy="307"/>
            </a:xfrm>
            <a:custGeom>
              <a:rect b="b" l="l" r="r" t="t"/>
              <a:pathLst>
                <a:path extrusionOk="0" h="614" w="591">
                  <a:moveTo>
                    <a:pt x="192" y="0"/>
                  </a:moveTo>
                  <a:lnTo>
                    <a:pt x="194" y="27"/>
                  </a:lnTo>
                  <a:lnTo>
                    <a:pt x="194" y="53"/>
                  </a:lnTo>
                  <a:lnTo>
                    <a:pt x="192" y="80"/>
                  </a:lnTo>
                  <a:lnTo>
                    <a:pt x="189" y="106"/>
                  </a:lnTo>
                  <a:lnTo>
                    <a:pt x="184" y="131"/>
                  </a:lnTo>
                  <a:lnTo>
                    <a:pt x="178" y="158"/>
                  </a:lnTo>
                  <a:lnTo>
                    <a:pt x="169" y="183"/>
                  </a:lnTo>
                  <a:lnTo>
                    <a:pt x="159" y="207"/>
                  </a:lnTo>
                  <a:lnTo>
                    <a:pt x="148" y="232"/>
                  </a:lnTo>
                  <a:lnTo>
                    <a:pt x="133" y="256"/>
                  </a:lnTo>
                  <a:lnTo>
                    <a:pt x="116" y="278"/>
                  </a:lnTo>
                  <a:lnTo>
                    <a:pt x="98" y="299"/>
                  </a:lnTo>
                  <a:lnTo>
                    <a:pt x="77" y="319"/>
                  </a:lnTo>
                  <a:lnTo>
                    <a:pt x="54" y="339"/>
                  </a:lnTo>
                  <a:lnTo>
                    <a:pt x="29" y="356"/>
                  </a:lnTo>
                  <a:lnTo>
                    <a:pt x="0" y="372"/>
                  </a:lnTo>
                  <a:lnTo>
                    <a:pt x="407" y="614"/>
                  </a:lnTo>
                  <a:lnTo>
                    <a:pt x="431" y="600"/>
                  </a:lnTo>
                  <a:lnTo>
                    <a:pt x="454" y="584"/>
                  </a:lnTo>
                  <a:lnTo>
                    <a:pt x="475" y="567"/>
                  </a:lnTo>
                  <a:lnTo>
                    <a:pt x="493" y="548"/>
                  </a:lnTo>
                  <a:lnTo>
                    <a:pt x="512" y="527"/>
                  </a:lnTo>
                  <a:lnTo>
                    <a:pt x="527" y="507"/>
                  </a:lnTo>
                  <a:lnTo>
                    <a:pt x="542" y="484"/>
                  </a:lnTo>
                  <a:lnTo>
                    <a:pt x="553" y="460"/>
                  </a:lnTo>
                  <a:lnTo>
                    <a:pt x="565" y="434"/>
                  </a:lnTo>
                  <a:lnTo>
                    <a:pt x="573" y="408"/>
                  </a:lnTo>
                  <a:lnTo>
                    <a:pt x="580" y="380"/>
                  </a:lnTo>
                  <a:lnTo>
                    <a:pt x="585" y="352"/>
                  </a:lnTo>
                  <a:lnTo>
                    <a:pt x="589" y="324"/>
                  </a:lnTo>
                  <a:lnTo>
                    <a:pt x="591" y="294"/>
                  </a:lnTo>
                  <a:lnTo>
                    <a:pt x="591" y="264"/>
                  </a:lnTo>
                  <a:lnTo>
                    <a:pt x="589" y="234"/>
                  </a:lnTo>
                  <a:lnTo>
                    <a:pt x="192"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08" name="Google Shape;808;p18"/>
            <p:cNvSpPr/>
            <p:nvPr/>
          </p:nvSpPr>
          <p:spPr>
            <a:xfrm>
              <a:off x="3627" y="1618"/>
              <a:ext cx="638" cy="428"/>
            </a:xfrm>
            <a:custGeom>
              <a:rect b="b" l="l" r="r" t="t"/>
              <a:pathLst>
                <a:path extrusionOk="0" h="857" w="1275">
                  <a:moveTo>
                    <a:pt x="591" y="0"/>
                  </a:moveTo>
                  <a:lnTo>
                    <a:pt x="1275" y="403"/>
                  </a:lnTo>
                  <a:lnTo>
                    <a:pt x="1198" y="433"/>
                  </a:lnTo>
                  <a:lnTo>
                    <a:pt x="1125" y="465"/>
                  </a:lnTo>
                  <a:lnTo>
                    <a:pt x="1060" y="500"/>
                  </a:lnTo>
                  <a:lnTo>
                    <a:pt x="999" y="537"/>
                  </a:lnTo>
                  <a:lnTo>
                    <a:pt x="943" y="575"/>
                  </a:lnTo>
                  <a:lnTo>
                    <a:pt x="893" y="612"/>
                  </a:lnTo>
                  <a:lnTo>
                    <a:pt x="848" y="650"/>
                  </a:lnTo>
                  <a:lnTo>
                    <a:pt x="809" y="685"/>
                  </a:lnTo>
                  <a:lnTo>
                    <a:pt x="773" y="720"/>
                  </a:lnTo>
                  <a:lnTo>
                    <a:pt x="743" y="752"/>
                  </a:lnTo>
                  <a:lnTo>
                    <a:pt x="718" y="782"/>
                  </a:lnTo>
                  <a:lnTo>
                    <a:pt x="698" y="807"/>
                  </a:lnTo>
                  <a:lnTo>
                    <a:pt x="682" y="828"/>
                  </a:lnTo>
                  <a:lnTo>
                    <a:pt x="672" y="843"/>
                  </a:lnTo>
                  <a:lnTo>
                    <a:pt x="665" y="853"/>
                  </a:lnTo>
                  <a:lnTo>
                    <a:pt x="662" y="857"/>
                  </a:lnTo>
                  <a:lnTo>
                    <a:pt x="0" y="467"/>
                  </a:lnTo>
                  <a:lnTo>
                    <a:pt x="2" y="463"/>
                  </a:lnTo>
                  <a:lnTo>
                    <a:pt x="10" y="452"/>
                  </a:lnTo>
                  <a:lnTo>
                    <a:pt x="23" y="434"/>
                  </a:lnTo>
                  <a:lnTo>
                    <a:pt x="40" y="410"/>
                  </a:lnTo>
                  <a:lnTo>
                    <a:pt x="62" y="383"/>
                  </a:lnTo>
                  <a:lnTo>
                    <a:pt x="89" y="351"/>
                  </a:lnTo>
                  <a:lnTo>
                    <a:pt x="120" y="316"/>
                  </a:lnTo>
                  <a:lnTo>
                    <a:pt x="155" y="279"/>
                  </a:lnTo>
                  <a:lnTo>
                    <a:pt x="196" y="240"/>
                  </a:lnTo>
                  <a:lnTo>
                    <a:pt x="241" y="201"/>
                  </a:lnTo>
                  <a:lnTo>
                    <a:pt x="289" y="162"/>
                  </a:lnTo>
                  <a:lnTo>
                    <a:pt x="342" y="125"/>
                  </a:lnTo>
                  <a:lnTo>
                    <a:pt x="398" y="88"/>
                  </a:lnTo>
                  <a:lnTo>
                    <a:pt x="458" y="56"/>
                  </a:lnTo>
                  <a:lnTo>
                    <a:pt x="523" y="26"/>
                  </a:lnTo>
                  <a:lnTo>
                    <a:pt x="591" y="0"/>
                  </a:lnTo>
                  <a:close/>
                </a:path>
              </a:pathLst>
            </a:custGeom>
            <a:solidFill>
              <a:srgbClr val="004C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09" name="Google Shape;809;p18"/>
            <p:cNvSpPr/>
            <p:nvPr/>
          </p:nvSpPr>
          <p:spPr>
            <a:xfrm>
              <a:off x="3621" y="1876"/>
              <a:ext cx="326" cy="236"/>
            </a:xfrm>
            <a:custGeom>
              <a:rect b="b" l="l" r="r" t="t"/>
              <a:pathLst>
                <a:path extrusionOk="0" h="472" w="653">
                  <a:moveTo>
                    <a:pt x="0" y="105"/>
                  </a:moveTo>
                  <a:lnTo>
                    <a:pt x="0" y="0"/>
                  </a:lnTo>
                  <a:lnTo>
                    <a:pt x="653" y="387"/>
                  </a:lnTo>
                  <a:lnTo>
                    <a:pt x="653" y="472"/>
                  </a:lnTo>
                  <a:lnTo>
                    <a:pt x="587" y="432"/>
                  </a:lnTo>
                  <a:lnTo>
                    <a:pt x="587" y="407"/>
                  </a:lnTo>
                  <a:lnTo>
                    <a:pt x="54" y="90"/>
                  </a:lnTo>
                  <a:lnTo>
                    <a:pt x="44" y="91"/>
                  </a:lnTo>
                  <a:lnTo>
                    <a:pt x="35" y="93"/>
                  </a:lnTo>
                  <a:lnTo>
                    <a:pt x="26" y="96"/>
                  </a:lnTo>
                  <a:lnTo>
                    <a:pt x="17" y="98"/>
                  </a:lnTo>
                  <a:lnTo>
                    <a:pt x="11" y="100"/>
                  </a:lnTo>
                  <a:lnTo>
                    <a:pt x="5" y="103"/>
                  </a:lnTo>
                  <a:lnTo>
                    <a:pt x="1" y="105"/>
                  </a:lnTo>
                  <a:lnTo>
                    <a:pt x="0" y="105"/>
                  </a:lnTo>
                  <a:close/>
                </a:path>
              </a:pathLst>
            </a:custGeom>
            <a:solidFill>
              <a:srgbClr val="004C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10" name="Google Shape;810;p18"/>
            <p:cNvSpPr/>
            <p:nvPr/>
          </p:nvSpPr>
          <p:spPr>
            <a:xfrm>
              <a:off x="3973" y="1837"/>
              <a:ext cx="314" cy="276"/>
            </a:xfrm>
            <a:custGeom>
              <a:rect b="b" l="l" r="r" t="t"/>
              <a:pathLst>
                <a:path extrusionOk="0" h="553" w="629">
                  <a:moveTo>
                    <a:pt x="0" y="553"/>
                  </a:moveTo>
                  <a:lnTo>
                    <a:pt x="0" y="468"/>
                  </a:lnTo>
                  <a:lnTo>
                    <a:pt x="2" y="465"/>
                  </a:lnTo>
                  <a:lnTo>
                    <a:pt x="9" y="453"/>
                  </a:lnTo>
                  <a:lnTo>
                    <a:pt x="22" y="437"/>
                  </a:lnTo>
                  <a:lnTo>
                    <a:pt x="38" y="414"/>
                  </a:lnTo>
                  <a:lnTo>
                    <a:pt x="60" y="388"/>
                  </a:lnTo>
                  <a:lnTo>
                    <a:pt x="86" y="357"/>
                  </a:lnTo>
                  <a:lnTo>
                    <a:pt x="119" y="322"/>
                  </a:lnTo>
                  <a:lnTo>
                    <a:pt x="156" y="285"/>
                  </a:lnTo>
                  <a:lnTo>
                    <a:pt x="197" y="247"/>
                  </a:lnTo>
                  <a:lnTo>
                    <a:pt x="243" y="208"/>
                  </a:lnTo>
                  <a:lnTo>
                    <a:pt x="295" y="169"/>
                  </a:lnTo>
                  <a:lnTo>
                    <a:pt x="351" y="131"/>
                  </a:lnTo>
                  <a:lnTo>
                    <a:pt x="414" y="94"/>
                  </a:lnTo>
                  <a:lnTo>
                    <a:pt x="481" y="60"/>
                  </a:lnTo>
                  <a:lnTo>
                    <a:pt x="552" y="27"/>
                  </a:lnTo>
                  <a:lnTo>
                    <a:pt x="629" y="0"/>
                  </a:lnTo>
                  <a:lnTo>
                    <a:pt x="629" y="337"/>
                  </a:lnTo>
                  <a:lnTo>
                    <a:pt x="0" y="553"/>
                  </a:lnTo>
                  <a:close/>
                </a:path>
              </a:pathLst>
            </a:custGeom>
            <a:solidFill>
              <a:srgbClr val="004C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11" name="Google Shape;811;p18"/>
            <p:cNvSpPr/>
            <p:nvPr/>
          </p:nvSpPr>
          <p:spPr>
            <a:xfrm>
              <a:off x="3572" y="1945"/>
              <a:ext cx="316" cy="216"/>
            </a:xfrm>
            <a:custGeom>
              <a:rect b="b" l="l" r="r" t="t"/>
              <a:pathLst>
                <a:path extrusionOk="0" h="432" w="633">
                  <a:moveTo>
                    <a:pt x="139" y="0"/>
                  </a:moveTo>
                  <a:lnTo>
                    <a:pt x="114" y="10"/>
                  </a:lnTo>
                  <a:lnTo>
                    <a:pt x="93" y="22"/>
                  </a:lnTo>
                  <a:lnTo>
                    <a:pt x="71" y="36"/>
                  </a:lnTo>
                  <a:lnTo>
                    <a:pt x="52" y="52"/>
                  </a:lnTo>
                  <a:lnTo>
                    <a:pt x="35" y="69"/>
                  </a:lnTo>
                  <a:lnTo>
                    <a:pt x="21" y="90"/>
                  </a:lnTo>
                  <a:lnTo>
                    <a:pt x="10" y="113"/>
                  </a:lnTo>
                  <a:lnTo>
                    <a:pt x="0" y="138"/>
                  </a:lnTo>
                  <a:lnTo>
                    <a:pt x="497" y="432"/>
                  </a:lnTo>
                  <a:lnTo>
                    <a:pt x="506" y="409"/>
                  </a:lnTo>
                  <a:lnTo>
                    <a:pt x="519" y="386"/>
                  </a:lnTo>
                  <a:lnTo>
                    <a:pt x="534" y="365"/>
                  </a:lnTo>
                  <a:lnTo>
                    <a:pt x="551" y="347"/>
                  </a:lnTo>
                  <a:lnTo>
                    <a:pt x="571" y="330"/>
                  </a:lnTo>
                  <a:lnTo>
                    <a:pt x="590" y="315"/>
                  </a:lnTo>
                  <a:lnTo>
                    <a:pt x="612" y="302"/>
                  </a:lnTo>
                  <a:lnTo>
                    <a:pt x="633" y="293"/>
                  </a:lnTo>
                  <a:lnTo>
                    <a:pt x="139"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12" name="Google Shape;812;p18"/>
            <p:cNvSpPr/>
            <p:nvPr/>
          </p:nvSpPr>
          <p:spPr>
            <a:xfrm>
              <a:off x="3496" y="1732"/>
              <a:ext cx="84" cy="111"/>
            </a:xfrm>
            <a:custGeom>
              <a:rect b="b" l="l" r="r" t="t"/>
              <a:pathLst>
                <a:path extrusionOk="0" h="221" w="168">
                  <a:moveTo>
                    <a:pt x="0" y="0"/>
                  </a:moveTo>
                  <a:lnTo>
                    <a:pt x="0" y="118"/>
                  </a:lnTo>
                  <a:lnTo>
                    <a:pt x="168" y="221"/>
                  </a:lnTo>
                  <a:lnTo>
                    <a:pt x="168" y="103"/>
                  </a:lnTo>
                  <a:lnTo>
                    <a:pt x="0" y="0"/>
                  </a:lnTo>
                  <a:close/>
                </a:path>
              </a:pathLst>
            </a:custGeom>
            <a:solidFill>
              <a:srgbClr val="004C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13" name="Google Shape;813;p18"/>
            <p:cNvSpPr/>
            <p:nvPr/>
          </p:nvSpPr>
          <p:spPr>
            <a:xfrm>
              <a:off x="3499" y="1497"/>
              <a:ext cx="350" cy="265"/>
            </a:xfrm>
            <a:custGeom>
              <a:rect b="b" l="l" r="r" t="t"/>
              <a:pathLst>
                <a:path extrusionOk="0" h="528" w="701">
                  <a:moveTo>
                    <a:pt x="0" y="428"/>
                  </a:moveTo>
                  <a:lnTo>
                    <a:pt x="2" y="424"/>
                  </a:lnTo>
                  <a:lnTo>
                    <a:pt x="8" y="415"/>
                  </a:lnTo>
                  <a:lnTo>
                    <a:pt x="18" y="401"/>
                  </a:lnTo>
                  <a:lnTo>
                    <a:pt x="32" y="382"/>
                  </a:lnTo>
                  <a:lnTo>
                    <a:pt x="51" y="358"/>
                  </a:lnTo>
                  <a:lnTo>
                    <a:pt x="73" y="331"/>
                  </a:lnTo>
                  <a:lnTo>
                    <a:pt x="99" y="301"/>
                  </a:lnTo>
                  <a:lnTo>
                    <a:pt x="130" y="269"/>
                  </a:lnTo>
                  <a:lnTo>
                    <a:pt x="165" y="234"/>
                  </a:lnTo>
                  <a:lnTo>
                    <a:pt x="205" y="200"/>
                  </a:lnTo>
                  <a:lnTo>
                    <a:pt x="249" y="164"/>
                  </a:lnTo>
                  <a:lnTo>
                    <a:pt x="296" y="128"/>
                  </a:lnTo>
                  <a:lnTo>
                    <a:pt x="349" y="93"/>
                  </a:lnTo>
                  <a:lnTo>
                    <a:pt x="406" y="59"/>
                  </a:lnTo>
                  <a:lnTo>
                    <a:pt x="468" y="28"/>
                  </a:lnTo>
                  <a:lnTo>
                    <a:pt x="533" y="0"/>
                  </a:lnTo>
                  <a:lnTo>
                    <a:pt x="701" y="97"/>
                  </a:lnTo>
                  <a:lnTo>
                    <a:pt x="697" y="99"/>
                  </a:lnTo>
                  <a:lnTo>
                    <a:pt x="686" y="103"/>
                  </a:lnTo>
                  <a:lnTo>
                    <a:pt x="669" y="110"/>
                  </a:lnTo>
                  <a:lnTo>
                    <a:pt x="646" y="122"/>
                  </a:lnTo>
                  <a:lnTo>
                    <a:pt x="619" y="135"/>
                  </a:lnTo>
                  <a:lnTo>
                    <a:pt x="586" y="152"/>
                  </a:lnTo>
                  <a:lnTo>
                    <a:pt x="551" y="172"/>
                  </a:lnTo>
                  <a:lnTo>
                    <a:pt x="513" y="196"/>
                  </a:lnTo>
                  <a:lnTo>
                    <a:pt x="471" y="224"/>
                  </a:lnTo>
                  <a:lnTo>
                    <a:pt x="429" y="255"/>
                  </a:lnTo>
                  <a:lnTo>
                    <a:pt x="385" y="291"/>
                  </a:lnTo>
                  <a:lnTo>
                    <a:pt x="341" y="330"/>
                  </a:lnTo>
                  <a:lnTo>
                    <a:pt x="297" y="374"/>
                  </a:lnTo>
                  <a:lnTo>
                    <a:pt x="255" y="421"/>
                  </a:lnTo>
                  <a:lnTo>
                    <a:pt x="213" y="472"/>
                  </a:lnTo>
                  <a:lnTo>
                    <a:pt x="175" y="528"/>
                  </a:lnTo>
                  <a:lnTo>
                    <a:pt x="0" y="428"/>
                  </a:lnTo>
                  <a:close/>
                </a:path>
              </a:pathLst>
            </a:custGeom>
            <a:solidFill>
              <a:srgbClr val="004C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14" name="Google Shape;814;p18"/>
            <p:cNvSpPr/>
            <p:nvPr/>
          </p:nvSpPr>
          <p:spPr>
            <a:xfrm>
              <a:off x="3602" y="1564"/>
              <a:ext cx="261" cy="291"/>
            </a:xfrm>
            <a:custGeom>
              <a:rect b="b" l="l" r="r" t="t"/>
              <a:pathLst>
                <a:path extrusionOk="0" h="582" w="522">
                  <a:moveTo>
                    <a:pt x="522" y="100"/>
                  </a:moveTo>
                  <a:lnTo>
                    <a:pt x="522" y="0"/>
                  </a:lnTo>
                  <a:lnTo>
                    <a:pt x="519" y="1"/>
                  </a:lnTo>
                  <a:lnTo>
                    <a:pt x="507" y="7"/>
                  </a:lnTo>
                  <a:lnTo>
                    <a:pt x="489" y="15"/>
                  </a:lnTo>
                  <a:lnTo>
                    <a:pt x="466" y="27"/>
                  </a:lnTo>
                  <a:lnTo>
                    <a:pt x="437" y="40"/>
                  </a:lnTo>
                  <a:lnTo>
                    <a:pt x="403" y="59"/>
                  </a:lnTo>
                  <a:lnTo>
                    <a:pt x="367" y="80"/>
                  </a:lnTo>
                  <a:lnTo>
                    <a:pt x="327" y="105"/>
                  </a:lnTo>
                  <a:lnTo>
                    <a:pt x="286" y="133"/>
                  </a:lnTo>
                  <a:lnTo>
                    <a:pt x="243" y="164"/>
                  </a:lnTo>
                  <a:lnTo>
                    <a:pt x="199" y="198"/>
                  </a:lnTo>
                  <a:lnTo>
                    <a:pt x="157" y="236"/>
                  </a:lnTo>
                  <a:lnTo>
                    <a:pt x="114" y="278"/>
                  </a:lnTo>
                  <a:lnTo>
                    <a:pt x="74" y="322"/>
                  </a:lnTo>
                  <a:lnTo>
                    <a:pt x="35" y="371"/>
                  </a:lnTo>
                  <a:lnTo>
                    <a:pt x="0" y="423"/>
                  </a:lnTo>
                  <a:lnTo>
                    <a:pt x="0" y="582"/>
                  </a:lnTo>
                  <a:lnTo>
                    <a:pt x="2" y="577"/>
                  </a:lnTo>
                  <a:lnTo>
                    <a:pt x="9" y="565"/>
                  </a:lnTo>
                  <a:lnTo>
                    <a:pt x="21" y="548"/>
                  </a:lnTo>
                  <a:lnTo>
                    <a:pt x="35" y="526"/>
                  </a:lnTo>
                  <a:lnTo>
                    <a:pt x="52" y="502"/>
                  </a:lnTo>
                  <a:lnTo>
                    <a:pt x="70" y="476"/>
                  </a:lnTo>
                  <a:lnTo>
                    <a:pt x="90" y="450"/>
                  </a:lnTo>
                  <a:lnTo>
                    <a:pt x="111" y="426"/>
                  </a:lnTo>
                  <a:lnTo>
                    <a:pt x="111" y="378"/>
                  </a:lnTo>
                  <a:lnTo>
                    <a:pt x="126" y="360"/>
                  </a:lnTo>
                  <a:lnTo>
                    <a:pt x="142" y="343"/>
                  </a:lnTo>
                  <a:lnTo>
                    <a:pt x="157" y="326"/>
                  </a:lnTo>
                  <a:lnTo>
                    <a:pt x="173" y="310"/>
                  </a:lnTo>
                  <a:lnTo>
                    <a:pt x="189" y="295"/>
                  </a:lnTo>
                  <a:lnTo>
                    <a:pt x="205" y="279"/>
                  </a:lnTo>
                  <a:lnTo>
                    <a:pt x="221" y="264"/>
                  </a:lnTo>
                  <a:lnTo>
                    <a:pt x="239" y="250"/>
                  </a:lnTo>
                  <a:lnTo>
                    <a:pt x="256" y="235"/>
                  </a:lnTo>
                  <a:lnTo>
                    <a:pt x="273" y="221"/>
                  </a:lnTo>
                  <a:lnTo>
                    <a:pt x="292" y="207"/>
                  </a:lnTo>
                  <a:lnTo>
                    <a:pt x="310" y="194"/>
                  </a:lnTo>
                  <a:lnTo>
                    <a:pt x="328" y="180"/>
                  </a:lnTo>
                  <a:lnTo>
                    <a:pt x="348" y="166"/>
                  </a:lnTo>
                  <a:lnTo>
                    <a:pt x="368" y="153"/>
                  </a:lnTo>
                  <a:lnTo>
                    <a:pt x="388" y="139"/>
                  </a:lnTo>
                  <a:lnTo>
                    <a:pt x="388" y="180"/>
                  </a:lnTo>
                  <a:lnTo>
                    <a:pt x="391" y="177"/>
                  </a:lnTo>
                  <a:lnTo>
                    <a:pt x="400" y="173"/>
                  </a:lnTo>
                  <a:lnTo>
                    <a:pt x="413" y="164"/>
                  </a:lnTo>
                  <a:lnTo>
                    <a:pt x="429" y="153"/>
                  </a:lnTo>
                  <a:lnTo>
                    <a:pt x="448" y="141"/>
                  </a:lnTo>
                  <a:lnTo>
                    <a:pt x="471" y="128"/>
                  </a:lnTo>
                  <a:lnTo>
                    <a:pt x="497" y="114"/>
                  </a:lnTo>
                  <a:lnTo>
                    <a:pt x="522" y="100"/>
                  </a:lnTo>
                  <a:close/>
                </a:path>
              </a:pathLst>
            </a:custGeom>
            <a:solidFill>
              <a:srgbClr val="004C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15" name="Google Shape;815;p18"/>
            <p:cNvSpPr/>
            <p:nvPr/>
          </p:nvSpPr>
          <p:spPr>
            <a:xfrm>
              <a:off x="3280" y="1772"/>
              <a:ext cx="376" cy="373"/>
            </a:xfrm>
            <a:custGeom>
              <a:rect b="b" l="l" r="r" t="t"/>
              <a:pathLst>
                <a:path extrusionOk="0" h="746" w="752">
                  <a:moveTo>
                    <a:pt x="498" y="116"/>
                  </a:moveTo>
                  <a:lnTo>
                    <a:pt x="525" y="106"/>
                  </a:lnTo>
                  <a:lnTo>
                    <a:pt x="536" y="99"/>
                  </a:lnTo>
                  <a:lnTo>
                    <a:pt x="544" y="86"/>
                  </a:lnTo>
                  <a:lnTo>
                    <a:pt x="547" y="70"/>
                  </a:lnTo>
                  <a:lnTo>
                    <a:pt x="547" y="54"/>
                  </a:lnTo>
                  <a:lnTo>
                    <a:pt x="542" y="31"/>
                  </a:lnTo>
                  <a:lnTo>
                    <a:pt x="531" y="16"/>
                  </a:lnTo>
                  <a:lnTo>
                    <a:pt x="517" y="6"/>
                  </a:lnTo>
                  <a:lnTo>
                    <a:pt x="502" y="1"/>
                  </a:lnTo>
                  <a:lnTo>
                    <a:pt x="485" y="0"/>
                  </a:lnTo>
                  <a:lnTo>
                    <a:pt x="468" y="1"/>
                  </a:lnTo>
                  <a:lnTo>
                    <a:pt x="451" y="4"/>
                  </a:lnTo>
                  <a:lnTo>
                    <a:pt x="436" y="9"/>
                  </a:lnTo>
                  <a:lnTo>
                    <a:pt x="434" y="9"/>
                  </a:lnTo>
                  <a:lnTo>
                    <a:pt x="431" y="11"/>
                  </a:lnTo>
                  <a:lnTo>
                    <a:pt x="426" y="14"/>
                  </a:lnTo>
                  <a:lnTo>
                    <a:pt x="419" y="16"/>
                  </a:lnTo>
                  <a:lnTo>
                    <a:pt x="413" y="19"/>
                  </a:lnTo>
                  <a:lnTo>
                    <a:pt x="406" y="22"/>
                  </a:lnTo>
                  <a:lnTo>
                    <a:pt x="399" y="25"/>
                  </a:lnTo>
                  <a:lnTo>
                    <a:pt x="392" y="27"/>
                  </a:lnTo>
                  <a:lnTo>
                    <a:pt x="384" y="31"/>
                  </a:lnTo>
                  <a:lnTo>
                    <a:pt x="376" y="37"/>
                  </a:lnTo>
                  <a:lnTo>
                    <a:pt x="369" y="45"/>
                  </a:lnTo>
                  <a:lnTo>
                    <a:pt x="362" y="54"/>
                  </a:lnTo>
                  <a:lnTo>
                    <a:pt x="356" y="63"/>
                  </a:lnTo>
                  <a:lnTo>
                    <a:pt x="353" y="73"/>
                  </a:lnTo>
                  <a:lnTo>
                    <a:pt x="350" y="84"/>
                  </a:lnTo>
                  <a:lnTo>
                    <a:pt x="349" y="94"/>
                  </a:lnTo>
                  <a:lnTo>
                    <a:pt x="349" y="274"/>
                  </a:lnTo>
                  <a:lnTo>
                    <a:pt x="349" y="285"/>
                  </a:lnTo>
                  <a:lnTo>
                    <a:pt x="343" y="296"/>
                  </a:lnTo>
                  <a:lnTo>
                    <a:pt x="335" y="304"/>
                  </a:lnTo>
                  <a:lnTo>
                    <a:pt x="324" y="309"/>
                  </a:lnTo>
                  <a:lnTo>
                    <a:pt x="112" y="377"/>
                  </a:lnTo>
                  <a:lnTo>
                    <a:pt x="74" y="394"/>
                  </a:lnTo>
                  <a:lnTo>
                    <a:pt x="43" y="415"/>
                  </a:lnTo>
                  <a:lnTo>
                    <a:pt x="21" y="443"/>
                  </a:lnTo>
                  <a:lnTo>
                    <a:pt x="6" y="473"/>
                  </a:lnTo>
                  <a:lnTo>
                    <a:pt x="0" y="506"/>
                  </a:lnTo>
                  <a:lnTo>
                    <a:pt x="2" y="539"/>
                  </a:lnTo>
                  <a:lnTo>
                    <a:pt x="13" y="572"/>
                  </a:lnTo>
                  <a:lnTo>
                    <a:pt x="32" y="602"/>
                  </a:lnTo>
                  <a:lnTo>
                    <a:pt x="55" y="628"/>
                  </a:lnTo>
                  <a:lnTo>
                    <a:pt x="81" y="651"/>
                  </a:lnTo>
                  <a:lnTo>
                    <a:pt x="107" y="671"/>
                  </a:lnTo>
                  <a:lnTo>
                    <a:pt x="135" y="689"/>
                  </a:lnTo>
                  <a:lnTo>
                    <a:pt x="164" y="704"/>
                  </a:lnTo>
                  <a:lnTo>
                    <a:pt x="193" y="717"/>
                  </a:lnTo>
                  <a:lnTo>
                    <a:pt x="222" y="727"/>
                  </a:lnTo>
                  <a:lnTo>
                    <a:pt x="252" y="734"/>
                  </a:lnTo>
                  <a:lnTo>
                    <a:pt x="282" y="740"/>
                  </a:lnTo>
                  <a:lnTo>
                    <a:pt x="312" y="744"/>
                  </a:lnTo>
                  <a:lnTo>
                    <a:pt x="341" y="746"/>
                  </a:lnTo>
                  <a:lnTo>
                    <a:pt x="370" y="745"/>
                  </a:lnTo>
                  <a:lnTo>
                    <a:pt x="396" y="742"/>
                  </a:lnTo>
                  <a:lnTo>
                    <a:pt x="422" y="739"/>
                  </a:lnTo>
                  <a:lnTo>
                    <a:pt x="446" y="732"/>
                  </a:lnTo>
                  <a:lnTo>
                    <a:pt x="468" y="725"/>
                  </a:lnTo>
                  <a:lnTo>
                    <a:pt x="752" y="626"/>
                  </a:lnTo>
                  <a:lnTo>
                    <a:pt x="600" y="539"/>
                  </a:lnTo>
                  <a:lnTo>
                    <a:pt x="391" y="616"/>
                  </a:lnTo>
                  <a:lnTo>
                    <a:pt x="378" y="619"/>
                  </a:lnTo>
                  <a:lnTo>
                    <a:pt x="365" y="620"/>
                  </a:lnTo>
                  <a:lnTo>
                    <a:pt x="350" y="620"/>
                  </a:lnTo>
                  <a:lnTo>
                    <a:pt x="337" y="620"/>
                  </a:lnTo>
                  <a:lnTo>
                    <a:pt x="320" y="618"/>
                  </a:lnTo>
                  <a:lnTo>
                    <a:pt x="305" y="616"/>
                  </a:lnTo>
                  <a:lnTo>
                    <a:pt x="289" y="612"/>
                  </a:lnTo>
                  <a:lnTo>
                    <a:pt x="274" y="608"/>
                  </a:lnTo>
                  <a:lnTo>
                    <a:pt x="259" y="603"/>
                  </a:lnTo>
                  <a:lnTo>
                    <a:pt x="244" y="597"/>
                  </a:lnTo>
                  <a:lnTo>
                    <a:pt x="231" y="592"/>
                  </a:lnTo>
                  <a:lnTo>
                    <a:pt x="218" y="586"/>
                  </a:lnTo>
                  <a:lnTo>
                    <a:pt x="206" y="580"/>
                  </a:lnTo>
                  <a:lnTo>
                    <a:pt x="196" y="573"/>
                  </a:lnTo>
                  <a:lnTo>
                    <a:pt x="188" y="567"/>
                  </a:lnTo>
                  <a:lnTo>
                    <a:pt x="181" y="562"/>
                  </a:lnTo>
                  <a:lnTo>
                    <a:pt x="169" y="548"/>
                  </a:lnTo>
                  <a:lnTo>
                    <a:pt x="163" y="535"/>
                  </a:lnTo>
                  <a:lnTo>
                    <a:pt x="160" y="522"/>
                  </a:lnTo>
                  <a:lnTo>
                    <a:pt x="161" y="511"/>
                  </a:lnTo>
                  <a:lnTo>
                    <a:pt x="167" y="501"/>
                  </a:lnTo>
                  <a:lnTo>
                    <a:pt x="174" y="493"/>
                  </a:lnTo>
                  <a:lnTo>
                    <a:pt x="184" y="486"/>
                  </a:lnTo>
                  <a:lnTo>
                    <a:pt x="197" y="480"/>
                  </a:lnTo>
                  <a:lnTo>
                    <a:pt x="419" y="399"/>
                  </a:lnTo>
                  <a:lnTo>
                    <a:pt x="432" y="394"/>
                  </a:lnTo>
                  <a:lnTo>
                    <a:pt x="443" y="384"/>
                  </a:lnTo>
                  <a:lnTo>
                    <a:pt x="451" y="373"/>
                  </a:lnTo>
                  <a:lnTo>
                    <a:pt x="459" y="360"/>
                  </a:lnTo>
                  <a:lnTo>
                    <a:pt x="463" y="346"/>
                  </a:lnTo>
                  <a:lnTo>
                    <a:pt x="468" y="332"/>
                  </a:lnTo>
                  <a:lnTo>
                    <a:pt x="470" y="319"/>
                  </a:lnTo>
                  <a:lnTo>
                    <a:pt x="470" y="306"/>
                  </a:lnTo>
                  <a:lnTo>
                    <a:pt x="470" y="151"/>
                  </a:lnTo>
                  <a:lnTo>
                    <a:pt x="470" y="134"/>
                  </a:lnTo>
                  <a:lnTo>
                    <a:pt x="472" y="125"/>
                  </a:lnTo>
                  <a:lnTo>
                    <a:pt x="482" y="121"/>
                  </a:lnTo>
                  <a:lnTo>
                    <a:pt x="498" y="1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16" name="Google Shape;816;p18"/>
            <p:cNvSpPr/>
            <p:nvPr/>
          </p:nvSpPr>
          <p:spPr>
            <a:xfrm>
              <a:off x="3305" y="1790"/>
              <a:ext cx="321" cy="334"/>
            </a:xfrm>
            <a:custGeom>
              <a:rect b="b" l="l" r="r" t="t"/>
              <a:pathLst>
                <a:path extrusionOk="0" h="667" w="641">
                  <a:moveTo>
                    <a:pt x="395" y="58"/>
                  </a:moveTo>
                  <a:lnTo>
                    <a:pt x="400" y="57"/>
                  </a:lnTo>
                  <a:lnTo>
                    <a:pt x="404" y="55"/>
                  </a:lnTo>
                  <a:lnTo>
                    <a:pt x="410" y="54"/>
                  </a:lnTo>
                  <a:lnTo>
                    <a:pt x="416" y="51"/>
                  </a:lnTo>
                  <a:lnTo>
                    <a:pt x="420" y="50"/>
                  </a:lnTo>
                  <a:lnTo>
                    <a:pt x="425" y="48"/>
                  </a:lnTo>
                  <a:lnTo>
                    <a:pt x="430" y="47"/>
                  </a:lnTo>
                  <a:lnTo>
                    <a:pt x="433" y="46"/>
                  </a:lnTo>
                  <a:lnTo>
                    <a:pt x="441" y="42"/>
                  </a:lnTo>
                  <a:lnTo>
                    <a:pt x="448" y="38"/>
                  </a:lnTo>
                  <a:lnTo>
                    <a:pt x="453" y="32"/>
                  </a:lnTo>
                  <a:lnTo>
                    <a:pt x="454" y="25"/>
                  </a:lnTo>
                  <a:lnTo>
                    <a:pt x="452" y="13"/>
                  </a:lnTo>
                  <a:lnTo>
                    <a:pt x="445" y="4"/>
                  </a:lnTo>
                  <a:lnTo>
                    <a:pt x="435" y="0"/>
                  </a:lnTo>
                  <a:lnTo>
                    <a:pt x="424" y="1"/>
                  </a:lnTo>
                  <a:lnTo>
                    <a:pt x="419" y="3"/>
                  </a:lnTo>
                  <a:lnTo>
                    <a:pt x="414" y="4"/>
                  </a:lnTo>
                  <a:lnTo>
                    <a:pt x="409" y="6"/>
                  </a:lnTo>
                  <a:lnTo>
                    <a:pt x="403" y="8"/>
                  </a:lnTo>
                  <a:lnTo>
                    <a:pt x="397" y="10"/>
                  </a:lnTo>
                  <a:lnTo>
                    <a:pt x="392" y="11"/>
                  </a:lnTo>
                  <a:lnTo>
                    <a:pt x="386" y="13"/>
                  </a:lnTo>
                  <a:lnTo>
                    <a:pt x="380" y="16"/>
                  </a:lnTo>
                  <a:lnTo>
                    <a:pt x="370" y="20"/>
                  </a:lnTo>
                  <a:lnTo>
                    <a:pt x="361" y="26"/>
                  </a:lnTo>
                  <a:lnTo>
                    <a:pt x="354" y="32"/>
                  </a:lnTo>
                  <a:lnTo>
                    <a:pt x="347" y="39"/>
                  </a:lnTo>
                  <a:lnTo>
                    <a:pt x="342" y="47"/>
                  </a:lnTo>
                  <a:lnTo>
                    <a:pt x="339" y="56"/>
                  </a:lnTo>
                  <a:lnTo>
                    <a:pt x="336" y="65"/>
                  </a:lnTo>
                  <a:lnTo>
                    <a:pt x="335" y="74"/>
                  </a:lnTo>
                  <a:lnTo>
                    <a:pt x="335" y="228"/>
                  </a:lnTo>
                  <a:lnTo>
                    <a:pt x="335" y="244"/>
                  </a:lnTo>
                  <a:lnTo>
                    <a:pt x="334" y="257"/>
                  </a:lnTo>
                  <a:lnTo>
                    <a:pt x="332" y="269"/>
                  </a:lnTo>
                  <a:lnTo>
                    <a:pt x="328" y="278"/>
                  </a:lnTo>
                  <a:lnTo>
                    <a:pt x="324" y="286"/>
                  </a:lnTo>
                  <a:lnTo>
                    <a:pt x="317" y="292"/>
                  </a:lnTo>
                  <a:lnTo>
                    <a:pt x="310" y="298"/>
                  </a:lnTo>
                  <a:lnTo>
                    <a:pt x="301" y="301"/>
                  </a:lnTo>
                  <a:lnTo>
                    <a:pt x="66" y="382"/>
                  </a:lnTo>
                  <a:lnTo>
                    <a:pt x="37" y="397"/>
                  </a:lnTo>
                  <a:lnTo>
                    <a:pt x="17" y="416"/>
                  </a:lnTo>
                  <a:lnTo>
                    <a:pt x="6" y="439"/>
                  </a:lnTo>
                  <a:lnTo>
                    <a:pt x="0" y="465"/>
                  </a:lnTo>
                  <a:lnTo>
                    <a:pt x="1" y="490"/>
                  </a:lnTo>
                  <a:lnTo>
                    <a:pt x="7" y="515"/>
                  </a:lnTo>
                  <a:lnTo>
                    <a:pt x="16" y="537"/>
                  </a:lnTo>
                  <a:lnTo>
                    <a:pt x="30" y="556"/>
                  </a:lnTo>
                  <a:lnTo>
                    <a:pt x="47" y="573"/>
                  </a:lnTo>
                  <a:lnTo>
                    <a:pt x="67" y="589"/>
                  </a:lnTo>
                  <a:lnTo>
                    <a:pt x="88" y="604"/>
                  </a:lnTo>
                  <a:lnTo>
                    <a:pt x="108" y="617"/>
                  </a:lnTo>
                  <a:lnTo>
                    <a:pt x="131" y="628"/>
                  </a:lnTo>
                  <a:lnTo>
                    <a:pt x="153" y="639"/>
                  </a:lnTo>
                  <a:lnTo>
                    <a:pt x="176" y="647"/>
                  </a:lnTo>
                  <a:lnTo>
                    <a:pt x="199" y="654"/>
                  </a:lnTo>
                  <a:lnTo>
                    <a:pt x="221" y="659"/>
                  </a:lnTo>
                  <a:lnTo>
                    <a:pt x="244" y="664"/>
                  </a:lnTo>
                  <a:lnTo>
                    <a:pt x="265" y="666"/>
                  </a:lnTo>
                  <a:lnTo>
                    <a:pt x="286" y="667"/>
                  </a:lnTo>
                  <a:lnTo>
                    <a:pt x="306" y="667"/>
                  </a:lnTo>
                  <a:lnTo>
                    <a:pt x="324" y="666"/>
                  </a:lnTo>
                  <a:lnTo>
                    <a:pt x="341" y="664"/>
                  </a:lnTo>
                  <a:lnTo>
                    <a:pt x="356" y="660"/>
                  </a:lnTo>
                  <a:lnTo>
                    <a:pt x="641" y="563"/>
                  </a:lnTo>
                  <a:lnTo>
                    <a:pt x="590" y="533"/>
                  </a:lnTo>
                  <a:lnTo>
                    <a:pt x="355" y="616"/>
                  </a:lnTo>
                  <a:lnTo>
                    <a:pt x="339" y="620"/>
                  </a:lnTo>
                  <a:lnTo>
                    <a:pt x="321" y="622"/>
                  </a:lnTo>
                  <a:lnTo>
                    <a:pt x="303" y="622"/>
                  </a:lnTo>
                  <a:lnTo>
                    <a:pt x="283" y="622"/>
                  </a:lnTo>
                  <a:lnTo>
                    <a:pt x="264" y="620"/>
                  </a:lnTo>
                  <a:lnTo>
                    <a:pt x="243" y="617"/>
                  </a:lnTo>
                  <a:lnTo>
                    <a:pt x="223" y="612"/>
                  </a:lnTo>
                  <a:lnTo>
                    <a:pt x="204" y="606"/>
                  </a:lnTo>
                  <a:lnTo>
                    <a:pt x="184" y="601"/>
                  </a:lnTo>
                  <a:lnTo>
                    <a:pt x="166" y="594"/>
                  </a:lnTo>
                  <a:lnTo>
                    <a:pt x="149" y="586"/>
                  </a:lnTo>
                  <a:lnTo>
                    <a:pt x="131" y="578"/>
                  </a:lnTo>
                  <a:lnTo>
                    <a:pt x="116" y="570"/>
                  </a:lnTo>
                  <a:lnTo>
                    <a:pt x="104" y="561"/>
                  </a:lnTo>
                  <a:lnTo>
                    <a:pt x="92" y="552"/>
                  </a:lnTo>
                  <a:lnTo>
                    <a:pt x="83" y="544"/>
                  </a:lnTo>
                  <a:lnTo>
                    <a:pt x="69" y="526"/>
                  </a:lnTo>
                  <a:lnTo>
                    <a:pt x="60" y="507"/>
                  </a:lnTo>
                  <a:lnTo>
                    <a:pt x="55" y="489"/>
                  </a:lnTo>
                  <a:lnTo>
                    <a:pt x="55" y="469"/>
                  </a:lnTo>
                  <a:lnTo>
                    <a:pt x="61" y="453"/>
                  </a:lnTo>
                  <a:lnTo>
                    <a:pt x="70" y="437"/>
                  </a:lnTo>
                  <a:lnTo>
                    <a:pt x="84" y="426"/>
                  </a:lnTo>
                  <a:lnTo>
                    <a:pt x="102" y="416"/>
                  </a:lnTo>
                  <a:lnTo>
                    <a:pt x="326" y="337"/>
                  </a:lnTo>
                  <a:lnTo>
                    <a:pt x="338" y="332"/>
                  </a:lnTo>
                  <a:lnTo>
                    <a:pt x="347" y="325"/>
                  </a:lnTo>
                  <a:lnTo>
                    <a:pt x="356" y="316"/>
                  </a:lnTo>
                  <a:lnTo>
                    <a:pt x="363" y="306"/>
                  </a:lnTo>
                  <a:lnTo>
                    <a:pt x="369" y="295"/>
                  </a:lnTo>
                  <a:lnTo>
                    <a:pt x="373" y="284"/>
                  </a:lnTo>
                  <a:lnTo>
                    <a:pt x="376" y="271"/>
                  </a:lnTo>
                  <a:lnTo>
                    <a:pt x="377" y="259"/>
                  </a:lnTo>
                  <a:lnTo>
                    <a:pt x="377" y="86"/>
                  </a:lnTo>
                  <a:lnTo>
                    <a:pt x="378" y="77"/>
                  </a:lnTo>
                  <a:lnTo>
                    <a:pt x="382" y="69"/>
                  </a:lnTo>
                  <a:lnTo>
                    <a:pt x="388" y="63"/>
                  </a:lnTo>
                  <a:lnTo>
                    <a:pt x="395" y="58"/>
                  </a:lnTo>
                  <a:close/>
                </a:path>
              </a:pathLst>
            </a:custGeom>
            <a:solidFill>
              <a:srgbClr val="004C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17" name="Google Shape;817;p18"/>
            <p:cNvSpPr/>
            <p:nvPr/>
          </p:nvSpPr>
          <p:spPr>
            <a:xfrm>
              <a:off x="3661" y="1694"/>
              <a:ext cx="311" cy="240"/>
            </a:xfrm>
            <a:custGeom>
              <a:rect b="b" l="l" r="r" t="t"/>
              <a:pathLst>
                <a:path extrusionOk="0" h="480" w="622">
                  <a:moveTo>
                    <a:pt x="0" y="304"/>
                  </a:moveTo>
                  <a:lnTo>
                    <a:pt x="17" y="280"/>
                  </a:lnTo>
                  <a:lnTo>
                    <a:pt x="36" y="257"/>
                  </a:lnTo>
                  <a:lnTo>
                    <a:pt x="54" y="235"/>
                  </a:lnTo>
                  <a:lnTo>
                    <a:pt x="72" y="213"/>
                  </a:lnTo>
                  <a:lnTo>
                    <a:pt x="92" y="191"/>
                  </a:lnTo>
                  <a:lnTo>
                    <a:pt x="112" y="171"/>
                  </a:lnTo>
                  <a:lnTo>
                    <a:pt x="132" y="151"/>
                  </a:lnTo>
                  <a:lnTo>
                    <a:pt x="153" y="131"/>
                  </a:lnTo>
                  <a:lnTo>
                    <a:pt x="174" y="113"/>
                  </a:lnTo>
                  <a:lnTo>
                    <a:pt x="195" y="95"/>
                  </a:lnTo>
                  <a:lnTo>
                    <a:pt x="215" y="77"/>
                  </a:lnTo>
                  <a:lnTo>
                    <a:pt x="237" y="60"/>
                  </a:lnTo>
                  <a:lnTo>
                    <a:pt x="258" y="44"/>
                  </a:lnTo>
                  <a:lnTo>
                    <a:pt x="280" y="29"/>
                  </a:lnTo>
                  <a:lnTo>
                    <a:pt x="302" y="14"/>
                  </a:lnTo>
                  <a:lnTo>
                    <a:pt x="324" y="0"/>
                  </a:lnTo>
                  <a:lnTo>
                    <a:pt x="622" y="175"/>
                  </a:lnTo>
                  <a:lnTo>
                    <a:pt x="598" y="191"/>
                  </a:lnTo>
                  <a:lnTo>
                    <a:pt x="575" y="207"/>
                  </a:lnTo>
                  <a:lnTo>
                    <a:pt x="552" y="225"/>
                  </a:lnTo>
                  <a:lnTo>
                    <a:pt x="529" y="242"/>
                  </a:lnTo>
                  <a:lnTo>
                    <a:pt x="507" y="260"/>
                  </a:lnTo>
                  <a:lnTo>
                    <a:pt x="484" y="278"/>
                  </a:lnTo>
                  <a:lnTo>
                    <a:pt x="463" y="297"/>
                  </a:lnTo>
                  <a:lnTo>
                    <a:pt x="442" y="316"/>
                  </a:lnTo>
                  <a:lnTo>
                    <a:pt x="421" y="335"/>
                  </a:lnTo>
                  <a:lnTo>
                    <a:pt x="402" y="355"/>
                  </a:lnTo>
                  <a:lnTo>
                    <a:pt x="382" y="374"/>
                  </a:lnTo>
                  <a:lnTo>
                    <a:pt x="364" y="395"/>
                  </a:lnTo>
                  <a:lnTo>
                    <a:pt x="347" y="416"/>
                  </a:lnTo>
                  <a:lnTo>
                    <a:pt x="329" y="437"/>
                  </a:lnTo>
                  <a:lnTo>
                    <a:pt x="312" y="458"/>
                  </a:lnTo>
                  <a:lnTo>
                    <a:pt x="297" y="480"/>
                  </a:lnTo>
                  <a:lnTo>
                    <a:pt x="0" y="30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18" name="Google Shape;818;p18"/>
            <p:cNvSpPr/>
            <p:nvPr/>
          </p:nvSpPr>
          <p:spPr>
            <a:xfrm>
              <a:off x="3693" y="1817"/>
              <a:ext cx="45" cy="38"/>
            </a:xfrm>
            <a:custGeom>
              <a:rect b="b" l="l" r="r" t="t"/>
              <a:pathLst>
                <a:path extrusionOk="0" h="75" w="89">
                  <a:moveTo>
                    <a:pt x="0" y="46"/>
                  </a:moveTo>
                  <a:lnTo>
                    <a:pt x="1" y="45"/>
                  </a:lnTo>
                  <a:lnTo>
                    <a:pt x="4" y="40"/>
                  </a:lnTo>
                  <a:lnTo>
                    <a:pt x="8" y="35"/>
                  </a:lnTo>
                  <a:lnTo>
                    <a:pt x="14" y="27"/>
                  </a:lnTo>
                  <a:lnTo>
                    <a:pt x="20" y="20"/>
                  </a:lnTo>
                  <a:lnTo>
                    <a:pt x="27" y="12"/>
                  </a:lnTo>
                  <a:lnTo>
                    <a:pt x="33" y="5"/>
                  </a:lnTo>
                  <a:lnTo>
                    <a:pt x="38" y="0"/>
                  </a:lnTo>
                  <a:lnTo>
                    <a:pt x="89" y="30"/>
                  </a:lnTo>
                  <a:lnTo>
                    <a:pt x="81" y="39"/>
                  </a:lnTo>
                  <a:lnTo>
                    <a:pt x="74" y="48"/>
                  </a:lnTo>
                  <a:lnTo>
                    <a:pt x="67" y="55"/>
                  </a:lnTo>
                  <a:lnTo>
                    <a:pt x="61" y="62"/>
                  </a:lnTo>
                  <a:lnTo>
                    <a:pt x="57" y="68"/>
                  </a:lnTo>
                  <a:lnTo>
                    <a:pt x="53" y="71"/>
                  </a:lnTo>
                  <a:lnTo>
                    <a:pt x="51" y="73"/>
                  </a:lnTo>
                  <a:lnTo>
                    <a:pt x="50" y="75"/>
                  </a:lnTo>
                  <a:lnTo>
                    <a:pt x="0" y="46"/>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19" name="Google Shape;819;p18"/>
            <p:cNvSpPr/>
            <p:nvPr/>
          </p:nvSpPr>
          <p:spPr>
            <a:xfrm>
              <a:off x="3724" y="1782"/>
              <a:ext cx="48" cy="37"/>
            </a:xfrm>
            <a:custGeom>
              <a:rect b="b" l="l" r="r" t="t"/>
              <a:pathLst>
                <a:path extrusionOk="0" h="74" w="94">
                  <a:moveTo>
                    <a:pt x="0" y="43"/>
                  </a:moveTo>
                  <a:lnTo>
                    <a:pt x="1" y="42"/>
                  </a:lnTo>
                  <a:lnTo>
                    <a:pt x="4" y="38"/>
                  </a:lnTo>
                  <a:lnTo>
                    <a:pt x="9" y="35"/>
                  </a:lnTo>
                  <a:lnTo>
                    <a:pt x="15" y="28"/>
                  </a:lnTo>
                  <a:lnTo>
                    <a:pt x="21" y="22"/>
                  </a:lnTo>
                  <a:lnTo>
                    <a:pt x="28" y="15"/>
                  </a:lnTo>
                  <a:lnTo>
                    <a:pt x="36" y="7"/>
                  </a:lnTo>
                  <a:lnTo>
                    <a:pt x="43" y="0"/>
                  </a:lnTo>
                  <a:lnTo>
                    <a:pt x="94" y="30"/>
                  </a:lnTo>
                  <a:lnTo>
                    <a:pt x="85" y="39"/>
                  </a:lnTo>
                  <a:lnTo>
                    <a:pt x="77" y="48"/>
                  </a:lnTo>
                  <a:lnTo>
                    <a:pt x="70" y="54"/>
                  </a:lnTo>
                  <a:lnTo>
                    <a:pt x="63" y="61"/>
                  </a:lnTo>
                  <a:lnTo>
                    <a:pt x="58" y="67"/>
                  </a:lnTo>
                  <a:lnTo>
                    <a:pt x="55" y="71"/>
                  </a:lnTo>
                  <a:lnTo>
                    <a:pt x="53" y="73"/>
                  </a:lnTo>
                  <a:lnTo>
                    <a:pt x="51" y="74"/>
                  </a:lnTo>
                  <a:lnTo>
                    <a:pt x="0" y="43"/>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20" name="Google Shape;820;p18"/>
            <p:cNvSpPr/>
            <p:nvPr/>
          </p:nvSpPr>
          <p:spPr>
            <a:xfrm>
              <a:off x="3734" y="1841"/>
              <a:ext cx="44" cy="38"/>
            </a:xfrm>
            <a:custGeom>
              <a:rect b="b" l="l" r="r" t="t"/>
              <a:pathLst>
                <a:path extrusionOk="0" h="76" w="89">
                  <a:moveTo>
                    <a:pt x="0" y="46"/>
                  </a:moveTo>
                  <a:lnTo>
                    <a:pt x="1" y="45"/>
                  </a:lnTo>
                  <a:lnTo>
                    <a:pt x="5" y="41"/>
                  </a:lnTo>
                  <a:lnTo>
                    <a:pt x="9" y="36"/>
                  </a:lnTo>
                  <a:lnTo>
                    <a:pt x="15" y="29"/>
                  </a:lnTo>
                  <a:lnTo>
                    <a:pt x="21" y="21"/>
                  </a:lnTo>
                  <a:lnTo>
                    <a:pt x="28" y="14"/>
                  </a:lnTo>
                  <a:lnTo>
                    <a:pt x="34" y="6"/>
                  </a:lnTo>
                  <a:lnTo>
                    <a:pt x="39" y="0"/>
                  </a:lnTo>
                  <a:lnTo>
                    <a:pt x="89" y="31"/>
                  </a:lnTo>
                  <a:lnTo>
                    <a:pt x="81" y="40"/>
                  </a:lnTo>
                  <a:lnTo>
                    <a:pt x="74" y="48"/>
                  </a:lnTo>
                  <a:lnTo>
                    <a:pt x="67" y="56"/>
                  </a:lnTo>
                  <a:lnTo>
                    <a:pt x="61" y="63"/>
                  </a:lnTo>
                  <a:lnTo>
                    <a:pt x="57" y="68"/>
                  </a:lnTo>
                  <a:lnTo>
                    <a:pt x="53" y="72"/>
                  </a:lnTo>
                  <a:lnTo>
                    <a:pt x="51" y="75"/>
                  </a:lnTo>
                  <a:lnTo>
                    <a:pt x="50" y="76"/>
                  </a:lnTo>
                  <a:lnTo>
                    <a:pt x="0" y="46"/>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21" name="Google Shape;821;p18"/>
            <p:cNvSpPr/>
            <p:nvPr/>
          </p:nvSpPr>
          <p:spPr>
            <a:xfrm>
              <a:off x="3776" y="1866"/>
              <a:ext cx="44" cy="37"/>
            </a:xfrm>
            <a:custGeom>
              <a:rect b="b" l="l" r="r" t="t"/>
              <a:pathLst>
                <a:path extrusionOk="0" h="75" w="89">
                  <a:moveTo>
                    <a:pt x="0" y="45"/>
                  </a:moveTo>
                  <a:lnTo>
                    <a:pt x="1" y="44"/>
                  </a:lnTo>
                  <a:lnTo>
                    <a:pt x="4" y="41"/>
                  </a:lnTo>
                  <a:lnTo>
                    <a:pt x="8" y="35"/>
                  </a:lnTo>
                  <a:lnTo>
                    <a:pt x="14" y="29"/>
                  </a:lnTo>
                  <a:lnTo>
                    <a:pt x="20" y="21"/>
                  </a:lnTo>
                  <a:lnTo>
                    <a:pt x="25" y="14"/>
                  </a:lnTo>
                  <a:lnTo>
                    <a:pt x="32" y="7"/>
                  </a:lnTo>
                  <a:lnTo>
                    <a:pt x="38" y="0"/>
                  </a:lnTo>
                  <a:lnTo>
                    <a:pt x="89" y="30"/>
                  </a:lnTo>
                  <a:lnTo>
                    <a:pt x="81" y="40"/>
                  </a:lnTo>
                  <a:lnTo>
                    <a:pt x="73" y="48"/>
                  </a:lnTo>
                  <a:lnTo>
                    <a:pt x="66" y="56"/>
                  </a:lnTo>
                  <a:lnTo>
                    <a:pt x="61" y="63"/>
                  </a:lnTo>
                  <a:lnTo>
                    <a:pt x="55" y="67"/>
                  </a:lnTo>
                  <a:lnTo>
                    <a:pt x="53" y="72"/>
                  </a:lnTo>
                  <a:lnTo>
                    <a:pt x="51" y="74"/>
                  </a:lnTo>
                  <a:lnTo>
                    <a:pt x="50" y="75"/>
                  </a:lnTo>
                  <a:lnTo>
                    <a:pt x="0" y="45"/>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22" name="Google Shape;822;p18"/>
            <p:cNvSpPr/>
            <p:nvPr/>
          </p:nvSpPr>
          <p:spPr>
            <a:xfrm>
              <a:off x="3766" y="1806"/>
              <a:ext cx="46" cy="37"/>
            </a:xfrm>
            <a:custGeom>
              <a:rect b="b" l="l" r="r" t="t"/>
              <a:pathLst>
                <a:path extrusionOk="0" h="73" w="94">
                  <a:moveTo>
                    <a:pt x="0" y="42"/>
                  </a:moveTo>
                  <a:lnTo>
                    <a:pt x="2" y="41"/>
                  </a:lnTo>
                  <a:lnTo>
                    <a:pt x="5" y="38"/>
                  </a:lnTo>
                  <a:lnTo>
                    <a:pt x="9" y="34"/>
                  </a:lnTo>
                  <a:lnTo>
                    <a:pt x="15" y="27"/>
                  </a:lnTo>
                  <a:lnTo>
                    <a:pt x="21" y="22"/>
                  </a:lnTo>
                  <a:lnTo>
                    <a:pt x="28" y="15"/>
                  </a:lnTo>
                  <a:lnTo>
                    <a:pt x="36" y="7"/>
                  </a:lnTo>
                  <a:lnTo>
                    <a:pt x="43" y="0"/>
                  </a:lnTo>
                  <a:lnTo>
                    <a:pt x="94" y="30"/>
                  </a:lnTo>
                  <a:lnTo>
                    <a:pt x="85" y="39"/>
                  </a:lnTo>
                  <a:lnTo>
                    <a:pt x="77" y="47"/>
                  </a:lnTo>
                  <a:lnTo>
                    <a:pt x="70" y="54"/>
                  </a:lnTo>
                  <a:lnTo>
                    <a:pt x="64" y="61"/>
                  </a:lnTo>
                  <a:lnTo>
                    <a:pt x="59" y="66"/>
                  </a:lnTo>
                  <a:lnTo>
                    <a:pt x="56" y="70"/>
                  </a:lnTo>
                  <a:lnTo>
                    <a:pt x="53" y="72"/>
                  </a:lnTo>
                  <a:lnTo>
                    <a:pt x="52" y="73"/>
                  </a:lnTo>
                  <a:lnTo>
                    <a:pt x="0" y="42"/>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23" name="Google Shape;823;p18"/>
            <p:cNvSpPr/>
            <p:nvPr/>
          </p:nvSpPr>
          <p:spPr>
            <a:xfrm>
              <a:off x="3808" y="1831"/>
              <a:ext cx="46" cy="36"/>
            </a:xfrm>
            <a:custGeom>
              <a:rect b="b" l="l" r="r" t="t"/>
              <a:pathLst>
                <a:path extrusionOk="0" h="74" w="92">
                  <a:moveTo>
                    <a:pt x="0" y="43"/>
                  </a:moveTo>
                  <a:lnTo>
                    <a:pt x="1" y="42"/>
                  </a:lnTo>
                  <a:lnTo>
                    <a:pt x="4" y="38"/>
                  </a:lnTo>
                  <a:lnTo>
                    <a:pt x="8" y="34"/>
                  </a:lnTo>
                  <a:lnTo>
                    <a:pt x="15" y="28"/>
                  </a:lnTo>
                  <a:lnTo>
                    <a:pt x="20" y="21"/>
                  </a:lnTo>
                  <a:lnTo>
                    <a:pt x="27" y="14"/>
                  </a:lnTo>
                  <a:lnTo>
                    <a:pt x="35" y="7"/>
                  </a:lnTo>
                  <a:lnTo>
                    <a:pt x="42" y="0"/>
                  </a:lnTo>
                  <a:lnTo>
                    <a:pt x="92" y="29"/>
                  </a:lnTo>
                  <a:lnTo>
                    <a:pt x="83" y="38"/>
                  </a:lnTo>
                  <a:lnTo>
                    <a:pt x="74" y="46"/>
                  </a:lnTo>
                  <a:lnTo>
                    <a:pt x="68" y="54"/>
                  </a:lnTo>
                  <a:lnTo>
                    <a:pt x="62" y="60"/>
                  </a:lnTo>
                  <a:lnTo>
                    <a:pt x="57" y="66"/>
                  </a:lnTo>
                  <a:lnTo>
                    <a:pt x="54" y="70"/>
                  </a:lnTo>
                  <a:lnTo>
                    <a:pt x="51" y="73"/>
                  </a:lnTo>
                  <a:lnTo>
                    <a:pt x="50" y="74"/>
                  </a:lnTo>
                  <a:lnTo>
                    <a:pt x="0" y="43"/>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24" name="Google Shape;824;p18"/>
            <p:cNvSpPr/>
            <p:nvPr/>
          </p:nvSpPr>
          <p:spPr>
            <a:xfrm>
              <a:off x="3761" y="1748"/>
              <a:ext cx="48" cy="35"/>
            </a:xfrm>
            <a:custGeom>
              <a:rect b="b" l="l" r="r" t="t"/>
              <a:pathLst>
                <a:path extrusionOk="0" h="70" w="97">
                  <a:moveTo>
                    <a:pt x="0" y="39"/>
                  </a:moveTo>
                  <a:lnTo>
                    <a:pt x="1" y="38"/>
                  </a:lnTo>
                  <a:lnTo>
                    <a:pt x="4" y="35"/>
                  </a:lnTo>
                  <a:lnTo>
                    <a:pt x="8" y="31"/>
                  </a:lnTo>
                  <a:lnTo>
                    <a:pt x="15" y="26"/>
                  </a:lnTo>
                  <a:lnTo>
                    <a:pt x="22" y="19"/>
                  </a:lnTo>
                  <a:lnTo>
                    <a:pt x="29" y="13"/>
                  </a:lnTo>
                  <a:lnTo>
                    <a:pt x="38" y="6"/>
                  </a:lnTo>
                  <a:lnTo>
                    <a:pt x="46" y="0"/>
                  </a:lnTo>
                  <a:lnTo>
                    <a:pt x="97" y="29"/>
                  </a:lnTo>
                  <a:lnTo>
                    <a:pt x="88" y="36"/>
                  </a:lnTo>
                  <a:lnTo>
                    <a:pt x="78" y="43"/>
                  </a:lnTo>
                  <a:lnTo>
                    <a:pt x="72" y="50"/>
                  </a:lnTo>
                  <a:lnTo>
                    <a:pt x="65" y="56"/>
                  </a:lnTo>
                  <a:lnTo>
                    <a:pt x="59" y="62"/>
                  </a:lnTo>
                  <a:lnTo>
                    <a:pt x="55" y="66"/>
                  </a:lnTo>
                  <a:lnTo>
                    <a:pt x="53" y="69"/>
                  </a:lnTo>
                  <a:lnTo>
                    <a:pt x="52" y="70"/>
                  </a:lnTo>
                  <a:lnTo>
                    <a:pt x="0" y="39"/>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25" name="Google Shape;825;p18"/>
            <p:cNvSpPr/>
            <p:nvPr/>
          </p:nvSpPr>
          <p:spPr>
            <a:xfrm>
              <a:off x="3801" y="1772"/>
              <a:ext cx="48" cy="36"/>
            </a:xfrm>
            <a:custGeom>
              <a:rect b="b" l="l" r="r" t="t"/>
              <a:pathLst>
                <a:path extrusionOk="0" h="70" w="95">
                  <a:moveTo>
                    <a:pt x="0" y="40"/>
                  </a:moveTo>
                  <a:lnTo>
                    <a:pt x="1" y="39"/>
                  </a:lnTo>
                  <a:lnTo>
                    <a:pt x="3" y="37"/>
                  </a:lnTo>
                  <a:lnTo>
                    <a:pt x="8" y="32"/>
                  </a:lnTo>
                  <a:lnTo>
                    <a:pt x="15" y="26"/>
                  </a:lnTo>
                  <a:lnTo>
                    <a:pt x="22" y="21"/>
                  </a:lnTo>
                  <a:lnTo>
                    <a:pt x="29" y="14"/>
                  </a:lnTo>
                  <a:lnTo>
                    <a:pt x="38" y="7"/>
                  </a:lnTo>
                  <a:lnTo>
                    <a:pt x="46" y="0"/>
                  </a:lnTo>
                  <a:lnTo>
                    <a:pt x="95" y="30"/>
                  </a:lnTo>
                  <a:lnTo>
                    <a:pt x="86" y="38"/>
                  </a:lnTo>
                  <a:lnTo>
                    <a:pt x="77" y="45"/>
                  </a:lnTo>
                  <a:lnTo>
                    <a:pt x="70" y="52"/>
                  </a:lnTo>
                  <a:lnTo>
                    <a:pt x="63" y="57"/>
                  </a:lnTo>
                  <a:lnTo>
                    <a:pt x="59" y="63"/>
                  </a:lnTo>
                  <a:lnTo>
                    <a:pt x="55" y="67"/>
                  </a:lnTo>
                  <a:lnTo>
                    <a:pt x="53" y="69"/>
                  </a:lnTo>
                  <a:lnTo>
                    <a:pt x="52" y="70"/>
                  </a:lnTo>
                  <a:lnTo>
                    <a:pt x="0" y="4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26" name="Google Shape;826;p18"/>
            <p:cNvSpPr/>
            <p:nvPr/>
          </p:nvSpPr>
          <p:spPr>
            <a:xfrm>
              <a:off x="3842" y="1797"/>
              <a:ext cx="48" cy="35"/>
            </a:xfrm>
            <a:custGeom>
              <a:rect b="b" l="l" r="r" t="t"/>
              <a:pathLst>
                <a:path extrusionOk="0" h="71" w="95">
                  <a:moveTo>
                    <a:pt x="0" y="41"/>
                  </a:moveTo>
                  <a:lnTo>
                    <a:pt x="1" y="40"/>
                  </a:lnTo>
                  <a:lnTo>
                    <a:pt x="3" y="37"/>
                  </a:lnTo>
                  <a:lnTo>
                    <a:pt x="8" y="33"/>
                  </a:lnTo>
                  <a:lnTo>
                    <a:pt x="14" y="27"/>
                  </a:lnTo>
                  <a:lnTo>
                    <a:pt x="20" y="21"/>
                  </a:lnTo>
                  <a:lnTo>
                    <a:pt x="27" y="14"/>
                  </a:lnTo>
                  <a:lnTo>
                    <a:pt x="37" y="7"/>
                  </a:lnTo>
                  <a:lnTo>
                    <a:pt x="45" y="0"/>
                  </a:lnTo>
                  <a:lnTo>
                    <a:pt x="95" y="30"/>
                  </a:lnTo>
                  <a:lnTo>
                    <a:pt x="85" y="38"/>
                  </a:lnTo>
                  <a:lnTo>
                    <a:pt x="77" y="45"/>
                  </a:lnTo>
                  <a:lnTo>
                    <a:pt x="69" y="52"/>
                  </a:lnTo>
                  <a:lnTo>
                    <a:pt x="62" y="58"/>
                  </a:lnTo>
                  <a:lnTo>
                    <a:pt x="56" y="64"/>
                  </a:lnTo>
                  <a:lnTo>
                    <a:pt x="53" y="67"/>
                  </a:lnTo>
                  <a:lnTo>
                    <a:pt x="50" y="69"/>
                  </a:lnTo>
                  <a:lnTo>
                    <a:pt x="49" y="71"/>
                  </a:lnTo>
                  <a:lnTo>
                    <a:pt x="0" y="41"/>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27" name="Google Shape;827;p18"/>
            <p:cNvSpPr/>
            <p:nvPr/>
          </p:nvSpPr>
          <p:spPr>
            <a:xfrm>
              <a:off x="3798" y="1718"/>
              <a:ext cx="50" cy="33"/>
            </a:xfrm>
            <a:custGeom>
              <a:rect b="b" l="l" r="r" t="t"/>
              <a:pathLst>
                <a:path extrusionOk="0" h="65" w="100">
                  <a:moveTo>
                    <a:pt x="0" y="35"/>
                  </a:moveTo>
                  <a:lnTo>
                    <a:pt x="1" y="34"/>
                  </a:lnTo>
                  <a:lnTo>
                    <a:pt x="5" y="32"/>
                  </a:lnTo>
                  <a:lnTo>
                    <a:pt x="9" y="28"/>
                  </a:lnTo>
                  <a:lnTo>
                    <a:pt x="15" y="24"/>
                  </a:lnTo>
                  <a:lnTo>
                    <a:pt x="23" y="18"/>
                  </a:lnTo>
                  <a:lnTo>
                    <a:pt x="31" y="12"/>
                  </a:lnTo>
                  <a:lnTo>
                    <a:pt x="40" y="5"/>
                  </a:lnTo>
                  <a:lnTo>
                    <a:pt x="51" y="0"/>
                  </a:lnTo>
                  <a:lnTo>
                    <a:pt x="100" y="28"/>
                  </a:lnTo>
                  <a:lnTo>
                    <a:pt x="90" y="35"/>
                  </a:lnTo>
                  <a:lnTo>
                    <a:pt x="81" y="41"/>
                  </a:lnTo>
                  <a:lnTo>
                    <a:pt x="73" y="48"/>
                  </a:lnTo>
                  <a:lnTo>
                    <a:pt x="66" y="54"/>
                  </a:lnTo>
                  <a:lnTo>
                    <a:pt x="60" y="58"/>
                  </a:lnTo>
                  <a:lnTo>
                    <a:pt x="55" y="62"/>
                  </a:lnTo>
                  <a:lnTo>
                    <a:pt x="53" y="64"/>
                  </a:lnTo>
                  <a:lnTo>
                    <a:pt x="52" y="65"/>
                  </a:lnTo>
                  <a:lnTo>
                    <a:pt x="0" y="35"/>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28" name="Google Shape;828;p18"/>
            <p:cNvSpPr/>
            <p:nvPr/>
          </p:nvSpPr>
          <p:spPr>
            <a:xfrm>
              <a:off x="3838" y="1741"/>
              <a:ext cx="51" cy="34"/>
            </a:xfrm>
            <a:custGeom>
              <a:rect b="b" l="l" r="r" t="t"/>
              <a:pathLst>
                <a:path extrusionOk="0" h="68" w="101">
                  <a:moveTo>
                    <a:pt x="0" y="38"/>
                  </a:moveTo>
                  <a:lnTo>
                    <a:pt x="1" y="37"/>
                  </a:lnTo>
                  <a:lnTo>
                    <a:pt x="3" y="34"/>
                  </a:lnTo>
                  <a:lnTo>
                    <a:pt x="8" y="31"/>
                  </a:lnTo>
                  <a:lnTo>
                    <a:pt x="13" y="25"/>
                  </a:lnTo>
                  <a:lnTo>
                    <a:pt x="20" y="19"/>
                  </a:lnTo>
                  <a:lnTo>
                    <a:pt x="28" y="14"/>
                  </a:lnTo>
                  <a:lnTo>
                    <a:pt x="38" y="7"/>
                  </a:lnTo>
                  <a:lnTo>
                    <a:pt x="48" y="0"/>
                  </a:lnTo>
                  <a:lnTo>
                    <a:pt x="101" y="31"/>
                  </a:lnTo>
                  <a:lnTo>
                    <a:pt x="91" y="38"/>
                  </a:lnTo>
                  <a:lnTo>
                    <a:pt x="81" y="45"/>
                  </a:lnTo>
                  <a:lnTo>
                    <a:pt x="72" y="50"/>
                  </a:lnTo>
                  <a:lnTo>
                    <a:pt x="65" y="56"/>
                  </a:lnTo>
                  <a:lnTo>
                    <a:pt x="58" y="61"/>
                  </a:lnTo>
                  <a:lnTo>
                    <a:pt x="54" y="64"/>
                  </a:lnTo>
                  <a:lnTo>
                    <a:pt x="50" y="67"/>
                  </a:lnTo>
                  <a:lnTo>
                    <a:pt x="49" y="68"/>
                  </a:lnTo>
                  <a:lnTo>
                    <a:pt x="0" y="38"/>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29" name="Google Shape;829;p18"/>
            <p:cNvSpPr/>
            <p:nvPr/>
          </p:nvSpPr>
          <p:spPr>
            <a:xfrm>
              <a:off x="3881" y="1767"/>
              <a:ext cx="49" cy="33"/>
            </a:xfrm>
            <a:custGeom>
              <a:rect b="b" l="l" r="r" t="t"/>
              <a:pathLst>
                <a:path extrusionOk="0" h="67" w="99">
                  <a:moveTo>
                    <a:pt x="0" y="37"/>
                  </a:moveTo>
                  <a:lnTo>
                    <a:pt x="1" y="36"/>
                  </a:lnTo>
                  <a:lnTo>
                    <a:pt x="3" y="34"/>
                  </a:lnTo>
                  <a:lnTo>
                    <a:pt x="8" y="30"/>
                  </a:lnTo>
                  <a:lnTo>
                    <a:pt x="15" y="26"/>
                  </a:lnTo>
                  <a:lnTo>
                    <a:pt x="22" y="20"/>
                  </a:lnTo>
                  <a:lnTo>
                    <a:pt x="30" y="13"/>
                  </a:lnTo>
                  <a:lnTo>
                    <a:pt x="39" y="7"/>
                  </a:lnTo>
                  <a:lnTo>
                    <a:pt x="48" y="0"/>
                  </a:lnTo>
                  <a:lnTo>
                    <a:pt x="99" y="30"/>
                  </a:lnTo>
                  <a:lnTo>
                    <a:pt x="90" y="37"/>
                  </a:lnTo>
                  <a:lnTo>
                    <a:pt x="81" y="43"/>
                  </a:lnTo>
                  <a:lnTo>
                    <a:pt x="71" y="50"/>
                  </a:lnTo>
                  <a:lnTo>
                    <a:pt x="64" y="56"/>
                  </a:lnTo>
                  <a:lnTo>
                    <a:pt x="59" y="60"/>
                  </a:lnTo>
                  <a:lnTo>
                    <a:pt x="53" y="64"/>
                  </a:lnTo>
                  <a:lnTo>
                    <a:pt x="51" y="66"/>
                  </a:lnTo>
                  <a:lnTo>
                    <a:pt x="49" y="67"/>
                  </a:lnTo>
                  <a:lnTo>
                    <a:pt x="0" y="37"/>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30" name="Google Shape;830;p18"/>
            <p:cNvSpPr/>
            <p:nvPr/>
          </p:nvSpPr>
          <p:spPr>
            <a:xfrm>
              <a:off x="3937" y="1795"/>
              <a:ext cx="124" cy="83"/>
            </a:xfrm>
            <a:custGeom>
              <a:rect b="b" l="l" r="r" t="t"/>
              <a:pathLst>
                <a:path extrusionOk="0" h="165" w="247">
                  <a:moveTo>
                    <a:pt x="119" y="0"/>
                  </a:moveTo>
                  <a:lnTo>
                    <a:pt x="107" y="8"/>
                  </a:lnTo>
                  <a:lnTo>
                    <a:pt x="93" y="17"/>
                  </a:lnTo>
                  <a:lnTo>
                    <a:pt x="77" y="28"/>
                  </a:lnTo>
                  <a:lnTo>
                    <a:pt x="62" y="39"/>
                  </a:lnTo>
                  <a:lnTo>
                    <a:pt x="45" y="52"/>
                  </a:lnTo>
                  <a:lnTo>
                    <a:pt x="30" y="63"/>
                  </a:lnTo>
                  <a:lnTo>
                    <a:pt x="13" y="76"/>
                  </a:lnTo>
                  <a:lnTo>
                    <a:pt x="0" y="87"/>
                  </a:lnTo>
                  <a:lnTo>
                    <a:pt x="128" y="165"/>
                  </a:lnTo>
                  <a:lnTo>
                    <a:pt x="140" y="153"/>
                  </a:lnTo>
                  <a:lnTo>
                    <a:pt x="154" y="142"/>
                  </a:lnTo>
                  <a:lnTo>
                    <a:pt x="169" y="130"/>
                  </a:lnTo>
                  <a:lnTo>
                    <a:pt x="185" y="119"/>
                  </a:lnTo>
                  <a:lnTo>
                    <a:pt x="201" y="107"/>
                  </a:lnTo>
                  <a:lnTo>
                    <a:pt x="217" y="96"/>
                  </a:lnTo>
                  <a:lnTo>
                    <a:pt x="232" y="85"/>
                  </a:lnTo>
                  <a:lnTo>
                    <a:pt x="247" y="76"/>
                  </a:lnTo>
                  <a:lnTo>
                    <a:pt x="11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31" name="Google Shape;831;p18"/>
            <p:cNvSpPr/>
            <p:nvPr/>
          </p:nvSpPr>
          <p:spPr>
            <a:xfrm>
              <a:off x="3971" y="1819"/>
              <a:ext cx="49" cy="33"/>
            </a:xfrm>
            <a:custGeom>
              <a:rect b="b" l="l" r="r" t="t"/>
              <a:pathLst>
                <a:path extrusionOk="0" h="67" w="98">
                  <a:moveTo>
                    <a:pt x="0" y="38"/>
                  </a:moveTo>
                  <a:lnTo>
                    <a:pt x="1" y="37"/>
                  </a:lnTo>
                  <a:lnTo>
                    <a:pt x="3" y="35"/>
                  </a:lnTo>
                  <a:lnTo>
                    <a:pt x="8" y="31"/>
                  </a:lnTo>
                  <a:lnTo>
                    <a:pt x="15" y="25"/>
                  </a:lnTo>
                  <a:lnTo>
                    <a:pt x="22" y="20"/>
                  </a:lnTo>
                  <a:lnTo>
                    <a:pt x="30" y="13"/>
                  </a:lnTo>
                  <a:lnTo>
                    <a:pt x="38" y="7"/>
                  </a:lnTo>
                  <a:lnTo>
                    <a:pt x="47" y="0"/>
                  </a:lnTo>
                  <a:lnTo>
                    <a:pt x="98" y="30"/>
                  </a:lnTo>
                  <a:lnTo>
                    <a:pt x="88" y="37"/>
                  </a:lnTo>
                  <a:lnTo>
                    <a:pt x="79" y="43"/>
                  </a:lnTo>
                  <a:lnTo>
                    <a:pt x="70" y="50"/>
                  </a:lnTo>
                  <a:lnTo>
                    <a:pt x="63" y="55"/>
                  </a:lnTo>
                  <a:lnTo>
                    <a:pt x="57" y="60"/>
                  </a:lnTo>
                  <a:lnTo>
                    <a:pt x="51" y="63"/>
                  </a:lnTo>
                  <a:lnTo>
                    <a:pt x="49" y="66"/>
                  </a:lnTo>
                  <a:lnTo>
                    <a:pt x="48" y="67"/>
                  </a:lnTo>
                  <a:lnTo>
                    <a:pt x="0" y="38"/>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32" name="Google Shape;832;p18"/>
            <p:cNvSpPr/>
            <p:nvPr/>
          </p:nvSpPr>
          <p:spPr>
            <a:xfrm>
              <a:off x="3866" y="1859"/>
              <a:ext cx="111" cy="87"/>
            </a:xfrm>
            <a:custGeom>
              <a:rect b="b" l="l" r="r" t="t"/>
              <a:pathLst>
                <a:path extrusionOk="0" h="172" w="222">
                  <a:moveTo>
                    <a:pt x="97" y="0"/>
                  </a:moveTo>
                  <a:lnTo>
                    <a:pt x="83" y="11"/>
                  </a:lnTo>
                  <a:lnTo>
                    <a:pt x="70" y="22"/>
                  </a:lnTo>
                  <a:lnTo>
                    <a:pt x="58" y="34"/>
                  </a:lnTo>
                  <a:lnTo>
                    <a:pt x="45" y="46"/>
                  </a:lnTo>
                  <a:lnTo>
                    <a:pt x="33" y="58"/>
                  </a:lnTo>
                  <a:lnTo>
                    <a:pt x="22" y="71"/>
                  </a:lnTo>
                  <a:lnTo>
                    <a:pt x="10" y="84"/>
                  </a:lnTo>
                  <a:lnTo>
                    <a:pt x="0" y="96"/>
                  </a:lnTo>
                  <a:lnTo>
                    <a:pt x="126" y="172"/>
                  </a:lnTo>
                  <a:lnTo>
                    <a:pt x="136" y="160"/>
                  </a:lnTo>
                  <a:lnTo>
                    <a:pt x="147" y="147"/>
                  </a:lnTo>
                  <a:lnTo>
                    <a:pt x="158" y="134"/>
                  </a:lnTo>
                  <a:lnTo>
                    <a:pt x="170" y="123"/>
                  </a:lnTo>
                  <a:lnTo>
                    <a:pt x="182" y="110"/>
                  </a:lnTo>
                  <a:lnTo>
                    <a:pt x="195" y="98"/>
                  </a:lnTo>
                  <a:lnTo>
                    <a:pt x="208" y="86"/>
                  </a:lnTo>
                  <a:lnTo>
                    <a:pt x="222" y="73"/>
                  </a:lnTo>
                  <a:lnTo>
                    <a:pt x="9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33" name="Google Shape;833;p18"/>
            <p:cNvSpPr/>
            <p:nvPr/>
          </p:nvSpPr>
          <p:spPr>
            <a:xfrm>
              <a:off x="3896" y="1883"/>
              <a:ext cx="46" cy="36"/>
            </a:xfrm>
            <a:custGeom>
              <a:rect b="b" l="l" r="r" t="t"/>
              <a:pathLst>
                <a:path extrusionOk="0" h="71" w="92">
                  <a:moveTo>
                    <a:pt x="0" y="43"/>
                  </a:moveTo>
                  <a:lnTo>
                    <a:pt x="1" y="41"/>
                  </a:lnTo>
                  <a:lnTo>
                    <a:pt x="3" y="38"/>
                  </a:lnTo>
                  <a:lnTo>
                    <a:pt x="8" y="33"/>
                  </a:lnTo>
                  <a:lnTo>
                    <a:pt x="14" y="28"/>
                  </a:lnTo>
                  <a:lnTo>
                    <a:pt x="19" y="21"/>
                  </a:lnTo>
                  <a:lnTo>
                    <a:pt x="28" y="14"/>
                  </a:lnTo>
                  <a:lnTo>
                    <a:pt x="34" y="7"/>
                  </a:lnTo>
                  <a:lnTo>
                    <a:pt x="42" y="0"/>
                  </a:lnTo>
                  <a:lnTo>
                    <a:pt x="92" y="30"/>
                  </a:lnTo>
                  <a:lnTo>
                    <a:pt x="83" y="38"/>
                  </a:lnTo>
                  <a:lnTo>
                    <a:pt x="75" y="46"/>
                  </a:lnTo>
                  <a:lnTo>
                    <a:pt x="68" y="53"/>
                  </a:lnTo>
                  <a:lnTo>
                    <a:pt x="62" y="59"/>
                  </a:lnTo>
                  <a:lnTo>
                    <a:pt x="56" y="64"/>
                  </a:lnTo>
                  <a:lnTo>
                    <a:pt x="53" y="68"/>
                  </a:lnTo>
                  <a:lnTo>
                    <a:pt x="51" y="70"/>
                  </a:lnTo>
                  <a:lnTo>
                    <a:pt x="49" y="71"/>
                  </a:lnTo>
                  <a:lnTo>
                    <a:pt x="0" y="43"/>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34" name="Google Shape;834;p18"/>
            <p:cNvSpPr/>
            <p:nvPr/>
          </p:nvSpPr>
          <p:spPr>
            <a:xfrm>
              <a:off x="3842" y="1642"/>
              <a:ext cx="369" cy="210"/>
            </a:xfrm>
            <a:custGeom>
              <a:rect b="b" l="l" r="r" t="t"/>
              <a:pathLst>
                <a:path extrusionOk="0" h="421" w="737">
                  <a:moveTo>
                    <a:pt x="154" y="0"/>
                  </a:moveTo>
                  <a:lnTo>
                    <a:pt x="135" y="8"/>
                  </a:lnTo>
                  <a:lnTo>
                    <a:pt x="115" y="17"/>
                  </a:lnTo>
                  <a:lnTo>
                    <a:pt x="93" y="26"/>
                  </a:lnTo>
                  <a:lnTo>
                    <a:pt x="72" y="36"/>
                  </a:lnTo>
                  <a:lnTo>
                    <a:pt x="52" y="48"/>
                  </a:lnTo>
                  <a:lnTo>
                    <a:pt x="32" y="58"/>
                  </a:lnTo>
                  <a:lnTo>
                    <a:pt x="15" y="67"/>
                  </a:lnTo>
                  <a:lnTo>
                    <a:pt x="0" y="77"/>
                  </a:lnTo>
                  <a:lnTo>
                    <a:pt x="586" y="421"/>
                  </a:lnTo>
                  <a:lnTo>
                    <a:pt x="603" y="409"/>
                  </a:lnTo>
                  <a:lnTo>
                    <a:pt x="622" y="399"/>
                  </a:lnTo>
                  <a:lnTo>
                    <a:pt x="639" y="390"/>
                  </a:lnTo>
                  <a:lnTo>
                    <a:pt x="659" y="379"/>
                  </a:lnTo>
                  <a:lnTo>
                    <a:pt x="677" y="370"/>
                  </a:lnTo>
                  <a:lnTo>
                    <a:pt x="697" y="362"/>
                  </a:lnTo>
                  <a:lnTo>
                    <a:pt x="716" y="353"/>
                  </a:lnTo>
                  <a:lnTo>
                    <a:pt x="737" y="345"/>
                  </a:lnTo>
                  <a:lnTo>
                    <a:pt x="15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35" name="Google Shape;835;p18"/>
            <p:cNvSpPr/>
            <p:nvPr/>
          </p:nvSpPr>
          <p:spPr>
            <a:xfrm>
              <a:off x="3881" y="1663"/>
              <a:ext cx="292" cy="166"/>
            </a:xfrm>
            <a:custGeom>
              <a:rect b="b" l="l" r="r" t="t"/>
              <a:pathLst>
                <a:path extrusionOk="0" h="333" w="584">
                  <a:moveTo>
                    <a:pt x="0" y="36"/>
                  </a:moveTo>
                  <a:lnTo>
                    <a:pt x="510" y="333"/>
                  </a:lnTo>
                  <a:lnTo>
                    <a:pt x="523" y="327"/>
                  </a:lnTo>
                  <a:lnTo>
                    <a:pt x="534" y="320"/>
                  </a:lnTo>
                  <a:lnTo>
                    <a:pt x="547" y="314"/>
                  </a:lnTo>
                  <a:lnTo>
                    <a:pt x="559" y="310"/>
                  </a:lnTo>
                  <a:lnTo>
                    <a:pt x="569" y="305"/>
                  </a:lnTo>
                  <a:lnTo>
                    <a:pt x="577" y="302"/>
                  </a:lnTo>
                  <a:lnTo>
                    <a:pt x="582" y="299"/>
                  </a:lnTo>
                  <a:lnTo>
                    <a:pt x="584" y="298"/>
                  </a:lnTo>
                  <a:lnTo>
                    <a:pt x="78" y="0"/>
                  </a:lnTo>
                  <a:lnTo>
                    <a:pt x="64" y="5"/>
                  </a:lnTo>
                  <a:lnTo>
                    <a:pt x="49" y="10"/>
                  </a:lnTo>
                  <a:lnTo>
                    <a:pt x="37" y="17"/>
                  </a:lnTo>
                  <a:lnTo>
                    <a:pt x="25" y="23"/>
                  </a:lnTo>
                  <a:lnTo>
                    <a:pt x="15" y="28"/>
                  </a:lnTo>
                  <a:lnTo>
                    <a:pt x="7" y="32"/>
                  </a:lnTo>
                  <a:lnTo>
                    <a:pt x="2" y="35"/>
                  </a:lnTo>
                  <a:lnTo>
                    <a:pt x="0" y="36"/>
                  </a:lnTo>
                  <a:close/>
                </a:path>
              </a:pathLst>
            </a:custGeom>
            <a:solidFill>
              <a:srgbClr val="7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grpSp>
      <p:sp>
        <p:nvSpPr>
          <p:cNvPr id="836" name="Google Shape;836;p18"/>
          <p:cNvSpPr txBox="1"/>
          <p:nvPr/>
        </p:nvSpPr>
        <p:spPr>
          <a:xfrm>
            <a:off x="3200400" y="2514600"/>
            <a:ext cx="2743200" cy="1828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37" name="Google Shape;837;p18"/>
          <p:cNvSpPr txBox="1"/>
          <p:nvPr/>
        </p:nvSpPr>
        <p:spPr>
          <a:xfrm>
            <a:off x="3200400" y="4343400"/>
            <a:ext cx="2743200" cy="1828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E-mail</a:t>
            </a:r>
            <a:endParaRPr/>
          </a:p>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or Online</a:t>
            </a:r>
            <a:endParaRPr/>
          </a:p>
        </p:txBody>
      </p:sp>
      <p:graphicFrame>
        <p:nvGraphicFramePr>
          <p:cNvPr id="838" name="Google Shape;838;p18"/>
          <p:cNvGraphicFramePr/>
          <p:nvPr/>
        </p:nvGraphicFramePr>
        <p:xfrm>
          <a:off x="3352800" y="2819400"/>
          <a:ext cx="2438400" cy="1295400"/>
        </p:xfrm>
        <a:graphic>
          <a:graphicData uri="http://schemas.openxmlformats.org/presentationml/2006/ole">
            <mc:AlternateContent>
              <mc:Choice Requires="v">
                <p:oleObj r:id="rId4" imgH="1295400" imgW="2438400" progId="MS_ClipArt_Gallery.5" spid="_x0000_s1">
                  <p:embed/>
                </p:oleObj>
              </mc:Choice>
              <mc:Fallback>
                <p:oleObj r:id="rId5" imgH="1295400" imgW="2438400" progId="MS_ClipArt_Gallery.5">
                  <p:embed/>
                  <p:pic>
                    <p:nvPicPr>
                      <p:cNvPr id="838" name="Google Shape;838;p18"/>
                      <p:cNvPicPr preferRelativeResize="0"/>
                      <p:nvPr/>
                    </p:nvPicPr>
                    <p:blipFill rotWithShape="1">
                      <a:blip r:embed="rId6">
                        <a:alphaModFix/>
                      </a:blip>
                      <a:srcRect b="0" l="0" r="0" t="0"/>
                      <a:stretch/>
                    </p:blipFill>
                    <p:spPr>
                      <a:xfrm>
                        <a:off x="3352800" y="2819400"/>
                        <a:ext cx="2438400" cy="1295400"/>
                      </a:xfrm>
                      <a:prstGeom prst="rect">
                        <a:avLst/>
                      </a:prstGeom>
                      <a:noFill/>
                      <a:ln>
                        <a:noFill/>
                      </a:ln>
                    </p:spPr>
                  </p:pic>
                </p:oleObj>
              </mc:Fallback>
            </mc:AlternateContent>
          </a:graphicData>
        </a:graphic>
      </p:graphicFrame>
    </p:spTree>
  </p:cSld>
  <p:clrMapOvr>
    <a:masterClrMapping/>
  </p:clrMapOvr>
  <p:transition spd="slow">
    <p:spli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1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845" name="Google Shape;845;p1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846" name="Google Shape;846;p1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847" name="Google Shape;847;p19"/>
          <p:cNvSpPr txBox="1"/>
          <p:nvPr/>
        </p:nvSpPr>
        <p:spPr>
          <a:xfrm>
            <a:off x="457200" y="2667000"/>
            <a:ext cx="8229600" cy="35052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48" name="Google Shape;848;p19"/>
          <p:cNvSpPr txBox="1"/>
          <p:nvPr>
            <p:ph type="title"/>
          </p:nvPr>
        </p:nvSpPr>
        <p:spPr>
          <a:xfrm>
            <a:off x="457200" y="381000"/>
            <a:ext cx="8229600" cy="2286000"/>
          </a:xfrm>
          <a:prstGeom prst="rect">
            <a:avLst/>
          </a:prstGeom>
          <a:solidFill>
            <a:srgbClr val="00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Submitting</a:t>
            </a:r>
            <a:br>
              <a:rPr b="1" i="0" lang="en-US" sz="5400" u="none">
                <a:solidFill>
                  <a:schemeClr val="lt1"/>
                </a:solidFill>
                <a:latin typeface="Tahoma"/>
                <a:ea typeface="Tahoma"/>
                <a:cs typeface="Tahoma"/>
                <a:sym typeface="Tahoma"/>
              </a:rPr>
            </a:br>
            <a:r>
              <a:rPr b="1" i="0" lang="en-US" sz="5400" u="none">
                <a:solidFill>
                  <a:schemeClr val="lt1"/>
                </a:solidFill>
                <a:latin typeface="Tahoma"/>
                <a:ea typeface="Tahoma"/>
                <a:cs typeface="Tahoma"/>
                <a:sym typeface="Tahoma"/>
              </a:rPr>
              <a:t>On-Line Résumés</a:t>
            </a:r>
            <a:endParaRPr/>
          </a:p>
        </p:txBody>
      </p:sp>
      <p:grpSp>
        <p:nvGrpSpPr>
          <p:cNvPr id="849" name="Google Shape;849;p19"/>
          <p:cNvGrpSpPr/>
          <p:nvPr/>
        </p:nvGrpSpPr>
        <p:grpSpPr>
          <a:xfrm>
            <a:off x="533400" y="2819400"/>
            <a:ext cx="8077200" cy="3276600"/>
            <a:chOff x="336" y="1536"/>
            <a:chExt cx="5088" cy="2160"/>
          </a:xfrm>
        </p:grpSpPr>
        <p:sp>
          <p:nvSpPr>
            <p:cNvPr id="850" name="Google Shape;850;p19"/>
            <p:cNvSpPr txBox="1"/>
            <p:nvPr/>
          </p:nvSpPr>
          <p:spPr>
            <a:xfrm>
              <a:off x="576" y="1536"/>
              <a:ext cx="2016" cy="864"/>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Personal </a:t>
              </a:r>
              <a:endParaRPr/>
            </a:p>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Websites</a:t>
              </a:r>
              <a:endParaRPr/>
            </a:p>
          </p:txBody>
        </p:sp>
        <p:sp>
          <p:nvSpPr>
            <p:cNvPr id="851" name="Google Shape;851;p19"/>
            <p:cNvSpPr txBox="1"/>
            <p:nvPr/>
          </p:nvSpPr>
          <p:spPr>
            <a:xfrm>
              <a:off x="3168" y="1536"/>
              <a:ext cx="2016" cy="864"/>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Index </a:t>
              </a:r>
              <a:endParaRPr/>
            </a:p>
            <a:p>
              <a:pPr indent="0" lvl="0" marL="0" marR="0" rtl="0" algn="ctr">
                <a:lnSpc>
                  <a:spcPct val="100000"/>
                </a:lnSpc>
                <a:spcBef>
                  <a:spcPts val="0"/>
                </a:spcBef>
                <a:spcAft>
                  <a:spcPts val="0"/>
                </a:spcAft>
                <a:buClr>
                  <a:schemeClr val="dk1"/>
                </a:buClr>
                <a:buSzPts val="2800"/>
                <a:buFont typeface="Arial"/>
                <a:buNone/>
              </a:pPr>
              <a:r>
                <a:rPr b="1" i="0" lang="en-US" sz="2800" u="none">
                  <a:solidFill>
                    <a:schemeClr val="dk1"/>
                  </a:solidFill>
                  <a:latin typeface="Arial"/>
                  <a:ea typeface="Arial"/>
                  <a:cs typeface="Arial"/>
                  <a:sym typeface="Arial"/>
                </a:rPr>
                <a:t>Services</a:t>
              </a:r>
              <a:endParaRPr/>
            </a:p>
          </p:txBody>
        </p:sp>
        <p:sp>
          <p:nvSpPr>
            <p:cNvPr id="852" name="Google Shape;852;p19"/>
            <p:cNvSpPr txBox="1"/>
            <p:nvPr/>
          </p:nvSpPr>
          <p:spPr>
            <a:xfrm>
              <a:off x="4224" y="2640"/>
              <a:ext cx="1200" cy="1056"/>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ASCII</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Version</a:t>
              </a:r>
              <a:endParaRPr/>
            </a:p>
          </p:txBody>
        </p:sp>
        <p:sp>
          <p:nvSpPr>
            <p:cNvPr id="853" name="Google Shape;853;p19"/>
            <p:cNvSpPr txBox="1"/>
            <p:nvPr/>
          </p:nvSpPr>
          <p:spPr>
            <a:xfrm>
              <a:off x="2928" y="2640"/>
              <a:ext cx="1200" cy="1056"/>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Employment</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Information</a:t>
              </a:r>
              <a:endParaRPr/>
            </a:p>
          </p:txBody>
        </p:sp>
        <p:sp>
          <p:nvSpPr>
            <p:cNvPr id="854" name="Google Shape;854;p19"/>
            <p:cNvSpPr txBox="1"/>
            <p:nvPr/>
          </p:nvSpPr>
          <p:spPr>
            <a:xfrm>
              <a:off x="1632" y="2640"/>
              <a:ext cx="1200" cy="1056"/>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References</a:t>
              </a:r>
              <a:endParaRPr/>
            </a:p>
          </p:txBody>
        </p:sp>
        <p:sp>
          <p:nvSpPr>
            <p:cNvPr id="855" name="Google Shape;855;p19"/>
            <p:cNvSpPr txBox="1"/>
            <p:nvPr/>
          </p:nvSpPr>
          <p:spPr>
            <a:xfrm>
              <a:off x="336" y="2640"/>
              <a:ext cx="1200" cy="1056"/>
            </a:xfrm>
            <a:prstGeom prst="rect">
              <a:avLst/>
            </a:prstGeom>
            <a:solidFill>
              <a:srgbClr val="F8F8F8"/>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Personal</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Information</a:t>
              </a:r>
              <a:endParaRPr/>
            </a:p>
          </p:txBody>
        </p:sp>
        <p:cxnSp>
          <p:nvCxnSpPr>
            <p:cNvPr id="856" name="Google Shape;856;p19"/>
            <p:cNvCxnSpPr/>
            <p:nvPr/>
          </p:nvCxnSpPr>
          <p:spPr>
            <a:xfrm rot="5400000">
              <a:off x="1140" y="2196"/>
              <a:ext cx="240" cy="648"/>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857" name="Google Shape;857;p19"/>
            <p:cNvCxnSpPr/>
            <p:nvPr/>
          </p:nvCxnSpPr>
          <p:spPr>
            <a:xfrm flipH="1" rot="-5400000">
              <a:off x="1788" y="2196"/>
              <a:ext cx="240" cy="648"/>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858" name="Google Shape;858;p19"/>
            <p:cNvCxnSpPr/>
            <p:nvPr/>
          </p:nvCxnSpPr>
          <p:spPr>
            <a:xfrm rot="5400000">
              <a:off x="3084" y="1548"/>
              <a:ext cx="240" cy="1944"/>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859" name="Google Shape;859;p19"/>
            <p:cNvCxnSpPr/>
            <p:nvPr/>
          </p:nvCxnSpPr>
          <p:spPr>
            <a:xfrm rot="5400000">
              <a:off x="3732" y="2196"/>
              <a:ext cx="240" cy="648"/>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860" name="Google Shape;860;p19"/>
            <p:cNvCxnSpPr/>
            <p:nvPr/>
          </p:nvCxnSpPr>
          <p:spPr>
            <a:xfrm flipH="1" rot="-5400000">
              <a:off x="4380" y="2196"/>
              <a:ext cx="240" cy="648"/>
            </a:xfrm>
            <a:prstGeom prst="bentConnector3">
              <a:avLst>
                <a:gd fmla="val 50000" name="adj1"/>
              </a:avLst>
            </a:prstGeom>
            <a:noFill/>
            <a:ln cap="flat" cmpd="sng" w="9525">
              <a:solidFill>
                <a:schemeClr val="dk1"/>
              </a:solidFill>
              <a:prstDash val="solid"/>
              <a:miter lim="800000"/>
              <a:headEnd len="med" w="med" type="none"/>
              <a:tailEnd len="med" w="med" type="none"/>
            </a:ln>
          </p:spPr>
        </p:cxnSp>
      </p:grpSp>
    </p:spTree>
  </p:cSld>
  <p:clrMapOvr>
    <a:masterClrMapping/>
  </p:clrMapOvr>
  <p:transition spd="slow">
    <p:spli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2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867" name="Google Shape;867;p2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868" name="Google Shape;868;p2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869" name="Google Shape;869;p20"/>
          <p:cNvSpPr txBox="1"/>
          <p:nvPr>
            <p:ph type="title"/>
          </p:nvPr>
        </p:nvSpPr>
        <p:spPr>
          <a:xfrm>
            <a:off x="457200" y="381000"/>
            <a:ext cx="8229600" cy="2438400"/>
          </a:xfrm>
          <a:prstGeom prst="rect">
            <a:avLst/>
          </a:prstGeom>
          <a:solidFill>
            <a:schemeClr val="dk1"/>
          </a:solidFill>
          <a:ln cap="flat" cmpd="sng" w="3810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6000"/>
              <a:buFont typeface="Tahoma"/>
              <a:buNone/>
            </a:pPr>
            <a:r>
              <a:rPr b="1" i="0" lang="en-US" sz="6000" u="none">
                <a:solidFill>
                  <a:schemeClr val="lt1"/>
                </a:solidFill>
                <a:latin typeface="Tahoma"/>
                <a:ea typeface="Tahoma"/>
                <a:cs typeface="Tahoma"/>
                <a:sym typeface="Tahoma"/>
              </a:rPr>
              <a:t>Proofread </a:t>
            </a:r>
            <a:br>
              <a:rPr b="1" i="0" lang="en-US" sz="6000" u="none">
                <a:solidFill>
                  <a:schemeClr val="lt1"/>
                </a:solidFill>
                <a:latin typeface="Tahoma"/>
                <a:ea typeface="Tahoma"/>
                <a:cs typeface="Tahoma"/>
                <a:sym typeface="Tahoma"/>
              </a:rPr>
            </a:br>
            <a:r>
              <a:rPr b="1" i="0" lang="en-US" sz="6000" u="none">
                <a:solidFill>
                  <a:schemeClr val="lt1"/>
                </a:solidFill>
                <a:latin typeface="Tahoma"/>
                <a:ea typeface="Tahoma"/>
                <a:cs typeface="Tahoma"/>
                <a:sym typeface="Tahoma"/>
              </a:rPr>
              <a:t>Your Résumé</a:t>
            </a:r>
            <a:endParaRPr/>
          </a:p>
        </p:txBody>
      </p:sp>
      <p:sp>
        <p:nvSpPr>
          <p:cNvPr descr="White marble" id="870" name="Google Shape;870;p20"/>
          <p:cNvSpPr txBox="1"/>
          <p:nvPr/>
        </p:nvSpPr>
        <p:spPr>
          <a:xfrm>
            <a:off x="457200" y="2819400"/>
            <a:ext cx="4114800" cy="3352800"/>
          </a:xfrm>
          <a:prstGeom prst="rect">
            <a:avLst/>
          </a:prstGeom>
          <a:blipFill rotWithShape="1">
            <a:blip r:embed="rId3">
              <a:alphaModFix/>
            </a:blip>
            <a:tile algn="tl" flip="none" tx="0" sx="100000" ty="0" sy="100000"/>
          </a:blip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Arial Black"/>
              <a:buNone/>
            </a:pPr>
            <a:r>
              <a:rPr b="1" i="0" lang="en-US" sz="4400" u="none">
                <a:solidFill>
                  <a:schemeClr val="dk1"/>
                </a:solidFill>
                <a:latin typeface="Arial Black"/>
                <a:ea typeface="Arial Black"/>
                <a:cs typeface="Arial Black"/>
                <a:sym typeface="Arial Black"/>
              </a:rPr>
              <a:t>Mechanics</a:t>
            </a:r>
            <a:endParaRPr/>
          </a:p>
          <a:p>
            <a:pPr indent="0" lvl="0" marL="0" marR="0" rtl="0" algn="ctr">
              <a:lnSpc>
                <a:spcPct val="100000"/>
              </a:lnSpc>
              <a:spcBef>
                <a:spcPts val="0"/>
              </a:spcBef>
              <a:spcAft>
                <a:spcPts val="0"/>
              </a:spcAft>
              <a:buClr>
                <a:schemeClr val="dk1"/>
              </a:buClr>
              <a:buSzPts val="4400"/>
              <a:buFont typeface="Arial Black"/>
              <a:buNone/>
            </a:pPr>
            <a:r>
              <a:rPr b="1" i="0" lang="en-US" sz="4400" u="none">
                <a:solidFill>
                  <a:schemeClr val="dk1"/>
                </a:solidFill>
                <a:latin typeface="Arial Black"/>
                <a:ea typeface="Arial Black"/>
                <a:cs typeface="Arial Black"/>
                <a:sym typeface="Arial Black"/>
              </a:rPr>
              <a:t>and Details</a:t>
            </a:r>
            <a:endParaRPr/>
          </a:p>
        </p:txBody>
      </p:sp>
      <p:sp>
        <p:nvSpPr>
          <p:cNvPr descr="White marble" id="871" name="Google Shape;871;p20"/>
          <p:cNvSpPr txBox="1"/>
          <p:nvPr/>
        </p:nvSpPr>
        <p:spPr>
          <a:xfrm>
            <a:off x="4572000" y="2819400"/>
            <a:ext cx="4114800" cy="3352800"/>
          </a:xfrm>
          <a:prstGeom prst="rect">
            <a:avLst/>
          </a:prstGeom>
          <a:blipFill rotWithShape="1">
            <a:blip r:embed="rId3">
              <a:alphaModFix/>
            </a:blip>
            <a:tile algn="tl" flip="none" tx="0" sx="100000" ty="0" sy="100000"/>
          </a:blip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Arial Black"/>
              <a:buNone/>
            </a:pPr>
            <a:r>
              <a:rPr b="1" i="0" lang="en-US" sz="4400" u="none">
                <a:solidFill>
                  <a:schemeClr val="dk1"/>
                </a:solidFill>
                <a:latin typeface="Arial Black"/>
                <a:ea typeface="Arial Black"/>
                <a:cs typeface="Arial Black"/>
                <a:sym typeface="Arial Black"/>
              </a:rPr>
              <a:t>Current</a:t>
            </a:r>
            <a:endParaRPr/>
          </a:p>
          <a:p>
            <a:pPr indent="0" lvl="0" marL="0" marR="0" rtl="0" algn="ctr">
              <a:lnSpc>
                <a:spcPct val="100000"/>
              </a:lnSpc>
              <a:spcBef>
                <a:spcPts val="0"/>
              </a:spcBef>
              <a:spcAft>
                <a:spcPts val="0"/>
              </a:spcAft>
              <a:buClr>
                <a:schemeClr val="dk1"/>
              </a:buClr>
              <a:buSzPts val="4400"/>
              <a:buFont typeface="Arial Black"/>
              <a:buNone/>
            </a:pPr>
            <a:r>
              <a:rPr b="1" i="0" lang="en-US" sz="4400" u="none">
                <a:solidFill>
                  <a:schemeClr val="dk1"/>
                </a:solidFill>
                <a:latin typeface="Arial Black"/>
                <a:ea typeface="Arial Black"/>
                <a:cs typeface="Arial Black"/>
                <a:sym typeface="Arial Black"/>
              </a:rPr>
              <a:t>Information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2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878" name="Google Shape;878;p2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879" name="Google Shape;879;p2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880" name="Google Shape;880;p21"/>
          <p:cNvSpPr txBox="1"/>
          <p:nvPr/>
        </p:nvSpPr>
        <p:spPr>
          <a:xfrm>
            <a:off x="457200" y="1828800"/>
            <a:ext cx="8229600" cy="4343400"/>
          </a:xfrm>
          <a:prstGeom prst="rect">
            <a:avLst/>
          </a:prstGeom>
          <a:solidFill>
            <a:srgbClr val="8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881" name="Google Shape;881;p21"/>
          <p:cNvSpPr txBox="1"/>
          <p:nvPr>
            <p:ph type="title"/>
          </p:nvPr>
        </p:nvSpPr>
        <p:spPr>
          <a:xfrm>
            <a:off x="457200" y="381000"/>
            <a:ext cx="8229600" cy="1447800"/>
          </a:xfrm>
          <a:prstGeom prst="rect">
            <a:avLst/>
          </a:prstGeom>
          <a:solidFill>
            <a:srgbClr val="8000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Writing Application Letters</a:t>
            </a:r>
            <a:endParaRPr/>
          </a:p>
        </p:txBody>
      </p:sp>
      <p:grpSp>
        <p:nvGrpSpPr>
          <p:cNvPr id="882" name="Google Shape;882;p21"/>
          <p:cNvGrpSpPr/>
          <p:nvPr/>
        </p:nvGrpSpPr>
        <p:grpSpPr>
          <a:xfrm>
            <a:off x="762000" y="2057400"/>
            <a:ext cx="7623175" cy="3886200"/>
            <a:chOff x="480" y="1232"/>
            <a:chExt cx="4802" cy="2512"/>
          </a:xfrm>
        </p:grpSpPr>
        <p:sp>
          <p:nvSpPr>
            <p:cNvPr id="883" name="Google Shape;883;p21"/>
            <p:cNvSpPr/>
            <p:nvPr/>
          </p:nvSpPr>
          <p:spPr>
            <a:xfrm>
              <a:off x="480" y="1232"/>
              <a:ext cx="2160" cy="1178"/>
            </a:xfrm>
            <a:prstGeom prst="foldedCorner">
              <a:avLst>
                <a:gd fmla="val 16667" name="adj"/>
              </a:avLst>
            </a:prstGeom>
            <a:solidFill>
              <a:srgbClr val="800000"/>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Be Specific</a:t>
              </a:r>
              <a:endParaRPr/>
            </a:p>
          </p:txBody>
        </p:sp>
        <p:sp>
          <p:nvSpPr>
            <p:cNvPr id="884" name="Google Shape;884;p21"/>
            <p:cNvSpPr/>
            <p:nvPr/>
          </p:nvSpPr>
          <p:spPr>
            <a:xfrm>
              <a:off x="3120" y="1232"/>
              <a:ext cx="2162" cy="1178"/>
            </a:xfrm>
            <a:prstGeom prst="foldedCorner">
              <a:avLst>
                <a:gd fmla="val 16667" name="adj"/>
              </a:avLst>
            </a:prstGeom>
            <a:solidFill>
              <a:srgbClr val="800000"/>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Include</a:t>
              </a:r>
              <a:endParaRPr/>
            </a:p>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Salary</a:t>
              </a:r>
              <a:endParaRPr/>
            </a:p>
          </p:txBody>
        </p:sp>
        <p:sp>
          <p:nvSpPr>
            <p:cNvPr id="885" name="Google Shape;885;p21"/>
            <p:cNvSpPr/>
            <p:nvPr/>
          </p:nvSpPr>
          <p:spPr>
            <a:xfrm>
              <a:off x="480" y="2566"/>
              <a:ext cx="2160" cy="1178"/>
            </a:xfrm>
            <a:prstGeom prst="foldedCorner">
              <a:avLst>
                <a:gd fmla="val 16667" name="adj"/>
              </a:avLst>
            </a:prstGeom>
            <a:solidFill>
              <a:srgbClr val="800000"/>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Keep E-mail</a:t>
              </a:r>
              <a:endParaRPr/>
            </a:p>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Short</a:t>
              </a:r>
              <a:endParaRPr/>
            </a:p>
          </p:txBody>
        </p:sp>
        <p:sp>
          <p:nvSpPr>
            <p:cNvPr id="886" name="Google Shape;886;p21"/>
            <p:cNvSpPr/>
            <p:nvPr/>
          </p:nvSpPr>
          <p:spPr>
            <a:xfrm>
              <a:off x="3120" y="2566"/>
              <a:ext cx="2162" cy="1178"/>
            </a:xfrm>
            <a:prstGeom prst="foldedCorner">
              <a:avLst>
                <a:gd fmla="val 16667" name="adj"/>
              </a:avLst>
            </a:prstGeom>
            <a:solidFill>
              <a:srgbClr val="800000"/>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Aim for</a:t>
              </a:r>
              <a:endParaRPr/>
            </a:p>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High Quality</a:t>
              </a:r>
              <a:endParaRPr/>
            </a:p>
          </p:txBody>
        </p:sp>
      </p:grpSp>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2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893" name="Google Shape;893;p2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894" name="Google Shape;894;p2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895" name="Google Shape;895;p22"/>
          <p:cNvSpPr txBox="1"/>
          <p:nvPr>
            <p:ph type="title"/>
          </p:nvPr>
        </p:nvSpPr>
        <p:spPr>
          <a:xfrm>
            <a:off x="457200" y="381000"/>
            <a:ext cx="8229600" cy="1219200"/>
          </a:xfrm>
          <a:prstGeom prst="rect">
            <a:avLst/>
          </a:prstGeom>
          <a:solidFill>
            <a:srgbClr val="660033"/>
          </a:solidFill>
          <a:ln cap="flat" cmpd="sng" w="9525">
            <a:solidFill>
              <a:schemeClr val="dk1"/>
            </a:solidFill>
            <a:prstDash val="solid"/>
            <a:miter lim="524288"/>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Types of Application Letters</a:t>
            </a:r>
            <a:endParaRPr/>
          </a:p>
        </p:txBody>
      </p:sp>
      <p:sp>
        <p:nvSpPr>
          <p:cNvPr descr="Parchment" id="896" name="Google Shape;896;p22"/>
          <p:cNvSpPr txBox="1"/>
          <p:nvPr/>
        </p:nvSpPr>
        <p:spPr>
          <a:xfrm>
            <a:off x="457200" y="1600200"/>
            <a:ext cx="8229600" cy="45720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021404" dist="45790">
              <a:schemeClr val="lt2"/>
            </a:outerShdw>
          </a:effectLst>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descr="Parchment" id="897" name="Google Shape;897;p22"/>
          <p:cNvSpPr txBox="1"/>
          <p:nvPr/>
        </p:nvSpPr>
        <p:spPr>
          <a:xfrm>
            <a:off x="2743200" y="1752600"/>
            <a:ext cx="3657600" cy="7239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Getting Attention</a:t>
            </a:r>
            <a:endParaRPr/>
          </a:p>
        </p:txBody>
      </p:sp>
      <p:sp>
        <p:nvSpPr>
          <p:cNvPr descr="Parchment" id="898" name="Google Shape;898;p22"/>
          <p:cNvSpPr txBox="1"/>
          <p:nvPr/>
        </p:nvSpPr>
        <p:spPr>
          <a:xfrm>
            <a:off x="2743200" y="2921000"/>
            <a:ext cx="3657600" cy="7239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Building Interest</a:t>
            </a:r>
            <a:endParaRPr/>
          </a:p>
        </p:txBody>
      </p:sp>
      <p:sp>
        <p:nvSpPr>
          <p:cNvPr descr="Parchment" id="899" name="Google Shape;899;p22"/>
          <p:cNvSpPr txBox="1"/>
          <p:nvPr/>
        </p:nvSpPr>
        <p:spPr>
          <a:xfrm>
            <a:off x="2743200" y="4089400"/>
            <a:ext cx="3657600" cy="7239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Increasing Desire</a:t>
            </a:r>
            <a:endParaRPr/>
          </a:p>
        </p:txBody>
      </p:sp>
      <p:sp>
        <p:nvSpPr>
          <p:cNvPr descr="Parchment" id="900" name="Google Shape;900;p22"/>
          <p:cNvSpPr txBox="1"/>
          <p:nvPr/>
        </p:nvSpPr>
        <p:spPr>
          <a:xfrm>
            <a:off x="2743200" y="5257800"/>
            <a:ext cx="3657600" cy="7239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a:effectLst>
            <a:outerShdw blurRad="63500" dir="2700000" dist="107763">
              <a:srgbClr val="80808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Motivating Action</a:t>
            </a:r>
            <a:endParaRPr/>
          </a:p>
        </p:txBody>
      </p:sp>
      <p:sp>
        <p:nvSpPr>
          <p:cNvPr id="901" name="Google Shape;901;p22"/>
          <p:cNvSpPr txBox="1"/>
          <p:nvPr/>
        </p:nvSpPr>
        <p:spPr>
          <a:xfrm>
            <a:off x="766762" y="3662362"/>
            <a:ext cx="12414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Solicited</a:t>
            </a:r>
            <a:endParaRPr/>
          </a:p>
        </p:txBody>
      </p:sp>
      <p:sp>
        <p:nvSpPr>
          <p:cNvPr id="902" name="Google Shape;902;p22"/>
          <p:cNvSpPr txBox="1"/>
          <p:nvPr/>
        </p:nvSpPr>
        <p:spPr>
          <a:xfrm>
            <a:off x="7015162" y="3662362"/>
            <a:ext cx="15525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Unsolicited</a:t>
            </a:r>
            <a:endParaRPr/>
          </a:p>
        </p:txBody>
      </p:sp>
      <p:cxnSp>
        <p:nvCxnSpPr>
          <p:cNvPr id="903" name="Google Shape;903;p22"/>
          <p:cNvCxnSpPr/>
          <p:nvPr/>
        </p:nvCxnSpPr>
        <p:spPr>
          <a:xfrm rot="-5400000">
            <a:off x="1291475" y="2210662"/>
            <a:ext cx="1547700" cy="1355700"/>
          </a:xfrm>
          <a:prstGeom prst="bentConnector2">
            <a:avLst/>
          </a:prstGeom>
          <a:noFill/>
          <a:ln cap="flat" cmpd="sng" w="9525">
            <a:solidFill>
              <a:schemeClr val="dk1"/>
            </a:solidFill>
            <a:prstDash val="solid"/>
            <a:miter lim="800000"/>
            <a:headEnd len="med" w="med" type="none"/>
            <a:tailEnd len="med" w="med" type="triangle"/>
          </a:ln>
        </p:spPr>
      </p:cxnSp>
      <p:cxnSp>
        <p:nvCxnSpPr>
          <p:cNvPr id="904" name="Google Shape;904;p22"/>
          <p:cNvCxnSpPr/>
          <p:nvPr/>
        </p:nvCxnSpPr>
        <p:spPr>
          <a:xfrm flipH="1" rot="-5400000">
            <a:off x="1285025" y="4161688"/>
            <a:ext cx="1560600" cy="1355700"/>
          </a:xfrm>
          <a:prstGeom prst="bentConnector2">
            <a:avLst/>
          </a:prstGeom>
          <a:noFill/>
          <a:ln cap="flat" cmpd="sng" w="9525">
            <a:solidFill>
              <a:schemeClr val="dk1"/>
            </a:solidFill>
            <a:prstDash val="solid"/>
            <a:miter lim="800000"/>
            <a:headEnd len="med" w="med" type="none"/>
            <a:tailEnd len="med" w="med" type="triangle"/>
          </a:ln>
        </p:spPr>
      </p:cxnSp>
      <p:cxnSp>
        <p:nvCxnSpPr>
          <p:cNvPr id="905" name="Google Shape;905;p22"/>
          <p:cNvCxnSpPr/>
          <p:nvPr/>
        </p:nvCxnSpPr>
        <p:spPr>
          <a:xfrm flipH="1" rot="5400000">
            <a:off x="6322349" y="2193262"/>
            <a:ext cx="1547700" cy="1390500"/>
          </a:xfrm>
          <a:prstGeom prst="bentConnector2">
            <a:avLst/>
          </a:prstGeom>
          <a:noFill/>
          <a:ln cap="flat" cmpd="sng" w="9525">
            <a:solidFill>
              <a:schemeClr val="dk1"/>
            </a:solidFill>
            <a:prstDash val="solid"/>
            <a:miter lim="800000"/>
            <a:headEnd len="med" w="med" type="none"/>
            <a:tailEnd len="med" w="med" type="triangle"/>
          </a:ln>
        </p:spPr>
      </p:cxnSp>
      <p:cxnSp>
        <p:nvCxnSpPr>
          <p:cNvPr id="906" name="Google Shape;906;p22"/>
          <p:cNvCxnSpPr/>
          <p:nvPr/>
        </p:nvCxnSpPr>
        <p:spPr>
          <a:xfrm rot="5400000">
            <a:off x="6315899" y="4144287"/>
            <a:ext cx="1560600" cy="1390500"/>
          </a:xfrm>
          <a:prstGeom prst="bentConnector2">
            <a:avLst/>
          </a:prstGeom>
          <a:noFill/>
          <a:ln cap="flat" cmpd="sng" w="9525">
            <a:solidFill>
              <a:schemeClr val="dk1"/>
            </a:solidFill>
            <a:prstDash val="solid"/>
            <a:miter lim="800000"/>
            <a:headEnd len="med" w="med" type="none"/>
            <a:tailEnd len="med" w="med" type="triangle"/>
          </a:ln>
        </p:spPr>
      </p:cxnSp>
      <p:cxnSp>
        <p:nvCxnSpPr>
          <p:cNvPr id="907" name="Google Shape;907;p22"/>
          <p:cNvCxnSpPr/>
          <p:nvPr/>
        </p:nvCxnSpPr>
        <p:spPr>
          <a:xfrm>
            <a:off x="4572000" y="2476500"/>
            <a:ext cx="0" cy="444500"/>
          </a:xfrm>
          <a:prstGeom prst="straightConnector1">
            <a:avLst/>
          </a:prstGeom>
          <a:noFill/>
          <a:ln cap="flat" cmpd="sng" w="9525">
            <a:solidFill>
              <a:schemeClr val="dk1"/>
            </a:solidFill>
            <a:prstDash val="solid"/>
            <a:miter lim="800000"/>
            <a:headEnd len="med" w="med" type="none"/>
            <a:tailEnd len="med" w="med" type="triangle"/>
          </a:ln>
        </p:spPr>
      </p:cxnSp>
      <p:cxnSp>
        <p:nvCxnSpPr>
          <p:cNvPr id="908" name="Google Shape;908;p22"/>
          <p:cNvCxnSpPr/>
          <p:nvPr/>
        </p:nvCxnSpPr>
        <p:spPr>
          <a:xfrm>
            <a:off x="4572000" y="3644900"/>
            <a:ext cx="0" cy="444500"/>
          </a:xfrm>
          <a:prstGeom prst="straightConnector1">
            <a:avLst/>
          </a:prstGeom>
          <a:noFill/>
          <a:ln cap="flat" cmpd="sng" w="9525">
            <a:solidFill>
              <a:schemeClr val="dk1"/>
            </a:solidFill>
            <a:prstDash val="solid"/>
            <a:miter lim="800000"/>
            <a:headEnd len="med" w="med" type="none"/>
            <a:tailEnd len="med" w="med" type="triangle"/>
          </a:ln>
        </p:spPr>
      </p:cxnSp>
      <p:cxnSp>
        <p:nvCxnSpPr>
          <p:cNvPr id="909" name="Google Shape;909;p22"/>
          <p:cNvCxnSpPr/>
          <p:nvPr/>
        </p:nvCxnSpPr>
        <p:spPr>
          <a:xfrm>
            <a:off x="4572000" y="4813300"/>
            <a:ext cx="0" cy="4445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ransition spd="slow">
    <p:spli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2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916" name="Google Shape;916;p2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917" name="Google Shape;917;p2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918" name="Google Shape;918;p23"/>
          <p:cNvSpPr txBox="1"/>
          <p:nvPr/>
        </p:nvSpPr>
        <p:spPr>
          <a:xfrm>
            <a:off x="457200" y="1981200"/>
            <a:ext cx="4114800" cy="41910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19" name="Google Shape;919;p23"/>
          <p:cNvSpPr txBox="1"/>
          <p:nvPr>
            <p:ph type="title"/>
          </p:nvPr>
        </p:nvSpPr>
        <p:spPr>
          <a:xfrm>
            <a:off x="457200" y="381000"/>
            <a:ext cx="8229600" cy="1600200"/>
          </a:xfrm>
          <a:prstGeom prst="rect">
            <a:avLst/>
          </a:prstGeom>
          <a:solidFill>
            <a:srgbClr val="003399"/>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Cultural Considerations</a:t>
            </a:r>
            <a:endParaRPr/>
          </a:p>
        </p:txBody>
      </p:sp>
      <p:grpSp>
        <p:nvGrpSpPr>
          <p:cNvPr id="920" name="Google Shape;920;p23"/>
          <p:cNvGrpSpPr/>
          <p:nvPr/>
        </p:nvGrpSpPr>
        <p:grpSpPr>
          <a:xfrm>
            <a:off x="762000" y="2301875"/>
            <a:ext cx="3422650" cy="3717925"/>
            <a:chOff x="1838" y="1278"/>
            <a:chExt cx="1988" cy="2294"/>
          </a:xfrm>
        </p:grpSpPr>
        <p:sp>
          <p:nvSpPr>
            <p:cNvPr id="921" name="Google Shape;921;p23"/>
            <p:cNvSpPr/>
            <p:nvPr/>
          </p:nvSpPr>
          <p:spPr>
            <a:xfrm>
              <a:off x="2487" y="1278"/>
              <a:ext cx="703" cy="1456"/>
            </a:xfrm>
            <a:custGeom>
              <a:rect b="b" l="l" r="r" t="t"/>
              <a:pathLst>
                <a:path extrusionOk="0" h="1456" w="703">
                  <a:moveTo>
                    <a:pt x="491" y="806"/>
                  </a:moveTo>
                  <a:lnTo>
                    <a:pt x="492" y="833"/>
                  </a:lnTo>
                  <a:lnTo>
                    <a:pt x="496" y="867"/>
                  </a:lnTo>
                  <a:lnTo>
                    <a:pt x="500" y="902"/>
                  </a:lnTo>
                  <a:lnTo>
                    <a:pt x="501" y="928"/>
                  </a:lnTo>
                  <a:lnTo>
                    <a:pt x="503" y="956"/>
                  </a:lnTo>
                  <a:lnTo>
                    <a:pt x="506" y="992"/>
                  </a:lnTo>
                  <a:lnTo>
                    <a:pt x="510" y="1031"/>
                  </a:lnTo>
                  <a:lnTo>
                    <a:pt x="514" y="1064"/>
                  </a:lnTo>
                  <a:lnTo>
                    <a:pt x="515" y="1116"/>
                  </a:lnTo>
                  <a:lnTo>
                    <a:pt x="518" y="1198"/>
                  </a:lnTo>
                  <a:lnTo>
                    <a:pt x="519" y="1277"/>
                  </a:lnTo>
                  <a:lnTo>
                    <a:pt x="520" y="1317"/>
                  </a:lnTo>
                  <a:lnTo>
                    <a:pt x="537" y="1323"/>
                  </a:lnTo>
                  <a:lnTo>
                    <a:pt x="545" y="1362"/>
                  </a:lnTo>
                  <a:lnTo>
                    <a:pt x="527" y="1367"/>
                  </a:lnTo>
                  <a:lnTo>
                    <a:pt x="533" y="1387"/>
                  </a:lnTo>
                  <a:lnTo>
                    <a:pt x="543" y="1408"/>
                  </a:lnTo>
                  <a:lnTo>
                    <a:pt x="550" y="1429"/>
                  </a:lnTo>
                  <a:lnTo>
                    <a:pt x="548" y="1443"/>
                  </a:lnTo>
                  <a:lnTo>
                    <a:pt x="537" y="1453"/>
                  </a:lnTo>
                  <a:lnTo>
                    <a:pt x="523" y="1456"/>
                  </a:lnTo>
                  <a:lnTo>
                    <a:pt x="509" y="1455"/>
                  </a:lnTo>
                  <a:lnTo>
                    <a:pt x="495" y="1448"/>
                  </a:lnTo>
                  <a:lnTo>
                    <a:pt x="479" y="1436"/>
                  </a:lnTo>
                  <a:lnTo>
                    <a:pt x="463" y="1422"/>
                  </a:lnTo>
                  <a:lnTo>
                    <a:pt x="447" y="1402"/>
                  </a:lnTo>
                  <a:lnTo>
                    <a:pt x="431" y="1382"/>
                  </a:lnTo>
                  <a:lnTo>
                    <a:pt x="422" y="1381"/>
                  </a:lnTo>
                  <a:lnTo>
                    <a:pt x="417" y="1377"/>
                  </a:lnTo>
                  <a:lnTo>
                    <a:pt x="414" y="1375"/>
                  </a:lnTo>
                  <a:lnTo>
                    <a:pt x="414" y="1374"/>
                  </a:lnTo>
                  <a:lnTo>
                    <a:pt x="402" y="1329"/>
                  </a:lnTo>
                  <a:lnTo>
                    <a:pt x="413" y="1325"/>
                  </a:lnTo>
                  <a:lnTo>
                    <a:pt x="407" y="1289"/>
                  </a:lnTo>
                  <a:lnTo>
                    <a:pt x="400" y="1236"/>
                  </a:lnTo>
                  <a:lnTo>
                    <a:pt x="395" y="1189"/>
                  </a:lnTo>
                  <a:lnTo>
                    <a:pt x="394" y="1169"/>
                  </a:lnTo>
                  <a:lnTo>
                    <a:pt x="392" y="1152"/>
                  </a:lnTo>
                  <a:lnTo>
                    <a:pt x="387" y="1129"/>
                  </a:lnTo>
                  <a:lnTo>
                    <a:pt x="383" y="1108"/>
                  </a:lnTo>
                  <a:lnTo>
                    <a:pt x="382" y="1092"/>
                  </a:lnTo>
                  <a:lnTo>
                    <a:pt x="388" y="1105"/>
                  </a:lnTo>
                  <a:lnTo>
                    <a:pt x="394" y="1132"/>
                  </a:lnTo>
                  <a:lnTo>
                    <a:pt x="399" y="1161"/>
                  </a:lnTo>
                  <a:lnTo>
                    <a:pt x="404" y="1185"/>
                  </a:lnTo>
                  <a:lnTo>
                    <a:pt x="406" y="1164"/>
                  </a:lnTo>
                  <a:lnTo>
                    <a:pt x="403" y="1134"/>
                  </a:lnTo>
                  <a:lnTo>
                    <a:pt x="399" y="1104"/>
                  </a:lnTo>
                  <a:lnTo>
                    <a:pt x="395" y="1084"/>
                  </a:lnTo>
                  <a:lnTo>
                    <a:pt x="392" y="1072"/>
                  </a:lnTo>
                  <a:lnTo>
                    <a:pt x="387" y="1059"/>
                  </a:lnTo>
                  <a:lnTo>
                    <a:pt x="383" y="1046"/>
                  </a:lnTo>
                  <a:lnTo>
                    <a:pt x="382" y="1030"/>
                  </a:lnTo>
                  <a:lnTo>
                    <a:pt x="378" y="1010"/>
                  </a:lnTo>
                  <a:lnTo>
                    <a:pt x="369" y="983"/>
                  </a:lnTo>
                  <a:lnTo>
                    <a:pt x="360" y="959"/>
                  </a:lnTo>
                  <a:lnTo>
                    <a:pt x="356" y="944"/>
                  </a:lnTo>
                  <a:lnTo>
                    <a:pt x="355" y="929"/>
                  </a:lnTo>
                  <a:lnTo>
                    <a:pt x="351" y="910"/>
                  </a:lnTo>
                  <a:lnTo>
                    <a:pt x="346" y="888"/>
                  </a:lnTo>
                  <a:lnTo>
                    <a:pt x="344" y="870"/>
                  </a:lnTo>
                  <a:lnTo>
                    <a:pt x="341" y="888"/>
                  </a:lnTo>
                  <a:lnTo>
                    <a:pt x="337" y="910"/>
                  </a:lnTo>
                  <a:lnTo>
                    <a:pt x="334" y="929"/>
                  </a:lnTo>
                  <a:lnTo>
                    <a:pt x="332" y="944"/>
                  </a:lnTo>
                  <a:lnTo>
                    <a:pt x="329" y="959"/>
                  </a:lnTo>
                  <a:lnTo>
                    <a:pt x="320" y="983"/>
                  </a:lnTo>
                  <a:lnTo>
                    <a:pt x="311" y="1010"/>
                  </a:lnTo>
                  <a:lnTo>
                    <a:pt x="307" y="1030"/>
                  </a:lnTo>
                  <a:lnTo>
                    <a:pt x="306" y="1046"/>
                  </a:lnTo>
                  <a:lnTo>
                    <a:pt x="302" y="1059"/>
                  </a:lnTo>
                  <a:lnTo>
                    <a:pt x="297" y="1072"/>
                  </a:lnTo>
                  <a:lnTo>
                    <a:pt x="293" y="1084"/>
                  </a:lnTo>
                  <a:lnTo>
                    <a:pt x="290" y="1104"/>
                  </a:lnTo>
                  <a:lnTo>
                    <a:pt x="286" y="1134"/>
                  </a:lnTo>
                  <a:lnTo>
                    <a:pt x="283" y="1164"/>
                  </a:lnTo>
                  <a:lnTo>
                    <a:pt x="284" y="1185"/>
                  </a:lnTo>
                  <a:lnTo>
                    <a:pt x="288" y="1161"/>
                  </a:lnTo>
                  <a:lnTo>
                    <a:pt x="295" y="1132"/>
                  </a:lnTo>
                  <a:lnTo>
                    <a:pt x="301" y="1105"/>
                  </a:lnTo>
                  <a:lnTo>
                    <a:pt x="307" y="1092"/>
                  </a:lnTo>
                  <a:lnTo>
                    <a:pt x="306" y="1108"/>
                  </a:lnTo>
                  <a:lnTo>
                    <a:pt x="302" y="1129"/>
                  </a:lnTo>
                  <a:lnTo>
                    <a:pt x="297" y="1152"/>
                  </a:lnTo>
                  <a:lnTo>
                    <a:pt x="295" y="1169"/>
                  </a:lnTo>
                  <a:lnTo>
                    <a:pt x="292" y="1189"/>
                  </a:lnTo>
                  <a:lnTo>
                    <a:pt x="288" y="1236"/>
                  </a:lnTo>
                  <a:lnTo>
                    <a:pt x="281" y="1289"/>
                  </a:lnTo>
                  <a:lnTo>
                    <a:pt x="274" y="1325"/>
                  </a:lnTo>
                  <a:lnTo>
                    <a:pt x="287" y="1329"/>
                  </a:lnTo>
                  <a:lnTo>
                    <a:pt x="272" y="1374"/>
                  </a:lnTo>
                  <a:lnTo>
                    <a:pt x="272" y="1375"/>
                  </a:lnTo>
                  <a:lnTo>
                    <a:pt x="269" y="1377"/>
                  </a:lnTo>
                  <a:lnTo>
                    <a:pt x="266" y="1381"/>
                  </a:lnTo>
                  <a:lnTo>
                    <a:pt x="256" y="1382"/>
                  </a:lnTo>
                  <a:lnTo>
                    <a:pt x="239" y="1402"/>
                  </a:lnTo>
                  <a:lnTo>
                    <a:pt x="224" y="1422"/>
                  </a:lnTo>
                  <a:lnTo>
                    <a:pt x="208" y="1436"/>
                  </a:lnTo>
                  <a:lnTo>
                    <a:pt x="192" y="1448"/>
                  </a:lnTo>
                  <a:lnTo>
                    <a:pt x="179" y="1455"/>
                  </a:lnTo>
                  <a:lnTo>
                    <a:pt x="165" y="1456"/>
                  </a:lnTo>
                  <a:lnTo>
                    <a:pt x="151" y="1453"/>
                  </a:lnTo>
                  <a:lnTo>
                    <a:pt x="140" y="1443"/>
                  </a:lnTo>
                  <a:lnTo>
                    <a:pt x="137" y="1429"/>
                  </a:lnTo>
                  <a:lnTo>
                    <a:pt x="145" y="1408"/>
                  </a:lnTo>
                  <a:lnTo>
                    <a:pt x="155" y="1387"/>
                  </a:lnTo>
                  <a:lnTo>
                    <a:pt x="161" y="1367"/>
                  </a:lnTo>
                  <a:lnTo>
                    <a:pt x="142" y="1362"/>
                  </a:lnTo>
                  <a:lnTo>
                    <a:pt x="151" y="1323"/>
                  </a:lnTo>
                  <a:lnTo>
                    <a:pt x="167" y="1317"/>
                  </a:lnTo>
                  <a:lnTo>
                    <a:pt x="169" y="1277"/>
                  </a:lnTo>
                  <a:lnTo>
                    <a:pt x="171" y="1198"/>
                  </a:lnTo>
                  <a:lnTo>
                    <a:pt x="172" y="1116"/>
                  </a:lnTo>
                  <a:lnTo>
                    <a:pt x="174" y="1064"/>
                  </a:lnTo>
                  <a:lnTo>
                    <a:pt x="177" y="1031"/>
                  </a:lnTo>
                  <a:lnTo>
                    <a:pt x="181" y="992"/>
                  </a:lnTo>
                  <a:lnTo>
                    <a:pt x="185" y="956"/>
                  </a:lnTo>
                  <a:lnTo>
                    <a:pt x="186" y="928"/>
                  </a:lnTo>
                  <a:lnTo>
                    <a:pt x="187" y="902"/>
                  </a:lnTo>
                  <a:lnTo>
                    <a:pt x="191" y="867"/>
                  </a:lnTo>
                  <a:lnTo>
                    <a:pt x="194" y="833"/>
                  </a:lnTo>
                  <a:lnTo>
                    <a:pt x="196" y="806"/>
                  </a:lnTo>
                  <a:lnTo>
                    <a:pt x="147" y="795"/>
                  </a:lnTo>
                  <a:lnTo>
                    <a:pt x="151" y="777"/>
                  </a:lnTo>
                  <a:lnTo>
                    <a:pt x="155" y="755"/>
                  </a:lnTo>
                  <a:lnTo>
                    <a:pt x="157" y="732"/>
                  </a:lnTo>
                  <a:lnTo>
                    <a:pt x="161" y="716"/>
                  </a:lnTo>
                  <a:lnTo>
                    <a:pt x="165" y="694"/>
                  </a:lnTo>
                  <a:lnTo>
                    <a:pt x="167" y="658"/>
                  </a:lnTo>
                  <a:lnTo>
                    <a:pt x="169" y="621"/>
                  </a:lnTo>
                  <a:lnTo>
                    <a:pt x="172" y="597"/>
                  </a:lnTo>
                  <a:lnTo>
                    <a:pt x="175" y="580"/>
                  </a:lnTo>
                  <a:lnTo>
                    <a:pt x="177" y="557"/>
                  </a:lnTo>
                  <a:lnTo>
                    <a:pt x="179" y="534"/>
                  </a:lnTo>
                  <a:lnTo>
                    <a:pt x="180" y="515"/>
                  </a:lnTo>
                  <a:lnTo>
                    <a:pt x="177" y="527"/>
                  </a:lnTo>
                  <a:lnTo>
                    <a:pt x="170" y="543"/>
                  </a:lnTo>
                  <a:lnTo>
                    <a:pt x="163" y="562"/>
                  </a:lnTo>
                  <a:lnTo>
                    <a:pt x="160" y="580"/>
                  </a:lnTo>
                  <a:lnTo>
                    <a:pt x="156" y="599"/>
                  </a:lnTo>
                  <a:lnTo>
                    <a:pt x="150" y="621"/>
                  </a:lnTo>
                  <a:lnTo>
                    <a:pt x="143" y="640"/>
                  </a:lnTo>
                  <a:lnTo>
                    <a:pt x="141" y="655"/>
                  </a:lnTo>
                  <a:lnTo>
                    <a:pt x="137" y="672"/>
                  </a:lnTo>
                  <a:lnTo>
                    <a:pt x="128" y="692"/>
                  </a:lnTo>
                  <a:lnTo>
                    <a:pt x="118" y="714"/>
                  </a:lnTo>
                  <a:lnTo>
                    <a:pt x="112" y="727"/>
                  </a:lnTo>
                  <a:lnTo>
                    <a:pt x="94" y="722"/>
                  </a:lnTo>
                  <a:lnTo>
                    <a:pt x="90" y="738"/>
                  </a:lnTo>
                  <a:lnTo>
                    <a:pt x="84" y="750"/>
                  </a:lnTo>
                  <a:lnTo>
                    <a:pt x="75" y="758"/>
                  </a:lnTo>
                  <a:lnTo>
                    <a:pt x="65" y="764"/>
                  </a:lnTo>
                  <a:lnTo>
                    <a:pt x="54" y="767"/>
                  </a:lnTo>
                  <a:lnTo>
                    <a:pt x="44" y="768"/>
                  </a:lnTo>
                  <a:lnTo>
                    <a:pt x="34" y="765"/>
                  </a:lnTo>
                  <a:lnTo>
                    <a:pt x="26" y="763"/>
                  </a:lnTo>
                  <a:lnTo>
                    <a:pt x="16" y="751"/>
                  </a:lnTo>
                  <a:lnTo>
                    <a:pt x="14" y="731"/>
                  </a:lnTo>
                  <a:lnTo>
                    <a:pt x="16" y="709"/>
                  </a:lnTo>
                  <a:lnTo>
                    <a:pt x="22" y="690"/>
                  </a:lnTo>
                  <a:lnTo>
                    <a:pt x="14" y="688"/>
                  </a:lnTo>
                  <a:lnTo>
                    <a:pt x="6" y="682"/>
                  </a:lnTo>
                  <a:lnTo>
                    <a:pt x="1" y="673"/>
                  </a:lnTo>
                  <a:lnTo>
                    <a:pt x="0" y="661"/>
                  </a:lnTo>
                  <a:lnTo>
                    <a:pt x="3" y="646"/>
                  </a:lnTo>
                  <a:lnTo>
                    <a:pt x="10" y="627"/>
                  </a:lnTo>
                  <a:lnTo>
                    <a:pt x="17" y="610"/>
                  </a:lnTo>
                  <a:lnTo>
                    <a:pt x="22" y="597"/>
                  </a:lnTo>
                  <a:lnTo>
                    <a:pt x="26" y="588"/>
                  </a:lnTo>
                  <a:lnTo>
                    <a:pt x="32" y="580"/>
                  </a:lnTo>
                  <a:lnTo>
                    <a:pt x="40" y="571"/>
                  </a:lnTo>
                  <a:lnTo>
                    <a:pt x="45" y="562"/>
                  </a:lnTo>
                  <a:lnTo>
                    <a:pt x="50" y="550"/>
                  </a:lnTo>
                  <a:lnTo>
                    <a:pt x="58" y="534"/>
                  </a:lnTo>
                  <a:lnTo>
                    <a:pt x="66" y="518"/>
                  </a:lnTo>
                  <a:lnTo>
                    <a:pt x="73" y="501"/>
                  </a:lnTo>
                  <a:lnTo>
                    <a:pt x="80" y="483"/>
                  </a:lnTo>
                  <a:lnTo>
                    <a:pt x="90" y="463"/>
                  </a:lnTo>
                  <a:lnTo>
                    <a:pt x="99" y="441"/>
                  </a:lnTo>
                  <a:lnTo>
                    <a:pt x="106" y="425"/>
                  </a:lnTo>
                  <a:lnTo>
                    <a:pt x="109" y="418"/>
                  </a:lnTo>
                  <a:lnTo>
                    <a:pt x="114" y="406"/>
                  </a:lnTo>
                  <a:lnTo>
                    <a:pt x="122" y="390"/>
                  </a:lnTo>
                  <a:lnTo>
                    <a:pt x="131" y="372"/>
                  </a:lnTo>
                  <a:lnTo>
                    <a:pt x="138" y="354"/>
                  </a:lnTo>
                  <a:lnTo>
                    <a:pt x="146" y="337"/>
                  </a:lnTo>
                  <a:lnTo>
                    <a:pt x="152" y="322"/>
                  </a:lnTo>
                  <a:lnTo>
                    <a:pt x="156" y="314"/>
                  </a:lnTo>
                  <a:lnTo>
                    <a:pt x="161" y="302"/>
                  </a:lnTo>
                  <a:lnTo>
                    <a:pt x="169" y="291"/>
                  </a:lnTo>
                  <a:lnTo>
                    <a:pt x="176" y="284"/>
                  </a:lnTo>
                  <a:lnTo>
                    <a:pt x="184" y="279"/>
                  </a:lnTo>
                  <a:lnTo>
                    <a:pt x="189" y="278"/>
                  </a:lnTo>
                  <a:lnTo>
                    <a:pt x="195" y="276"/>
                  </a:lnTo>
                  <a:lnTo>
                    <a:pt x="203" y="275"/>
                  </a:lnTo>
                  <a:lnTo>
                    <a:pt x="211" y="273"/>
                  </a:lnTo>
                  <a:lnTo>
                    <a:pt x="219" y="271"/>
                  </a:lnTo>
                  <a:lnTo>
                    <a:pt x="227" y="270"/>
                  </a:lnTo>
                  <a:lnTo>
                    <a:pt x="233" y="269"/>
                  </a:lnTo>
                  <a:lnTo>
                    <a:pt x="238" y="267"/>
                  </a:lnTo>
                  <a:lnTo>
                    <a:pt x="245" y="266"/>
                  </a:lnTo>
                  <a:lnTo>
                    <a:pt x="252" y="266"/>
                  </a:lnTo>
                  <a:lnTo>
                    <a:pt x="257" y="266"/>
                  </a:lnTo>
                  <a:lnTo>
                    <a:pt x="261" y="265"/>
                  </a:lnTo>
                  <a:lnTo>
                    <a:pt x="264" y="259"/>
                  </a:lnTo>
                  <a:lnTo>
                    <a:pt x="269" y="249"/>
                  </a:lnTo>
                  <a:lnTo>
                    <a:pt x="276" y="239"/>
                  </a:lnTo>
                  <a:lnTo>
                    <a:pt x="282" y="231"/>
                  </a:lnTo>
                  <a:lnTo>
                    <a:pt x="288" y="229"/>
                  </a:lnTo>
                  <a:lnTo>
                    <a:pt x="292" y="231"/>
                  </a:lnTo>
                  <a:lnTo>
                    <a:pt x="297" y="235"/>
                  </a:lnTo>
                  <a:lnTo>
                    <a:pt x="301" y="237"/>
                  </a:lnTo>
                  <a:lnTo>
                    <a:pt x="300" y="222"/>
                  </a:lnTo>
                  <a:lnTo>
                    <a:pt x="288" y="212"/>
                  </a:lnTo>
                  <a:lnTo>
                    <a:pt x="281" y="199"/>
                  </a:lnTo>
                  <a:lnTo>
                    <a:pt x="274" y="184"/>
                  </a:lnTo>
                  <a:lnTo>
                    <a:pt x="272" y="172"/>
                  </a:lnTo>
                  <a:lnTo>
                    <a:pt x="263" y="170"/>
                  </a:lnTo>
                  <a:lnTo>
                    <a:pt x="254" y="162"/>
                  </a:lnTo>
                  <a:lnTo>
                    <a:pt x="247" y="149"/>
                  </a:lnTo>
                  <a:lnTo>
                    <a:pt x="242" y="138"/>
                  </a:lnTo>
                  <a:lnTo>
                    <a:pt x="240" y="128"/>
                  </a:lnTo>
                  <a:lnTo>
                    <a:pt x="242" y="118"/>
                  </a:lnTo>
                  <a:lnTo>
                    <a:pt x="244" y="107"/>
                  </a:lnTo>
                  <a:lnTo>
                    <a:pt x="249" y="101"/>
                  </a:lnTo>
                  <a:lnTo>
                    <a:pt x="249" y="81"/>
                  </a:lnTo>
                  <a:lnTo>
                    <a:pt x="254" y="64"/>
                  </a:lnTo>
                  <a:lnTo>
                    <a:pt x="261" y="48"/>
                  </a:lnTo>
                  <a:lnTo>
                    <a:pt x="266" y="37"/>
                  </a:lnTo>
                  <a:lnTo>
                    <a:pt x="268" y="33"/>
                  </a:lnTo>
                  <a:lnTo>
                    <a:pt x="272" y="28"/>
                  </a:lnTo>
                  <a:lnTo>
                    <a:pt x="277" y="22"/>
                  </a:lnTo>
                  <a:lnTo>
                    <a:pt x="283" y="17"/>
                  </a:lnTo>
                  <a:lnTo>
                    <a:pt x="288" y="11"/>
                  </a:lnTo>
                  <a:lnTo>
                    <a:pt x="295" y="8"/>
                  </a:lnTo>
                  <a:lnTo>
                    <a:pt x="300" y="5"/>
                  </a:lnTo>
                  <a:lnTo>
                    <a:pt x="303" y="4"/>
                  </a:lnTo>
                  <a:lnTo>
                    <a:pt x="306" y="4"/>
                  </a:lnTo>
                  <a:lnTo>
                    <a:pt x="308" y="4"/>
                  </a:lnTo>
                  <a:lnTo>
                    <a:pt x="311" y="5"/>
                  </a:lnTo>
                  <a:lnTo>
                    <a:pt x="315" y="9"/>
                  </a:lnTo>
                  <a:lnTo>
                    <a:pt x="322" y="4"/>
                  </a:lnTo>
                  <a:lnTo>
                    <a:pt x="332" y="2"/>
                  </a:lnTo>
                  <a:lnTo>
                    <a:pt x="344" y="0"/>
                  </a:lnTo>
                  <a:lnTo>
                    <a:pt x="356" y="2"/>
                  </a:lnTo>
                  <a:lnTo>
                    <a:pt x="369" y="4"/>
                  </a:lnTo>
                  <a:lnTo>
                    <a:pt x="380" y="6"/>
                  </a:lnTo>
                  <a:lnTo>
                    <a:pt x="389" y="10"/>
                  </a:lnTo>
                  <a:lnTo>
                    <a:pt x="395" y="14"/>
                  </a:lnTo>
                  <a:lnTo>
                    <a:pt x="400" y="17"/>
                  </a:lnTo>
                  <a:lnTo>
                    <a:pt x="406" y="22"/>
                  </a:lnTo>
                  <a:lnTo>
                    <a:pt x="412" y="27"/>
                  </a:lnTo>
                  <a:lnTo>
                    <a:pt x="418" y="33"/>
                  </a:lnTo>
                  <a:lnTo>
                    <a:pt x="424" y="39"/>
                  </a:lnTo>
                  <a:lnTo>
                    <a:pt x="431" y="46"/>
                  </a:lnTo>
                  <a:lnTo>
                    <a:pt x="434" y="53"/>
                  </a:lnTo>
                  <a:lnTo>
                    <a:pt x="438" y="61"/>
                  </a:lnTo>
                  <a:lnTo>
                    <a:pt x="440" y="76"/>
                  </a:lnTo>
                  <a:lnTo>
                    <a:pt x="438" y="89"/>
                  </a:lnTo>
                  <a:lnTo>
                    <a:pt x="434" y="99"/>
                  </a:lnTo>
                  <a:lnTo>
                    <a:pt x="429" y="106"/>
                  </a:lnTo>
                  <a:lnTo>
                    <a:pt x="438" y="113"/>
                  </a:lnTo>
                  <a:lnTo>
                    <a:pt x="447" y="121"/>
                  </a:lnTo>
                  <a:lnTo>
                    <a:pt x="452" y="132"/>
                  </a:lnTo>
                  <a:lnTo>
                    <a:pt x="453" y="144"/>
                  </a:lnTo>
                  <a:lnTo>
                    <a:pt x="448" y="155"/>
                  </a:lnTo>
                  <a:lnTo>
                    <a:pt x="440" y="164"/>
                  </a:lnTo>
                  <a:lnTo>
                    <a:pt x="428" y="170"/>
                  </a:lnTo>
                  <a:lnTo>
                    <a:pt x="418" y="174"/>
                  </a:lnTo>
                  <a:lnTo>
                    <a:pt x="412" y="196"/>
                  </a:lnTo>
                  <a:lnTo>
                    <a:pt x="404" y="210"/>
                  </a:lnTo>
                  <a:lnTo>
                    <a:pt x="397" y="219"/>
                  </a:lnTo>
                  <a:lnTo>
                    <a:pt x="390" y="225"/>
                  </a:lnTo>
                  <a:lnTo>
                    <a:pt x="392" y="239"/>
                  </a:lnTo>
                  <a:lnTo>
                    <a:pt x="398" y="240"/>
                  </a:lnTo>
                  <a:lnTo>
                    <a:pt x="403" y="241"/>
                  </a:lnTo>
                  <a:lnTo>
                    <a:pt x="408" y="246"/>
                  </a:lnTo>
                  <a:lnTo>
                    <a:pt x="413" y="255"/>
                  </a:lnTo>
                  <a:lnTo>
                    <a:pt x="418" y="258"/>
                  </a:lnTo>
                  <a:lnTo>
                    <a:pt x="424" y="260"/>
                  </a:lnTo>
                  <a:lnTo>
                    <a:pt x="431" y="263"/>
                  </a:lnTo>
                  <a:lnTo>
                    <a:pt x="437" y="264"/>
                  </a:lnTo>
                  <a:lnTo>
                    <a:pt x="443" y="265"/>
                  </a:lnTo>
                  <a:lnTo>
                    <a:pt x="450" y="266"/>
                  </a:lnTo>
                  <a:lnTo>
                    <a:pt x="455" y="269"/>
                  </a:lnTo>
                  <a:lnTo>
                    <a:pt x="460" y="270"/>
                  </a:lnTo>
                  <a:lnTo>
                    <a:pt x="465" y="271"/>
                  </a:lnTo>
                  <a:lnTo>
                    <a:pt x="471" y="273"/>
                  </a:lnTo>
                  <a:lnTo>
                    <a:pt x="479" y="276"/>
                  </a:lnTo>
                  <a:lnTo>
                    <a:pt x="486" y="279"/>
                  </a:lnTo>
                  <a:lnTo>
                    <a:pt x="494" y="282"/>
                  </a:lnTo>
                  <a:lnTo>
                    <a:pt x="500" y="284"/>
                  </a:lnTo>
                  <a:lnTo>
                    <a:pt x="505" y="285"/>
                  </a:lnTo>
                  <a:lnTo>
                    <a:pt x="509" y="287"/>
                  </a:lnTo>
                  <a:lnTo>
                    <a:pt x="514" y="288"/>
                  </a:lnTo>
                  <a:lnTo>
                    <a:pt x="516" y="291"/>
                  </a:lnTo>
                  <a:lnTo>
                    <a:pt x="519" y="295"/>
                  </a:lnTo>
                  <a:lnTo>
                    <a:pt x="524" y="303"/>
                  </a:lnTo>
                  <a:lnTo>
                    <a:pt x="528" y="309"/>
                  </a:lnTo>
                  <a:lnTo>
                    <a:pt x="533" y="316"/>
                  </a:lnTo>
                  <a:lnTo>
                    <a:pt x="539" y="326"/>
                  </a:lnTo>
                  <a:lnTo>
                    <a:pt x="545" y="334"/>
                  </a:lnTo>
                  <a:lnTo>
                    <a:pt x="553" y="345"/>
                  </a:lnTo>
                  <a:lnTo>
                    <a:pt x="558" y="355"/>
                  </a:lnTo>
                  <a:lnTo>
                    <a:pt x="563" y="364"/>
                  </a:lnTo>
                  <a:lnTo>
                    <a:pt x="567" y="374"/>
                  </a:lnTo>
                  <a:lnTo>
                    <a:pt x="573" y="395"/>
                  </a:lnTo>
                  <a:lnTo>
                    <a:pt x="582" y="419"/>
                  </a:lnTo>
                  <a:lnTo>
                    <a:pt x="592" y="443"/>
                  </a:lnTo>
                  <a:lnTo>
                    <a:pt x="600" y="458"/>
                  </a:lnTo>
                  <a:lnTo>
                    <a:pt x="603" y="465"/>
                  </a:lnTo>
                  <a:lnTo>
                    <a:pt x="610" y="477"/>
                  </a:lnTo>
                  <a:lnTo>
                    <a:pt x="617" y="491"/>
                  </a:lnTo>
                  <a:lnTo>
                    <a:pt x="626" y="508"/>
                  </a:lnTo>
                  <a:lnTo>
                    <a:pt x="635" y="525"/>
                  </a:lnTo>
                  <a:lnTo>
                    <a:pt x="642" y="539"/>
                  </a:lnTo>
                  <a:lnTo>
                    <a:pt x="650" y="552"/>
                  </a:lnTo>
                  <a:lnTo>
                    <a:pt x="655" y="561"/>
                  </a:lnTo>
                  <a:lnTo>
                    <a:pt x="661" y="569"/>
                  </a:lnTo>
                  <a:lnTo>
                    <a:pt x="669" y="581"/>
                  </a:lnTo>
                  <a:lnTo>
                    <a:pt x="678" y="595"/>
                  </a:lnTo>
                  <a:lnTo>
                    <a:pt x="687" y="611"/>
                  </a:lnTo>
                  <a:lnTo>
                    <a:pt x="694" y="627"/>
                  </a:lnTo>
                  <a:lnTo>
                    <a:pt x="699" y="640"/>
                  </a:lnTo>
                  <a:lnTo>
                    <a:pt x="703" y="649"/>
                  </a:lnTo>
                  <a:lnTo>
                    <a:pt x="702" y="654"/>
                  </a:lnTo>
                  <a:lnTo>
                    <a:pt x="693" y="661"/>
                  </a:lnTo>
                  <a:lnTo>
                    <a:pt x="688" y="664"/>
                  </a:lnTo>
                  <a:lnTo>
                    <a:pt x="685" y="664"/>
                  </a:lnTo>
                  <a:lnTo>
                    <a:pt x="684" y="662"/>
                  </a:lnTo>
                  <a:lnTo>
                    <a:pt x="690" y="676"/>
                  </a:lnTo>
                  <a:lnTo>
                    <a:pt x="692" y="695"/>
                  </a:lnTo>
                  <a:lnTo>
                    <a:pt x="687" y="714"/>
                  </a:lnTo>
                  <a:lnTo>
                    <a:pt x="675" y="727"/>
                  </a:lnTo>
                  <a:lnTo>
                    <a:pt x="668" y="730"/>
                  </a:lnTo>
                  <a:lnTo>
                    <a:pt x="659" y="731"/>
                  </a:lnTo>
                  <a:lnTo>
                    <a:pt x="650" y="731"/>
                  </a:lnTo>
                  <a:lnTo>
                    <a:pt x="640" y="727"/>
                  </a:lnTo>
                  <a:lnTo>
                    <a:pt x="630" y="722"/>
                  </a:lnTo>
                  <a:lnTo>
                    <a:pt x="621" y="714"/>
                  </a:lnTo>
                  <a:lnTo>
                    <a:pt x="613" y="702"/>
                  </a:lnTo>
                  <a:lnTo>
                    <a:pt x="606" y="688"/>
                  </a:lnTo>
                  <a:lnTo>
                    <a:pt x="581" y="703"/>
                  </a:lnTo>
                  <a:lnTo>
                    <a:pt x="574" y="696"/>
                  </a:lnTo>
                  <a:lnTo>
                    <a:pt x="568" y="685"/>
                  </a:lnTo>
                  <a:lnTo>
                    <a:pt x="562" y="671"/>
                  </a:lnTo>
                  <a:lnTo>
                    <a:pt x="555" y="655"/>
                  </a:lnTo>
                  <a:lnTo>
                    <a:pt x="549" y="640"/>
                  </a:lnTo>
                  <a:lnTo>
                    <a:pt x="544" y="625"/>
                  </a:lnTo>
                  <a:lnTo>
                    <a:pt x="542" y="613"/>
                  </a:lnTo>
                  <a:lnTo>
                    <a:pt x="540" y="604"/>
                  </a:lnTo>
                  <a:lnTo>
                    <a:pt x="539" y="594"/>
                  </a:lnTo>
                  <a:lnTo>
                    <a:pt x="535" y="582"/>
                  </a:lnTo>
                  <a:lnTo>
                    <a:pt x="529" y="568"/>
                  </a:lnTo>
                  <a:lnTo>
                    <a:pt x="521" y="552"/>
                  </a:lnTo>
                  <a:lnTo>
                    <a:pt x="514" y="537"/>
                  </a:lnTo>
                  <a:lnTo>
                    <a:pt x="506" y="522"/>
                  </a:lnTo>
                  <a:lnTo>
                    <a:pt x="500" y="512"/>
                  </a:lnTo>
                  <a:lnTo>
                    <a:pt x="495" y="504"/>
                  </a:lnTo>
                  <a:lnTo>
                    <a:pt x="496" y="526"/>
                  </a:lnTo>
                  <a:lnTo>
                    <a:pt x="500" y="552"/>
                  </a:lnTo>
                  <a:lnTo>
                    <a:pt x="504" y="579"/>
                  </a:lnTo>
                  <a:lnTo>
                    <a:pt x="505" y="598"/>
                  </a:lnTo>
                  <a:lnTo>
                    <a:pt x="504" y="617"/>
                  </a:lnTo>
                  <a:lnTo>
                    <a:pt x="503" y="643"/>
                  </a:lnTo>
                  <a:lnTo>
                    <a:pt x="503" y="672"/>
                  </a:lnTo>
                  <a:lnTo>
                    <a:pt x="508" y="696"/>
                  </a:lnTo>
                  <a:lnTo>
                    <a:pt x="518" y="721"/>
                  </a:lnTo>
                  <a:lnTo>
                    <a:pt x="530" y="753"/>
                  </a:lnTo>
                  <a:lnTo>
                    <a:pt x="540" y="785"/>
                  </a:lnTo>
                  <a:lnTo>
                    <a:pt x="544" y="805"/>
                  </a:lnTo>
                  <a:lnTo>
                    <a:pt x="529" y="804"/>
                  </a:lnTo>
                  <a:lnTo>
                    <a:pt x="519" y="805"/>
                  </a:lnTo>
                  <a:lnTo>
                    <a:pt x="514" y="806"/>
                  </a:lnTo>
                  <a:lnTo>
                    <a:pt x="511" y="807"/>
                  </a:lnTo>
                  <a:lnTo>
                    <a:pt x="491" y="80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22" name="Google Shape;922;p23"/>
            <p:cNvSpPr/>
            <p:nvPr/>
          </p:nvSpPr>
          <p:spPr>
            <a:xfrm>
              <a:off x="2735" y="1391"/>
              <a:ext cx="26" cy="51"/>
            </a:xfrm>
            <a:custGeom>
              <a:rect b="b" l="l" r="r" t="t"/>
              <a:pathLst>
                <a:path extrusionOk="0" h="51" w="26">
                  <a:moveTo>
                    <a:pt x="23" y="6"/>
                  </a:moveTo>
                  <a:lnTo>
                    <a:pt x="18" y="2"/>
                  </a:lnTo>
                  <a:lnTo>
                    <a:pt x="11" y="0"/>
                  </a:lnTo>
                  <a:lnTo>
                    <a:pt x="5" y="0"/>
                  </a:lnTo>
                  <a:lnTo>
                    <a:pt x="1" y="4"/>
                  </a:lnTo>
                  <a:lnTo>
                    <a:pt x="0" y="14"/>
                  </a:lnTo>
                  <a:lnTo>
                    <a:pt x="5" y="30"/>
                  </a:lnTo>
                  <a:lnTo>
                    <a:pt x="14" y="45"/>
                  </a:lnTo>
                  <a:lnTo>
                    <a:pt x="26" y="51"/>
                  </a:lnTo>
                  <a:lnTo>
                    <a:pt x="25" y="43"/>
                  </a:lnTo>
                  <a:lnTo>
                    <a:pt x="24" y="30"/>
                  </a:lnTo>
                  <a:lnTo>
                    <a:pt x="23" y="15"/>
                  </a:lnTo>
                  <a:lnTo>
                    <a:pt x="23" y="6"/>
                  </a:lnTo>
                  <a:close/>
                </a:path>
              </a:pathLst>
            </a:custGeom>
            <a:solidFill>
              <a:srgbClr val="FFCCC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23" name="Google Shape;923;p23"/>
            <p:cNvSpPr/>
            <p:nvPr/>
          </p:nvSpPr>
          <p:spPr>
            <a:xfrm>
              <a:off x="2909" y="1392"/>
              <a:ext cx="21" cy="50"/>
            </a:xfrm>
            <a:custGeom>
              <a:rect b="b" l="l" r="r" t="t"/>
              <a:pathLst>
                <a:path extrusionOk="0" h="50" w="21">
                  <a:moveTo>
                    <a:pt x="2" y="0"/>
                  </a:moveTo>
                  <a:lnTo>
                    <a:pt x="4" y="9"/>
                  </a:lnTo>
                  <a:lnTo>
                    <a:pt x="4" y="23"/>
                  </a:lnTo>
                  <a:lnTo>
                    <a:pt x="1" y="40"/>
                  </a:lnTo>
                  <a:lnTo>
                    <a:pt x="0" y="50"/>
                  </a:lnTo>
                  <a:lnTo>
                    <a:pt x="9" y="46"/>
                  </a:lnTo>
                  <a:lnTo>
                    <a:pt x="16" y="38"/>
                  </a:lnTo>
                  <a:lnTo>
                    <a:pt x="21" y="31"/>
                  </a:lnTo>
                  <a:lnTo>
                    <a:pt x="21" y="24"/>
                  </a:lnTo>
                  <a:lnTo>
                    <a:pt x="19" y="18"/>
                  </a:lnTo>
                  <a:lnTo>
                    <a:pt x="16" y="13"/>
                  </a:lnTo>
                  <a:lnTo>
                    <a:pt x="11" y="7"/>
                  </a:lnTo>
                  <a:lnTo>
                    <a:pt x="2" y="0"/>
                  </a:lnTo>
                  <a:close/>
                </a:path>
              </a:pathLst>
            </a:custGeom>
            <a:solidFill>
              <a:srgbClr val="FFCCC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24" name="Google Shape;924;p23"/>
            <p:cNvSpPr/>
            <p:nvPr/>
          </p:nvSpPr>
          <p:spPr>
            <a:xfrm>
              <a:off x="2765" y="1332"/>
              <a:ext cx="140" cy="171"/>
            </a:xfrm>
            <a:custGeom>
              <a:rect b="b" l="l" r="r" t="t"/>
              <a:pathLst>
                <a:path extrusionOk="0" h="171" w="140">
                  <a:moveTo>
                    <a:pt x="37" y="0"/>
                  </a:moveTo>
                  <a:lnTo>
                    <a:pt x="28" y="30"/>
                  </a:lnTo>
                  <a:lnTo>
                    <a:pt x="18" y="22"/>
                  </a:lnTo>
                  <a:lnTo>
                    <a:pt x="13" y="42"/>
                  </a:lnTo>
                  <a:lnTo>
                    <a:pt x="3" y="40"/>
                  </a:lnTo>
                  <a:lnTo>
                    <a:pt x="3" y="51"/>
                  </a:lnTo>
                  <a:lnTo>
                    <a:pt x="1" y="66"/>
                  </a:lnTo>
                  <a:lnTo>
                    <a:pt x="0" y="82"/>
                  </a:lnTo>
                  <a:lnTo>
                    <a:pt x="0" y="91"/>
                  </a:lnTo>
                  <a:lnTo>
                    <a:pt x="0" y="102"/>
                  </a:lnTo>
                  <a:lnTo>
                    <a:pt x="3" y="119"/>
                  </a:lnTo>
                  <a:lnTo>
                    <a:pt x="6" y="137"/>
                  </a:lnTo>
                  <a:lnTo>
                    <a:pt x="13" y="149"/>
                  </a:lnTo>
                  <a:lnTo>
                    <a:pt x="17" y="152"/>
                  </a:lnTo>
                  <a:lnTo>
                    <a:pt x="19" y="157"/>
                  </a:lnTo>
                  <a:lnTo>
                    <a:pt x="23" y="161"/>
                  </a:lnTo>
                  <a:lnTo>
                    <a:pt x="28" y="164"/>
                  </a:lnTo>
                  <a:lnTo>
                    <a:pt x="32" y="167"/>
                  </a:lnTo>
                  <a:lnTo>
                    <a:pt x="38" y="169"/>
                  </a:lnTo>
                  <a:lnTo>
                    <a:pt x="43" y="171"/>
                  </a:lnTo>
                  <a:lnTo>
                    <a:pt x="51" y="171"/>
                  </a:lnTo>
                  <a:lnTo>
                    <a:pt x="58" y="171"/>
                  </a:lnTo>
                  <a:lnTo>
                    <a:pt x="66" y="171"/>
                  </a:lnTo>
                  <a:lnTo>
                    <a:pt x="73" y="170"/>
                  </a:lnTo>
                  <a:lnTo>
                    <a:pt x="81" y="169"/>
                  </a:lnTo>
                  <a:lnTo>
                    <a:pt x="87" y="168"/>
                  </a:lnTo>
                  <a:lnTo>
                    <a:pt x="93" y="167"/>
                  </a:lnTo>
                  <a:lnTo>
                    <a:pt x="100" y="164"/>
                  </a:lnTo>
                  <a:lnTo>
                    <a:pt x="104" y="162"/>
                  </a:lnTo>
                  <a:lnTo>
                    <a:pt x="112" y="155"/>
                  </a:lnTo>
                  <a:lnTo>
                    <a:pt x="121" y="145"/>
                  </a:lnTo>
                  <a:lnTo>
                    <a:pt x="128" y="134"/>
                  </a:lnTo>
                  <a:lnTo>
                    <a:pt x="130" y="122"/>
                  </a:lnTo>
                  <a:lnTo>
                    <a:pt x="133" y="108"/>
                  </a:lnTo>
                  <a:lnTo>
                    <a:pt x="136" y="91"/>
                  </a:lnTo>
                  <a:lnTo>
                    <a:pt x="139" y="74"/>
                  </a:lnTo>
                  <a:lnTo>
                    <a:pt x="140" y="61"/>
                  </a:lnTo>
                  <a:lnTo>
                    <a:pt x="125" y="35"/>
                  </a:lnTo>
                  <a:lnTo>
                    <a:pt x="107" y="47"/>
                  </a:lnTo>
                  <a:lnTo>
                    <a:pt x="100" y="30"/>
                  </a:lnTo>
                  <a:lnTo>
                    <a:pt x="83" y="43"/>
                  </a:lnTo>
                  <a:lnTo>
                    <a:pt x="71" y="16"/>
                  </a:lnTo>
                  <a:lnTo>
                    <a:pt x="53" y="29"/>
                  </a:lnTo>
                  <a:lnTo>
                    <a:pt x="37" y="0"/>
                  </a:lnTo>
                  <a:close/>
                </a:path>
              </a:pathLst>
            </a:custGeom>
            <a:solidFill>
              <a:srgbClr val="FFCCC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25" name="Google Shape;925;p23"/>
            <p:cNvSpPr/>
            <p:nvPr/>
          </p:nvSpPr>
          <p:spPr>
            <a:xfrm>
              <a:off x="2682" y="1557"/>
              <a:ext cx="134" cy="346"/>
            </a:xfrm>
            <a:custGeom>
              <a:rect b="b" l="l" r="r" t="t"/>
              <a:pathLst>
                <a:path extrusionOk="0" h="346" w="134">
                  <a:moveTo>
                    <a:pt x="72" y="0"/>
                  </a:moveTo>
                  <a:lnTo>
                    <a:pt x="67" y="0"/>
                  </a:lnTo>
                  <a:lnTo>
                    <a:pt x="62" y="0"/>
                  </a:lnTo>
                  <a:lnTo>
                    <a:pt x="55" y="2"/>
                  </a:lnTo>
                  <a:lnTo>
                    <a:pt x="49" y="3"/>
                  </a:lnTo>
                  <a:lnTo>
                    <a:pt x="42" y="4"/>
                  </a:lnTo>
                  <a:lnTo>
                    <a:pt x="34" y="5"/>
                  </a:lnTo>
                  <a:lnTo>
                    <a:pt x="28" y="6"/>
                  </a:lnTo>
                  <a:lnTo>
                    <a:pt x="21" y="8"/>
                  </a:lnTo>
                  <a:lnTo>
                    <a:pt x="24" y="20"/>
                  </a:lnTo>
                  <a:lnTo>
                    <a:pt x="29" y="30"/>
                  </a:lnTo>
                  <a:lnTo>
                    <a:pt x="35" y="42"/>
                  </a:lnTo>
                  <a:lnTo>
                    <a:pt x="44" y="53"/>
                  </a:lnTo>
                  <a:lnTo>
                    <a:pt x="52" y="61"/>
                  </a:lnTo>
                  <a:lnTo>
                    <a:pt x="52" y="67"/>
                  </a:lnTo>
                  <a:lnTo>
                    <a:pt x="48" y="71"/>
                  </a:lnTo>
                  <a:lnTo>
                    <a:pt x="43" y="69"/>
                  </a:lnTo>
                  <a:lnTo>
                    <a:pt x="39" y="66"/>
                  </a:lnTo>
                  <a:lnTo>
                    <a:pt x="34" y="65"/>
                  </a:lnTo>
                  <a:lnTo>
                    <a:pt x="28" y="65"/>
                  </a:lnTo>
                  <a:lnTo>
                    <a:pt x="21" y="65"/>
                  </a:lnTo>
                  <a:lnTo>
                    <a:pt x="15" y="66"/>
                  </a:lnTo>
                  <a:lnTo>
                    <a:pt x="9" y="66"/>
                  </a:lnTo>
                  <a:lnTo>
                    <a:pt x="4" y="69"/>
                  </a:lnTo>
                  <a:lnTo>
                    <a:pt x="0" y="70"/>
                  </a:lnTo>
                  <a:lnTo>
                    <a:pt x="9" y="79"/>
                  </a:lnTo>
                  <a:lnTo>
                    <a:pt x="18" y="89"/>
                  </a:lnTo>
                  <a:lnTo>
                    <a:pt x="28" y="100"/>
                  </a:lnTo>
                  <a:lnTo>
                    <a:pt x="37" y="109"/>
                  </a:lnTo>
                  <a:lnTo>
                    <a:pt x="47" y="121"/>
                  </a:lnTo>
                  <a:lnTo>
                    <a:pt x="57" y="136"/>
                  </a:lnTo>
                  <a:lnTo>
                    <a:pt x="64" y="151"/>
                  </a:lnTo>
                  <a:lnTo>
                    <a:pt x="67" y="164"/>
                  </a:lnTo>
                  <a:lnTo>
                    <a:pt x="67" y="173"/>
                  </a:lnTo>
                  <a:lnTo>
                    <a:pt x="69" y="187"/>
                  </a:lnTo>
                  <a:lnTo>
                    <a:pt x="72" y="205"/>
                  </a:lnTo>
                  <a:lnTo>
                    <a:pt x="78" y="229"/>
                  </a:lnTo>
                  <a:lnTo>
                    <a:pt x="87" y="255"/>
                  </a:lnTo>
                  <a:lnTo>
                    <a:pt x="98" y="284"/>
                  </a:lnTo>
                  <a:lnTo>
                    <a:pt x="113" y="315"/>
                  </a:lnTo>
                  <a:lnTo>
                    <a:pt x="134" y="346"/>
                  </a:lnTo>
                  <a:lnTo>
                    <a:pt x="121" y="316"/>
                  </a:lnTo>
                  <a:lnTo>
                    <a:pt x="112" y="289"/>
                  </a:lnTo>
                  <a:lnTo>
                    <a:pt x="107" y="265"/>
                  </a:lnTo>
                  <a:lnTo>
                    <a:pt x="103" y="242"/>
                  </a:lnTo>
                  <a:lnTo>
                    <a:pt x="101" y="223"/>
                  </a:lnTo>
                  <a:lnTo>
                    <a:pt x="100" y="209"/>
                  </a:lnTo>
                  <a:lnTo>
                    <a:pt x="100" y="197"/>
                  </a:lnTo>
                  <a:lnTo>
                    <a:pt x="98" y="190"/>
                  </a:lnTo>
                  <a:lnTo>
                    <a:pt x="95" y="173"/>
                  </a:lnTo>
                  <a:lnTo>
                    <a:pt x="92" y="149"/>
                  </a:lnTo>
                  <a:lnTo>
                    <a:pt x="91" y="125"/>
                  </a:lnTo>
                  <a:lnTo>
                    <a:pt x="89" y="109"/>
                  </a:lnTo>
                  <a:lnTo>
                    <a:pt x="89" y="97"/>
                  </a:lnTo>
                  <a:lnTo>
                    <a:pt x="88" y="81"/>
                  </a:lnTo>
                  <a:lnTo>
                    <a:pt x="87" y="65"/>
                  </a:lnTo>
                  <a:lnTo>
                    <a:pt x="88" y="53"/>
                  </a:lnTo>
                  <a:lnTo>
                    <a:pt x="88" y="41"/>
                  </a:lnTo>
                  <a:lnTo>
                    <a:pt x="84" y="27"/>
                  </a:lnTo>
                  <a:lnTo>
                    <a:pt x="79" y="12"/>
                  </a:lnTo>
                  <a:lnTo>
                    <a:pt x="72"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26" name="Google Shape;926;p23"/>
            <p:cNvSpPr/>
            <p:nvPr/>
          </p:nvSpPr>
          <p:spPr>
            <a:xfrm>
              <a:off x="2498" y="1569"/>
              <a:ext cx="326" cy="507"/>
            </a:xfrm>
            <a:custGeom>
              <a:rect b="b" l="l" r="r" t="t"/>
              <a:pathLst>
                <a:path extrusionOk="0" h="507" w="326">
                  <a:moveTo>
                    <a:pt x="192" y="0"/>
                  </a:moveTo>
                  <a:lnTo>
                    <a:pt x="181" y="2"/>
                  </a:lnTo>
                  <a:lnTo>
                    <a:pt x="174" y="5"/>
                  </a:lnTo>
                  <a:lnTo>
                    <a:pt x="169" y="11"/>
                  </a:lnTo>
                  <a:lnTo>
                    <a:pt x="163" y="19"/>
                  </a:lnTo>
                  <a:lnTo>
                    <a:pt x="154" y="36"/>
                  </a:lnTo>
                  <a:lnTo>
                    <a:pt x="144" y="63"/>
                  </a:lnTo>
                  <a:lnTo>
                    <a:pt x="134" y="89"/>
                  </a:lnTo>
                  <a:lnTo>
                    <a:pt x="129" y="106"/>
                  </a:lnTo>
                  <a:lnTo>
                    <a:pt x="124" y="118"/>
                  </a:lnTo>
                  <a:lnTo>
                    <a:pt x="113" y="136"/>
                  </a:lnTo>
                  <a:lnTo>
                    <a:pt x="105" y="154"/>
                  </a:lnTo>
                  <a:lnTo>
                    <a:pt x="100" y="168"/>
                  </a:lnTo>
                  <a:lnTo>
                    <a:pt x="98" y="182"/>
                  </a:lnTo>
                  <a:lnTo>
                    <a:pt x="97" y="201"/>
                  </a:lnTo>
                  <a:lnTo>
                    <a:pt x="95" y="222"/>
                  </a:lnTo>
                  <a:lnTo>
                    <a:pt x="87" y="236"/>
                  </a:lnTo>
                  <a:lnTo>
                    <a:pt x="87" y="233"/>
                  </a:lnTo>
                  <a:lnTo>
                    <a:pt x="88" y="222"/>
                  </a:lnTo>
                  <a:lnTo>
                    <a:pt x="88" y="207"/>
                  </a:lnTo>
                  <a:lnTo>
                    <a:pt x="87" y="189"/>
                  </a:lnTo>
                  <a:lnTo>
                    <a:pt x="79" y="201"/>
                  </a:lnTo>
                  <a:lnTo>
                    <a:pt x="73" y="215"/>
                  </a:lnTo>
                  <a:lnTo>
                    <a:pt x="68" y="229"/>
                  </a:lnTo>
                  <a:lnTo>
                    <a:pt x="64" y="243"/>
                  </a:lnTo>
                  <a:lnTo>
                    <a:pt x="58" y="258"/>
                  </a:lnTo>
                  <a:lnTo>
                    <a:pt x="49" y="273"/>
                  </a:lnTo>
                  <a:lnTo>
                    <a:pt x="38" y="286"/>
                  </a:lnTo>
                  <a:lnTo>
                    <a:pt x="28" y="300"/>
                  </a:lnTo>
                  <a:lnTo>
                    <a:pt x="19" y="314"/>
                  </a:lnTo>
                  <a:lnTo>
                    <a:pt x="11" y="331"/>
                  </a:lnTo>
                  <a:lnTo>
                    <a:pt x="6" y="346"/>
                  </a:lnTo>
                  <a:lnTo>
                    <a:pt x="3" y="358"/>
                  </a:lnTo>
                  <a:lnTo>
                    <a:pt x="0" y="366"/>
                  </a:lnTo>
                  <a:lnTo>
                    <a:pt x="1" y="371"/>
                  </a:lnTo>
                  <a:lnTo>
                    <a:pt x="4" y="376"/>
                  </a:lnTo>
                  <a:lnTo>
                    <a:pt x="11" y="383"/>
                  </a:lnTo>
                  <a:lnTo>
                    <a:pt x="18" y="388"/>
                  </a:lnTo>
                  <a:lnTo>
                    <a:pt x="26" y="395"/>
                  </a:lnTo>
                  <a:lnTo>
                    <a:pt x="38" y="403"/>
                  </a:lnTo>
                  <a:lnTo>
                    <a:pt x="49" y="409"/>
                  </a:lnTo>
                  <a:lnTo>
                    <a:pt x="62" y="416"/>
                  </a:lnTo>
                  <a:lnTo>
                    <a:pt x="74" y="421"/>
                  </a:lnTo>
                  <a:lnTo>
                    <a:pt x="84" y="425"/>
                  </a:lnTo>
                  <a:lnTo>
                    <a:pt x="93" y="427"/>
                  </a:lnTo>
                  <a:lnTo>
                    <a:pt x="100" y="413"/>
                  </a:lnTo>
                  <a:lnTo>
                    <a:pt x="108" y="397"/>
                  </a:lnTo>
                  <a:lnTo>
                    <a:pt x="116" y="379"/>
                  </a:lnTo>
                  <a:lnTo>
                    <a:pt x="120" y="363"/>
                  </a:lnTo>
                  <a:lnTo>
                    <a:pt x="121" y="344"/>
                  </a:lnTo>
                  <a:lnTo>
                    <a:pt x="125" y="321"/>
                  </a:lnTo>
                  <a:lnTo>
                    <a:pt x="130" y="300"/>
                  </a:lnTo>
                  <a:lnTo>
                    <a:pt x="134" y="283"/>
                  </a:lnTo>
                  <a:lnTo>
                    <a:pt x="140" y="269"/>
                  </a:lnTo>
                  <a:lnTo>
                    <a:pt x="147" y="252"/>
                  </a:lnTo>
                  <a:lnTo>
                    <a:pt x="155" y="235"/>
                  </a:lnTo>
                  <a:lnTo>
                    <a:pt x="159" y="221"/>
                  </a:lnTo>
                  <a:lnTo>
                    <a:pt x="163" y="209"/>
                  </a:lnTo>
                  <a:lnTo>
                    <a:pt x="168" y="200"/>
                  </a:lnTo>
                  <a:lnTo>
                    <a:pt x="171" y="198"/>
                  </a:lnTo>
                  <a:lnTo>
                    <a:pt x="175" y="205"/>
                  </a:lnTo>
                  <a:lnTo>
                    <a:pt x="178" y="221"/>
                  </a:lnTo>
                  <a:lnTo>
                    <a:pt x="180" y="240"/>
                  </a:lnTo>
                  <a:lnTo>
                    <a:pt x="183" y="259"/>
                  </a:lnTo>
                  <a:lnTo>
                    <a:pt x="181" y="275"/>
                  </a:lnTo>
                  <a:lnTo>
                    <a:pt x="178" y="294"/>
                  </a:lnTo>
                  <a:lnTo>
                    <a:pt x="174" y="320"/>
                  </a:lnTo>
                  <a:lnTo>
                    <a:pt x="170" y="349"/>
                  </a:lnTo>
                  <a:lnTo>
                    <a:pt x="169" y="373"/>
                  </a:lnTo>
                  <a:lnTo>
                    <a:pt x="168" y="400"/>
                  </a:lnTo>
                  <a:lnTo>
                    <a:pt x="164" y="436"/>
                  </a:lnTo>
                  <a:lnTo>
                    <a:pt x="158" y="471"/>
                  </a:lnTo>
                  <a:lnTo>
                    <a:pt x="150" y="495"/>
                  </a:lnTo>
                  <a:lnTo>
                    <a:pt x="159" y="497"/>
                  </a:lnTo>
                  <a:lnTo>
                    <a:pt x="169" y="498"/>
                  </a:lnTo>
                  <a:lnTo>
                    <a:pt x="180" y="500"/>
                  </a:lnTo>
                  <a:lnTo>
                    <a:pt x="192" y="500"/>
                  </a:lnTo>
                  <a:lnTo>
                    <a:pt x="202" y="500"/>
                  </a:lnTo>
                  <a:lnTo>
                    <a:pt x="212" y="500"/>
                  </a:lnTo>
                  <a:lnTo>
                    <a:pt x="221" y="500"/>
                  </a:lnTo>
                  <a:lnTo>
                    <a:pt x="228" y="501"/>
                  </a:lnTo>
                  <a:lnTo>
                    <a:pt x="236" y="502"/>
                  </a:lnTo>
                  <a:lnTo>
                    <a:pt x="245" y="504"/>
                  </a:lnTo>
                  <a:lnTo>
                    <a:pt x="255" y="506"/>
                  </a:lnTo>
                  <a:lnTo>
                    <a:pt x="267" y="507"/>
                  </a:lnTo>
                  <a:lnTo>
                    <a:pt x="280" y="507"/>
                  </a:lnTo>
                  <a:lnTo>
                    <a:pt x="294" y="504"/>
                  </a:lnTo>
                  <a:lnTo>
                    <a:pt x="308" y="498"/>
                  </a:lnTo>
                  <a:lnTo>
                    <a:pt x="323" y="491"/>
                  </a:lnTo>
                  <a:lnTo>
                    <a:pt x="324" y="464"/>
                  </a:lnTo>
                  <a:lnTo>
                    <a:pt x="326" y="427"/>
                  </a:lnTo>
                  <a:lnTo>
                    <a:pt x="326" y="392"/>
                  </a:lnTo>
                  <a:lnTo>
                    <a:pt x="320" y="369"/>
                  </a:lnTo>
                  <a:lnTo>
                    <a:pt x="311" y="357"/>
                  </a:lnTo>
                  <a:lnTo>
                    <a:pt x="301" y="343"/>
                  </a:lnTo>
                  <a:lnTo>
                    <a:pt x="291" y="327"/>
                  </a:lnTo>
                  <a:lnTo>
                    <a:pt x="281" y="312"/>
                  </a:lnTo>
                  <a:lnTo>
                    <a:pt x="272" y="297"/>
                  </a:lnTo>
                  <a:lnTo>
                    <a:pt x="266" y="285"/>
                  </a:lnTo>
                  <a:lnTo>
                    <a:pt x="261" y="277"/>
                  </a:lnTo>
                  <a:lnTo>
                    <a:pt x="260" y="275"/>
                  </a:lnTo>
                  <a:lnTo>
                    <a:pt x="251" y="257"/>
                  </a:lnTo>
                  <a:lnTo>
                    <a:pt x="245" y="227"/>
                  </a:lnTo>
                  <a:lnTo>
                    <a:pt x="241" y="194"/>
                  </a:lnTo>
                  <a:lnTo>
                    <a:pt x="237" y="169"/>
                  </a:lnTo>
                  <a:lnTo>
                    <a:pt x="232" y="150"/>
                  </a:lnTo>
                  <a:lnTo>
                    <a:pt x="223" y="132"/>
                  </a:lnTo>
                  <a:lnTo>
                    <a:pt x="212" y="116"/>
                  </a:lnTo>
                  <a:lnTo>
                    <a:pt x="200" y="106"/>
                  </a:lnTo>
                  <a:lnTo>
                    <a:pt x="189" y="95"/>
                  </a:lnTo>
                  <a:lnTo>
                    <a:pt x="180" y="81"/>
                  </a:lnTo>
                  <a:lnTo>
                    <a:pt x="171" y="69"/>
                  </a:lnTo>
                  <a:lnTo>
                    <a:pt x="165" y="60"/>
                  </a:lnTo>
                  <a:lnTo>
                    <a:pt x="161" y="54"/>
                  </a:lnTo>
                  <a:lnTo>
                    <a:pt x="164" y="48"/>
                  </a:lnTo>
                  <a:lnTo>
                    <a:pt x="170" y="43"/>
                  </a:lnTo>
                  <a:lnTo>
                    <a:pt x="178" y="41"/>
                  </a:lnTo>
                  <a:lnTo>
                    <a:pt x="187" y="41"/>
                  </a:lnTo>
                  <a:lnTo>
                    <a:pt x="198" y="39"/>
                  </a:lnTo>
                  <a:lnTo>
                    <a:pt x="207" y="37"/>
                  </a:lnTo>
                  <a:lnTo>
                    <a:pt x="210" y="37"/>
                  </a:lnTo>
                  <a:lnTo>
                    <a:pt x="205" y="29"/>
                  </a:lnTo>
                  <a:lnTo>
                    <a:pt x="200" y="19"/>
                  </a:lnTo>
                  <a:lnTo>
                    <a:pt x="195" y="10"/>
                  </a:lnTo>
                  <a:lnTo>
                    <a:pt x="192"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27" name="Google Shape;927;p23"/>
            <p:cNvSpPr/>
            <p:nvPr/>
          </p:nvSpPr>
          <p:spPr>
            <a:xfrm>
              <a:off x="2759" y="1520"/>
              <a:ext cx="62" cy="95"/>
            </a:xfrm>
            <a:custGeom>
              <a:rect b="b" l="l" r="r" t="t"/>
              <a:pathLst>
                <a:path extrusionOk="0" h="95" w="62">
                  <a:moveTo>
                    <a:pt x="19" y="0"/>
                  </a:moveTo>
                  <a:lnTo>
                    <a:pt x="0" y="25"/>
                  </a:lnTo>
                  <a:lnTo>
                    <a:pt x="7" y="36"/>
                  </a:lnTo>
                  <a:lnTo>
                    <a:pt x="16" y="53"/>
                  </a:lnTo>
                  <a:lnTo>
                    <a:pt x="26" y="70"/>
                  </a:lnTo>
                  <a:lnTo>
                    <a:pt x="33" y="84"/>
                  </a:lnTo>
                  <a:lnTo>
                    <a:pt x="38" y="92"/>
                  </a:lnTo>
                  <a:lnTo>
                    <a:pt x="43" y="95"/>
                  </a:lnTo>
                  <a:lnTo>
                    <a:pt x="48" y="92"/>
                  </a:lnTo>
                  <a:lnTo>
                    <a:pt x="49" y="86"/>
                  </a:lnTo>
                  <a:lnTo>
                    <a:pt x="50" y="78"/>
                  </a:lnTo>
                  <a:lnTo>
                    <a:pt x="53" y="67"/>
                  </a:lnTo>
                  <a:lnTo>
                    <a:pt x="57" y="59"/>
                  </a:lnTo>
                  <a:lnTo>
                    <a:pt x="62" y="53"/>
                  </a:lnTo>
                  <a:lnTo>
                    <a:pt x="58" y="49"/>
                  </a:lnTo>
                  <a:lnTo>
                    <a:pt x="53" y="45"/>
                  </a:lnTo>
                  <a:lnTo>
                    <a:pt x="47" y="39"/>
                  </a:lnTo>
                  <a:lnTo>
                    <a:pt x="40" y="31"/>
                  </a:lnTo>
                  <a:lnTo>
                    <a:pt x="34" y="23"/>
                  </a:lnTo>
                  <a:lnTo>
                    <a:pt x="28" y="15"/>
                  </a:lnTo>
                  <a:lnTo>
                    <a:pt x="23" y="7"/>
                  </a:lnTo>
                  <a:lnTo>
                    <a:pt x="19" y="0"/>
                  </a:lnTo>
                  <a:close/>
                </a:path>
              </a:pathLst>
            </a:custGeom>
            <a:solidFill>
              <a:srgbClr val="FFF4E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28" name="Google Shape;928;p23"/>
            <p:cNvSpPr/>
            <p:nvPr/>
          </p:nvSpPr>
          <p:spPr>
            <a:xfrm>
              <a:off x="2846" y="1527"/>
              <a:ext cx="49" cy="79"/>
            </a:xfrm>
            <a:custGeom>
              <a:rect b="b" l="l" r="r" t="t"/>
              <a:pathLst>
                <a:path extrusionOk="0" h="79" w="49">
                  <a:moveTo>
                    <a:pt x="35" y="0"/>
                  </a:moveTo>
                  <a:lnTo>
                    <a:pt x="29" y="10"/>
                  </a:lnTo>
                  <a:lnTo>
                    <a:pt x="21" y="23"/>
                  </a:lnTo>
                  <a:lnTo>
                    <a:pt x="11" y="36"/>
                  </a:lnTo>
                  <a:lnTo>
                    <a:pt x="0" y="46"/>
                  </a:lnTo>
                  <a:lnTo>
                    <a:pt x="6" y="54"/>
                  </a:lnTo>
                  <a:lnTo>
                    <a:pt x="12" y="63"/>
                  </a:lnTo>
                  <a:lnTo>
                    <a:pt x="15" y="71"/>
                  </a:lnTo>
                  <a:lnTo>
                    <a:pt x="16" y="79"/>
                  </a:lnTo>
                  <a:lnTo>
                    <a:pt x="25" y="71"/>
                  </a:lnTo>
                  <a:lnTo>
                    <a:pt x="35" y="59"/>
                  </a:lnTo>
                  <a:lnTo>
                    <a:pt x="44" y="44"/>
                  </a:lnTo>
                  <a:lnTo>
                    <a:pt x="49" y="28"/>
                  </a:lnTo>
                  <a:lnTo>
                    <a:pt x="47" y="21"/>
                  </a:lnTo>
                  <a:lnTo>
                    <a:pt x="43" y="14"/>
                  </a:lnTo>
                  <a:lnTo>
                    <a:pt x="39" y="5"/>
                  </a:lnTo>
                  <a:lnTo>
                    <a:pt x="35" y="0"/>
                  </a:lnTo>
                  <a:close/>
                </a:path>
              </a:pathLst>
            </a:custGeom>
            <a:solidFill>
              <a:srgbClr val="FFF4E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29" name="Google Shape;929;p23"/>
            <p:cNvSpPr/>
            <p:nvPr/>
          </p:nvSpPr>
          <p:spPr>
            <a:xfrm>
              <a:off x="2846" y="1608"/>
              <a:ext cx="34" cy="145"/>
            </a:xfrm>
            <a:custGeom>
              <a:rect b="b" l="l" r="r" t="t"/>
              <a:pathLst>
                <a:path extrusionOk="0" h="145" w="34">
                  <a:moveTo>
                    <a:pt x="16" y="145"/>
                  </a:moveTo>
                  <a:lnTo>
                    <a:pt x="19" y="125"/>
                  </a:lnTo>
                  <a:lnTo>
                    <a:pt x="21" y="110"/>
                  </a:lnTo>
                  <a:lnTo>
                    <a:pt x="23" y="99"/>
                  </a:lnTo>
                  <a:lnTo>
                    <a:pt x="23" y="93"/>
                  </a:lnTo>
                  <a:lnTo>
                    <a:pt x="20" y="80"/>
                  </a:lnTo>
                  <a:lnTo>
                    <a:pt x="15" y="58"/>
                  </a:lnTo>
                  <a:lnTo>
                    <a:pt x="7" y="38"/>
                  </a:lnTo>
                  <a:lnTo>
                    <a:pt x="0" y="24"/>
                  </a:lnTo>
                  <a:lnTo>
                    <a:pt x="14" y="10"/>
                  </a:lnTo>
                  <a:lnTo>
                    <a:pt x="19" y="9"/>
                  </a:lnTo>
                  <a:lnTo>
                    <a:pt x="24" y="7"/>
                  </a:lnTo>
                  <a:lnTo>
                    <a:pt x="29" y="4"/>
                  </a:lnTo>
                  <a:lnTo>
                    <a:pt x="33" y="0"/>
                  </a:lnTo>
                  <a:lnTo>
                    <a:pt x="30" y="14"/>
                  </a:lnTo>
                  <a:lnTo>
                    <a:pt x="30" y="26"/>
                  </a:lnTo>
                  <a:lnTo>
                    <a:pt x="30" y="38"/>
                  </a:lnTo>
                  <a:lnTo>
                    <a:pt x="31" y="51"/>
                  </a:lnTo>
                  <a:lnTo>
                    <a:pt x="33" y="70"/>
                  </a:lnTo>
                  <a:lnTo>
                    <a:pt x="34" y="95"/>
                  </a:lnTo>
                  <a:lnTo>
                    <a:pt x="29" y="122"/>
                  </a:lnTo>
                  <a:lnTo>
                    <a:pt x="16" y="145"/>
                  </a:lnTo>
                  <a:close/>
                </a:path>
              </a:pathLst>
            </a:custGeom>
            <a:solidFill>
              <a:srgbClr val="EDE2D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30" name="Google Shape;930;p23"/>
            <p:cNvSpPr/>
            <p:nvPr/>
          </p:nvSpPr>
          <p:spPr>
            <a:xfrm>
              <a:off x="2780" y="1605"/>
              <a:ext cx="39" cy="101"/>
            </a:xfrm>
            <a:custGeom>
              <a:rect b="b" l="l" r="r" t="t"/>
              <a:pathLst>
                <a:path extrusionOk="0" h="101" w="39">
                  <a:moveTo>
                    <a:pt x="39" y="27"/>
                  </a:moveTo>
                  <a:lnTo>
                    <a:pt x="29" y="42"/>
                  </a:lnTo>
                  <a:lnTo>
                    <a:pt x="20" y="61"/>
                  </a:lnTo>
                  <a:lnTo>
                    <a:pt x="13" y="83"/>
                  </a:lnTo>
                  <a:lnTo>
                    <a:pt x="10" y="101"/>
                  </a:lnTo>
                  <a:lnTo>
                    <a:pt x="7" y="80"/>
                  </a:lnTo>
                  <a:lnTo>
                    <a:pt x="4" y="52"/>
                  </a:lnTo>
                  <a:lnTo>
                    <a:pt x="2" y="22"/>
                  </a:lnTo>
                  <a:lnTo>
                    <a:pt x="0" y="0"/>
                  </a:lnTo>
                  <a:lnTo>
                    <a:pt x="5" y="7"/>
                  </a:lnTo>
                  <a:lnTo>
                    <a:pt x="10" y="17"/>
                  </a:lnTo>
                  <a:lnTo>
                    <a:pt x="17" y="23"/>
                  </a:lnTo>
                  <a:lnTo>
                    <a:pt x="24" y="23"/>
                  </a:lnTo>
                  <a:lnTo>
                    <a:pt x="32" y="22"/>
                  </a:lnTo>
                  <a:lnTo>
                    <a:pt x="36" y="23"/>
                  </a:lnTo>
                  <a:lnTo>
                    <a:pt x="38" y="25"/>
                  </a:lnTo>
                  <a:lnTo>
                    <a:pt x="39" y="27"/>
                  </a:lnTo>
                  <a:close/>
                </a:path>
              </a:pathLst>
            </a:custGeom>
            <a:solidFill>
              <a:srgbClr val="EDE2D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31" name="Google Shape;931;p23"/>
            <p:cNvSpPr/>
            <p:nvPr/>
          </p:nvSpPr>
          <p:spPr>
            <a:xfrm>
              <a:off x="2798" y="1633"/>
              <a:ext cx="58" cy="254"/>
            </a:xfrm>
            <a:custGeom>
              <a:rect b="b" l="l" r="r" t="t"/>
              <a:pathLst>
                <a:path extrusionOk="0" h="254" w="58">
                  <a:moveTo>
                    <a:pt x="35" y="0"/>
                  </a:moveTo>
                  <a:lnTo>
                    <a:pt x="31" y="7"/>
                  </a:lnTo>
                  <a:lnTo>
                    <a:pt x="26" y="17"/>
                  </a:lnTo>
                  <a:lnTo>
                    <a:pt x="20" y="30"/>
                  </a:lnTo>
                  <a:lnTo>
                    <a:pt x="14" y="43"/>
                  </a:lnTo>
                  <a:lnTo>
                    <a:pt x="8" y="57"/>
                  </a:lnTo>
                  <a:lnTo>
                    <a:pt x="4" y="72"/>
                  </a:lnTo>
                  <a:lnTo>
                    <a:pt x="0" y="82"/>
                  </a:lnTo>
                  <a:lnTo>
                    <a:pt x="0" y="91"/>
                  </a:lnTo>
                  <a:lnTo>
                    <a:pt x="0" y="99"/>
                  </a:lnTo>
                  <a:lnTo>
                    <a:pt x="1" y="111"/>
                  </a:lnTo>
                  <a:lnTo>
                    <a:pt x="1" y="128"/>
                  </a:lnTo>
                  <a:lnTo>
                    <a:pt x="2" y="147"/>
                  </a:lnTo>
                  <a:lnTo>
                    <a:pt x="6" y="169"/>
                  </a:lnTo>
                  <a:lnTo>
                    <a:pt x="13" y="194"/>
                  </a:lnTo>
                  <a:lnTo>
                    <a:pt x="21" y="222"/>
                  </a:lnTo>
                  <a:lnTo>
                    <a:pt x="35" y="254"/>
                  </a:lnTo>
                  <a:lnTo>
                    <a:pt x="47" y="207"/>
                  </a:lnTo>
                  <a:lnTo>
                    <a:pt x="53" y="149"/>
                  </a:lnTo>
                  <a:lnTo>
                    <a:pt x="57" y="98"/>
                  </a:lnTo>
                  <a:lnTo>
                    <a:pt x="58" y="70"/>
                  </a:lnTo>
                  <a:lnTo>
                    <a:pt x="55" y="56"/>
                  </a:lnTo>
                  <a:lnTo>
                    <a:pt x="50" y="35"/>
                  </a:lnTo>
                  <a:lnTo>
                    <a:pt x="43" y="14"/>
                  </a:lnTo>
                  <a:lnTo>
                    <a:pt x="35" y="0"/>
                  </a:lnTo>
                  <a:close/>
                </a:path>
              </a:pathLst>
            </a:custGeom>
            <a:solidFill>
              <a:srgbClr val="3889AA"/>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32" name="Google Shape;932;p23"/>
            <p:cNvSpPr/>
            <p:nvPr/>
          </p:nvSpPr>
          <p:spPr>
            <a:xfrm>
              <a:off x="2814" y="1594"/>
              <a:ext cx="36" cy="33"/>
            </a:xfrm>
            <a:custGeom>
              <a:rect b="b" l="l" r="r" t="t"/>
              <a:pathLst>
                <a:path extrusionOk="0" h="33" w="36">
                  <a:moveTo>
                    <a:pt x="0" y="4"/>
                  </a:moveTo>
                  <a:lnTo>
                    <a:pt x="2" y="9"/>
                  </a:lnTo>
                  <a:lnTo>
                    <a:pt x="5" y="18"/>
                  </a:lnTo>
                  <a:lnTo>
                    <a:pt x="10" y="28"/>
                  </a:lnTo>
                  <a:lnTo>
                    <a:pt x="17" y="33"/>
                  </a:lnTo>
                  <a:lnTo>
                    <a:pt x="24" y="29"/>
                  </a:lnTo>
                  <a:lnTo>
                    <a:pt x="32" y="22"/>
                  </a:lnTo>
                  <a:lnTo>
                    <a:pt x="36" y="14"/>
                  </a:lnTo>
                  <a:lnTo>
                    <a:pt x="33" y="8"/>
                  </a:lnTo>
                  <a:lnTo>
                    <a:pt x="26" y="4"/>
                  </a:lnTo>
                  <a:lnTo>
                    <a:pt x="17" y="2"/>
                  </a:lnTo>
                  <a:lnTo>
                    <a:pt x="7" y="0"/>
                  </a:lnTo>
                  <a:lnTo>
                    <a:pt x="0" y="4"/>
                  </a:lnTo>
                  <a:close/>
                </a:path>
              </a:pathLst>
            </a:custGeom>
            <a:solidFill>
              <a:srgbClr val="3889AA"/>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33" name="Google Shape;933;p23"/>
            <p:cNvSpPr/>
            <p:nvPr/>
          </p:nvSpPr>
          <p:spPr>
            <a:xfrm>
              <a:off x="2848" y="1549"/>
              <a:ext cx="140" cy="360"/>
            </a:xfrm>
            <a:custGeom>
              <a:rect b="b" l="l" r="r" t="t"/>
              <a:pathLst>
                <a:path extrusionOk="0" h="360" w="140">
                  <a:moveTo>
                    <a:pt x="60" y="0"/>
                  </a:moveTo>
                  <a:lnTo>
                    <a:pt x="55" y="17"/>
                  </a:lnTo>
                  <a:lnTo>
                    <a:pt x="48" y="37"/>
                  </a:lnTo>
                  <a:lnTo>
                    <a:pt x="43" y="60"/>
                  </a:lnTo>
                  <a:lnTo>
                    <a:pt x="41" y="80"/>
                  </a:lnTo>
                  <a:lnTo>
                    <a:pt x="41" y="107"/>
                  </a:lnTo>
                  <a:lnTo>
                    <a:pt x="41" y="141"/>
                  </a:lnTo>
                  <a:lnTo>
                    <a:pt x="39" y="174"/>
                  </a:lnTo>
                  <a:lnTo>
                    <a:pt x="38" y="195"/>
                  </a:lnTo>
                  <a:lnTo>
                    <a:pt x="37" y="206"/>
                  </a:lnTo>
                  <a:lnTo>
                    <a:pt x="33" y="223"/>
                  </a:lnTo>
                  <a:lnTo>
                    <a:pt x="28" y="245"/>
                  </a:lnTo>
                  <a:lnTo>
                    <a:pt x="22" y="271"/>
                  </a:lnTo>
                  <a:lnTo>
                    <a:pt x="16" y="297"/>
                  </a:lnTo>
                  <a:lnTo>
                    <a:pt x="10" y="322"/>
                  </a:lnTo>
                  <a:lnTo>
                    <a:pt x="4" y="345"/>
                  </a:lnTo>
                  <a:lnTo>
                    <a:pt x="0" y="360"/>
                  </a:lnTo>
                  <a:lnTo>
                    <a:pt x="13" y="348"/>
                  </a:lnTo>
                  <a:lnTo>
                    <a:pt x="24" y="332"/>
                  </a:lnTo>
                  <a:lnTo>
                    <a:pt x="34" y="314"/>
                  </a:lnTo>
                  <a:lnTo>
                    <a:pt x="42" y="295"/>
                  </a:lnTo>
                  <a:lnTo>
                    <a:pt x="50" y="275"/>
                  </a:lnTo>
                  <a:lnTo>
                    <a:pt x="56" y="257"/>
                  </a:lnTo>
                  <a:lnTo>
                    <a:pt x="61" y="241"/>
                  </a:lnTo>
                  <a:lnTo>
                    <a:pt x="65" y="229"/>
                  </a:lnTo>
                  <a:lnTo>
                    <a:pt x="72" y="206"/>
                  </a:lnTo>
                  <a:lnTo>
                    <a:pt x="81" y="181"/>
                  </a:lnTo>
                  <a:lnTo>
                    <a:pt x="91" y="158"/>
                  </a:lnTo>
                  <a:lnTo>
                    <a:pt x="97" y="142"/>
                  </a:lnTo>
                  <a:lnTo>
                    <a:pt x="104" y="130"/>
                  </a:lnTo>
                  <a:lnTo>
                    <a:pt x="113" y="117"/>
                  </a:lnTo>
                  <a:lnTo>
                    <a:pt x="123" y="105"/>
                  </a:lnTo>
                  <a:lnTo>
                    <a:pt x="131" y="96"/>
                  </a:lnTo>
                  <a:lnTo>
                    <a:pt x="128" y="91"/>
                  </a:lnTo>
                  <a:lnTo>
                    <a:pt x="124" y="86"/>
                  </a:lnTo>
                  <a:lnTo>
                    <a:pt x="119" y="84"/>
                  </a:lnTo>
                  <a:lnTo>
                    <a:pt x="114" y="81"/>
                  </a:lnTo>
                  <a:lnTo>
                    <a:pt x="108" y="80"/>
                  </a:lnTo>
                  <a:lnTo>
                    <a:pt x="101" y="79"/>
                  </a:lnTo>
                  <a:lnTo>
                    <a:pt x="95" y="79"/>
                  </a:lnTo>
                  <a:lnTo>
                    <a:pt x="89" y="80"/>
                  </a:lnTo>
                  <a:lnTo>
                    <a:pt x="81" y="79"/>
                  </a:lnTo>
                  <a:lnTo>
                    <a:pt x="80" y="74"/>
                  </a:lnTo>
                  <a:lnTo>
                    <a:pt x="85" y="69"/>
                  </a:lnTo>
                  <a:lnTo>
                    <a:pt x="92" y="65"/>
                  </a:lnTo>
                  <a:lnTo>
                    <a:pt x="97" y="62"/>
                  </a:lnTo>
                  <a:lnTo>
                    <a:pt x="102" y="60"/>
                  </a:lnTo>
                  <a:lnTo>
                    <a:pt x="109" y="55"/>
                  </a:lnTo>
                  <a:lnTo>
                    <a:pt x="115" y="50"/>
                  </a:lnTo>
                  <a:lnTo>
                    <a:pt x="121" y="44"/>
                  </a:lnTo>
                  <a:lnTo>
                    <a:pt x="128" y="38"/>
                  </a:lnTo>
                  <a:lnTo>
                    <a:pt x="134" y="32"/>
                  </a:lnTo>
                  <a:lnTo>
                    <a:pt x="140" y="25"/>
                  </a:lnTo>
                  <a:lnTo>
                    <a:pt x="135" y="23"/>
                  </a:lnTo>
                  <a:lnTo>
                    <a:pt x="128" y="22"/>
                  </a:lnTo>
                  <a:lnTo>
                    <a:pt x="118" y="19"/>
                  </a:lnTo>
                  <a:lnTo>
                    <a:pt x="106" y="17"/>
                  </a:lnTo>
                  <a:lnTo>
                    <a:pt x="94" y="13"/>
                  </a:lnTo>
                  <a:lnTo>
                    <a:pt x="82" y="10"/>
                  </a:lnTo>
                  <a:lnTo>
                    <a:pt x="70" y="5"/>
                  </a:lnTo>
                  <a:lnTo>
                    <a:pt x="60"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34" name="Google Shape;934;p23"/>
            <p:cNvSpPr/>
            <p:nvPr/>
          </p:nvSpPr>
          <p:spPr>
            <a:xfrm>
              <a:off x="2809" y="1288"/>
              <a:ext cx="107" cy="87"/>
            </a:xfrm>
            <a:custGeom>
              <a:rect b="b" l="l" r="r" t="t"/>
              <a:pathLst>
                <a:path extrusionOk="0" h="87" w="107">
                  <a:moveTo>
                    <a:pt x="0" y="1"/>
                  </a:moveTo>
                  <a:lnTo>
                    <a:pt x="0" y="7"/>
                  </a:lnTo>
                  <a:lnTo>
                    <a:pt x="0" y="17"/>
                  </a:lnTo>
                  <a:lnTo>
                    <a:pt x="0" y="26"/>
                  </a:lnTo>
                  <a:lnTo>
                    <a:pt x="2" y="35"/>
                  </a:lnTo>
                  <a:lnTo>
                    <a:pt x="4" y="43"/>
                  </a:lnTo>
                  <a:lnTo>
                    <a:pt x="8" y="51"/>
                  </a:lnTo>
                  <a:lnTo>
                    <a:pt x="10" y="59"/>
                  </a:lnTo>
                  <a:lnTo>
                    <a:pt x="12" y="62"/>
                  </a:lnTo>
                  <a:lnTo>
                    <a:pt x="27" y="41"/>
                  </a:lnTo>
                  <a:lnTo>
                    <a:pt x="44" y="72"/>
                  </a:lnTo>
                  <a:lnTo>
                    <a:pt x="60" y="49"/>
                  </a:lnTo>
                  <a:lnTo>
                    <a:pt x="67" y="78"/>
                  </a:lnTo>
                  <a:lnTo>
                    <a:pt x="81" y="63"/>
                  </a:lnTo>
                  <a:lnTo>
                    <a:pt x="99" y="87"/>
                  </a:lnTo>
                  <a:lnTo>
                    <a:pt x="105" y="79"/>
                  </a:lnTo>
                  <a:lnTo>
                    <a:pt x="107" y="66"/>
                  </a:lnTo>
                  <a:lnTo>
                    <a:pt x="106" y="53"/>
                  </a:lnTo>
                  <a:lnTo>
                    <a:pt x="100" y="42"/>
                  </a:lnTo>
                  <a:lnTo>
                    <a:pt x="95" y="38"/>
                  </a:lnTo>
                  <a:lnTo>
                    <a:pt x="90" y="33"/>
                  </a:lnTo>
                  <a:lnTo>
                    <a:pt x="82" y="29"/>
                  </a:lnTo>
                  <a:lnTo>
                    <a:pt x="76" y="24"/>
                  </a:lnTo>
                  <a:lnTo>
                    <a:pt x="68" y="19"/>
                  </a:lnTo>
                  <a:lnTo>
                    <a:pt x="62" y="14"/>
                  </a:lnTo>
                  <a:lnTo>
                    <a:pt x="56" y="11"/>
                  </a:lnTo>
                  <a:lnTo>
                    <a:pt x="52" y="8"/>
                  </a:lnTo>
                  <a:lnTo>
                    <a:pt x="47" y="6"/>
                  </a:lnTo>
                  <a:lnTo>
                    <a:pt x="42" y="5"/>
                  </a:lnTo>
                  <a:lnTo>
                    <a:pt x="36" y="2"/>
                  </a:lnTo>
                  <a:lnTo>
                    <a:pt x="28" y="1"/>
                  </a:lnTo>
                  <a:lnTo>
                    <a:pt x="20" y="0"/>
                  </a:lnTo>
                  <a:lnTo>
                    <a:pt x="13" y="0"/>
                  </a:lnTo>
                  <a:lnTo>
                    <a:pt x="7" y="0"/>
                  </a:lnTo>
                  <a:lnTo>
                    <a:pt x="0" y="1"/>
                  </a:lnTo>
                  <a:close/>
                </a:path>
              </a:pathLst>
            </a:custGeom>
            <a:solidFill>
              <a:srgbClr val="846D44"/>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35" name="Google Shape;935;p23"/>
            <p:cNvSpPr/>
            <p:nvPr/>
          </p:nvSpPr>
          <p:spPr>
            <a:xfrm>
              <a:off x="2745" y="1294"/>
              <a:ext cx="54" cy="98"/>
            </a:xfrm>
            <a:custGeom>
              <a:rect b="b" l="l" r="r" t="t"/>
              <a:pathLst>
                <a:path extrusionOk="0" h="98" w="54">
                  <a:moveTo>
                    <a:pt x="42" y="0"/>
                  </a:moveTo>
                  <a:lnTo>
                    <a:pt x="37" y="4"/>
                  </a:lnTo>
                  <a:lnTo>
                    <a:pt x="29" y="10"/>
                  </a:lnTo>
                  <a:lnTo>
                    <a:pt x="20" y="17"/>
                  </a:lnTo>
                  <a:lnTo>
                    <a:pt x="15" y="24"/>
                  </a:lnTo>
                  <a:lnTo>
                    <a:pt x="10" y="35"/>
                  </a:lnTo>
                  <a:lnTo>
                    <a:pt x="5" y="51"/>
                  </a:lnTo>
                  <a:lnTo>
                    <a:pt x="1" y="71"/>
                  </a:lnTo>
                  <a:lnTo>
                    <a:pt x="0" y="84"/>
                  </a:lnTo>
                  <a:lnTo>
                    <a:pt x="5" y="86"/>
                  </a:lnTo>
                  <a:lnTo>
                    <a:pt x="9" y="89"/>
                  </a:lnTo>
                  <a:lnTo>
                    <a:pt x="13" y="93"/>
                  </a:lnTo>
                  <a:lnTo>
                    <a:pt x="16" y="98"/>
                  </a:lnTo>
                  <a:lnTo>
                    <a:pt x="19" y="65"/>
                  </a:lnTo>
                  <a:lnTo>
                    <a:pt x="29" y="71"/>
                  </a:lnTo>
                  <a:lnTo>
                    <a:pt x="34" y="42"/>
                  </a:lnTo>
                  <a:lnTo>
                    <a:pt x="45" y="56"/>
                  </a:lnTo>
                  <a:lnTo>
                    <a:pt x="47" y="53"/>
                  </a:lnTo>
                  <a:lnTo>
                    <a:pt x="48" y="43"/>
                  </a:lnTo>
                  <a:lnTo>
                    <a:pt x="50" y="32"/>
                  </a:lnTo>
                  <a:lnTo>
                    <a:pt x="53" y="24"/>
                  </a:lnTo>
                  <a:lnTo>
                    <a:pt x="54" y="17"/>
                  </a:lnTo>
                  <a:lnTo>
                    <a:pt x="52" y="10"/>
                  </a:lnTo>
                  <a:lnTo>
                    <a:pt x="47" y="4"/>
                  </a:lnTo>
                  <a:lnTo>
                    <a:pt x="42" y="0"/>
                  </a:lnTo>
                  <a:close/>
                </a:path>
              </a:pathLst>
            </a:custGeom>
            <a:solidFill>
              <a:srgbClr val="846D44"/>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36" name="Google Shape;936;p23"/>
            <p:cNvSpPr/>
            <p:nvPr/>
          </p:nvSpPr>
          <p:spPr>
            <a:xfrm>
              <a:off x="2809" y="1367"/>
              <a:ext cx="34" cy="84"/>
            </a:xfrm>
            <a:custGeom>
              <a:rect b="b" l="l" r="r" t="t"/>
              <a:pathLst>
                <a:path extrusionOk="0" h="84" w="34">
                  <a:moveTo>
                    <a:pt x="2" y="4"/>
                  </a:moveTo>
                  <a:lnTo>
                    <a:pt x="3" y="12"/>
                  </a:lnTo>
                  <a:lnTo>
                    <a:pt x="7" y="24"/>
                  </a:lnTo>
                  <a:lnTo>
                    <a:pt x="8" y="37"/>
                  </a:lnTo>
                  <a:lnTo>
                    <a:pt x="8" y="47"/>
                  </a:lnTo>
                  <a:lnTo>
                    <a:pt x="4" y="56"/>
                  </a:lnTo>
                  <a:lnTo>
                    <a:pt x="0" y="68"/>
                  </a:lnTo>
                  <a:lnTo>
                    <a:pt x="0" y="79"/>
                  </a:lnTo>
                  <a:lnTo>
                    <a:pt x="4" y="84"/>
                  </a:lnTo>
                  <a:lnTo>
                    <a:pt x="12" y="84"/>
                  </a:lnTo>
                  <a:lnTo>
                    <a:pt x="18" y="84"/>
                  </a:lnTo>
                  <a:lnTo>
                    <a:pt x="23" y="83"/>
                  </a:lnTo>
                  <a:lnTo>
                    <a:pt x="28" y="81"/>
                  </a:lnTo>
                  <a:lnTo>
                    <a:pt x="32" y="79"/>
                  </a:lnTo>
                  <a:lnTo>
                    <a:pt x="34" y="74"/>
                  </a:lnTo>
                  <a:lnTo>
                    <a:pt x="32" y="72"/>
                  </a:lnTo>
                  <a:lnTo>
                    <a:pt x="28" y="72"/>
                  </a:lnTo>
                  <a:lnTo>
                    <a:pt x="23" y="73"/>
                  </a:lnTo>
                  <a:lnTo>
                    <a:pt x="18" y="74"/>
                  </a:lnTo>
                  <a:lnTo>
                    <a:pt x="13" y="74"/>
                  </a:lnTo>
                  <a:lnTo>
                    <a:pt x="9" y="72"/>
                  </a:lnTo>
                  <a:lnTo>
                    <a:pt x="10" y="69"/>
                  </a:lnTo>
                  <a:lnTo>
                    <a:pt x="13" y="63"/>
                  </a:lnTo>
                  <a:lnTo>
                    <a:pt x="15" y="55"/>
                  </a:lnTo>
                  <a:lnTo>
                    <a:pt x="17" y="45"/>
                  </a:lnTo>
                  <a:lnTo>
                    <a:pt x="15" y="37"/>
                  </a:lnTo>
                  <a:lnTo>
                    <a:pt x="13" y="25"/>
                  </a:lnTo>
                  <a:lnTo>
                    <a:pt x="10" y="13"/>
                  </a:lnTo>
                  <a:lnTo>
                    <a:pt x="9" y="6"/>
                  </a:lnTo>
                  <a:lnTo>
                    <a:pt x="8" y="2"/>
                  </a:lnTo>
                  <a:lnTo>
                    <a:pt x="5" y="0"/>
                  </a:lnTo>
                  <a:lnTo>
                    <a:pt x="3" y="0"/>
                  </a:lnTo>
                  <a:lnTo>
                    <a:pt x="2"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37" name="Google Shape;937;p23"/>
            <p:cNvSpPr/>
            <p:nvPr/>
          </p:nvSpPr>
          <p:spPr>
            <a:xfrm>
              <a:off x="2848" y="1398"/>
              <a:ext cx="39" cy="11"/>
            </a:xfrm>
            <a:custGeom>
              <a:rect b="b" l="l" r="r" t="t"/>
              <a:pathLst>
                <a:path extrusionOk="0" h="11" w="39">
                  <a:moveTo>
                    <a:pt x="0" y="10"/>
                  </a:moveTo>
                  <a:lnTo>
                    <a:pt x="3" y="7"/>
                  </a:lnTo>
                  <a:lnTo>
                    <a:pt x="7" y="4"/>
                  </a:lnTo>
                  <a:lnTo>
                    <a:pt x="12" y="1"/>
                  </a:lnTo>
                  <a:lnTo>
                    <a:pt x="17" y="0"/>
                  </a:lnTo>
                  <a:lnTo>
                    <a:pt x="23" y="0"/>
                  </a:lnTo>
                  <a:lnTo>
                    <a:pt x="29" y="1"/>
                  </a:lnTo>
                  <a:lnTo>
                    <a:pt x="34" y="5"/>
                  </a:lnTo>
                  <a:lnTo>
                    <a:pt x="39" y="11"/>
                  </a:lnTo>
                  <a:lnTo>
                    <a:pt x="37" y="10"/>
                  </a:lnTo>
                  <a:lnTo>
                    <a:pt x="33" y="8"/>
                  </a:lnTo>
                  <a:lnTo>
                    <a:pt x="28" y="7"/>
                  </a:lnTo>
                  <a:lnTo>
                    <a:pt x="23" y="6"/>
                  </a:lnTo>
                  <a:lnTo>
                    <a:pt x="18" y="6"/>
                  </a:lnTo>
                  <a:lnTo>
                    <a:pt x="12" y="6"/>
                  </a:lnTo>
                  <a:lnTo>
                    <a:pt x="5" y="7"/>
                  </a:lnTo>
                  <a:lnTo>
                    <a:pt x="0"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38" name="Google Shape;938;p23"/>
            <p:cNvSpPr/>
            <p:nvPr/>
          </p:nvSpPr>
          <p:spPr>
            <a:xfrm>
              <a:off x="2770" y="1397"/>
              <a:ext cx="33" cy="9"/>
            </a:xfrm>
            <a:custGeom>
              <a:rect b="b" l="l" r="r" t="t"/>
              <a:pathLst>
                <a:path extrusionOk="0" h="9" w="33">
                  <a:moveTo>
                    <a:pt x="33" y="8"/>
                  </a:moveTo>
                  <a:lnTo>
                    <a:pt x="25" y="2"/>
                  </a:lnTo>
                  <a:lnTo>
                    <a:pt x="17" y="0"/>
                  </a:lnTo>
                  <a:lnTo>
                    <a:pt x="8" y="2"/>
                  </a:lnTo>
                  <a:lnTo>
                    <a:pt x="0" y="9"/>
                  </a:lnTo>
                  <a:lnTo>
                    <a:pt x="7" y="8"/>
                  </a:lnTo>
                  <a:lnTo>
                    <a:pt x="15" y="6"/>
                  </a:lnTo>
                  <a:lnTo>
                    <a:pt x="24" y="6"/>
                  </a:lnTo>
                  <a:lnTo>
                    <a:pt x="33"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39" name="Google Shape;939;p23"/>
            <p:cNvSpPr/>
            <p:nvPr/>
          </p:nvSpPr>
          <p:spPr>
            <a:xfrm>
              <a:off x="2803" y="1464"/>
              <a:ext cx="53" cy="14"/>
            </a:xfrm>
            <a:custGeom>
              <a:rect b="b" l="l" r="r" t="t"/>
              <a:pathLst>
                <a:path extrusionOk="0" h="14" w="53">
                  <a:moveTo>
                    <a:pt x="1" y="0"/>
                  </a:moveTo>
                  <a:lnTo>
                    <a:pt x="8" y="1"/>
                  </a:lnTo>
                  <a:lnTo>
                    <a:pt x="15" y="4"/>
                  </a:lnTo>
                  <a:lnTo>
                    <a:pt x="21" y="5"/>
                  </a:lnTo>
                  <a:lnTo>
                    <a:pt x="29" y="6"/>
                  </a:lnTo>
                  <a:lnTo>
                    <a:pt x="35" y="6"/>
                  </a:lnTo>
                  <a:lnTo>
                    <a:pt x="42" y="5"/>
                  </a:lnTo>
                  <a:lnTo>
                    <a:pt x="47" y="2"/>
                  </a:lnTo>
                  <a:lnTo>
                    <a:pt x="52" y="0"/>
                  </a:lnTo>
                  <a:lnTo>
                    <a:pt x="53" y="1"/>
                  </a:lnTo>
                  <a:lnTo>
                    <a:pt x="50" y="5"/>
                  </a:lnTo>
                  <a:lnTo>
                    <a:pt x="45" y="10"/>
                  </a:lnTo>
                  <a:lnTo>
                    <a:pt x="40" y="13"/>
                  </a:lnTo>
                  <a:lnTo>
                    <a:pt x="33" y="14"/>
                  </a:lnTo>
                  <a:lnTo>
                    <a:pt x="23" y="14"/>
                  </a:lnTo>
                  <a:lnTo>
                    <a:pt x="13" y="14"/>
                  </a:lnTo>
                  <a:lnTo>
                    <a:pt x="8" y="13"/>
                  </a:lnTo>
                  <a:lnTo>
                    <a:pt x="5" y="10"/>
                  </a:lnTo>
                  <a:lnTo>
                    <a:pt x="1" y="5"/>
                  </a:lnTo>
                  <a:lnTo>
                    <a:pt x="0" y="1"/>
                  </a:lnTo>
                  <a:lnTo>
                    <a:pt x="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40" name="Google Shape;940;p23"/>
            <p:cNvSpPr/>
            <p:nvPr/>
          </p:nvSpPr>
          <p:spPr>
            <a:xfrm>
              <a:off x="2794" y="1507"/>
              <a:ext cx="77" cy="50"/>
            </a:xfrm>
            <a:custGeom>
              <a:rect b="b" l="l" r="r" t="t"/>
              <a:pathLst>
                <a:path extrusionOk="0" h="50" w="77">
                  <a:moveTo>
                    <a:pt x="0" y="1"/>
                  </a:moveTo>
                  <a:lnTo>
                    <a:pt x="0" y="5"/>
                  </a:lnTo>
                  <a:lnTo>
                    <a:pt x="0" y="11"/>
                  </a:lnTo>
                  <a:lnTo>
                    <a:pt x="0" y="17"/>
                  </a:lnTo>
                  <a:lnTo>
                    <a:pt x="0" y="19"/>
                  </a:lnTo>
                  <a:lnTo>
                    <a:pt x="6" y="26"/>
                  </a:lnTo>
                  <a:lnTo>
                    <a:pt x="15" y="36"/>
                  </a:lnTo>
                  <a:lnTo>
                    <a:pt x="25" y="46"/>
                  </a:lnTo>
                  <a:lnTo>
                    <a:pt x="35" y="50"/>
                  </a:lnTo>
                  <a:lnTo>
                    <a:pt x="41" y="49"/>
                  </a:lnTo>
                  <a:lnTo>
                    <a:pt x="47" y="47"/>
                  </a:lnTo>
                  <a:lnTo>
                    <a:pt x="52" y="42"/>
                  </a:lnTo>
                  <a:lnTo>
                    <a:pt x="58" y="36"/>
                  </a:lnTo>
                  <a:lnTo>
                    <a:pt x="64" y="30"/>
                  </a:lnTo>
                  <a:lnTo>
                    <a:pt x="70" y="24"/>
                  </a:lnTo>
                  <a:lnTo>
                    <a:pt x="73" y="19"/>
                  </a:lnTo>
                  <a:lnTo>
                    <a:pt x="77" y="16"/>
                  </a:lnTo>
                  <a:lnTo>
                    <a:pt x="75" y="0"/>
                  </a:lnTo>
                  <a:lnTo>
                    <a:pt x="71" y="2"/>
                  </a:lnTo>
                  <a:lnTo>
                    <a:pt x="66" y="5"/>
                  </a:lnTo>
                  <a:lnTo>
                    <a:pt x="57" y="7"/>
                  </a:lnTo>
                  <a:lnTo>
                    <a:pt x="47" y="10"/>
                  </a:lnTo>
                  <a:lnTo>
                    <a:pt x="37" y="10"/>
                  </a:lnTo>
                  <a:lnTo>
                    <a:pt x="24" y="10"/>
                  </a:lnTo>
                  <a:lnTo>
                    <a:pt x="13" y="6"/>
                  </a:lnTo>
                  <a:lnTo>
                    <a:pt x="0" y="1"/>
                  </a:lnTo>
                  <a:close/>
                </a:path>
              </a:pathLst>
            </a:custGeom>
            <a:solidFill>
              <a:srgbClr val="FFCCC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41" name="Google Shape;941;p23"/>
            <p:cNvSpPr/>
            <p:nvPr/>
          </p:nvSpPr>
          <p:spPr>
            <a:xfrm>
              <a:off x="2640" y="2601"/>
              <a:ext cx="119" cy="46"/>
            </a:xfrm>
            <a:custGeom>
              <a:rect b="b" l="l" r="r" t="t"/>
              <a:pathLst>
                <a:path extrusionOk="0" h="46" w="119">
                  <a:moveTo>
                    <a:pt x="21" y="0"/>
                  </a:moveTo>
                  <a:lnTo>
                    <a:pt x="26" y="3"/>
                  </a:lnTo>
                  <a:lnTo>
                    <a:pt x="33" y="5"/>
                  </a:lnTo>
                  <a:lnTo>
                    <a:pt x="42" y="8"/>
                  </a:lnTo>
                  <a:lnTo>
                    <a:pt x="53" y="10"/>
                  </a:lnTo>
                  <a:lnTo>
                    <a:pt x="66" y="12"/>
                  </a:lnTo>
                  <a:lnTo>
                    <a:pt x="80" y="12"/>
                  </a:lnTo>
                  <a:lnTo>
                    <a:pt x="94" y="11"/>
                  </a:lnTo>
                  <a:lnTo>
                    <a:pt x="109" y="6"/>
                  </a:lnTo>
                  <a:lnTo>
                    <a:pt x="119" y="10"/>
                  </a:lnTo>
                  <a:lnTo>
                    <a:pt x="109" y="44"/>
                  </a:lnTo>
                  <a:lnTo>
                    <a:pt x="99" y="45"/>
                  </a:lnTo>
                  <a:lnTo>
                    <a:pt x="86" y="46"/>
                  </a:lnTo>
                  <a:lnTo>
                    <a:pt x="71" y="46"/>
                  </a:lnTo>
                  <a:lnTo>
                    <a:pt x="55" y="45"/>
                  </a:lnTo>
                  <a:lnTo>
                    <a:pt x="38" y="44"/>
                  </a:lnTo>
                  <a:lnTo>
                    <a:pt x="24" y="40"/>
                  </a:lnTo>
                  <a:lnTo>
                    <a:pt x="10" y="36"/>
                  </a:lnTo>
                  <a:lnTo>
                    <a:pt x="0" y="32"/>
                  </a:lnTo>
                  <a:lnTo>
                    <a:pt x="4" y="10"/>
                  </a:lnTo>
                  <a:lnTo>
                    <a:pt x="21" y="0"/>
                  </a:lnTo>
                  <a:close/>
                </a:path>
              </a:pathLst>
            </a:custGeom>
            <a:solidFill>
              <a:srgbClr val="A5A5A5"/>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42" name="Google Shape;942;p23"/>
            <p:cNvSpPr/>
            <p:nvPr/>
          </p:nvSpPr>
          <p:spPr>
            <a:xfrm>
              <a:off x="2638" y="2650"/>
              <a:ext cx="91" cy="68"/>
            </a:xfrm>
            <a:custGeom>
              <a:rect b="b" l="l" r="r" t="t"/>
              <a:pathLst>
                <a:path extrusionOk="0" h="68" w="91">
                  <a:moveTo>
                    <a:pt x="24" y="0"/>
                  </a:moveTo>
                  <a:lnTo>
                    <a:pt x="16" y="15"/>
                  </a:lnTo>
                  <a:lnTo>
                    <a:pt x="6" y="34"/>
                  </a:lnTo>
                  <a:lnTo>
                    <a:pt x="0" y="52"/>
                  </a:lnTo>
                  <a:lnTo>
                    <a:pt x="5" y="65"/>
                  </a:lnTo>
                  <a:lnTo>
                    <a:pt x="16" y="68"/>
                  </a:lnTo>
                  <a:lnTo>
                    <a:pt x="28" y="66"/>
                  </a:lnTo>
                  <a:lnTo>
                    <a:pt x="39" y="62"/>
                  </a:lnTo>
                  <a:lnTo>
                    <a:pt x="50" y="53"/>
                  </a:lnTo>
                  <a:lnTo>
                    <a:pt x="60" y="44"/>
                  </a:lnTo>
                  <a:lnTo>
                    <a:pt x="72" y="33"/>
                  </a:lnTo>
                  <a:lnTo>
                    <a:pt x="82" y="20"/>
                  </a:lnTo>
                  <a:lnTo>
                    <a:pt x="91" y="6"/>
                  </a:lnTo>
                  <a:lnTo>
                    <a:pt x="84" y="8"/>
                  </a:lnTo>
                  <a:lnTo>
                    <a:pt x="76" y="8"/>
                  </a:lnTo>
                  <a:lnTo>
                    <a:pt x="65" y="6"/>
                  </a:lnTo>
                  <a:lnTo>
                    <a:pt x="55" y="6"/>
                  </a:lnTo>
                  <a:lnTo>
                    <a:pt x="44" y="5"/>
                  </a:lnTo>
                  <a:lnTo>
                    <a:pt x="35" y="4"/>
                  </a:lnTo>
                  <a:lnTo>
                    <a:pt x="28" y="2"/>
                  </a:lnTo>
                  <a:lnTo>
                    <a:pt x="24"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43" name="Google Shape;943;p23"/>
            <p:cNvSpPr/>
            <p:nvPr/>
          </p:nvSpPr>
          <p:spPr>
            <a:xfrm>
              <a:off x="2667" y="2075"/>
              <a:ext cx="326" cy="528"/>
            </a:xfrm>
            <a:custGeom>
              <a:rect b="b" l="l" r="r" t="t"/>
              <a:pathLst>
                <a:path extrusionOk="0" h="528" w="326">
                  <a:moveTo>
                    <a:pt x="299" y="13"/>
                  </a:moveTo>
                  <a:lnTo>
                    <a:pt x="300" y="31"/>
                  </a:lnTo>
                  <a:lnTo>
                    <a:pt x="304" y="59"/>
                  </a:lnTo>
                  <a:lnTo>
                    <a:pt x="307" y="89"/>
                  </a:lnTo>
                  <a:lnTo>
                    <a:pt x="309" y="110"/>
                  </a:lnTo>
                  <a:lnTo>
                    <a:pt x="309" y="136"/>
                  </a:lnTo>
                  <a:lnTo>
                    <a:pt x="310" y="179"/>
                  </a:lnTo>
                  <a:lnTo>
                    <a:pt x="311" y="222"/>
                  </a:lnTo>
                  <a:lnTo>
                    <a:pt x="312" y="249"/>
                  </a:lnTo>
                  <a:lnTo>
                    <a:pt x="321" y="243"/>
                  </a:lnTo>
                  <a:lnTo>
                    <a:pt x="321" y="257"/>
                  </a:lnTo>
                  <a:lnTo>
                    <a:pt x="323" y="273"/>
                  </a:lnTo>
                  <a:lnTo>
                    <a:pt x="323" y="286"/>
                  </a:lnTo>
                  <a:lnTo>
                    <a:pt x="323" y="295"/>
                  </a:lnTo>
                  <a:lnTo>
                    <a:pt x="323" y="307"/>
                  </a:lnTo>
                  <a:lnTo>
                    <a:pt x="324" y="325"/>
                  </a:lnTo>
                  <a:lnTo>
                    <a:pt x="325" y="346"/>
                  </a:lnTo>
                  <a:lnTo>
                    <a:pt x="325" y="364"/>
                  </a:lnTo>
                  <a:lnTo>
                    <a:pt x="325" y="383"/>
                  </a:lnTo>
                  <a:lnTo>
                    <a:pt x="324" y="409"/>
                  </a:lnTo>
                  <a:lnTo>
                    <a:pt x="324" y="434"/>
                  </a:lnTo>
                  <a:lnTo>
                    <a:pt x="325" y="453"/>
                  </a:lnTo>
                  <a:lnTo>
                    <a:pt x="326" y="470"/>
                  </a:lnTo>
                  <a:lnTo>
                    <a:pt x="326" y="489"/>
                  </a:lnTo>
                  <a:lnTo>
                    <a:pt x="325" y="506"/>
                  </a:lnTo>
                  <a:lnTo>
                    <a:pt x="325" y="518"/>
                  </a:lnTo>
                  <a:lnTo>
                    <a:pt x="319" y="520"/>
                  </a:lnTo>
                  <a:lnTo>
                    <a:pt x="311" y="523"/>
                  </a:lnTo>
                  <a:lnTo>
                    <a:pt x="301" y="525"/>
                  </a:lnTo>
                  <a:lnTo>
                    <a:pt x="291" y="526"/>
                  </a:lnTo>
                  <a:lnTo>
                    <a:pt x="281" y="528"/>
                  </a:lnTo>
                  <a:lnTo>
                    <a:pt x="270" y="528"/>
                  </a:lnTo>
                  <a:lnTo>
                    <a:pt x="260" y="526"/>
                  </a:lnTo>
                  <a:lnTo>
                    <a:pt x="251" y="524"/>
                  </a:lnTo>
                  <a:lnTo>
                    <a:pt x="246" y="502"/>
                  </a:lnTo>
                  <a:lnTo>
                    <a:pt x="241" y="468"/>
                  </a:lnTo>
                  <a:lnTo>
                    <a:pt x="236" y="434"/>
                  </a:lnTo>
                  <a:lnTo>
                    <a:pt x="234" y="414"/>
                  </a:lnTo>
                  <a:lnTo>
                    <a:pt x="234" y="398"/>
                  </a:lnTo>
                  <a:lnTo>
                    <a:pt x="234" y="374"/>
                  </a:lnTo>
                  <a:lnTo>
                    <a:pt x="234" y="349"/>
                  </a:lnTo>
                  <a:lnTo>
                    <a:pt x="234" y="332"/>
                  </a:lnTo>
                  <a:lnTo>
                    <a:pt x="233" y="318"/>
                  </a:lnTo>
                  <a:lnTo>
                    <a:pt x="232" y="298"/>
                  </a:lnTo>
                  <a:lnTo>
                    <a:pt x="228" y="279"/>
                  </a:lnTo>
                  <a:lnTo>
                    <a:pt x="224" y="264"/>
                  </a:lnTo>
                  <a:lnTo>
                    <a:pt x="219" y="253"/>
                  </a:lnTo>
                  <a:lnTo>
                    <a:pt x="214" y="240"/>
                  </a:lnTo>
                  <a:lnTo>
                    <a:pt x="210" y="228"/>
                  </a:lnTo>
                  <a:lnTo>
                    <a:pt x="209" y="217"/>
                  </a:lnTo>
                  <a:lnTo>
                    <a:pt x="208" y="206"/>
                  </a:lnTo>
                  <a:lnTo>
                    <a:pt x="205" y="189"/>
                  </a:lnTo>
                  <a:lnTo>
                    <a:pt x="200" y="173"/>
                  </a:lnTo>
                  <a:lnTo>
                    <a:pt x="197" y="161"/>
                  </a:lnTo>
                  <a:lnTo>
                    <a:pt x="190" y="138"/>
                  </a:lnTo>
                  <a:lnTo>
                    <a:pt x="181" y="100"/>
                  </a:lnTo>
                  <a:lnTo>
                    <a:pt x="171" y="62"/>
                  </a:lnTo>
                  <a:lnTo>
                    <a:pt x="166" y="40"/>
                  </a:lnTo>
                  <a:lnTo>
                    <a:pt x="160" y="62"/>
                  </a:lnTo>
                  <a:lnTo>
                    <a:pt x="150" y="100"/>
                  </a:lnTo>
                  <a:lnTo>
                    <a:pt x="139" y="138"/>
                  </a:lnTo>
                  <a:lnTo>
                    <a:pt x="131" y="161"/>
                  </a:lnTo>
                  <a:lnTo>
                    <a:pt x="127" y="173"/>
                  </a:lnTo>
                  <a:lnTo>
                    <a:pt x="123" y="189"/>
                  </a:lnTo>
                  <a:lnTo>
                    <a:pt x="121" y="206"/>
                  </a:lnTo>
                  <a:lnTo>
                    <a:pt x="120" y="217"/>
                  </a:lnTo>
                  <a:lnTo>
                    <a:pt x="118" y="228"/>
                  </a:lnTo>
                  <a:lnTo>
                    <a:pt x="115" y="240"/>
                  </a:lnTo>
                  <a:lnTo>
                    <a:pt x="110" y="253"/>
                  </a:lnTo>
                  <a:lnTo>
                    <a:pt x="104" y="264"/>
                  </a:lnTo>
                  <a:lnTo>
                    <a:pt x="99" y="279"/>
                  </a:lnTo>
                  <a:lnTo>
                    <a:pt x="96" y="298"/>
                  </a:lnTo>
                  <a:lnTo>
                    <a:pt x="93" y="318"/>
                  </a:lnTo>
                  <a:lnTo>
                    <a:pt x="92" y="332"/>
                  </a:lnTo>
                  <a:lnTo>
                    <a:pt x="92" y="349"/>
                  </a:lnTo>
                  <a:lnTo>
                    <a:pt x="92" y="374"/>
                  </a:lnTo>
                  <a:lnTo>
                    <a:pt x="92" y="398"/>
                  </a:lnTo>
                  <a:lnTo>
                    <a:pt x="92" y="414"/>
                  </a:lnTo>
                  <a:lnTo>
                    <a:pt x="91" y="434"/>
                  </a:lnTo>
                  <a:lnTo>
                    <a:pt x="86" y="468"/>
                  </a:lnTo>
                  <a:lnTo>
                    <a:pt x="81" y="502"/>
                  </a:lnTo>
                  <a:lnTo>
                    <a:pt x="76" y="524"/>
                  </a:lnTo>
                  <a:lnTo>
                    <a:pt x="67" y="526"/>
                  </a:lnTo>
                  <a:lnTo>
                    <a:pt x="57" y="528"/>
                  </a:lnTo>
                  <a:lnTo>
                    <a:pt x="47" y="528"/>
                  </a:lnTo>
                  <a:lnTo>
                    <a:pt x="35" y="526"/>
                  </a:lnTo>
                  <a:lnTo>
                    <a:pt x="25" y="525"/>
                  </a:lnTo>
                  <a:lnTo>
                    <a:pt x="16" y="523"/>
                  </a:lnTo>
                  <a:lnTo>
                    <a:pt x="9" y="520"/>
                  </a:lnTo>
                  <a:lnTo>
                    <a:pt x="2" y="518"/>
                  </a:lnTo>
                  <a:lnTo>
                    <a:pt x="1" y="506"/>
                  </a:lnTo>
                  <a:lnTo>
                    <a:pt x="1" y="489"/>
                  </a:lnTo>
                  <a:lnTo>
                    <a:pt x="0" y="470"/>
                  </a:lnTo>
                  <a:lnTo>
                    <a:pt x="2" y="453"/>
                  </a:lnTo>
                  <a:lnTo>
                    <a:pt x="4" y="434"/>
                  </a:lnTo>
                  <a:lnTo>
                    <a:pt x="4" y="409"/>
                  </a:lnTo>
                  <a:lnTo>
                    <a:pt x="2" y="383"/>
                  </a:lnTo>
                  <a:lnTo>
                    <a:pt x="2" y="364"/>
                  </a:lnTo>
                  <a:lnTo>
                    <a:pt x="2" y="346"/>
                  </a:lnTo>
                  <a:lnTo>
                    <a:pt x="4" y="325"/>
                  </a:lnTo>
                  <a:lnTo>
                    <a:pt x="4" y="307"/>
                  </a:lnTo>
                  <a:lnTo>
                    <a:pt x="4" y="295"/>
                  </a:lnTo>
                  <a:lnTo>
                    <a:pt x="4" y="286"/>
                  </a:lnTo>
                  <a:lnTo>
                    <a:pt x="5" y="273"/>
                  </a:lnTo>
                  <a:lnTo>
                    <a:pt x="6" y="257"/>
                  </a:lnTo>
                  <a:lnTo>
                    <a:pt x="6" y="243"/>
                  </a:lnTo>
                  <a:lnTo>
                    <a:pt x="15" y="249"/>
                  </a:lnTo>
                  <a:lnTo>
                    <a:pt x="16" y="222"/>
                  </a:lnTo>
                  <a:lnTo>
                    <a:pt x="18" y="179"/>
                  </a:lnTo>
                  <a:lnTo>
                    <a:pt x="19" y="136"/>
                  </a:lnTo>
                  <a:lnTo>
                    <a:pt x="19" y="110"/>
                  </a:lnTo>
                  <a:lnTo>
                    <a:pt x="20" y="89"/>
                  </a:lnTo>
                  <a:lnTo>
                    <a:pt x="24" y="59"/>
                  </a:lnTo>
                  <a:lnTo>
                    <a:pt x="28" y="31"/>
                  </a:lnTo>
                  <a:lnTo>
                    <a:pt x="29" y="13"/>
                  </a:lnTo>
                  <a:lnTo>
                    <a:pt x="34" y="13"/>
                  </a:lnTo>
                  <a:lnTo>
                    <a:pt x="40" y="13"/>
                  </a:lnTo>
                  <a:lnTo>
                    <a:pt x="48" y="13"/>
                  </a:lnTo>
                  <a:lnTo>
                    <a:pt x="55" y="12"/>
                  </a:lnTo>
                  <a:lnTo>
                    <a:pt x="64" y="12"/>
                  </a:lnTo>
                  <a:lnTo>
                    <a:pt x="72" y="12"/>
                  </a:lnTo>
                  <a:lnTo>
                    <a:pt x="81" y="13"/>
                  </a:lnTo>
                  <a:lnTo>
                    <a:pt x="88" y="14"/>
                  </a:lnTo>
                  <a:lnTo>
                    <a:pt x="97" y="15"/>
                  </a:lnTo>
                  <a:lnTo>
                    <a:pt x="107" y="16"/>
                  </a:lnTo>
                  <a:lnTo>
                    <a:pt x="117" y="15"/>
                  </a:lnTo>
                  <a:lnTo>
                    <a:pt x="128" y="14"/>
                  </a:lnTo>
                  <a:lnTo>
                    <a:pt x="140" y="12"/>
                  </a:lnTo>
                  <a:lnTo>
                    <a:pt x="149" y="9"/>
                  </a:lnTo>
                  <a:lnTo>
                    <a:pt x="155" y="7"/>
                  </a:lnTo>
                  <a:lnTo>
                    <a:pt x="160" y="4"/>
                  </a:lnTo>
                  <a:lnTo>
                    <a:pt x="164" y="2"/>
                  </a:lnTo>
                  <a:lnTo>
                    <a:pt x="168" y="1"/>
                  </a:lnTo>
                  <a:lnTo>
                    <a:pt x="173" y="0"/>
                  </a:lnTo>
                  <a:lnTo>
                    <a:pt x="178" y="0"/>
                  </a:lnTo>
                  <a:lnTo>
                    <a:pt x="184" y="0"/>
                  </a:lnTo>
                  <a:lnTo>
                    <a:pt x="190" y="1"/>
                  </a:lnTo>
                  <a:lnTo>
                    <a:pt x="197" y="2"/>
                  </a:lnTo>
                  <a:lnTo>
                    <a:pt x="203" y="4"/>
                  </a:lnTo>
                  <a:lnTo>
                    <a:pt x="212" y="7"/>
                  </a:lnTo>
                  <a:lnTo>
                    <a:pt x="224" y="9"/>
                  </a:lnTo>
                  <a:lnTo>
                    <a:pt x="239" y="13"/>
                  </a:lnTo>
                  <a:lnTo>
                    <a:pt x="254" y="14"/>
                  </a:lnTo>
                  <a:lnTo>
                    <a:pt x="270" y="16"/>
                  </a:lnTo>
                  <a:lnTo>
                    <a:pt x="282" y="16"/>
                  </a:lnTo>
                  <a:lnTo>
                    <a:pt x="292" y="15"/>
                  </a:lnTo>
                  <a:lnTo>
                    <a:pt x="299" y="13"/>
                  </a:lnTo>
                  <a:close/>
                </a:path>
              </a:pathLst>
            </a:custGeom>
            <a:solidFill>
              <a:srgbClr val="A5A5A5"/>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44" name="Google Shape;944;p23"/>
            <p:cNvSpPr/>
            <p:nvPr/>
          </p:nvSpPr>
          <p:spPr>
            <a:xfrm>
              <a:off x="2901" y="2601"/>
              <a:ext cx="120" cy="46"/>
            </a:xfrm>
            <a:custGeom>
              <a:rect b="b" l="l" r="r" t="t"/>
              <a:pathLst>
                <a:path extrusionOk="0" h="46" w="120">
                  <a:moveTo>
                    <a:pt x="100" y="0"/>
                  </a:moveTo>
                  <a:lnTo>
                    <a:pt x="95" y="3"/>
                  </a:lnTo>
                  <a:lnTo>
                    <a:pt x="87" y="5"/>
                  </a:lnTo>
                  <a:lnTo>
                    <a:pt x="78" y="8"/>
                  </a:lnTo>
                  <a:lnTo>
                    <a:pt x="67" y="10"/>
                  </a:lnTo>
                  <a:lnTo>
                    <a:pt x="55" y="12"/>
                  </a:lnTo>
                  <a:lnTo>
                    <a:pt x="41" y="12"/>
                  </a:lnTo>
                  <a:lnTo>
                    <a:pt x="27" y="11"/>
                  </a:lnTo>
                  <a:lnTo>
                    <a:pt x="12" y="6"/>
                  </a:lnTo>
                  <a:lnTo>
                    <a:pt x="0" y="10"/>
                  </a:lnTo>
                  <a:lnTo>
                    <a:pt x="12" y="44"/>
                  </a:lnTo>
                  <a:lnTo>
                    <a:pt x="22" y="45"/>
                  </a:lnTo>
                  <a:lnTo>
                    <a:pt x="34" y="46"/>
                  </a:lnTo>
                  <a:lnTo>
                    <a:pt x="49" y="46"/>
                  </a:lnTo>
                  <a:lnTo>
                    <a:pt x="66" y="45"/>
                  </a:lnTo>
                  <a:lnTo>
                    <a:pt x="81" y="44"/>
                  </a:lnTo>
                  <a:lnTo>
                    <a:pt x="96" y="40"/>
                  </a:lnTo>
                  <a:lnTo>
                    <a:pt x="110" y="36"/>
                  </a:lnTo>
                  <a:lnTo>
                    <a:pt x="120" y="32"/>
                  </a:lnTo>
                  <a:lnTo>
                    <a:pt x="116" y="10"/>
                  </a:lnTo>
                  <a:lnTo>
                    <a:pt x="100" y="0"/>
                  </a:lnTo>
                  <a:close/>
                </a:path>
              </a:pathLst>
            </a:custGeom>
            <a:solidFill>
              <a:srgbClr val="A5A5A5"/>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45" name="Google Shape;945;p23"/>
            <p:cNvSpPr/>
            <p:nvPr/>
          </p:nvSpPr>
          <p:spPr>
            <a:xfrm>
              <a:off x="2932" y="2650"/>
              <a:ext cx="92" cy="68"/>
            </a:xfrm>
            <a:custGeom>
              <a:rect b="b" l="l" r="r" t="t"/>
              <a:pathLst>
                <a:path extrusionOk="0" h="68" w="92">
                  <a:moveTo>
                    <a:pt x="68" y="0"/>
                  </a:moveTo>
                  <a:lnTo>
                    <a:pt x="75" y="15"/>
                  </a:lnTo>
                  <a:lnTo>
                    <a:pt x="85" y="34"/>
                  </a:lnTo>
                  <a:lnTo>
                    <a:pt x="92" y="52"/>
                  </a:lnTo>
                  <a:lnTo>
                    <a:pt x="87" y="65"/>
                  </a:lnTo>
                  <a:lnTo>
                    <a:pt x="75" y="68"/>
                  </a:lnTo>
                  <a:lnTo>
                    <a:pt x="64" y="66"/>
                  </a:lnTo>
                  <a:lnTo>
                    <a:pt x="53" y="62"/>
                  </a:lnTo>
                  <a:lnTo>
                    <a:pt x="41" y="53"/>
                  </a:lnTo>
                  <a:lnTo>
                    <a:pt x="31" y="44"/>
                  </a:lnTo>
                  <a:lnTo>
                    <a:pt x="20" y="33"/>
                  </a:lnTo>
                  <a:lnTo>
                    <a:pt x="10" y="20"/>
                  </a:lnTo>
                  <a:lnTo>
                    <a:pt x="0" y="6"/>
                  </a:lnTo>
                  <a:lnTo>
                    <a:pt x="6" y="8"/>
                  </a:lnTo>
                  <a:lnTo>
                    <a:pt x="15" y="8"/>
                  </a:lnTo>
                  <a:lnTo>
                    <a:pt x="25" y="6"/>
                  </a:lnTo>
                  <a:lnTo>
                    <a:pt x="36" y="6"/>
                  </a:lnTo>
                  <a:lnTo>
                    <a:pt x="47" y="5"/>
                  </a:lnTo>
                  <a:lnTo>
                    <a:pt x="56" y="4"/>
                  </a:lnTo>
                  <a:lnTo>
                    <a:pt x="64" y="2"/>
                  </a:lnTo>
                  <a:lnTo>
                    <a:pt x="68"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46" name="Google Shape;946;p23"/>
            <p:cNvSpPr/>
            <p:nvPr/>
          </p:nvSpPr>
          <p:spPr>
            <a:xfrm>
              <a:off x="2836" y="1580"/>
              <a:ext cx="344" cy="498"/>
            </a:xfrm>
            <a:custGeom>
              <a:rect b="b" l="l" r="r" t="t"/>
              <a:pathLst>
                <a:path extrusionOk="0" h="498" w="344">
                  <a:moveTo>
                    <a:pt x="165" y="0"/>
                  </a:moveTo>
                  <a:lnTo>
                    <a:pt x="164" y="1"/>
                  </a:lnTo>
                  <a:lnTo>
                    <a:pt x="161" y="5"/>
                  </a:lnTo>
                  <a:lnTo>
                    <a:pt x="157" y="10"/>
                  </a:lnTo>
                  <a:lnTo>
                    <a:pt x="152" y="16"/>
                  </a:lnTo>
                  <a:lnTo>
                    <a:pt x="146" y="23"/>
                  </a:lnTo>
                  <a:lnTo>
                    <a:pt x="140" y="29"/>
                  </a:lnTo>
                  <a:lnTo>
                    <a:pt x="133" y="34"/>
                  </a:lnTo>
                  <a:lnTo>
                    <a:pt x="127" y="36"/>
                  </a:lnTo>
                  <a:lnTo>
                    <a:pt x="128" y="36"/>
                  </a:lnTo>
                  <a:lnTo>
                    <a:pt x="131" y="37"/>
                  </a:lnTo>
                  <a:lnTo>
                    <a:pt x="136" y="38"/>
                  </a:lnTo>
                  <a:lnTo>
                    <a:pt x="141" y="40"/>
                  </a:lnTo>
                  <a:lnTo>
                    <a:pt x="147" y="42"/>
                  </a:lnTo>
                  <a:lnTo>
                    <a:pt x="154" y="46"/>
                  </a:lnTo>
                  <a:lnTo>
                    <a:pt x="160" y="50"/>
                  </a:lnTo>
                  <a:lnTo>
                    <a:pt x="165" y="55"/>
                  </a:lnTo>
                  <a:lnTo>
                    <a:pt x="165" y="70"/>
                  </a:lnTo>
                  <a:lnTo>
                    <a:pt x="164" y="71"/>
                  </a:lnTo>
                  <a:lnTo>
                    <a:pt x="159" y="73"/>
                  </a:lnTo>
                  <a:lnTo>
                    <a:pt x="152" y="77"/>
                  </a:lnTo>
                  <a:lnTo>
                    <a:pt x="147" y="82"/>
                  </a:lnTo>
                  <a:lnTo>
                    <a:pt x="142" y="86"/>
                  </a:lnTo>
                  <a:lnTo>
                    <a:pt x="137" y="91"/>
                  </a:lnTo>
                  <a:lnTo>
                    <a:pt x="132" y="97"/>
                  </a:lnTo>
                  <a:lnTo>
                    <a:pt x="127" y="107"/>
                  </a:lnTo>
                  <a:lnTo>
                    <a:pt x="125" y="115"/>
                  </a:lnTo>
                  <a:lnTo>
                    <a:pt x="120" y="126"/>
                  </a:lnTo>
                  <a:lnTo>
                    <a:pt x="114" y="141"/>
                  </a:lnTo>
                  <a:lnTo>
                    <a:pt x="109" y="157"/>
                  </a:lnTo>
                  <a:lnTo>
                    <a:pt x="103" y="174"/>
                  </a:lnTo>
                  <a:lnTo>
                    <a:pt x="98" y="190"/>
                  </a:lnTo>
                  <a:lnTo>
                    <a:pt x="92" y="204"/>
                  </a:lnTo>
                  <a:lnTo>
                    <a:pt x="88" y="214"/>
                  </a:lnTo>
                  <a:lnTo>
                    <a:pt x="83" y="225"/>
                  </a:lnTo>
                  <a:lnTo>
                    <a:pt x="78" y="238"/>
                  </a:lnTo>
                  <a:lnTo>
                    <a:pt x="73" y="255"/>
                  </a:lnTo>
                  <a:lnTo>
                    <a:pt x="67" y="272"/>
                  </a:lnTo>
                  <a:lnTo>
                    <a:pt x="59" y="290"/>
                  </a:lnTo>
                  <a:lnTo>
                    <a:pt x="51" y="305"/>
                  </a:lnTo>
                  <a:lnTo>
                    <a:pt x="44" y="319"/>
                  </a:lnTo>
                  <a:lnTo>
                    <a:pt x="34" y="329"/>
                  </a:lnTo>
                  <a:lnTo>
                    <a:pt x="19" y="344"/>
                  </a:lnTo>
                  <a:lnTo>
                    <a:pt x="11" y="356"/>
                  </a:lnTo>
                  <a:lnTo>
                    <a:pt x="7" y="364"/>
                  </a:lnTo>
                  <a:lnTo>
                    <a:pt x="6" y="366"/>
                  </a:lnTo>
                  <a:lnTo>
                    <a:pt x="5" y="381"/>
                  </a:lnTo>
                  <a:lnTo>
                    <a:pt x="4" y="416"/>
                  </a:lnTo>
                  <a:lnTo>
                    <a:pt x="1" y="453"/>
                  </a:lnTo>
                  <a:lnTo>
                    <a:pt x="0" y="477"/>
                  </a:lnTo>
                  <a:lnTo>
                    <a:pt x="11" y="480"/>
                  </a:lnTo>
                  <a:lnTo>
                    <a:pt x="21" y="484"/>
                  </a:lnTo>
                  <a:lnTo>
                    <a:pt x="33" y="486"/>
                  </a:lnTo>
                  <a:lnTo>
                    <a:pt x="43" y="490"/>
                  </a:lnTo>
                  <a:lnTo>
                    <a:pt x="51" y="491"/>
                  </a:lnTo>
                  <a:lnTo>
                    <a:pt x="60" y="493"/>
                  </a:lnTo>
                  <a:lnTo>
                    <a:pt x="69" y="495"/>
                  </a:lnTo>
                  <a:lnTo>
                    <a:pt x="77" y="496"/>
                  </a:lnTo>
                  <a:lnTo>
                    <a:pt x="84" y="496"/>
                  </a:lnTo>
                  <a:lnTo>
                    <a:pt x="91" y="497"/>
                  </a:lnTo>
                  <a:lnTo>
                    <a:pt x="97" y="498"/>
                  </a:lnTo>
                  <a:lnTo>
                    <a:pt x="103" y="498"/>
                  </a:lnTo>
                  <a:lnTo>
                    <a:pt x="107" y="498"/>
                  </a:lnTo>
                  <a:lnTo>
                    <a:pt x="112" y="498"/>
                  </a:lnTo>
                  <a:lnTo>
                    <a:pt x="117" y="497"/>
                  </a:lnTo>
                  <a:lnTo>
                    <a:pt x="121" y="496"/>
                  </a:lnTo>
                  <a:lnTo>
                    <a:pt x="126" y="493"/>
                  </a:lnTo>
                  <a:lnTo>
                    <a:pt x="131" y="492"/>
                  </a:lnTo>
                  <a:lnTo>
                    <a:pt x="137" y="490"/>
                  </a:lnTo>
                  <a:lnTo>
                    <a:pt x="145" y="490"/>
                  </a:lnTo>
                  <a:lnTo>
                    <a:pt x="152" y="489"/>
                  </a:lnTo>
                  <a:lnTo>
                    <a:pt x="160" y="489"/>
                  </a:lnTo>
                  <a:lnTo>
                    <a:pt x="166" y="489"/>
                  </a:lnTo>
                  <a:lnTo>
                    <a:pt x="172" y="489"/>
                  </a:lnTo>
                  <a:lnTo>
                    <a:pt x="169" y="471"/>
                  </a:lnTo>
                  <a:lnTo>
                    <a:pt x="162" y="447"/>
                  </a:lnTo>
                  <a:lnTo>
                    <a:pt x="156" y="423"/>
                  </a:lnTo>
                  <a:lnTo>
                    <a:pt x="151" y="406"/>
                  </a:lnTo>
                  <a:lnTo>
                    <a:pt x="149" y="390"/>
                  </a:lnTo>
                  <a:lnTo>
                    <a:pt x="146" y="369"/>
                  </a:lnTo>
                  <a:lnTo>
                    <a:pt x="145" y="347"/>
                  </a:lnTo>
                  <a:lnTo>
                    <a:pt x="145" y="329"/>
                  </a:lnTo>
                  <a:lnTo>
                    <a:pt x="143" y="310"/>
                  </a:lnTo>
                  <a:lnTo>
                    <a:pt x="141" y="287"/>
                  </a:lnTo>
                  <a:lnTo>
                    <a:pt x="137" y="265"/>
                  </a:lnTo>
                  <a:lnTo>
                    <a:pt x="136" y="250"/>
                  </a:lnTo>
                  <a:lnTo>
                    <a:pt x="136" y="236"/>
                  </a:lnTo>
                  <a:lnTo>
                    <a:pt x="136" y="214"/>
                  </a:lnTo>
                  <a:lnTo>
                    <a:pt x="136" y="193"/>
                  </a:lnTo>
                  <a:lnTo>
                    <a:pt x="138" y="175"/>
                  </a:lnTo>
                  <a:lnTo>
                    <a:pt x="143" y="181"/>
                  </a:lnTo>
                  <a:lnTo>
                    <a:pt x="150" y="189"/>
                  </a:lnTo>
                  <a:lnTo>
                    <a:pt x="157" y="198"/>
                  </a:lnTo>
                  <a:lnTo>
                    <a:pt x="164" y="208"/>
                  </a:lnTo>
                  <a:lnTo>
                    <a:pt x="171" y="218"/>
                  </a:lnTo>
                  <a:lnTo>
                    <a:pt x="178" y="228"/>
                  </a:lnTo>
                  <a:lnTo>
                    <a:pt x="183" y="236"/>
                  </a:lnTo>
                  <a:lnTo>
                    <a:pt x="186" y="242"/>
                  </a:lnTo>
                  <a:lnTo>
                    <a:pt x="193" y="254"/>
                  </a:lnTo>
                  <a:lnTo>
                    <a:pt x="196" y="267"/>
                  </a:lnTo>
                  <a:lnTo>
                    <a:pt x="199" y="280"/>
                  </a:lnTo>
                  <a:lnTo>
                    <a:pt x="201" y="292"/>
                  </a:lnTo>
                  <a:lnTo>
                    <a:pt x="205" y="309"/>
                  </a:lnTo>
                  <a:lnTo>
                    <a:pt x="214" y="333"/>
                  </a:lnTo>
                  <a:lnTo>
                    <a:pt x="224" y="360"/>
                  </a:lnTo>
                  <a:lnTo>
                    <a:pt x="237" y="387"/>
                  </a:lnTo>
                  <a:lnTo>
                    <a:pt x="242" y="383"/>
                  </a:lnTo>
                  <a:lnTo>
                    <a:pt x="248" y="378"/>
                  </a:lnTo>
                  <a:lnTo>
                    <a:pt x="254" y="375"/>
                  </a:lnTo>
                  <a:lnTo>
                    <a:pt x="262" y="371"/>
                  </a:lnTo>
                  <a:lnTo>
                    <a:pt x="270" y="368"/>
                  </a:lnTo>
                  <a:lnTo>
                    <a:pt x="276" y="364"/>
                  </a:lnTo>
                  <a:lnTo>
                    <a:pt x="282" y="362"/>
                  </a:lnTo>
                  <a:lnTo>
                    <a:pt x="287" y="360"/>
                  </a:lnTo>
                  <a:lnTo>
                    <a:pt x="292" y="359"/>
                  </a:lnTo>
                  <a:lnTo>
                    <a:pt x="297" y="358"/>
                  </a:lnTo>
                  <a:lnTo>
                    <a:pt x="305" y="357"/>
                  </a:lnTo>
                  <a:lnTo>
                    <a:pt x="312" y="356"/>
                  </a:lnTo>
                  <a:lnTo>
                    <a:pt x="321" y="355"/>
                  </a:lnTo>
                  <a:lnTo>
                    <a:pt x="329" y="352"/>
                  </a:lnTo>
                  <a:lnTo>
                    <a:pt x="336" y="350"/>
                  </a:lnTo>
                  <a:lnTo>
                    <a:pt x="344" y="346"/>
                  </a:lnTo>
                  <a:lnTo>
                    <a:pt x="339" y="339"/>
                  </a:lnTo>
                  <a:lnTo>
                    <a:pt x="335" y="331"/>
                  </a:lnTo>
                  <a:lnTo>
                    <a:pt x="330" y="322"/>
                  </a:lnTo>
                  <a:lnTo>
                    <a:pt x="325" y="311"/>
                  </a:lnTo>
                  <a:lnTo>
                    <a:pt x="320" y="302"/>
                  </a:lnTo>
                  <a:lnTo>
                    <a:pt x="315" y="292"/>
                  </a:lnTo>
                  <a:lnTo>
                    <a:pt x="310" y="284"/>
                  </a:lnTo>
                  <a:lnTo>
                    <a:pt x="305" y="277"/>
                  </a:lnTo>
                  <a:lnTo>
                    <a:pt x="300" y="269"/>
                  </a:lnTo>
                  <a:lnTo>
                    <a:pt x="293" y="260"/>
                  </a:lnTo>
                  <a:lnTo>
                    <a:pt x="287" y="250"/>
                  </a:lnTo>
                  <a:lnTo>
                    <a:pt x="281" y="240"/>
                  </a:lnTo>
                  <a:lnTo>
                    <a:pt x="276" y="229"/>
                  </a:lnTo>
                  <a:lnTo>
                    <a:pt x="271" y="218"/>
                  </a:lnTo>
                  <a:lnTo>
                    <a:pt x="266" y="208"/>
                  </a:lnTo>
                  <a:lnTo>
                    <a:pt x="263" y="200"/>
                  </a:lnTo>
                  <a:lnTo>
                    <a:pt x="259" y="192"/>
                  </a:lnTo>
                  <a:lnTo>
                    <a:pt x="256" y="183"/>
                  </a:lnTo>
                  <a:lnTo>
                    <a:pt x="251" y="174"/>
                  </a:lnTo>
                  <a:lnTo>
                    <a:pt x="246" y="164"/>
                  </a:lnTo>
                  <a:lnTo>
                    <a:pt x="241" y="155"/>
                  </a:lnTo>
                  <a:lnTo>
                    <a:pt x="235" y="146"/>
                  </a:lnTo>
                  <a:lnTo>
                    <a:pt x="230" y="138"/>
                  </a:lnTo>
                  <a:lnTo>
                    <a:pt x="225" y="132"/>
                  </a:lnTo>
                  <a:lnTo>
                    <a:pt x="219" y="117"/>
                  </a:lnTo>
                  <a:lnTo>
                    <a:pt x="214" y="101"/>
                  </a:lnTo>
                  <a:lnTo>
                    <a:pt x="210" y="83"/>
                  </a:lnTo>
                  <a:lnTo>
                    <a:pt x="206" y="70"/>
                  </a:lnTo>
                  <a:lnTo>
                    <a:pt x="203" y="64"/>
                  </a:lnTo>
                  <a:lnTo>
                    <a:pt x="198" y="55"/>
                  </a:lnTo>
                  <a:lnTo>
                    <a:pt x="193" y="47"/>
                  </a:lnTo>
                  <a:lnTo>
                    <a:pt x="186" y="37"/>
                  </a:lnTo>
                  <a:lnTo>
                    <a:pt x="180" y="28"/>
                  </a:lnTo>
                  <a:lnTo>
                    <a:pt x="175" y="18"/>
                  </a:lnTo>
                  <a:lnTo>
                    <a:pt x="169" y="8"/>
                  </a:lnTo>
                  <a:lnTo>
                    <a:pt x="165"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47" name="Google Shape;947;p23"/>
            <p:cNvSpPr/>
            <p:nvPr/>
          </p:nvSpPr>
          <p:spPr>
            <a:xfrm>
              <a:off x="3106" y="1946"/>
              <a:ext cx="56" cy="52"/>
            </a:xfrm>
            <a:custGeom>
              <a:rect b="b" l="l" r="r" t="t"/>
              <a:pathLst>
                <a:path extrusionOk="0" h="52" w="56">
                  <a:moveTo>
                    <a:pt x="52" y="0"/>
                  </a:moveTo>
                  <a:lnTo>
                    <a:pt x="56" y="11"/>
                  </a:lnTo>
                  <a:lnTo>
                    <a:pt x="56" y="28"/>
                  </a:lnTo>
                  <a:lnTo>
                    <a:pt x="52" y="44"/>
                  </a:lnTo>
                  <a:lnTo>
                    <a:pt x="44" y="52"/>
                  </a:lnTo>
                  <a:lnTo>
                    <a:pt x="37" y="52"/>
                  </a:lnTo>
                  <a:lnTo>
                    <a:pt x="31" y="51"/>
                  </a:lnTo>
                  <a:lnTo>
                    <a:pt x="26" y="47"/>
                  </a:lnTo>
                  <a:lnTo>
                    <a:pt x="20" y="41"/>
                  </a:lnTo>
                  <a:lnTo>
                    <a:pt x="15" y="36"/>
                  </a:lnTo>
                  <a:lnTo>
                    <a:pt x="8" y="29"/>
                  </a:lnTo>
                  <a:lnTo>
                    <a:pt x="5" y="23"/>
                  </a:lnTo>
                  <a:lnTo>
                    <a:pt x="0" y="17"/>
                  </a:lnTo>
                  <a:lnTo>
                    <a:pt x="5" y="15"/>
                  </a:lnTo>
                  <a:lnTo>
                    <a:pt x="10" y="12"/>
                  </a:lnTo>
                  <a:lnTo>
                    <a:pt x="15" y="10"/>
                  </a:lnTo>
                  <a:lnTo>
                    <a:pt x="22" y="6"/>
                  </a:lnTo>
                  <a:lnTo>
                    <a:pt x="29" y="4"/>
                  </a:lnTo>
                  <a:lnTo>
                    <a:pt x="36" y="3"/>
                  </a:lnTo>
                  <a:lnTo>
                    <a:pt x="44" y="0"/>
                  </a:lnTo>
                  <a:lnTo>
                    <a:pt x="52" y="0"/>
                  </a:lnTo>
                  <a:close/>
                </a:path>
              </a:pathLst>
            </a:custGeom>
            <a:solidFill>
              <a:srgbClr val="FFCCC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48" name="Google Shape;948;p23"/>
            <p:cNvSpPr/>
            <p:nvPr/>
          </p:nvSpPr>
          <p:spPr>
            <a:xfrm>
              <a:off x="2512" y="1978"/>
              <a:ext cx="54" cy="53"/>
            </a:xfrm>
            <a:custGeom>
              <a:rect b="b" l="l" r="r" t="t"/>
              <a:pathLst>
                <a:path extrusionOk="0" h="53" w="54">
                  <a:moveTo>
                    <a:pt x="54" y="20"/>
                  </a:moveTo>
                  <a:lnTo>
                    <a:pt x="49" y="20"/>
                  </a:lnTo>
                  <a:lnTo>
                    <a:pt x="44" y="18"/>
                  </a:lnTo>
                  <a:lnTo>
                    <a:pt x="38" y="16"/>
                  </a:lnTo>
                  <a:lnTo>
                    <a:pt x="33" y="13"/>
                  </a:lnTo>
                  <a:lnTo>
                    <a:pt x="26" y="10"/>
                  </a:lnTo>
                  <a:lnTo>
                    <a:pt x="21" y="7"/>
                  </a:lnTo>
                  <a:lnTo>
                    <a:pt x="15" y="3"/>
                  </a:lnTo>
                  <a:lnTo>
                    <a:pt x="10" y="0"/>
                  </a:lnTo>
                  <a:lnTo>
                    <a:pt x="5" y="12"/>
                  </a:lnTo>
                  <a:lnTo>
                    <a:pt x="0" y="25"/>
                  </a:lnTo>
                  <a:lnTo>
                    <a:pt x="0" y="39"/>
                  </a:lnTo>
                  <a:lnTo>
                    <a:pt x="9" y="50"/>
                  </a:lnTo>
                  <a:lnTo>
                    <a:pt x="16" y="52"/>
                  </a:lnTo>
                  <a:lnTo>
                    <a:pt x="23" y="53"/>
                  </a:lnTo>
                  <a:lnTo>
                    <a:pt x="29" y="52"/>
                  </a:lnTo>
                  <a:lnTo>
                    <a:pt x="35" y="50"/>
                  </a:lnTo>
                  <a:lnTo>
                    <a:pt x="40" y="45"/>
                  </a:lnTo>
                  <a:lnTo>
                    <a:pt x="46" y="39"/>
                  </a:lnTo>
                  <a:lnTo>
                    <a:pt x="50" y="31"/>
                  </a:lnTo>
                  <a:lnTo>
                    <a:pt x="54" y="20"/>
                  </a:lnTo>
                  <a:close/>
                </a:path>
              </a:pathLst>
            </a:custGeom>
            <a:solidFill>
              <a:srgbClr val="FFCCCC"/>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49" name="Google Shape;949;p23"/>
            <p:cNvSpPr/>
            <p:nvPr/>
          </p:nvSpPr>
          <p:spPr>
            <a:xfrm>
              <a:off x="1935" y="1422"/>
              <a:ext cx="596" cy="1363"/>
            </a:xfrm>
            <a:custGeom>
              <a:rect b="b" l="l" r="r" t="t"/>
              <a:pathLst>
                <a:path extrusionOk="0" h="1363" w="596">
                  <a:moveTo>
                    <a:pt x="455" y="1096"/>
                  </a:moveTo>
                  <a:lnTo>
                    <a:pt x="451" y="1066"/>
                  </a:lnTo>
                  <a:lnTo>
                    <a:pt x="446" y="1021"/>
                  </a:lnTo>
                  <a:lnTo>
                    <a:pt x="439" y="977"/>
                  </a:lnTo>
                  <a:lnTo>
                    <a:pt x="433" y="948"/>
                  </a:lnTo>
                  <a:lnTo>
                    <a:pt x="428" y="932"/>
                  </a:lnTo>
                  <a:lnTo>
                    <a:pt x="427" y="916"/>
                  </a:lnTo>
                  <a:lnTo>
                    <a:pt x="427" y="899"/>
                  </a:lnTo>
                  <a:lnTo>
                    <a:pt x="427" y="880"/>
                  </a:lnTo>
                  <a:lnTo>
                    <a:pt x="427" y="859"/>
                  </a:lnTo>
                  <a:lnTo>
                    <a:pt x="426" y="838"/>
                  </a:lnTo>
                  <a:lnTo>
                    <a:pt x="423" y="819"/>
                  </a:lnTo>
                  <a:lnTo>
                    <a:pt x="422" y="800"/>
                  </a:lnTo>
                  <a:lnTo>
                    <a:pt x="421" y="772"/>
                  </a:lnTo>
                  <a:lnTo>
                    <a:pt x="416" y="734"/>
                  </a:lnTo>
                  <a:lnTo>
                    <a:pt x="412" y="693"/>
                  </a:lnTo>
                  <a:lnTo>
                    <a:pt x="412" y="665"/>
                  </a:lnTo>
                  <a:lnTo>
                    <a:pt x="416" y="627"/>
                  </a:lnTo>
                  <a:lnTo>
                    <a:pt x="414" y="609"/>
                  </a:lnTo>
                  <a:lnTo>
                    <a:pt x="413" y="586"/>
                  </a:lnTo>
                  <a:lnTo>
                    <a:pt x="412" y="563"/>
                  </a:lnTo>
                  <a:lnTo>
                    <a:pt x="412" y="547"/>
                  </a:lnTo>
                  <a:lnTo>
                    <a:pt x="412" y="534"/>
                  </a:lnTo>
                  <a:lnTo>
                    <a:pt x="409" y="516"/>
                  </a:lnTo>
                  <a:lnTo>
                    <a:pt x="408" y="498"/>
                  </a:lnTo>
                  <a:lnTo>
                    <a:pt x="405" y="483"/>
                  </a:lnTo>
                  <a:lnTo>
                    <a:pt x="407" y="474"/>
                  </a:lnTo>
                  <a:lnTo>
                    <a:pt x="414" y="478"/>
                  </a:lnTo>
                  <a:lnTo>
                    <a:pt x="422" y="487"/>
                  </a:lnTo>
                  <a:lnTo>
                    <a:pt x="427" y="499"/>
                  </a:lnTo>
                  <a:lnTo>
                    <a:pt x="432" y="513"/>
                  </a:lnTo>
                  <a:lnTo>
                    <a:pt x="439" y="527"/>
                  </a:lnTo>
                  <a:lnTo>
                    <a:pt x="447" y="540"/>
                  </a:lnTo>
                  <a:lnTo>
                    <a:pt x="453" y="551"/>
                  </a:lnTo>
                  <a:lnTo>
                    <a:pt x="462" y="571"/>
                  </a:lnTo>
                  <a:lnTo>
                    <a:pt x="468" y="589"/>
                  </a:lnTo>
                  <a:lnTo>
                    <a:pt x="473" y="605"/>
                  </a:lnTo>
                  <a:lnTo>
                    <a:pt x="477" y="618"/>
                  </a:lnTo>
                  <a:lnTo>
                    <a:pt x="508" y="607"/>
                  </a:lnTo>
                  <a:lnTo>
                    <a:pt x="521" y="623"/>
                  </a:lnTo>
                  <a:lnTo>
                    <a:pt x="533" y="633"/>
                  </a:lnTo>
                  <a:lnTo>
                    <a:pt x="544" y="639"/>
                  </a:lnTo>
                  <a:lnTo>
                    <a:pt x="554" y="642"/>
                  </a:lnTo>
                  <a:lnTo>
                    <a:pt x="563" y="641"/>
                  </a:lnTo>
                  <a:lnTo>
                    <a:pt x="571" y="638"/>
                  </a:lnTo>
                  <a:lnTo>
                    <a:pt x="578" y="633"/>
                  </a:lnTo>
                  <a:lnTo>
                    <a:pt x="584" y="630"/>
                  </a:lnTo>
                  <a:lnTo>
                    <a:pt x="592" y="617"/>
                  </a:lnTo>
                  <a:lnTo>
                    <a:pt x="591" y="596"/>
                  </a:lnTo>
                  <a:lnTo>
                    <a:pt x="583" y="574"/>
                  </a:lnTo>
                  <a:lnTo>
                    <a:pt x="573" y="553"/>
                  </a:lnTo>
                  <a:lnTo>
                    <a:pt x="596" y="528"/>
                  </a:lnTo>
                  <a:lnTo>
                    <a:pt x="591" y="522"/>
                  </a:lnTo>
                  <a:lnTo>
                    <a:pt x="584" y="514"/>
                  </a:lnTo>
                  <a:lnTo>
                    <a:pt x="574" y="503"/>
                  </a:lnTo>
                  <a:lnTo>
                    <a:pt x="564" y="493"/>
                  </a:lnTo>
                  <a:lnTo>
                    <a:pt x="554" y="483"/>
                  </a:lnTo>
                  <a:lnTo>
                    <a:pt x="545" y="472"/>
                  </a:lnTo>
                  <a:lnTo>
                    <a:pt x="537" y="462"/>
                  </a:lnTo>
                  <a:lnTo>
                    <a:pt x="531" y="455"/>
                  </a:lnTo>
                  <a:lnTo>
                    <a:pt x="526" y="447"/>
                  </a:lnTo>
                  <a:lnTo>
                    <a:pt x="518" y="436"/>
                  </a:lnTo>
                  <a:lnTo>
                    <a:pt x="508" y="423"/>
                  </a:lnTo>
                  <a:lnTo>
                    <a:pt x="495" y="408"/>
                  </a:lnTo>
                  <a:lnTo>
                    <a:pt x="482" y="394"/>
                  </a:lnTo>
                  <a:lnTo>
                    <a:pt x="470" y="382"/>
                  </a:lnTo>
                  <a:lnTo>
                    <a:pt x="457" y="370"/>
                  </a:lnTo>
                  <a:lnTo>
                    <a:pt x="447" y="363"/>
                  </a:lnTo>
                  <a:lnTo>
                    <a:pt x="438" y="357"/>
                  </a:lnTo>
                  <a:lnTo>
                    <a:pt x="429" y="350"/>
                  </a:lnTo>
                  <a:lnTo>
                    <a:pt x="421" y="341"/>
                  </a:lnTo>
                  <a:lnTo>
                    <a:pt x="412" y="333"/>
                  </a:lnTo>
                  <a:lnTo>
                    <a:pt x="403" y="325"/>
                  </a:lnTo>
                  <a:lnTo>
                    <a:pt x="395" y="316"/>
                  </a:lnTo>
                  <a:lnTo>
                    <a:pt x="387" y="309"/>
                  </a:lnTo>
                  <a:lnTo>
                    <a:pt x="379" y="303"/>
                  </a:lnTo>
                  <a:lnTo>
                    <a:pt x="373" y="296"/>
                  </a:lnTo>
                  <a:lnTo>
                    <a:pt x="365" y="290"/>
                  </a:lnTo>
                  <a:lnTo>
                    <a:pt x="359" y="285"/>
                  </a:lnTo>
                  <a:lnTo>
                    <a:pt x="351" y="280"/>
                  </a:lnTo>
                  <a:lnTo>
                    <a:pt x="345" y="278"/>
                  </a:lnTo>
                  <a:lnTo>
                    <a:pt x="339" y="275"/>
                  </a:lnTo>
                  <a:lnTo>
                    <a:pt x="332" y="273"/>
                  </a:lnTo>
                  <a:lnTo>
                    <a:pt x="327" y="272"/>
                  </a:lnTo>
                  <a:lnTo>
                    <a:pt x="313" y="267"/>
                  </a:lnTo>
                  <a:lnTo>
                    <a:pt x="305" y="262"/>
                  </a:lnTo>
                  <a:lnTo>
                    <a:pt x="301" y="254"/>
                  </a:lnTo>
                  <a:lnTo>
                    <a:pt x="303" y="241"/>
                  </a:lnTo>
                  <a:lnTo>
                    <a:pt x="316" y="217"/>
                  </a:lnTo>
                  <a:lnTo>
                    <a:pt x="321" y="189"/>
                  </a:lnTo>
                  <a:lnTo>
                    <a:pt x="322" y="164"/>
                  </a:lnTo>
                  <a:lnTo>
                    <a:pt x="326" y="145"/>
                  </a:lnTo>
                  <a:lnTo>
                    <a:pt x="329" y="132"/>
                  </a:lnTo>
                  <a:lnTo>
                    <a:pt x="327" y="117"/>
                  </a:lnTo>
                  <a:lnTo>
                    <a:pt x="322" y="103"/>
                  </a:lnTo>
                  <a:lnTo>
                    <a:pt x="316" y="87"/>
                  </a:lnTo>
                  <a:lnTo>
                    <a:pt x="330" y="84"/>
                  </a:lnTo>
                  <a:lnTo>
                    <a:pt x="339" y="73"/>
                  </a:lnTo>
                  <a:lnTo>
                    <a:pt x="341" y="60"/>
                  </a:lnTo>
                  <a:lnTo>
                    <a:pt x="341" y="47"/>
                  </a:lnTo>
                  <a:lnTo>
                    <a:pt x="340" y="38"/>
                  </a:lnTo>
                  <a:lnTo>
                    <a:pt x="337" y="31"/>
                  </a:lnTo>
                  <a:lnTo>
                    <a:pt x="332" y="24"/>
                  </a:lnTo>
                  <a:lnTo>
                    <a:pt x="322" y="18"/>
                  </a:lnTo>
                  <a:lnTo>
                    <a:pt x="315" y="14"/>
                  </a:lnTo>
                  <a:lnTo>
                    <a:pt x="306" y="11"/>
                  </a:lnTo>
                  <a:lnTo>
                    <a:pt x="296" y="7"/>
                  </a:lnTo>
                  <a:lnTo>
                    <a:pt x="286" y="4"/>
                  </a:lnTo>
                  <a:lnTo>
                    <a:pt x="276" y="1"/>
                  </a:lnTo>
                  <a:lnTo>
                    <a:pt x="267" y="0"/>
                  </a:lnTo>
                  <a:lnTo>
                    <a:pt x="258" y="1"/>
                  </a:lnTo>
                  <a:lnTo>
                    <a:pt x="253" y="2"/>
                  </a:lnTo>
                  <a:lnTo>
                    <a:pt x="248" y="5"/>
                  </a:lnTo>
                  <a:lnTo>
                    <a:pt x="242" y="7"/>
                  </a:lnTo>
                  <a:lnTo>
                    <a:pt x="237" y="10"/>
                  </a:lnTo>
                  <a:lnTo>
                    <a:pt x="230" y="11"/>
                  </a:lnTo>
                  <a:lnTo>
                    <a:pt x="224" y="12"/>
                  </a:lnTo>
                  <a:lnTo>
                    <a:pt x="218" y="13"/>
                  </a:lnTo>
                  <a:lnTo>
                    <a:pt x="213" y="14"/>
                  </a:lnTo>
                  <a:lnTo>
                    <a:pt x="208" y="14"/>
                  </a:lnTo>
                  <a:lnTo>
                    <a:pt x="192" y="16"/>
                  </a:lnTo>
                  <a:lnTo>
                    <a:pt x="180" y="18"/>
                  </a:lnTo>
                  <a:lnTo>
                    <a:pt x="170" y="22"/>
                  </a:lnTo>
                  <a:lnTo>
                    <a:pt x="161" y="26"/>
                  </a:lnTo>
                  <a:lnTo>
                    <a:pt x="156" y="31"/>
                  </a:lnTo>
                  <a:lnTo>
                    <a:pt x="152" y="37"/>
                  </a:lnTo>
                  <a:lnTo>
                    <a:pt x="151" y="42"/>
                  </a:lnTo>
                  <a:lnTo>
                    <a:pt x="152" y="47"/>
                  </a:lnTo>
                  <a:lnTo>
                    <a:pt x="151" y="61"/>
                  </a:lnTo>
                  <a:lnTo>
                    <a:pt x="148" y="83"/>
                  </a:lnTo>
                  <a:lnTo>
                    <a:pt x="147" y="105"/>
                  </a:lnTo>
                  <a:lnTo>
                    <a:pt x="156" y="122"/>
                  </a:lnTo>
                  <a:lnTo>
                    <a:pt x="151" y="122"/>
                  </a:lnTo>
                  <a:lnTo>
                    <a:pt x="145" y="127"/>
                  </a:lnTo>
                  <a:lnTo>
                    <a:pt x="139" y="134"/>
                  </a:lnTo>
                  <a:lnTo>
                    <a:pt x="137" y="145"/>
                  </a:lnTo>
                  <a:lnTo>
                    <a:pt x="137" y="156"/>
                  </a:lnTo>
                  <a:lnTo>
                    <a:pt x="142" y="168"/>
                  </a:lnTo>
                  <a:lnTo>
                    <a:pt x="151" y="180"/>
                  </a:lnTo>
                  <a:lnTo>
                    <a:pt x="167" y="190"/>
                  </a:lnTo>
                  <a:lnTo>
                    <a:pt x="168" y="200"/>
                  </a:lnTo>
                  <a:lnTo>
                    <a:pt x="174" y="213"/>
                  </a:lnTo>
                  <a:lnTo>
                    <a:pt x="179" y="226"/>
                  </a:lnTo>
                  <a:lnTo>
                    <a:pt x="184" y="238"/>
                  </a:lnTo>
                  <a:lnTo>
                    <a:pt x="185" y="249"/>
                  </a:lnTo>
                  <a:lnTo>
                    <a:pt x="184" y="259"/>
                  </a:lnTo>
                  <a:lnTo>
                    <a:pt x="179" y="269"/>
                  </a:lnTo>
                  <a:lnTo>
                    <a:pt x="176" y="280"/>
                  </a:lnTo>
                  <a:lnTo>
                    <a:pt x="166" y="286"/>
                  </a:lnTo>
                  <a:lnTo>
                    <a:pt x="158" y="292"/>
                  </a:lnTo>
                  <a:lnTo>
                    <a:pt x="151" y="298"/>
                  </a:lnTo>
                  <a:lnTo>
                    <a:pt x="143" y="301"/>
                  </a:lnTo>
                  <a:lnTo>
                    <a:pt x="136" y="299"/>
                  </a:lnTo>
                  <a:lnTo>
                    <a:pt x="127" y="298"/>
                  </a:lnTo>
                  <a:lnTo>
                    <a:pt x="123" y="301"/>
                  </a:lnTo>
                  <a:lnTo>
                    <a:pt x="127" y="307"/>
                  </a:lnTo>
                  <a:lnTo>
                    <a:pt x="127" y="316"/>
                  </a:lnTo>
                  <a:lnTo>
                    <a:pt x="121" y="326"/>
                  </a:lnTo>
                  <a:lnTo>
                    <a:pt x="112" y="334"/>
                  </a:lnTo>
                  <a:lnTo>
                    <a:pt x="103" y="341"/>
                  </a:lnTo>
                  <a:lnTo>
                    <a:pt x="98" y="350"/>
                  </a:lnTo>
                  <a:lnTo>
                    <a:pt x="90" y="364"/>
                  </a:lnTo>
                  <a:lnTo>
                    <a:pt x="80" y="383"/>
                  </a:lnTo>
                  <a:lnTo>
                    <a:pt x="70" y="405"/>
                  </a:lnTo>
                  <a:lnTo>
                    <a:pt x="61" y="427"/>
                  </a:lnTo>
                  <a:lnTo>
                    <a:pt x="53" y="448"/>
                  </a:lnTo>
                  <a:lnTo>
                    <a:pt x="45" y="463"/>
                  </a:lnTo>
                  <a:lnTo>
                    <a:pt x="41" y="473"/>
                  </a:lnTo>
                  <a:lnTo>
                    <a:pt x="37" y="483"/>
                  </a:lnTo>
                  <a:lnTo>
                    <a:pt x="31" y="498"/>
                  </a:lnTo>
                  <a:lnTo>
                    <a:pt x="25" y="517"/>
                  </a:lnTo>
                  <a:lnTo>
                    <a:pt x="17" y="539"/>
                  </a:lnTo>
                  <a:lnTo>
                    <a:pt x="10" y="562"/>
                  </a:lnTo>
                  <a:lnTo>
                    <a:pt x="5" y="586"/>
                  </a:lnTo>
                  <a:lnTo>
                    <a:pt x="1" y="606"/>
                  </a:lnTo>
                  <a:lnTo>
                    <a:pt x="0" y="625"/>
                  </a:lnTo>
                  <a:lnTo>
                    <a:pt x="11" y="631"/>
                  </a:lnTo>
                  <a:lnTo>
                    <a:pt x="16" y="641"/>
                  </a:lnTo>
                  <a:lnTo>
                    <a:pt x="21" y="653"/>
                  </a:lnTo>
                  <a:lnTo>
                    <a:pt x="35" y="662"/>
                  </a:lnTo>
                  <a:lnTo>
                    <a:pt x="46" y="666"/>
                  </a:lnTo>
                  <a:lnTo>
                    <a:pt x="60" y="667"/>
                  </a:lnTo>
                  <a:lnTo>
                    <a:pt x="75" y="668"/>
                  </a:lnTo>
                  <a:lnTo>
                    <a:pt x="92" y="667"/>
                  </a:lnTo>
                  <a:lnTo>
                    <a:pt x="107" y="665"/>
                  </a:lnTo>
                  <a:lnTo>
                    <a:pt x="119" y="661"/>
                  </a:lnTo>
                  <a:lnTo>
                    <a:pt x="129" y="655"/>
                  </a:lnTo>
                  <a:lnTo>
                    <a:pt x="134" y="649"/>
                  </a:lnTo>
                  <a:lnTo>
                    <a:pt x="132" y="683"/>
                  </a:lnTo>
                  <a:lnTo>
                    <a:pt x="127" y="744"/>
                  </a:lnTo>
                  <a:lnTo>
                    <a:pt x="121" y="811"/>
                  </a:lnTo>
                  <a:lnTo>
                    <a:pt x="119" y="859"/>
                  </a:lnTo>
                  <a:lnTo>
                    <a:pt x="126" y="851"/>
                  </a:lnTo>
                  <a:lnTo>
                    <a:pt x="129" y="841"/>
                  </a:lnTo>
                  <a:lnTo>
                    <a:pt x="132" y="829"/>
                  </a:lnTo>
                  <a:lnTo>
                    <a:pt x="133" y="817"/>
                  </a:lnTo>
                  <a:lnTo>
                    <a:pt x="134" y="835"/>
                  </a:lnTo>
                  <a:lnTo>
                    <a:pt x="133" y="860"/>
                  </a:lnTo>
                  <a:lnTo>
                    <a:pt x="129" y="886"/>
                  </a:lnTo>
                  <a:lnTo>
                    <a:pt x="128" y="906"/>
                  </a:lnTo>
                  <a:lnTo>
                    <a:pt x="128" y="922"/>
                  </a:lnTo>
                  <a:lnTo>
                    <a:pt x="127" y="938"/>
                  </a:lnTo>
                  <a:lnTo>
                    <a:pt x="124" y="953"/>
                  </a:lnTo>
                  <a:lnTo>
                    <a:pt x="124" y="969"/>
                  </a:lnTo>
                  <a:lnTo>
                    <a:pt x="124" y="989"/>
                  </a:lnTo>
                  <a:lnTo>
                    <a:pt x="124" y="1018"/>
                  </a:lnTo>
                  <a:lnTo>
                    <a:pt x="124" y="1046"/>
                  </a:lnTo>
                  <a:lnTo>
                    <a:pt x="124" y="1066"/>
                  </a:lnTo>
                  <a:lnTo>
                    <a:pt x="126" y="1082"/>
                  </a:lnTo>
                  <a:lnTo>
                    <a:pt x="127" y="1102"/>
                  </a:lnTo>
                  <a:lnTo>
                    <a:pt x="132" y="1120"/>
                  </a:lnTo>
                  <a:lnTo>
                    <a:pt x="141" y="1128"/>
                  </a:lnTo>
                  <a:lnTo>
                    <a:pt x="182" y="1132"/>
                  </a:lnTo>
                  <a:lnTo>
                    <a:pt x="185" y="1154"/>
                  </a:lnTo>
                  <a:lnTo>
                    <a:pt x="191" y="1189"/>
                  </a:lnTo>
                  <a:lnTo>
                    <a:pt x="199" y="1226"/>
                  </a:lnTo>
                  <a:lnTo>
                    <a:pt x="206" y="1251"/>
                  </a:lnTo>
                  <a:lnTo>
                    <a:pt x="201" y="1264"/>
                  </a:lnTo>
                  <a:lnTo>
                    <a:pt x="197" y="1281"/>
                  </a:lnTo>
                  <a:lnTo>
                    <a:pt x="199" y="1298"/>
                  </a:lnTo>
                  <a:lnTo>
                    <a:pt x="208" y="1310"/>
                  </a:lnTo>
                  <a:lnTo>
                    <a:pt x="215" y="1313"/>
                  </a:lnTo>
                  <a:lnTo>
                    <a:pt x="221" y="1317"/>
                  </a:lnTo>
                  <a:lnTo>
                    <a:pt x="228" y="1319"/>
                  </a:lnTo>
                  <a:lnTo>
                    <a:pt x="235" y="1323"/>
                  </a:lnTo>
                  <a:lnTo>
                    <a:pt x="242" y="1325"/>
                  </a:lnTo>
                  <a:lnTo>
                    <a:pt x="248" y="1329"/>
                  </a:lnTo>
                  <a:lnTo>
                    <a:pt x="253" y="1333"/>
                  </a:lnTo>
                  <a:lnTo>
                    <a:pt x="259" y="1337"/>
                  </a:lnTo>
                  <a:lnTo>
                    <a:pt x="266" y="1342"/>
                  </a:lnTo>
                  <a:lnTo>
                    <a:pt x="273" y="1347"/>
                  </a:lnTo>
                  <a:lnTo>
                    <a:pt x="282" y="1352"/>
                  </a:lnTo>
                  <a:lnTo>
                    <a:pt x="291" y="1355"/>
                  </a:lnTo>
                  <a:lnTo>
                    <a:pt x="300" y="1359"/>
                  </a:lnTo>
                  <a:lnTo>
                    <a:pt x="308" y="1361"/>
                  </a:lnTo>
                  <a:lnTo>
                    <a:pt x="316" y="1363"/>
                  </a:lnTo>
                  <a:lnTo>
                    <a:pt x="324" y="1363"/>
                  </a:lnTo>
                  <a:lnTo>
                    <a:pt x="335" y="1357"/>
                  </a:lnTo>
                  <a:lnTo>
                    <a:pt x="342" y="1347"/>
                  </a:lnTo>
                  <a:lnTo>
                    <a:pt x="344" y="1334"/>
                  </a:lnTo>
                  <a:lnTo>
                    <a:pt x="337" y="1322"/>
                  </a:lnTo>
                  <a:lnTo>
                    <a:pt x="330" y="1316"/>
                  </a:lnTo>
                  <a:lnTo>
                    <a:pt x="322" y="1308"/>
                  </a:lnTo>
                  <a:lnTo>
                    <a:pt x="312" y="1299"/>
                  </a:lnTo>
                  <a:lnTo>
                    <a:pt x="303" y="1291"/>
                  </a:lnTo>
                  <a:lnTo>
                    <a:pt x="293" y="1281"/>
                  </a:lnTo>
                  <a:lnTo>
                    <a:pt x="286" y="1273"/>
                  </a:lnTo>
                  <a:lnTo>
                    <a:pt x="278" y="1267"/>
                  </a:lnTo>
                  <a:lnTo>
                    <a:pt x="272" y="1261"/>
                  </a:lnTo>
                  <a:lnTo>
                    <a:pt x="278" y="1233"/>
                  </a:lnTo>
                  <a:lnTo>
                    <a:pt x="286" y="1195"/>
                  </a:lnTo>
                  <a:lnTo>
                    <a:pt x="291" y="1157"/>
                  </a:lnTo>
                  <a:lnTo>
                    <a:pt x="293" y="1129"/>
                  </a:lnTo>
                  <a:lnTo>
                    <a:pt x="307" y="1132"/>
                  </a:lnTo>
                  <a:lnTo>
                    <a:pt x="308" y="1149"/>
                  </a:lnTo>
                  <a:lnTo>
                    <a:pt x="310" y="1172"/>
                  </a:lnTo>
                  <a:lnTo>
                    <a:pt x="311" y="1196"/>
                  </a:lnTo>
                  <a:lnTo>
                    <a:pt x="313" y="1211"/>
                  </a:lnTo>
                  <a:lnTo>
                    <a:pt x="316" y="1220"/>
                  </a:lnTo>
                  <a:lnTo>
                    <a:pt x="316" y="1233"/>
                  </a:lnTo>
                  <a:lnTo>
                    <a:pt x="316" y="1245"/>
                  </a:lnTo>
                  <a:lnTo>
                    <a:pt x="313" y="1255"/>
                  </a:lnTo>
                  <a:lnTo>
                    <a:pt x="313" y="1264"/>
                  </a:lnTo>
                  <a:lnTo>
                    <a:pt x="317" y="1279"/>
                  </a:lnTo>
                  <a:lnTo>
                    <a:pt x="326" y="1292"/>
                  </a:lnTo>
                  <a:lnTo>
                    <a:pt x="339" y="1300"/>
                  </a:lnTo>
                  <a:lnTo>
                    <a:pt x="346" y="1303"/>
                  </a:lnTo>
                  <a:lnTo>
                    <a:pt x="354" y="1304"/>
                  </a:lnTo>
                  <a:lnTo>
                    <a:pt x="361" y="1304"/>
                  </a:lnTo>
                  <a:lnTo>
                    <a:pt x="369" y="1305"/>
                  </a:lnTo>
                  <a:lnTo>
                    <a:pt x="375" y="1306"/>
                  </a:lnTo>
                  <a:lnTo>
                    <a:pt x="383" y="1308"/>
                  </a:lnTo>
                  <a:lnTo>
                    <a:pt x="389" y="1310"/>
                  </a:lnTo>
                  <a:lnTo>
                    <a:pt x="395" y="1313"/>
                  </a:lnTo>
                  <a:lnTo>
                    <a:pt x="402" y="1317"/>
                  </a:lnTo>
                  <a:lnTo>
                    <a:pt x="409" y="1321"/>
                  </a:lnTo>
                  <a:lnTo>
                    <a:pt x="417" y="1323"/>
                  </a:lnTo>
                  <a:lnTo>
                    <a:pt x="426" y="1325"/>
                  </a:lnTo>
                  <a:lnTo>
                    <a:pt x="433" y="1327"/>
                  </a:lnTo>
                  <a:lnTo>
                    <a:pt x="441" y="1327"/>
                  </a:lnTo>
                  <a:lnTo>
                    <a:pt x="448" y="1324"/>
                  </a:lnTo>
                  <a:lnTo>
                    <a:pt x="453" y="1322"/>
                  </a:lnTo>
                  <a:lnTo>
                    <a:pt x="458" y="1311"/>
                  </a:lnTo>
                  <a:lnTo>
                    <a:pt x="458" y="1296"/>
                  </a:lnTo>
                  <a:lnTo>
                    <a:pt x="451" y="1279"/>
                  </a:lnTo>
                  <a:lnTo>
                    <a:pt x="439" y="1269"/>
                  </a:lnTo>
                  <a:lnTo>
                    <a:pt x="432" y="1266"/>
                  </a:lnTo>
                  <a:lnTo>
                    <a:pt x="423" y="1263"/>
                  </a:lnTo>
                  <a:lnTo>
                    <a:pt x="414" y="1258"/>
                  </a:lnTo>
                  <a:lnTo>
                    <a:pt x="405" y="1255"/>
                  </a:lnTo>
                  <a:lnTo>
                    <a:pt x="397" y="1251"/>
                  </a:lnTo>
                  <a:lnTo>
                    <a:pt x="390" y="1246"/>
                  </a:lnTo>
                  <a:lnTo>
                    <a:pt x="384" y="1244"/>
                  </a:lnTo>
                  <a:lnTo>
                    <a:pt x="379" y="1240"/>
                  </a:lnTo>
                  <a:lnTo>
                    <a:pt x="384" y="1215"/>
                  </a:lnTo>
                  <a:lnTo>
                    <a:pt x="392" y="1178"/>
                  </a:lnTo>
                  <a:lnTo>
                    <a:pt x="397" y="1140"/>
                  </a:lnTo>
                  <a:lnTo>
                    <a:pt x="399" y="1111"/>
                  </a:lnTo>
                  <a:lnTo>
                    <a:pt x="404" y="1110"/>
                  </a:lnTo>
                  <a:lnTo>
                    <a:pt x="410" y="1109"/>
                  </a:lnTo>
                  <a:lnTo>
                    <a:pt x="418" y="1108"/>
                  </a:lnTo>
                  <a:lnTo>
                    <a:pt x="426" y="1105"/>
                  </a:lnTo>
                  <a:lnTo>
                    <a:pt x="433" y="1103"/>
                  </a:lnTo>
                  <a:lnTo>
                    <a:pt x="441" y="1100"/>
                  </a:lnTo>
                  <a:lnTo>
                    <a:pt x="448" y="1098"/>
                  </a:lnTo>
                  <a:lnTo>
                    <a:pt x="455" y="109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50" name="Google Shape;950;p23"/>
            <p:cNvSpPr/>
            <p:nvPr/>
          </p:nvSpPr>
          <p:spPr>
            <a:xfrm>
              <a:off x="2114" y="1481"/>
              <a:ext cx="139" cy="190"/>
            </a:xfrm>
            <a:custGeom>
              <a:rect b="b" l="l" r="r" t="t"/>
              <a:pathLst>
                <a:path extrusionOk="0" h="190" w="139">
                  <a:moveTo>
                    <a:pt x="121" y="28"/>
                  </a:moveTo>
                  <a:lnTo>
                    <a:pt x="114" y="27"/>
                  </a:lnTo>
                  <a:lnTo>
                    <a:pt x="105" y="26"/>
                  </a:lnTo>
                  <a:lnTo>
                    <a:pt x="95" y="24"/>
                  </a:lnTo>
                  <a:lnTo>
                    <a:pt x="85" y="20"/>
                  </a:lnTo>
                  <a:lnTo>
                    <a:pt x="74" y="16"/>
                  </a:lnTo>
                  <a:lnTo>
                    <a:pt x="64" y="12"/>
                  </a:lnTo>
                  <a:lnTo>
                    <a:pt x="55" y="8"/>
                  </a:lnTo>
                  <a:lnTo>
                    <a:pt x="49" y="3"/>
                  </a:lnTo>
                  <a:lnTo>
                    <a:pt x="41" y="0"/>
                  </a:lnTo>
                  <a:lnTo>
                    <a:pt x="37" y="3"/>
                  </a:lnTo>
                  <a:lnTo>
                    <a:pt x="36" y="12"/>
                  </a:lnTo>
                  <a:lnTo>
                    <a:pt x="36" y="22"/>
                  </a:lnTo>
                  <a:lnTo>
                    <a:pt x="32" y="34"/>
                  </a:lnTo>
                  <a:lnTo>
                    <a:pt x="25" y="46"/>
                  </a:lnTo>
                  <a:lnTo>
                    <a:pt x="13" y="58"/>
                  </a:lnTo>
                  <a:lnTo>
                    <a:pt x="1" y="66"/>
                  </a:lnTo>
                  <a:lnTo>
                    <a:pt x="0" y="78"/>
                  </a:lnTo>
                  <a:lnTo>
                    <a:pt x="2" y="98"/>
                  </a:lnTo>
                  <a:lnTo>
                    <a:pt x="5" y="118"/>
                  </a:lnTo>
                  <a:lnTo>
                    <a:pt x="6" y="134"/>
                  </a:lnTo>
                  <a:lnTo>
                    <a:pt x="8" y="146"/>
                  </a:lnTo>
                  <a:lnTo>
                    <a:pt x="16" y="159"/>
                  </a:lnTo>
                  <a:lnTo>
                    <a:pt x="27" y="172"/>
                  </a:lnTo>
                  <a:lnTo>
                    <a:pt x="41" y="184"/>
                  </a:lnTo>
                  <a:lnTo>
                    <a:pt x="49" y="188"/>
                  </a:lnTo>
                  <a:lnTo>
                    <a:pt x="58" y="190"/>
                  </a:lnTo>
                  <a:lnTo>
                    <a:pt x="68" y="190"/>
                  </a:lnTo>
                  <a:lnTo>
                    <a:pt x="76" y="189"/>
                  </a:lnTo>
                  <a:lnTo>
                    <a:pt x="85" y="188"/>
                  </a:lnTo>
                  <a:lnTo>
                    <a:pt x="93" y="185"/>
                  </a:lnTo>
                  <a:lnTo>
                    <a:pt x="100" y="183"/>
                  </a:lnTo>
                  <a:lnTo>
                    <a:pt x="107" y="179"/>
                  </a:lnTo>
                  <a:lnTo>
                    <a:pt x="116" y="173"/>
                  </a:lnTo>
                  <a:lnTo>
                    <a:pt x="119" y="169"/>
                  </a:lnTo>
                  <a:lnTo>
                    <a:pt x="119" y="164"/>
                  </a:lnTo>
                  <a:lnTo>
                    <a:pt x="114" y="158"/>
                  </a:lnTo>
                  <a:lnTo>
                    <a:pt x="107" y="151"/>
                  </a:lnTo>
                  <a:lnTo>
                    <a:pt x="99" y="143"/>
                  </a:lnTo>
                  <a:lnTo>
                    <a:pt x="90" y="139"/>
                  </a:lnTo>
                  <a:lnTo>
                    <a:pt x="83" y="137"/>
                  </a:lnTo>
                  <a:lnTo>
                    <a:pt x="75" y="140"/>
                  </a:lnTo>
                  <a:lnTo>
                    <a:pt x="65" y="143"/>
                  </a:lnTo>
                  <a:lnTo>
                    <a:pt x="55" y="148"/>
                  </a:lnTo>
                  <a:lnTo>
                    <a:pt x="46" y="154"/>
                  </a:lnTo>
                  <a:lnTo>
                    <a:pt x="37" y="158"/>
                  </a:lnTo>
                  <a:lnTo>
                    <a:pt x="30" y="158"/>
                  </a:lnTo>
                  <a:lnTo>
                    <a:pt x="25" y="157"/>
                  </a:lnTo>
                  <a:lnTo>
                    <a:pt x="24" y="152"/>
                  </a:lnTo>
                  <a:lnTo>
                    <a:pt x="26" y="146"/>
                  </a:lnTo>
                  <a:lnTo>
                    <a:pt x="31" y="137"/>
                  </a:lnTo>
                  <a:lnTo>
                    <a:pt x="39" y="130"/>
                  </a:lnTo>
                  <a:lnTo>
                    <a:pt x="46" y="125"/>
                  </a:lnTo>
                  <a:lnTo>
                    <a:pt x="54" y="122"/>
                  </a:lnTo>
                  <a:lnTo>
                    <a:pt x="60" y="117"/>
                  </a:lnTo>
                  <a:lnTo>
                    <a:pt x="66" y="115"/>
                  </a:lnTo>
                  <a:lnTo>
                    <a:pt x="74" y="113"/>
                  </a:lnTo>
                  <a:lnTo>
                    <a:pt x="80" y="107"/>
                  </a:lnTo>
                  <a:lnTo>
                    <a:pt x="83" y="101"/>
                  </a:lnTo>
                  <a:lnTo>
                    <a:pt x="83" y="96"/>
                  </a:lnTo>
                  <a:lnTo>
                    <a:pt x="79" y="88"/>
                  </a:lnTo>
                  <a:lnTo>
                    <a:pt x="74" y="79"/>
                  </a:lnTo>
                  <a:lnTo>
                    <a:pt x="69" y="67"/>
                  </a:lnTo>
                  <a:lnTo>
                    <a:pt x="66" y="54"/>
                  </a:lnTo>
                  <a:lnTo>
                    <a:pt x="66" y="42"/>
                  </a:lnTo>
                  <a:lnTo>
                    <a:pt x="69" y="34"/>
                  </a:lnTo>
                  <a:lnTo>
                    <a:pt x="73" y="33"/>
                  </a:lnTo>
                  <a:lnTo>
                    <a:pt x="75" y="36"/>
                  </a:lnTo>
                  <a:lnTo>
                    <a:pt x="76" y="43"/>
                  </a:lnTo>
                  <a:lnTo>
                    <a:pt x="76" y="52"/>
                  </a:lnTo>
                  <a:lnTo>
                    <a:pt x="78" y="62"/>
                  </a:lnTo>
                  <a:lnTo>
                    <a:pt x="81" y="72"/>
                  </a:lnTo>
                  <a:lnTo>
                    <a:pt x="88" y="79"/>
                  </a:lnTo>
                  <a:lnTo>
                    <a:pt x="94" y="87"/>
                  </a:lnTo>
                  <a:lnTo>
                    <a:pt x="99" y="97"/>
                  </a:lnTo>
                  <a:lnTo>
                    <a:pt x="99" y="109"/>
                  </a:lnTo>
                  <a:lnTo>
                    <a:pt x="93" y="118"/>
                  </a:lnTo>
                  <a:lnTo>
                    <a:pt x="102" y="122"/>
                  </a:lnTo>
                  <a:lnTo>
                    <a:pt x="112" y="128"/>
                  </a:lnTo>
                  <a:lnTo>
                    <a:pt x="119" y="134"/>
                  </a:lnTo>
                  <a:lnTo>
                    <a:pt x="126" y="134"/>
                  </a:lnTo>
                  <a:lnTo>
                    <a:pt x="131" y="129"/>
                  </a:lnTo>
                  <a:lnTo>
                    <a:pt x="133" y="118"/>
                  </a:lnTo>
                  <a:lnTo>
                    <a:pt x="134" y="109"/>
                  </a:lnTo>
                  <a:lnTo>
                    <a:pt x="134" y="100"/>
                  </a:lnTo>
                  <a:lnTo>
                    <a:pt x="136" y="94"/>
                  </a:lnTo>
                  <a:lnTo>
                    <a:pt x="137" y="86"/>
                  </a:lnTo>
                  <a:lnTo>
                    <a:pt x="138" y="76"/>
                  </a:lnTo>
                  <a:lnTo>
                    <a:pt x="139" y="68"/>
                  </a:lnTo>
                  <a:lnTo>
                    <a:pt x="138" y="58"/>
                  </a:lnTo>
                  <a:lnTo>
                    <a:pt x="134" y="49"/>
                  </a:lnTo>
                  <a:lnTo>
                    <a:pt x="128" y="38"/>
                  </a:lnTo>
                  <a:lnTo>
                    <a:pt x="121" y="28"/>
                  </a:lnTo>
                  <a:close/>
                </a:path>
              </a:pathLst>
            </a:custGeom>
            <a:solidFill>
              <a:srgbClr val="BA935B"/>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51" name="Google Shape;951;p23"/>
            <p:cNvSpPr/>
            <p:nvPr/>
          </p:nvSpPr>
          <p:spPr>
            <a:xfrm>
              <a:off x="2180" y="1634"/>
              <a:ext cx="33" cy="17"/>
            </a:xfrm>
            <a:custGeom>
              <a:rect b="b" l="l" r="r" t="t"/>
              <a:pathLst>
                <a:path extrusionOk="0" h="17" w="33">
                  <a:moveTo>
                    <a:pt x="0" y="0"/>
                  </a:moveTo>
                  <a:lnTo>
                    <a:pt x="9" y="2"/>
                  </a:lnTo>
                  <a:lnTo>
                    <a:pt x="17" y="5"/>
                  </a:lnTo>
                  <a:lnTo>
                    <a:pt x="26" y="6"/>
                  </a:lnTo>
                  <a:lnTo>
                    <a:pt x="33" y="5"/>
                  </a:lnTo>
                  <a:lnTo>
                    <a:pt x="28" y="13"/>
                  </a:lnTo>
                  <a:lnTo>
                    <a:pt x="19" y="17"/>
                  </a:lnTo>
                  <a:lnTo>
                    <a:pt x="9" y="12"/>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52" name="Google Shape;952;p23"/>
            <p:cNvSpPr/>
            <p:nvPr/>
          </p:nvSpPr>
          <p:spPr>
            <a:xfrm>
              <a:off x="2082" y="1560"/>
              <a:ext cx="21" cy="39"/>
            </a:xfrm>
            <a:custGeom>
              <a:rect b="b" l="l" r="r" t="t"/>
              <a:pathLst>
                <a:path extrusionOk="0" h="39" w="21">
                  <a:moveTo>
                    <a:pt x="20" y="1"/>
                  </a:moveTo>
                  <a:lnTo>
                    <a:pt x="16" y="0"/>
                  </a:lnTo>
                  <a:lnTo>
                    <a:pt x="11" y="1"/>
                  </a:lnTo>
                  <a:lnTo>
                    <a:pt x="6" y="3"/>
                  </a:lnTo>
                  <a:lnTo>
                    <a:pt x="3" y="7"/>
                  </a:lnTo>
                  <a:lnTo>
                    <a:pt x="0" y="13"/>
                  </a:lnTo>
                  <a:lnTo>
                    <a:pt x="1" y="20"/>
                  </a:lnTo>
                  <a:lnTo>
                    <a:pt x="6" y="30"/>
                  </a:lnTo>
                  <a:lnTo>
                    <a:pt x="18" y="39"/>
                  </a:lnTo>
                  <a:lnTo>
                    <a:pt x="19" y="30"/>
                  </a:lnTo>
                  <a:lnTo>
                    <a:pt x="21" y="19"/>
                  </a:lnTo>
                  <a:lnTo>
                    <a:pt x="21" y="9"/>
                  </a:lnTo>
                  <a:lnTo>
                    <a:pt x="20" y="1"/>
                  </a:lnTo>
                  <a:close/>
                </a:path>
              </a:pathLst>
            </a:custGeom>
            <a:solidFill>
              <a:srgbClr val="BA935B"/>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53" name="Google Shape;953;p23"/>
            <p:cNvSpPr/>
            <p:nvPr/>
          </p:nvSpPr>
          <p:spPr>
            <a:xfrm>
              <a:off x="2097" y="1436"/>
              <a:ext cx="167" cy="94"/>
            </a:xfrm>
            <a:custGeom>
              <a:rect b="b" l="l" r="r" t="t"/>
              <a:pathLst>
                <a:path extrusionOk="0" h="94" w="167">
                  <a:moveTo>
                    <a:pt x="163" y="41"/>
                  </a:moveTo>
                  <a:lnTo>
                    <a:pt x="155" y="47"/>
                  </a:lnTo>
                  <a:lnTo>
                    <a:pt x="148" y="53"/>
                  </a:lnTo>
                  <a:lnTo>
                    <a:pt x="140" y="57"/>
                  </a:lnTo>
                  <a:lnTo>
                    <a:pt x="134" y="57"/>
                  </a:lnTo>
                  <a:lnTo>
                    <a:pt x="129" y="56"/>
                  </a:lnTo>
                  <a:lnTo>
                    <a:pt x="124" y="54"/>
                  </a:lnTo>
                  <a:lnTo>
                    <a:pt x="117" y="53"/>
                  </a:lnTo>
                  <a:lnTo>
                    <a:pt x="110" y="51"/>
                  </a:lnTo>
                  <a:lnTo>
                    <a:pt x="104" y="50"/>
                  </a:lnTo>
                  <a:lnTo>
                    <a:pt x="97" y="47"/>
                  </a:lnTo>
                  <a:lnTo>
                    <a:pt x="92" y="44"/>
                  </a:lnTo>
                  <a:lnTo>
                    <a:pt x="88" y="41"/>
                  </a:lnTo>
                  <a:lnTo>
                    <a:pt x="81" y="35"/>
                  </a:lnTo>
                  <a:lnTo>
                    <a:pt x="73" y="30"/>
                  </a:lnTo>
                  <a:lnTo>
                    <a:pt x="64" y="28"/>
                  </a:lnTo>
                  <a:lnTo>
                    <a:pt x="57" y="27"/>
                  </a:lnTo>
                  <a:lnTo>
                    <a:pt x="51" y="32"/>
                  </a:lnTo>
                  <a:lnTo>
                    <a:pt x="44" y="44"/>
                  </a:lnTo>
                  <a:lnTo>
                    <a:pt x="39" y="57"/>
                  </a:lnTo>
                  <a:lnTo>
                    <a:pt x="35" y="67"/>
                  </a:lnTo>
                  <a:lnTo>
                    <a:pt x="32" y="76"/>
                  </a:lnTo>
                  <a:lnTo>
                    <a:pt x="27" y="84"/>
                  </a:lnTo>
                  <a:lnTo>
                    <a:pt x="18" y="90"/>
                  </a:lnTo>
                  <a:lnTo>
                    <a:pt x="9" y="94"/>
                  </a:lnTo>
                  <a:lnTo>
                    <a:pt x="3" y="93"/>
                  </a:lnTo>
                  <a:lnTo>
                    <a:pt x="0" y="87"/>
                  </a:lnTo>
                  <a:lnTo>
                    <a:pt x="1" y="79"/>
                  </a:lnTo>
                  <a:lnTo>
                    <a:pt x="5" y="72"/>
                  </a:lnTo>
                  <a:lnTo>
                    <a:pt x="8" y="64"/>
                  </a:lnTo>
                  <a:lnTo>
                    <a:pt x="8" y="52"/>
                  </a:lnTo>
                  <a:lnTo>
                    <a:pt x="8" y="41"/>
                  </a:lnTo>
                  <a:lnTo>
                    <a:pt x="6" y="33"/>
                  </a:lnTo>
                  <a:lnTo>
                    <a:pt x="9" y="26"/>
                  </a:lnTo>
                  <a:lnTo>
                    <a:pt x="14" y="21"/>
                  </a:lnTo>
                  <a:lnTo>
                    <a:pt x="20" y="17"/>
                  </a:lnTo>
                  <a:lnTo>
                    <a:pt x="28" y="16"/>
                  </a:lnTo>
                  <a:lnTo>
                    <a:pt x="32" y="16"/>
                  </a:lnTo>
                  <a:lnTo>
                    <a:pt x="37" y="16"/>
                  </a:lnTo>
                  <a:lnTo>
                    <a:pt x="42" y="17"/>
                  </a:lnTo>
                  <a:lnTo>
                    <a:pt x="47" y="17"/>
                  </a:lnTo>
                  <a:lnTo>
                    <a:pt x="53" y="17"/>
                  </a:lnTo>
                  <a:lnTo>
                    <a:pt x="59" y="16"/>
                  </a:lnTo>
                  <a:lnTo>
                    <a:pt x="64" y="15"/>
                  </a:lnTo>
                  <a:lnTo>
                    <a:pt x="69" y="12"/>
                  </a:lnTo>
                  <a:lnTo>
                    <a:pt x="77" y="8"/>
                  </a:lnTo>
                  <a:lnTo>
                    <a:pt x="85" y="3"/>
                  </a:lnTo>
                  <a:lnTo>
                    <a:pt x="92" y="0"/>
                  </a:lnTo>
                  <a:lnTo>
                    <a:pt x="101" y="0"/>
                  </a:lnTo>
                  <a:lnTo>
                    <a:pt x="110" y="4"/>
                  </a:lnTo>
                  <a:lnTo>
                    <a:pt x="120" y="9"/>
                  </a:lnTo>
                  <a:lnTo>
                    <a:pt x="129" y="12"/>
                  </a:lnTo>
                  <a:lnTo>
                    <a:pt x="136" y="14"/>
                  </a:lnTo>
                  <a:lnTo>
                    <a:pt x="141" y="14"/>
                  </a:lnTo>
                  <a:lnTo>
                    <a:pt x="148" y="14"/>
                  </a:lnTo>
                  <a:lnTo>
                    <a:pt x="154" y="16"/>
                  </a:lnTo>
                  <a:lnTo>
                    <a:pt x="159" y="18"/>
                  </a:lnTo>
                  <a:lnTo>
                    <a:pt x="164" y="22"/>
                  </a:lnTo>
                  <a:lnTo>
                    <a:pt x="167" y="27"/>
                  </a:lnTo>
                  <a:lnTo>
                    <a:pt x="167" y="34"/>
                  </a:lnTo>
                  <a:lnTo>
                    <a:pt x="163" y="41"/>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54" name="Google Shape;954;p23"/>
            <p:cNvSpPr/>
            <p:nvPr/>
          </p:nvSpPr>
          <p:spPr>
            <a:xfrm>
              <a:off x="2127" y="1669"/>
              <a:ext cx="101" cy="44"/>
            </a:xfrm>
            <a:custGeom>
              <a:rect b="b" l="l" r="r" t="t"/>
              <a:pathLst>
                <a:path extrusionOk="0" h="44" w="101">
                  <a:moveTo>
                    <a:pt x="11" y="0"/>
                  </a:moveTo>
                  <a:lnTo>
                    <a:pt x="18" y="6"/>
                  </a:lnTo>
                  <a:lnTo>
                    <a:pt x="28" y="12"/>
                  </a:lnTo>
                  <a:lnTo>
                    <a:pt x="39" y="16"/>
                  </a:lnTo>
                  <a:lnTo>
                    <a:pt x="51" y="19"/>
                  </a:lnTo>
                  <a:lnTo>
                    <a:pt x="63" y="19"/>
                  </a:lnTo>
                  <a:lnTo>
                    <a:pt x="76" y="18"/>
                  </a:lnTo>
                  <a:lnTo>
                    <a:pt x="87" y="13"/>
                  </a:lnTo>
                  <a:lnTo>
                    <a:pt x="99" y="4"/>
                  </a:lnTo>
                  <a:lnTo>
                    <a:pt x="101" y="13"/>
                  </a:lnTo>
                  <a:lnTo>
                    <a:pt x="101" y="20"/>
                  </a:lnTo>
                  <a:lnTo>
                    <a:pt x="100" y="27"/>
                  </a:lnTo>
                  <a:lnTo>
                    <a:pt x="99" y="33"/>
                  </a:lnTo>
                  <a:lnTo>
                    <a:pt x="94" y="36"/>
                  </a:lnTo>
                  <a:lnTo>
                    <a:pt x="85" y="38"/>
                  </a:lnTo>
                  <a:lnTo>
                    <a:pt x="75" y="42"/>
                  </a:lnTo>
                  <a:lnTo>
                    <a:pt x="62" y="43"/>
                  </a:lnTo>
                  <a:lnTo>
                    <a:pt x="48" y="44"/>
                  </a:lnTo>
                  <a:lnTo>
                    <a:pt x="33" y="42"/>
                  </a:lnTo>
                  <a:lnTo>
                    <a:pt x="17" y="38"/>
                  </a:lnTo>
                  <a:lnTo>
                    <a:pt x="0" y="32"/>
                  </a:lnTo>
                  <a:lnTo>
                    <a:pt x="4" y="26"/>
                  </a:lnTo>
                  <a:lnTo>
                    <a:pt x="8" y="16"/>
                  </a:lnTo>
                  <a:lnTo>
                    <a:pt x="11" y="7"/>
                  </a:lnTo>
                  <a:lnTo>
                    <a:pt x="11" y="0"/>
                  </a:lnTo>
                  <a:close/>
                </a:path>
              </a:pathLst>
            </a:custGeom>
            <a:solidFill>
              <a:srgbClr val="FFF4E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55" name="Google Shape;955;p23"/>
            <p:cNvSpPr/>
            <p:nvPr/>
          </p:nvSpPr>
          <p:spPr>
            <a:xfrm>
              <a:off x="2074" y="1718"/>
              <a:ext cx="157" cy="821"/>
            </a:xfrm>
            <a:custGeom>
              <a:rect b="b" l="l" r="r" t="t"/>
              <a:pathLst>
                <a:path extrusionOk="0" h="821" w="157">
                  <a:moveTo>
                    <a:pt x="157" y="412"/>
                  </a:moveTo>
                  <a:lnTo>
                    <a:pt x="156" y="378"/>
                  </a:lnTo>
                  <a:lnTo>
                    <a:pt x="152" y="339"/>
                  </a:lnTo>
                  <a:lnTo>
                    <a:pt x="147" y="302"/>
                  </a:lnTo>
                  <a:lnTo>
                    <a:pt x="142" y="276"/>
                  </a:lnTo>
                  <a:lnTo>
                    <a:pt x="139" y="255"/>
                  </a:lnTo>
                  <a:lnTo>
                    <a:pt x="138" y="230"/>
                  </a:lnTo>
                  <a:lnTo>
                    <a:pt x="138" y="205"/>
                  </a:lnTo>
                  <a:lnTo>
                    <a:pt x="137" y="183"/>
                  </a:lnTo>
                  <a:lnTo>
                    <a:pt x="132" y="196"/>
                  </a:lnTo>
                  <a:lnTo>
                    <a:pt x="128" y="212"/>
                  </a:lnTo>
                  <a:lnTo>
                    <a:pt x="123" y="227"/>
                  </a:lnTo>
                  <a:lnTo>
                    <a:pt x="121" y="238"/>
                  </a:lnTo>
                  <a:lnTo>
                    <a:pt x="119" y="214"/>
                  </a:lnTo>
                  <a:lnTo>
                    <a:pt x="120" y="185"/>
                  </a:lnTo>
                  <a:lnTo>
                    <a:pt x="124" y="158"/>
                  </a:lnTo>
                  <a:lnTo>
                    <a:pt x="127" y="136"/>
                  </a:lnTo>
                  <a:lnTo>
                    <a:pt x="128" y="112"/>
                  </a:lnTo>
                  <a:lnTo>
                    <a:pt x="129" y="78"/>
                  </a:lnTo>
                  <a:lnTo>
                    <a:pt x="128" y="42"/>
                  </a:lnTo>
                  <a:lnTo>
                    <a:pt x="121" y="17"/>
                  </a:lnTo>
                  <a:lnTo>
                    <a:pt x="106" y="18"/>
                  </a:lnTo>
                  <a:lnTo>
                    <a:pt x="92" y="18"/>
                  </a:lnTo>
                  <a:lnTo>
                    <a:pt x="81" y="17"/>
                  </a:lnTo>
                  <a:lnTo>
                    <a:pt x="70" y="14"/>
                  </a:lnTo>
                  <a:lnTo>
                    <a:pt x="61" y="12"/>
                  </a:lnTo>
                  <a:lnTo>
                    <a:pt x="55" y="7"/>
                  </a:lnTo>
                  <a:lnTo>
                    <a:pt x="48" y="3"/>
                  </a:lnTo>
                  <a:lnTo>
                    <a:pt x="45" y="0"/>
                  </a:lnTo>
                  <a:lnTo>
                    <a:pt x="40" y="5"/>
                  </a:lnTo>
                  <a:lnTo>
                    <a:pt x="36" y="8"/>
                  </a:lnTo>
                  <a:lnTo>
                    <a:pt x="31" y="12"/>
                  </a:lnTo>
                  <a:lnTo>
                    <a:pt x="26" y="18"/>
                  </a:lnTo>
                  <a:lnTo>
                    <a:pt x="35" y="33"/>
                  </a:lnTo>
                  <a:lnTo>
                    <a:pt x="41" y="52"/>
                  </a:lnTo>
                  <a:lnTo>
                    <a:pt x="43" y="70"/>
                  </a:lnTo>
                  <a:lnTo>
                    <a:pt x="45" y="85"/>
                  </a:lnTo>
                  <a:lnTo>
                    <a:pt x="41" y="117"/>
                  </a:lnTo>
                  <a:lnTo>
                    <a:pt x="31" y="158"/>
                  </a:lnTo>
                  <a:lnTo>
                    <a:pt x="21" y="199"/>
                  </a:lnTo>
                  <a:lnTo>
                    <a:pt x="17" y="232"/>
                  </a:lnTo>
                  <a:lnTo>
                    <a:pt x="17" y="257"/>
                  </a:lnTo>
                  <a:lnTo>
                    <a:pt x="13" y="279"/>
                  </a:lnTo>
                  <a:lnTo>
                    <a:pt x="8" y="296"/>
                  </a:lnTo>
                  <a:lnTo>
                    <a:pt x="0" y="306"/>
                  </a:lnTo>
                  <a:lnTo>
                    <a:pt x="6" y="307"/>
                  </a:lnTo>
                  <a:lnTo>
                    <a:pt x="12" y="304"/>
                  </a:lnTo>
                  <a:lnTo>
                    <a:pt x="18" y="297"/>
                  </a:lnTo>
                  <a:lnTo>
                    <a:pt x="22" y="285"/>
                  </a:lnTo>
                  <a:lnTo>
                    <a:pt x="23" y="299"/>
                  </a:lnTo>
                  <a:lnTo>
                    <a:pt x="23" y="317"/>
                  </a:lnTo>
                  <a:lnTo>
                    <a:pt x="22" y="336"/>
                  </a:lnTo>
                  <a:lnTo>
                    <a:pt x="17" y="349"/>
                  </a:lnTo>
                  <a:lnTo>
                    <a:pt x="16" y="364"/>
                  </a:lnTo>
                  <a:lnTo>
                    <a:pt x="13" y="382"/>
                  </a:lnTo>
                  <a:lnTo>
                    <a:pt x="12" y="400"/>
                  </a:lnTo>
                  <a:lnTo>
                    <a:pt x="11" y="415"/>
                  </a:lnTo>
                  <a:lnTo>
                    <a:pt x="8" y="432"/>
                  </a:lnTo>
                  <a:lnTo>
                    <a:pt x="6" y="452"/>
                  </a:lnTo>
                  <a:lnTo>
                    <a:pt x="4" y="474"/>
                  </a:lnTo>
                  <a:lnTo>
                    <a:pt x="3" y="492"/>
                  </a:lnTo>
                  <a:lnTo>
                    <a:pt x="4" y="515"/>
                  </a:lnTo>
                  <a:lnTo>
                    <a:pt x="7" y="545"/>
                  </a:lnTo>
                  <a:lnTo>
                    <a:pt x="8" y="573"/>
                  </a:lnTo>
                  <a:lnTo>
                    <a:pt x="6" y="594"/>
                  </a:lnTo>
                  <a:lnTo>
                    <a:pt x="2" y="612"/>
                  </a:lnTo>
                  <a:lnTo>
                    <a:pt x="2" y="638"/>
                  </a:lnTo>
                  <a:lnTo>
                    <a:pt x="2" y="665"/>
                  </a:lnTo>
                  <a:lnTo>
                    <a:pt x="2" y="687"/>
                  </a:lnTo>
                  <a:lnTo>
                    <a:pt x="2" y="713"/>
                  </a:lnTo>
                  <a:lnTo>
                    <a:pt x="2" y="750"/>
                  </a:lnTo>
                  <a:lnTo>
                    <a:pt x="2" y="788"/>
                  </a:lnTo>
                  <a:lnTo>
                    <a:pt x="6" y="813"/>
                  </a:lnTo>
                  <a:lnTo>
                    <a:pt x="14" y="816"/>
                  </a:lnTo>
                  <a:lnTo>
                    <a:pt x="22" y="819"/>
                  </a:lnTo>
                  <a:lnTo>
                    <a:pt x="29" y="820"/>
                  </a:lnTo>
                  <a:lnTo>
                    <a:pt x="37" y="821"/>
                  </a:lnTo>
                  <a:lnTo>
                    <a:pt x="45" y="821"/>
                  </a:lnTo>
                  <a:lnTo>
                    <a:pt x="51" y="821"/>
                  </a:lnTo>
                  <a:lnTo>
                    <a:pt x="58" y="821"/>
                  </a:lnTo>
                  <a:lnTo>
                    <a:pt x="65" y="821"/>
                  </a:lnTo>
                  <a:lnTo>
                    <a:pt x="72" y="820"/>
                  </a:lnTo>
                  <a:lnTo>
                    <a:pt x="80" y="820"/>
                  </a:lnTo>
                  <a:lnTo>
                    <a:pt x="90" y="820"/>
                  </a:lnTo>
                  <a:lnTo>
                    <a:pt x="100" y="819"/>
                  </a:lnTo>
                  <a:lnTo>
                    <a:pt x="111" y="819"/>
                  </a:lnTo>
                  <a:lnTo>
                    <a:pt x="124" y="816"/>
                  </a:lnTo>
                  <a:lnTo>
                    <a:pt x="137" y="814"/>
                  </a:lnTo>
                  <a:lnTo>
                    <a:pt x="150" y="810"/>
                  </a:lnTo>
                  <a:lnTo>
                    <a:pt x="156" y="774"/>
                  </a:lnTo>
                  <a:lnTo>
                    <a:pt x="157" y="725"/>
                  </a:lnTo>
                  <a:lnTo>
                    <a:pt x="156" y="676"/>
                  </a:lnTo>
                  <a:lnTo>
                    <a:pt x="154" y="640"/>
                  </a:lnTo>
                  <a:lnTo>
                    <a:pt x="153" y="597"/>
                  </a:lnTo>
                  <a:lnTo>
                    <a:pt x="152" y="531"/>
                  </a:lnTo>
                  <a:lnTo>
                    <a:pt x="153" y="462"/>
                  </a:lnTo>
                  <a:lnTo>
                    <a:pt x="157" y="412"/>
                  </a:lnTo>
                  <a:close/>
                </a:path>
              </a:pathLst>
            </a:custGeom>
            <a:solidFill>
              <a:srgbClr val="FFF4E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56" name="Google Shape;956;p23"/>
            <p:cNvSpPr/>
            <p:nvPr/>
          </p:nvSpPr>
          <p:spPr>
            <a:xfrm>
              <a:off x="1945" y="1749"/>
              <a:ext cx="157" cy="286"/>
            </a:xfrm>
            <a:custGeom>
              <a:rect b="b" l="l" r="r" t="t"/>
              <a:pathLst>
                <a:path extrusionOk="0" h="286" w="157">
                  <a:moveTo>
                    <a:pt x="0" y="286"/>
                  </a:moveTo>
                  <a:lnTo>
                    <a:pt x="2" y="280"/>
                  </a:lnTo>
                  <a:lnTo>
                    <a:pt x="7" y="275"/>
                  </a:lnTo>
                  <a:lnTo>
                    <a:pt x="14" y="269"/>
                  </a:lnTo>
                  <a:lnTo>
                    <a:pt x="21" y="266"/>
                  </a:lnTo>
                  <a:lnTo>
                    <a:pt x="31" y="261"/>
                  </a:lnTo>
                  <a:lnTo>
                    <a:pt x="41" y="259"/>
                  </a:lnTo>
                  <a:lnTo>
                    <a:pt x="54" y="257"/>
                  </a:lnTo>
                  <a:lnTo>
                    <a:pt x="68" y="256"/>
                  </a:lnTo>
                  <a:lnTo>
                    <a:pt x="74" y="256"/>
                  </a:lnTo>
                  <a:lnTo>
                    <a:pt x="82" y="257"/>
                  </a:lnTo>
                  <a:lnTo>
                    <a:pt x="88" y="259"/>
                  </a:lnTo>
                  <a:lnTo>
                    <a:pt x="94" y="261"/>
                  </a:lnTo>
                  <a:lnTo>
                    <a:pt x="100" y="263"/>
                  </a:lnTo>
                  <a:lnTo>
                    <a:pt x="106" y="268"/>
                  </a:lnTo>
                  <a:lnTo>
                    <a:pt x="111" y="274"/>
                  </a:lnTo>
                  <a:lnTo>
                    <a:pt x="116" y="281"/>
                  </a:lnTo>
                  <a:lnTo>
                    <a:pt x="121" y="267"/>
                  </a:lnTo>
                  <a:lnTo>
                    <a:pt x="124" y="248"/>
                  </a:lnTo>
                  <a:lnTo>
                    <a:pt x="126" y="229"/>
                  </a:lnTo>
                  <a:lnTo>
                    <a:pt x="126" y="213"/>
                  </a:lnTo>
                  <a:lnTo>
                    <a:pt x="124" y="208"/>
                  </a:lnTo>
                  <a:lnTo>
                    <a:pt x="122" y="205"/>
                  </a:lnTo>
                  <a:lnTo>
                    <a:pt x="118" y="201"/>
                  </a:lnTo>
                  <a:lnTo>
                    <a:pt x="114" y="200"/>
                  </a:lnTo>
                  <a:lnTo>
                    <a:pt x="108" y="200"/>
                  </a:lnTo>
                  <a:lnTo>
                    <a:pt x="102" y="200"/>
                  </a:lnTo>
                  <a:lnTo>
                    <a:pt x="94" y="201"/>
                  </a:lnTo>
                  <a:lnTo>
                    <a:pt x="87" y="202"/>
                  </a:lnTo>
                  <a:lnTo>
                    <a:pt x="72" y="202"/>
                  </a:lnTo>
                  <a:lnTo>
                    <a:pt x="61" y="199"/>
                  </a:lnTo>
                  <a:lnTo>
                    <a:pt x="56" y="195"/>
                  </a:lnTo>
                  <a:lnTo>
                    <a:pt x="60" y="191"/>
                  </a:lnTo>
                  <a:lnTo>
                    <a:pt x="65" y="190"/>
                  </a:lnTo>
                  <a:lnTo>
                    <a:pt x="73" y="189"/>
                  </a:lnTo>
                  <a:lnTo>
                    <a:pt x="82" y="187"/>
                  </a:lnTo>
                  <a:lnTo>
                    <a:pt x="90" y="186"/>
                  </a:lnTo>
                  <a:lnTo>
                    <a:pt x="99" y="184"/>
                  </a:lnTo>
                  <a:lnTo>
                    <a:pt x="108" y="183"/>
                  </a:lnTo>
                  <a:lnTo>
                    <a:pt x="116" y="184"/>
                  </a:lnTo>
                  <a:lnTo>
                    <a:pt x="122" y="187"/>
                  </a:lnTo>
                  <a:lnTo>
                    <a:pt x="119" y="182"/>
                  </a:lnTo>
                  <a:lnTo>
                    <a:pt x="113" y="177"/>
                  </a:lnTo>
                  <a:lnTo>
                    <a:pt x="106" y="174"/>
                  </a:lnTo>
                  <a:lnTo>
                    <a:pt x="97" y="170"/>
                  </a:lnTo>
                  <a:lnTo>
                    <a:pt x="88" y="169"/>
                  </a:lnTo>
                  <a:lnTo>
                    <a:pt x="78" y="168"/>
                  </a:lnTo>
                  <a:lnTo>
                    <a:pt x="70" y="169"/>
                  </a:lnTo>
                  <a:lnTo>
                    <a:pt x="64" y="171"/>
                  </a:lnTo>
                  <a:lnTo>
                    <a:pt x="69" y="165"/>
                  </a:lnTo>
                  <a:lnTo>
                    <a:pt x="77" y="159"/>
                  </a:lnTo>
                  <a:lnTo>
                    <a:pt x="85" y="156"/>
                  </a:lnTo>
                  <a:lnTo>
                    <a:pt x="95" y="153"/>
                  </a:lnTo>
                  <a:lnTo>
                    <a:pt x="106" y="153"/>
                  </a:lnTo>
                  <a:lnTo>
                    <a:pt x="114" y="154"/>
                  </a:lnTo>
                  <a:lnTo>
                    <a:pt x="123" y="157"/>
                  </a:lnTo>
                  <a:lnTo>
                    <a:pt x="128" y="162"/>
                  </a:lnTo>
                  <a:lnTo>
                    <a:pt x="133" y="145"/>
                  </a:lnTo>
                  <a:lnTo>
                    <a:pt x="137" y="128"/>
                  </a:lnTo>
                  <a:lnTo>
                    <a:pt x="141" y="114"/>
                  </a:lnTo>
                  <a:lnTo>
                    <a:pt x="145" y="103"/>
                  </a:lnTo>
                  <a:lnTo>
                    <a:pt x="150" y="91"/>
                  </a:lnTo>
                  <a:lnTo>
                    <a:pt x="155" y="74"/>
                  </a:lnTo>
                  <a:lnTo>
                    <a:pt x="157" y="56"/>
                  </a:lnTo>
                  <a:lnTo>
                    <a:pt x="157" y="42"/>
                  </a:lnTo>
                  <a:lnTo>
                    <a:pt x="155" y="33"/>
                  </a:lnTo>
                  <a:lnTo>
                    <a:pt x="151" y="25"/>
                  </a:lnTo>
                  <a:lnTo>
                    <a:pt x="143" y="15"/>
                  </a:lnTo>
                  <a:lnTo>
                    <a:pt x="131" y="0"/>
                  </a:lnTo>
                  <a:lnTo>
                    <a:pt x="126" y="7"/>
                  </a:lnTo>
                  <a:lnTo>
                    <a:pt x="118" y="14"/>
                  </a:lnTo>
                  <a:lnTo>
                    <a:pt x="109" y="24"/>
                  </a:lnTo>
                  <a:lnTo>
                    <a:pt x="99" y="33"/>
                  </a:lnTo>
                  <a:lnTo>
                    <a:pt x="90" y="44"/>
                  </a:lnTo>
                  <a:lnTo>
                    <a:pt x="85" y="56"/>
                  </a:lnTo>
                  <a:lnTo>
                    <a:pt x="84" y="67"/>
                  </a:lnTo>
                  <a:lnTo>
                    <a:pt x="83" y="77"/>
                  </a:lnTo>
                  <a:lnTo>
                    <a:pt x="80" y="86"/>
                  </a:lnTo>
                  <a:lnTo>
                    <a:pt x="77" y="95"/>
                  </a:lnTo>
                  <a:lnTo>
                    <a:pt x="73" y="104"/>
                  </a:lnTo>
                  <a:lnTo>
                    <a:pt x="69" y="112"/>
                  </a:lnTo>
                  <a:lnTo>
                    <a:pt x="64" y="121"/>
                  </a:lnTo>
                  <a:lnTo>
                    <a:pt x="58" y="130"/>
                  </a:lnTo>
                  <a:lnTo>
                    <a:pt x="51" y="141"/>
                  </a:lnTo>
                  <a:lnTo>
                    <a:pt x="49" y="152"/>
                  </a:lnTo>
                  <a:lnTo>
                    <a:pt x="48" y="162"/>
                  </a:lnTo>
                  <a:lnTo>
                    <a:pt x="45" y="170"/>
                  </a:lnTo>
                  <a:lnTo>
                    <a:pt x="40" y="178"/>
                  </a:lnTo>
                  <a:lnTo>
                    <a:pt x="36" y="187"/>
                  </a:lnTo>
                  <a:lnTo>
                    <a:pt x="31" y="195"/>
                  </a:lnTo>
                  <a:lnTo>
                    <a:pt x="26" y="206"/>
                  </a:lnTo>
                  <a:lnTo>
                    <a:pt x="21" y="215"/>
                  </a:lnTo>
                  <a:lnTo>
                    <a:pt x="19" y="226"/>
                  </a:lnTo>
                  <a:lnTo>
                    <a:pt x="16" y="237"/>
                  </a:lnTo>
                  <a:lnTo>
                    <a:pt x="10" y="250"/>
                  </a:lnTo>
                  <a:lnTo>
                    <a:pt x="3" y="267"/>
                  </a:lnTo>
                  <a:lnTo>
                    <a:pt x="0" y="286"/>
                  </a:lnTo>
                  <a:close/>
                </a:path>
              </a:pathLst>
            </a:custGeom>
            <a:solidFill>
              <a:srgbClr val="FFF4E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57" name="Google Shape;957;p23"/>
            <p:cNvSpPr/>
            <p:nvPr/>
          </p:nvSpPr>
          <p:spPr>
            <a:xfrm>
              <a:off x="1967" y="2024"/>
              <a:ext cx="87" cy="52"/>
            </a:xfrm>
            <a:custGeom>
              <a:rect b="b" l="l" r="r" t="t"/>
              <a:pathLst>
                <a:path extrusionOk="0" h="52" w="87">
                  <a:moveTo>
                    <a:pt x="13" y="1"/>
                  </a:moveTo>
                  <a:lnTo>
                    <a:pt x="5" y="9"/>
                  </a:lnTo>
                  <a:lnTo>
                    <a:pt x="2" y="21"/>
                  </a:lnTo>
                  <a:lnTo>
                    <a:pt x="0" y="34"/>
                  </a:lnTo>
                  <a:lnTo>
                    <a:pt x="5" y="45"/>
                  </a:lnTo>
                  <a:lnTo>
                    <a:pt x="12" y="48"/>
                  </a:lnTo>
                  <a:lnTo>
                    <a:pt x="21" y="49"/>
                  </a:lnTo>
                  <a:lnTo>
                    <a:pt x="31" y="51"/>
                  </a:lnTo>
                  <a:lnTo>
                    <a:pt x="42" y="52"/>
                  </a:lnTo>
                  <a:lnTo>
                    <a:pt x="53" y="52"/>
                  </a:lnTo>
                  <a:lnTo>
                    <a:pt x="65" y="51"/>
                  </a:lnTo>
                  <a:lnTo>
                    <a:pt x="73" y="49"/>
                  </a:lnTo>
                  <a:lnTo>
                    <a:pt x="80" y="47"/>
                  </a:lnTo>
                  <a:lnTo>
                    <a:pt x="86" y="41"/>
                  </a:lnTo>
                  <a:lnTo>
                    <a:pt x="87" y="33"/>
                  </a:lnTo>
                  <a:lnTo>
                    <a:pt x="86" y="24"/>
                  </a:lnTo>
                  <a:lnTo>
                    <a:pt x="80" y="17"/>
                  </a:lnTo>
                  <a:lnTo>
                    <a:pt x="75" y="13"/>
                  </a:lnTo>
                  <a:lnTo>
                    <a:pt x="68" y="10"/>
                  </a:lnTo>
                  <a:lnTo>
                    <a:pt x="61" y="7"/>
                  </a:lnTo>
                  <a:lnTo>
                    <a:pt x="52" y="4"/>
                  </a:lnTo>
                  <a:lnTo>
                    <a:pt x="42" y="3"/>
                  </a:lnTo>
                  <a:lnTo>
                    <a:pt x="32" y="0"/>
                  </a:lnTo>
                  <a:lnTo>
                    <a:pt x="23" y="0"/>
                  </a:lnTo>
                  <a:lnTo>
                    <a:pt x="13" y="1"/>
                  </a:lnTo>
                  <a:close/>
                </a:path>
              </a:pathLst>
            </a:custGeom>
            <a:solidFill>
              <a:srgbClr val="BA935B"/>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58" name="Google Shape;958;p23"/>
            <p:cNvSpPr/>
            <p:nvPr/>
          </p:nvSpPr>
          <p:spPr>
            <a:xfrm>
              <a:off x="2224" y="1709"/>
              <a:ext cx="149" cy="833"/>
            </a:xfrm>
            <a:custGeom>
              <a:rect b="b" l="l" r="r" t="t"/>
              <a:pathLst>
                <a:path extrusionOk="0" h="833" w="149">
                  <a:moveTo>
                    <a:pt x="113" y="528"/>
                  </a:moveTo>
                  <a:lnTo>
                    <a:pt x="111" y="502"/>
                  </a:lnTo>
                  <a:lnTo>
                    <a:pt x="109" y="458"/>
                  </a:lnTo>
                  <a:lnTo>
                    <a:pt x="105" y="412"/>
                  </a:lnTo>
                  <a:lnTo>
                    <a:pt x="104" y="384"/>
                  </a:lnTo>
                  <a:lnTo>
                    <a:pt x="105" y="360"/>
                  </a:lnTo>
                  <a:lnTo>
                    <a:pt x="108" y="326"/>
                  </a:lnTo>
                  <a:lnTo>
                    <a:pt x="110" y="294"/>
                  </a:lnTo>
                  <a:lnTo>
                    <a:pt x="113" y="272"/>
                  </a:lnTo>
                  <a:lnTo>
                    <a:pt x="111" y="259"/>
                  </a:lnTo>
                  <a:lnTo>
                    <a:pt x="108" y="246"/>
                  </a:lnTo>
                  <a:lnTo>
                    <a:pt x="104" y="230"/>
                  </a:lnTo>
                  <a:lnTo>
                    <a:pt x="104" y="211"/>
                  </a:lnTo>
                  <a:lnTo>
                    <a:pt x="104" y="188"/>
                  </a:lnTo>
                  <a:lnTo>
                    <a:pt x="100" y="167"/>
                  </a:lnTo>
                  <a:lnTo>
                    <a:pt x="96" y="145"/>
                  </a:lnTo>
                  <a:lnTo>
                    <a:pt x="94" y="124"/>
                  </a:lnTo>
                  <a:lnTo>
                    <a:pt x="91" y="99"/>
                  </a:lnTo>
                  <a:lnTo>
                    <a:pt x="85" y="67"/>
                  </a:lnTo>
                  <a:lnTo>
                    <a:pt x="77" y="39"/>
                  </a:lnTo>
                  <a:lnTo>
                    <a:pt x="69" y="21"/>
                  </a:lnTo>
                  <a:lnTo>
                    <a:pt x="63" y="16"/>
                  </a:lnTo>
                  <a:lnTo>
                    <a:pt x="58" y="14"/>
                  </a:lnTo>
                  <a:lnTo>
                    <a:pt x="53" y="10"/>
                  </a:lnTo>
                  <a:lnTo>
                    <a:pt x="48" y="9"/>
                  </a:lnTo>
                  <a:lnTo>
                    <a:pt x="43" y="6"/>
                  </a:lnTo>
                  <a:lnTo>
                    <a:pt x="37" y="5"/>
                  </a:lnTo>
                  <a:lnTo>
                    <a:pt x="32" y="3"/>
                  </a:lnTo>
                  <a:lnTo>
                    <a:pt x="27" y="0"/>
                  </a:lnTo>
                  <a:lnTo>
                    <a:pt x="22" y="6"/>
                  </a:lnTo>
                  <a:lnTo>
                    <a:pt x="16" y="11"/>
                  </a:lnTo>
                  <a:lnTo>
                    <a:pt x="8" y="16"/>
                  </a:lnTo>
                  <a:lnTo>
                    <a:pt x="0" y="20"/>
                  </a:lnTo>
                  <a:lnTo>
                    <a:pt x="3" y="36"/>
                  </a:lnTo>
                  <a:lnTo>
                    <a:pt x="6" y="60"/>
                  </a:lnTo>
                  <a:lnTo>
                    <a:pt x="8" y="84"/>
                  </a:lnTo>
                  <a:lnTo>
                    <a:pt x="8" y="102"/>
                  </a:lnTo>
                  <a:lnTo>
                    <a:pt x="7" y="118"/>
                  </a:lnTo>
                  <a:lnTo>
                    <a:pt x="4" y="136"/>
                  </a:lnTo>
                  <a:lnTo>
                    <a:pt x="3" y="155"/>
                  </a:lnTo>
                  <a:lnTo>
                    <a:pt x="4" y="168"/>
                  </a:lnTo>
                  <a:lnTo>
                    <a:pt x="7" y="182"/>
                  </a:lnTo>
                  <a:lnTo>
                    <a:pt x="11" y="204"/>
                  </a:lnTo>
                  <a:lnTo>
                    <a:pt x="12" y="224"/>
                  </a:lnTo>
                  <a:lnTo>
                    <a:pt x="12" y="237"/>
                  </a:lnTo>
                  <a:lnTo>
                    <a:pt x="12" y="249"/>
                  </a:lnTo>
                  <a:lnTo>
                    <a:pt x="13" y="265"/>
                  </a:lnTo>
                  <a:lnTo>
                    <a:pt x="17" y="281"/>
                  </a:lnTo>
                  <a:lnTo>
                    <a:pt x="21" y="296"/>
                  </a:lnTo>
                  <a:lnTo>
                    <a:pt x="26" y="322"/>
                  </a:lnTo>
                  <a:lnTo>
                    <a:pt x="29" y="364"/>
                  </a:lnTo>
                  <a:lnTo>
                    <a:pt x="33" y="409"/>
                  </a:lnTo>
                  <a:lnTo>
                    <a:pt x="33" y="440"/>
                  </a:lnTo>
                  <a:lnTo>
                    <a:pt x="31" y="458"/>
                  </a:lnTo>
                  <a:lnTo>
                    <a:pt x="29" y="483"/>
                  </a:lnTo>
                  <a:lnTo>
                    <a:pt x="28" y="510"/>
                  </a:lnTo>
                  <a:lnTo>
                    <a:pt x="27" y="532"/>
                  </a:lnTo>
                  <a:lnTo>
                    <a:pt x="27" y="560"/>
                  </a:lnTo>
                  <a:lnTo>
                    <a:pt x="26" y="598"/>
                  </a:lnTo>
                  <a:lnTo>
                    <a:pt x="27" y="639"/>
                  </a:lnTo>
                  <a:lnTo>
                    <a:pt x="28" y="667"/>
                  </a:lnTo>
                  <a:lnTo>
                    <a:pt x="31" y="700"/>
                  </a:lnTo>
                  <a:lnTo>
                    <a:pt x="32" y="748"/>
                  </a:lnTo>
                  <a:lnTo>
                    <a:pt x="29" y="797"/>
                  </a:lnTo>
                  <a:lnTo>
                    <a:pt x="27" y="833"/>
                  </a:lnTo>
                  <a:lnTo>
                    <a:pt x="37" y="833"/>
                  </a:lnTo>
                  <a:lnTo>
                    <a:pt x="48" y="831"/>
                  </a:lnTo>
                  <a:lnTo>
                    <a:pt x="61" y="829"/>
                  </a:lnTo>
                  <a:lnTo>
                    <a:pt x="72" y="825"/>
                  </a:lnTo>
                  <a:lnTo>
                    <a:pt x="84" y="822"/>
                  </a:lnTo>
                  <a:lnTo>
                    <a:pt x="95" y="818"/>
                  </a:lnTo>
                  <a:lnTo>
                    <a:pt x="104" y="816"/>
                  </a:lnTo>
                  <a:lnTo>
                    <a:pt x="111" y="813"/>
                  </a:lnTo>
                  <a:lnTo>
                    <a:pt x="118" y="812"/>
                  </a:lnTo>
                  <a:lnTo>
                    <a:pt x="125" y="810"/>
                  </a:lnTo>
                  <a:lnTo>
                    <a:pt x="132" y="809"/>
                  </a:lnTo>
                  <a:lnTo>
                    <a:pt x="138" y="806"/>
                  </a:lnTo>
                  <a:lnTo>
                    <a:pt x="143" y="804"/>
                  </a:lnTo>
                  <a:lnTo>
                    <a:pt x="147" y="800"/>
                  </a:lnTo>
                  <a:lnTo>
                    <a:pt x="149" y="795"/>
                  </a:lnTo>
                  <a:lnTo>
                    <a:pt x="149" y="791"/>
                  </a:lnTo>
                  <a:lnTo>
                    <a:pt x="145" y="767"/>
                  </a:lnTo>
                  <a:lnTo>
                    <a:pt x="139" y="727"/>
                  </a:lnTo>
                  <a:lnTo>
                    <a:pt x="130" y="686"/>
                  </a:lnTo>
                  <a:lnTo>
                    <a:pt x="120" y="657"/>
                  </a:lnTo>
                  <a:lnTo>
                    <a:pt x="111" y="627"/>
                  </a:lnTo>
                  <a:lnTo>
                    <a:pt x="104" y="587"/>
                  </a:lnTo>
                  <a:lnTo>
                    <a:pt x="99" y="550"/>
                  </a:lnTo>
                  <a:lnTo>
                    <a:pt x="96" y="528"/>
                  </a:lnTo>
                  <a:lnTo>
                    <a:pt x="123" y="610"/>
                  </a:lnTo>
                  <a:lnTo>
                    <a:pt x="121" y="593"/>
                  </a:lnTo>
                  <a:lnTo>
                    <a:pt x="119" y="569"/>
                  </a:lnTo>
                  <a:lnTo>
                    <a:pt x="115" y="545"/>
                  </a:lnTo>
                  <a:lnTo>
                    <a:pt x="113" y="528"/>
                  </a:lnTo>
                  <a:close/>
                </a:path>
              </a:pathLst>
            </a:custGeom>
            <a:solidFill>
              <a:srgbClr val="FFF4E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59" name="Google Shape;959;p23"/>
            <p:cNvSpPr/>
            <p:nvPr/>
          </p:nvSpPr>
          <p:spPr>
            <a:xfrm>
              <a:off x="2329" y="1763"/>
              <a:ext cx="182" cy="257"/>
            </a:xfrm>
            <a:custGeom>
              <a:rect b="b" l="l" r="r" t="t"/>
              <a:pathLst>
                <a:path extrusionOk="0" h="257" w="182">
                  <a:moveTo>
                    <a:pt x="0" y="0"/>
                  </a:moveTo>
                  <a:lnTo>
                    <a:pt x="5" y="21"/>
                  </a:lnTo>
                  <a:lnTo>
                    <a:pt x="11" y="57"/>
                  </a:lnTo>
                  <a:lnTo>
                    <a:pt x="20" y="92"/>
                  </a:lnTo>
                  <a:lnTo>
                    <a:pt x="29" y="114"/>
                  </a:lnTo>
                  <a:lnTo>
                    <a:pt x="37" y="126"/>
                  </a:lnTo>
                  <a:lnTo>
                    <a:pt x="44" y="142"/>
                  </a:lnTo>
                  <a:lnTo>
                    <a:pt x="51" y="156"/>
                  </a:lnTo>
                  <a:lnTo>
                    <a:pt x="56" y="169"/>
                  </a:lnTo>
                  <a:lnTo>
                    <a:pt x="59" y="175"/>
                  </a:lnTo>
                  <a:lnTo>
                    <a:pt x="64" y="183"/>
                  </a:lnTo>
                  <a:lnTo>
                    <a:pt x="71" y="193"/>
                  </a:lnTo>
                  <a:lnTo>
                    <a:pt x="78" y="205"/>
                  </a:lnTo>
                  <a:lnTo>
                    <a:pt x="86" y="217"/>
                  </a:lnTo>
                  <a:lnTo>
                    <a:pt x="91" y="230"/>
                  </a:lnTo>
                  <a:lnTo>
                    <a:pt x="95" y="243"/>
                  </a:lnTo>
                  <a:lnTo>
                    <a:pt x="96" y="257"/>
                  </a:lnTo>
                  <a:lnTo>
                    <a:pt x="103" y="253"/>
                  </a:lnTo>
                  <a:lnTo>
                    <a:pt x="114" y="247"/>
                  </a:lnTo>
                  <a:lnTo>
                    <a:pt x="125" y="239"/>
                  </a:lnTo>
                  <a:lnTo>
                    <a:pt x="137" y="228"/>
                  </a:lnTo>
                  <a:lnTo>
                    <a:pt x="150" y="217"/>
                  </a:lnTo>
                  <a:lnTo>
                    <a:pt x="163" y="206"/>
                  </a:lnTo>
                  <a:lnTo>
                    <a:pt x="173" y="194"/>
                  </a:lnTo>
                  <a:lnTo>
                    <a:pt x="182" y="183"/>
                  </a:lnTo>
                  <a:lnTo>
                    <a:pt x="178" y="179"/>
                  </a:lnTo>
                  <a:lnTo>
                    <a:pt x="172" y="172"/>
                  </a:lnTo>
                  <a:lnTo>
                    <a:pt x="164" y="164"/>
                  </a:lnTo>
                  <a:lnTo>
                    <a:pt x="155" y="156"/>
                  </a:lnTo>
                  <a:lnTo>
                    <a:pt x="148" y="149"/>
                  </a:lnTo>
                  <a:lnTo>
                    <a:pt x="140" y="142"/>
                  </a:lnTo>
                  <a:lnTo>
                    <a:pt x="132" y="134"/>
                  </a:lnTo>
                  <a:lnTo>
                    <a:pt x="127" y="130"/>
                  </a:lnTo>
                  <a:lnTo>
                    <a:pt x="122" y="124"/>
                  </a:lnTo>
                  <a:lnTo>
                    <a:pt x="117" y="118"/>
                  </a:lnTo>
                  <a:lnTo>
                    <a:pt x="112" y="109"/>
                  </a:lnTo>
                  <a:lnTo>
                    <a:pt x="107" y="100"/>
                  </a:lnTo>
                  <a:lnTo>
                    <a:pt x="101" y="91"/>
                  </a:lnTo>
                  <a:lnTo>
                    <a:pt x="95" y="83"/>
                  </a:lnTo>
                  <a:lnTo>
                    <a:pt x="88" y="77"/>
                  </a:lnTo>
                  <a:lnTo>
                    <a:pt x="82" y="71"/>
                  </a:lnTo>
                  <a:lnTo>
                    <a:pt x="76" y="65"/>
                  </a:lnTo>
                  <a:lnTo>
                    <a:pt x="66" y="58"/>
                  </a:lnTo>
                  <a:lnTo>
                    <a:pt x="56" y="48"/>
                  </a:lnTo>
                  <a:lnTo>
                    <a:pt x="44" y="39"/>
                  </a:lnTo>
                  <a:lnTo>
                    <a:pt x="32" y="29"/>
                  </a:lnTo>
                  <a:lnTo>
                    <a:pt x="20" y="18"/>
                  </a:lnTo>
                  <a:lnTo>
                    <a:pt x="9" y="9"/>
                  </a:lnTo>
                  <a:lnTo>
                    <a:pt x="0" y="0"/>
                  </a:lnTo>
                  <a:close/>
                </a:path>
              </a:pathLst>
            </a:custGeom>
            <a:solidFill>
              <a:srgbClr val="FFF4E2"/>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60" name="Google Shape;960;p23"/>
            <p:cNvSpPr/>
            <p:nvPr/>
          </p:nvSpPr>
          <p:spPr>
            <a:xfrm>
              <a:off x="2451" y="1991"/>
              <a:ext cx="66" cy="62"/>
            </a:xfrm>
            <a:custGeom>
              <a:rect b="b" l="l" r="r" t="t"/>
              <a:pathLst>
                <a:path extrusionOk="0" h="62" w="66">
                  <a:moveTo>
                    <a:pt x="48" y="0"/>
                  </a:moveTo>
                  <a:lnTo>
                    <a:pt x="44" y="3"/>
                  </a:lnTo>
                  <a:lnTo>
                    <a:pt x="41" y="8"/>
                  </a:lnTo>
                  <a:lnTo>
                    <a:pt x="34" y="14"/>
                  </a:lnTo>
                  <a:lnTo>
                    <a:pt x="28" y="19"/>
                  </a:lnTo>
                  <a:lnTo>
                    <a:pt x="21" y="24"/>
                  </a:lnTo>
                  <a:lnTo>
                    <a:pt x="14" y="27"/>
                  </a:lnTo>
                  <a:lnTo>
                    <a:pt x="7" y="31"/>
                  </a:lnTo>
                  <a:lnTo>
                    <a:pt x="0" y="33"/>
                  </a:lnTo>
                  <a:lnTo>
                    <a:pt x="8" y="39"/>
                  </a:lnTo>
                  <a:lnTo>
                    <a:pt x="14" y="45"/>
                  </a:lnTo>
                  <a:lnTo>
                    <a:pt x="22" y="51"/>
                  </a:lnTo>
                  <a:lnTo>
                    <a:pt x="29" y="56"/>
                  </a:lnTo>
                  <a:lnTo>
                    <a:pt x="37" y="60"/>
                  </a:lnTo>
                  <a:lnTo>
                    <a:pt x="43" y="62"/>
                  </a:lnTo>
                  <a:lnTo>
                    <a:pt x="51" y="61"/>
                  </a:lnTo>
                  <a:lnTo>
                    <a:pt x="57" y="57"/>
                  </a:lnTo>
                  <a:lnTo>
                    <a:pt x="66" y="45"/>
                  </a:lnTo>
                  <a:lnTo>
                    <a:pt x="66" y="31"/>
                  </a:lnTo>
                  <a:lnTo>
                    <a:pt x="60" y="15"/>
                  </a:lnTo>
                  <a:lnTo>
                    <a:pt x="48" y="0"/>
                  </a:lnTo>
                  <a:close/>
                </a:path>
              </a:pathLst>
            </a:custGeom>
            <a:solidFill>
              <a:srgbClr val="BA935B"/>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61" name="Google Shape;961;p23"/>
            <p:cNvSpPr/>
            <p:nvPr/>
          </p:nvSpPr>
          <p:spPr>
            <a:xfrm>
              <a:off x="2136" y="2551"/>
              <a:ext cx="71" cy="133"/>
            </a:xfrm>
            <a:custGeom>
              <a:rect b="b" l="l" r="r" t="t"/>
              <a:pathLst>
                <a:path extrusionOk="0" h="133" w="71">
                  <a:moveTo>
                    <a:pt x="0" y="5"/>
                  </a:moveTo>
                  <a:lnTo>
                    <a:pt x="7" y="7"/>
                  </a:lnTo>
                  <a:lnTo>
                    <a:pt x="14" y="8"/>
                  </a:lnTo>
                  <a:lnTo>
                    <a:pt x="24" y="8"/>
                  </a:lnTo>
                  <a:lnTo>
                    <a:pt x="34" y="8"/>
                  </a:lnTo>
                  <a:lnTo>
                    <a:pt x="44" y="7"/>
                  </a:lnTo>
                  <a:lnTo>
                    <a:pt x="54" y="6"/>
                  </a:lnTo>
                  <a:lnTo>
                    <a:pt x="63" y="4"/>
                  </a:lnTo>
                  <a:lnTo>
                    <a:pt x="70" y="0"/>
                  </a:lnTo>
                  <a:lnTo>
                    <a:pt x="71" y="14"/>
                  </a:lnTo>
                  <a:lnTo>
                    <a:pt x="70" y="34"/>
                  </a:lnTo>
                  <a:lnTo>
                    <a:pt x="67" y="54"/>
                  </a:lnTo>
                  <a:lnTo>
                    <a:pt x="65" y="70"/>
                  </a:lnTo>
                  <a:lnTo>
                    <a:pt x="62" y="85"/>
                  </a:lnTo>
                  <a:lnTo>
                    <a:pt x="61" y="104"/>
                  </a:lnTo>
                  <a:lnTo>
                    <a:pt x="58" y="121"/>
                  </a:lnTo>
                  <a:lnTo>
                    <a:pt x="53" y="128"/>
                  </a:lnTo>
                  <a:lnTo>
                    <a:pt x="46" y="131"/>
                  </a:lnTo>
                  <a:lnTo>
                    <a:pt x="37" y="133"/>
                  </a:lnTo>
                  <a:lnTo>
                    <a:pt x="29" y="133"/>
                  </a:lnTo>
                  <a:lnTo>
                    <a:pt x="20" y="127"/>
                  </a:lnTo>
                  <a:lnTo>
                    <a:pt x="13" y="115"/>
                  </a:lnTo>
                  <a:lnTo>
                    <a:pt x="9" y="101"/>
                  </a:lnTo>
                  <a:lnTo>
                    <a:pt x="5" y="85"/>
                  </a:lnTo>
                  <a:lnTo>
                    <a:pt x="3" y="72"/>
                  </a:lnTo>
                  <a:lnTo>
                    <a:pt x="0" y="58"/>
                  </a:lnTo>
                  <a:lnTo>
                    <a:pt x="0" y="38"/>
                  </a:lnTo>
                  <a:lnTo>
                    <a:pt x="0" y="19"/>
                  </a:lnTo>
                  <a:lnTo>
                    <a:pt x="0" y="5"/>
                  </a:lnTo>
                  <a:close/>
                </a:path>
              </a:pathLst>
            </a:custGeom>
            <a:solidFill>
              <a:srgbClr val="3889AA"/>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62" name="Google Shape;962;p23"/>
            <p:cNvSpPr/>
            <p:nvPr/>
          </p:nvSpPr>
          <p:spPr>
            <a:xfrm>
              <a:off x="2144" y="2691"/>
              <a:ext cx="125" cy="82"/>
            </a:xfrm>
            <a:custGeom>
              <a:rect b="b" l="l" r="r" t="t"/>
              <a:pathLst>
                <a:path extrusionOk="0" h="82" w="125">
                  <a:moveTo>
                    <a:pt x="2" y="0"/>
                  </a:moveTo>
                  <a:lnTo>
                    <a:pt x="9" y="7"/>
                  </a:lnTo>
                  <a:lnTo>
                    <a:pt x="15" y="12"/>
                  </a:lnTo>
                  <a:lnTo>
                    <a:pt x="22" y="17"/>
                  </a:lnTo>
                  <a:lnTo>
                    <a:pt x="29" y="19"/>
                  </a:lnTo>
                  <a:lnTo>
                    <a:pt x="36" y="21"/>
                  </a:lnTo>
                  <a:lnTo>
                    <a:pt x="44" y="18"/>
                  </a:lnTo>
                  <a:lnTo>
                    <a:pt x="51" y="15"/>
                  </a:lnTo>
                  <a:lnTo>
                    <a:pt x="59" y="7"/>
                  </a:lnTo>
                  <a:lnTo>
                    <a:pt x="65" y="11"/>
                  </a:lnTo>
                  <a:lnTo>
                    <a:pt x="74" y="17"/>
                  </a:lnTo>
                  <a:lnTo>
                    <a:pt x="84" y="25"/>
                  </a:lnTo>
                  <a:lnTo>
                    <a:pt x="96" y="34"/>
                  </a:lnTo>
                  <a:lnTo>
                    <a:pt x="107" y="43"/>
                  </a:lnTo>
                  <a:lnTo>
                    <a:pt x="116" y="52"/>
                  </a:lnTo>
                  <a:lnTo>
                    <a:pt x="122" y="59"/>
                  </a:lnTo>
                  <a:lnTo>
                    <a:pt x="125" y="65"/>
                  </a:lnTo>
                  <a:lnTo>
                    <a:pt x="122" y="73"/>
                  </a:lnTo>
                  <a:lnTo>
                    <a:pt x="116" y="79"/>
                  </a:lnTo>
                  <a:lnTo>
                    <a:pt x="107" y="82"/>
                  </a:lnTo>
                  <a:lnTo>
                    <a:pt x="97" y="79"/>
                  </a:lnTo>
                  <a:lnTo>
                    <a:pt x="91" y="76"/>
                  </a:lnTo>
                  <a:lnTo>
                    <a:pt x="84" y="72"/>
                  </a:lnTo>
                  <a:lnTo>
                    <a:pt x="78" y="67"/>
                  </a:lnTo>
                  <a:lnTo>
                    <a:pt x="70" y="62"/>
                  </a:lnTo>
                  <a:lnTo>
                    <a:pt x="64" y="58"/>
                  </a:lnTo>
                  <a:lnTo>
                    <a:pt x="58" y="53"/>
                  </a:lnTo>
                  <a:lnTo>
                    <a:pt x="53" y="50"/>
                  </a:lnTo>
                  <a:lnTo>
                    <a:pt x="49" y="48"/>
                  </a:lnTo>
                  <a:lnTo>
                    <a:pt x="45" y="47"/>
                  </a:lnTo>
                  <a:lnTo>
                    <a:pt x="40" y="44"/>
                  </a:lnTo>
                  <a:lnTo>
                    <a:pt x="34" y="43"/>
                  </a:lnTo>
                  <a:lnTo>
                    <a:pt x="28" y="41"/>
                  </a:lnTo>
                  <a:lnTo>
                    <a:pt x="21" y="40"/>
                  </a:lnTo>
                  <a:lnTo>
                    <a:pt x="15" y="39"/>
                  </a:lnTo>
                  <a:lnTo>
                    <a:pt x="10" y="36"/>
                  </a:lnTo>
                  <a:lnTo>
                    <a:pt x="6" y="35"/>
                  </a:lnTo>
                  <a:lnTo>
                    <a:pt x="2" y="29"/>
                  </a:lnTo>
                  <a:lnTo>
                    <a:pt x="0" y="21"/>
                  </a:lnTo>
                  <a:lnTo>
                    <a:pt x="0" y="10"/>
                  </a:lnTo>
                  <a:lnTo>
                    <a:pt x="2"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63" name="Google Shape;963;p23"/>
            <p:cNvSpPr/>
            <p:nvPr/>
          </p:nvSpPr>
          <p:spPr>
            <a:xfrm>
              <a:off x="2255" y="2548"/>
              <a:ext cx="59" cy="118"/>
            </a:xfrm>
            <a:custGeom>
              <a:rect b="b" l="l" r="r" t="t"/>
              <a:pathLst>
                <a:path extrusionOk="0" h="118" w="59">
                  <a:moveTo>
                    <a:pt x="0" y="13"/>
                  </a:moveTo>
                  <a:lnTo>
                    <a:pt x="0" y="23"/>
                  </a:lnTo>
                  <a:lnTo>
                    <a:pt x="0" y="34"/>
                  </a:lnTo>
                  <a:lnTo>
                    <a:pt x="0" y="45"/>
                  </a:lnTo>
                  <a:lnTo>
                    <a:pt x="1" y="56"/>
                  </a:lnTo>
                  <a:lnTo>
                    <a:pt x="4" y="67"/>
                  </a:lnTo>
                  <a:lnTo>
                    <a:pt x="7" y="79"/>
                  </a:lnTo>
                  <a:lnTo>
                    <a:pt x="10" y="89"/>
                  </a:lnTo>
                  <a:lnTo>
                    <a:pt x="9" y="100"/>
                  </a:lnTo>
                  <a:lnTo>
                    <a:pt x="9" y="105"/>
                  </a:lnTo>
                  <a:lnTo>
                    <a:pt x="10" y="108"/>
                  </a:lnTo>
                  <a:lnTo>
                    <a:pt x="14" y="113"/>
                  </a:lnTo>
                  <a:lnTo>
                    <a:pt x="17" y="116"/>
                  </a:lnTo>
                  <a:lnTo>
                    <a:pt x="24" y="118"/>
                  </a:lnTo>
                  <a:lnTo>
                    <a:pt x="30" y="118"/>
                  </a:lnTo>
                  <a:lnTo>
                    <a:pt x="36" y="116"/>
                  </a:lnTo>
                  <a:lnTo>
                    <a:pt x="44" y="112"/>
                  </a:lnTo>
                  <a:lnTo>
                    <a:pt x="50" y="94"/>
                  </a:lnTo>
                  <a:lnTo>
                    <a:pt x="55" y="63"/>
                  </a:lnTo>
                  <a:lnTo>
                    <a:pt x="58" y="29"/>
                  </a:lnTo>
                  <a:lnTo>
                    <a:pt x="59" y="0"/>
                  </a:lnTo>
                  <a:lnTo>
                    <a:pt x="54" y="3"/>
                  </a:lnTo>
                  <a:lnTo>
                    <a:pt x="48" y="7"/>
                  </a:lnTo>
                  <a:lnTo>
                    <a:pt x="40" y="9"/>
                  </a:lnTo>
                  <a:lnTo>
                    <a:pt x="31" y="11"/>
                  </a:lnTo>
                  <a:lnTo>
                    <a:pt x="22" y="14"/>
                  </a:lnTo>
                  <a:lnTo>
                    <a:pt x="14" y="15"/>
                  </a:lnTo>
                  <a:lnTo>
                    <a:pt x="6" y="15"/>
                  </a:lnTo>
                  <a:lnTo>
                    <a:pt x="0" y="13"/>
                  </a:lnTo>
                  <a:close/>
                </a:path>
              </a:pathLst>
            </a:custGeom>
            <a:solidFill>
              <a:srgbClr val="3889AA"/>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64" name="Google Shape;964;p23"/>
            <p:cNvSpPr/>
            <p:nvPr/>
          </p:nvSpPr>
          <p:spPr>
            <a:xfrm>
              <a:off x="2264" y="2673"/>
              <a:ext cx="112" cy="65"/>
            </a:xfrm>
            <a:custGeom>
              <a:rect b="b" l="l" r="r" t="t"/>
              <a:pathLst>
                <a:path extrusionOk="0" h="65" w="112">
                  <a:moveTo>
                    <a:pt x="0" y="3"/>
                  </a:moveTo>
                  <a:lnTo>
                    <a:pt x="5" y="5"/>
                  </a:lnTo>
                  <a:lnTo>
                    <a:pt x="10" y="7"/>
                  </a:lnTo>
                  <a:lnTo>
                    <a:pt x="15" y="9"/>
                  </a:lnTo>
                  <a:lnTo>
                    <a:pt x="21" y="9"/>
                  </a:lnTo>
                  <a:lnTo>
                    <a:pt x="26" y="7"/>
                  </a:lnTo>
                  <a:lnTo>
                    <a:pt x="32" y="6"/>
                  </a:lnTo>
                  <a:lnTo>
                    <a:pt x="37" y="4"/>
                  </a:lnTo>
                  <a:lnTo>
                    <a:pt x="41" y="0"/>
                  </a:lnTo>
                  <a:lnTo>
                    <a:pt x="47" y="4"/>
                  </a:lnTo>
                  <a:lnTo>
                    <a:pt x="56" y="7"/>
                  </a:lnTo>
                  <a:lnTo>
                    <a:pt x="66" y="11"/>
                  </a:lnTo>
                  <a:lnTo>
                    <a:pt x="78" y="16"/>
                  </a:lnTo>
                  <a:lnTo>
                    <a:pt x="89" y="21"/>
                  </a:lnTo>
                  <a:lnTo>
                    <a:pt x="98" y="25"/>
                  </a:lnTo>
                  <a:lnTo>
                    <a:pt x="105" y="30"/>
                  </a:lnTo>
                  <a:lnTo>
                    <a:pt x="110" y="35"/>
                  </a:lnTo>
                  <a:lnTo>
                    <a:pt x="112" y="46"/>
                  </a:lnTo>
                  <a:lnTo>
                    <a:pt x="105" y="58"/>
                  </a:lnTo>
                  <a:lnTo>
                    <a:pt x="97" y="65"/>
                  </a:lnTo>
                  <a:lnTo>
                    <a:pt x="85" y="62"/>
                  </a:lnTo>
                  <a:lnTo>
                    <a:pt x="79" y="59"/>
                  </a:lnTo>
                  <a:lnTo>
                    <a:pt x="73" y="55"/>
                  </a:lnTo>
                  <a:lnTo>
                    <a:pt x="65" y="52"/>
                  </a:lnTo>
                  <a:lnTo>
                    <a:pt x="58" y="48"/>
                  </a:lnTo>
                  <a:lnTo>
                    <a:pt x="50" y="46"/>
                  </a:lnTo>
                  <a:lnTo>
                    <a:pt x="44" y="43"/>
                  </a:lnTo>
                  <a:lnTo>
                    <a:pt x="37" y="42"/>
                  </a:lnTo>
                  <a:lnTo>
                    <a:pt x="34" y="42"/>
                  </a:lnTo>
                  <a:lnTo>
                    <a:pt x="13" y="40"/>
                  </a:lnTo>
                  <a:lnTo>
                    <a:pt x="3" y="30"/>
                  </a:lnTo>
                  <a:lnTo>
                    <a:pt x="1" y="17"/>
                  </a:lnTo>
                  <a:lnTo>
                    <a:pt x="0" y="3"/>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65" name="Google Shape;965;p23"/>
            <p:cNvSpPr/>
            <p:nvPr/>
          </p:nvSpPr>
          <p:spPr>
            <a:xfrm>
              <a:off x="2155" y="1547"/>
              <a:ext cx="13" cy="32"/>
            </a:xfrm>
            <a:custGeom>
              <a:rect b="b" l="l" r="r" t="t"/>
              <a:pathLst>
                <a:path extrusionOk="0" h="32" w="13">
                  <a:moveTo>
                    <a:pt x="6" y="32"/>
                  </a:moveTo>
                  <a:lnTo>
                    <a:pt x="9" y="31"/>
                  </a:lnTo>
                  <a:lnTo>
                    <a:pt x="11" y="27"/>
                  </a:lnTo>
                  <a:lnTo>
                    <a:pt x="13" y="22"/>
                  </a:lnTo>
                  <a:lnTo>
                    <a:pt x="13" y="16"/>
                  </a:lnTo>
                  <a:lnTo>
                    <a:pt x="13" y="9"/>
                  </a:lnTo>
                  <a:lnTo>
                    <a:pt x="11" y="4"/>
                  </a:lnTo>
                  <a:lnTo>
                    <a:pt x="9" y="1"/>
                  </a:lnTo>
                  <a:lnTo>
                    <a:pt x="6" y="0"/>
                  </a:lnTo>
                  <a:lnTo>
                    <a:pt x="4" y="1"/>
                  </a:lnTo>
                  <a:lnTo>
                    <a:pt x="1" y="4"/>
                  </a:lnTo>
                  <a:lnTo>
                    <a:pt x="0" y="9"/>
                  </a:lnTo>
                  <a:lnTo>
                    <a:pt x="0" y="16"/>
                  </a:lnTo>
                  <a:lnTo>
                    <a:pt x="0" y="22"/>
                  </a:lnTo>
                  <a:lnTo>
                    <a:pt x="1" y="27"/>
                  </a:lnTo>
                  <a:lnTo>
                    <a:pt x="4" y="31"/>
                  </a:lnTo>
                  <a:lnTo>
                    <a:pt x="6"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66" name="Google Shape;966;p23"/>
            <p:cNvSpPr/>
            <p:nvPr/>
          </p:nvSpPr>
          <p:spPr>
            <a:xfrm>
              <a:off x="2218" y="1541"/>
              <a:ext cx="13" cy="33"/>
            </a:xfrm>
            <a:custGeom>
              <a:rect b="b" l="l" r="r" t="t"/>
              <a:pathLst>
                <a:path extrusionOk="0" h="33" w="13">
                  <a:moveTo>
                    <a:pt x="6" y="33"/>
                  </a:moveTo>
                  <a:lnTo>
                    <a:pt x="9" y="32"/>
                  </a:lnTo>
                  <a:lnTo>
                    <a:pt x="12" y="28"/>
                  </a:lnTo>
                  <a:lnTo>
                    <a:pt x="13" y="22"/>
                  </a:lnTo>
                  <a:lnTo>
                    <a:pt x="13" y="16"/>
                  </a:lnTo>
                  <a:lnTo>
                    <a:pt x="13" y="9"/>
                  </a:lnTo>
                  <a:lnTo>
                    <a:pt x="12" y="4"/>
                  </a:lnTo>
                  <a:lnTo>
                    <a:pt x="9" y="1"/>
                  </a:lnTo>
                  <a:lnTo>
                    <a:pt x="6" y="0"/>
                  </a:lnTo>
                  <a:lnTo>
                    <a:pt x="4" y="1"/>
                  </a:lnTo>
                  <a:lnTo>
                    <a:pt x="1" y="4"/>
                  </a:lnTo>
                  <a:lnTo>
                    <a:pt x="0" y="9"/>
                  </a:lnTo>
                  <a:lnTo>
                    <a:pt x="0" y="16"/>
                  </a:lnTo>
                  <a:lnTo>
                    <a:pt x="0" y="22"/>
                  </a:lnTo>
                  <a:lnTo>
                    <a:pt x="1" y="28"/>
                  </a:lnTo>
                  <a:lnTo>
                    <a:pt x="4" y="32"/>
                  </a:lnTo>
                  <a:lnTo>
                    <a:pt x="6" y="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67" name="Google Shape;967;p23"/>
            <p:cNvSpPr/>
            <p:nvPr/>
          </p:nvSpPr>
          <p:spPr>
            <a:xfrm>
              <a:off x="3151" y="1471"/>
              <a:ext cx="591" cy="1476"/>
            </a:xfrm>
            <a:custGeom>
              <a:rect b="b" l="l" r="r" t="t"/>
              <a:pathLst>
                <a:path extrusionOk="0" h="1476" w="591">
                  <a:moveTo>
                    <a:pt x="296" y="1364"/>
                  </a:moveTo>
                  <a:lnTo>
                    <a:pt x="286" y="1371"/>
                  </a:lnTo>
                  <a:lnTo>
                    <a:pt x="278" y="1372"/>
                  </a:lnTo>
                  <a:lnTo>
                    <a:pt x="271" y="1372"/>
                  </a:lnTo>
                  <a:lnTo>
                    <a:pt x="263" y="1371"/>
                  </a:lnTo>
                  <a:lnTo>
                    <a:pt x="254" y="1371"/>
                  </a:lnTo>
                  <a:lnTo>
                    <a:pt x="248" y="1373"/>
                  </a:lnTo>
                  <a:lnTo>
                    <a:pt x="243" y="1378"/>
                  </a:lnTo>
                  <a:lnTo>
                    <a:pt x="238" y="1383"/>
                  </a:lnTo>
                  <a:lnTo>
                    <a:pt x="232" y="1389"/>
                  </a:lnTo>
                  <a:lnTo>
                    <a:pt x="224" y="1396"/>
                  </a:lnTo>
                  <a:lnTo>
                    <a:pt x="213" y="1401"/>
                  </a:lnTo>
                  <a:lnTo>
                    <a:pt x="199" y="1405"/>
                  </a:lnTo>
                  <a:lnTo>
                    <a:pt x="185" y="1406"/>
                  </a:lnTo>
                  <a:lnTo>
                    <a:pt x="175" y="1402"/>
                  </a:lnTo>
                  <a:lnTo>
                    <a:pt x="169" y="1396"/>
                  </a:lnTo>
                  <a:lnTo>
                    <a:pt x="166" y="1389"/>
                  </a:lnTo>
                  <a:lnTo>
                    <a:pt x="165" y="1381"/>
                  </a:lnTo>
                  <a:lnTo>
                    <a:pt x="168" y="1372"/>
                  </a:lnTo>
                  <a:lnTo>
                    <a:pt x="171" y="1366"/>
                  </a:lnTo>
                  <a:lnTo>
                    <a:pt x="178" y="1361"/>
                  </a:lnTo>
                  <a:lnTo>
                    <a:pt x="184" y="1359"/>
                  </a:lnTo>
                  <a:lnTo>
                    <a:pt x="191" y="1355"/>
                  </a:lnTo>
                  <a:lnTo>
                    <a:pt x="198" y="1352"/>
                  </a:lnTo>
                  <a:lnTo>
                    <a:pt x="204" y="1347"/>
                  </a:lnTo>
                  <a:lnTo>
                    <a:pt x="209" y="1344"/>
                  </a:lnTo>
                  <a:lnTo>
                    <a:pt x="215" y="1339"/>
                  </a:lnTo>
                  <a:lnTo>
                    <a:pt x="220" y="1334"/>
                  </a:lnTo>
                  <a:lnTo>
                    <a:pt x="224" y="1329"/>
                  </a:lnTo>
                  <a:lnTo>
                    <a:pt x="227" y="1300"/>
                  </a:lnTo>
                  <a:lnTo>
                    <a:pt x="229" y="1263"/>
                  </a:lnTo>
                  <a:lnTo>
                    <a:pt x="229" y="1229"/>
                  </a:lnTo>
                  <a:lnTo>
                    <a:pt x="228" y="1206"/>
                  </a:lnTo>
                  <a:lnTo>
                    <a:pt x="227" y="1194"/>
                  </a:lnTo>
                  <a:lnTo>
                    <a:pt x="227" y="1182"/>
                  </a:lnTo>
                  <a:lnTo>
                    <a:pt x="227" y="1171"/>
                  </a:lnTo>
                  <a:lnTo>
                    <a:pt x="227" y="1160"/>
                  </a:lnTo>
                  <a:lnTo>
                    <a:pt x="228" y="1142"/>
                  </a:lnTo>
                  <a:lnTo>
                    <a:pt x="231" y="1114"/>
                  </a:lnTo>
                  <a:lnTo>
                    <a:pt x="232" y="1081"/>
                  </a:lnTo>
                  <a:lnTo>
                    <a:pt x="233" y="1053"/>
                  </a:lnTo>
                  <a:lnTo>
                    <a:pt x="234" y="1023"/>
                  </a:lnTo>
                  <a:lnTo>
                    <a:pt x="234" y="987"/>
                  </a:lnTo>
                  <a:lnTo>
                    <a:pt x="233" y="952"/>
                  </a:lnTo>
                  <a:lnTo>
                    <a:pt x="231" y="924"/>
                  </a:lnTo>
                  <a:lnTo>
                    <a:pt x="223" y="922"/>
                  </a:lnTo>
                  <a:lnTo>
                    <a:pt x="214" y="920"/>
                  </a:lnTo>
                  <a:lnTo>
                    <a:pt x="205" y="917"/>
                  </a:lnTo>
                  <a:lnTo>
                    <a:pt x="198" y="915"/>
                  </a:lnTo>
                  <a:lnTo>
                    <a:pt x="191" y="911"/>
                  </a:lnTo>
                  <a:lnTo>
                    <a:pt x="184" y="909"/>
                  </a:lnTo>
                  <a:lnTo>
                    <a:pt x="179" y="907"/>
                  </a:lnTo>
                  <a:lnTo>
                    <a:pt x="175" y="903"/>
                  </a:lnTo>
                  <a:lnTo>
                    <a:pt x="178" y="872"/>
                  </a:lnTo>
                  <a:lnTo>
                    <a:pt x="181" y="826"/>
                  </a:lnTo>
                  <a:lnTo>
                    <a:pt x="185" y="778"/>
                  </a:lnTo>
                  <a:lnTo>
                    <a:pt x="190" y="736"/>
                  </a:lnTo>
                  <a:lnTo>
                    <a:pt x="194" y="717"/>
                  </a:lnTo>
                  <a:lnTo>
                    <a:pt x="199" y="697"/>
                  </a:lnTo>
                  <a:lnTo>
                    <a:pt x="205" y="675"/>
                  </a:lnTo>
                  <a:lnTo>
                    <a:pt x="212" y="653"/>
                  </a:lnTo>
                  <a:lnTo>
                    <a:pt x="218" y="632"/>
                  </a:lnTo>
                  <a:lnTo>
                    <a:pt x="223" y="613"/>
                  </a:lnTo>
                  <a:lnTo>
                    <a:pt x="228" y="598"/>
                  </a:lnTo>
                  <a:lnTo>
                    <a:pt x="231" y="586"/>
                  </a:lnTo>
                  <a:lnTo>
                    <a:pt x="232" y="565"/>
                  </a:lnTo>
                  <a:lnTo>
                    <a:pt x="227" y="543"/>
                  </a:lnTo>
                  <a:lnTo>
                    <a:pt x="220" y="521"/>
                  </a:lnTo>
                  <a:lnTo>
                    <a:pt x="217" y="507"/>
                  </a:lnTo>
                  <a:lnTo>
                    <a:pt x="207" y="525"/>
                  </a:lnTo>
                  <a:lnTo>
                    <a:pt x="194" y="540"/>
                  </a:lnTo>
                  <a:lnTo>
                    <a:pt x="181" y="553"/>
                  </a:lnTo>
                  <a:lnTo>
                    <a:pt x="169" y="563"/>
                  </a:lnTo>
                  <a:lnTo>
                    <a:pt x="157" y="572"/>
                  </a:lnTo>
                  <a:lnTo>
                    <a:pt x="147" y="578"/>
                  </a:lnTo>
                  <a:lnTo>
                    <a:pt x="139" y="583"/>
                  </a:lnTo>
                  <a:lnTo>
                    <a:pt x="132" y="587"/>
                  </a:lnTo>
                  <a:lnTo>
                    <a:pt x="126" y="589"/>
                  </a:lnTo>
                  <a:lnTo>
                    <a:pt x="117" y="592"/>
                  </a:lnTo>
                  <a:lnTo>
                    <a:pt x="106" y="594"/>
                  </a:lnTo>
                  <a:lnTo>
                    <a:pt x="94" y="596"/>
                  </a:lnTo>
                  <a:lnTo>
                    <a:pt x="82" y="598"/>
                  </a:lnTo>
                  <a:lnTo>
                    <a:pt x="70" y="599"/>
                  </a:lnTo>
                  <a:lnTo>
                    <a:pt x="59" y="600"/>
                  </a:lnTo>
                  <a:lnTo>
                    <a:pt x="52" y="600"/>
                  </a:lnTo>
                  <a:lnTo>
                    <a:pt x="40" y="588"/>
                  </a:lnTo>
                  <a:lnTo>
                    <a:pt x="34" y="588"/>
                  </a:lnTo>
                  <a:lnTo>
                    <a:pt x="29" y="587"/>
                  </a:lnTo>
                  <a:lnTo>
                    <a:pt x="23" y="584"/>
                  </a:lnTo>
                  <a:lnTo>
                    <a:pt x="16" y="581"/>
                  </a:lnTo>
                  <a:lnTo>
                    <a:pt x="11" y="576"/>
                  </a:lnTo>
                  <a:lnTo>
                    <a:pt x="6" y="570"/>
                  </a:lnTo>
                  <a:lnTo>
                    <a:pt x="2" y="562"/>
                  </a:lnTo>
                  <a:lnTo>
                    <a:pt x="0" y="552"/>
                  </a:lnTo>
                  <a:lnTo>
                    <a:pt x="0" y="545"/>
                  </a:lnTo>
                  <a:lnTo>
                    <a:pt x="2" y="538"/>
                  </a:lnTo>
                  <a:lnTo>
                    <a:pt x="6" y="531"/>
                  </a:lnTo>
                  <a:lnTo>
                    <a:pt x="12" y="526"/>
                  </a:lnTo>
                  <a:lnTo>
                    <a:pt x="19" y="522"/>
                  </a:lnTo>
                  <a:lnTo>
                    <a:pt x="25" y="519"/>
                  </a:lnTo>
                  <a:lnTo>
                    <a:pt x="31" y="517"/>
                  </a:lnTo>
                  <a:lnTo>
                    <a:pt x="38" y="517"/>
                  </a:lnTo>
                  <a:lnTo>
                    <a:pt x="36" y="511"/>
                  </a:lnTo>
                  <a:lnTo>
                    <a:pt x="36" y="507"/>
                  </a:lnTo>
                  <a:lnTo>
                    <a:pt x="38" y="501"/>
                  </a:lnTo>
                  <a:lnTo>
                    <a:pt x="39" y="495"/>
                  </a:lnTo>
                  <a:lnTo>
                    <a:pt x="45" y="491"/>
                  </a:lnTo>
                  <a:lnTo>
                    <a:pt x="55" y="485"/>
                  </a:lnTo>
                  <a:lnTo>
                    <a:pt x="68" y="478"/>
                  </a:lnTo>
                  <a:lnTo>
                    <a:pt x="82" y="468"/>
                  </a:lnTo>
                  <a:lnTo>
                    <a:pt x="96" y="459"/>
                  </a:lnTo>
                  <a:lnTo>
                    <a:pt x="110" y="449"/>
                  </a:lnTo>
                  <a:lnTo>
                    <a:pt x="121" y="440"/>
                  </a:lnTo>
                  <a:lnTo>
                    <a:pt x="131" y="432"/>
                  </a:lnTo>
                  <a:lnTo>
                    <a:pt x="140" y="425"/>
                  </a:lnTo>
                  <a:lnTo>
                    <a:pt x="151" y="417"/>
                  </a:lnTo>
                  <a:lnTo>
                    <a:pt x="162" y="407"/>
                  </a:lnTo>
                  <a:lnTo>
                    <a:pt x="175" y="398"/>
                  </a:lnTo>
                  <a:lnTo>
                    <a:pt x="188" y="386"/>
                  </a:lnTo>
                  <a:lnTo>
                    <a:pt x="200" y="375"/>
                  </a:lnTo>
                  <a:lnTo>
                    <a:pt x="210" y="363"/>
                  </a:lnTo>
                  <a:lnTo>
                    <a:pt x="219" y="352"/>
                  </a:lnTo>
                  <a:lnTo>
                    <a:pt x="228" y="341"/>
                  </a:lnTo>
                  <a:lnTo>
                    <a:pt x="239" y="333"/>
                  </a:lnTo>
                  <a:lnTo>
                    <a:pt x="251" y="326"/>
                  </a:lnTo>
                  <a:lnTo>
                    <a:pt x="263" y="320"/>
                  </a:lnTo>
                  <a:lnTo>
                    <a:pt x="276" y="316"/>
                  </a:lnTo>
                  <a:lnTo>
                    <a:pt x="287" y="314"/>
                  </a:lnTo>
                  <a:lnTo>
                    <a:pt x="297" y="313"/>
                  </a:lnTo>
                  <a:lnTo>
                    <a:pt x="306" y="314"/>
                  </a:lnTo>
                  <a:lnTo>
                    <a:pt x="312" y="307"/>
                  </a:lnTo>
                  <a:lnTo>
                    <a:pt x="316" y="299"/>
                  </a:lnTo>
                  <a:lnTo>
                    <a:pt x="318" y="292"/>
                  </a:lnTo>
                  <a:lnTo>
                    <a:pt x="318" y="284"/>
                  </a:lnTo>
                  <a:lnTo>
                    <a:pt x="307" y="278"/>
                  </a:lnTo>
                  <a:lnTo>
                    <a:pt x="300" y="271"/>
                  </a:lnTo>
                  <a:lnTo>
                    <a:pt x="294" y="261"/>
                  </a:lnTo>
                  <a:lnTo>
                    <a:pt x="287" y="254"/>
                  </a:lnTo>
                  <a:lnTo>
                    <a:pt x="281" y="242"/>
                  </a:lnTo>
                  <a:lnTo>
                    <a:pt x="277" y="224"/>
                  </a:lnTo>
                  <a:lnTo>
                    <a:pt x="277" y="206"/>
                  </a:lnTo>
                  <a:lnTo>
                    <a:pt x="281" y="194"/>
                  </a:lnTo>
                  <a:lnTo>
                    <a:pt x="285" y="186"/>
                  </a:lnTo>
                  <a:lnTo>
                    <a:pt x="285" y="176"/>
                  </a:lnTo>
                  <a:lnTo>
                    <a:pt x="282" y="168"/>
                  </a:lnTo>
                  <a:lnTo>
                    <a:pt x="280" y="161"/>
                  </a:lnTo>
                  <a:lnTo>
                    <a:pt x="273" y="151"/>
                  </a:lnTo>
                  <a:lnTo>
                    <a:pt x="272" y="143"/>
                  </a:lnTo>
                  <a:lnTo>
                    <a:pt x="273" y="131"/>
                  </a:lnTo>
                  <a:lnTo>
                    <a:pt x="277" y="115"/>
                  </a:lnTo>
                  <a:lnTo>
                    <a:pt x="281" y="107"/>
                  </a:lnTo>
                  <a:lnTo>
                    <a:pt x="286" y="98"/>
                  </a:lnTo>
                  <a:lnTo>
                    <a:pt x="292" y="92"/>
                  </a:lnTo>
                  <a:lnTo>
                    <a:pt x="301" y="88"/>
                  </a:lnTo>
                  <a:lnTo>
                    <a:pt x="309" y="84"/>
                  </a:lnTo>
                  <a:lnTo>
                    <a:pt x="318" y="82"/>
                  </a:lnTo>
                  <a:lnTo>
                    <a:pt x="325" y="82"/>
                  </a:lnTo>
                  <a:lnTo>
                    <a:pt x="333" y="83"/>
                  </a:lnTo>
                  <a:lnTo>
                    <a:pt x="338" y="79"/>
                  </a:lnTo>
                  <a:lnTo>
                    <a:pt x="343" y="77"/>
                  </a:lnTo>
                  <a:lnTo>
                    <a:pt x="349" y="74"/>
                  </a:lnTo>
                  <a:lnTo>
                    <a:pt x="355" y="72"/>
                  </a:lnTo>
                  <a:lnTo>
                    <a:pt x="362" y="71"/>
                  </a:lnTo>
                  <a:lnTo>
                    <a:pt x="368" y="70"/>
                  </a:lnTo>
                  <a:lnTo>
                    <a:pt x="373" y="68"/>
                  </a:lnTo>
                  <a:lnTo>
                    <a:pt x="378" y="68"/>
                  </a:lnTo>
                  <a:lnTo>
                    <a:pt x="383" y="68"/>
                  </a:lnTo>
                  <a:lnTo>
                    <a:pt x="388" y="70"/>
                  </a:lnTo>
                  <a:lnTo>
                    <a:pt x="393" y="71"/>
                  </a:lnTo>
                  <a:lnTo>
                    <a:pt x="398" y="72"/>
                  </a:lnTo>
                  <a:lnTo>
                    <a:pt x="402" y="74"/>
                  </a:lnTo>
                  <a:lnTo>
                    <a:pt x="407" y="77"/>
                  </a:lnTo>
                  <a:lnTo>
                    <a:pt x="412" y="79"/>
                  </a:lnTo>
                  <a:lnTo>
                    <a:pt x="417" y="83"/>
                  </a:lnTo>
                  <a:lnTo>
                    <a:pt x="377" y="17"/>
                  </a:lnTo>
                  <a:lnTo>
                    <a:pt x="388" y="4"/>
                  </a:lnTo>
                  <a:lnTo>
                    <a:pt x="420" y="73"/>
                  </a:lnTo>
                  <a:lnTo>
                    <a:pt x="412" y="0"/>
                  </a:lnTo>
                  <a:lnTo>
                    <a:pt x="423" y="0"/>
                  </a:lnTo>
                  <a:lnTo>
                    <a:pt x="427" y="68"/>
                  </a:lnTo>
                  <a:lnTo>
                    <a:pt x="431" y="67"/>
                  </a:lnTo>
                  <a:lnTo>
                    <a:pt x="435" y="66"/>
                  </a:lnTo>
                  <a:lnTo>
                    <a:pt x="441" y="65"/>
                  </a:lnTo>
                  <a:lnTo>
                    <a:pt x="447" y="64"/>
                  </a:lnTo>
                  <a:lnTo>
                    <a:pt x="452" y="62"/>
                  </a:lnTo>
                  <a:lnTo>
                    <a:pt x="459" y="62"/>
                  </a:lnTo>
                  <a:lnTo>
                    <a:pt x="465" y="65"/>
                  </a:lnTo>
                  <a:lnTo>
                    <a:pt x="470" y="67"/>
                  </a:lnTo>
                  <a:lnTo>
                    <a:pt x="481" y="77"/>
                  </a:lnTo>
                  <a:lnTo>
                    <a:pt x="490" y="91"/>
                  </a:lnTo>
                  <a:lnTo>
                    <a:pt x="490" y="108"/>
                  </a:lnTo>
                  <a:lnTo>
                    <a:pt x="479" y="123"/>
                  </a:lnTo>
                  <a:lnTo>
                    <a:pt x="483" y="138"/>
                  </a:lnTo>
                  <a:lnTo>
                    <a:pt x="484" y="151"/>
                  </a:lnTo>
                  <a:lnTo>
                    <a:pt x="484" y="164"/>
                  </a:lnTo>
                  <a:lnTo>
                    <a:pt x="481" y="176"/>
                  </a:lnTo>
                  <a:lnTo>
                    <a:pt x="488" y="192"/>
                  </a:lnTo>
                  <a:lnTo>
                    <a:pt x="491" y="210"/>
                  </a:lnTo>
                  <a:lnTo>
                    <a:pt x="490" y="226"/>
                  </a:lnTo>
                  <a:lnTo>
                    <a:pt x="481" y="241"/>
                  </a:lnTo>
                  <a:lnTo>
                    <a:pt x="475" y="246"/>
                  </a:lnTo>
                  <a:lnTo>
                    <a:pt x="468" y="250"/>
                  </a:lnTo>
                  <a:lnTo>
                    <a:pt x="460" y="254"/>
                  </a:lnTo>
                  <a:lnTo>
                    <a:pt x="452" y="258"/>
                  </a:lnTo>
                  <a:lnTo>
                    <a:pt x="445" y="261"/>
                  </a:lnTo>
                  <a:lnTo>
                    <a:pt x="439" y="265"/>
                  </a:lnTo>
                  <a:lnTo>
                    <a:pt x="433" y="268"/>
                  </a:lnTo>
                  <a:lnTo>
                    <a:pt x="430" y="272"/>
                  </a:lnTo>
                  <a:lnTo>
                    <a:pt x="427" y="282"/>
                  </a:lnTo>
                  <a:lnTo>
                    <a:pt x="431" y="293"/>
                  </a:lnTo>
                  <a:lnTo>
                    <a:pt x="437" y="305"/>
                  </a:lnTo>
                  <a:lnTo>
                    <a:pt x="446" y="315"/>
                  </a:lnTo>
                  <a:lnTo>
                    <a:pt x="452" y="320"/>
                  </a:lnTo>
                  <a:lnTo>
                    <a:pt x="459" y="327"/>
                  </a:lnTo>
                  <a:lnTo>
                    <a:pt x="468" y="334"/>
                  </a:lnTo>
                  <a:lnTo>
                    <a:pt x="475" y="343"/>
                  </a:lnTo>
                  <a:lnTo>
                    <a:pt x="484" y="352"/>
                  </a:lnTo>
                  <a:lnTo>
                    <a:pt x="493" y="361"/>
                  </a:lnTo>
                  <a:lnTo>
                    <a:pt x="500" y="369"/>
                  </a:lnTo>
                  <a:lnTo>
                    <a:pt x="508" y="376"/>
                  </a:lnTo>
                  <a:lnTo>
                    <a:pt x="514" y="383"/>
                  </a:lnTo>
                  <a:lnTo>
                    <a:pt x="522" y="392"/>
                  </a:lnTo>
                  <a:lnTo>
                    <a:pt x="529" y="401"/>
                  </a:lnTo>
                  <a:lnTo>
                    <a:pt x="538" y="413"/>
                  </a:lnTo>
                  <a:lnTo>
                    <a:pt x="544" y="426"/>
                  </a:lnTo>
                  <a:lnTo>
                    <a:pt x="551" y="440"/>
                  </a:lnTo>
                  <a:lnTo>
                    <a:pt x="556" y="454"/>
                  </a:lnTo>
                  <a:lnTo>
                    <a:pt x="557" y="468"/>
                  </a:lnTo>
                  <a:lnTo>
                    <a:pt x="557" y="501"/>
                  </a:lnTo>
                  <a:lnTo>
                    <a:pt x="556" y="537"/>
                  </a:lnTo>
                  <a:lnTo>
                    <a:pt x="556" y="568"/>
                  </a:lnTo>
                  <a:lnTo>
                    <a:pt x="560" y="590"/>
                  </a:lnTo>
                  <a:lnTo>
                    <a:pt x="566" y="612"/>
                  </a:lnTo>
                  <a:lnTo>
                    <a:pt x="572" y="642"/>
                  </a:lnTo>
                  <a:lnTo>
                    <a:pt x="577" y="672"/>
                  </a:lnTo>
                  <a:lnTo>
                    <a:pt x="583" y="696"/>
                  </a:lnTo>
                  <a:lnTo>
                    <a:pt x="590" y="723"/>
                  </a:lnTo>
                  <a:lnTo>
                    <a:pt x="591" y="745"/>
                  </a:lnTo>
                  <a:lnTo>
                    <a:pt x="586" y="763"/>
                  </a:lnTo>
                  <a:lnTo>
                    <a:pt x="578" y="775"/>
                  </a:lnTo>
                  <a:lnTo>
                    <a:pt x="567" y="784"/>
                  </a:lnTo>
                  <a:lnTo>
                    <a:pt x="556" y="789"/>
                  </a:lnTo>
                  <a:lnTo>
                    <a:pt x="543" y="790"/>
                  </a:lnTo>
                  <a:lnTo>
                    <a:pt x="531" y="789"/>
                  </a:lnTo>
                  <a:lnTo>
                    <a:pt x="529" y="808"/>
                  </a:lnTo>
                  <a:lnTo>
                    <a:pt x="531" y="835"/>
                  </a:lnTo>
                  <a:lnTo>
                    <a:pt x="533" y="863"/>
                  </a:lnTo>
                  <a:lnTo>
                    <a:pt x="538" y="886"/>
                  </a:lnTo>
                  <a:lnTo>
                    <a:pt x="529" y="891"/>
                  </a:lnTo>
                  <a:lnTo>
                    <a:pt x="522" y="897"/>
                  </a:lnTo>
                  <a:lnTo>
                    <a:pt x="513" y="903"/>
                  </a:lnTo>
                  <a:lnTo>
                    <a:pt x="504" y="908"/>
                  </a:lnTo>
                  <a:lnTo>
                    <a:pt x="496" y="912"/>
                  </a:lnTo>
                  <a:lnTo>
                    <a:pt x="489" y="916"/>
                  </a:lnTo>
                  <a:lnTo>
                    <a:pt x="483" y="918"/>
                  </a:lnTo>
                  <a:lnTo>
                    <a:pt x="478" y="920"/>
                  </a:lnTo>
                  <a:lnTo>
                    <a:pt x="478" y="964"/>
                  </a:lnTo>
                  <a:lnTo>
                    <a:pt x="474" y="1027"/>
                  </a:lnTo>
                  <a:lnTo>
                    <a:pt x="468" y="1091"/>
                  </a:lnTo>
                  <a:lnTo>
                    <a:pt x="465" y="1132"/>
                  </a:lnTo>
                  <a:lnTo>
                    <a:pt x="464" y="1177"/>
                  </a:lnTo>
                  <a:lnTo>
                    <a:pt x="462" y="1250"/>
                  </a:lnTo>
                  <a:lnTo>
                    <a:pt x="461" y="1322"/>
                  </a:lnTo>
                  <a:lnTo>
                    <a:pt x="462" y="1365"/>
                  </a:lnTo>
                  <a:lnTo>
                    <a:pt x="447" y="1372"/>
                  </a:lnTo>
                  <a:lnTo>
                    <a:pt x="454" y="1400"/>
                  </a:lnTo>
                  <a:lnTo>
                    <a:pt x="455" y="1412"/>
                  </a:lnTo>
                  <a:lnTo>
                    <a:pt x="452" y="1423"/>
                  </a:lnTo>
                  <a:lnTo>
                    <a:pt x="447" y="1430"/>
                  </a:lnTo>
                  <a:lnTo>
                    <a:pt x="440" y="1436"/>
                  </a:lnTo>
                  <a:lnTo>
                    <a:pt x="431" y="1439"/>
                  </a:lnTo>
                  <a:lnTo>
                    <a:pt x="422" y="1442"/>
                  </a:lnTo>
                  <a:lnTo>
                    <a:pt x="413" y="1443"/>
                  </a:lnTo>
                  <a:lnTo>
                    <a:pt x="406" y="1442"/>
                  </a:lnTo>
                  <a:lnTo>
                    <a:pt x="399" y="1442"/>
                  </a:lnTo>
                  <a:lnTo>
                    <a:pt x="394" y="1443"/>
                  </a:lnTo>
                  <a:lnTo>
                    <a:pt x="388" y="1446"/>
                  </a:lnTo>
                  <a:lnTo>
                    <a:pt x="382" y="1450"/>
                  </a:lnTo>
                  <a:lnTo>
                    <a:pt x="375" y="1455"/>
                  </a:lnTo>
                  <a:lnTo>
                    <a:pt x="368" y="1461"/>
                  </a:lnTo>
                  <a:lnTo>
                    <a:pt x="358" y="1467"/>
                  </a:lnTo>
                  <a:lnTo>
                    <a:pt x="347" y="1473"/>
                  </a:lnTo>
                  <a:lnTo>
                    <a:pt x="335" y="1476"/>
                  </a:lnTo>
                  <a:lnTo>
                    <a:pt x="325" y="1475"/>
                  </a:lnTo>
                  <a:lnTo>
                    <a:pt x="319" y="1469"/>
                  </a:lnTo>
                  <a:lnTo>
                    <a:pt x="314" y="1462"/>
                  </a:lnTo>
                  <a:lnTo>
                    <a:pt x="312" y="1454"/>
                  </a:lnTo>
                  <a:lnTo>
                    <a:pt x="312" y="1444"/>
                  </a:lnTo>
                  <a:lnTo>
                    <a:pt x="316" y="1437"/>
                  </a:lnTo>
                  <a:lnTo>
                    <a:pt x="323" y="1432"/>
                  </a:lnTo>
                  <a:lnTo>
                    <a:pt x="329" y="1429"/>
                  </a:lnTo>
                  <a:lnTo>
                    <a:pt x="334" y="1425"/>
                  </a:lnTo>
                  <a:lnTo>
                    <a:pt x="339" y="1419"/>
                  </a:lnTo>
                  <a:lnTo>
                    <a:pt x="343" y="1413"/>
                  </a:lnTo>
                  <a:lnTo>
                    <a:pt x="348" y="1407"/>
                  </a:lnTo>
                  <a:lnTo>
                    <a:pt x="353" y="1400"/>
                  </a:lnTo>
                  <a:lnTo>
                    <a:pt x="358" y="1394"/>
                  </a:lnTo>
                  <a:lnTo>
                    <a:pt x="365" y="1387"/>
                  </a:lnTo>
                  <a:lnTo>
                    <a:pt x="345" y="1381"/>
                  </a:lnTo>
                  <a:lnTo>
                    <a:pt x="348" y="1354"/>
                  </a:lnTo>
                  <a:lnTo>
                    <a:pt x="347" y="1312"/>
                  </a:lnTo>
                  <a:lnTo>
                    <a:pt x="341" y="1268"/>
                  </a:lnTo>
                  <a:lnTo>
                    <a:pt x="336" y="1233"/>
                  </a:lnTo>
                  <a:lnTo>
                    <a:pt x="331" y="1257"/>
                  </a:lnTo>
                  <a:lnTo>
                    <a:pt x="328" y="1290"/>
                  </a:lnTo>
                  <a:lnTo>
                    <a:pt x="325" y="1317"/>
                  </a:lnTo>
                  <a:lnTo>
                    <a:pt x="324" y="1329"/>
                  </a:lnTo>
                  <a:lnTo>
                    <a:pt x="309" y="1336"/>
                  </a:lnTo>
                  <a:lnTo>
                    <a:pt x="309" y="1340"/>
                  </a:lnTo>
                  <a:lnTo>
                    <a:pt x="306" y="1347"/>
                  </a:lnTo>
                  <a:lnTo>
                    <a:pt x="302" y="1357"/>
                  </a:lnTo>
                  <a:lnTo>
                    <a:pt x="296" y="13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68" name="Google Shape;968;p23"/>
            <p:cNvSpPr/>
            <p:nvPr/>
          </p:nvSpPr>
          <p:spPr>
            <a:xfrm>
              <a:off x="3437" y="1596"/>
              <a:ext cx="142" cy="221"/>
            </a:xfrm>
            <a:custGeom>
              <a:rect b="b" l="l" r="r" t="t"/>
              <a:pathLst>
                <a:path extrusionOk="0" h="221" w="142">
                  <a:moveTo>
                    <a:pt x="59" y="1"/>
                  </a:moveTo>
                  <a:lnTo>
                    <a:pt x="54" y="0"/>
                  </a:lnTo>
                  <a:lnTo>
                    <a:pt x="49" y="3"/>
                  </a:lnTo>
                  <a:lnTo>
                    <a:pt x="43" y="9"/>
                  </a:lnTo>
                  <a:lnTo>
                    <a:pt x="37" y="15"/>
                  </a:lnTo>
                  <a:lnTo>
                    <a:pt x="28" y="21"/>
                  </a:lnTo>
                  <a:lnTo>
                    <a:pt x="18" y="25"/>
                  </a:lnTo>
                  <a:lnTo>
                    <a:pt x="9" y="27"/>
                  </a:lnTo>
                  <a:lnTo>
                    <a:pt x="1" y="27"/>
                  </a:lnTo>
                  <a:lnTo>
                    <a:pt x="5" y="34"/>
                  </a:lnTo>
                  <a:lnTo>
                    <a:pt x="9" y="44"/>
                  </a:lnTo>
                  <a:lnTo>
                    <a:pt x="9" y="55"/>
                  </a:lnTo>
                  <a:lnTo>
                    <a:pt x="6" y="67"/>
                  </a:lnTo>
                  <a:lnTo>
                    <a:pt x="1" y="79"/>
                  </a:lnTo>
                  <a:lnTo>
                    <a:pt x="0" y="89"/>
                  </a:lnTo>
                  <a:lnTo>
                    <a:pt x="0" y="100"/>
                  </a:lnTo>
                  <a:lnTo>
                    <a:pt x="5" y="110"/>
                  </a:lnTo>
                  <a:lnTo>
                    <a:pt x="9" y="116"/>
                  </a:lnTo>
                  <a:lnTo>
                    <a:pt x="13" y="122"/>
                  </a:lnTo>
                  <a:lnTo>
                    <a:pt x="18" y="129"/>
                  </a:lnTo>
                  <a:lnTo>
                    <a:pt x="23" y="135"/>
                  </a:lnTo>
                  <a:lnTo>
                    <a:pt x="28" y="142"/>
                  </a:lnTo>
                  <a:lnTo>
                    <a:pt x="34" y="147"/>
                  </a:lnTo>
                  <a:lnTo>
                    <a:pt x="38" y="152"/>
                  </a:lnTo>
                  <a:lnTo>
                    <a:pt x="43" y="154"/>
                  </a:lnTo>
                  <a:lnTo>
                    <a:pt x="48" y="155"/>
                  </a:lnTo>
                  <a:lnTo>
                    <a:pt x="53" y="157"/>
                  </a:lnTo>
                  <a:lnTo>
                    <a:pt x="61" y="157"/>
                  </a:lnTo>
                  <a:lnTo>
                    <a:pt x="67" y="157"/>
                  </a:lnTo>
                  <a:lnTo>
                    <a:pt x="74" y="155"/>
                  </a:lnTo>
                  <a:lnTo>
                    <a:pt x="83" y="153"/>
                  </a:lnTo>
                  <a:lnTo>
                    <a:pt x="92" y="148"/>
                  </a:lnTo>
                  <a:lnTo>
                    <a:pt x="101" y="142"/>
                  </a:lnTo>
                  <a:lnTo>
                    <a:pt x="106" y="146"/>
                  </a:lnTo>
                  <a:lnTo>
                    <a:pt x="107" y="149"/>
                  </a:lnTo>
                  <a:lnTo>
                    <a:pt x="105" y="154"/>
                  </a:lnTo>
                  <a:lnTo>
                    <a:pt x="100" y="157"/>
                  </a:lnTo>
                  <a:lnTo>
                    <a:pt x="95" y="158"/>
                  </a:lnTo>
                  <a:lnTo>
                    <a:pt x="89" y="160"/>
                  </a:lnTo>
                  <a:lnTo>
                    <a:pt x="82" y="161"/>
                  </a:lnTo>
                  <a:lnTo>
                    <a:pt x="74" y="164"/>
                  </a:lnTo>
                  <a:lnTo>
                    <a:pt x="67" y="165"/>
                  </a:lnTo>
                  <a:lnTo>
                    <a:pt x="58" y="166"/>
                  </a:lnTo>
                  <a:lnTo>
                    <a:pt x="50" y="167"/>
                  </a:lnTo>
                  <a:lnTo>
                    <a:pt x="43" y="166"/>
                  </a:lnTo>
                  <a:lnTo>
                    <a:pt x="44" y="174"/>
                  </a:lnTo>
                  <a:lnTo>
                    <a:pt x="44" y="183"/>
                  </a:lnTo>
                  <a:lnTo>
                    <a:pt x="40" y="191"/>
                  </a:lnTo>
                  <a:lnTo>
                    <a:pt x="34" y="198"/>
                  </a:lnTo>
                  <a:lnTo>
                    <a:pt x="29" y="204"/>
                  </a:lnTo>
                  <a:lnTo>
                    <a:pt x="25" y="210"/>
                  </a:lnTo>
                  <a:lnTo>
                    <a:pt x="28" y="215"/>
                  </a:lnTo>
                  <a:lnTo>
                    <a:pt x="35" y="220"/>
                  </a:lnTo>
                  <a:lnTo>
                    <a:pt x="42" y="221"/>
                  </a:lnTo>
                  <a:lnTo>
                    <a:pt x="52" y="221"/>
                  </a:lnTo>
                  <a:lnTo>
                    <a:pt x="62" y="221"/>
                  </a:lnTo>
                  <a:lnTo>
                    <a:pt x="72" y="220"/>
                  </a:lnTo>
                  <a:lnTo>
                    <a:pt x="82" y="219"/>
                  </a:lnTo>
                  <a:lnTo>
                    <a:pt x="91" y="216"/>
                  </a:lnTo>
                  <a:lnTo>
                    <a:pt x="98" y="214"/>
                  </a:lnTo>
                  <a:lnTo>
                    <a:pt x="103" y="212"/>
                  </a:lnTo>
                  <a:lnTo>
                    <a:pt x="113" y="206"/>
                  </a:lnTo>
                  <a:lnTo>
                    <a:pt x="125" y="200"/>
                  </a:lnTo>
                  <a:lnTo>
                    <a:pt x="134" y="194"/>
                  </a:lnTo>
                  <a:lnTo>
                    <a:pt x="137" y="185"/>
                  </a:lnTo>
                  <a:lnTo>
                    <a:pt x="135" y="174"/>
                  </a:lnTo>
                  <a:lnTo>
                    <a:pt x="130" y="161"/>
                  </a:lnTo>
                  <a:lnTo>
                    <a:pt x="126" y="151"/>
                  </a:lnTo>
                  <a:lnTo>
                    <a:pt x="126" y="142"/>
                  </a:lnTo>
                  <a:lnTo>
                    <a:pt x="121" y="137"/>
                  </a:lnTo>
                  <a:lnTo>
                    <a:pt x="120" y="130"/>
                  </a:lnTo>
                  <a:lnTo>
                    <a:pt x="120" y="124"/>
                  </a:lnTo>
                  <a:lnTo>
                    <a:pt x="124" y="119"/>
                  </a:lnTo>
                  <a:lnTo>
                    <a:pt x="130" y="111"/>
                  </a:lnTo>
                  <a:lnTo>
                    <a:pt x="136" y="99"/>
                  </a:lnTo>
                  <a:lnTo>
                    <a:pt x="141" y="87"/>
                  </a:lnTo>
                  <a:lnTo>
                    <a:pt x="142" y="79"/>
                  </a:lnTo>
                  <a:lnTo>
                    <a:pt x="141" y="72"/>
                  </a:lnTo>
                  <a:lnTo>
                    <a:pt x="137" y="64"/>
                  </a:lnTo>
                  <a:lnTo>
                    <a:pt x="132" y="60"/>
                  </a:lnTo>
                  <a:lnTo>
                    <a:pt x="125" y="62"/>
                  </a:lnTo>
                  <a:lnTo>
                    <a:pt x="116" y="66"/>
                  </a:lnTo>
                  <a:lnTo>
                    <a:pt x="108" y="66"/>
                  </a:lnTo>
                  <a:lnTo>
                    <a:pt x="102" y="62"/>
                  </a:lnTo>
                  <a:lnTo>
                    <a:pt x="98" y="55"/>
                  </a:lnTo>
                  <a:lnTo>
                    <a:pt x="98" y="46"/>
                  </a:lnTo>
                  <a:lnTo>
                    <a:pt x="100" y="40"/>
                  </a:lnTo>
                  <a:lnTo>
                    <a:pt x="101" y="34"/>
                  </a:lnTo>
                  <a:lnTo>
                    <a:pt x="97" y="31"/>
                  </a:lnTo>
                  <a:lnTo>
                    <a:pt x="92" y="27"/>
                  </a:lnTo>
                  <a:lnTo>
                    <a:pt x="86" y="25"/>
                  </a:lnTo>
                  <a:lnTo>
                    <a:pt x="81" y="21"/>
                  </a:lnTo>
                  <a:lnTo>
                    <a:pt x="77" y="16"/>
                  </a:lnTo>
                  <a:lnTo>
                    <a:pt x="73" y="12"/>
                  </a:lnTo>
                  <a:lnTo>
                    <a:pt x="69" y="7"/>
                  </a:lnTo>
                  <a:lnTo>
                    <a:pt x="64" y="3"/>
                  </a:lnTo>
                  <a:lnTo>
                    <a:pt x="59" y="1"/>
                  </a:lnTo>
                  <a:close/>
                </a:path>
              </a:pathLst>
            </a:custGeom>
            <a:solidFill>
              <a:srgbClr val="BA935B"/>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69" name="Google Shape;969;p23"/>
            <p:cNvSpPr/>
            <p:nvPr/>
          </p:nvSpPr>
          <p:spPr>
            <a:xfrm>
              <a:off x="3436" y="1553"/>
              <a:ext cx="196" cy="173"/>
            </a:xfrm>
            <a:custGeom>
              <a:rect b="b" l="l" r="r" t="t"/>
              <a:pathLst>
                <a:path extrusionOk="0" h="173" w="196">
                  <a:moveTo>
                    <a:pt x="128" y="12"/>
                  </a:moveTo>
                  <a:lnTo>
                    <a:pt x="125" y="8"/>
                  </a:lnTo>
                  <a:lnTo>
                    <a:pt x="119" y="6"/>
                  </a:lnTo>
                  <a:lnTo>
                    <a:pt x="114" y="3"/>
                  </a:lnTo>
                  <a:lnTo>
                    <a:pt x="109" y="1"/>
                  </a:lnTo>
                  <a:lnTo>
                    <a:pt x="104" y="1"/>
                  </a:lnTo>
                  <a:lnTo>
                    <a:pt x="98" y="0"/>
                  </a:lnTo>
                  <a:lnTo>
                    <a:pt x="93" y="0"/>
                  </a:lnTo>
                  <a:lnTo>
                    <a:pt x="88" y="1"/>
                  </a:lnTo>
                  <a:lnTo>
                    <a:pt x="83" y="2"/>
                  </a:lnTo>
                  <a:lnTo>
                    <a:pt x="78" y="2"/>
                  </a:lnTo>
                  <a:lnTo>
                    <a:pt x="73" y="3"/>
                  </a:lnTo>
                  <a:lnTo>
                    <a:pt x="68" y="4"/>
                  </a:lnTo>
                  <a:lnTo>
                    <a:pt x="62" y="6"/>
                  </a:lnTo>
                  <a:lnTo>
                    <a:pt x="58" y="7"/>
                  </a:lnTo>
                  <a:lnTo>
                    <a:pt x="54" y="9"/>
                  </a:lnTo>
                  <a:lnTo>
                    <a:pt x="50" y="13"/>
                  </a:lnTo>
                  <a:lnTo>
                    <a:pt x="45" y="19"/>
                  </a:lnTo>
                  <a:lnTo>
                    <a:pt x="40" y="21"/>
                  </a:lnTo>
                  <a:lnTo>
                    <a:pt x="38" y="22"/>
                  </a:lnTo>
                  <a:lnTo>
                    <a:pt x="36" y="20"/>
                  </a:lnTo>
                  <a:lnTo>
                    <a:pt x="38" y="14"/>
                  </a:lnTo>
                  <a:lnTo>
                    <a:pt x="40" y="9"/>
                  </a:lnTo>
                  <a:lnTo>
                    <a:pt x="41" y="6"/>
                  </a:lnTo>
                  <a:lnTo>
                    <a:pt x="41" y="4"/>
                  </a:lnTo>
                  <a:lnTo>
                    <a:pt x="35" y="6"/>
                  </a:lnTo>
                  <a:lnTo>
                    <a:pt x="27" y="9"/>
                  </a:lnTo>
                  <a:lnTo>
                    <a:pt x="19" y="14"/>
                  </a:lnTo>
                  <a:lnTo>
                    <a:pt x="11" y="20"/>
                  </a:lnTo>
                  <a:lnTo>
                    <a:pt x="5" y="28"/>
                  </a:lnTo>
                  <a:lnTo>
                    <a:pt x="1" y="37"/>
                  </a:lnTo>
                  <a:lnTo>
                    <a:pt x="0" y="46"/>
                  </a:lnTo>
                  <a:lnTo>
                    <a:pt x="2" y="57"/>
                  </a:lnTo>
                  <a:lnTo>
                    <a:pt x="11" y="58"/>
                  </a:lnTo>
                  <a:lnTo>
                    <a:pt x="19" y="57"/>
                  </a:lnTo>
                  <a:lnTo>
                    <a:pt x="27" y="53"/>
                  </a:lnTo>
                  <a:lnTo>
                    <a:pt x="35" y="46"/>
                  </a:lnTo>
                  <a:lnTo>
                    <a:pt x="43" y="38"/>
                  </a:lnTo>
                  <a:lnTo>
                    <a:pt x="49" y="33"/>
                  </a:lnTo>
                  <a:lnTo>
                    <a:pt x="55" y="32"/>
                  </a:lnTo>
                  <a:lnTo>
                    <a:pt x="64" y="33"/>
                  </a:lnTo>
                  <a:lnTo>
                    <a:pt x="73" y="39"/>
                  </a:lnTo>
                  <a:lnTo>
                    <a:pt x="82" y="47"/>
                  </a:lnTo>
                  <a:lnTo>
                    <a:pt x="89" y="57"/>
                  </a:lnTo>
                  <a:lnTo>
                    <a:pt x="98" y="59"/>
                  </a:lnTo>
                  <a:lnTo>
                    <a:pt x="104" y="58"/>
                  </a:lnTo>
                  <a:lnTo>
                    <a:pt x="109" y="61"/>
                  </a:lnTo>
                  <a:lnTo>
                    <a:pt x="111" y="65"/>
                  </a:lnTo>
                  <a:lnTo>
                    <a:pt x="112" y="76"/>
                  </a:lnTo>
                  <a:lnTo>
                    <a:pt x="109" y="87"/>
                  </a:lnTo>
                  <a:lnTo>
                    <a:pt x="107" y="95"/>
                  </a:lnTo>
                  <a:lnTo>
                    <a:pt x="106" y="99"/>
                  </a:lnTo>
                  <a:lnTo>
                    <a:pt x="112" y="100"/>
                  </a:lnTo>
                  <a:lnTo>
                    <a:pt x="118" y="99"/>
                  </a:lnTo>
                  <a:lnTo>
                    <a:pt x="122" y="95"/>
                  </a:lnTo>
                  <a:lnTo>
                    <a:pt x="127" y="94"/>
                  </a:lnTo>
                  <a:lnTo>
                    <a:pt x="135" y="97"/>
                  </a:lnTo>
                  <a:lnTo>
                    <a:pt x="145" y="103"/>
                  </a:lnTo>
                  <a:lnTo>
                    <a:pt x="152" y="112"/>
                  </a:lnTo>
                  <a:lnTo>
                    <a:pt x="155" y="124"/>
                  </a:lnTo>
                  <a:lnTo>
                    <a:pt x="152" y="137"/>
                  </a:lnTo>
                  <a:lnTo>
                    <a:pt x="147" y="148"/>
                  </a:lnTo>
                  <a:lnTo>
                    <a:pt x="143" y="156"/>
                  </a:lnTo>
                  <a:lnTo>
                    <a:pt x="140" y="165"/>
                  </a:lnTo>
                  <a:lnTo>
                    <a:pt x="133" y="173"/>
                  </a:lnTo>
                  <a:lnTo>
                    <a:pt x="140" y="173"/>
                  </a:lnTo>
                  <a:lnTo>
                    <a:pt x="146" y="173"/>
                  </a:lnTo>
                  <a:lnTo>
                    <a:pt x="151" y="172"/>
                  </a:lnTo>
                  <a:lnTo>
                    <a:pt x="157" y="171"/>
                  </a:lnTo>
                  <a:lnTo>
                    <a:pt x="164" y="168"/>
                  </a:lnTo>
                  <a:lnTo>
                    <a:pt x="169" y="166"/>
                  </a:lnTo>
                  <a:lnTo>
                    <a:pt x="174" y="162"/>
                  </a:lnTo>
                  <a:lnTo>
                    <a:pt x="179" y="159"/>
                  </a:lnTo>
                  <a:lnTo>
                    <a:pt x="188" y="148"/>
                  </a:lnTo>
                  <a:lnTo>
                    <a:pt x="195" y="135"/>
                  </a:lnTo>
                  <a:lnTo>
                    <a:pt x="196" y="120"/>
                  </a:lnTo>
                  <a:lnTo>
                    <a:pt x="191" y="109"/>
                  </a:lnTo>
                  <a:lnTo>
                    <a:pt x="186" y="115"/>
                  </a:lnTo>
                  <a:lnTo>
                    <a:pt x="179" y="122"/>
                  </a:lnTo>
                  <a:lnTo>
                    <a:pt x="172" y="125"/>
                  </a:lnTo>
                  <a:lnTo>
                    <a:pt x="170" y="128"/>
                  </a:lnTo>
                  <a:lnTo>
                    <a:pt x="175" y="117"/>
                  </a:lnTo>
                  <a:lnTo>
                    <a:pt x="181" y="104"/>
                  </a:lnTo>
                  <a:lnTo>
                    <a:pt x="185" y="89"/>
                  </a:lnTo>
                  <a:lnTo>
                    <a:pt x="186" y="75"/>
                  </a:lnTo>
                  <a:lnTo>
                    <a:pt x="184" y="62"/>
                  </a:lnTo>
                  <a:lnTo>
                    <a:pt x="181" y="52"/>
                  </a:lnTo>
                  <a:lnTo>
                    <a:pt x="177" y="45"/>
                  </a:lnTo>
                  <a:lnTo>
                    <a:pt x="172" y="38"/>
                  </a:lnTo>
                  <a:lnTo>
                    <a:pt x="169" y="34"/>
                  </a:lnTo>
                  <a:lnTo>
                    <a:pt x="164" y="32"/>
                  </a:lnTo>
                  <a:lnTo>
                    <a:pt x="157" y="29"/>
                  </a:lnTo>
                  <a:lnTo>
                    <a:pt x="151" y="26"/>
                  </a:lnTo>
                  <a:lnTo>
                    <a:pt x="145" y="24"/>
                  </a:lnTo>
                  <a:lnTo>
                    <a:pt x="138" y="20"/>
                  </a:lnTo>
                  <a:lnTo>
                    <a:pt x="133" y="16"/>
                  </a:lnTo>
                  <a:lnTo>
                    <a:pt x="128" y="12"/>
                  </a:lnTo>
                  <a:close/>
                </a:path>
              </a:pathLst>
            </a:custGeom>
            <a:solidFill>
              <a:srgbClr val="C9C9C9"/>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70" name="Google Shape;970;p23"/>
            <p:cNvSpPr/>
            <p:nvPr/>
          </p:nvSpPr>
          <p:spPr>
            <a:xfrm>
              <a:off x="3578" y="1542"/>
              <a:ext cx="52" cy="43"/>
            </a:xfrm>
            <a:custGeom>
              <a:rect b="b" l="l" r="r" t="t"/>
              <a:pathLst>
                <a:path extrusionOk="0" h="43" w="52">
                  <a:moveTo>
                    <a:pt x="0" y="12"/>
                  </a:moveTo>
                  <a:lnTo>
                    <a:pt x="8" y="7"/>
                  </a:lnTo>
                  <a:lnTo>
                    <a:pt x="18" y="2"/>
                  </a:lnTo>
                  <a:lnTo>
                    <a:pt x="27" y="0"/>
                  </a:lnTo>
                  <a:lnTo>
                    <a:pt x="35" y="2"/>
                  </a:lnTo>
                  <a:lnTo>
                    <a:pt x="43" y="11"/>
                  </a:lnTo>
                  <a:lnTo>
                    <a:pt x="51" y="23"/>
                  </a:lnTo>
                  <a:lnTo>
                    <a:pt x="52" y="35"/>
                  </a:lnTo>
                  <a:lnTo>
                    <a:pt x="44" y="43"/>
                  </a:lnTo>
                  <a:lnTo>
                    <a:pt x="41" y="40"/>
                  </a:lnTo>
                  <a:lnTo>
                    <a:pt x="35" y="38"/>
                  </a:lnTo>
                  <a:lnTo>
                    <a:pt x="29" y="35"/>
                  </a:lnTo>
                  <a:lnTo>
                    <a:pt x="23" y="31"/>
                  </a:lnTo>
                  <a:lnTo>
                    <a:pt x="17" y="27"/>
                  </a:lnTo>
                  <a:lnTo>
                    <a:pt x="12" y="23"/>
                  </a:lnTo>
                  <a:lnTo>
                    <a:pt x="5" y="18"/>
                  </a:lnTo>
                  <a:lnTo>
                    <a:pt x="0" y="12"/>
                  </a:lnTo>
                  <a:close/>
                </a:path>
              </a:pathLst>
            </a:custGeom>
            <a:solidFill>
              <a:srgbClr val="C9C9C9"/>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71" name="Google Shape;971;p23"/>
            <p:cNvSpPr/>
            <p:nvPr/>
          </p:nvSpPr>
          <p:spPr>
            <a:xfrm>
              <a:off x="3494" y="1652"/>
              <a:ext cx="32" cy="13"/>
            </a:xfrm>
            <a:custGeom>
              <a:rect b="b" l="l" r="r" t="t"/>
              <a:pathLst>
                <a:path extrusionOk="0" h="13" w="32">
                  <a:moveTo>
                    <a:pt x="0" y="6"/>
                  </a:moveTo>
                  <a:lnTo>
                    <a:pt x="7" y="1"/>
                  </a:lnTo>
                  <a:lnTo>
                    <a:pt x="15" y="0"/>
                  </a:lnTo>
                  <a:lnTo>
                    <a:pt x="24" y="2"/>
                  </a:lnTo>
                  <a:lnTo>
                    <a:pt x="32" y="8"/>
                  </a:lnTo>
                  <a:lnTo>
                    <a:pt x="24" y="12"/>
                  </a:lnTo>
                  <a:lnTo>
                    <a:pt x="16" y="13"/>
                  </a:lnTo>
                  <a:lnTo>
                    <a:pt x="7" y="12"/>
                  </a:lnTo>
                  <a:lnTo>
                    <a:pt x="0"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72" name="Google Shape;972;p23"/>
            <p:cNvSpPr/>
            <p:nvPr/>
          </p:nvSpPr>
          <p:spPr>
            <a:xfrm>
              <a:off x="3443" y="1615"/>
              <a:ext cx="55" cy="75"/>
            </a:xfrm>
            <a:custGeom>
              <a:rect b="b" l="l" r="r" t="t"/>
              <a:pathLst>
                <a:path extrusionOk="0" h="75" w="55">
                  <a:moveTo>
                    <a:pt x="26" y="38"/>
                  </a:moveTo>
                  <a:lnTo>
                    <a:pt x="22" y="36"/>
                  </a:lnTo>
                  <a:lnTo>
                    <a:pt x="15" y="36"/>
                  </a:lnTo>
                  <a:lnTo>
                    <a:pt x="8" y="37"/>
                  </a:lnTo>
                  <a:lnTo>
                    <a:pt x="0" y="42"/>
                  </a:lnTo>
                  <a:lnTo>
                    <a:pt x="4" y="45"/>
                  </a:lnTo>
                  <a:lnTo>
                    <a:pt x="10" y="48"/>
                  </a:lnTo>
                  <a:lnTo>
                    <a:pt x="18" y="49"/>
                  </a:lnTo>
                  <a:lnTo>
                    <a:pt x="27" y="47"/>
                  </a:lnTo>
                  <a:lnTo>
                    <a:pt x="22" y="51"/>
                  </a:lnTo>
                  <a:lnTo>
                    <a:pt x="18" y="56"/>
                  </a:lnTo>
                  <a:lnTo>
                    <a:pt x="18" y="62"/>
                  </a:lnTo>
                  <a:lnTo>
                    <a:pt x="20" y="67"/>
                  </a:lnTo>
                  <a:lnTo>
                    <a:pt x="27" y="70"/>
                  </a:lnTo>
                  <a:lnTo>
                    <a:pt x="33" y="74"/>
                  </a:lnTo>
                  <a:lnTo>
                    <a:pt x="41" y="75"/>
                  </a:lnTo>
                  <a:lnTo>
                    <a:pt x="49" y="75"/>
                  </a:lnTo>
                  <a:lnTo>
                    <a:pt x="55" y="73"/>
                  </a:lnTo>
                  <a:lnTo>
                    <a:pt x="55" y="72"/>
                  </a:lnTo>
                  <a:lnTo>
                    <a:pt x="51" y="69"/>
                  </a:lnTo>
                  <a:lnTo>
                    <a:pt x="46" y="68"/>
                  </a:lnTo>
                  <a:lnTo>
                    <a:pt x="39" y="66"/>
                  </a:lnTo>
                  <a:lnTo>
                    <a:pt x="32" y="62"/>
                  </a:lnTo>
                  <a:lnTo>
                    <a:pt x="28" y="58"/>
                  </a:lnTo>
                  <a:lnTo>
                    <a:pt x="28" y="54"/>
                  </a:lnTo>
                  <a:lnTo>
                    <a:pt x="32" y="47"/>
                  </a:lnTo>
                  <a:lnTo>
                    <a:pt x="37" y="36"/>
                  </a:lnTo>
                  <a:lnTo>
                    <a:pt x="42" y="24"/>
                  </a:lnTo>
                  <a:lnTo>
                    <a:pt x="44" y="11"/>
                  </a:lnTo>
                  <a:lnTo>
                    <a:pt x="43" y="2"/>
                  </a:lnTo>
                  <a:lnTo>
                    <a:pt x="41" y="0"/>
                  </a:lnTo>
                  <a:lnTo>
                    <a:pt x="38" y="2"/>
                  </a:lnTo>
                  <a:lnTo>
                    <a:pt x="37" y="7"/>
                  </a:lnTo>
                  <a:lnTo>
                    <a:pt x="36" y="14"/>
                  </a:lnTo>
                  <a:lnTo>
                    <a:pt x="34" y="21"/>
                  </a:lnTo>
                  <a:lnTo>
                    <a:pt x="31" y="30"/>
                  </a:lnTo>
                  <a:lnTo>
                    <a:pt x="26"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73" name="Google Shape;973;p23"/>
            <p:cNvSpPr/>
            <p:nvPr/>
          </p:nvSpPr>
          <p:spPr>
            <a:xfrm>
              <a:off x="3458" y="1706"/>
              <a:ext cx="50" cy="23"/>
            </a:xfrm>
            <a:custGeom>
              <a:rect b="b" l="l" r="r" t="t"/>
              <a:pathLst>
                <a:path extrusionOk="0" h="23" w="50">
                  <a:moveTo>
                    <a:pt x="0" y="2"/>
                  </a:moveTo>
                  <a:lnTo>
                    <a:pt x="5" y="0"/>
                  </a:lnTo>
                  <a:lnTo>
                    <a:pt x="11" y="0"/>
                  </a:lnTo>
                  <a:lnTo>
                    <a:pt x="14" y="0"/>
                  </a:lnTo>
                  <a:lnTo>
                    <a:pt x="19" y="5"/>
                  </a:lnTo>
                  <a:lnTo>
                    <a:pt x="27" y="2"/>
                  </a:lnTo>
                  <a:lnTo>
                    <a:pt x="34" y="0"/>
                  </a:lnTo>
                  <a:lnTo>
                    <a:pt x="43" y="1"/>
                  </a:lnTo>
                  <a:lnTo>
                    <a:pt x="50" y="3"/>
                  </a:lnTo>
                  <a:lnTo>
                    <a:pt x="43" y="9"/>
                  </a:lnTo>
                  <a:lnTo>
                    <a:pt x="40" y="14"/>
                  </a:lnTo>
                  <a:lnTo>
                    <a:pt x="34" y="19"/>
                  </a:lnTo>
                  <a:lnTo>
                    <a:pt x="27" y="23"/>
                  </a:lnTo>
                  <a:lnTo>
                    <a:pt x="18" y="21"/>
                  </a:lnTo>
                  <a:lnTo>
                    <a:pt x="12" y="15"/>
                  </a:lnTo>
                  <a:lnTo>
                    <a:pt x="7" y="9"/>
                  </a:lnTo>
                  <a:lnTo>
                    <a:pt x="0"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74" name="Google Shape;974;p23"/>
            <p:cNvSpPr/>
            <p:nvPr/>
          </p:nvSpPr>
          <p:spPr>
            <a:xfrm>
              <a:off x="3334" y="1800"/>
              <a:ext cx="136" cy="588"/>
            </a:xfrm>
            <a:custGeom>
              <a:rect b="b" l="l" r="r" t="t"/>
              <a:pathLst>
                <a:path extrusionOk="0" h="588" w="136">
                  <a:moveTo>
                    <a:pt x="114" y="0"/>
                  </a:moveTo>
                  <a:lnTo>
                    <a:pt x="108" y="2"/>
                  </a:lnTo>
                  <a:lnTo>
                    <a:pt x="103" y="5"/>
                  </a:lnTo>
                  <a:lnTo>
                    <a:pt x="97" y="10"/>
                  </a:lnTo>
                  <a:lnTo>
                    <a:pt x="90" y="17"/>
                  </a:lnTo>
                  <a:lnTo>
                    <a:pt x="84" y="24"/>
                  </a:lnTo>
                  <a:lnTo>
                    <a:pt x="78" y="33"/>
                  </a:lnTo>
                  <a:lnTo>
                    <a:pt x="71" y="42"/>
                  </a:lnTo>
                  <a:lnTo>
                    <a:pt x="65" y="51"/>
                  </a:lnTo>
                  <a:lnTo>
                    <a:pt x="59" y="60"/>
                  </a:lnTo>
                  <a:lnTo>
                    <a:pt x="51" y="71"/>
                  </a:lnTo>
                  <a:lnTo>
                    <a:pt x="44" y="83"/>
                  </a:lnTo>
                  <a:lnTo>
                    <a:pt x="36" y="96"/>
                  </a:lnTo>
                  <a:lnTo>
                    <a:pt x="31" y="109"/>
                  </a:lnTo>
                  <a:lnTo>
                    <a:pt x="29" y="121"/>
                  </a:lnTo>
                  <a:lnTo>
                    <a:pt x="29" y="135"/>
                  </a:lnTo>
                  <a:lnTo>
                    <a:pt x="32" y="146"/>
                  </a:lnTo>
                  <a:lnTo>
                    <a:pt x="44" y="169"/>
                  </a:lnTo>
                  <a:lnTo>
                    <a:pt x="53" y="190"/>
                  </a:lnTo>
                  <a:lnTo>
                    <a:pt x="59" y="208"/>
                  </a:lnTo>
                  <a:lnTo>
                    <a:pt x="60" y="223"/>
                  </a:lnTo>
                  <a:lnTo>
                    <a:pt x="60" y="237"/>
                  </a:lnTo>
                  <a:lnTo>
                    <a:pt x="60" y="254"/>
                  </a:lnTo>
                  <a:lnTo>
                    <a:pt x="59" y="273"/>
                  </a:lnTo>
                  <a:lnTo>
                    <a:pt x="54" y="294"/>
                  </a:lnTo>
                  <a:lnTo>
                    <a:pt x="46" y="315"/>
                  </a:lnTo>
                  <a:lnTo>
                    <a:pt x="40" y="337"/>
                  </a:lnTo>
                  <a:lnTo>
                    <a:pt x="35" y="357"/>
                  </a:lnTo>
                  <a:lnTo>
                    <a:pt x="30" y="373"/>
                  </a:lnTo>
                  <a:lnTo>
                    <a:pt x="26" y="390"/>
                  </a:lnTo>
                  <a:lnTo>
                    <a:pt x="22" y="409"/>
                  </a:lnTo>
                  <a:lnTo>
                    <a:pt x="20" y="429"/>
                  </a:lnTo>
                  <a:lnTo>
                    <a:pt x="19" y="448"/>
                  </a:lnTo>
                  <a:lnTo>
                    <a:pt x="17" y="473"/>
                  </a:lnTo>
                  <a:lnTo>
                    <a:pt x="16" y="506"/>
                  </a:lnTo>
                  <a:lnTo>
                    <a:pt x="15" y="534"/>
                  </a:lnTo>
                  <a:lnTo>
                    <a:pt x="15" y="546"/>
                  </a:lnTo>
                  <a:lnTo>
                    <a:pt x="0" y="500"/>
                  </a:lnTo>
                  <a:lnTo>
                    <a:pt x="5" y="563"/>
                  </a:lnTo>
                  <a:lnTo>
                    <a:pt x="11" y="568"/>
                  </a:lnTo>
                  <a:lnTo>
                    <a:pt x="20" y="572"/>
                  </a:lnTo>
                  <a:lnTo>
                    <a:pt x="31" y="576"/>
                  </a:lnTo>
                  <a:lnTo>
                    <a:pt x="43" y="580"/>
                  </a:lnTo>
                  <a:lnTo>
                    <a:pt x="54" y="583"/>
                  </a:lnTo>
                  <a:lnTo>
                    <a:pt x="65" y="586"/>
                  </a:lnTo>
                  <a:lnTo>
                    <a:pt x="75" y="588"/>
                  </a:lnTo>
                  <a:lnTo>
                    <a:pt x="83" y="588"/>
                  </a:lnTo>
                  <a:lnTo>
                    <a:pt x="93" y="587"/>
                  </a:lnTo>
                  <a:lnTo>
                    <a:pt x="98" y="585"/>
                  </a:lnTo>
                  <a:lnTo>
                    <a:pt x="102" y="580"/>
                  </a:lnTo>
                  <a:lnTo>
                    <a:pt x="106" y="574"/>
                  </a:lnTo>
                  <a:lnTo>
                    <a:pt x="107" y="546"/>
                  </a:lnTo>
                  <a:lnTo>
                    <a:pt x="106" y="507"/>
                  </a:lnTo>
                  <a:lnTo>
                    <a:pt x="103" y="465"/>
                  </a:lnTo>
                  <a:lnTo>
                    <a:pt x="100" y="425"/>
                  </a:lnTo>
                  <a:lnTo>
                    <a:pt x="100" y="404"/>
                  </a:lnTo>
                  <a:lnTo>
                    <a:pt x="102" y="379"/>
                  </a:lnTo>
                  <a:lnTo>
                    <a:pt x="104" y="356"/>
                  </a:lnTo>
                  <a:lnTo>
                    <a:pt x="106" y="337"/>
                  </a:lnTo>
                  <a:lnTo>
                    <a:pt x="107" y="312"/>
                  </a:lnTo>
                  <a:lnTo>
                    <a:pt x="108" y="275"/>
                  </a:lnTo>
                  <a:lnTo>
                    <a:pt x="108" y="237"/>
                  </a:lnTo>
                  <a:lnTo>
                    <a:pt x="107" y="212"/>
                  </a:lnTo>
                  <a:lnTo>
                    <a:pt x="102" y="197"/>
                  </a:lnTo>
                  <a:lnTo>
                    <a:pt x="95" y="179"/>
                  </a:lnTo>
                  <a:lnTo>
                    <a:pt x="90" y="158"/>
                  </a:lnTo>
                  <a:lnTo>
                    <a:pt x="93" y="136"/>
                  </a:lnTo>
                  <a:lnTo>
                    <a:pt x="97" y="126"/>
                  </a:lnTo>
                  <a:lnTo>
                    <a:pt x="102" y="115"/>
                  </a:lnTo>
                  <a:lnTo>
                    <a:pt x="108" y="102"/>
                  </a:lnTo>
                  <a:lnTo>
                    <a:pt x="114" y="88"/>
                  </a:lnTo>
                  <a:lnTo>
                    <a:pt x="122" y="75"/>
                  </a:lnTo>
                  <a:lnTo>
                    <a:pt x="127" y="61"/>
                  </a:lnTo>
                  <a:lnTo>
                    <a:pt x="132" y="49"/>
                  </a:lnTo>
                  <a:lnTo>
                    <a:pt x="136" y="41"/>
                  </a:lnTo>
                  <a:lnTo>
                    <a:pt x="126" y="36"/>
                  </a:lnTo>
                  <a:lnTo>
                    <a:pt x="118" y="28"/>
                  </a:lnTo>
                  <a:lnTo>
                    <a:pt x="114" y="16"/>
                  </a:lnTo>
                  <a:lnTo>
                    <a:pt x="114" y="0"/>
                  </a:lnTo>
                  <a:close/>
                </a:path>
              </a:pathLst>
            </a:custGeom>
            <a:solidFill>
              <a:srgbClr val="3889AA"/>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75" name="Google Shape;975;p23"/>
            <p:cNvSpPr/>
            <p:nvPr/>
          </p:nvSpPr>
          <p:spPr>
            <a:xfrm>
              <a:off x="3448" y="1793"/>
              <a:ext cx="227" cy="587"/>
            </a:xfrm>
            <a:custGeom>
              <a:rect b="b" l="l" r="r" t="t"/>
              <a:pathLst>
                <a:path extrusionOk="0" h="587" w="227">
                  <a:moveTo>
                    <a:pt x="134" y="0"/>
                  </a:moveTo>
                  <a:lnTo>
                    <a:pt x="128" y="5"/>
                  </a:lnTo>
                  <a:lnTo>
                    <a:pt x="120" y="12"/>
                  </a:lnTo>
                  <a:lnTo>
                    <a:pt x="110" y="22"/>
                  </a:lnTo>
                  <a:lnTo>
                    <a:pt x="97" y="31"/>
                  </a:lnTo>
                  <a:lnTo>
                    <a:pt x="85" y="40"/>
                  </a:lnTo>
                  <a:lnTo>
                    <a:pt x="71" y="46"/>
                  </a:lnTo>
                  <a:lnTo>
                    <a:pt x="57" y="48"/>
                  </a:lnTo>
                  <a:lnTo>
                    <a:pt x="43" y="47"/>
                  </a:lnTo>
                  <a:lnTo>
                    <a:pt x="36" y="62"/>
                  </a:lnTo>
                  <a:lnTo>
                    <a:pt x="27" y="83"/>
                  </a:lnTo>
                  <a:lnTo>
                    <a:pt x="17" y="103"/>
                  </a:lnTo>
                  <a:lnTo>
                    <a:pt x="9" y="119"/>
                  </a:lnTo>
                  <a:lnTo>
                    <a:pt x="3" y="133"/>
                  </a:lnTo>
                  <a:lnTo>
                    <a:pt x="0" y="151"/>
                  </a:lnTo>
                  <a:lnTo>
                    <a:pt x="2" y="170"/>
                  </a:lnTo>
                  <a:lnTo>
                    <a:pt x="8" y="189"/>
                  </a:lnTo>
                  <a:lnTo>
                    <a:pt x="13" y="206"/>
                  </a:lnTo>
                  <a:lnTo>
                    <a:pt x="15" y="217"/>
                  </a:lnTo>
                  <a:lnTo>
                    <a:pt x="14" y="227"/>
                  </a:lnTo>
                  <a:lnTo>
                    <a:pt x="14" y="237"/>
                  </a:lnTo>
                  <a:lnTo>
                    <a:pt x="14" y="252"/>
                  </a:lnTo>
                  <a:lnTo>
                    <a:pt x="13" y="265"/>
                  </a:lnTo>
                  <a:lnTo>
                    <a:pt x="13" y="278"/>
                  </a:lnTo>
                  <a:lnTo>
                    <a:pt x="12" y="291"/>
                  </a:lnTo>
                  <a:lnTo>
                    <a:pt x="10" y="309"/>
                  </a:lnTo>
                  <a:lnTo>
                    <a:pt x="8" y="331"/>
                  </a:lnTo>
                  <a:lnTo>
                    <a:pt x="7" y="352"/>
                  </a:lnTo>
                  <a:lnTo>
                    <a:pt x="5" y="369"/>
                  </a:lnTo>
                  <a:lnTo>
                    <a:pt x="5" y="383"/>
                  </a:lnTo>
                  <a:lnTo>
                    <a:pt x="3" y="403"/>
                  </a:lnTo>
                  <a:lnTo>
                    <a:pt x="0" y="423"/>
                  </a:lnTo>
                  <a:lnTo>
                    <a:pt x="2" y="442"/>
                  </a:lnTo>
                  <a:lnTo>
                    <a:pt x="8" y="484"/>
                  </a:lnTo>
                  <a:lnTo>
                    <a:pt x="9" y="523"/>
                  </a:lnTo>
                  <a:lnTo>
                    <a:pt x="8" y="558"/>
                  </a:lnTo>
                  <a:lnTo>
                    <a:pt x="5" y="587"/>
                  </a:lnTo>
                  <a:lnTo>
                    <a:pt x="19" y="585"/>
                  </a:lnTo>
                  <a:lnTo>
                    <a:pt x="36" y="583"/>
                  </a:lnTo>
                  <a:lnTo>
                    <a:pt x="53" y="583"/>
                  </a:lnTo>
                  <a:lnTo>
                    <a:pt x="72" y="583"/>
                  </a:lnTo>
                  <a:lnTo>
                    <a:pt x="91" y="585"/>
                  </a:lnTo>
                  <a:lnTo>
                    <a:pt x="107" y="586"/>
                  </a:lnTo>
                  <a:lnTo>
                    <a:pt x="121" y="587"/>
                  </a:lnTo>
                  <a:lnTo>
                    <a:pt x="133" y="587"/>
                  </a:lnTo>
                  <a:lnTo>
                    <a:pt x="143" y="586"/>
                  </a:lnTo>
                  <a:lnTo>
                    <a:pt x="153" y="585"/>
                  </a:lnTo>
                  <a:lnTo>
                    <a:pt x="164" y="582"/>
                  </a:lnTo>
                  <a:lnTo>
                    <a:pt x="177" y="579"/>
                  </a:lnTo>
                  <a:lnTo>
                    <a:pt x="188" y="575"/>
                  </a:lnTo>
                  <a:lnTo>
                    <a:pt x="199" y="570"/>
                  </a:lnTo>
                  <a:lnTo>
                    <a:pt x="211" y="565"/>
                  </a:lnTo>
                  <a:lnTo>
                    <a:pt x="221" y="559"/>
                  </a:lnTo>
                  <a:lnTo>
                    <a:pt x="220" y="539"/>
                  </a:lnTo>
                  <a:lnTo>
                    <a:pt x="216" y="513"/>
                  </a:lnTo>
                  <a:lnTo>
                    <a:pt x="213" y="486"/>
                  </a:lnTo>
                  <a:lnTo>
                    <a:pt x="213" y="467"/>
                  </a:lnTo>
                  <a:lnTo>
                    <a:pt x="189" y="462"/>
                  </a:lnTo>
                  <a:lnTo>
                    <a:pt x="173" y="453"/>
                  </a:lnTo>
                  <a:lnTo>
                    <a:pt x="162" y="442"/>
                  </a:lnTo>
                  <a:lnTo>
                    <a:pt x="155" y="428"/>
                  </a:lnTo>
                  <a:lnTo>
                    <a:pt x="152" y="413"/>
                  </a:lnTo>
                  <a:lnTo>
                    <a:pt x="152" y="398"/>
                  </a:lnTo>
                  <a:lnTo>
                    <a:pt x="154" y="383"/>
                  </a:lnTo>
                  <a:lnTo>
                    <a:pt x="157" y="371"/>
                  </a:lnTo>
                  <a:lnTo>
                    <a:pt x="160" y="347"/>
                  </a:lnTo>
                  <a:lnTo>
                    <a:pt x="162" y="323"/>
                  </a:lnTo>
                  <a:lnTo>
                    <a:pt x="160" y="301"/>
                  </a:lnTo>
                  <a:lnTo>
                    <a:pt x="162" y="283"/>
                  </a:lnTo>
                  <a:lnTo>
                    <a:pt x="162" y="261"/>
                  </a:lnTo>
                  <a:lnTo>
                    <a:pt x="157" y="231"/>
                  </a:lnTo>
                  <a:lnTo>
                    <a:pt x="150" y="201"/>
                  </a:lnTo>
                  <a:lnTo>
                    <a:pt x="148" y="181"/>
                  </a:lnTo>
                  <a:lnTo>
                    <a:pt x="147" y="167"/>
                  </a:lnTo>
                  <a:lnTo>
                    <a:pt x="145" y="151"/>
                  </a:lnTo>
                  <a:lnTo>
                    <a:pt x="145" y="137"/>
                  </a:lnTo>
                  <a:lnTo>
                    <a:pt x="148" y="122"/>
                  </a:lnTo>
                  <a:lnTo>
                    <a:pt x="150" y="116"/>
                  </a:lnTo>
                  <a:lnTo>
                    <a:pt x="155" y="109"/>
                  </a:lnTo>
                  <a:lnTo>
                    <a:pt x="162" y="103"/>
                  </a:lnTo>
                  <a:lnTo>
                    <a:pt x="171" y="98"/>
                  </a:lnTo>
                  <a:lnTo>
                    <a:pt x="182" y="96"/>
                  </a:lnTo>
                  <a:lnTo>
                    <a:pt x="194" y="96"/>
                  </a:lnTo>
                  <a:lnTo>
                    <a:pt x="210" y="98"/>
                  </a:lnTo>
                  <a:lnTo>
                    <a:pt x="227" y="106"/>
                  </a:lnTo>
                  <a:lnTo>
                    <a:pt x="223" y="98"/>
                  </a:lnTo>
                  <a:lnTo>
                    <a:pt x="220" y="89"/>
                  </a:lnTo>
                  <a:lnTo>
                    <a:pt x="213" y="80"/>
                  </a:lnTo>
                  <a:lnTo>
                    <a:pt x="207" y="71"/>
                  </a:lnTo>
                  <a:lnTo>
                    <a:pt x="201" y="62"/>
                  </a:lnTo>
                  <a:lnTo>
                    <a:pt x="194" y="55"/>
                  </a:lnTo>
                  <a:lnTo>
                    <a:pt x="188" y="49"/>
                  </a:lnTo>
                  <a:lnTo>
                    <a:pt x="183" y="45"/>
                  </a:lnTo>
                  <a:lnTo>
                    <a:pt x="178" y="41"/>
                  </a:lnTo>
                  <a:lnTo>
                    <a:pt x="172" y="35"/>
                  </a:lnTo>
                  <a:lnTo>
                    <a:pt x="164" y="29"/>
                  </a:lnTo>
                  <a:lnTo>
                    <a:pt x="157" y="23"/>
                  </a:lnTo>
                  <a:lnTo>
                    <a:pt x="150" y="17"/>
                  </a:lnTo>
                  <a:lnTo>
                    <a:pt x="143" y="11"/>
                  </a:lnTo>
                  <a:lnTo>
                    <a:pt x="138" y="5"/>
                  </a:lnTo>
                  <a:lnTo>
                    <a:pt x="134" y="0"/>
                  </a:lnTo>
                  <a:close/>
                </a:path>
              </a:pathLst>
            </a:custGeom>
            <a:solidFill>
              <a:srgbClr val="3889AA"/>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76" name="Google Shape;976;p23"/>
            <p:cNvSpPr/>
            <p:nvPr/>
          </p:nvSpPr>
          <p:spPr>
            <a:xfrm>
              <a:off x="3496" y="1992"/>
              <a:ext cx="80" cy="19"/>
            </a:xfrm>
            <a:custGeom>
              <a:rect b="b" l="l" r="r" t="t"/>
              <a:pathLst>
                <a:path extrusionOk="0" h="19" w="80">
                  <a:moveTo>
                    <a:pt x="0" y="6"/>
                  </a:moveTo>
                  <a:lnTo>
                    <a:pt x="9" y="8"/>
                  </a:lnTo>
                  <a:lnTo>
                    <a:pt x="19" y="10"/>
                  </a:lnTo>
                  <a:lnTo>
                    <a:pt x="30" y="10"/>
                  </a:lnTo>
                  <a:lnTo>
                    <a:pt x="42" y="10"/>
                  </a:lnTo>
                  <a:lnTo>
                    <a:pt x="53" y="8"/>
                  </a:lnTo>
                  <a:lnTo>
                    <a:pt x="63" y="7"/>
                  </a:lnTo>
                  <a:lnTo>
                    <a:pt x="72" y="4"/>
                  </a:lnTo>
                  <a:lnTo>
                    <a:pt x="80" y="0"/>
                  </a:lnTo>
                  <a:lnTo>
                    <a:pt x="76" y="6"/>
                  </a:lnTo>
                  <a:lnTo>
                    <a:pt x="68" y="12"/>
                  </a:lnTo>
                  <a:lnTo>
                    <a:pt x="57" y="16"/>
                  </a:lnTo>
                  <a:lnTo>
                    <a:pt x="44" y="19"/>
                  </a:lnTo>
                  <a:lnTo>
                    <a:pt x="32" y="19"/>
                  </a:lnTo>
                  <a:lnTo>
                    <a:pt x="19" y="18"/>
                  </a:lnTo>
                  <a:lnTo>
                    <a:pt x="8" y="13"/>
                  </a:lnTo>
                  <a:lnTo>
                    <a:pt x="0"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77" name="Google Shape;977;p23"/>
            <p:cNvSpPr/>
            <p:nvPr/>
          </p:nvSpPr>
          <p:spPr>
            <a:xfrm>
              <a:off x="3635" y="2188"/>
              <a:ext cx="77" cy="57"/>
            </a:xfrm>
            <a:custGeom>
              <a:rect b="b" l="l" r="r" t="t"/>
              <a:pathLst>
                <a:path extrusionOk="0" h="57" w="77">
                  <a:moveTo>
                    <a:pt x="9" y="9"/>
                  </a:moveTo>
                  <a:lnTo>
                    <a:pt x="14" y="4"/>
                  </a:lnTo>
                  <a:lnTo>
                    <a:pt x="23" y="0"/>
                  </a:lnTo>
                  <a:lnTo>
                    <a:pt x="31" y="0"/>
                  </a:lnTo>
                  <a:lnTo>
                    <a:pt x="41" y="2"/>
                  </a:lnTo>
                  <a:lnTo>
                    <a:pt x="50" y="5"/>
                  </a:lnTo>
                  <a:lnTo>
                    <a:pt x="60" y="9"/>
                  </a:lnTo>
                  <a:lnTo>
                    <a:pt x="67" y="15"/>
                  </a:lnTo>
                  <a:lnTo>
                    <a:pt x="72" y="19"/>
                  </a:lnTo>
                  <a:lnTo>
                    <a:pt x="77" y="29"/>
                  </a:lnTo>
                  <a:lnTo>
                    <a:pt x="77" y="37"/>
                  </a:lnTo>
                  <a:lnTo>
                    <a:pt x="70" y="45"/>
                  </a:lnTo>
                  <a:lnTo>
                    <a:pt x="60" y="51"/>
                  </a:lnTo>
                  <a:lnTo>
                    <a:pt x="53" y="53"/>
                  </a:lnTo>
                  <a:lnTo>
                    <a:pt x="45" y="55"/>
                  </a:lnTo>
                  <a:lnTo>
                    <a:pt x="38" y="57"/>
                  </a:lnTo>
                  <a:lnTo>
                    <a:pt x="30" y="57"/>
                  </a:lnTo>
                  <a:lnTo>
                    <a:pt x="23" y="57"/>
                  </a:lnTo>
                  <a:lnTo>
                    <a:pt x="16" y="54"/>
                  </a:lnTo>
                  <a:lnTo>
                    <a:pt x="10" y="52"/>
                  </a:lnTo>
                  <a:lnTo>
                    <a:pt x="6" y="48"/>
                  </a:lnTo>
                  <a:lnTo>
                    <a:pt x="1" y="39"/>
                  </a:lnTo>
                  <a:lnTo>
                    <a:pt x="0" y="29"/>
                  </a:lnTo>
                  <a:lnTo>
                    <a:pt x="4" y="18"/>
                  </a:lnTo>
                  <a:lnTo>
                    <a:pt x="9" y="9"/>
                  </a:lnTo>
                  <a:close/>
                </a:path>
              </a:pathLst>
            </a:custGeom>
            <a:solidFill>
              <a:srgbClr val="BA935B"/>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78" name="Google Shape;978;p23"/>
            <p:cNvSpPr/>
            <p:nvPr/>
          </p:nvSpPr>
          <p:spPr>
            <a:xfrm>
              <a:off x="3601" y="1901"/>
              <a:ext cx="130" cy="334"/>
            </a:xfrm>
            <a:custGeom>
              <a:rect b="b" l="l" r="r" t="t"/>
              <a:pathLst>
                <a:path extrusionOk="0" h="334" w="130">
                  <a:moveTo>
                    <a:pt x="29" y="334"/>
                  </a:moveTo>
                  <a:lnTo>
                    <a:pt x="23" y="322"/>
                  </a:lnTo>
                  <a:lnTo>
                    <a:pt x="20" y="306"/>
                  </a:lnTo>
                  <a:lnTo>
                    <a:pt x="23" y="292"/>
                  </a:lnTo>
                  <a:lnTo>
                    <a:pt x="31" y="280"/>
                  </a:lnTo>
                  <a:lnTo>
                    <a:pt x="38" y="275"/>
                  </a:lnTo>
                  <a:lnTo>
                    <a:pt x="45" y="273"/>
                  </a:lnTo>
                  <a:lnTo>
                    <a:pt x="54" y="271"/>
                  </a:lnTo>
                  <a:lnTo>
                    <a:pt x="64" y="269"/>
                  </a:lnTo>
                  <a:lnTo>
                    <a:pt x="74" y="271"/>
                  </a:lnTo>
                  <a:lnTo>
                    <a:pt x="83" y="272"/>
                  </a:lnTo>
                  <a:lnTo>
                    <a:pt x="91" y="274"/>
                  </a:lnTo>
                  <a:lnTo>
                    <a:pt x="97" y="278"/>
                  </a:lnTo>
                  <a:lnTo>
                    <a:pt x="107" y="286"/>
                  </a:lnTo>
                  <a:lnTo>
                    <a:pt x="116" y="296"/>
                  </a:lnTo>
                  <a:lnTo>
                    <a:pt x="122" y="306"/>
                  </a:lnTo>
                  <a:lnTo>
                    <a:pt x="120" y="320"/>
                  </a:lnTo>
                  <a:lnTo>
                    <a:pt x="126" y="306"/>
                  </a:lnTo>
                  <a:lnTo>
                    <a:pt x="130" y="292"/>
                  </a:lnTo>
                  <a:lnTo>
                    <a:pt x="128" y="278"/>
                  </a:lnTo>
                  <a:lnTo>
                    <a:pt x="125" y="266"/>
                  </a:lnTo>
                  <a:lnTo>
                    <a:pt x="117" y="253"/>
                  </a:lnTo>
                  <a:lnTo>
                    <a:pt x="112" y="236"/>
                  </a:lnTo>
                  <a:lnTo>
                    <a:pt x="108" y="219"/>
                  </a:lnTo>
                  <a:lnTo>
                    <a:pt x="107" y="206"/>
                  </a:lnTo>
                  <a:lnTo>
                    <a:pt x="103" y="192"/>
                  </a:lnTo>
                  <a:lnTo>
                    <a:pt x="98" y="171"/>
                  </a:lnTo>
                  <a:lnTo>
                    <a:pt x="92" y="153"/>
                  </a:lnTo>
                  <a:lnTo>
                    <a:pt x="89" y="140"/>
                  </a:lnTo>
                  <a:lnTo>
                    <a:pt x="91" y="123"/>
                  </a:lnTo>
                  <a:lnTo>
                    <a:pt x="93" y="95"/>
                  </a:lnTo>
                  <a:lnTo>
                    <a:pt x="96" y="65"/>
                  </a:lnTo>
                  <a:lnTo>
                    <a:pt x="96" y="44"/>
                  </a:lnTo>
                  <a:lnTo>
                    <a:pt x="94" y="32"/>
                  </a:lnTo>
                  <a:lnTo>
                    <a:pt x="92" y="23"/>
                  </a:lnTo>
                  <a:lnTo>
                    <a:pt x="86" y="16"/>
                  </a:lnTo>
                  <a:lnTo>
                    <a:pt x="77" y="10"/>
                  </a:lnTo>
                  <a:lnTo>
                    <a:pt x="70" y="7"/>
                  </a:lnTo>
                  <a:lnTo>
                    <a:pt x="64" y="5"/>
                  </a:lnTo>
                  <a:lnTo>
                    <a:pt x="55" y="2"/>
                  </a:lnTo>
                  <a:lnTo>
                    <a:pt x="46" y="1"/>
                  </a:lnTo>
                  <a:lnTo>
                    <a:pt x="36" y="0"/>
                  </a:lnTo>
                  <a:lnTo>
                    <a:pt x="28" y="1"/>
                  </a:lnTo>
                  <a:lnTo>
                    <a:pt x="20" y="2"/>
                  </a:lnTo>
                  <a:lnTo>
                    <a:pt x="14" y="7"/>
                  </a:lnTo>
                  <a:lnTo>
                    <a:pt x="5" y="20"/>
                  </a:lnTo>
                  <a:lnTo>
                    <a:pt x="1" y="35"/>
                  </a:lnTo>
                  <a:lnTo>
                    <a:pt x="0" y="50"/>
                  </a:lnTo>
                  <a:lnTo>
                    <a:pt x="2" y="66"/>
                  </a:lnTo>
                  <a:lnTo>
                    <a:pt x="7" y="81"/>
                  </a:lnTo>
                  <a:lnTo>
                    <a:pt x="14" y="96"/>
                  </a:lnTo>
                  <a:lnTo>
                    <a:pt x="19" y="111"/>
                  </a:lnTo>
                  <a:lnTo>
                    <a:pt x="20" y="128"/>
                  </a:lnTo>
                  <a:lnTo>
                    <a:pt x="20" y="147"/>
                  </a:lnTo>
                  <a:lnTo>
                    <a:pt x="20" y="165"/>
                  </a:lnTo>
                  <a:lnTo>
                    <a:pt x="19" y="182"/>
                  </a:lnTo>
                  <a:lnTo>
                    <a:pt x="19" y="196"/>
                  </a:lnTo>
                  <a:lnTo>
                    <a:pt x="19" y="211"/>
                  </a:lnTo>
                  <a:lnTo>
                    <a:pt x="20" y="229"/>
                  </a:lnTo>
                  <a:lnTo>
                    <a:pt x="19" y="249"/>
                  </a:lnTo>
                  <a:lnTo>
                    <a:pt x="12" y="272"/>
                  </a:lnTo>
                  <a:lnTo>
                    <a:pt x="7" y="293"/>
                  </a:lnTo>
                  <a:lnTo>
                    <a:pt x="10" y="310"/>
                  </a:lnTo>
                  <a:lnTo>
                    <a:pt x="18" y="323"/>
                  </a:lnTo>
                  <a:lnTo>
                    <a:pt x="29" y="334"/>
                  </a:lnTo>
                  <a:close/>
                </a:path>
              </a:pathLst>
            </a:custGeom>
            <a:solidFill>
              <a:srgbClr val="3889AA"/>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79" name="Google Shape;979;p23"/>
            <p:cNvSpPr/>
            <p:nvPr/>
          </p:nvSpPr>
          <p:spPr>
            <a:xfrm>
              <a:off x="3195" y="1804"/>
              <a:ext cx="224" cy="261"/>
            </a:xfrm>
            <a:custGeom>
              <a:rect b="b" l="l" r="r" t="t"/>
              <a:pathLst>
                <a:path extrusionOk="0" h="261" w="224">
                  <a:moveTo>
                    <a:pt x="224" y="1"/>
                  </a:moveTo>
                  <a:lnTo>
                    <a:pt x="218" y="0"/>
                  </a:lnTo>
                  <a:lnTo>
                    <a:pt x="208" y="6"/>
                  </a:lnTo>
                  <a:lnTo>
                    <a:pt x="195" y="17"/>
                  </a:lnTo>
                  <a:lnTo>
                    <a:pt x="183" y="30"/>
                  </a:lnTo>
                  <a:lnTo>
                    <a:pt x="169" y="44"/>
                  </a:lnTo>
                  <a:lnTo>
                    <a:pt x="155" y="59"/>
                  </a:lnTo>
                  <a:lnTo>
                    <a:pt x="145" y="69"/>
                  </a:lnTo>
                  <a:lnTo>
                    <a:pt x="136" y="77"/>
                  </a:lnTo>
                  <a:lnTo>
                    <a:pt x="129" y="83"/>
                  </a:lnTo>
                  <a:lnTo>
                    <a:pt x="120" y="90"/>
                  </a:lnTo>
                  <a:lnTo>
                    <a:pt x="110" y="97"/>
                  </a:lnTo>
                  <a:lnTo>
                    <a:pt x="100" y="105"/>
                  </a:lnTo>
                  <a:lnTo>
                    <a:pt x="89" y="114"/>
                  </a:lnTo>
                  <a:lnTo>
                    <a:pt x="79" y="120"/>
                  </a:lnTo>
                  <a:lnTo>
                    <a:pt x="72" y="126"/>
                  </a:lnTo>
                  <a:lnTo>
                    <a:pt x="64" y="128"/>
                  </a:lnTo>
                  <a:lnTo>
                    <a:pt x="58" y="131"/>
                  </a:lnTo>
                  <a:lnTo>
                    <a:pt x="50" y="135"/>
                  </a:lnTo>
                  <a:lnTo>
                    <a:pt x="43" y="142"/>
                  </a:lnTo>
                  <a:lnTo>
                    <a:pt x="35" y="150"/>
                  </a:lnTo>
                  <a:lnTo>
                    <a:pt x="29" y="157"/>
                  </a:lnTo>
                  <a:lnTo>
                    <a:pt x="21" y="163"/>
                  </a:lnTo>
                  <a:lnTo>
                    <a:pt x="15" y="168"/>
                  </a:lnTo>
                  <a:lnTo>
                    <a:pt x="9" y="169"/>
                  </a:lnTo>
                  <a:lnTo>
                    <a:pt x="4" y="183"/>
                  </a:lnTo>
                  <a:lnTo>
                    <a:pt x="0" y="207"/>
                  </a:lnTo>
                  <a:lnTo>
                    <a:pt x="1" y="235"/>
                  </a:lnTo>
                  <a:lnTo>
                    <a:pt x="10" y="261"/>
                  </a:lnTo>
                  <a:lnTo>
                    <a:pt x="18" y="259"/>
                  </a:lnTo>
                  <a:lnTo>
                    <a:pt x="28" y="256"/>
                  </a:lnTo>
                  <a:lnTo>
                    <a:pt x="39" y="253"/>
                  </a:lnTo>
                  <a:lnTo>
                    <a:pt x="52" y="250"/>
                  </a:lnTo>
                  <a:lnTo>
                    <a:pt x="64" y="248"/>
                  </a:lnTo>
                  <a:lnTo>
                    <a:pt x="74" y="244"/>
                  </a:lnTo>
                  <a:lnTo>
                    <a:pt x="83" y="241"/>
                  </a:lnTo>
                  <a:lnTo>
                    <a:pt x="89" y="237"/>
                  </a:lnTo>
                  <a:lnTo>
                    <a:pt x="95" y="233"/>
                  </a:lnTo>
                  <a:lnTo>
                    <a:pt x="101" y="229"/>
                  </a:lnTo>
                  <a:lnTo>
                    <a:pt x="108" y="223"/>
                  </a:lnTo>
                  <a:lnTo>
                    <a:pt x="117" y="216"/>
                  </a:lnTo>
                  <a:lnTo>
                    <a:pt x="127" y="206"/>
                  </a:lnTo>
                  <a:lnTo>
                    <a:pt x="136" y="195"/>
                  </a:lnTo>
                  <a:lnTo>
                    <a:pt x="146" y="181"/>
                  </a:lnTo>
                  <a:lnTo>
                    <a:pt x="155" y="164"/>
                  </a:lnTo>
                  <a:lnTo>
                    <a:pt x="150" y="146"/>
                  </a:lnTo>
                  <a:lnTo>
                    <a:pt x="147" y="126"/>
                  </a:lnTo>
                  <a:lnTo>
                    <a:pt x="147" y="107"/>
                  </a:lnTo>
                  <a:lnTo>
                    <a:pt x="150" y="96"/>
                  </a:lnTo>
                  <a:lnTo>
                    <a:pt x="155" y="90"/>
                  </a:lnTo>
                  <a:lnTo>
                    <a:pt x="163" y="80"/>
                  </a:lnTo>
                  <a:lnTo>
                    <a:pt x="173" y="67"/>
                  </a:lnTo>
                  <a:lnTo>
                    <a:pt x="185" y="53"/>
                  </a:lnTo>
                  <a:lnTo>
                    <a:pt x="197" y="37"/>
                  </a:lnTo>
                  <a:lnTo>
                    <a:pt x="208" y="23"/>
                  </a:lnTo>
                  <a:lnTo>
                    <a:pt x="218" y="11"/>
                  </a:lnTo>
                  <a:lnTo>
                    <a:pt x="224" y="1"/>
                  </a:lnTo>
                  <a:close/>
                </a:path>
              </a:pathLst>
            </a:custGeom>
            <a:solidFill>
              <a:srgbClr val="3889AA"/>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80" name="Google Shape;980;p23"/>
            <p:cNvSpPr/>
            <p:nvPr/>
          </p:nvSpPr>
          <p:spPr>
            <a:xfrm>
              <a:off x="3165" y="1997"/>
              <a:ext cx="20" cy="48"/>
            </a:xfrm>
            <a:custGeom>
              <a:rect b="b" l="l" r="r" t="t"/>
              <a:pathLst>
                <a:path extrusionOk="0" h="48" w="20">
                  <a:moveTo>
                    <a:pt x="20" y="0"/>
                  </a:moveTo>
                  <a:lnTo>
                    <a:pt x="15" y="1"/>
                  </a:lnTo>
                  <a:lnTo>
                    <a:pt x="9" y="6"/>
                  </a:lnTo>
                  <a:lnTo>
                    <a:pt x="4" y="12"/>
                  </a:lnTo>
                  <a:lnTo>
                    <a:pt x="1" y="19"/>
                  </a:lnTo>
                  <a:lnTo>
                    <a:pt x="0" y="27"/>
                  </a:lnTo>
                  <a:lnTo>
                    <a:pt x="1" y="36"/>
                  </a:lnTo>
                  <a:lnTo>
                    <a:pt x="7" y="42"/>
                  </a:lnTo>
                  <a:lnTo>
                    <a:pt x="19" y="48"/>
                  </a:lnTo>
                  <a:lnTo>
                    <a:pt x="19" y="37"/>
                  </a:lnTo>
                  <a:lnTo>
                    <a:pt x="17" y="25"/>
                  </a:lnTo>
                  <a:lnTo>
                    <a:pt x="19" y="13"/>
                  </a:lnTo>
                  <a:lnTo>
                    <a:pt x="20" y="0"/>
                  </a:lnTo>
                  <a:close/>
                </a:path>
              </a:pathLst>
            </a:custGeom>
            <a:solidFill>
              <a:srgbClr val="BA935B"/>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81" name="Google Shape;981;p23"/>
            <p:cNvSpPr/>
            <p:nvPr/>
          </p:nvSpPr>
          <p:spPr>
            <a:xfrm>
              <a:off x="3482" y="2393"/>
              <a:ext cx="130" cy="455"/>
            </a:xfrm>
            <a:custGeom>
              <a:rect b="b" l="l" r="r" t="t"/>
              <a:pathLst>
                <a:path extrusionOk="0" h="455" w="130">
                  <a:moveTo>
                    <a:pt x="130" y="2"/>
                  </a:moveTo>
                  <a:lnTo>
                    <a:pt x="123" y="2"/>
                  </a:lnTo>
                  <a:lnTo>
                    <a:pt x="113" y="4"/>
                  </a:lnTo>
                  <a:lnTo>
                    <a:pt x="101" y="4"/>
                  </a:lnTo>
                  <a:lnTo>
                    <a:pt x="87" y="4"/>
                  </a:lnTo>
                  <a:lnTo>
                    <a:pt x="73" y="5"/>
                  </a:lnTo>
                  <a:lnTo>
                    <a:pt x="61" y="4"/>
                  </a:lnTo>
                  <a:lnTo>
                    <a:pt x="51" y="2"/>
                  </a:lnTo>
                  <a:lnTo>
                    <a:pt x="42" y="1"/>
                  </a:lnTo>
                  <a:lnTo>
                    <a:pt x="36" y="0"/>
                  </a:lnTo>
                  <a:lnTo>
                    <a:pt x="28" y="0"/>
                  </a:lnTo>
                  <a:lnTo>
                    <a:pt x="21" y="1"/>
                  </a:lnTo>
                  <a:lnTo>
                    <a:pt x="14" y="4"/>
                  </a:lnTo>
                  <a:lnTo>
                    <a:pt x="9" y="5"/>
                  </a:lnTo>
                  <a:lnTo>
                    <a:pt x="4" y="7"/>
                  </a:lnTo>
                  <a:lnTo>
                    <a:pt x="2" y="8"/>
                  </a:lnTo>
                  <a:lnTo>
                    <a:pt x="0" y="10"/>
                  </a:lnTo>
                  <a:lnTo>
                    <a:pt x="4" y="29"/>
                  </a:lnTo>
                  <a:lnTo>
                    <a:pt x="7" y="50"/>
                  </a:lnTo>
                  <a:lnTo>
                    <a:pt x="8" y="71"/>
                  </a:lnTo>
                  <a:lnTo>
                    <a:pt x="8" y="87"/>
                  </a:lnTo>
                  <a:lnTo>
                    <a:pt x="10" y="116"/>
                  </a:lnTo>
                  <a:lnTo>
                    <a:pt x="14" y="164"/>
                  </a:lnTo>
                  <a:lnTo>
                    <a:pt x="18" y="211"/>
                  </a:lnTo>
                  <a:lnTo>
                    <a:pt x="21" y="241"/>
                  </a:lnTo>
                  <a:lnTo>
                    <a:pt x="22" y="259"/>
                  </a:lnTo>
                  <a:lnTo>
                    <a:pt x="22" y="281"/>
                  </a:lnTo>
                  <a:lnTo>
                    <a:pt x="22" y="304"/>
                  </a:lnTo>
                  <a:lnTo>
                    <a:pt x="24" y="321"/>
                  </a:lnTo>
                  <a:lnTo>
                    <a:pt x="27" y="346"/>
                  </a:lnTo>
                  <a:lnTo>
                    <a:pt x="27" y="387"/>
                  </a:lnTo>
                  <a:lnTo>
                    <a:pt x="26" y="428"/>
                  </a:lnTo>
                  <a:lnTo>
                    <a:pt x="24" y="454"/>
                  </a:lnTo>
                  <a:lnTo>
                    <a:pt x="32" y="455"/>
                  </a:lnTo>
                  <a:lnTo>
                    <a:pt x="42" y="455"/>
                  </a:lnTo>
                  <a:lnTo>
                    <a:pt x="53" y="455"/>
                  </a:lnTo>
                  <a:lnTo>
                    <a:pt x="66" y="454"/>
                  </a:lnTo>
                  <a:lnTo>
                    <a:pt x="80" y="451"/>
                  </a:lnTo>
                  <a:lnTo>
                    <a:pt x="92" y="448"/>
                  </a:lnTo>
                  <a:lnTo>
                    <a:pt x="104" y="443"/>
                  </a:lnTo>
                  <a:lnTo>
                    <a:pt x="114" y="437"/>
                  </a:lnTo>
                  <a:lnTo>
                    <a:pt x="115" y="407"/>
                  </a:lnTo>
                  <a:lnTo>
                    <a:pt x="113" y="360"/>
                  </a:lnTo>
                  <a:lnTo>
                    <a:pt x="109" y="314"/>
                  </a:lnTo>
                  <a:lnTo>
                    <a:pt x="106" y="285"/>
                  </a:lnTo>
                  <a:lnTo>
                    <a:pt x="120" y="311"/>
                  </a:lnTo>
                  <a:lnTo>
                    <a:pt x="119" y="278"/>
                  </a:lnTo>
                  <a:lnTo>
                    <a:pt x="119" y="231"/>
                  </a:lnTo>
                  <a:lnTo>
                    <a:pt x="119" y="188"/>
                  </a:lnTo>
                  <a:lnTo>
                    <a:pt x="120" y="159"/>
                  </a:lnTo>
                  <a:lnTo>
                    <a:pt x="121" y="135"/>
                  </a:lnTo>
                  <a:lnTo>
                    <a:pt x="123" y="102"/>
                  </a:lnTo>
                  <a:lnTo>
                    <a:pt x="125" y="68"/>
                  </a:lnTo>
                  <a:lnTo>
                    <a:pt x="128" y="48"/>
                  </a:lnTo>
                  <a:lnTo>
                    <a:pt x="130" y="37"/>
                  </a:lnTo>
                  <a:lnTo>
                    <a:pt x="130" y="25"/>
                  </a:lnTo>
                  <a:lnTo>
                    <a:pt x="130" y="13"/>
                  </a:lnTo>
                  <a:lnTo>
                    <a:pt x="130" y="2"/>
                  </a:lnTo>
                  <a:close/>
                </a:path>
              </a:pathLst>
            </a:custGeom>
            <a:solidFill>
              <a:srgbClr val="AFCCA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82" name="Google Shape;982;p23"/>
            <p:cNvSpPr/>
            <p:nvPr/>
          </p:nvSpPr>
          <p:spPr>
            <a:xfrm>
              <a:off x="3387" y="2399"/>
              <a:ext cx="95" cy="405"/>
            </a:xfrm>
            <a:custGeom>
              <a:rect b="b" l="l" r="r" t="t"/>
              <a:pathLst>
                <a:path extrusionOk="0" h="405" w="95">
                  <a:moveTo>
                    <a:pt x="8" y="0"/>
                  </a:moveTo>
                  <a:lnTo>
                    <a:pt x="8" y="17"/>
                  </a:lnTo>
                  <a:lnTo>
                    <a:pt x="10" y="42"/>
                  </a:lnTo>
                  <a:lnTo>
                    <a:pt x="11" y="68"/>
                  </a:lnTo>
                  <a:lnTo>
                    <a:pt x="11" y="90"/>
                  </a:lnTo>
                  <a:lnTo>
                    <a:pt x="11" y="105"/>
                  </a:lnTo>
                  <a:lnTo>
                    <a:pt x="11" y="122"/>
                  </a:lnTo>
                  <a:lnTo>
                    <a:pt x="11" y="138"/>
                  </a:lnTo>
                  <a:lnTo>
                    <a:pt x="10" y="152"/>
                  </a:lnTo>
                  <a:lnTo>
                    <a:pt x="8" y="169"/>
                  </a:lnTo>
                  <a:lnTo>
                    <a:pt x="7" y="190"/>
                  </a:lnTo>
                  <a:lnTo>
                    <a:pt x="6" y="213"/>
                  </a:lnTo>
                  <a:lnTo>
                    <a:pt x="6" y="234"/>
                  </a:lnTo>
                  <a:lnTo>
                    <a:pt x="7" y="255"/>
                  </a:lnTo>
                  <a:lnTo>
                    <a:pt x="7" y="280"/>
                  </a:lnTo>
                  <a:lnTo>
                    <a:pt x="7" y="304"/>
                  </a:lnTo>
                  <a:lnTo>
                    <a:pt x="6" y="321"/>
                  </a:lnTo>
                  <a:lnTo>
                    <a:pt x="3" y="340"/>
                  </a:lnTo>
                  <a:lnTo>
                    <a:pt x="1" y="365"/>
                  </a:lnTo>
                  <a:lnTo>
                    <a:pt x="0" y="387"/>
                  </a:lnTo>
                  <a:lnTo>
                    <a:pt x="0" y="396"/>
                  </a:lnTo>
                  <a:lnTo>
                    <a:pt x="6" y="400"/>
                  </a:lnTo>
                  <a:lnTo>
                    <a:pt x="13" y="402"/>
                  </a:lnTo>
                  <a:lnTo>
                    <a:pt x="22" y="405"/>
                  </a:lnTo>
                  <a:lnTo>
                    <a:pt x="31" y="405"/>
                  </a:lnTo>
                  <a:lnTo>
                    <a:pt x="41" y="404"/>
                  </a:lnTo>
                  <a:lnTo>
                    <a:pt x="53" y="401"/>
                  </a:lnTo>
                  <a:lnTo>
                    <a:pt x="64" y="399"/>
                  </a:lnTo>
                  <a:lnTo>
                    <a:pt x="76" y="394"/>
                  </a:lnTo>
                  <a:lnTo>
                    <a:pt x="78" y="371"/>
                  </a:lnTo>
                  <a:lnTo>
                    <a:pt x="83" y="341"/>
                  </a:lnTo>
                  <a:lnTo>
                    <a:pt x="89" y="313"/>
                  </a:lnTo>
                  <a:lnTo>
                    <a:pt x="95" y="289"/>
                  </a:lnTo>
                  <a:lnTo>
                    <a:pt x="95" y="262"/>
                  </a:lnTo>
                  <a:lnTo>
                    <a:pt x="94" y="229"/>
                  </a:lnTo>
                  <a:lnTo>
                    <a:pt x="93" y="196"/>
                  </a:lnTo>
                  <a:lnTo>
                    <a:pt x="92" y="172"/>
                  </a:lnTo>
                  <a:lnTo>
                    <a:pt x="88" y="151"/>
                  </a:lnTo>
                  <a:lnTo>
                    <a:pt x="84" y="125"/>
                  </a:lnTo>
                  <a:lnTo>
                    <a:pt x="82" y="99"/>
                  </a:lnTo>
                  <a:lnTo>
                    <a:pt x="79" y="83"/>
                  </a:lnTo>
                  <a:lnTo>
                    <a:pt x="80" y="67"/>
                  </a:lnTo>
                  <a:lnTo>
                    <a:pt x="83" y="46"/>
                  </a:lnTo>
                  <a:lnTo>
                    <a:pt x="84" y="22"/>
                  </a:lnTo>
                  <a:lnTo>
                    <a:pt x="83" y="1"/>
                  </a:lnTo>
                  <a:lnTo>
                    <a:pt x="75" y="0"/>
                  </a:lnTo>
                  <a:lnTo>
                    <a:pt x="66" y="1"/>
                  </a:lnTo>
                  <a:lnTo>
                    <a:pt x="56" y="1"/>
                  </a:lnTo>
                  <a:lnTo>
                    <a:pt x="45" y="2"/>
                  </a:lnTo>
                  <a:lnTo>
                    <a:pt x="34" y="4"/>
                  </a:lnTo>
                  <a:lnTo>
                    <a:pt x="24" y="4"/>
                  </a:lnTo>
                  <a:lnTo>
                    <a:pt x="15" y="2"/>
                  </a:lnTo>
                  <a:lnTo>
                    <a:pt x="8" y="0"/>
                  </a:lnTo>
                  <a:close/>
                </a:path>
              </a:pathLst>
            </a:custGeom>
            <a:solidFill>
              <a:srgbClr val="AFCCA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83" name="Google Shape;983;p23"/>
            <p:cNvSpPr/>
            <p:nvPr/>
          </p:nvSpPr>
          <p:spPr>
            <a:xfrm>
              <a:off x="2204" y="1999"/>
              <a:ext cx="1253" cy="1206"/>
            </a:xfrm>
            <a:custGeom>
              <a:rect b="b" l="l" r="r" t="t"/>
              <a:pathLst>
                <a:path extrusionOk="0" h="1206" w="1253">
                  <a:moveTo>
                    <a:pt x="775" y="19"/>
                  </a:moveTo>
                  <a:lnTo>
                    <a:pt x="767" y="17"/>
                  </a:lnTo>
                  <a:lnTo>
                    <a:pt x="755" y="15"/>
                  </a:lnTo>
                  <a:lnTo>
                    <a:pt x="741" y="12"/>
                  </a:lnTo>
                  <a:lnTo>
                    <a:pt x="725" y="10"/>
                  </a:lnTo>
                  <a:lnTo>
                    <a:pt x="707" y="7"/>
                  </a:lnTo>
                  <a:lnTo>
                    <a:pt x="687" y="5"/>
                  </a:lnTo>
                  <a:lnTo>
                    <a:pt x="667" y="4"/>
                  </a:lnTo>
                  <a:lnTo>
                    <a:pt x="647" y="1"/>
                  </a:lnTo>
                  <a:lnTo>
                    <a:pt x="625" y="1"/>
                  </a:lnTo>
                  <a:lnTo>
                    <a:pt x="605" y="0"/>
                  </a:lnTo>
                  <a:lnTo>
                    <a:pt x="585" y="0"/>
                  </a:lnTo>
                  <a:lnTo>
                    <a:pt x="566" y="0"/>
                  </a:lnTo>
                  <a:lnTo>
                    <a:pt x="549" y="0"/>
                  </a:lnTo>
                  <a:lnTo>
                    <a:pt x="533" y="1"/>
                  </a:lnTo>
                  <a:lnTo>
                    <a:pt x="521" y="4"/>
                  </a:lnTo>
                  <a:lnTo>
                    <a:pt x="511" y="6"/>
                  </a:lnTo>
                  <a:lnTo>
                    <a:pt x="491" y="12"/>
                  </a:lnTo>
                  <a:lnTo>
                    <a:pt x="468" y="21"/>
                  </a:lnTo>
                  <a:lnTo>
                    <a:pt x="444" y="28"/>
                  </a:lnTo>
                  <a:lnTo>
                    <a:pt x="418" y="36"/>
                  </a:lnTo>
                  <a:lnTo>
                    <a:pt x="394" y="44"/>
                  </a:lnTo>
                  <a:lnTo>
                    <a:pt x="371" y="52"/>
                  </a:lnTo>
                  <a:lnTo>
                    <a:pt x="353" y="58"/>
                  </a:lnTo>
                  <a:lnTo>
                    <a:pt x="339" y="62"/>
                  </a:lnTo>
                  <a:lnTo>
                    <a:pt x="324" y="71"/>
                  </a:lnTo>
                  <a:lnTo>
                    <a:pt x="303" y="86"/>
                  </a:lnTo>
                  <a:lnTo>
                    <a:pt x="276" y="107"/>
                  </a:lnTo>
                  <a:lnTo>
                    <a:pt x="247" y="131"/>
                  </a:lnTo>
                  <a:lnTo>
                    <a:pt x="217" y="156"/>
                  </a:lnTo>
                  <a:lnTo>
                    <a:pt x="188" y="180"/>
                  </a:lnTo>
                  <a:lnTo>
                    <a:pt x="163" y="201"/>
                  </a:lnTo>
                  <a:lnTo>
                    <a:pt x="143" y="218"/>
                  </a:lnTo>
                  <a:lnTo>
                    <a:pt x="124" y="240"/>
                  </a:lnTo>
                  <a:lnTo>
                    <a:pt x="101" y="273"/>
                  </a:lnTo>
                  <a:lnTo>
                    <a:pt x="77" y="315"/>
                  </a:lnTo>
                  <a:lnTo>
                    <a:pt x="55" y="363"/>
                  </a:lnTo>
                  <a:lnTo>
                    <a:pt x="33" y="413"/>
                  </a:lnTo>
                  <a:lnTo>
                    <a:pt x="17" y="465"/>
                  </a:lnTo>
                  <a:lnTo>
                    <a:pt x="4" y="514"/>
                  </a:lnTo>
                  <a:lnTo>
                    <a:pt x="0" y="557"/>
                  </a:lnTo>
                  <a:lnTo>
                    <a:pt x="2" y="598"/>
                  </a:lnTo>
                  <a:lnTo>
                    <a:pt x="4" y="640"/>
                  </a:lnTo>
                  <a:lnTo>
                    <a:pt x="8" y="681"/>
                  </a:lnTo>
                  <a:lnTo>
                    <a:pt x="14" y="722"/>
                  </a:lnTo>
                  <a:lnTo>
                    <a:pt x="20" y="759"/>
                  </a:lnTo>
                  <a:lnTo>
                    <a:pt x="28" y="792"/>
                  </a:lnTo>
                  <a:lnTo>
                    <a:pt x="36" y="817"/>
                  </a:lnTo>
                  <a:lnTo>
                    <a:pt x="43" y="836"/>
                  </a:lnTo>
                  <a:lnTo>
                    <a:pt x="51" y="853"/>
                  </a:lnTo>
                  <a:lnTo>
                    <a:pt x="60" y="871"/>
                  </a:lnTo>
                  <a:lnTo>
                    <a:pt x="70" y="891"/>
                  </a:lnTo>
                  <a:lnTo>
                    <a:pt x="80" y="911"/>
                  </a:lnTo>
                  <a:lnTo>
                    <a:pt x="90" y="932"/>
                  </a:lnTo>
                  <a:lnTo>
                    <a:pt x="99" y="950"/>
                  </a:lnTo>
                  <a:lnTo>
                    <a:pt x="107" y="965"/>
                  </a:lnTo>
                  <a:lnTo>
                    <a:pt x="114" y="978"/>
                  </a:lnTo>
                  <a:lnTo>
                    <a:pt x="118" y="984"/>
                  </a:lnTo>
                  <a:lnTo>
                    <a:pt x="124" y="993"/>
                  </a:lnTo>
                  <a:lnTo>
                    <a:pt x="133" y="1002"/>
                  </a:lnTo>
                  <a:lnTo>
                    <a:pt x="143" y="1013"/>
                  </a:lnTo>
                  <a:lnTo>
                    <a:pt x="154" y="1024"/>
                  </a:lnTo>
                  <a:lnTo>
                    <a:pt x="167" y="1037"/>
                  </a:lnTo>
                  <a:lnTo>
                    <a:pt x="182" y="1049"/>
                  </a:lnTo>
                  <a:lnTo>
                    <a:pt x="197" y="1062"/>
                  </a:lnTo>
                  <a:lnTo>
                    <a:pt x="212" y="1075"/>
                  </a:lnTo>
                  <a:lnTo>
                    <a:pt x="228" y="1087"/>
                  </a:lnTo>
                  <a:lnTo>
                    <a:pt x="245" y="1100"/>
                  </a:lnTo>
                  <a:lnTo>
                    <a:pt x="262" y="1111"/>
                  </a:lnTo>
                  <a:lnTo>
                    <a:pt x="278" y="1122"/>
                  </a:lnTo>
                  <a:lnTo>
                    <a:pt x="294" y="1132"/>
                  </a:lnTo>
                  <a:lnTo>
                    <a:pt x="309" y="1140"/>
                  </a:lnTo>
                  <a:lnTo>
                    <a:pt x="323" y="1146"/>
                  </a:lnTo>
                  <a:lnTo>
                    <a:pt x="339" y="1152"/>
                  </a:lnTo>
                  <a:lnTo>
                    <a:pt x="358" y="1158"/>
                  </a:lnTo>
                  <a:lnTo>
                    <a:pt x="382" y="1164"/>
                  </a:lnTo>
                  <a:lnTo>
                    <a:pt x="409" y="1170"/>
                  </a:lnTo>
                  <a:lnTo>
                    <a:pt x="438" y="1175"/>
                  </a:lnTo>
                  <a:lnTo>
                    <a:pt x="468" y="1181"/>
                  </a:lnTo>
                  <a:lnTo>
                    <a:pt x="499" y="1185"/>
                  </a:lnTo>
                  <a:lnTo>
                    <a:pt x="532" y="1190"/>
                  </a:lnTo>
                  <a:lnTo>
                    <a:pt x="564" y="1195"/>
                  </a:lnTo>
                  <a:lnTo>
                    <a:pt x="595" y="1199"/>
                  </a:lnTo>
                  <a:lnTo>
                    <a:pt x="624" y="1202"/>
                  </a:lnTo>
                  <a:lnTo>
                    <a:pt x="653" y="1205"/>
                  </a:lnTo>
                  <a:lnTo>
                    <a:pt x="678" y="1206"/>
                  </a:lnTo>
                  <a:lnTo>
                    <a:pt x="700" y="1206"/>
                  </a:lnTo>
                  <a:lnTo>
                    <a:pt x="719" y="1206"/>
                  </a:lnTo>
                  <a:lnTo>
                    <a:pt x="733" y="1203"/>
                  </a:lnTo>
                  <a:lnTo>
                    <a:pt x="745" y="1201"/>
                  </a:lnTo>
                  <a:lnTo>
                    <a:pt x="758" y="1197"/>
                  </a:lnTo>
                  <a:lnTo>
                    <a:pt x="772" y="1194"/>
                  </a:lnTo>
                  <a:lnTo>
                    <a:pt x="787" y="1190"/>
                  </a:lnTo>
                  <a:lnTo>
                    <a:pt x="802" y="1187"/>
                  </a:lnTo>
                  <a:lnTo>
                    <a:pt x="817" y="1183"/>
                  </a:lnTo>
                  <a:lnTo>
                    <a:pt x="832" y="1178"/>
                  </a:lnTo>
                  <a:lnTo>
                    <a:pt x="847" y="1174"/>
                  </a:lnTo>
                  <a:lnTo>
                    <a:pt x="862" y="1169"/>
                  </a:lnTo>
                  <a:lnTo>
                    <a:pt x="876" y="1164"/>
                  </a:lnTo>
                  <a:lnTo>
                    <a:pt x="890" y="1159"/>
                  </a:lnTo>
                  <a:lnTo>
                    <a:pt x="902" y="1154"/>
                  </a:lnTo>
                  <a:lnTo>
                    <a:pt x="913" y="1150"/>
                  </a:lnTo>
                  <a:lnTo>
                    <a:pt x="923" y="1145"/>
                  </a:lnTo>
                  <a:lnTo>
                    <a:pt x="931" y="1140"/>
                  </a:lnTo>
                  <a:lnTo>
                    <a:pt x="937" y="1135"/>
                  </a:lnTo>
                  <a:lnTo>
                    <a:pt x="949" y="1123"/>
                  </a:lnTo>
                  <a:lnTo>
                    <a:pt x="967" y="1108"/>
                  </a:lnTo>
                  <a:lnTo>
                    <a:pt x="986" y="1090"/>
                  </a:lnTo>
                  <a:lnTo>
                    <a:pt x="1006" y="1072"/>
                  </a:lnTo>
                  <a:lnTo>
                    <a:pt x="1028" y="1053"/>
                  </a:lnTo>
                  <a:lnTo>
                    <a:pt x="1048" y="1036"/>
                  </a:lnTo>
                  <a:lnTo>
                    <a:pt x="1065" y="1021"/>
                  </a:lnTo>
                  <a:lnTo>
                    <a:pt x="1080" y="1012"/>
                  </a:lnTo>
                  <a:lnTo>
                    <a:pt x="1097" y="999"/>
                  </a:lnTo>
                  <a:lnTo>
                    <a:pt x="1118" y="974"/>
                  </a:lnTo>
                  <a:lnTo>
                    <a:pt x="1142" y="941"/>
                  </a:lnTo>
                  <a:lnTo>
                    <a:pt x="1167" y="904"/>
                  </a:lnTo>
                  <a:lnTo>
                    <a:pt x="1191" y="865"/>
                  </a:lnTo>
                  <a:lnTo>
                    <a:pt x="1213" y="826"/>
                  </a:lnTo>
                  <a:lnTo>
                    <a:pt x="1229" y="790"/>
                  </a:lnTo>
                  <a:lnTo>
                    <a:pt x="1238" y="763"/>
                  </a:lnTo>
                  <a:lnTo>
                    <a:pt x="1247" y="714"/>
                  </a:lnTo>
                  <a:lnTo>
                    <a:pt x="1253" y="661"/>
                  </a:lnTo>
                  <a:lnTo>
                    <a:pt x="1252" y="600"/>
                  </a:lnTo>
                  <a:lnTo>
                    <a:pt x="1244" y="531"/>
                  </a:lnTo>
                  <a:lnTo>
                    <a:pt x="1234" y="487"/>
                  </a:lnTo>
                  <a:lnTo>
                    <a:pt x="1217" y="440"/>
                  </a:lnTo>
                  <a:lnTo>
                    <a:pt x="1195" y="389"/>
                  </a:lnTo>
                  <a:lnTo>
                    <a:pt x="1171" y="338"/>
                  </a:lnTo>
                  <a:lnTo>
                    <a:pt x="1146" y="291"/>
                  </a:lnTo>
                  <a:lnTo>
                    <a:pt x="1122" y="250"/>
                  </a:lnTo>
                  <a:lnTo>
                    <a:pt x="1102" y="220"/>
                  </a:lnTo>
                  <a:lnTo>
                    <a:pt x="1087" y="202"/>
                  </a:lnTo>
                  <a:lnTo>
                    <a:pt x="1079" y="197"/>
                  </a:lnTo>
                  <a:lnTo>
                    <a:pt x="1070" y="188"/>
                  </a:lnTo>
                  <a:lnTo>
                    <a:pt x="1058" y="179"/>
                  </a:lnTo>
                  <a:lnTo>
                    <a:pt x="1043" y="167"/>
                  </a:lnTo>
                  <a:lnTo>
                    <a:pt x="1026" y="155"/>
                  </a:lnTo>
                  <a:lnTo>
                    <a:pt x="1007" y="140"/>
                  </a:lnTo>
                  <a:lnTo>
                    <a:pt x="987" y="127"/>
                  </a:lnTo>
                  <a:lnTo>
                    <a:pt x="966" y="113"/>
                  </a:lnTo>
                  <a:lnTo>
                    <a:pt x="943" y="98"/>
                  </a:lnTo>
                  <a:lnTo>
                    <a:pt x="919" y="84"/>
                  </a:lnTo>
                  <a:lnTo>
                    <a:pt x="895" y="70"/>
                  </a:lnTo>
                  <a:lnTo>
                    <a:pt x="871" y="58"/>
                  </a:lnTo>
                  <a:lnTo>
                    <a:pt x="846" y="46"/>
                  </a:lnTo>
                  <a:lnTo>
                    <a:pt x="822" y="35"/>
                  </a:lnTo>
                  <a:lnTo>
                    <a:pt x="798" y="26"/>
                  </a:lnTo>
                  <a:lnTo>
                    <a:pt x="775"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84" name="Google Shape;984;p23"/>
            <p:cNvSpPr/>
            <p:nvPr/>
          </p:nvSpPr>
          <p:spPr>
            <a:xfrm>
              <a:off x="2224" y="2016"/>
              <a:ext cx="1195" cy="1160"/>
            </a:xfrm>
            <a:custGeom>
              <a:rect b="b" l="l" r="r" t="t"/>
              <a:pathLst>
                <a:path extrusionOk="0" h="1160" w="1195">
                  <a:moveTo>
                    <a:pt x="27" y="397"/>
                  </a:moveTo>
                  <a:lnTo>
                    <a:pt x="23" y="423"/>
                  </a:lnTo>
                  <a:lnTo>
                    <a:pt x="22" y="458"/>
                  </a:lnTo>
                  <a:lnTo>
                    <a:pt x="21" y="494"/>
                  </a:lnTo>
                  <a:lnTo>
                    <a:pt x="21" y="523"/>
                  </a:lnTo>
                  <a:lnTo>
                    <a:pt x="22" y="538"/>
                  </a:lnTo>
                  <a:lnTo>
                    <a:pt x="23" y="558"/>
                  </a:lnTo>
                  <a:lnTo>
                    <a:pt x="27" y="582"/>
                  </a:lnTo>
                  <a:lnTo>
                    <a:pt x="32" y="609"/>
                  </a:lnTo>
                  <a:lnTo>
                    <a:pt x="38" y="636"/>
                  </a:lnTo>
                  <a:lnTo>
                    <a:pt x="45" y="661"/>
                  </a:lnTo>
                  <a:lnTo>
                    <a:pt x="52" y="681"/>
                  </a:lnTo>
                  <a:lnTo>
                    <a:pt x="61" y="696"/>
                  </a:lnTo>
                  <a:lnTo>
                    <a:pt x="58" y="663"/>
                  </a:lnTo>
                  <a:lnTo>
                    <a:pt x="53" y="613"/>
                  </a:lnTo>
                  <a:lnTo>
                    <a:pt x="47" y="561"/>
                  </a:lnTo>
                  <a:lnTo>
                    <a:pt x="43" y="526"/>
                  </a:lnTo>
                  <a:lnTo>
                    <a:pt x="43" y="494"/>
                  </a:lnTo>
                  <a:lnTo>
                    <a:pt x="48" y="452"/>
                  </a:lnTo>
                  <a:lnTo>
                    <a:pt x="53" y="412"/>
                  </a:lnTo>
                  <a:lnTo>
                    <a:pt x="57" y="382"/>
                  </a:lnTo>
                  <a:lnTo>
                    <a:pt x="61" y="369"/>
                  </a:lnTo>
                  <a:lnTo>
                    <a:pt x="67" y="350"/>
                  </a:lnTo>
                  <a:lnTo>
                    <a:pt x="77" y="328"/>
                  </a:lnTo>
                  <a:lnTo>
                    <a:pt x="89" y="304"/>
                  </a:lnTo>
                  <a:lnTo>
                    <a:pt x="100" y="281"/>
                  </a:lnTo>
                  <a:lnTo>
                    <a:pt x="113" y="259"/>
                  </a:lnTo>
                  <a:lnTo>
                    <a:pt x="125" y="241"/>
                  </a:lnTo>
                  <a:lnTo>
                    <a:pt x="135" y="226"/>
                  </a:lnTo>
                  <a:lnTo>
                    <a:pt x="147" y="215"/>
                  </a:lnTo>
                  <a:lnTo>
                    <a:pt x="161" y="202"/>
                  </a:lnTo>
                  <a:lnTo>
                    <a:pt x="176" y="188"/>
                  </a:lnTo>
                  <a:lnTo>
                    <a:pt x="192" y="175"/>
                  </a:lnTo>
                  <a:lnTo>
                    <a:pt x="208" y="160"/>
                  </a:lnTo>
                  <a:lnTo>
                    <a:pt x="224" y="147"/>
                  </a:lnTo>
                  <a:lnTo>
                    <a:pt x="239" y="136"/>
                  </a:lnTo>
                  <a:lnTo>
                    <a:pt x="251" y="127"/>
                  </a:lnTo>
                  <a:lnTo>
                    <a:pt x="263" y="118"/>
                  </a:lnTo>
                  <a:lnTo>
                    <a:pt x="277" y="110"/>
                  </a:lnTo>
                  <a:lnTo>
                    <a:pt x="292" y="102"/>
                  </a:lnTo>
                  <a:lnTo>
                    <a:pt x="308" y="93"/>
                  </a:lnTo>
                  <a:lnTo>
                    <a:pt x="324" y="85"/>
                  </a:lnTo>
                  <a:lnTo>
                    <a:pt x="341" y="77"/>
                  </a:lnTo>
                  <a:lnTo>
                    <a:pt x="357" y="68"/>
                  </a:lnTo>
                  <a:lnTo>
                    <a:pt x="372" y="61"/>
                  </a:lnTo>
                  <a:lnTo>
                    <a:pt x="390" y="54"/>
                  </a:lnTo>
                  <a:lnTo>
                    <a:pt x="410" y="44"/>
                  </a:lnTo>
                  <a:lnTo>
                    <a:pt x="434" y="35"/>
                  </a:lnTo>
                  <a:lnTo>
                    <a:pt x="459" y="25"/>
                  </a:lnTo>
                  <a:lnTo>
                    <a:pt x="484" y="15"/>
                  </a:lnTo>
                  <a:lnTo>
                    <a:pt x="508" y="8"/>
                  </a:lnTo>
                  <a:lnTo>
                    <a:pt x="529" y="2"/>
                  </a:lnTo>
                  <a:lnTo>
                    <a:pt x="546" y="0"/>
                  </a:lnTo>
                  <a:lnTo>
                    <a:pt x="555" y="0"/>
                  </a:lnTo>
                  <a:lnTo>
                    <a:pt x="565" y="0"/>
                  </a:lnTo>
                  <a:lnTo>
                    <a:pt x="578" y="0"/>
                  </a:lnTo>
                  <a:lnTo>
                    <a:pt x="592" y="1"/>
                  </a:lnTo>
                  <a:lnTo>
                    <a:pt x="608" y="2"/>
                  </a:lnTo>
                  <a:lnTo>
                    <a:pt x="624" y="5"/>
                  </a:lnTo>
                  <a:lnTo>
                    <a:pt x="641" y="6"/>
                  </a:lnTo>
                  <a:lnTo>
                    <a:pt x="658" y="8"/>
                  </a:lnTo>
                  <a:lnTo>
                    <a:pt x="676" y="11"/>
                  </a:lnTo>
                  <a:lnTo>
                    <a:pt x="694" y="13"/>
                  </a:lnTo>
                  <a:lnTo>
                    <a:pt x="710" y="15"/>
                  </a:lnTo>
                  <a:lnTo>
                    <a:pt x="726" y="18"/>
                  </a:lnTo>
                  <a:lnTo>
                    <a:pt x="742" y="21"/>
                  </a:lnTo>
                  <a:lnTo>
                    <a:pt x="755" y="24"/>
                  </a:lnTo>
                  <a:lnTo>
                    <a:pt x="768" y="27"/>
                  </a:lnTo>
                  <a:lnTo>
                    <a:pt x="778" y="30"/>
                  </a:lnTo>
                  <a:lnTo>
                    <a:pt x="798" y="38"/>
                  </a:lnTo>
                  <a:lnTo>
                    <a:pt x="822" y="49"/>
                  </a:lnTo>
                  <a:lnTo>
                    <a:pt x="849" y="63"/>
                  </a:lnTo>
                  <a:lnTo>
                    <a:pt x="876" y="80"/>
                  </a:lnTo>
                  <a:lnTo>
                    <a:pt x="903" y="97"/>
                  </a:lnTo>
                  <a:lnTo>
                    <a:pt x="928" y="112"/>
                  </a:lnTo>
                  <a:lnTo>
                    <a:pt x="952" y="127"/>
                  </a:lnTo>
                  <a:lnTo>
                    <a:pt x="971" y="139"/>
                  </a:lnTo>
                  <a:lnTo>
                    <a:pt x="987" y="150"/>
                  </a:lnTo>
                  <a:lnTo>
                    <a:pt x="1000" y="160"/>
                  </a:lnTo>
                  <a:lnTo>
                    <a:pt x="1011" y="171"/>
                  </a:lnTo>
                  <a:lnTo>
                    <a:pt x="1020" y="182"/>
                  </a:lnTo>
                  <a:lnTo>
                    <a:pt x="1029" y="194"/>
                  </a:lnTo>
                  <a:lnTo>
                    <a:pt x="1037" y="206"/>
                  </a:lnTo>
                  <a:lnTo>
                    <a:pt x="1043" y="219"/>
                  </a:lnTo>
                  <a:lnTo>
                    <a:pt x="1050" y="232"/>
                  </a:lnTo>
                  <a:lnTo>
                    <a:pt x="1063" y="208"/>
                  </a:lnTo>
                  <a:lnTo>
                    <a:pt x="1073" y="223"/>
                  </a:lnTo>
                  <a:lnTo>
                    <a:pt x="1084" y="238"/>
                  </a:lnTo>
                  <a:lnTo>
                    <a:pt x="1096" y="256"/>
                  </a:lnTo>
                  <a:lnTo>
                    <a:pt x="1108" y="275"/>
                  </a:lnTo>
                  <a:lnTo>
                    <a:pt x="1120" y="294"/>
                  </a:lnTo>
                  <a:lnTo>
                    <a:pt x="1130" y="315"/>
                  </a:lnTo>
                  <a:lnTo>
                    <a:pt x="1139" y="335"/>
                  </a:lnTo>
                  <a:lnTo>
                    <a:pt x="1146" y="354"/>
                  </a:lnTo>
                  <a:lnTo>
                    <a:pt x="1153" y="373"/>
                  </a:lnTo>
                  <a:lnTo>
                    <a:pt x="1161" y="393"/>
                  </a:lnTo>
                  <a:lnTo>
                    <a:pt x="1169" y="412"/>
                  </a:lnTo>
                  <a:lnTo>
                    <a:pt x="1176" y="431"/>
                  </a:lnTo>
                  <a:lnTo>
                    <a:pt x="1184" y="450"/>
                  </a:lnTo>
                  <a:lnTo>
                    <a:pt x="1190" y="469"/>
                  </a:lnTo>
                  <a:lnTo>
                    <a:pt x="1194" y="487"/>
                  </a:lnTo>
                  <a:lnTo>
                    <a:pt x="1195" y="504"/>
                  </a:lnTo>
                  <a:lnTo>
                    <a:pt x="1194" y="526"/>
                  </a:lnTo>
                  <a:lnTo>
                    <a:pt x="1193" y="555"/>
                  </a:lnTo>
                  <a:lnTo>
                    <a:pt x="1189" y="593"/>
                  </a:lnTo>
                  <a:lnTo>
                    <a:pt x="1185" y="632"/>
                  </a:lnTo>
                  <a:lnTo>
                    <a:pt x="1179" y="673"/>
                  </a:lnTo>
                  <a:lnTo>
                    <a:pt x="1173" y="710"/>
                  </a:lnTo>
                  <a:lnTo>
                    <a:pt x="1164" y="742"/>
                  </a:lnTo>
                  <a:lnTo>
                    <a:pt x="1155" y="765"/>
                  </a:lnTo>
                  <a:lnTo>
                    <a:pt x="1145" y="783"/>
                  </a:lnTo>
                  <a:lnTo>
                    <a:pt x="1134" y="801"/>
                  </a:lnTo>
                  <a:lnTo>
                    <a:pt x="1124" y="820"/>
                  </a:lnTo>
                  <a:lnTo>
                    <a:pt x="1112" y="837"/>
                  </a:lnTo>
                  <a:lnTo>
                    <a:pt x="1101" y="855"/>
                  </a:lnTo>
                  <a:lnTo>
                    <a:pt x="1091" y="870"/>
                  </a:lnTo>
                  <a:lnTo>
                    <a:pt x="1081" y="884"/>
                  </a:lnTo>
                  <a:lnTo>
                    <a:pt x="1071" y="895"/>
                  </a:lnTo>
                  <a:lnTo>
                    <a:pt x="1059" y="909"/>
                  </a:lnTo>
                  <a:lnTo>
                    <a:pt x="1048" y="927"/>
                  </a:lnTo>
                  <a:lnTo>
                    <a:pt x="1034" y="948"/>
                  </a:lnTo>
                  <a:lnTo>
                    <a:pt x="1020" y="971"/>
                  </a:lnTo>
                  <a:lnTo>
                    <a:pt x="1006" y="994"/>
                  </a:lnTo>
                  <a:lnTo>
                    <a:pt x="992" y="1015"/>
                  </a:lnTo>
                  <a:lnTo>
                    <a:pt x="980" y="1034"/>
                  </a:lnTo>
                  <a:lnTo>
                    <a:pt x="968" y="1049"/>
                  </a:lnTo>
                  <a:lnTo>
                    <a:pt x="956" y="1061"/>
                  </a:lnTo>
                  <a:lnTo>
                    <a:pt x="939" y="1075"/>
                  </a:lnTo>
                  <a:lnTo>
                    <a:pt x="922" y="1089"/>
                  </a:lnTo>
                  <a:lnTo>
                    <a:pt x="904" y="1103"/>
                  </a:lnTo>
                  <a:lnTo>
                    <a:pt x="885" y="1115"/>
                  </a:lnTo>
                  <a:lnTo>
                    <a:pt x="868" y="1125"/>
                  </a:lnTo>
                  <a:lnTo>
                    <a:pt x="851" y="1133"/>
                  </a:lnTo>
                  <a:lnTo>
                    <a:pt x="837" y="1136"/>
                  </a:lnTo>
                  <a:lnTo>
                    <a:pt x="822" y="1137"/>
                  </a:lnTo>
                  <a:lnTo>
                    <a:pt x="801" y="1141"/>
                  </a:lnTo>
                  <a:lnTo>
                    <a:pt x="777" y="1145"/>
                  </a:lnTo>
                  <a:lnTo>
                    <a:pt x="749" y="1148"/>
                  </a:lnTo>
                  <a:lnTo>
                    <a:pt x="720" y="1152"/>
                  </a:lnTo>
                  <a:lnTo>
                    <a:pt x="692" y="1155"/>
                  </a:lnTo>
                  <a:lnTo>
                    <a:pt x="667" y="1159"/>
                  </a:lnTo>
                  <a:lnTo>
                    <a:pt x="645" y="1160"/>
                  </a:lnTo>
                  <a:lnTo>
                    <a:pt x="632" y="1160"/>
                  </a:lnTo>
                  <a:lnTo>
                    <a:pt x="617" y="1160"/>
                  </a:lnTo>
                  <a:lnTo>
                    <a:pt x="598" y="1159"/>
                  </a:lnTo>
                  <a:lnTo>
                    <a:pt x="576" y="1158"/>
                  </a:lnTo>
                  <a:lnTo>
                    <a:pt x="554" y="1155"/>
                  </a:lnTo>
                  <a:lnTo>
                    <a:pt x="530" y="1153"/>
                  </a:lnTo>
                  <a:lnTo>
                    <a:pt x="505" y="1151"/>
                  </a:lnTo>
                  <a:lnTo>
                    <a:pt x="479" y="1147"/>
                  </a:lnTo>
                  <a:lnTo>
                    <a:pt x="454" y="1143"/>
                  </a:lnTo>
                  <a:lnTo>
                    <a:pt x="430" y="1140"/>
                  </a:lnTo>
                  <a:lnTo>
                    <a:pt x="406" y="1136"/>
                  </a:lnTo>
                  <a:lnTo>
                    <a:pt x="385" y="1133"/>
                  </a:lnTo>
                  <a:lnTo>
                    <a:pt x="365" y="1129"/>
                  </a:lnTo>
                  <a:lnTo>
                    <a:pt x="348" y="1124"/>
                  </a:lnTo>
                  <a:lnTo>
                    <a:pt x="336" y="1121"/>
                  </a:lnTo>
                  <a:lnTo>
                    <a:pt x="326" y="1117"/>
                  </a:lnTo>
                  <a:lnTo>
                    <a:pt x="308" y="1107"/>
                  </a:lnTo>
                  <a:lnTo>
                    <a:pt x="284" y="1094"/>
                  </a:lnTo>
                  <a:lnTo>
                    <a:pt x="258" y="1077"/>
                  </a:lnTo>
                  <a:lnTo>
                    <a:pt x="230" y="1060"/>
                  </a:lnTo>
                  <a:lnTo>
                    <a:pt x="203" y="1042"/>
                  </a:lnTo>
                  <a:lnTo>
                    <a:pt x="181" y="1024"/>
                  </a:lnTo>
                  <a:lnTo>
                    <a:pt x="162" y="1007"/>
                  </a:lnTo>
                  <a:lnTo>
                    <a:pt x="152" y="992"/>
                  </a:lnTo>
                  <a:lnTo>
                    <a:pt x="164" y="1000"/>
                  </a:lnTo>
                  <a:lnTo>
                    <a:pt x="182" y="1009"/>
                  </a:lnTo>
                  <a:lnTo>
                    <a:pt x="203" y="1021"/>
                  </a:lnTo>
                  <a:lnTo>
                    <a:pt x="226" y="1036"/>
                  </a:lnTo>
                  <a:lnTo>
                    <a:pt x="249" y="1049"/>
                  </a:lnTo>
                  <a:lnTo>
                    <a:pt x="271" y="1061"/>
                  </a:lnTo>
                  <a:lnTo>
                    <a:pt x="290" y="1070"/>
                  </a:lnTo>
                  <a:lnTo>
                    <a:pt x="307" y="1076"/>
                  </a:lnTo>
                  <a:lnTo>
                    <a:pt x="322" y="1080"/>
                  </a:lnTo>
                  <a:lnTo>
                    <a:pt x="341" y="1083"/>
                  </a:lnTo>
                  <a:lnTo>
                    <a:pt x="361" y="1087"/>
                  </a:lnTo>
                  <a:lnTo>
                    <a:pt x="382" y="1091"/>
                  </a:lnTo>
                  <a:lnTo>
                    <a:pt x="403" y="1093"/>
                  </a:lnTo>
                  <a:lnTo>
                    <a:pt x="421" y="1095"/>
                  </a:lnTo>
                  <a:lnTo>
                    <a:pt x="437" y="1098"/>
                  </a:lnTo>
                  <a:lnTo>
                    <a:pt x="448" y="1098"/>
                  </a:lnTo>
                  <a:lnTo>
                    <a:pt x="459" y="1095"/>
                  </a:lnTo>
                  <a:lnTo>
                    <a:pt x="459" y="1089"/>
                  </a:lnTo>
                  <a:lnTo>
                    <a:pt x="453" y="1085"/>
                  </a:lnTo>
                  <a:lnTo>
                    <a:pt x="442" y="1082"/>
                  </a:lnTo>
                  <a:lnTo>
                    <a:pt x="433" y="1081"/>
                  </a:lnTo>
                  <a:lnTo>
                    <a:pt x="421" y="1080"/>
                  </a:lnTo>
                  <a:lnTo>
                    <a:pt x="406" y="1076"/>
                  </a:lnTo>
                  <a:lnTo>
                    <a:pt x="390" y="1073"/>
                  </a:lnTo>
                  <a:lnTo>
                    <a:pt x="371" y="1068"/>
                  </a:lnTo>
                  <a:lnTo>
                    <a:pt x="352" y="1063"/>
                  </a:lnTo>
                  <a:lnTo>
                    <a:pt x="332" y="1057"/>
                  </a:lnTo>
                  <a:lnTo>
                    <a:pt x="313" y="1051"/>
                  </a:lnTo>
                  <a:lnTo>
                    <a:pt x="294" y="1044"/>
                  </a:lnTo>
                  <a:lnTo>
                    <a:pt x="277" y="1037"/>
                  </a:lnTo>
                  <a:lnTo>
                    <a:pt x="258" y="1027"/>
                  </a:lnTo>
                  <a:lnTo>
                    <a:pt x="239" y="1016"/>
                  </a:lnTo>
                  <a:lnTo>
                    <a:pt x="220" y="1006"/>
                  </a:lnTo>
                  <a:lnTo>
                    <a:pt x="201" y="995"/>
                  </a:lnTo>
                  <a:lnTo>
                    <a:pt x="182" y="983"/>
                  </a:lnTo>
                  <a:lnTo>
                    <a:pt x="162" y="971"/>
                  </a:lnTo>
                  <a:lnTo>
                    <a:pt x="144" y="957"/>
                  </a:lnTo>
                  <a:lnTo>
                    <a:pt x="128" y="939"/>
                  </a:lnTo>
                  <a:lnTo>
                    <a:pt x="113" y="918"/>
                  </a:lnTo>
                  <a:lnTo>
                    <a:pt x="100" y="895"/>
                  </a:lnTo>
                  <a:lnTo>
                    <a:pt x="89" y="872"/>
                  </a:lnTo>
                  <a:lnTo>
                    <a:pt x="77" y="848"/>
                  </a:lnTo>
                  <a:lnTo>
                    <a:pt x="67" y="826"/>
                  </a:lnTo>
                  <a:lnTo>
                    <a:pt x="57" y="806"/>
                  </a:lnTo>
                  <a:lnTo>
                    <a:pt x="47" y="785"/>
                  </a:lnTo>
                  <a:lnTo>
                    <a:pt x="38" y="764"/>
                  </a:lnTo>
                  <a:lnTo>
                    <a:pt x="31" y="741"/>
                  </a:lnTo>
                  <a:lnTo>
                    <a:pt x="23" y="718"/>
                  </a:lnTo>
                  <a:lnTo>
                    <a:pt x="17" y="697"/>
                  </a:lnTo>
                  <a:lnTo>
                    <a:pt x="12" y="676"/>
                  </a:lnTo>
                  <a:lnTo>
                    <a:pt x="7" y="657"/>
                  </a:lnTo>
                  <a:lnTo>
                    <a:pt x="4" y="643"/>
                  </a:lnTo>
                  <a:lnTo>
                    <a:pt x="0" y="596"/>
                  </a:lnTo>
                  <a:lnTo>
                    <a:pt x="0" y="524"/>
                  </a:lnTo>
                  <a:lnTo>
                    <a:pt x="8" y="450"/>
                  </a:lnTo>
                  <a:lnTo>
                    <a:pt x="27" y="397"/>
                  </a:lnTo>
                  <a:close/>
                </a:path>
              </a:pathLst>
            </a:custGeom>
            <a:solidFill>
              <a:srgbClr val="AFCEDD"/>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85" name="Google Shape;985;p23"/>
            <p:cNvSpPr/>
            <p:nvPr/>
          </p:nvSpPr>
          <p:spPr>
            <a:xfrm>
              <a:off x="2606" y="3084"/>
              <a:ext cx="564" cy="92"/>
            </a:xfrm>
            <a:custGeom>
              <a:rect b="b" l="l" r="r" t="t"/>
              <a:pathLst>
                <a:path extrusionOk="0" h="92" w="564">
                  <a:moveTo>
                    <a:pt x="564" y="2"/>
                  </a:moveTo>
                  <a:lnTo>
                    <a:pt x="555" y="0"/>
                  </a:lnTo>
                  <a:lnTo>
                    <a:pt x="545" y="0"/>
                  </a:lnTo>
                  <a:lnTo>
                    <a:pt x="534" y="0"/>
                  </a:lnTo>
                  <a:lnTo>
                    <a:pt x="523" y="0"/>
                  </a:lnTo>
                  <a:lnTo>
                    <a:pt x="512" y="2"/>
                  </a:lnTo>
                  <a:lnTo>
                    <a:pt x="502" y="5"/>
                  </a:lnTo>
                  <a:lnTo>
                    <a:pt x="493" y="9"/>
                  </a:lnTo>
                  <a:lnTo>
                    <a:pt x="484" y="14"/>
                  </a:lnTo>
                  <a:lnTo>
                    <a:pt x="478" y="18"/>
                  </a:lnTo>
                  <a:lnTo>
                    <a:pt x="471" y="21"/>
                  </a:lnTo>
                  <a:lnTo>
                    <a:pt x="460" y="25"/>
                  </a:lnTo>
                  <a:lnTo>
                    <a:pt x="449" y="27"/>
                  </a:lnTo>
                  <a:lnTo>
                    <a:pt x="436" y="29"/>
                  </a:lnTo>
                  <a:lnTo>
                    <a:pt x="425" y="30"/>
                  </a:lnTo>
                  <a:lnTo>
                    <a:pt x="413" y="27"/>
                  </a:lnTo>
                  <a:lnTo>
                    <a:pt x="402" y="24"/>
                  </a:lnTo>
                  <a:lnTo>
                    <a:pt x="392" y="20"/>
                  </a:lnTo>
                  <a:lnTo>
                    <a:pt x="382" y="18"/>
                  </a:lnTo>
                  <a:lnTo>
                    <a:pt x="373" y="15"/>
                  </a:lnTo>
                  <a:lnTo>
                    <a:pt x="365" y="15"/>
                  </a:lnTo>
                  <a:lnTo>
                    <a:pt x="356" y="17"/>
                  </a:lnTo>
                  <a:lnTo>
                    <a:pt x="348" y="18"/>
                  </a:lnTo>
                  <a:lnTo>
                    <a:pt x="342" y="20"/>
                  </a:lnTo>
                  <a:lnTo>
                    <a:pt x="337" y="24"/>
                  </a:lnTo>
                  <a:lnTo>
                    <a:pt x="331" y="27"/>
                  </a:lnTo>
                  <a:lnTo>
                    <a:pt x="322" y="32"/>
                  </a:lnTo>
                  <a:lnTo>
                    <a:pt x="310" y="36"/>
                  </a:lnTo>
                  <a:lnTo>
                    <a:pt x="298" y="39"/>
                  </a:lnTo>
                  <a:lnTo>
                    <a:pt x="285" y="42"/>
                  </a:lnTo>
                  <a:lnTo>
                    <a:pt x="273" y="44"/>
                  </a:lnTo>
                  <a:lnTo>
                    <a:pt x="261" y="44"/>
                  </a:lnTo>
                  <a:lnTo>
                    <a:pt x="252" y="43"/>
                  </a:lnTo>
                  <a:lnTo>
                    <a:pt x="245" y="42"/>
                  </a:lnTo>
                  <a:lnTo>
                    <a:pt x="236" y="42"/>
                  </a:lnTo>
                  <a:lnTo>
                    <a:pt x="227" y="42"/>
                  </a:lnTo>
                  <a:lnTo>
                    <a:pt x="217" y="44"/>
                  </a:lnTo>
                  <a:lnTo>
                    <a:pt x="208" y="45"/>
                  </a:lnTo>
                  <a:lnTo>
                    <a:pt x="200" y="48"/>
                  </a:lnTo>
                  <a:lnTo>
                    <a:pt x="191" y="49"/>
                  </a:lnTo>
                  <a:lnTo>
                    <a:pt x="184" y="49"/>
                  </a:lnTo>
                  <a:lnTo>
                    <a:pt x="177" y="49"/>
                  </a:lnTo>
                  <a:lnTo>
                    <a:pt x="165" y="51"/>
                  </a:lnTo>
                  <a:lnTo>
                    <a:pt x="153" y="53"/>
                  </a:lnTo>
                  <a:lnTo>
                    <a:pt x="139" y="55"/>
                  </a:lnTo>
                  <a:lnTo>
                    <a:pt x="125" y="59"/>
                  </a:lnTo>
                  <a:lnTo>
                    <a:pt x="113" y="61"/>
                  </a:lnTo>
                  <a:lnTo>
                    <a:pt x="102" y="63"/>
                  </a:lnTo>
                  <a:lnTo>
                    <a:pt x="95" y="65"/>
                  </a:lnTo>
                  <a:lnTo>
                    <a:pt x="90" y="65"/>
                  </a:lnTo>
                  <a:lnTo>
                    <a:pt x="82" y="63"/>
                  </a:lnTo>
                  <a:lnTo>
                    <a:pt x="72" y="62"/>
                  </a:lnTo>
                  <a:lnTo>
                    <a:pt x="61" y="60"/>
                  </a:lnTo>
                  <a:lnTo>
                    <a:pt x="48" y="57"/>
                  </a:lnTo>
                  <a:lnTo>
                    <a:pt x="34" y="56"/>
                  </a:lnTo>
                  <a:lnTo>
                    <a:pt x="18" y="56"/>
                  </a:lnTo>
                  <a:lnTo>
                    <a:pt x="0" y="59"/>
                  </a:lnTo>
                  <a:lnTo>
                    <a:pt x="0" y="60"/>
                  </a:lnTo>
                  <a:lnTo>
                    <a:pt x="2" y="61"/>
                  </a:lnTo>
                  <a:lnTo>
                    <a:pt x="4" y="63"/>
                  </a:lnTo>
                  <a:lnTo>
                    <a:pt x="5" y="65"/>
                  </a:lnTo>
                  <a:lnTo>
                    <a:pt x="22" y="67"/>
                  </a:lnTo>
                  <a:lnTo>
                    <a:pt x="38" y="71"/>
                  </a:lnTo>
                  <a:lnTo>
                    <a:pt x="57" y="73"/>
                  </a:lnTo>
                  <a:lnTo>
                    <a:pt x="75" y="75"/>
                  </a:lnTo>
                  <a:lnTo>
                    <a:pt x="94" y="78"/>
                  </a:lnTo>
                  <a:lnTo>
                    <a:pt x="113" y="81"/>
                  </a:lnTo>
                  <a:lnTo>
                    <a:pt x="131" y="83"/>
                  </a:lnTo>
                  <a:lnTo>
                    <a:pt x="149" y="85"/>
                  </a:lnTo>
                  <a:lnTo>
                    <a:pt x="168" y="87"/>
                  </a:lnTo>
                  <a:lnTo>
                    <a:pt x="184" y="89"/>
                  </a:lnTo>
                  <a:lnTo>
                    <a:pt x="201" y="90"/>
                  </a:lnTo>
                  <a:lnTo>
                    <a:pt x="216" y="91"/>
                  </a:lnTo>
                  <a:lnTo>
                    <a:pt x="231" y="92"/>
                  </a:lnTo>
                  <a:lnTo>
                    <a:pt x="242" y="92"/>
                  </a:lnTo>
                  <a:lnTo>
                    <a:pt x="254" y="92"/>
                  </a:lnTo>
                  <a:lnTo>
                    <a:pt x="263" y="92"/>
                  </a:lnTo>
                  <a:lnTo>
                    <a:pt x="285" y="91"/>
                  </a:lnTo>
                  <a:lnTo>
                    <a:pt x="310" y="87"/>
                  </a:lnTo>
                  <a:lnTo>
                    <a:pt x="338" y="84"/>
                  </a:lnTo>
                  <a:lnTo>
                    <a:pt x="367" y="80"/>
                  </a:lnTo>
                  <a:lnTo>
                    <a:pt x="395" y="77"/>
                  </a:lnTo>
                  <a:lnTo>
                    <a:pt x="419" y="73"/>
                  </a:lnTo>
                  <a:lnTo>
                    <a:pt x="440" y="69"/>
                  </a:lnTo>
                  <a:lnTo>
                    <a:pt x="455" y="68"/>
                  </a:lnTo>
                  <a:lnTo>
                    <a:pt x="465" y="66"/>
                  </a:lnTo>
                  <a:lnTo>
                    <a:pt x="478" y="61"/>
                  </a:lnTo>
                  <a:lnTo>
                    <a:pt x="492" y="54"/>
                  </a:lnTo>
                  <a:lnTo>
                    <a:pt x="506" y="45"/>
                  </a:lnTo>
                  <a:lnTo>
                    <a:pt x="521" y="35"/>
                  </a:lnTo>
                  <a:lnTo>
                    <a:pt x="536" y="24"/>
                  </a:lnTo>
                  <a:lnTo>
                    <a:pt x="550" y="13"/>
                  </a:lnTo>
                  <a:lnTo>
                    <a:pt x="564" y="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86" name="Google Shape;986;p23"/>
            <p:cNvSpPr/>
            <p:nvPr/>
          </p:nvSpPr>
          <p:spPr>
            <a:xfrm>
              <a:off x="3278" y="2665"/>
              <a:ext cx="151" cy="312"/>
            </a:xfrm>
            <a:custGeom>
              <a:rect b="b" l="l" r="r" t="t"/>
              <a:pathLst>
                <a:path extrusionOk="0" h="312" w="151">
                  <a:moveTo>
                    <a:pt x="148" y="0"/>
                  </a:moveTo>
                  <a:lnTo>
                    <a:pt x="146" y="13"/>
                  </a:lnTo>
                  <a:lnTo>
                    <a:pt x="144" y="35"/>
                  </a:lnTo>
                  <a:lnTo>
                    <a:pt x="140" y="60"/>
                  </a:lnTo>
                  <a:lnTo>
                    <a:pt x="134" y="87"/>
                  </a:lnTo>
                  <a:lnTo>
                    <a:pt x="126" y="115"/>
                  </a:lnTo>
                  <a:lnTo>
                    <a:pt x="117" y="140"/>
                  </a:lnTo>
                  <a:lnTo>
                    <a:pt x="106" y="161"/>
                  </a:lnTo>
                  <a:lnTo>
                    <a:pt x="95" y="175"/>
                  </a:lnTo>
                  <a:lnTo>
                    <a:pt x="82" y="187"/>
                  </a:lnTo>
                  <a:lnTo>
                    <a:pt x="70" y="201"/>
                  </a:lnTo>
                  <a:lnTo>
                    <a:pt x="57" y="219"/>
                  </a:lnTo>
                  <a:lnTo>
                    <a:pt x="44" y="238"/>
                  </a:lnTo>
                  <a:lnTo>
                    <a:pt x="33" y="257"/>
                  </a:lnTo>
                  <a:lnTo>
                    <a:pt x="22" y="278"/>
                  </a:lnTo>
                  <a:lnTo>
                    <a:pt x="10" y="296"/>
                  </a:lnTo>
                  <a:lnTo>
                    <a:pt x="0" y="312"/>
                  </a:lnTo>
                  <a:lnTo>
                    <a:pt x="13" y="303"/>
                  </a:lnTo>
                  <a:lnTo>
                    <a:pt x="25" y="290"/>
                  </a:lnTo>
                  <a:lnTo>
                    <a:pt x="38" y="275"/>
                  </a:lnTo>
                  <a:lnTo>
                    <a:pt x="49" y="261"/>
                  </a:lnTo>
                  <a:lnTo>
                    <a:pt x="61" y="245"/>
                  </a:lnTo>
                  <a:lnTo>
                    <a:pt x="72" y="230"/>
                  </a:lnTo>
                  <a:lnTo>
                    <a:pt x="82" y="217"/>
                  </a:lnTo>
                  <a:lnTo>
                    <a:pt x="92" y="206"/>
                  </a:lnTo>
                  <a:lnTo>
                    <a:pt x="102" y="194"/>
                  </a:lnTo>
                  <a:lnTo>
                    <a:pt x="114" y="176"/>
                  </a:lnTo>
                  <a:lnTo>
                    <a:pt x="125" y="153"/>
                  </a:lnTo>
                  <a:lnTo>
                    <a:pt x="135" y="128"/>
                  </a:lnTo>
                  <a:lnTo>
                    <a:pt x="144" y="98"/>
                  </a:lnTo>
                  <a:lnTo>
                    <a:pt x="149" y="67"/>
                  </a:lnTo>
                  <a:lnTo>
                    <a:pt x="151" y="33"/>
                  </a:lnTo>
                  <a:lnTo>
                    <a:pt x="148" y="0"/>
                  </a:lnTo>
                  <a:close/>
                </a:path>
              </a:pathLst>
            </a:custGeom>
            <a:solidFill>
              <a:srgbClr val="AFCEDD"/>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87" name="Google Shape;987;p23"/>
            <p:cNvSpPr/>
            <p:nvPr/>
          </p:nvSpPr>
          <p:spPr>
            <a:xfrm>
              <a:off x="2267" y="2115"/>
              <a:ext cx="1049" cy="943"/>
            </a:xfrm>
            <a:custGeom>
              <a:rect b="b" l="l" r="r" t="t"/>
              <a:pathLst>
                <a:path extrusionOk="0" h="943" w="1049">
                  <a:moveTo>
                    <a:pt x="1046" y="647"/>
                  </a:moveTo>
                  <a:lnTo>
                    <a:pt x="1041" y="638"/>
                  </a:lnTo>
                  <a:lnTo>
                    <a:pt x="1038" y="630"/>
                  </a:lnTo>
                  <a:lnTo>
                    <a:pt x="1033" y="620"/>
                  </a:lnTo>
                  <a:lnTo>
                    <a:pt x="1028" y="611"/>
                  </a:lnTo>
                  <a:lnTo>
                    <a:pt x="1023" y="603"/>
                  </a:lnTo>
                  <a:lnTo>
                    <a:pt x="1016" y="594"/>
                  </a:lnTo>
                  <a:lnTo>
                    <a:pt x="1009" y="586"/>
                  </a:lnTo>
                  <a:lnTo>
                    <a:pt x="1001" y="579"/>
                  </a:lnTo>
                  <a:lnTo>
                    <a:pt x="992" y="573"/>
                  </a:lnTo>
                  <a:lnTo>
                    <a:pt x="983" y="568"/>
                  </a:lnTo>
                  <a:lnTo>
                    <a:pt x="975" y="565"/>
                  </a:lnTo>
                  <a:lnTo>
                    <a:pt x="967" y="564"/>
                  </a:lnTo>
                  <a:lnTo>
                    <a:pt x="958" y="564"/>
                  </a:lnTo>
                  <a:lnTo>
                    <a:pt x="949" y="565"/>
                  </a:lnTo>
                  <a:lnTo>
                    <a:pt x="941" y="567"/>
                  </a:lnTo>
                  <a:lnTo>
                    <a:pt x="932" y="569"/>
                  </a:lnTo>
                  <a:lnTo>
                    <a:pt x="924" y="571"/>
                  </a:lnTo>
                  <a:lnTo>
                    <a:pt x="918" y="574"/>
                  </a:lnTo>
                  <a:lnTo>
                    <a:pt x="912" y="576"/>
                  </a:lnTo>
                  <a:lnTo>
                    <a:pt x="907" y="579"/>
                  </a:lnTo>
                  <a:lnTo>
                    <a:pt x="900" y="581"/>
                  </a:lnTo>
                  <a:lnTo>
                    <a:pt x="893" y="583"/>
                  </a:lnTo>
                  <a:lnTo>
                    <a:pt x="884" y="585"/>
                  </a:lnTo>
                  <a:lnTo>
                    <a:pt x="873" y="585"/>
                  </a:lnTo>
                  <a:lnTo>
                    <a:pt x="860" y="583"/>
                  </a:lnTo>
                  <a:lnTo>
                    <a:pt x="849" y="581"/>
                  </a:lnTo>
                  <a:lnTo>
                    <a:pt x="837" y="576"/>
                  </a:lnTo>
                  <a:lnTo>
                    <a:pt x="827" y="570"/>
                  </a:lnTo>
                  <a:lnTo>
                    <a:pt x="818" y="565"/>
                  </a:lnTo>
                  <a:lnTo>
                    <a:pt x="810" y="559"/>
                  </a:lnTo>
                  <a:lnTo>
                    <a:pt x="803" y="555"/>
                  </a:lnTo>
                  <a:lnTo>
                    <a:pt x="797" y="550"/>
                  </a:lnTo>
                  <a:lnTo>
                    <a:pt x="791" y="545"/>
                  </a:lnTo>
                  <a:lnTo>
                    <a:pt x="783" y="537"/>
                  </a:lnTo>
                  <a:lnTo>
                    <a:pt x="774" y="526"/>
                  </a:lnTo>
                  <a:lnTo>
                    <a:pt x="765" y="513"/>
                  </a:lnTo>
                  <a:lnTo>
                    <a:pt x="757" y="500"/>
                  </a:lnTo>
                  <a:lnTo>
                    <a:pt x="748" y="488"/>
                  </a:lnTo>
                  <a:lnTo>
                    <a:pt x="741" y="476"/>
                  </a:lnTo>
                  <a:lnTo>
                    <a:pt x="738" y="466"/>
                  </a:lnTo>
                  <a:lnTo>
                    <a:pt x="735" y="444"/>
                  </a:lnTo>
                  <a:lnTo>
                    <a:pt x="736" y="419"/>
                  </a:lnTo>
                  <a:lnTo>
                    <a:pt x="741" y="395"/>
                  </a:lnTo>
                  <a:lnTo>
                    <a:pt x="752" y="383"/>
                  </a:lnTo>
                  <a:lnTo>
                    <a:pt x="758" y="381"/>
                  </a:lnTo>
                  <a:lnTo>
                    <a:pt x="767" y="380"/>
                  </a:lnTo>
                  <a:lnTo>
                    <a:pt x="774" y="380"/>
                  </a:lnTo>
                  <a:lnTo>
                    <a:pt x="783" y="380"/>
                  </a:lnTo>
                  <a:lnTo>
                    <a:pt x="791" y="381"/>
                  </a:lnTo>
                  <a:lnTo>
                    <a:pt x="798" y="385"/>
                  </a:lnTo>
                  <a:lnTo>
                    <a:pt x="803" y="388"/>
                  </a:lnTo>
                  <a:lnTo>
                    <a:pt x="807" y="393"/>
                  </a:lnTo>
                  <a:lnTo>
                    <a:pt x="811" y="405"/>
                  </a:lnTo>
                  <a:lnTo>
                    <a:pt x="815" y="418"/>
                  </a:lnTo>
                  <a:lnTo>
                    <a:pt x="822" y="430"/>
                  </a:lnTo>
                  <a:lnTo>
                    <a:pt x="837" y="439"/>
                  </a:lnTo>
                  <a:lnTo>
                    <a:pt x="850" y="443"/>
                  </a:lnTo>
                  <a:lnTo>
                    <a:pt x="852" y="442"/>
                  </a:lnTo>
                  <a:lnTo>
                    <a:pt x="850" y="436"/>
                  </a:lnTo>
                  <a:lnTo>
                    <a:pt x="846" y="421"/>
                  </a:lnTo>
                  <a:lnTo>
                    <a:pt x="842" y="401"/>
                  </a:lnTo>
                  <a:lnTo>
                    <a:pt x="839" y="383"/>
                  </a:lnTo>
                  <a:lnTo>
                    <a:pt x="835" y="368"/>
                  </a:lnTo>
                  <a:lnTo>
                    <a:pt x="837" y="355"/>
                  </a:lnTo>
                  <a:lnTo>
                    <a:pt x="842" y="339"/>
                  </a:lnTo>
                  <a:lnTo>
                    <a:pt x="847" y="320"/>
                  </a:lnTo>
                  <a:lnTo>
                    <a:pt x="846" y="303"/>
                  </a:lnTo>
                  <a:lnTo>
                    <a:pt x="833" y="296"/>
                  </a:lnTo>
                  <a:lnTo>
                    <a:pt x="823" y="295"/>
                  </a:lnTo>
                  <a:lnTo>
                    <a:pt x="818" y="289"/>
                  </a:lnTo>
                  <a:lnTo>
                    <a:pt x="820" y="283"/>
                  </a:lnTo>
                  <a:lnTo>
                    <a:pt x="823" y="273"/>
                  </a:lnTo>
                  <a:lnTo>
                    <a:pt x="828" y="265"/>
                  </a:lnTo>
                  <a:lnTo>
                    <a:pt x="833" y="255"/>
                  </a:lnTo>
                  <a:lnTo>
                    <a:pt x="836" y="247"/>
                  </a:lnTo>
                  <a:lnTo>
                    <a:pt x="833" y="240"/>
                  </a:lnTo>
                  <a:lnTo>
                    <a:pt x="828" y="233"/>
                  </a:lnTo>
                  <a:lnTo>
                    <a:pt x="822" y="223"/>
                  </a:lnTo>
                  <a:lnTo>
                    <a:pt x="816" y="212"/>
                  </a:lnTo>
                  <a:lnTo>
                    <a:pt x="808" y="201"/>
                  </a:lnTo>
                  <a:lnTo>
                    <a:pt x="801" y="191"/>
                  </a:lnTo>
                  <a:lnTo>
                    <a:pt x="793" y="182"/>
                  </a:lnTo>
                  <a:lnTo>
                    <a:pt x="786" y="176"/>
                  </a:lnTo>
                  <a:lnTo>
                    <a:pt x="778" y="174"/>
                  </a:lnTo>
                  <a:lnTo>
                    <a:pt x="764" y="173"/>
                  </a:lnTo>
                  <a:lnTo>
                    <a:pt x="753" y="169"/>
                  </a:lnTo>
                  <a:lnTo>
                    <a:pt x="745" y="164"/>
                  </a:lnTo>
                  <a:lnTo>
                    <a:pt x="739" y="158"/>
                  </a:lnTo>
                  <a:lnTo>
                    <a:pt x="735" y="152"/>
                  </a:lnTo>
                  <a:lnTo>
                    <a:pt x="731" y="145"/>
                  </a:lnTo>
                  <a:lnTo>
                    <a:pt x="729" y="139"/>
                  </a:lnTo>
                  <a:lnTo>
                    <a:pt x="725" y="133"/>
                  </a:lnTo>
                  <a:lnTo>
                    <a:pt x="720" y="124"/>
                  </a:lnTo>
                  <a:lnTo>
                    <a:pt x="721" y="113"/>
                  </a:lnTo>
                  <a:lnTo>
                    <a:pt x="726" y="103"/>
                  </a:lnTo>
                  <a:lnTo>
                    <a:pt x="735" y="94"/>
                  </a:lnTo>
                  <a:lnTo>
                    <a:pt x="745" y="83"/>
                  </a:lnTo>
                  <a:lnTo>
                    <a:pt x="755" y="71"/>
                  </a:lnTo>
                  <a:lnTo>
                    <a:pt x="762" y="59"/>
                  </a:lnTo>
                  <a:lnTo>
                    <a:pt x="762" y="49"/>
                  </a:lnTo>
                  <a:lnTo>
                    <a:pt x="757" y="40"/>
                  </a:lnTo>
                  <a:lnTo>
                    <a:pt x="752" y="31"/>
                  </a:lnTo>
                  <a:lnTo>
                    <a:pt x="747" y="22"/>
                  </a:lnTo>
                  <a:lnTo>
                    <a:pt x="738" y="15"/>
                  </a:lnTo>
                  <a:lnTo>
                    <a:pt x="733" y="11"/>
                  </a:lnTo>
                  <a:lnTo>
                    <a:pt x="728" y="9"/>
                  </a:lnTo>
                  <a:lnTo>
                    <a:pt x="721" y="5"/>
                  </a:lnTo>
                  <a:lnTo>
                    <a:pt x="715" y="3"/>
                  </a:lnTo>
                  <a:lnTo>
                    <a:pt x="709" y="1"/>
                  </a:lnTo>
                  <a:lnTo>
                    <a:pt x="702" y="0"/>
                  </a:lnTo>
                  <a:lnTo>
                    <a:pt x="697" y="1"/>
                  </a:lnTo>
                  <a:lnTo>
                    <a:pt x="692" y="3"/>
                  </a:lnTo>
                  <a:lnTo>
                    <a:pt x="687" y="4"/>
                  </a:lnTo>
                  <a:lnTo>
                    <a:pt x="682" y="5"/>
                  </a:lnTo>
                  <a:lnTo>
                    <a:pt x="676" y="5"/>
                  </a:lnTo>
                  <a:lnTo>
                    <a:pt x="671" y="5"/>
                  </a:lnTo>
                  <a:lnTo>
                    <a:pt x="665" y="6"/>
                  </a:lnTo>
                  <a:lnTo>
                    <a:pt x="657" y="6"/>
                  </a:lnTo>
                  <a:lnTo>
                    <a:pt x="651" y="7"/>
                  </a:lnTo>
                  <a:lnTo>
                    <a:pt x="643" y="9"/>
                  </a:lnTo>
                  <a:lnTo>
                    <a:pt x="636" y="12"/>
                  </a:lnTo>
                  <a:lnTo>
                    <a:pt x="628" y="17"/>
                  </a:lnTo>
                  <a:lnTo>
                    <a:pt x="619" y="22"/>
                  </a:lnTo>
                  <a:lnTo>
                    <a:pt x="612" y="28"/>
                  </a:lnTo>
                  <a:lnTo>
                    <a:pt x="604" y="31"/>
                  </a:lnTo>
                  <a:lnTo>
                    <a:pt x="598" y="34"/>
                  </a:lnTo>
                  <a:lnTo>
                    <a:pt x="593" y="34"/>
                  </a:lnTo>
                  <a:lnTo>
                    <a:pt x="589" y="30"/>
                  </a:lnTo>
                  <a:lnTo>
                    <a:pt x="585" y="27"/>
                  </a:lnTo>
                  <a:lnTo>
                    <a:pt x="580" y="27"/>
                  </a:lnTo>
                  <a:lnTo>
                    <a:pt x="574" y="29"/>
                  </a:lnTo>
                  <a:lnTo>
                    <a:pt x="566" y="34"/>
                  </a:lnTo>
                  <a:lnTo>
                    <a:pt x="560" y="39"/>
                  </a:lnTo>
                  <a:lnTo>
                    <a:pt x="552" y="46"/>
                  </a:lnTo>
                  <a:lnTo>
                    <a:pt x="547" y="51"/>
                  </a:lnTo>
                  <a:lnTo>
                    <a:pt x="542" y="55"/>
                  </a:lnTo>
                  <a:lnTo>
                    <a:pt x="537" y="58"/>
                  </a:lnTo>
                  <a:lnTo>
                    <a:pt x="530" y="60"/>
                  </a:lnTo>
                  <a:lnTo>
                    <a:pt x="522" y="60"/>
                  </a:lnTo>
                  <a:lnTo>
                    <a:pt x="513" y="59"/>
                  </a:lnTo>
                  <a:lnTo>
                    <a:pt x="504" y="58"/>
                  </a:lnTo>
                  <a:lnTo>
                    <a:pt x="497" y="55"/>
                  </a:lnTo>
                  <a:lnTo>
                    <a:pt x="491" y="53"/>
                  </a:lnTo>
                  <a:lnTo>
                    <a:pt x="487" y="49"/>
                  </a:lnTo>
                  <a:lnTo>
                    <a:pt x="483" y="47"/>
                  </a:lnTo>
                  <a:lnTo>
                    <a:pt x="479" y="48"/>
                  </a:lnTo>
                  <a:lnTo>
                    <a:pt x="473" y="52"/>
                  </a:lnTo>
                  <a:lnTo>
                    <a:pt x="467" y="55"/>
                  </a:lnTo>
                  <a:lnTo>
                    <a:pt x="458" y="60"/>
                  </a:lnTo>
                  <a:lnTo>
                    <a:pt x="450" y="64"/>
                  </a:lnTo>
                  <a:lnTo>
                    <a:pt x="440" y="66"/>
                  </a:lnTo>
                  <a:lnTo>
                    <a:pt x="431" y="65"/>
                  </a:lnTo>
                  <a:lnTo>
                    <a:pt x="415" y="66"/>
                  </a:lnTo>
                  <a:lnTo>
                    <a:pt x="405" y="73"/>
                  </a:lnTo>
                  <a:lnTo>
                    <a:pt x="400" y="85"/>
                  </a:lnTo>
                  <a:lnTo>
                    <a:pt x="399" y="96"/>
                  </a:lnTo>
                  <a:lnTo>
                    <a:pt x="397" y="104"/>
                  </a:lnTo>
                  <a:lnTo>
                    <a:pt x="394" y="112"/>
                  </a:lnTo>
                  <a:lnTo>
                    <a:pt x="390" y="119"/>
                  </a:lnTo>
                  <a:lnTo>
                    <a:pt x="385" y="127"/>
                  </a:lnTo>
                  <a:lnTo>
                    <a:pt x="382" y="132"/>
                  </a:lnTo>
                  <a:lnTo>
                    <a:pt x="377" y="137"/>
                  </a:lnTo>
                  <a:lnTo>
                    <a:pt x="372" y="142"/>
                  </a:lnTo>
                  <a:lnTo>
                    <a:pt x="366" y="146"/>
                  </a:lnTo>
                  <a:lnTo>
                    <a:pt x="358" y="150"/>
                  </a:lnTo>
                  <a:lnTo>
                    <a:pt x="351" y="154"/>
                  </a:lnTo>
                  <a:lnTo>
                    <a:pt x="343" y="155"/>
                  </a:lnTo>
                  <a:lnTo>
                    <a:pt x="336" y="156"/>
                  </a:lnTo>
                  <a:lnTo>
                    <a:pt x="327" y="157"/>
                  </a:lnTo>
                  <a:lnTo>
                    <a:pt x="317" y="160"/>
                  </a:lnTo>
                  <a:lnTo>
                    <a:pt x="305" y="162"/>
                  </a:lnTo>
                  <a:lnTo>
                    <a:pt x="294" y="167"/>
                  </a:lnTo>
                  <a:lnTo>
                    <a:pt x="283" y="172"/>
                  </a:lnTo>
                  <a:lnTo>
                    <a:pt x="273" y="177"/>
                  </a:lnTo>
                  <a:lnTo>
                    <a:pt x="264" y="183"/>
                  </a:lnTo>
                  <a:lnTo>
                    <a:pt x="257" y="189"/>
                  </a:lnTo>
                  <a:lnTo>
                    <a:pt x="245" y="186"/>
                  </a:lnTo>
                  <a:lnTo>
                    <a:pt x="241" y="186"/>
                  </a:lnTo>
                  <a:lnTo>
                    <a:pt x="236" y="187"/>
                  </a:lnTo>
                  <a:lnTo>
                    <a:pt x="225" y="183"/>
                  </a:lnTo>
                  <a:lnTo>
                    <a:pt x="215" y="180"/>
                  </a:lnTo>
                  <a:lnTo>
                    <a:pt x="205" y="176"/>
                  </a:lnTo>
                  <a:lnTo>
                    <a:pt x="193" y="173"/>
                  </a:lnTo>
                  <a:lnTo>
                    <a:pt x="182" y="168"/>
                  </a:lnTo>
                  <a:lnTo>
                    <a:pt x="173" y="164"/>
                  </a:lnTo>
                  <a:lnTo>
                    <a:pt x="165" y="160"/>
                  </a:lnTo>
                  <a:lnTo>
                    <a:pt x="159" y="155"/>
                  </a:lnTo>
                  <a:lnTo>
                    <a:pt x="158" y="149"/>
                  </a:lnTo>
                  <a:lnTo>
                    <a:pt x="155" y="136"/>
                  </a:lnTo>
                  <a:lnTo>
                    <a:pt x="149" y="120"/>
                  </a:lnTo>
                  <a:lnTo>
                    <a:pt x="141" y="106"/>
                  </a:lnTo>
                  <a:lnTo>
                    <a:pt x="135" y="96"/>
                  </a:lnTo>
                  <a:lnTo>
                    <a:pt x="134" y="95"/>
                  </a:lnTo>
                  <a:lnTo>
                    <a:pt x="134" y="94"/>
                  </a:lnTo>
                  <a:lnTo>
                    <a:pt x="133" y="92"/>
                  </a:lnTo>
                  <a:lnTo>
                    <a:pt x="131" y="91"/>
                  </a:lnTo>
                  <a:lnTo>
                    <a:pt x="126" y="96"/>
                  </a:lnTo>
                  <a:lnTo>
                    <a:pt x="120" y="101"/>
                  </a:lnTo>
                  <a:lnTo>
                    <a:pt x="115" y="106"/>
                  </a:lnTo>
                  <a:lnTo>
                    <a:pt x="110" y="110"/>
                  </a:lnTo>
                  <a:lnTo>
                    <a:pt x="105" y="115"/>
                  </a:lnTo>
                  <a:lnTo>
                    <a:pt x="101" y="119"/>
                  </a:lnTo>
                  <a:lnTo>
                    <a:pt x="96" y="124"/>
                  </a:lnTo>
                  <a:lnTo>
                    <a:pt x="92" y="127"/>
                  </a:lnTo>
                  <a:lnTo>
                    <a:pt x="82" y="142"/>
                  </a:lnTo>
                  <a:lnTo>
                    <a:pt x="70" y="160"/>
                  </a:lnTo>
                  <a:lnTo>
                    <a:pt x="57" y="182"/>
                  </a:lnTo>
                  <a:lnTo>
                    <a:pt x="46" y="205"/>
                  </a:lnTo>
                  <a:lnTo>
                    <a:pt x="34" y="229"/>
                  </a:lnTo>
                  <a:lnTo>
                    <a:pt x="24" y="251"/>
                  </a:lnTo>
                  <a:lnTo>
                    <a:pt x="18" y="270"/>
                  </a:lnTo>
                  <a:lnTo>
                    <a:pt x="14" y="283"/>
                  </a:lnTo>
                  <a:lnTo>
                    <a:pt x="10" y="313"/>
                  </a:lnTo>
                  <a:lnTo>
                    <a:pt x="5" y="353"/>
                  </a:lnTo>
                  <a:lnTo>
                    <a:pt x="0" y="395"/>
                  </a:lnTo>
                  <a:lnTo>
                    <a:pt x="0" y="427"/>
                  </a:lnTo>
                  <a:lnTo>
                    <a:pt x="7" y="419"/>
                  </a:lnTo>
                  <a:lnTo>
                    <a:pt x="10" y="411"/>
                  </a:lnTo>
                  <a:lnTo>
                    <a:pt x="14" y="401"/>
                  </a:lnTo>
                  <a:lnTo>
                    <a:pt x="17" y="391"/>
                  </a:lnTo>
                  <a:lnTo>
                    <a:pt x="20" y="381"/>
                  </a:lnTo>
                  <a:lnTo>
                    <a:pt x="24" y="374"/>
                  </a:lnTo>
                  <a:lnTo>
                    <a:pt x="31" y="368"/>
                  </a:lnTo>
                  <a:lnTo>
                    <a:pt x="41" y="364"/>
                  </a:lnTo>
                  <a:lnTo>
                    <a:pt x="51" y="363"/>
                  </a:lnTo>
                  <a:lnTo>
                    <a:pt x="58" y="362"/>
                  </a:lnTo>
                  <a:lnTo>
                    <a:pt x="65" y="359"/>
                  </a:lnTo>
                  <a:lnTo>
                    <a:pt x="70" y="358"/>
                  </a:lnTo>
                  <a:lnTo>
                    <a:pt x="73" y="356"/>
                  </a:lnTo>
                  <a:lnTo>
                    <a:pt x="77" y="352"/>
                  </a:lnTo>
                  <a:lnTo>
                    <a:pt x="80" y="348"/>
                  </a:lnTo>
                  <a:lnTo>
                    <a:pt x="84" y="343"/>
                  </a:lnTo>
                  <a:lnTo>
                    <a:pt x="89" y="337"/>
                  </a:lnTo>
                  <a:lnTo>
                    <a:pt x="97" y="330"/>
                  </a:lnTo>
                  <a:lnTo>
                    <a:pt x="109" y="322"/>
                  </a:lnTo>
                  <a:lnTo>
                    <a:pt x="121" y="315"/>
                  </a:lnTo>
                  <a:lnTo>
                    <a:pt x="135" y="308"/>
                  </a:lnTo>
                  <a:lnTo>
                    <a:pt x="147" y="303"/>
                  </a:lnTo>
                  <a:lnTo>
                    <a:pt x="158" y="300"/>
                  </a:lnTo>
                  <a:lnTo>
                    <a:pt x="165" y="298"/>
                  </a:lnTo>
                  <a:lnTo>
                    <a:pt x="173" y="297"/>
                  </a:lnTo>
                  <a:lnTo>
                    <a:pt x="183" y="292"/>
                  </a:lnTo>
                  <a:lnTo>
                    <a:pt x="194" y="286"/>
                  </a:lnTo>
                  <a:lnTo>
                    <a:pt x="206" y="278"/>
                  </a:lnTo>
                  <a:lnTo>
                    <a:pt x="216" y="270"/>
                  </a:lnTo>
                  <a:lnTo>
                    <a:pt x="225" y="263"/>
                  </a:lnTo>
                  <a:lnTo>
                    <a:pt x="231" y="255"/>
                  </a:lnTo>
                  <a:lnTo>
                    <a:pt x="234" y="249"/>
                  </a:lnTo>
                  <a:lnTo>
                    <a:pt x="235" y="245"/>
                  </a:lnTo>
                  <a:lnTo>
                    <a:pt x="236" y="240"/>
                  </a:lnTo>
                  <a:lnTo>
                    <a:pt x="240" y="235"/>
                  </a:lnTo>
                  <a:lnTo>
                    <a:pt x="245" y="230"/>
                  </a:lnTo>
                  <a:lnTo>
                    <a:pt x="251" y="227"/>
                  </a:lnTo>
                  <a:lnTo>
                    <a:pt x="257" y="224"/>
                  </a:lnTo>
                  <a:lnTo>
                    <a:pt x="265" y="224"/>
                  </a:lnTo>
                  <a:lnTo>
                    <a:pt x="274" y="224"/>
                  </a:lnTo>
                  <a:lnTo>
                    <a:pt x="281" y="224"/>
                  </a:lnTo>
                  <a:lnTo>
                    <a:pt x="289" y="222"/>
                  </a:lnTo>
                  <a:lnTo>
                    <a:pt x="294" y="219"/>
                  </a:lnTo>
                  <a:lnTo>
                    <a:pt x="300" y="215"/>
                  </a:lnTo>
                  <a:lnTo>
                    <a:pt x="307" y="210"/>
                  </a:lnTo>
                  <a:lnTo>
                    <a:pt x="314" y="206"/>
                  </a:lnTo>
                  <a:lnTo>
                    <a:pt x="323" y="204"/>
                  </a:lnTo>
                  <a:lnTo>
                    <a:pt x="333" y="203"/>
                  </a:lnTo>
                  <a:lnTo>
                    <a:pt x="344" y="200"/>
                  </a:lnTo>
                  <a:lnTo>
                    <a:pt x="358" y="195"/>
                  </a:lnTo>
                  <a:lnTo>
                    <a:pt x="373" y="188"/>
                  </a:lnTo>
                  <a:lnTo>
                    <a:pt x="387" y="181"/>
                  </a:lnTo>
                  <a:lnTo>
                    <a:pt x="400" y="175"/>
                  </a:lnTo>
                  <a:lnTo>
                    <a:pt x="411" y="170"/>
                  </a:lnTo>
                  <a:lnTo>
                    <a:pt x="419" y="170"/>
                  </a:lnTo>
                  <a:lnTo>
                    <a:pt x="424" y="174"/>
                  </a:lnTo>
                  <a:lnTo>
                    <a:pt x="430" y="195"/>
                  </a:lnTo>
                  <a:lnTo>
                    <a:pt x="438" y="224"/>
                  </a:lnTo>
                  <a:lnTo>
                    <a:pt x="448" y="249"/>
                  </a:lnTo>
                  <a:lnTo>
                    <a:pt x="460" y="259"/>
                  </a:lnTo>
                  <a:lnTo>
                    <a:pt x="468" y="259"/>
                  </a:lnTo>
                  <a:lnTo>
                    <a:pt x="476" y="261"/>
                  </a:lnTo>
                  <a:lnTo>
                    <a:pt x="483" y="266"/>
                  </a:lnTo>
                  <a:lnTo>
                    <a:pt x="491" y="272"/>
                  </a:lnTo>
                  <a:lnTo>
                    <a:pt x="497" y="279"/>
                  </a:lnTo>
                  <a:lnTo>
                    <a:pt x="503" y="286"/>
                  </a:lnTo>
                  <a:lnTo>
                    <a:pt x="510" y="295"/>
                  </a:lnTo>
                  <a:lnTo>
                    <a:pt x="513" y="302"/>
                  </a:lnTo>
                  <a:lnTo>
                    <a:pt x="512" y="324"/>
                  </a:lnTo>
                  <a:lnTo>
                    <a:pt x="510" y="352"/>
                  </a:lnTo>
                  <a:lnTo>
                    <a:pt x="510" y="380"/>
                  </a:lnTo>
                  <a:lnTo>
                    <a:pt x="513" y="399"/>
                  </a:lnTo>
                  <a:lnTo>
                    <a:pt x="517" y="405"/>
                  </a:lnTo>
                  <a:lnTo>
                    <a:pt x="522" y="413"/>
                  </a:lnTo>
                  <a:lnTo>
                    <a:pt x="527" y="422"/>
                  </a:lnTo>
                  <a:lnTo>
                    <a:pt x="533" y="430"/>
                  </a:lnTo>
                  <a:lnTo>
                    <a:pt x="539" y="440"/>
                  </a:lnTo>
                  <a:lnTo>
                    <a:pt x="544" y="448"/>
                  </a:lnTo>
                  <a:lnTo>
                    <a:pt x="549" y="456"/>
                  </a:lnTo>
                  <a:lnTo>
                    <a:pt x="552" y="462"/>
                  </a:lnTo>
                  <a:lnTo>
                    <a:pt x="556" y="472"/>
                  </a:lnTo>
                  <a:lnTo>
                    <a:pt x="556" y="478"/>
                  </a:lnTo>
                  <a:lnTo>
                    <a:pt x="557" y="485"/>
                  </a:lnTo>
                  <a:lnTo>
                    <a:pt x="565" y="496"/>
                  </a:lnTo>
                  <a:lnTo>
                    <a:pt x="576" y="508"/>
                  </a:lnTo>
                  <a:lnTo>
                    <a:pt x="585" y="512"/>
                  </a:lnTo>
                  <a:lnTo>
                    <a:pt x="590" y="508"/>
                  </a:lnTo>
                  <a:lnTo>
                    <a:pt x="589" y="497"/>
                  </a:lnTo>
                  <a:lnTo>
                    <a:pt x="584" y="480"/>
                  </a:lnTo>
                  <a:lnTo>
                    <a:pt x="580" y="462"/>
                  </a:lnTo>
                  <a:lnTo>
                    <a:pt x="578" y="446"/>
                  </a:lnTo>
                  <a:lnTo>
                    <a:pt x="579" y="433"/>
                  </a:lnTo>
                  <a:lnTo>
                    <a:pt x="583" y="427"/>
                  </a:lnTo>
                  <a:lnTo>
                    <a:pt x="590" y="430"/>
                  </a:lnTo>
                  <a:lnTo>
                    <a:pt x="598" y="439"/>
                  </a:lnTo>
                  <a:lnTo>
                    <a:pt x="608" y="450"/>
                  </a:lnTo>
                  <a:lnTo>
                    <a:pt x="613" y="456"/>
                  </a:lnTo>
                  <a:lnTo>
                    <a:pt x="617" y="462"/>
                  </a:lnTo>
                  <a:lnTo>
                    <a:pt x="620" y="467"/>
                  </a:lnTo>
                  <a:lnTo>
                    <a:pt x="624" y="473"/>
                  </a:lnTo>
                  <a:lnTo>
                    <a:pt x="628" y="479"/>
                  </a:lnTo>
                  <a:lnTo>
                    <a:pt x="633" y="484"/>
                  </a:lnTo>
                  <a:lnTo>
                    <a:pt x="639" y="489"/>
                  </a:lnTo>
                  <a:lnTo>
                    <a:pt x="647" y="494"/>
                  </a:lnTo>
                  <a:lnTo>
                    <a:pt x="656" y="500"/>
                  </a:lnTo>
                  <a:lnTo>
                    <a:pt x="666" y="507"/>
                  </a:lnTo>
                  <a:lnTo>
                    <a:pt x="676" y="515"/>
                  </a:lnTo>
                  <a:lnTo>
                    <a:pt x="685" y="524"/>
                  </a:lnTo>
                  <a:lnTo>
                    <a:pt x="695" y="532"/>
                  </a:lnTo>
                  <a:lnTo>
                    <a:pt x="704" y="538"/>
                  </a:lnTo>
                  <a:lnTo>
                    <a:pt x="712" y="543"/>
                  </a:lnTo>
                  <a:lnTo>
                    <a:pt x="719" y="544"/>
                  </a:lnTo>
                  <a:lnTo>
                    <a:pt x="726" y="544"/>
                  </a:lnTo>
                  <a:lnTo>
                    <a:pt x="735" y="543"/>
                  </a:lnTo>
                  <a:lnTo>
                    <a:pt x="744" y="544"/>
                  </a:lnTo>
                  <a:lnTo>
                    <a:pt x="753" y="545"/>
                  </a:lnTo>
                  <a:lnTo>
                    <a:pt x="760" y="549"/>
                  </a:lnTo>
                  <a:lnTo>
                    <a:pt x="765" y="556"/>
                  </a:lnTo>
                  <a:lnTo>
                    <a:pt x="767" y="565"/>
                  </a:lnTo>
                  <a:lnTo>
                    <a:pt x="764" y="581"/>
                  </a:lnTo>
                  <a:lnTo>
                    <a:pt x="757" y="613"/>
                  </a:lnTo>
                  <a:lnTo>
                    <a:pt x="755" y="640"/>
                  </a:lnTo>
                  <a:lnTo>
                    <a:pt x="759" y="660"/>
                  </a:lnTo>
                  <a:lnTo>
                    <a:pt x="768" y="676"/>
                  </a:lnTo>
                  <a:lnTo>
                    <a:pt x="775" y="689"/>
                  </a:lnTo>
                  <a:lnTo>
                    <a:pt x="777" y="706"/>
                  </a:lnTo>
                  <a:lnTo>
                    <a:pt x="775" y="722"/>
                  </a:lnTo>
                  <a:lnTo>
                    <a:pt x="778" y="738"/>
                  </a:lnTo>
                  <a:lnTo>
                    <a:pt x="782" y="757"/>
                  </a:lnTo>
                  <a:lnTo>
                    <a:pt x="784" y="785"/>
                  </a:lnTo>
                  <a:lnTo>
                    <a:pt x="783" y="811"/>
                  </a:lnTo>
                  <a:lnTo>
                    <a:pt x="778" y="831"/>
                  </a:lnTo>
                  <a:lnTo>
                    <a:pt x="772" y="848"/>
                  </a:lnTo>
                  <a:lnTo>
                    <a:pt x="769" y="868"/>
                  </a:lnTo>
                  <a:lnTo>
                    <a:pt x="767" y="889"/>
                  </a:lnTo>
                  <a:lnTo>
                    <a:pt x="764" y="905"/>
                  </a:lnTo>
                  <a:lnTo>
                    <a:pt x="764" y="920"/>
                  </a:lnTo>
                  <a:lnTo>
                    <a:pt x="769" y="934"/>
                  </a:lnTo>
                  <a:lnTo>
                    <a:pt x="778" y="943"/>
                  </a:lnTo>
                  <a:lnTo>
                    <a:pt x="791" y="943"/>
                  </a:lnTo>
                  <a:lnTo>
                    <a:pt x="798" y="939"/>
                  </a:lnTo>
                  <a:lnTo>
                    <a:pt x="804" y="934"/>
                  </a:lnTo>
                  <a:lnTo>
                    <a:pt x="811" y="927"/>
                  </a:lnTo>
                  <a:lnTo>
                    <a:pt x="817" y="919"/>
                  </a:lnTo>
                  <a:lnTo>
                    <a:pt x="822" y="910"/>
                  </a:lnTo>
                  <a:lnTo>
                    <a:pt x="828" y="902"/>
                  </a:lnTo>
                  <a:lnTo>
                    <a:pt x="833" y="895"/>
                  </a:lnTo>
                  <a:lnTo>
                    <a:pt x="840" y="887"/>
                  </a:lnTo>
                  <a:lnTo>
                    <a:pt x="846" y="882"/>
                  </a:lnTo>
                  <a:lnTo>
                    <a:pt x="852" y="874"/>
                  </a:lnTo>
                  <a:lnTo>
                    <a:pt x="860" y="866"/>
                  </a:lnTo>
                  <a:lnTo>
                    <a:pt x="866" y="859"/>
                  </a:lnTo>
                  <a:lnTo>
                    <a:pt x="873" y="850"/>
                  </a:lnTo>
                  <a:lnTo>
                    <a:pt x="880" y="844"/>
                  </a:lnTo>
                  <a:lnTo>
                    <a:pt x="886" y="838"/>
                  </a:lnTo>
                  <a:lnTo>
                    <a:pt x="893" y="834"/>
                  </a:lnTo>
                  <a:lnTo>
                    <a:pt x="900" y="830"/>
                  </a:lnTo>
                  <a:lnTo>
                    <a:pt x="908" y="826"/>
                  </a:lnTo>
                  <a:lnTo>
                    <a:pt x="918" y="823"/>
                  </a:lnTo>
                  <a:lnTo>
                    <a:pt x="928" y="819"/>
                  </a:lnTo>
                  <a:lnTo>
                    <a:pt x="938" y="816"/>
                  </a:lnTo>
                  <a:lnTo>
                    <a:pt x="948" y="811"/>
                  </a:lnTo>
                  <a:lnTo>
                    <a:pt x="957" y="806"/>
                  </a:lnTo>
                  <a:lnTo>
                    <a:pt x="965" y="800"/>
                  </a:lnTo>
                  <a:lnTo>
                    <a:pt x="972" y="794"/>
                  </a:lnTo>
                  <a:lnTo>
                    <a:pt x="980" y="787"/>
                  </a:lnTo>
                  <a:lnTo>
                    <a:pt x="987" y="780"/>
                  </a:lnTo>
                  <a:lnTo>
                    <a:pt x="995" y="773"/>
                  </a:lnTo>
                  <a:lnTo>
                    <a:pt x="1001" y="765"/>
                  </a:lnTo>
                  <a:lnTo>
                    <a:pt x="1007" y="758"/>
                  </a:lnTo>
                  <a:lnTo>
                    <a:pt x="1014" y="751"/>
                  </a:lnTo>
                  <a:lnTo>
                    <a:pt x="1017" y="744"/>
                  </a:lnTo>
                  <a:lnTo>
                    <a:pt x="1023" y="735"/>
                  </a:lnTo>
                  <a:lnTo>
                    <a:pt x="1029" y="723"/>
                  </a:lnTo>
                  <a:lnTo>
                    <a:pt x="1035" y="710"/>
                  </a:lnTo>
                  <a:lnTo>
                    <a:pt x="1041" y="696"/>
                  </a:lnTo>
                  <a:lnTo>
                    <a:pt x="1046" y="682"/>
                  </a:lnTo>
                  <a:lnTo>
                    <a:pt x="1049" y="668"/>
                  </a:lnTo>
                  <a:lnTo>
                    <a:pt x="1049" y="656"/>
                  </a:lnTo>
                  <a:lnTo>
                    <a:pt x="1046" y="647"/>
                  </a:lnTo>
                  <a:close/>
                </a:path>
              </a:pathLst>
            </a:custGeom>
            <a:solidFill>
              <a:srgbClr val="77A55E"/>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88" name="Google Shape;988;p23"/>
            <p:cNvSpPr/>
            <p:nvPr/>
          </p:nvSpPr>
          <p:spPr>
            <a:xfrm>
              <a:off x="3055" y="2201"/>
              <a:ext cx="112" cy="109"/>
            </a:xfrm>
            <a:custGeom>
              <a:rect b="b" l="l" r="r" t="t"/>
              <a:pathLst>
                <a:path extrusionOk="0" h="109" w="112">
                  <a:moveTo>
                    <a:pt x="0" y="0"/>
                  </a:moveTo>
                  <a:lnTo>
                    <a:pt x="0" y="14"/>
                  </a:lnTo>
                  <a:lnTo>
                    <a:pt x="1" y="27"/>
                  </a:lnTo>
                  <a:lnTo>
                    <a:pt x="8" y="39"/>
                  </a:lnTo>
                  <a:lnTo>
                    <a:pt x="23" y="45"/>
                  </a:lnTo>
                  <a:lnTo>
                    <a:pt x="38" y="48"/>
                  </a:lnTo>
                  <a:lnTo>
                    <a:pt x="47" y="57"/>
                  </a:lnTo>
                  <a:lnTo>
                    <a:pt x="52" y="66"/>
                  </a:lnTo>
                  <a:lnTo>
                    <a:pt x="56" y="76"/>
                  </a:lnTo>
                  <a:lnTo>
                    <a:pt x="61" y="86"/>
                  </a:lnTo>
                  <a:lnTo>
                    <a:pt x="66" y="96"/>
                  </a:lnTo>
                  <a:lnTo>
                    <a:pt x="74" y="105"/>
                  </a:lnTo>
                  <a:lnTo>
                    <a:pt x="88" y="109"/>
                  </a:lnTo>
                  <a:lnTo>
                    <a:pt x="102" y="107"/>
                  </a:lnTo>
                  <a:lnTo>
                    <a:pt x="110" y="97"/>
                  </a:lnTo>
                  <a:lnTo>
                    <a:pt x="112" y="84"/>
                  </a:lnTo>
                  <a:lnTo>
                    <a:pt x="111" y="70"/>
                  </a:lnTo>
                  <a:lnTo>
                    <a:pt x="106" y="51"/>
                  </a:lnTo>
                  <a:lnTo>
                    <a:pt x="97" y="28"/>
                  </a:lnTo>
                  <a:lnTo>
                    <a:pt x="87" y="10"/>
                  </a:lnTo>
                  <a:lnTo>
                    <a:pt x="74" y="4"/>
                  </a:lnTo>
                  <a:lnTo>
                    <a:pt x="67" y="5"/>
                  </a:lnTo>
                  <a:lnTo>
                    <a:pt x="59" y="6"/>
                  </a:lnTo>
                  <a:lnTo>
                    <a:pt x="49" y="6"/>
                  </a:lnTo>
                  <a:lnTo>
                    <a:pt x="39" y="6"/>
                  </a:lnTo>
                  <a:lnTo>
                    <a:pt x="29" y="5"/>
                  </a:lnTo>
                  <a:lnTo>
                    <a:pt x="19" y="4"/>
                  </a:lnTo>
                  <a:lnTo>
                    <a:pt x="9" y="3"/>
                  </a:lnTo>
                  <a:lnTo>
                    <a:pt x="0" y="0"/>
                  </a:lnTo>
                  <a:close/>
                </a:path>
              </a:pathLst>
            </a:custGeom>
            <a:solidFill>
              <a:srgbClr val="77A55E"/>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89" name="Google Shape;989;p23"/>
            <p:cNvSpPr/>
            <p:nvPr/>
          </p:nvSpPr>
          <p:spPr>
            <a:xfrm>
              <a:off x="2601" y="2016"/>
              <a:ext cx="476" cy="89"/>
            </a:xfrm>
            <a:custGeom>
              <a:rect b="b" l="l" r="r" t="t"/>
              <a:pathLst>
                <a:path extrusionOk="0" h="89" w="476">
                  <a:moveTo>
                    <a:pt x="401" y="30"/>
                  </a:moveTo>
                  <a:lnTo>
                    <a:pt x="391" y="27"/>
                  </a:lnTo>
                  <a:lnTo>
                    <a:pt x="378" y="24"/>
                  </a:lnTo>
                  <a:lnTo>
                    <a:pt x="365" y="21"/>
                  </a:lnTo>
                  <a:lnTo>
                    <a:pt x="349" y="18"/>
                  </a:lnTo>
                  <a:lnTo>
                    <a:pt x="333" y="15"/>
                  </a:lnTo>
                  <a:lnTo>
                    <a:pt x="317" y="13"/>
                  </a:lnTo>
                  <a:lnTo>
                    <a:pt x="299" y="11"/>
                  </a:lnTo>
                  <a:lnTo>
                    <a:pt x="281" y="8"/>
                  </a:lnTo>
                  <a:lnTo>
                    <a:pt x="264" y="6"/>
                  </a:lnTo>
                  <a:lnTo>
                    <a:pt x="247" y="5"/>
                  </a:lnTo>
                  <a:lnTo>
                    <a:pt x="231" y="2"/>
                  </a:lnTo>
                  <a:lnTo>
                    <a:pt x="215" y="1"/>
                  </a:lnTo>
                  <a:lnTo>
                    <a:pt x="201" y="0"/>
                  </a:lnTo>
                  <a:lnTo>
                    <a:pt x="188" y="0"/>
                  </a:lnTo>
                  <a:lnTo>
                    <a:pt x="178" y="0"/>
                  </a:lnTo>
                  <a:lnTo>
                    <a:pt x="169" y="0"/>
                  </a:lnTo>
                  <a:lnTo>
                    <a:pt x="153" y="2"/>
                  </a:lnTo>
                  <a:lnTo>
                    <a:pt x="133" y="7"/>
                  </a:lnTo>
                  <a:lnTo>
                    <a:pt x="110" y="14"/>
                  </a:lnTo>
                  <a:lnTo>
                    <a:pt x="86" y="23"/>
                  </a:lnTo>
                  <a:lnTo>
                    <a:pt x="62" y="32"/>
                  </a:lnTo>
                  <a:lnTo>
                    <a:pt x="39" y="42"/>
                  </a:lnTo>
                  <a:lnTo>
                    <a:pt x="18" y="50"/>
                  </a:lnTo>
                  <a:lnTo>
                    <a:pt x="0" y="59"/>
                  </a:lnTo>
                  <a:lnTo>
                    <a:pt x="3" y="68"/>
                  </a:lnTo>
                  <a:lnTo>
                    <a:pt x="9" y="77"/>
                  </a:lnTo>
                  <a:lnTo>
                    <a:pt x="19" y="81"/>
                  </a:lnTo>
                  <a:lnTo>
                    <a:pt x="32" y="80"/>
                  </a:lnTo>
                  <a:lnTo>
                    <a:pt x="42" y="77"/>
                  </a:lnTo>
                  <a:lnTo>
                    <a:pt x="56" y="73"/>
                  </a:lnTo>
                  <a:lnTo>
                    <a:pt x="71" y="69"/>
                  </a:lnTo>
                  <a:lnTo>
                    <a:pt x="87" y="67"/>
                  </a:lnTo>
                  <a:lnTo>
                    <a:pt x="104" y="66"/>
                  </a:lnTo>
                  <a:lnTo>
                    <a:pt x="119" y="66"/>
                  </a:lnTo>
                  <a:lnTo>
                    <a:pt x="130" y="67"/>
                  </a:lnTo>
                  <a:lnTo>
                    <a:pt x="139" y="71"/>
                  </a:lnTo>
                  <a:lnTo>
                    <a:pt x="145" y="74"/>
                  </a:lnTo>
                  <a:lnTo>
                    <a:pt x="152" y="77"/>
                  </a:lnTo>
                  <a:lnTo>
                    <a:pt x="158" y="79"/>
                  </a:lnTo>
                  <a:lnTo>
                    <a:pt x="164" y="79"/>
                  </a:lnTo>
                  <a:lnTo>
                    <a:pt x="170" y="79"/>
                  </a:lnTo>
                  <a:lnTo>
                    <a:pt x="177" y="78"/>
                  </a:lnTo>
                  <a:lnTo>
                    <a:pt x="183" y="77"/>
                  </a:lnTo>
                  <a:lnTo>
                    <a:pt x="189" y="74"/>
                  </a:lnTo>
                  <a:lnTo>
                    <a:pt x="199" y="71"/>
                  </a:lnTo>
                  <a:lnTo>
                    <a:pt x="213" y="65"/>
                  </a:lnTo>
                  <a:lnTo>
                    <a:pt x="232" y="57"/>
                  </a:lnTo>
                  <a:lnTo>
                    <a:pt x="254" y="51"/>
                  </a:lnTo>
                  <a:lnTo>
                    <a:pt x="274" y="45"/>
                  </a:lnTo>
                  <a:lnTo>
                    <a:pt x="294" y="42"/>
                  </a:lnTo>
                  <a:lnTo>
                    <a:pt x="310" y="42"/>
                  </a:lnTo>
                  <a:lnTo>
                    <a:pt x="322" y="45"/>
                  </a:lnTo>
                  <a:lnTo>
                    <a:pt x="333" y="51"/>
                  </a:lnTo>
                  <a:lnTo>
                    <a:pt x="348" y="56"/>
                  </a:lnTo>
                  <a:lnTo>
                    <a:pt x="365" y="62"/>
                  </a:lnTo>
                  <a:lnTo>
                    <a:pt x="384" y="67"/>
                  </a:lnTo>
                  <a:lnTo>
                    <a:pt x="401" y="72"/>
                  </a:lnTo>
                  <a:lnTo>
                    <a:pt x="419" y="77"/>
                  </a:lnTo>
                  <a:lnTo>
                    <a:pt x="433" y="81"/>
                  </a:lnTo>
                  <a:lnTo>
                    <a:pt x="444" y="86"/>
                  </a:lnTo>
                  <a:lnTo>
                    <a:pt x="455" y="89"/>
                  </a:lnTo>
                  <a:lnTo>
                    <a:pt x="463" y="83"/>
                  </a:lnTo>
                  <a:lnTo>
                    <a:pt x="468" y="73"/>
                  </a:lnTo>
                  <a:lnTo>
                    <a:pt x="476" y="66"/>
                  </a:lnTo>
                  <a:lnTo>
                    <a:pt x="465" y="60"/>
                  </a:lnTo>
                  <a:lnTo>
                    <a:pt x="455" y="55"/>
                  </a:lnTo>
                  <a:lnTo>
                    <a:pt x="445" y="49"/>
                  </a:lnTo>
                  <a:lnTo>
                    <a:pt x="435" y="44"/>
                  </a:lnTo>
                  <a:lnTo>
                    <a:pt x="425" y="39"/>
                  </a:lnTo>
                  <a:lnTo>
                    <a:pt x="416" y="36"/>
                  </a:lnTo>
                  <a:lnTo>
                    <a:pt x="409" y="32"/>
                  </a:lnTo>
                  <a:lnTo>
                    <a:pt x="401" y="3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90" name="Google Shape;990;p23"/>
            <p:cNvSpPr/>
            <p:nvPr/>
          </p:nvSpPr>
          <p:spPr>
            <a:xfrm>
              <a:off x="2300" y="2776"/>
              <a:ext cx="223" cy="157"/>
            </a:xfrm>
            <a:custGeom>
              <a:rect b="b" l="l" r="r" t="t"/>
              <a:pathLst>
                <a:path extrusionOk="0" h="157" w="223">
                  <a:moveTo>
                    <a:pt x="34" y="11"/>
                  </a:moveTo>
                  <a:lnTo>
                    <a:pt x="38" y="15"/>
                  </a:lnTo>
                  <a:lnTo>
                    <a:pt x="42" y="19"/>
                  </a:lnTo>
                  <a:lnTo>
                    <a:pt x="48" y="23"/>
                  </a:lnTo>
                  <a:lnTo>
                    <a:pt x="56" y="27"/>
                  </a:lnTo>
                  <a:lnTo>
                    <a:pt x="62" y="30"/>
                  </a:lnTo>
                  <a:lnTo>
                    <a:pt x="69" y="33"/>
                  </a:lnTo>
                  <a:lnTo>
                    <a:pt x="77" y="33"/>
                  </a:lnTo>
                  <a:lnTo>
                    <a:pt x="83" y="33"/>
                  </a:lnTo>
                  <a:lnTo>
                    <a:pt x="90" y="31"/>
                  </a:lnTo>
                  <a:lnTo>
                    <a:pt x="97" y="29"/>
                  </a:lnTo>
                  <a:lnTo>
                    <a:pt x="105" y="25"/>
                  </a:lnTo>
                  <a:lnTo>
                    <a:pt x="112" y="22"/>
                  </a:lnTo>
                  <a:lnTo>
                    <a:pt x="120" y="17"/>
                  </a:lnTo>
                  <a:lnTo>
                    <a:pt x="129" y="13"/>
                  </a:lnTo>
                  <a:lnTo>
                    <a:pt x="135" y="9"/>
                  </a:lnTo>
                  <a:lnTo>
                    <a:pt x="143" y="5"/>
                  </a:lnTo>
                  <a:lnTo>
                    <a:pt x="153" y="0"/>
                  </a:lnTo>
                  <a:lnTo>
                    <a:pt x="161" y="1"/>
                  </a:lnTo>
                  <a:lnTo>
                    <a:pt x="166" y="6"/>
                  </a:lnTo>
                  <a:lnTo>
                    <a:pt x="172" y="15"/>
                  </a:lnTo>
                  <a:lnTo>
                    <a:pt x="177" y="23"/>
                  </a:lnTo>
                  <a:lnTo>
                    <a:pt x="183" y="31"/>
                  </a:lnTo>
                  <a:lnTo>
                    <a:pt x="193" y="41"/>
                  </a:lnTo>
                  <a:lnTo>
                    <a:pt x="208" y="52"/>
                  </a:lnTo>
                  <a:lnTo>
                    <a:pt x="221" y="64"/>
                  </a:lnTo>
                  <a:lnTo>
                    <a:pt x="223" y="74"/>
                  </a:lnTo>
                  <a:lnTo>
                    <a:pt x="221" y="86"/>
                  </a:lnTo>
                  <a:lnTo>
                    <a:pt x="214" y="98"/>
                  </a:lnTo>
                  <a:lnTo>
                    <a:pt x="209" y="106"/>
                  </a:lnTo>
                  <a:lnTo>
                    <a:pt x="204" y="114"/>
                  </a:lnTo>
                  <a:lnTo>
                    <a:pt x="198" y="124"/>
                  </a:lnTo>
                  <a:lnTo>
                    <a:pt x="190" y="132"/>
                  </a:lnTo>
                  <a:lnTo>
                    <a:pt x="183" y="141"/>
                  </a:lnTo>
                  <a:lnTo>
                    <a:pt x="175" y="147"/>
                  </a:lnTo>
                  <a:lnTo>
                    <a:pt x="168" y="153"/>
                  </a:lnTo>
                  <a:lnTo>
                    <a:pt x="161" y="155"/>
                  </a:lnTo>
                  <a:lnTo>
                    <a:pt x="154" y="153"/>
                  </a:lnTo>
                  <a:lnTo>
                    <a:pt x="146" y="150"/>
                  </a:lnTo>
                  <a:lnTo>
                    <a:pt x="136" y="146"/>
                  </a:lnTo>
                  <a:lnTo>
                    <a:pt x="127" y="141"/>
                  </a:lnTo>
                  <a:lnTo>
                    <a:pt x="117" y="138"/>
                  </a:lnTo>
                  <a:lnTo>
                    <a:pt x="107" y="134"/>
                  </a:lnTo>
                  <a:lnTo>
                    <a:pt x="100" y="133"/>
                  </a:lnTo>
                  <a:lnTo>
                    <a:pt x="92" y="135"/>
                  </a:lnTo>
                  <a:lnTo>
                    <a:pt x="86" y="139"/>
                  </a:lnTo>
                  <a:lnTo>
                    <a:pt x="81" y="143"/>
                  </a:lnTo>
                  <a:lnTo>
                    <a:pt x="76" y="146"/>
                  </a:lnTo>
                  <a:lnTo>
                    <a:pt x="71" y="149"/>
                  </a:lnTo>
                  <a:lnTo>
                    <a:pt x="66" y="152"/>
                  </a:lnTo>
                  <a:lnTo>
                    <a:pt x="61" y="153"/>
                  </a:lnTo>
                  <a:lnTo>
                    <a:pt x="54" y="156"/>
                  </a:lnTo>
                  <a:lnTo>
                    <a:pt x="47" y="157"/>
                  </a:lnTo>
                  <a:lnTo>
                    <a:pt x="39" y="157"/>
                  </a:lnTo>
                  <a:lnTo>
                    <a:pt x="32" y="153"/>
                  </a:lnTo>
                  <a:lnTo>
                    <a:pt x="25" y="147"/>
                  </a:lnTo>
                  <a:lnTo>
                    <a:pt x="19" y="140"/>
                  </a:lnTo>
                  <a:lnTo>
                    <a:pt x="13" y="132"/>
                  </a:lnTo>
                  <a:lnTo>
                    <a:pt x="8" y="122"/>
                  </a:lnTo>
                  <a:lnTo>
                    <a:pt x="4" y="113"/>
                  </a:lnTo>
                  <a:lnTo>
                    <a:pt x="1" y="104"/>
                  </a:lnTo>
                  <a:lnTo>
                    <a:pt x="0" y="95"/>
                  </a:lnTo>
                  <a:lnTo>
                    <a:pt x="0" y="83"/>
                  </a:lnTo>
                  <a:lnTo>
                    <a:pt x="1" y="71"/>
                  </a:lnTo>
                  <a:lnTo>
                    <a:pt x="5" y="56"/>
                  </a:lnTo>
                  <a:lnTo>
                    <a:pt x="10" y="43"/>
                  </a:lnTo>
                  <a:lnTo>
                    <a:pt x="16" y="30"/>
                  </a:lnTo>
                  <a:lnTo>
                    <a:pt x="25" y="19"/>
                  </a:lnTo>
                  <a:lnTo>
                    <a:pt x="34" y="11"/>
                  </a:lnTo>
                  <a:close/>
                </a:path>
              </a:pathLst>
            </a:custGeom>
            <a:solidFill>
              <a:srgbClr val="77A55E"/>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91" name="Google Shape;991;p23"/>
            <p:cNvSpPr/>
            <p:nvPr/>
          </p:nvSpPr>
          <p:spPr>
            <a:xfrm>
              <a:off x="2291" y="2714"/>
              <a:ext cx="28" cy="26"/>
            </a:xfrm>
            <a:custGeom>
              <a:rect b="b" l="l" r="r" t="t"/>
              <a:pathLst>
                <a:path extrusionOk="0" h="26" w="28">
                  <a:moveTo>
                    <a:pt x="27" y="26"/>
                  </a:moveTo>
                  <a:lnTo>
                    <a:pt x="28" y="14"/>
                  </a:lnTo>
                  <a:lnTo>
                    <a:pt x="22" y="5"/>
                  </a:lnTo>
                  <a:lnTo>
                    <a:pt x="12" y="0"/>
                  </a:lnTo>
                  <a:lnTo>
                    <a:pt x="3" y="5"/>
                  </a:lnTo>
                  <a:lnTo>
                    <a:pt x="0" y="13"/>
                  </a:lnTo>
                  <a:lnTo>
                    <a:pt x="5" y="20"/>
                  </a:lnTo>
                  <a:lnTo>
                    <a:pt x="15" y="25"/>
                  </a:lnTo>
                  <a:lnTo>
                    <a:pt x="27" y="26"/>
                  </a:lnTo>
                  <a:close/>
                </a:path>
              </a:pathLst>
            </a:custGeom>
            <a:solidFill>
              <a:srgbClr val="77A55E"/>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92" name="Google Shape;992;p23"/>
            <p:cNvSpPr/>
            <p:nvPr/>
          </p:nvSpPr>
          <p:spPr>
            <a:xfrm>
              <a:off x="2363" y="2756"/>
              <a:ext cx="17" cy="9"/>
            </a:xfrm>
            <a:custGeom>
              <a:rect b="b" l="l" r="r" t="t"/>
              <a:pathLst>
                <a:path extrusionOk="0" h="9" w="17">
                  <a:moveTo>
                    <a:pt x="4" y="0"/>
                  </a:moveTo>
                  <a:lnTo>
                    <a:pt x="0" y="9"/>
                  </a:lnTo>
                  <a:lnTo>
                    <a:pt x="17" y="9"/>
                  </a:lnTo>
                  <a:lnTo>
                    <a:pt x="4" y="0"/>
                  </a:lnTo>
                  <a:close/>
                </a:path>
              </a:pathLst>
            </a:custGeom>
            <a:solidFill>
              <a:srgbClr val="77A55E"/>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93" name="Google Shape;993;p23"/>
            <p:cNvSpPr/>
            <p:nvPr/>
          </p:nvSpPr>
          <p:spPr>
            <a:xfrm>
              <a:off x="2285" y="2765"/>
              <a:ext cx="16" cy="26"/>
            </a:xfrm>
            <a:custGeom>
              <a:rect b="b" l="l" r="r" t="t"/>
              <a:pathLst>
                <a:path extrusionOk="0" h="26" w="16">
                  <a:moveTo>
                    <a:pt x="6" y="0"/>
                  </a:moveTo>
                  <a:lnTo>
                    <a:pt x="2" y="11"/>
                  </a:lnTo>
                  <a:lnTo>
                    <a:pt x="0" y="18"/>
                  </a:lnTo>
                  <a:lnTo>
                    <a:pt x="2" y="24"/>
                  </a:lnTo>
                  <a:lnTo>
                    <a:pt x="9" y="26"/>
                  </a:lnTo>
                  <a:lnTo>
                    <a:pt x="15" y="22"/>
                  </a:lnTo>
                  <a:lnTo>
                    <a:pt x="16" y="14"/>
                  </a:lnTo>
                  <a:lnTo>
                    <a:pt x="13" y="5"/>
                  </a:lnTo>
                  <a:lnTo>
                    <a:pt x="6" y="0"/>
                  </a:lnTo>
                  <a:close/>
                </a:path>
              </a:pathLst>
            </a:custGeom>
            <a:solidFill>
              <a:srgbClr val="77A55E"/>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94" name="Google Shape;994;p23"/>
            <p:cNvSpPr/>
            <p:nvPr/>
          </p:nvSpPr>
          <p:spPr>
            <a:xfrm>
              <a:off x="3114" y="2593"/>
              <a:ext cx="91" cy="23"/>
            </a:xfrm>
            <a:custGeom>
              <a:rect b="b" l="l" r="r" t="t"/>
              <a:pathLst>
                <a:path extrusionOk="0" h="23" w="91">
                  <a:moveTo>
                    <a:pt x="48" y="23"/>
                  </a:moveTo>
                  <a:lnTo>
                    <a:pt x="56" y="23"/>
                  </a:lnTo>
                  <a:lnTo>
                    <a:pt x="63" y="22"/>
                  </a:lnTo>
                  <a:lnTo>
                    <a:pt x="71" y="20"/>
                  </a:lnTo>
                  <a:lnTo>
                    <a:pt x="77" y="19"/>
                  </a:lnTo>
                  <a:lnTo>
                    <a:pt x="82" y="18"/>
                  </a:lnTo>
                  <a:lnTo>
                    <a:pt x="87" y="17"/>
                  </a:lnTo>
                  <a:lnTo>
                    <a:pt x="90" y="16"/>
                  </a:lnTo>
                  <a:lnTo>
                    <a:pt x="91" y="16"/>
                  </a:lnTo>
                  <a:lnTo>
                    <a:pt x="87" y="13"/>
                  </a:lnTo>
                  <a:lnTo>
                    <a:pt x="77" y="10"/>
                  </a:lnTo>
                  <a:lnTo>
                    <a:pt x="65" y="6"/>
                  </a:lnTo>
                  <a:lnTo>
                    <a:pt x="56" y="4"/>
                  </a:lnTo>
                  <a:lnTo>
                    <a:pt x="51" y="4"/>
                  </a:lnTo>
                  <a:lnTo>
                    <a:pt x="44" y="4"/>
                  </a:lnTo>
                  <a:lnTo>
                    <a:pt x="38" y="2"/>
                  </a:lnTo>
                  <a:lnTo>
                    <a:pt x="31" y="1"/>
                  </a:lnTo>
                  <a:lnTo>
                    <a:pt x="23" y="1"/>
                  </a:lnTo>
                  <a:lnTo>
                    <a:pt x="15" y="0"/>
                  </a:lnTo>
                  <a:lnTo>
                    <a:pt x="8" y="0"/>
                  </a:lnTo>
                  <a:lnTo>
                    <a:pt x="3" y="0"/>
                  </a:lnTo>
                  <a:lnTo>
                    <a:pt x="0" y="5"/>
                  </a:lnTo>
                  <a:lnTo>
                    <a:pt x="2" y="8"/>
                  </a:lnTo>
                  <a:lnTo>
                    <a:pt x="5" y="11"/>
                  </a:lnTo>
                  <a:lnTo>
                    <a:pt x="12" y="12"/>
                  </a:lnTo>
                  <a:lnTo>
                    <a:pt x="19" y="14"/>
                  </a:lnTo>
                  <a:lnTo>
                    <a:pt x="29" y="16"/>
                  </a:lnTo>
                  <a:lnTo>
                    <a:pt x="38" y="19"/>
                  </a:lnTo>
                  <a:lnTo>
                    <a:pt x="48" y="23"/>
                  </a:lnTo>
                  <a:close/>
                </a:path>
              </a:pathLst>
            </a:custGeom>
            <a:solidFill>
              <a:srgbClr val="77A55E"/>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95" name="Google Shape;995;p23"/>
            <p:cNvSpPr/>
            <p:nvPr/>
          </p:nvSpPr>
          <p:spPr>
            <a:xfrm>
              <a:off x="2698" y="2539"/>
              <a:ext cx="38" cy="15"/>
            </a:xfrm>
            <a:custGeom>
              <a:rect b="b" l="l" r="r" t="t"/>
              <a:pathLst>
                <a:path extrusionOk="0" h="15" w="38">
                  <a:moveTo>
                    <a:pt x="29" y="0"/>
                  </a:moveTo>
                  <a:lnTo>
                    <a:pt x="19" y="1"/>
                  </a:lnTo>
                  <a:lnTo>
                    <a:pt x="10" y="3"/>
                  </a:lnTo>
                  <a:lnTo>
                    <a:pt x="3" y="5"/>
                  </a:lnTo>
                  <a:lnTo>
                    <a:pt x="0" y="6"/>
                  </a:lnTo>
                  <a:lnTo>
                    <a:pt x="2" y="7"/>
                  </a:lnTo>
                  <a:lnTo>
                    <a:pt x="7" y="10"/>
                  </a:lnTo>
                  <a:lnTo>
                    <a:pt x="14" y="13"/>
                  </a:lnTo>
                  <a:lnTo>
                    <a:pt x="23" y="15"/>
                  </a:lnTo>
                  <a:lnTo>
                    <a:pt x="32" y="12"/>
                  </a:lnTo>
                  <a:lnTo>
                    <a:pt x="38" y="9"/>
                  </a:lnTo>
                  <a:lnTo>
                    <a:pt x="38" y="4"/>
                  </a:lnTo>
                  <a:lnTo>
                    <a:pt x="29" y="0"/>
                  </a:lnTo>
                  <a:close/>
                </a:path>
              </a:pathLst>
            </a:custGeom>
            <a:solidFill>
              <a:srgbClr val="77A55E"/>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96" name="Google Shape;996;p23"/>
            <p:cNvSpPr/>
            <p:nvPr/>
          </p:nvSpPr>
          <p:spPr>
            <a:xfrm>
              <a:off x="1845" y="2291"/>
              <a:ext cx="387" cy="728"/>
            </a:xfrm>
            <a:custGeom>
              <a:rect b="b" l="l" r="r" t="t"/>
              <a:pathLst>
                <a:path extrusionOk="0" h="728" w="387">
                  <a:moveTo>
                    <a:pt x="66" y="3"/>
                  </a:moveTo>
                  <a:lnTo>
                    <a:pt x="61" y="23"/>
                  </a:lnTo>
                  <a:lnTo>
                    <a:pt x="58" y="48"/>
                  </a:lnTo>
                  <a:lnTo>
                    <a:pt x="57" y="75"/>
                  </a:lnTo>
                  <a:lnTo>
                    <a:pt x="57" y="95"/>
                  </a:lnTo>
                  <a:lnTo>
                    <a:pt x="61" y="120"/>
                  </a:lnTo>
                  <a:lnTo>
                    <a:pt x="67" y="158"/>
                  </a:lnTo>
                  <a:lnTo>
                    <a:pt x="71" y="198"/>
                  </a:lnTo>
                  <a:lnTo>
                    <a:pt x="68" y="229"/>
                  </a:lnTo>
                  <a:lnTo>
                    <a:pt x="61" y="249"/>
                  </a:lnTo>
                  <a:lnTo>
                    <a:pt x="54" y="267"/>
                  </a:lnTo>
                  <a:lnTo>
                    <a:pt x="48" y="283"/>
                  </a:lnTo>
                  <a:lnTo>
                    <a:pt x="40" y="296"/>
                  </a:lnTo>
                  <a:lnTo>
                    <a:pt x="37" y="304"/>
                  </a:lnTo>
                  <a:lnTo>
                    <a:pt x="32" y="316"/>
                  </a:lnTo>
                  <a:lnTo>
                    <a:pt x="27" y="332"/>
                  </a:lnTo>
                  <a:lnTo>
                    <a:pt x="20" y="349"/>
                  </a:lnTo>
                  <a:lnTo>
                    <a:pt x="15" y="365"/>
                  </a:lnTo>
                  <a:lnTo>
                    <a:pt x="10" y="382"/>
                  </a:lnTo>
                  <a:lnTo>
                    <a:pt x="5" y="397"/>
                  </a:lnTo>
                  <a:lnTo>
                    <a:pt x="0" y="409"/>
                  </a:lnTo>
                  <a:lnTo>
                    <a:pt x="5" y="415"/>
                  </a:lnTo>
                  <a:lnTo>
                    <a:pt x="11" y="422"/>
                  </a:lnTo>
                  <a:lnTo>
                    <a:pt x="18" y="430"/>
                  </a:lnTo>
                  <a:lnTo>
                    <a:pt x="27" y="437"/>
                  </a:lnTo>
                  <a:lnTo>
                    <a:pt x="34" y="444"/>
                  </a:lnTo>
                  <a:lnTo>
                    <a:pt x="43" y="452"/>
                  </a:lnTo>
                  <a:lnTo>
                    <a:pt x="52" y="456"/>
                  </a:lnTo>
                  <a:lnTo>
                    <a:pt x="61" y="461"/>
                  </a:lnTo>
                  <a:lnTo>
                    <a:pt x="58" y="488"/>
                  </a:lnTo>
                  <a:lnTo>
                    <a:pt x="57" y="522"/>
                  </a:lnTo>
                  <a:lnTo>
                    <a:pt x="58" y="557"/>
                  </a:lnTo>
                  <a:lnTo>
                    <a:pt x="62" y="583"/>
                  </a:lnTo>
                  <a:lnTo>
                    <a:pt x="67" y="611"/>
                  </a:lnTo>
                  <a:lnTo>
                    <a:pt x="73" y="650"/>
                  </a:lnTo>
                  <a:lnTo>
                    <a:pt x="79" y="691"/>
                  </a:lnTo>
                  <a:lnTo>
                    <a:pt x="85" y="719"/>
                  </a:lnTo>
                  <a:lnTo>
                    <a:pt x="97" y="723"/>
                  </a:lnTo>
                  <a:lnTo>
                    <a:pt x="111" y="726"/>
                  </a:lnTo>
                  <a:lnTo>
                    <a:pt x="126" y="728"/>
                  </a:lnTo>
                  <a:lnTo>
                    <a:pt x="141" y="728"/>
                  </a:lnTo>
                  <a:lnTo>
                    <a:pt x="156" y="728"/>
                  </a:lnTo>
                  <a:lnTo>
                    <a:pt x="170" y="728"/>
                  </a:lnTo>
                  <a:lnTo>
                    <a:pt x="184" y="726"/>
                  </a:lnTo>
                  <a:lnTo>
                    <a:pt x="195" y="725"/>
                  </a:lnTo>
                  <a:lnTo>
                    <a:pt x="207" y="722"/>
                  </a:lnTo>
                  <a:lnTo>
                    <a:pt x="219" y="720"/>
                  </a:lnTo>
                  <a:lnTo>
                    <a:pt x="232" y="715"/>
                  </a:lnTo>
                  <a:lnTo>
                    <a:pt x="246" y="711"/>
                  </a:lnTo>
                  <a:lnTo>
                    <a:pt x="257" y="708"/>
                  </a:lnTo>
                  <a:lnTo>
                    <a:pt x="269" y="703"/>
                  </a:lnTo>
                  <a:lnTo>
                    <a:pt x="277" y="700"/>
                  </a:lnTo>
                  <a:lnTo>
                    <a:pt x="282" y="696"/>
                  </a:lnTo>
                  <a:lnTo>
                    <a:pt x="282" y="664"/>
                  </a:lnTo>
                  <a:lnTo>
                    <a:pt x="282" y="615"/>
                  </a:lnTo>
                  <a:lnTo>
                    <a:pt x="282" y="568"/>
                  </a:lnTo>
                  <a:lnTo>
                    <a:pt x="282" y="539"/>
                  </a:lnTo>
                  <a:lnTo>
                    <a:pt x="280" y="516"/>
                  </a:lnTo>
                  <a:lnTo>
                    <a:pt x="277" y="483"/>
                  </a:lnTo>
                  <a:lnTo>
                    <a:pt x="276" y="447"/>
                  </a:lnTo>
                  <a:lnTo>
                    <a:pt x="275" y="423"/>
                  </a:lnTo>
                  <a:lnTo>
                    <a:pt x="276" y="422"/>
                  </a:lnTo>
                  <a:lnTo>
                    <a:pt x="281" y="419"/>
                  </a:lnTo>
                  <a:lnTo>
                    <a:pt x="285" y="415"/>
                  </a:lnTo>
                  <a:lnTo>
                    <a:pt x="286" y="409"/>
                  </a:lnTo>
                  <a:lnTo>
                    <a:pt x="284" y="398"/>
                  </a:lnTo>
                  <a:lnTo>
                    <a:pt x="279" y="383"/>
                  </a:lnTo>
                  <a:lnTo>
                    <a:pt x="272" y="368"/>
                  </a:lnTo>
                  <a:lnTo>
                    <a:pt x="267" y="354"/>
                  </a:lnTo>
                  <a:lnTo>
                    <a:pt x="260" y="333"/>
                  </a:lnTo>
                  <a:lnTo>
                    <a:pt x="251" y="302"/>
                  </a:lnTo>
                  <a:lnTo>
                    <a:pt x="243" y="266"/>
                  </a:lnTo>
                  <a:lnTo>
                    <a:pt x="245" y="236"/>
                  </a:lnTo>
                  <a:lnTo>
                    <a:pt x="252" y="237"/>
                  </a:lnTo>
                  <a:lnTo>
                    <a:pt x="258" y="237"/>
                  </a:lnTo>
                  <a:lnTo>
                    <a:pt x="266" y="236"/>
                  </a:lnTo>
                  <a:lnTo>
                    <a:pt x="272" y="236"/>
                  </a:lnTo>
                  <a:lnTo>
                    <a:pt x="279" y="235"/>
                  </a:lnTo>
                  <a:lnTo>
                    <a:pt x="285" y="235"/>
                  </a:lnTo>
                  <a:lnTo>
                    <a:pt x="291" y="234"/>
                  </a:lnTo>
                  <a:lnTo>
                    <a:pt x="296" y="233"/>
                  </a:lnTo>
                  <a:lnTo>
                    <a:pt x="304" y="231"/>
                  </a:lnTo>
                  <a:lnTo>
                    <a:pt x="314" y="230"/>
                  </a:lnTo>
                  <a:lnTo>
                    <a:pt x="325" y="229"/>
                  </a:lnTo>
                  <a:lnTo>
                    <a:pt x="338" y="228"/>
                  </a:lnTo>
                  <a:lnTo>
                    <a:pt x="352" y="227"/>
                  </a:lnTo>
                  <a:lnTo>
                    <a:pt x="364" y="224"/>
                  </a:lnTo>
                  <a:lnTo>
                    <a:pt x="374" y="222"/>
                  </a:lnTo>
                  <a:lnTo>
                    <a:pt x="383" y="218"/>
                  </a:lnTo>
                  <a:lnTo>
                    <a:pt x="381" y="209"/>
                  </a:lnTo>
                  <a:lnTo>
                    <a:pt x="378" y="195"/>
                  </a:lnTo>
                  <a:lnTo>
                    <a:pt x="379" y="181"/>
                  </a:lnTo>
                  <a:lnTo>
                    <a:pt x="387" y="167"/>
                  </a:lnTo>
                  <a:lnTo>
                    <a:pt x="379" y="166"/>
                  </a:lnTo>
                  <a:lnTo>
                    <a:pt x="369" y="164"/>
                  </a:lnTo>
                  <a:lnTo>
                    <a:pt x="356" y="163"/>
                  </a:lnTo>
                  <a:lnTo>
                    <a:pt x="340" y="161"/>
                  </a:lnTo>
                  <a:lnTo>
                    <a:pt x="323" y="160"/>
                  </a:lnTo>
                  <a:lnTo>
                    <a:pt x="304" y="157"/>
                  </a:lnTo>
                  <a:lnTo>
                    <a:pt x="284" y="155"/>
                  </a:lnTo>
                  <a:lnTo>
                    <a:pt x="264" y="152"/>
                  </a:lnTo>
                  <a:lnTo>
                    <a:pt x="270" y="132"/>
                  </a:lnTo>
                  <a:lnTo>
                    <a:pt x="272" y="114"/>
                  </a:lnTo>
                  <a:lnTo>
                    <a:pt x="271" y="97"/>
                  </a:lnTo>
                  <a:lnTo>
                    <a:pt x="264" y="84"/>
                  </a:lnTo>
                  <a:lnTo>
                    <a:pt x="255" y="75"/>
                  </a:lnTo>
                  <a:lnTo>
                    <a:pt x="246" y="65"/>
                  </a:lnTo>
                  <a:lnTo>
                    <a:pt x="238" y="58"/>
                  </a:lnTo>
                  <a:lnTo>
                    <a:pt x="228" y="53"/>
                  </a:lnTo>
                  <a:lnTo>
                    <a:pt x="223" y="52"/>
                  </a:lnTo>
                  <a:lnTo>
                    <a:pt x="217" y="51"/>
                  </a:lnTo>
                  <a:lnTo>
                    <a:pt x="212" y="49"/>
                  </a:lnTo>
                  <a:lnTo>
                    <a:pt x="207" y="49"/>
                  </a:lnTo>
                  <a:lnTo>
                    <a:pt x="202" y="48"/>
                  </a:lnTo>
                  <a:lnTo>
                    <a:pt x="197" y="47"/>
                  </a:lnTo>
                  <a:lnTo>
                    <a:pt x="192" y="46"/>
                  </a:lnTo>
                  <a:lnTo>
                    <a:pt x="187" y="42"/>
                  </a:lnTo>
                  <a:lnTo>
                    <a:pt x="182" y="39"/>
                  </a:lnTo>
                  <a:lnTo>
                    <a:pt x="175" y="34"/>
                  </a:lnTo>
                  <a:lnTo>
                    <a:pt x="168" y="30"/>
                  </a:lnTo>
                  <a:lnTo>
                    <a:pt x="161" y="25"/>
                  </a:lnTo>
                  <a:lnTo>
                    <a:pt x="153" y="22"/>
                  </a:lnTo>
                  <a:lnTo>
                    <a:pt x="145" y="18"/>
                  </a:lnTo>
                  <a:lnTo>
                    <a:pt x="139" y="15"/>
                  </a:lnTo>
                  <a:lnTo>
                    <a:pt x="131" y="12"/>
                  </a:lnTo>
                  <a:lnTo>
                    <a:pt x="124" y="9"/>
                  </a:lnTo>
                  <a:lnTo>
                    <a:pt x="115" y="6"/>
                  </a:lnTo>
                  <a:lnTo>
                    <a:pt x="105" y="4"/>
                  </a:lnTo>
                  <a:lnTo>
                    <a:pt x="96" y="1"/>
                  </a:lnTo>
                  <a:lnTo>
                    <a:pt x="86" y="0"/>
                  </a:lnTo>
                  <a:lnTo>
                    <a:pt x="78" y="0"/>
                  </a:lnTo>
                  <a:lnTo>
                    <a:pt x="71" y="1"/>
                  </a:lnTo>
                  <a:lnTo>
                    <a:pt x="66" y="3"/>
                  </a:lnTo>
                  <a:close/>
                </a:path>
              </a:pathLst>
            </a:custGeom>
            <a:solidFill>
              <a:srgbClr val="AFCCA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97" name="Google Shape;997;p23"/>
            <p:cNvSpPr/>
            <p:nvPr/>
          </p:nvSpPr>
          <p:spPr>
            <a:xfrm>
              <a:off x="1838" y="1984"/>
              <a:ext cx="381" cy="725"/>
            </a:xfrm>
            <a:custGeom>
              <a:rect b="b" l="l" r="r" t="t"/>
              <a:pathLst>
                <a:path extrusionOk="0" h="725" w="381">
                  <a:moveTo>
                    <a:pt x="233" y="82"/>
                  </a:moveTo>
                  <a:lnTo>
                    <a:pt x="243" y="71"/>
                  </a:lnTo>
                  <a:lnTo>
                    <a:pt x="250" y="52"/>
                  </a:lnTo>
                  <a:lnTo>
                    <a:pt x="252" y="32"/>
                  </a:lnTo>
                  <a:lnTo>
                    <a:pt x="242" y="14"/>
                  </a:lnTo>
                  <a:lnTo>
                    <a:pt x="234" y="8"/>
                  </a:lnTo>
                  <a:lnTo>
                    <a:pt x="226" y="3"/>
                  </a:lnTo>
                  <a:lnTo>
                    <a:pt x="220" y="1"/>
                  </a:lnTo>
                  <a:lnTo>
                    <a:pt x="214" y="0"/>
                  </a:lnTo>
                  <a:lnTo>
                    <a:pt x="207" y="1"/>
                  </a:lnTo>
                  <a:lnTo>
                    <a:pt x="201" y="3"/>
                  </a:lnTo>
                  <a:lnTo>
                    <a:pt x="195" y="8"/>
                  </a:lnTo>
                  <a:lnTo>
                    <a:pt x="189" y="15"/>
                  </a:lnTo>
                  <a:lnTo>
                    <a:pt x="179" y="13"/>
                  </a:lnTo>
                  <a:lnTo>
                    <a:pt x="167" y="10"/>
                  </a:lnTo>
                  <a:lnTo>
                    <a:pt x="155" y="8"/>
                  </a:lnTo>
                  <a:lnTo>
                    <a:pt x="142" y="7"/>
                  </a:lnTo>
                  <a:lnTo>
                    <a:pt x="128" y="8"/>
                  </a:lnTo>
                  <a:lnTo>
                    <a:pt x="117" y="12"/>
                  </a:lnTo>
                  <a:lnTo>
                    <a:pt x="108" y="19"/>
                  </a:lnTo>
                  <a:lnTo>
                    <a:pt x="102" y="31"/>
                  </a:lnTo>
                  <a:lnTo>
                    <a:pt x="88" y="32"/>
                  </a:lnTo>
                  <a:lnTo>
                    <a:pt x="75" y="38"/>
                  </a:lnTo>
                  <a:lnTo>
                    <a:pt x="65" y="49"/>
                  </a:lnTo>
                  <a:lnTo>
                    <a:pt x="56" y="59"/>
                  </a:lnTo>
                  <a:lnTo>
                    <a:pt x="50" y="73"/>
                  </a:lnTo>
                  <a:lnTo>
                    <a:pt x="46" y="86"/>
                  </a:lnTo>
                  <a:lnTo>
                    <a:pt x="45" y="97"/>
                  </a:lnTo>
                  <a:lnTo>
                    <a:pt x="49" y="104"/>
                  </a:lnTo>
                  <a:lnTo>
                    <a:pt x="58" y="117"/>
                  </a:lnTo>
                  <a:lnTo>
                    <a:pt x="61" y="130"/>
                  </a:lnTo>
                  <a:lnTo>
                    <a:pt x="60" y="141"/>
                  </a:lnTo>
                  <a:lnTo>
                    <a:pt x="51" y="146"/>
                  </a:lnTo>
                  <a:lnTo>
                    <a:pt x="45" y="148"/>
                  </a:lnTo>
                  <a:lnTo>
                    <a:pt x="37" y="154"/>
                  </a:lnTo>
                  <a:lnTo>
                    <a:pt x="31" y="161"/>
                  </a:lnTo>
                  <a:lnTo>
                    <a:pt x="25" y="171"/>
                  </a:lnTo>
                  <a:lnTo>
                    <a:pt x="21" y="180"/>
                  </a:lnTo>
                  <a:lnTo>
                    <a:pt x="20" y="191"/>
                  </a:lnTo>
                  <a:lnTo>
                    <a:pt x="20" y="201"/>
                  </a:lnTo>
                  <a:lnTo>
                    <a:pt x="25" y="210"/>
                  </a:lnTo>
                  <a:lnTo>
                    <a:pt x="31" y="217"/>
                  </a:lnTo>
                  <a:lnTo>
                    <a:pt x="37" y="222"/>
                  </a:lnTo>
                  <a:lnTo>
                    <a:pt x="44" y="223"/>
                  </a:lnTo>
                  <a:lnTo>
                    <a:pt x="50" y="225"/>
                  </a:lnTo>
                  <a:lnTo>
                    <a:pt x="55" y="223"/>
                  </a:lnTo>
                  <a:lnTo>
                    <a:pt x="60" y="221"/>
                  </a:lnTo>
                  <a:lnTo>
                    <a:pt x="63" y="220"/>
                  </a:lnTo>
                  <a:lnTo>
                    <a:pt x="65" y="217"/>
                  </a:lnTo>
                  <a:lnTo>
                    <a:pt x="68" y="228"/>
                  </a:lnTo>
                  <a:lnTo>
                    <a:pt x="71" y="238"/>
                  </a:lnTo>
                  <a:lnTo>
                    <a:pt x="81" y="246"/>
                  </a:lnTo>
                  <a:lnTo>
                    <a:pt x="100" y="251"/>
                  </a:lnTo>
                  <a:lnTo>
                    <a:pt x="89" y="262"/>
                  </a:lnTo>
                  <a:lnTo>
                    <a:pt x="79" y="276"/>
                  </a:lnTo>
                  <a:lnTo>
                    <a:pt x="71" y="294"/>
                  </a:lnTo>
                  <a:lnTo>
                    <a:pt x="68" y="313"/>
                  </a:lnTo>
                  <a:lnTo>
                    <a:pt x="60" y="334"/>
                  </a:lnTo>
                  <a:lnTo>
                    <a:pt x="55" y="366"/>
                  </a:lnTo>
                  <a:lnTo>
                    <a:pt x="55" y="402"/>
                  </a:lnTo>
                  <a:lnTo>
                    <a:pt x="58" y="429"/>
                  </a:lnTo>
                  <a:lnTo>
                    <a:pt x="63" y="455"/>
                  </a:lnTo>
                  <a:lnTo>
                    <a:pt x="69" y="483"/>
                  </a:lnTo>
                  <a:lnTo>
                    <a:pt x="71" y="510"/>
                  </a:lnTo>
                  <a:lnTo>
                    <a:pt x="68" y="531"/>
                  </a:lnTo>
                  <a:lnTo>
                    <a:pt x="60" y="552"/>
                  </a:lnTo>
                  <a:lnTo>
                    <a:pt x="52" y="575"/>
                  </a:lnTo>
                  <a:lnTo>
                    <a:pt x="42" y="603"/>
                  </a:lnTo>
                  <a:lnTo>
                    <a:pt x="31" y="632"/>
                  </a:lnTo>
                  <a:lnTo>
                    <a:pt x="18" y="659"/>
                  </a:lnTo>
                  <a:lnTo>
                    <a:pt x="8" y="686"/>
                  </a:lnTo>
                  <a:lnTo>
                    <a:pt x="1" y="706"/>
                  </a:lnTo>
                  <a:lnTo>
                    <a:pt x="0" y="719"/>
                  </a:lnTo>
                  <a:lnTo>
                    <a:pt x="3" y="725"/>
                  </a:lnTo>
                  <a:lnTo>
                    <a:pt x="8" y="725"/>
                  </a:lnTo>
                  <a:lnTo>
                    <a:pt x="12" y="720"/>
                  </a:lnTo>
                  <a:lnTo>
                    <a:pt x="15" y="712"/>
                  </a:lnTo>
                  <a:lnTo>
                    <a:pt x="18" y="696"/>
                  </a:lnTo>
                  <a:lnTo>
                    <a:pt x="25" y="675"/>
                  </a:lnTo>
                  <a:lnTo>
                    <a:pt x="32" y="653"/>
                  </a:lnTo>
                  <a:lnTo>
                    <a:pt x="40" y="638"/>
                  </a:lnTo>
                  <a:lnTo>
                    <a:pt x="45" y="627"/>
                  </a:lnTo>
                  <a:lnTo>
                    <a:pt x="50" y="617"/>
                  </a:lnTo>
                  <a:lnTo>
                    <a:pt x="55" y="609"/>
                  </a:lnTo>
                  <a:lnTo>
                    <a:pt x="61" y="602"/>
                  </a:lnTo>
                  <a:lnTo>
                    <a:pt x="70" y="587"/>
                  </a:lnTo>
                  <a:lnTo>
                    <a:pt x="81" y="561"/>
                  </a:lnTo>
                  <a:lnTo>
                    <a:pt x="93" y="534"/>
                  </a:lnTo>
                  <a:lnTo>
                    <a:pt x="98" y="512"/>
                  </a:lnTo>
                  <a:lnTo>
                    <a:pt x="92" y="504"/>
                  </a:lnTo>
                  <a:lnTo>
                    <a:pt x="92" y="505"/>
                  </a:lnTo>
                  <a:lnTo>
                    <a:pt x="90" y="510"/>
                  </a:lnTo>
                  <a:lnTo>
                    <a:pt x="88" y="516"/>
                  </a:lnTo>
                  <a:lnTo>
                    <a:pt x="84" y="524"/>
                  </a:lnTo>
                  <a:lnTo>
                    <a:pt x="83" y="508"/>
                  </a:lnTo>
                  <a:lnTo>
                    <a:pt x="80" y="488"/>
                  </a:lnTo>
                  <a:lnTo>
                    <a:pt x="79" y="467"/>
                  </a:lnTo>
                  <a:lnTo>
                    <a:pt x="75" y="450"/>
                  </a:lnTo>
                  <a:lnTo>
                    <a:pt x="73" y="428"/>
                  </a:lnTo>
                  <a:lnTo>
                    <a:pt x="73" y="394"/>
                  </a:lnTo>
                  <a:lnTo>
                    <a:pt x="73" y="360"/>
                  </a:lnTo>
                  <a:lnTo>
                    <a:pt x="73" y="341"/>
                  </a:lnTo>
                  <a:lnTo>
                    <a:pt x="73" y="332"/>
                  </a:lnTo>
                  <a:lnTo>
                    <a:pt x="75" y="324"/>
                  </a:lnTo>
                  <a:lnTo>
                    <a:pt x="79" y="318"/>
                  </a:lnTo>
                  <a:lnTo>
                    <a:pt x="86" y="316"/>
                  </a:lnTo>
                  <a:lnTo>
                    <a:pt x="92" y="316"/>
                  </a:lnTo>
                  <a:lnTo>
                    <a:pt x="99" y="317"/>
                  </a:lnTo>
                  <a:lnTo>
                    <a:pt x="108" y="317"/>
                  </a:lnTo>
                  <a:lnTo>
                    <a:pt x="117" y="318"/>
                  </a:lnTo>
                  <a:lnTo>
                    <a:pt x="126" y="320"/>
                  </a:lnTo>
                  <a:lnTo>
                    <a:pt x="134" y="322"/>
                  </a:lnTo>
                  <a:lnTo>
                    <a:pt x="141" y="324"/>
                  </a:lnTo>
                  <a:lnTo>
                    <a:pt x="146" y="326"/>
                  </a:lnTo>
                  <a:lnTo>
                    <a:pt x="155" y="332"/>
                  </a:lnTo>
                  <a:lnTo>
                    <a:pt x="166" y="340"/>
                  </a:lnTo>
                  <a:lnTo>
                    <a:pt x="175" y="347"/>
                  </a:lnTo>
                  <a:lnTo>
                    <a:pt x="182" y="354"/>
                  </a:lnTo>
                  <a:lnTo>
                    <a:pt x="187" y="359"/>
                  </a:lnTo>
                  <a:lnTo>
                    <a:pt x="195" y="362"/>
                  </a:lnTo>
                  <a:lnTo>
                    <a:pt x="202" y="365"/>
                  </a:lnTo>
                  <a:lnTo>
                    <a:pt x="211" y="366"/>
                  </a:lnTo>
                  <a:lnTo>
                    <a:pt x="219" y="367"/>
                  </a:lnTo>
                  <a:lnTo>
                    <a:pt x="228" y="370"/>
                  </a:lnTo>
                  <a:lnTo>
                    <a:pt x="235" y="372"/>
                  </a:lnTo>
                  <a:lnTo>
                    <a:pt x="243" y="377"/>
                  </a:lnTo>
                  <a:lnTo>
                    <a:pt x="252" y="384"/>
                  </a:lnTo>
                  <a:lnTo>
                    <a:pt x="262" y="395"/>
                  </a:lnTo>
                  <a:lnTo>
                    <a:pt x="268" y="405"/>
                  </a:lnTo>
                  <a:lnTo>
                    <a:pt x="269" y="417"/>
                  </a:lnTo>
                  <a:lnTo>
                    <a:pt x="267" y="429"/>
                  </a:lnTo>
                  <a:lnTo>
                    <a:pt x="265" y="440"/>
                  </a:lnTo>
                  <a:lnTo>
                    <a:pt x="264" y="451"/>
                  </a:lnTo>
                  <a:lnTo>
                    <a:pt x="264" y="458"/>
                  </a:lnTo>
                  <a:lnTo>
                    <a:pt x="259" y="458"/>
                  </a:lnTo>
                  <a:lnTo>
                    <a:pt x="253" y="457"/>
                  </a:lnTo>
                  <a:lnTo>
                    <a:pt x="247" y="456"/>
                  </a:lnTo>
                  <a:lnTo>
                    <a:pt x="239" y="455"/>
                  </a:lnTo>
                  <a:lnTo>
                    <a:pt x="233" y="455"/>
                  </a:lnTo>
                  <a:lnTo>
                    <a:pt x="226" y="453"/>
                  </a:lnTo>
                  <a:lnTo>
                    <a:pt x="221" y="452"/>
                  </a:lnTo>
                  <a:lnTo>
                    <a:pt x="216" y="452"/>
                  </a:lnTo>
                  <a:lnTo>
                    <a:pt x="214" y="435"/>
                  </a:lnTo>
                  <a:lnTo>
                    <a:pt x="211" y="413"/>
                  </a:lnTo>
                  <a:lnTo>
                    <a:pt x="206" y="392"/>
                  </a:lnTo>
                  <a:lnTo>
                    <a:pt x="199" y="380"/>
                  </a:lnTo>
                  <a:lnTo>
                    <a:pt x="194" y="377"/>
                  </a:lnTo>
                  <a:lnTo>
                    <a:pt x="186" y="371"/>
                  </a:lnTo>
                  <a:lnTo>
                    <a:pt x="180" y="365"/>
                  </a:lnTo>
                  <a:lnTo>
                    <a:pt x="172" y="359"/>
                  </a:lnTo>
                  <a:lnTo>
                    <a:pt x="166" y="354"/>
                  </a:lnTo>
                  <a:lnTo>
                    <a:pt x="158" y="350"/>
                  </a:lnTo>
                  <a:lnTo>
                    <a:pt x="152" y="349"/>
                  </a:lnTo>
                  <a:lnTo>
                    <a:pt x="146" y="352"/>
                  </a:lnTo>
                  <a:lnTo>
                    <a:pt x="139" y="356"/>
                  </a:lnTo>
                  <a:lnTo>
                    <a:pt x="134" y="364"/>
                  </a:lnTo>
                  <a:lnTo>
                    <a:pt x="128" y="373"/>
                  </a:lnTo>
                  <a:lnTo>
                    <a:pt x="123" y="384"/>
                  </a:lnTo>
                  <a:lnTo>
                    <a:pt x="118" y="396"/>
                  </a:lnTo>
                  <a:lnTo>
                    <a:pt x="117" y="410"/>
                  </a:lnTo>
                  <a:lnTo>
                    <a:pt x="118" y="425"/>
                  </a:lnTo>
                  <a:lnTo>
                    <a:pt x="122" y="441"/>
                  </a:lnTo>
                  <a:lnTo>
                    <a:pt x="124" y="425"/>
                  </a:lnTo>
                  <a:lnTo>
                    <a:pt x="127" y="401"/>
                  </a:lnTo>
                  <a:lnTo>
                    <a:pt x="133" y="379"/>
                  </a:lnTo>
                  <a:lnTo>
                    <a:pt x="151" y="365"/>
                  </a:lnTo>
                  <a:lnTo>
                    <a:pt x="156" y="367"/>
                  </a:lnTo>
                  <a:lnTo>
                    <a:pt x="161" y="370"/>
                  </a:lnTo>
                  <a:lnTo>
                    <a:pt x="166" y="374"/>
                  </a:lnTo>
                  <a:lnTo>
                    <a:pt x="172" y="379"/>
                  </a:lnTo>
                  <a:lnTo>
                    <a:pt x="177" y="385"/>
                  </a:lnTo>
                  <a:lnTo>
                    <a:pt x="182" y="392"/>
                  </a:lnTo>
                  <a:lnTo>
                    <a:pt x="187" y="401"/>
                  </a:lnTo>
                  <a:lnTo>
                    <a:pt x="190" y="411"/>
                  </a:lnTo>
                  <a:lnTo>
                    <a:pt x="196" y="431"/>
                  </a:lnTo>
                  <a:lnTo>
                    <a:pt x="201" y="445"/>
                  </a:lnTo>
                  <a:lnTo>
                    <a:pt x="204" y="455"/>
                  </a:lnTo>
                  <a:lnTo>
                    <a:pt x="200" y="461"/>
                  </a:lnTo>
                  <a:lnTo>
                    <a:pt x="192" y="468"/>
                  </a:lnTo>
                  <a:lnTo>
                    <a:pt x="182" y="477"/>
                  </a:lnTo>
                  <a:lnTo>
                    <a:pt x="175" y="488"/>
                  </a:lnTo>
                  <a:lnTo>
                    <a:pt x="173" y="501"/>
                  </a:lnTo>
                  <a:lnTo>
                    <a:pt x="176" y="505"/>
                  </a:lnTo>
                  <a:lnTo>
                    <a:pt x="177" y="506"/>
                  </a:lnTo>
                  <a:lnTo>
                    <a:pt x="180" y="502"/>
                  </a:lnTo>
                  <a:lnTo>
                    <a:pt x="182" y="496"/>
                  </a:lnTo>
                  <a:lnTo>
                    <a:pt x="186" y="488"/>
                  </a:lnTo>
                  <a:lnTo>
                    <a:pt x="191" y="477"/>
                  </a:lnTo>
                  <a:lnTo>
                    <a:pt x="200" y="469"/>
                  </a:lnTo>
                  <a:lnTo>
                    <a:pt x="211" y="464"/>
                  </a:lnTo>
                  <a:lnTo>
                    <a:pt x="216" y="464"/>
                  </a:lnTo>
                  <a:lnTo>
                    <a:pt x="221" y="464"/>
                  </a:lnTo>
                  <a:lnTo>
                    <a:pt x="226" y="464"/>
                  </a:lnTo>
                  <a:lnTo>
                    <a:pt x="230" y="464"/>
                  </a:lnTo>
                  <a:lnTo>
                    <a:pt x="235" y="464"/>
                  </a:lnTo>
                  <a:lnTo>
                    <a:pt x="240" y="465"/>
                  </a:lnTo>
                  <a:lnTo>
                    <a:pt x="245" y="467"/>
                  </a:lnTo>
                  <a:lnTo>
                    <a:pt x="252" y="468"/>
                  </a:lnTo>
                  <a:lnTo>
                    <a:pt x="260" y="469"/>
                  </a:lnTo>
                  <a:lnTo>
                    <a:pt x="272" y="469"/>
                  </a:lnTo>
                  <a:lnTo>
                    <a:pt x="287" y="470"/>
                  </a:lnTo>
                  <a:lnTo>
                    <a:pt x="302" y="470"/>
                  </a:lnTo>
                  <a:lnTo>
                    <a:pt x="316" y="470"/>
                  </a:lnTo>
                  <a:lnTo>
                    <a:pt x="328" y="471"/>
                  </a:lnTo>
                  <a:lnTo>
                    <a:pt x="339" y="471"/>
                  </a:lnTo>
                  <a:lnTo>
                    <a:pt x="345" y="473"/>
                  </a:lnTo>
                  <a:lnTo>
                    <a:pt x="352" y="473"/>
                  </a:lnTo>
                  <a:lnTo>
                    <a:pt x="363" y="471"/>
                  </a:lnTo>
                  <a:lnTo>
                    <a:pt x="373" y="470"/>
                  </a:lnTo>
                  <a:lnTo>
                    <a:pt x="379" y="470"/>
                  </a:lnTo>
                  <a:lnTo>
                    <a:pt x="381" y="470"/>
                  </a:lnTo>
                  <a:lnTo>
                    <a:pt x="381" y="467"/>
                  </a:lnTo>
                  <a:lnTo>
                    <a:pt x="378" y="463"/>
                  </a:lnTo>
                  <a:lnTo>
                    <a:pt x="373" y="461"/>
                  </a:lnTo>
                  <a:lnTo>
                    <a:pt x="368" y="461"/>
                  </a:lnTo>
                  <a:lnTo>
                    <a:pt x="357" y="459"/>
                  </a:lnTo>
                  <a:lnTo>
                    <a:pt x="345" y="459"/>
                  </a:lnTo>
                  <a:lnTo>
                    <a:pt x="331" y="458"/>
                  </a:lnTo>
                  <a:lnTo>
                    <a:pt x="316" y="457"/>
                  </a:lnTo>
                  <a:lnTo>
                    <a:pt x="302" y="456"/>
                  </a:lnTo>
                  <a:lnTo>
                    <a:pt x="289" y="455"/>
                  </a:lnTo>
                  <a:lnTo>
                    <a:pt x="279" y="453"/>
                  </a:lnTo>
                  <a:lnTo>
                    <a:pt x="283" y="440"/>
                  </a:lnTo>
                  <a:lnTo>
                    <a:pt x="286" y="426"/>
                  </a:lnTo>
                  <a:lnTo>
                    <a:pt x="284" y="413"/>
                  </a:lnTo>
                  <a:lnTo>
                    <a:pt x="281" y="401"/>
                  </a:lnTo>
                  <a:lnTo>
                    <a:pt x="278" y="395"/>
                  </a:lnTo>
                  <a:lnTo>
                    <a:pt x="274" y="389"/>
                  </a:lnTo>
                  <a:lnTo>
                    <a:pt x="269" y="384"/>
                  </a:lnTo>
                  <a:lnTo>
                    <a:pt x="265" y="378"/>
                  </a:lnTo>
                  <a:lnTo>
                    <a:pt x="259" y="372"/>
                  </a:lnTo>
                  <a:lnTo>
                    <a:pt x="254" y="367"/>
                  </a:lnTo>
                  <a:lnTo>
                    <a:pt x="248" y="364"/>
                  </a:lnTo>
                  <a:lnTo>
                    <a:pt x="242" y="360"/>
                  </a:lnTo>
                  <a:lnTo>
                    <a:pt x="242" y="349"/>
                  </a:lnTo>
                  <a:lnTo>
                    <a:pt x="242" y="342"/>
                  </a:lnTo>
                  <a:lnTo>
                    <a:pt x="240" y="335"/>
                  </a:lnTo>
                  <a:lnTo>
                    <a:pt x="238" y="325"/>
                  </a:lnTo>
                  <a:lnTo>
                    <a:pt x="233" y="314"/>
                  </a:lnTo>
                  <a:lnTo>
                    <a:pt x="225" y="305"/>
                  </a:lnTo>
                  <a:lnTo>
                    <a:pt x="214" y="298"/>
                  </a:lnTo>
                  <a:lnTo>
                    <a:pt x="204" y="289"/>
                  </a:lnTo>
                  <a:lnTo>
                    <a:pt x="196" y="280"/>
                  </a:lnTo>
                  <a:lnTo>
                    <a:pt x="192" y="270"/>
                  </a:lnTo>
                  <a:lnTo>
                    <a:pt x="191" y="259"/>
                  </a:lnTo>
                  <a:lnTo>
                    <a:pt x="195" y="249"/>
                  </a:lnTo>
                  <a:lnTo>
                    <a:pt x="206" y="245"/>
                  </a:lnTo>
                  <a:lnTo>
                    <a:pt x="214" y="239"/>
                  </a:lnTo>
                  <a:lnTo>
                    <a:pt x="218" y="232"/>
                  </a:lnTo>
                  <a:lnTo>
                    <a:pt x="223" y="225"/>
                  </a:lnTo>
                  <a:lnTo>
                    <a:pt x="228" y="217"/>
                  </a:lnTo>
                  <a:lnTo>
                    <a:pt x="231" y="209"/>
                  </a:lnTo>
                  <a:lnTo>
                    <a:pt x="231" y="201"/>
                  </a:lnTo>
                  <a:lnTo>
                    <a:pt x="231" y="192"/>
                  </a:lnTo>
                  <a:lnTo>
                    <a:pt x="240" y="186"/>
                  </a:lnTo>
                  <a:lnTo>
                    <a:pt x="252" y="179"/>
                  </a:lnTo>
                  <a:lnTo>
                    <a:pt x="259" y="172"/>
                  </a:lnTo>
                  <a:lnTo>
                    <a:pt x="260" y="164"/>
                  </a:lnTo>
                  <a:lnTo>
                    <a:pt x="257" y="153"/>
                  </a:lnTo>
                  <a:lnTo>
                    <a:pt x="250" y="142"/>
                  </a:lnTo>
                  <a:lnTo>
                    <a:pt x="244" y="131"/>
                  </a:lnTo>
                  <a:lnTo>
                    <a:pt x="238" y="121"/>
                  </a:lnTo>
                  <a:lnTo>
                    <a:pt x="231" y="110"/>
                  </a:lnTo>
                  <a:lnTo>
                    <a:pt x="229" y="100"/>
                  </a:lnTo>
                  <a:lnTo>
                    <a:pt x="229" y="91"/>
                  </a:lnTo>
                  <a:lnTo>
                    <a:pt x="233" y="8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98" name="Google Shape;998;p23"/>
            <p:cNvSpPr/>
            <p:nvPr/>
          </p:nvSpPr>
          <p:spPr>
            <a:xfrm>
              <a:off x="1960" y="2003"/>
              <a:ext cx="49" cy="12"/>
            </a:xfrm>
            <a:custGeom>
              <a:rect b="b" l="l" r="r" t="t"/>
              <a:pathLst>
                <a:path extrusionOk="0" h="12" w="49">
                  <a:moveTo>
                    <a:pt x="49" y="11"/>
                  </a:moveTo>
                  <a:lnTo>
                    <a:pt x="43" y="7"/>
                  </a:lnTo>
                  <a:lnTo>
                    <a:pt x="36" y="5"/>
                  </a:lnTo>
                  <a:lnTo>
                    <a:pt x="29" y="1"/>
                  </a:lnTo>
                  <a:lnTo>
                    <a:pt x="21" y="0"/>
                  </a:lnTo>
                  <a:lnTo>
                    <a:pt x="15" y="0"/>
                  </a:lnTo>
                  <a:lnTo>
                    <a:pt x="9" y="1"/>
                  </a:lnTo>
                  <a:lnTo>
                    <a:pt x="4" y="6"/>
                  </a:lnTo>
                  <a:lnTo>
                    <a:pt x="0" y="12"/>
                  </a:lnTo>
                  <a:lnTo>
                    <a:pt x="2" y="9"/>
                  </a:lnTo>
                  <a:lnTo>
                    <a:pt x="6" y="7"/>
                  </a:lnTo>
                  <a:lnTo>
                    <a:pt x="12" y="5"/>
                  </a:lnTo>
                  <a:lnTo>
                    <a:pt x="20" y="5"/>
                  </a:lnTo>
                  <a:lnTo>
                    <a:pt x="28" y="5"/>
                  </a:lnTo>
                  <a:lnTo>
                    <a:pt x="35" y="6"/>
                  </a:lnTo>
                  <a:lnTo>
                    <a:pt x="43" y="7"/>
                  </a:lnTo>
                  <a:lnTo>
                    <a:pt x="49" y="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999" name="Google Shape;999;p23"/>
            <p:cNvSpPr/>
            <p:nvPr/>
          </p:nvSpPr>
          <p:spPr>
            <a:xfrm>
              <a:off x="1898" y="2030"/>
              <a:ext cx="34" cy="52"/>
            </a:xfrm>
            <a:custGeom>
              <a:rect b="b" l="l" r="r" t="t"/>
              <a:pathLst>
                <a:path extrusionOk="0" h="52" w="34">
                  <a:moveTo>
                    <a:pt x="34" y="0"/>
                  </a:moveTo>
                  <a:lnTo>
                    <a:pt x="28" y="1"/>
                  </a:lnTo>
                  <a:lnTo>
                    <a:pt x="20" y="5"/>
                  </a:lnTo>
                  <a:lnTo>
                    <a:pt x="14" y="10"/>
                  </a:lnTo>
                  <a:lnTo>
                    <a:pt x="8" y="17"/>
                  </a:lnTo>
                  <a:lnTo>
                    <a:pt x="3" y="25"/>
                  </a:lnTo>
                  <a:lnTo>
                    <a:pt x="0" y="35"/>
                  </a:lnTo>
                  <a:lnTo>
                    <a:pt x="0" y="43"/>
                  </a:lnTo>
                  <a:lnTo>
                    <a:pt x="5" y="52"/>
                  </a:lnTo>
                  <a:lnTo>
                    <a:pt x="5" y="35"/>
                  </a:lnTo>
                  <a:lnTo>
                    <a:pt x="11" y="22"/>
                  </a:lnTo>
                  <a:lnTo>
                    <a:pt x="23" y="11"/>
                  </a:lnTo>
                  <a:lnTo>
                    <a:pt x="3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00" name="Google Shape;1000;p23"/>
            <p:cNvSpPr/>
            <p:nvPr/>
          </p:nvSpPr>
          <p:spPr>
            <a:xfrm>
              <a:off x="1868" y="2155"/>
              <a:ext cx="33" cy="42"/>
            </a:xfrm>
            <a:custGeom>
              <a:rect b="b" l="l" r="r" t="t"/>
              <a:pathLst>
                <a:path extrusionOk="0" h="42" w="33">
                  <a:moveTo>
                    <a:pt x="6" y="0"/>
                  </a:moveTo>
                  <a:lnTo>
                    <a:pt x="2" y="5"/>
                  </a:lnTo>
                  <a:lnTo>
                    <a:pt x="0" y="12"/>
                  </a:lnTo>
                  <a:lnTo>
                    <a:pt x="0" y="19"/>
                  </a:lnTo>
                  <a:lnTo>
                    <a:pt x="1" y="26"/>
                  </a:lnTo>
                  <a:lnTo>
                    <a:pt x="5" y="33"/>
                  </a:lnTo>
                  <a:lnTo>
                    <a:pt x="11" y="38"/>
                  </a:lnTo>
                  <a:lnTo>
                    <a:pt x="20" y="42"/>
                  </a:lnTo>
                  <a:lnTo>
                    <a:pt x="33" y="42"/>
                  </a:lnTo>
                  <a:lnTo>
                    <a:pt x="19" y="37"/>
                  </a:lnTo>
                  <a:lnTo>
                    <a:pt x="9" y="27"/>
                  </a:lnTo>
                  <a:lnTo>
                    <a:pt x="4" y="15"/>
                  </a:lnTo>
                  <a:lnTo>
                    <a:pt x="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01" name="Google Shape;1001;p23"/>
            <p:cNvSpPr/>
            <p:nvPr/>
          </p:nvSpPr>
          <p:spPr>
            <a:xfrm>
              <a:off x="1952" y="2066"/>
              <a:ext cx="133" cy="187"/>
            </a:xfrm>
            <a:custGeom>
              <a:rect b="b" l="l" r="r" t="t"/>
              <a:pathLst>
                <a:path extrusionOk="0" h="187" w="133">
                  <a:moveTo>
                    <a:pt x="97" y="0"/>
                  </a:moveTo>
                  <a:lnTo>
                    <a:pt x="92" y="11"/>
                  </a:lnTo>
                  <a:lnTo>
                    <a:pt x="83" y="18"/>
                  </a:lnTo>
                  <a:lnTo>
                    <a:pt x="75" y="22"/>
                  </a:lnTo>
                  <a:lnTo>
                    <a:pt x="65" y="22"/>
                  </a:lnTo>
                  <a:lnTo>
                    <a:pt x="54" y="23"/>
                  </a:lnTo>
                  <a:lnTo>
                    <a:pt x="47" y="29"/>
                  </a:lnTo>
                  <a:lnTo>
                    <a:pt x="44" y="36"/>
                  </a:lnTo>
                  <a:lnTo>
                    <a:pt x="49" y="41"/>
                  </a:lnTo>
                  <a:lnTo>
                    <a:pt x="56" y="46"/>
                  </a:lnTo>
                  <a:lnTo>
                    <a:pt x="58" y="53"/>
                  </a:lnTo>
                  <a:lnTo>
                    <a:pt x="58" y="61"/>
                  </a:lnTo>
                  <a:lnTo>
                    <a:pt x="57" y="67"/>
                  </a:lnTo>
                  <a:lnTo>
                    <a:pt x="46" y="66"/>
                  </a:lnTo>
                  <a:lnTo>
                    <a:pt x="41" y="59"/>
                  </a:lnTo>
                  <a:lnTo>
                    <a:pt x="34" y="53"/>
                  </a:lnTo>
                  <a:lnTo>
                    <a:pt x="27" y="52"/>
                  </a:lnTo>
                  <a:lnTo>
                    <a:pt x="20" y="59"/>
                  </a:lnTo>
                  <a:lnTo>
                    <a:pt x="20" y="70"/>
                  </a:lnTo>
                  <a:lnTo>
                    <a:pt x="25" y="82"/>
                  </a:lnTo>
                  <a:lnTo>
                    <a:pt x="34" y="92"/>
                  </a:lnTo>
                  <a:lnTo>
                    <a:pt x="42" y="102"/>
                  </a:lnTo>
                  <a:lnTo>
                    <a:pt x="43" y="114"/>
                  </a:lnTo>
                  <a:lnTo>
                    <a:pt x="41" y="124"/>
                  </a:lnTo>
                  <a:lnTo>
                    <a:pt x="33" y="126"/>
                  </a:lnTo>
                  <a:lnTo>
                    <a:pt x="25" y="122"/>
                  </a:lnTo>
                  <a:lnTo>
                    <a:pt x="19" y="120"/>
                  </a:lnTo>
                  <a:lnTo>
                    <a:pt x="15" y="120"/>
                  </a:lnTo>
                  <a:lnTo>
                    <a:pt x="14" y="127"/>
                  </a:lnTo>
                  <a:lnTo>
                    <a:pt x="17" y="138"/>
                  </a:lnTo>
                  <a:lnTo>
                    <a:pt x="18" y="149"/>
                  </a:lnTo>
                  <a:lnTo>
                    <a:pt x="15" y="158"/>
                  </a:lnTo>
                  <a:lnTo>
                    <a:pt x="3" y="164"/>
                  </a:lnTo>
                  <a:lnTo>
                    <a:pt x="0" y="171"/>
                  </a:lnTo>
                  <a:lnTo>
                    <a:pt x="0" y="176"/>
                  </a:lnTo>
                  <a:lnTo>
                    <a:pt x="4" y="181"/>
                  </a:lnTo>
                  <a:lnTo>
                    <a:pt x="10" y="185"/>
                  </a:lnTo>
                  <a:lnTo>
                    <a:pt x="15" y="186"/>
                  </a:lnTo>
                  <a:lnTo>
                    <a:pt x="22" y="186"/>
                  </a:lnTo>
                  <a:lnTo>
                    <a:pt x="29" y="186"/>
                  </a:lnTo>
                  <a:lnTo>
                    <a:pt x="38" y="187"/>
                  </a:lnTo>
                  <a:lnTo>
                    <a:pt x="46" y="187"/>
                  </a:lnTo>
                  <a:lnTo>
                    <a:pt x="53" y="187"/>
                  </a:lnTo>
                  <a:lnTo>
                    <a:pt x="59" y="186"/>
                  </a:lnTo>
                  <a:lnTo>
                    <a:pt x="65" y="186"/>
                  </a:lnTo>
                  <a:lnTo>
                    <a:pt x="67" y="181"/>
                  </a:lnTo>
                  <a:lnTo>
                    <a:pt x="68" y="175"/>
                  </a:lnTo>
                  <a:lnTo>
                    <a:pt x="70" y="171"/>
                  </a:lnTo>
                  <a:lnTo>
                    <a:pt x="70" y="169"/>
                  </a:lnTo>
                  <a:lnTo>
                    <a:pt x="61" y="170"/>
                  </a:lnTo>
                  <a:lnTo>
                    <a:pt x="54" y="170"/>
                  </a:lnTo>
                  <a:lnTo>
                    <a:pt x="48" y="170"/>
                  </a:lnTo>
                  <a:lnTo>
                    <a:pt x="43" y="170"/>
                  </a:lnTo>
                  <a:lnTo>
                    <a:pt x="41" y="168"/>
                  </a:lnTo>
                  <a:lnTo>
                    <a:pt x="42" y="165"/>
                  </a:lnTo>
                  <a:lnTo>
                    <a:pt x="46" y="162"/>
                  </a:lnTo>
                  <a:lnTo>
                    <a:pt x="54" y="161"/>
                  </a:lnTo>
                  <a:lnTo>
                    <a:pt x="66" y="159"/>
                  </a:lnTo>
                  <a:lnTo>
                    <a:pt x="76" y="156"/>
                  </a:lnTo>
                  <a:lnTo>
                    <a:pt x="85" y="151"/>
                  </a:lnTo>
                  <a:lnTo>
                    <a:pt x="90" y="145"/>
                  </a:lnTo>
                  <a:lnTo>
                    <a:pt x="81" y="144"/>
                  </a:lnTo>
                  <a:lnTo>
                    <a:pt x="73" y="139"/>
                  </a:lnTo>
                  <a:lnTo>
                    <a:pt x="70" y="134"/>
                  </a:lnTo>
                  <a:lnTo>
                    <a:pt x="67" y="128"/>
                  </a:lnTo>
                  <a:lnTo>
                    <a:pt x="67" y="124"/>
                  </a:lnTo>
                  <a:lnTo>
                    <a:pt x="71" y="121"/>
                  </a:lnTo>
                  <a:lnTo>
                    <a:pt x="76" y="121"/>
                  </a:lnTo>
                  <a:lnTo>
                    <a:pt x="81" y="124"/>
                  </a:lnTo>
                  <a:lnTo>
                    <a:pt x="86" y="126"/>
                  </a:lnTo>
                  <a:lnTo>
                    <a:pt x="90" y="127"/>
                  </a:lnTo>
                  <a:lnTo>
                    <a:pt x="95" y="128"/>
                  </a:lnTo>
                  <a:lnTo>
                    <a:pt x="102" y="128"/>
                  </a:lnTo>
                  <a:lnTo>
                    <a:pt x="104" y="121"/>
                  </a:lnTo>
                  <a:lnTo>
                    <a:pt x="107" y="112"/>
                  </a:lnTo>
                  <a:lnTo>
                    <a:pt x="111" y="103"/>
                  </a:lnTo>
                  <a:lnTo>
                    <a:pt x="116" y="98"/>
                  </a:lnTo>
                  <a:lnTo>
                    <a:pt x="124" y="95"/>
                  </a:lnTo>
                  <a:lnTo>
                    <a:pt x="130" y="90"/>
                  </a:lnTo>
                  <a:lnTo>
                    <a:pt x="133" y="84"/>
                  </a:lnTo>
                  <a:lnTo>
                    <a:pt x="130" y="76"/>
                  </a:lnTo>
                  <a:lnTo>
                    <a:pt x="122" y="64"/>
                  </a:lnTo>
                  <a:lnTo>
                    <a:pt x="112" y="48"/>
                  </a:lnTo>
                  <a:lnTo>
                    <a:pt x="102" y="27"/>
                  </a:lnTo>
                  <a:lnTo>
                    <a:pt x="97"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02" name="Google Shape;1002;p23"/>
            <p:cNvSpPr/>
            <p:nvPr/>
          </p:nvSpPr>
          <p:spPr>
            <a:xfrm>
              <a:off x="2037" y="2126"/>
              <a:ext cx="11" cy="18"/>
            </a:xfrm>
            <a:custGeom>
              <a:rect b="b" l="l" r="r" t="t"/>
              <a:pathLst>
                <a:path extrusionOk="0" h="18" w="11">
                  <a:moveTo>
                    <a:pt x="5" y="18"/>
                  </a:moveTo>
                  <a:lnTo>
                    <a:pt x="7" y="17"/>
                  </a:lnTo>
                  <a:lnTo>
                    <a:pt x="10" y="14"/>
                  </a:lnTo>
                  <a:lnTo>
                    <a:pt x="11" y="12"/>
                  </a:lnTo>
                  <a:lnTo>
                    <a:pt x="11" y="8"/>
                  </a:lnTo>
                  <a:lnTo>
                    <a:pt x="11" y="5"/>
                  </a:lnTo>
                  <a:lnTo>
                    <a:pt x="10" y="2"/>
                  </a:lnTo>
                  <a:lnTo>
                    <a:pt x="7" y="1"/>
                  </a:lnTo>
                  <a:lnTo>
                    <a:pt x="5" y="0"/>
                  </a:lnTo>
                  <a:lnTo>
                    <a:pt x="3" y="1"/>
                  </a:lnTo>
                  <a:lnTo>
                    <a:pt x="1" y="2"/>
                  </a:lnTo>
                  <a:lnTo>
                    <a:pt x="0" y="5"/>
                  </a:lnTo>
                  <a:lnTo>
                    <a:pt x="0" y="8"/>
                  </a:lnTo>
                  <a:lnTo>
                    <a:pt x="0" y="12"/>
                  </a:lnTo>
                  <a:lnTo>
                    <a:pt x="1" y="14"/>
                  </a:lnTo>
                  <a:lnTo>
                    <a:pt x="3" y="17"/>
                  </a:lnTo>
                  <a:lnTo>
                    <a:pt x="5"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03" name="Google Shape;1003;p23"/>
            <p:cNvSpPr/>
            <p:nvPr/>
          </p:nvSpPr>
          <p:spPr>
            <a:xfrm>
              <a:off x="1972" y="2436"/>
              <a:ext cx="337" cy="101"/>
            </a:xfrm>
            <a:custGeom>
              <a:rect b="b" l="l" r="r" t="t"/>
              <a:pathLst>
                <a:path extrusionOk="0" h="101" w="337">
                  <a:moveTo>
                    <a:pt x="261" y="76"/>
                  </a:moveTo>
                  <a:lnTo>
                    <a:pt x="254" y="79"/>
                  </a:lnTo>
                  <a:lnTo>
                    <a:pt x="240" y="82"/>
                  </a:lnTo>
                  <a:lnTo>
                    <a:pt x="222" y="85"/>
                  </a:lnTo>
                  <a:lnTo>
                    <a:pt x="203" y="89"/>
                  </a:lnTo>
                  <a:lnTo>
                    <a:pt x="183" y="91"/>
                  </a:lnTo>
                  <a:lnTo>
                    <a:pt x="166" y="94"/>
                  </a:lnTo>
                  <a:lnTo>
                    <a:pt x="152" y="96"/>
                  </a:lnTo>
                  <a:lnTo>
                    <a:pt x="143" y="98"/>
                  </a:lnTo>
                  <a:lnTo>
                    <a:pt x="138" y="100"/>
                  </a:lnTo>
                  <a:lnTo>
                    <a:pt x="133" y="101"/>
                  </a:lnTo>
                  <a:lnTo>
                    <a:pt x="126" y="101"/>
                  </a:lnTo>
                  <a:lnTo>
                    <a:pt x="121" y="100"/>
                  </a:lnTo>
                  <a:lnTo>
                    <a:pt x="116" y="100"/>
                  </a:lnTo>
                  <a:lnTo>
                    <a:pt x="111" y="98"/>
                  </a:lnTo>
                  <a:lnTo>
                    <a:pt x="106" y="96"/>
                  </a:lnTo>
                  <a:lnTo>
                    <a:pt x="101" y="95"/>
                  </a:lnTo>
                  <a:lnTo>
                    <a:pt x="96" y="94"/>
                  </a:lnTo>
                  <a:lnTo>
                    <a:pt x="91" y="91"/>
                  </a:lnTo>
                  <a:lnTo>
                    <a:pt x="85" y="90"/>
                  </a:lnTo>
                  <a:lnTo>
                    <a:pt x="80" y="89"/>
                  </a:lnTo>
                  <a:lnTo>
                    <a:pt x="75" y="88"/>
                  </a:lnTo>
                  <a:lnTo>
                    <a:pt x="70" y="88"/>
                  </a:lnTo>
                  <a:lnTo>
                    <a:pt x="66" y="89"/>
                  </a:lnTo>
                  <a:lnTo>
                    <a:pt x="61" y="90"/>
                  </a:lnTo>
                  <a:lnTo>
                    <a:pt x="56" y="91"/>
                  </a:lnTo>
                  <a:lnTo>
                    <a:pt x="50" y="91"/>
                  </a:lnTo>
                  <a:lnTo>
                    <a:pt x="43" y="89"/>
                  </a:lnTo>
                  <a:lnTo>
                    <a:pt x="37" y="86"/>
                  </a:lnTo>
                  <a:lnTo>
                    <a:pt x="31" y="84"/>
                  </a:lnTo>
                  <a:lnTo>
                    <a:pt x="24" y="80"/>
                  </a:lnTo>
                  <a:lnTo>
                    <a:pt x="19" y="77"/>
                  </a:lnTo>
                  <a:lnTo>
                    <a:pt x="16" y="73"/>
                  </a:lnTo>
                  <a:lnTo>
                    <a:pt x="9" y="61"/>
                  </a:lnTo>
                  <a:lnTo>
                    <a:pt x="4" y="44"/>
                  </a:lnTo>
                  <a:lnTo>
                    <a:pt x="0" y="27"/>
                  </a:lnTo>
                  <a:lnTo>
                    <a:pt x="0" y="12"/>
                  </a:lnTo>
                  <a:lnTo>
                    <a:pt x="2" y="18"/>
                  </a:lnTo>
                  <a:lnTo>
                    <a:pt x="5" y="28"/>
                  </a:lnTo>
                  <a:lnTo>
                    <a:pt x="9" y="38"/>
                  </a:lnTo>
                  <a:lnTo>
                    <a:pt x="14" y="49"/>
                  </a:lnTo>
                  <a:lnTo>
                    <a:pt x="22" y="61"/>
                  </a:lnTo>
                  <a:lnTo>
                    <a:pt x="31" y="71"/>
                  </a:lnTo>
                  <a:lnTo>
                    <a:pt x="42" y="78"/>
                  </a:lnTo>
                  <a:lnTo>
                    <a:pt x="56" y="80"/>
                  </a:lnTo>
                  <a:lnTo>
                    <a:pt x="60" y="78"/>
                  </a:lnTo>
                  <a:lnTo>
                    <a:pt x="65" y="77"/>
                  </a:lnTo>
                  <a:lnTo>
                    <a:pt x="70" y="76"/>
                  </a:lnTo>
                  <a:lnTo>
                    <a:pt x="75" y="76"/>
                  </a:lnTo>
                  <a:lnTo>
                    <a:pt x="80" y="76"/>
                  </a:lnTo>
                  <a:lnTo>
                    <a:pt x="85" y="77"/>
                  </a:lnTo>
                  <a:lnTo>
                    <a:pt x="89" y="78"/>
                  </a:lnTo>
                  <a:lnTo>
                    <a:pt x="94" y="80"/>
                  </a:lnTo>
                  <a:lnTo>
                    <a:pt x="97" y="83"/>
                  </a:lnTo>
                  <a:lnTo>
                    <a:pt x="102" y="85"/>
                  </a:lnTo>
                  <a:lnTo>
                    <a:pt x="108" y="88"/>
                  </a:lnTo>
                  <a:lnTo>
                    <a:pt x="113" y="88"/>
                  </a:lnTo>
                  <a:lnTo>
                    <a:pt x="118" y="89"/>
                  </a:lnTo>
                  <a:lnTo>
                    <a:pt x="124" y="89"/>
                  </a:lnTo>
                  <a:lnTo>
                    <a:pt x="130" y="89"/>
                  </a:lnTo>
                  <a:lnTo>
                    <a:pt x="138" y="88"/>
                  </a:lnTo>
                  <a:lnTo>
                    <a:pt x="148" y="85"/>
                  </a:lnTo>
                  <a:lnTo>
                    <a:pt x="163" y="83"/>
                  </a:lnTo>
                  <a:lnTo>
                    <a:pt x="179" y="80"/>
                  </a:lnTo>
                  <a:lnTo>
                    <a:pt x="197" y="77"/>
                  </a:lnTo>
                  <a:lnTo>
                    <a:pt x="215" y="74"/>
                  </a:lnTo>
                  <a:lnTo>
                    <a:pt x="230" y="72"/>
                  </a:lnTo>
                  <a:lnTo>
                    <a:pt x="242" y="71"/>
                  </a:lnTo>
                  <a:lnTo>
                    <a:pt x="250" y="70"/>
                  </a:lnTo>
                  <a:lnTo>
                    <a:pt x="247" y="58"/>
                  </a:lnTo>
                  <a:lnTo>
                    <a:pt x="247" y="43"/>
                  </a:lnTo>
                  <a:lnTo>
                    <a:pt x="250" y="29"/>
                  </a:lnTo>
                  <a:lnTo>
                    <a:pt x="255" y="21"/>
                  </a:lnTo>
                  <a:lnTo>
                    <a:pt x="260" y="17"/>
                  </a:lnTo>
                  <a:lnTo>
                    <a:pt x="268" y="12"/>
                  </a:lnTo>
                  <a:lnTo>
                    <a:pt x="276" y="9"/>
                  </a:lnTo>
                  <a:lnTo>
                    <a:pt x="285" y="5"/>
                  </a:lnTo>
                  <a:lnTo>
                    <a:pt x="294" y="1"/>
                  </a:lnTo>
                  <a:lnTo>
                    <a:pt x="303" y="0"/>
                  </a:lnTo>
                  <a:lnTo>
                    <a:pt x="310" y="0"/>
                  </a:lnTo>
                  <a:lnTo>
                    <a:pt x="317" y="1"/>
                  </a:lnTo>
                  <a:lnTo>
                    <a:pt x="326" y="6"/>
                  </a:lnTo>
                  <a:lnTo>
                    <a:pt x="332" y="13"/>
                  </a:lnTo>
                  <a:lnTo>
                    <a:pt x="336" y="21"/>
                  </a:lnTo>
                  <a:lnTo>
                    <a:pt x="337" y="29"/>
                  </a:lnTo>
                  <a:lnTo>
                    <a:pt x="336" y="35"/>
                  </a:lnTo>
                  <a:lnTo>
                    <a:pt x="331" y="37"/>
                  </a:lnTo>
                  <a:lnTo>
                    <a:pt x="326" y="41"/>
                  </a:lnTo>
                  <a:lnTo>
                    <a:pt x="321" y="46"/>
                  </a:lnTo>
                  <a:lnTo>
                    <a:pt x="318" y="54"/>
                  </a:lnTo>
                  <a:lnTo>
                    <a:pt x="313" y="62"/>
                  </a:lnTo>
                  <a:lnTo>
                    <a:pt x="305" y="71"/>
                  </a:lnTo>
                  <a:lnTo>
                    <a:pt x="295" y="76"/>
                  </a:lnTo>
                  <a:lnTo>
                    <a:pt x="285" y="78"/>
                  </a:lnTo>
                  <a:lnTo>
                    <a:pt x="275" y="79"/>
                  </a:lnTo>
                  <a:lnTo>
                    <a:pt x="266" y="78"/>
                  </a:lnTo>
                  <a:lnTo>
                    <a:pt x="261" y="7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04" name="Google Shape;1004;p23"/>
            <p:cNvSpPr/>
            <p:nvPr/>
          </p:nvSpPr>
          <p:spPr>
            <a:xfrm>
              <a:off x="1919" y="2248"/>
              <a:ext cx="100" cy="74"/>
            </a:xfrm>
            <a:custGeom>
              <a:rect b="b" l="l" r="r" t="t"/>
              <a:pathLst>
                <a:path extrusionOk="0" h="74" w="100">
                  <a:moveTo>
                    <a:pt x="24" y="0"/>
                  </a:moveTo>
                  <a:lnTo>
                    <a:pt x="17" y="6"/>
                  </a:lnTo>
                  <a:lnTo>
                    <a:pt x="9" y="17"/>
                  </a:lnTo>
                  <a:lnTo>
                    <a:pt x="3" y="29"/>
                  </a:lnTo>
                  <a:lnTo>
                    <a:pt x="0" y="39"/>
                  </a:lnTo>
                  <a:lnTo>
                    <a:pt x="8" y="39"/>
                  </a:lnTo>
                  <a:lnTo>
                    <a:pt x="19" y="40"/>
                  </a:lnTo>
                  <a:lnTo>
                    <a:pt x="33" y="42"/>
                  </a:lnTo>
                  <a:lnTo>
                    <a:pt x="48" y="46"/>
                  </a:lnTo>
                  <a:lnTo>
                    <a:pt x="63" y="52"/>
                  </a:lnTo>
                  <a:lnTo>
                    <a:pt x="77" y="58"/>
                  </a:lnTo>
                  <a:lnTo>
                    <a:pt x="90" y="66"/>
                  </a:lnTo>
                  <a:lnTo>
                    <a:pt x="100" y="74"/>
                  </a:lnTo>
                  <a:lnTo>
                    <a:pt x="98" y="67"/>
                  </a:lnTo>
                  <a:lnTo>
                    <a:pt x="94" y="59"/>
                  </a:lnTo>
                  <a:lnTo>
                    <a:pt x="89" y="50"/>
                  </a:lnTo>
                  <a:lnTo>
                    <a:pt x="82" y="42"/>
                  </a:lnTo>
                  <a:lnTo>
                    <a:pt x="76" y="35"/>
                  </a:lnTo>
                  <a:lnTo>
                    <a:pt x="70" y="28"/>
                  </a:lnTo>
                  <a:lnTo>
                    <a:pt x="65" y="23"/>
                  </a:lnTo>
                  <a:lnTo>
                    <a:pt x="60" y="18"/>
                  </a:lnTo>
                  <a:lnTo>
                    <a:pt x="52" y="16"/>
                  </a:lnTo>
                  <a:lnTo>
                    <a:pt x="43" y="13"/>
                  </a:lnTo>
                  <a:lnTo>
                    <a:pt x="33" y="9"/>
                  </a:lnTo>
                  <a:lnTo>
                    <a:pt x="24" y="0"/>
                  </a:lnTo>
                  <a:close/>
                </a:path>
              </a:pathLst>
            </a:custGeom>
            <a:solidFill>
              <a:srgbClr val="AFCCA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05" name="Google Shape;1005;p23"/>
            <p:cNvSpPr/>
            <p:nvPr/>
          </p:nvSpPr>
          <p:spPr>
            <a:xfrm>
              <a:off x="2003" y="2263"/>
              <a:ext cx="65" cy="71"/>
            </a:xfrm>
            <a:custGeom>
              <a:rect b="b" l="l" r="r" t="t"/>
              <a:pathLst>
                <a:path extrusionOk="0" h="71" w="65">
                  <a:moveTo>
                    <a:pt x="0" y="8"/>
                  </a:moveTo>
                  <a:lnTo>
                    <a:pt x="3" y="12"/>
                  </a:lnTo>
                  <a:lnTo>
                    <a:pt x="8" y="18"/>
                  </a:lnTo>
                  <a:lnTo>
                    <a:pt x="15" y="25"/>
                  </a:lnTo>
                  <a:lnTo>
                    <a:pt x="21" y="33"/>
                  </a:lnTo>
                  <a:lnTo>
                    <a:pt x="26" y="41"/>
                  </a:lnTo>
                  <a:lnTo>
                    <a:pt x="31" y="50"/>
                  </a:lnTo>
                  <a:lnTo>
                    <a:pt x="34" y="57"/>
                  </a:lnTo>
                  <a:lnTo>
                    <a:pt x="34" y="63"/>
                  </a:lnTo>
                  <a:lnTo>
                    <a:pt x="44" y="69"/>
                  </a:lnTo>
                  <a:lnTo>
                    <a:pt x="54" y="71"/>
                  </a:lnTo>
                  <a:lnTo>
                    <a:pt x="61" y="71"/>
                  </a:lnTo>
                  <a:lnTo>
                    <a:pt x="65" y="67"/>
                  </a:lnTo>
                  <a:lnTo>
                    <a:pt x="65" y="59"/>
                  </a:lnTo>
                  <a:lnTo>
                    <a:pt x="65" y="52"/>
                  </a:lnTo>
                  <a:lnTo>
                    <a:pt x="63" y="47"/>
                  </a:lnTo>
                  <a:lnTo>
                    <a:pt x="58" y="46"/>
                  </a:lnTo>
                  <a:lnTo>
                    <a:pt x="51" y="47"/>
                  </a:lnTo>
                  <a:lnTo>
                    <a:pt x="46" y="46"/>
                  </a:lnTo>
                  <a:lnTo>
                    <a:pt x="42" y="41"/>
                  </a:lnTo>
                  <a:lnTo>
                    <a:pt x="41" y="35"/>
                  </a:lnTo>
                  <a:lnTo>
                    <a:pt x="42" y="28"/>
                  </a:lnTo>
                  <a:lnTo>
                    <a:pt x="40" y="21"/>
                  </a:lnTo>
                  <a:lnTo>
                    <a:pt x="36" y="16"/>
                  </a:lnTo>
                  <a:lnTo>
                    <a:pt x="30" y="14"/>
                  </a:lnTo>
                  <a:lnTo>
                    <a:pt x="25" y="12"/>
                  </a:lnTo>
                  <a:lnTo>
                    <a:pt x="25" y="7"/>
                  </a:lnTo>
                  <a:lnTo>
                    <a:pt x="24" y="2"/>
                  </a:lnTo>
                  <a:lnTo>
                    <a:pt x="17" y="0"/>
                  </a:lnTo>
                  <a:lnTo>
                    <a:pt x="8" y="1"/>
                  </a:lnTo>
                  <a:lnTo>
                    <a:pt x="3" y="3"/>
                  </a:lnTo>
                  <a:lnTo>
                    <a:pt x="1" y="7"/>
                  </a:lnTo>
                  <a:lnTo>
                    <a:pt x="0" y="8"/>
                  </a:lnTo>
                  <a:close/>
                </a:path>
              </a:pathLst>
            </a:custGeom>
            <a:solidFill>
              <a:srgbClr val="AFCCA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06" name="Google Shape;1006;p23"/>
            <p:cNvSpPr/>
            <p:nvPr/>
          </p:nvSpPr>
          <p:spPr>
            <a:xfrm>
              <a:off x="1867" y="2545"/>
              <a:ext cx="298" cy="847"/>
            </a:xfrm>
            <a:custGeom>
              <a:rect b="b" l="l" r="r" t="t"/>
              <a:pathLst>
                <a:path extrusionOk="0" h="847" w="298">
                  <a:moveTo>
                    <a:pt x="60" y="473"/>
                  </a:moveTo>
                  <a:lnTo>
                    <a:pt x="54" y="469"/>
                  </a:lnTo>
                  <a:lnTo>
                    <a:pt x="50" y="465"/>
                  </a:lnTo>
                  <a:lnTo>
                    <a:pt x="50" y="459"/>
                  </a:lnTo>
                  <a:lnTo>
                    <a:pt x="55" y="454"/>
                  </a:lnTo>
                  <a:lnTo>
                    <a:pt x="57" y="446"/>
                  </a:lnTo>
                  <a:lnTo>
                    <a:pt x="54" y="432"/>
                  </a:lnTo>
                  <a:lnTo>
                    <a:pt x="47" y="418"/>
                  </a:lnTo>
                  <a:lnTo>
                    <a:pt x="44" y="406"/>
                  </a:lnTo>
                  <a:lnTo>
                    <a:pt x="42" y="387"/>
                  </a:lnTo>
                  <a:lnTo>
                    <a:pt x="39" y="357"/>
                  </a:lnTo>
                  <a:lnTo>
                    <a:pt x="35" y="329"/>
                  </a:lnTo>
                  <a:lnTo>
                    <a:pt x="34" y="313"/>
                  </a:lnTo>
                  <a:lnTo>
                    <a:pt x="32" y="295"/>
                  </a:lnTo>
                  <a:lnTo>
                    <a:pt x="31" y="262"/>
                  </a:lnTo>
                  <a:lnTo>
                    <a:pt x="31" y="229"/>
                  </a:lnTo>
                  <a:lnTo>
                    <a:pt x="34" y="207"/>
                  </a:lnTo>
                  <a:lnTo>
                    <a:pt x="30" y="205"/>
                  </a:lnTo>
                  <a:lnTo>
                    <a:pt x="21" y="200"/>
                  </a:lnTo>
                  <a:lnTo>
                    <a:pt x="10" y="193"/>
                  </a:lnTo>
                  <a:lnTo>
                    <a:pt x="3" y="185"/>
                  </a:lnTo>
                  <a:lnTo>
                    <a:pt x="1" y="176"/>
                  </a:lnTo>
                  <a:lnTo>
                    <a:pt x="0" y="173"/>
                  </a:lnTo>
                  <a:lnTo>
                    <a:pt x="1" y="173"/>
                  </a:lnTo>
                  <a:lnTo>
                    <a:pt x="7" y="179"/>
                  </a:lnTo>
                  <a:lnTo>
                    <a:pt x="12" y="182"/>
                  </a:lnTo>
                  <a:lnTo>
                    <a:pt x="17" y="186"/>
                  </a:lnTo>
                  <a:lnTo>
                    <a:pt x="22" y="189"/>
                  </a:lnTo>
                  <a:lnTo>
                    <a:pt x="27" y="193"/>
                  </a:lnTo>
                  <a:lnTo>
                    <a:pt x="34" y="196"/>
                  </a:lnTo>
                  <a:lnTo>
                    <a:pt x="40" y="199"/>
                  </a:lnTo>
                  <a:lnTo>
                    <a:pt x="45" y="202"/>
                  </a:lnTo>
                  <a:lnTo>
                    <a:pt x="51" y="205"/>
                  </a:lnTo>
                  <a:lnTo>
                    <a:pt x="57" y="207"/>
                  </a:lnTo>
                  <a:lnTo>
                    <a:pt x="65" y="208"/>
                  </a:lnTo>
                  <a:lnTo>
                    <a:pt x="73" y="210"/>
                  </a:lnTo>
                  <a:lnTo>
                    <a:pt x="80" y="211"/>
                  </a:lnTo>
                  <a:lnTo>
                    <a:pt x="88" y="211"/>
                  </a:lnTo>
                  <a:lnTo>
                    <a:pt x="95" y="211"/>
                  </a:lnTo>
                  <a:lnTo>
                    <a:pt x="103" y="211"/>
                  </a:lnTo>
                  <a:lnTo>
                    <a:pt x="109" y="211"/>
                  </a:lnTo>
                  <a:lnTo>
                    <a:pt x="115" y="210"/>
                  </a:lnTo>
                  <a:lnTo>
                    <a:pt x="126" y="207"/>
                  </a:lnTo>
                  <a:lnTo>
                    <a:pt x="137" y="204"/>
                  </a:lnTo>
                  <a:lnTo>
                    <a:pt x="150" y="200"/>
                  </a:lnTo>
                  <a:lnTo>
                    <a:pt x="162" y="195"/>
                  </a:lnTo>
                  <a:lnTo>
                    <a:pt x="173" y="190"/>
                  </a:lnTo>
                  <a:lnTo>
                    <a:pt x="184" y="186"/>
                  </a:lnTo>
                  <a:lnTo>
                    <a:pt x="191" y="182"/>
                  </a:lnTo>
                  <a:lnTo>
                    <a:pt x="200" y="177"/>
                  </a:lnTo>
                  <a:lnTo>
                    <a:pt x="206" y="176"/>
                  </a:lnTo>
                  <a:lnTo>
                    <a:pt x="210" y="177"/>
                  </a:lnTo>
                  <a:lnTo>
                    <a:pt x="215" y="181"/>
                  </a:lnTo>
                  <a:lnTo>
                    <a:pt x="223" y="183"/>
                  </a:lnTo>
                  <a:lnTo>
                    <a:pt x="231" y="180"/>
                  </a:lnTo>
                  <a:lnTo>
                    <a:pt x="242" y="173"/>
                  </a:lnTo>
                  <a:lnTo>
                    <a:pt x="252" y="164"/>
                  </a:lnTo>
                  <a:lnTo>
                    <a:pt x="258" y="153"/>
                  </a:lnTo>
                  <a:lnTo>
                    <a:pt x="255" y="139"/>
                  </a:lnTo>
                  <a:lnTo>
                    <a:pt x="249" y="123"/>
                  </a:lnTo>
                  <a:lnTo>
                    <a:pt x="243" y="113"/>
                  </a:lnTo>
                  <a:lnTo>
                    <a:pt x="235" y="92"/>
                  </a:lnTo>
                  <a:lnTo>
                    <a:pt x="226" y="59"/>
                  </a:lnTo>
                  <a:lnTo>
                    <a:pt x="220" y="24"/>
                  </a:lnTo>
                  <a:lnTo>
                    <a:pt x="218" y="4"/>
                  </a:lnTo>
                  <a:lnTo>
                    <a:pt x="219" y="0"/>
                  </a:lnTo>
                  <a:lnTo>
                    <a:pt x="221" y="0"/>
                  </a:lnTo>
                  <a:lnTo>
                    <a:pt x="224" y="3"/>
                  </a:lnTo>
                  <a:lnTo>
                    <a:pt x="224" y="10"/>
                  </a:lnTo>
                  <a:lnTo>
                    <a:pt x="226" y="24"/>
                  </a:lnTo>
                  <a:lnTo>
                    <a:pt x="234" y="46"/>
                  </a:lnTo>
                  <a:lnTo>
                    <a:pt x="243" y="66"/>
                  </a:lnTo>
                  <a:lnTo>
                    <a:pt x="247" y="82"/>
                  </a:lnTo>
                  <a:lnTo>
                    <a:pt x="249" y="95"/>
                  </a:lnTo>
                  <a:lnTo>
                    <a:pt x="255" y="113"/>
                  </a:lnTo>
                  <a:lnTo>
                    <a:pt x="263" y="131"/>
                  </a:lnTo>
                  <a:lnTo>
                    <a:pt x="269" y="144"/>
                  </a:lnTo>
                  <a:lnTo>
                    <a:pt x="273" y="152"/>
                  </a:lnTo>
                  <a:lnTo>
                    <a:pt x="273" y="161"/>
                  </a:lnTo>
                  <a:lnTo>
                    <a:pt x="269" y="167"/>
                  </a:lnTo>
                  <a:lnTo>
                    <a:pt x="260" y="171"/>
                  </a:lnTo>
                  <a:lnTo>
                    <a:pt x="249" y="176"/>
                  </a:lnTo>
                  <a:lnTo>
                    <a:pt x="239" y="183"/>
                  </a:lnTo>
                  <a:lnTo>
                    <a:pt x="230" y="190"/>
                  </a:lnTo>
                  <a:lnTo>
                    <a:pt x="225" y="196"/>
                  </a:lnTo>
                  <a:lnTo>
                    <a:pt x="219" y="201"/>
                  </a:lnTo>
                  <a:lnTo>
                    <a:pt x="210" y="202"/>
                  </a:lnTo>
                  <a:lnTo>
                    <a:pt x="200" y="201"/>
                  </a:lnTo>
                  <a:lnTo>
                    <a:pt x="192" y="198"/>
                  </a:lnTo>
                  <a:lnTo>
                    <a:pt x="187" y="201"/>
                  </a:lnTo>
                  <a:lnTo>
                    <a:pt x="180" y="205"/>
                  </a:lnTo>
                  <a:lnTo>
                    <a:pt x="170" y="208"/>
                  </a:lnTo>
                  <a:lnTo>
                    <a:pt x="158" y="213"/>
                  </a:lnTo>
                  <a:lnTo>
                    <a:pt x="147" y="217"/>
                  </a:lnTo>
                  <a:lnTo>
                    <a:pt x="136" y="220"/>
                  </a:lnTo>
                  <a:lnTo>
                    <a:pt x="126" y="223"/>
                  </a:lnTo>
                  <a:lnTo>
                    <a:pt x="117" y="225"/>
                  </a:lnTo>
                  <a:lnTo>
                    <a:pt x="109" y="226"/>
                  </a:lnTo>
                  <a:lnTo>
                    <a:pt x="102" y="228"/>
                  </a:lnTo>
                  <a:lnTo>
                    <a:pt x="92" y="228"/>
                  </a:lnTo>
                  <a:lnTo>
                    <a:pt x="83" y="228"/>
                  </a:lnTo>
                  <a:lnTo>
                    <a:pt x="73" y="226"/>
                  </a:lnTo>
                  <a:lnTo>
                    <a:pt x="63" y="224"/>
                  </a:lnTo>
                  <a:lnTo>
                    <a:pt x="52" y="220"/>
                  </a:lnTo>
                  <a:lnTo>
                    <a:pt x="44" y="216"/>
                  </a:lnTo>
                  <a:lnTo>
                    <a:pt x="44" y="232"/>
                  </a:lnTo>
                  <a:lnTo>
                    <a:pt x="42" y="259"/>
                  </a:lnTo>
                  <a:lnTo>
                    <a:pt x="42" y="285"/>
                  </a:lnTo>
                  <a:lnTo>
                    <a:pt x="44" y="304"/>
                  </a:lnTo>
                  <a:lnTo>
                    <a:pt x="46" y="323"/>
                  </a:lnTo>
                  <a:lnTo>
                    <a:pt x="50" y="351"/>
                  </a:lnTo>
                  <a:lnTo>
                    <a:pt x="55" y="378"/>
                  </a:lnTo>
                  <a:lnTo>
                    <a:pt x="56" y="396"/>
                  </a:lnTo>
                  <a:lnTo>
                    <a:pt x="57" y="410"/>
                  </a:lnTo>
                  <a:lnTo>
                    <a:pt x="63" y="428"/>
                  </a:lnTo>
                  <a:lnTo>
                    <a:pt x="66" y="446"/>
                  </a:lnTo>
                  <a:lnTo>
                    <a:pt x="69" y="462"/>
                  </a:lnTo>
                  <a:lnTo>
                    <a:pt x="103" y="468"/>
                  </a:lnTo>
                  <a:lnTo>
                    <a:pt x="134" y="469"/>
                  </a:lnTo>
                  <a:lnTo>
                    <a:pt x="161" y="467"/>
                  </a:lnTo>
                  <a:lnTo>
                    <a:pt x="185" y="463"/>
                  </a:lnTo>
                  <a:lnTo>
                    <a:pt x="206" y="457"/>
                  </a:lnTo>
                  <a:lnTo>
                    <a:pt x="223" y="450"/>
                  </a:lnTo>
                  <a:lnTo>
                    <a:pt x="238" y="444"/>
                  </a:lnTo>
                  <a:lnTo>
                    <a:pt x="248" y="440"/>
                  </a:lnTo>
                  <a:lnTo>
                    <a:pt x="252" y="404"/>
                  </a:lnTo>
                  <a:lnTo>
                    <a:pt x="252" y="358"/>
                  </a:lnTo>
                  <a:lnTo>
                    <a:pt x="252" y="316"/>
                  </a:lnTo>
                  <a:lnTo>
                    <a:pt x="250" y="292"/>
                  </a:lnTo>
                  <a:lnTo>
                    <a:pt x="250" y="273"/>
                  </a:lnTo>
                  <a:lnTo>
                    <a:pt x="250" y="244"/>
                  </a:lnTo>
                  <a:lnTo>
                    <a:pt x="249" y="214"/>
                  </a:lnTo>
                  <a:lnTo>
                    <a:pt x="247" y="194"/>
                  </a:lnTo>
                  <a:lnTo>
                    <a:pt x="247" y="186"/>
                  </a:lnTo>
                  <a:lnTo>
                    <a:pt x="253" y="187"/>
                  </a:lnTo>
                  <a:lnTo>
                    <a:pt x="258" y="193"/>
                  </a:lnTo>
                  <a:lnTo>
                    <a:pt x="262" y="202"/>
                  </a:lnTo>
                  <a:lnTo>
                    <a:pt x="263" y="223"/>
                  </a:lnTo>
                  <a:lnTo>
                    <a:pt x="265" y="258"/>
                  </a:lnTo>
                  <a:lnTo>
                    <a:pt x="268" y="291"/>
                  </a:lnTo>
                  <a:lnTo>
                    <a:pt x="269" y="313"/>
                  </a:lnTo>
                  <a:lnTo>
                    <a:pt x="269" y="334"/>
                  </a:lnTo>
                  <a:lnTo>
                    <a:pt x="268" y="370"/>
                  </a:lnTo>
                  <a:lnTo>
                    <a:pt x="265" y="406"/>
                  </a:lnTo>
                  <a:lnTo>
                    <a:pt x="264" y="430"/>
                  </a:lnTo>
                  <a:lnTo>
                    <a:pt x="273" y="431"/>
                  </a:lnTo>
                  <a:lnTo>
                    <a:pt x="277" y="437"/>
                  </a:lnTo>
                  <a:lnTo>
                    <a:pt x="274" y="444"/>
                  </a:lnTo>
                  <a:lnTo>
                    <a:pt x="268" y="449"/>
                  </a:lnTo>
                  <a:lnTo>
                    <a:pt x="260" y="453"/>
                  </a:lnTo>
                  <a:lnTo>
                    <a:pt x="252" y="457"/>
                  </a:lnTo>
                  <a:lnTo>
                    <a:pt x="243" y="462"/>
                  </a:lnTo>
                  <a:lnTo>
                    <a:pt x="235" y="465"/>
                  </a:lnTo>
                  <a:lnTo>
                    <a:pt x="233" y="499"/>
                  </a:lnTo>
                  <a:lnTo>
                    <a:pt x="226" y="551"/>
                  </a:lnTo>
                  <a:lnTo>
                    <a:pt x="220" y="601"/>
                  </a:lnTo>
                  <a:lnTo>
                    <a:pt x="215" y="635"/>
                  </a:lnTo>
                  <a:lnTo>
                    <a:pt x="213" y="662"/>
                  </a:lnTo>
                  <a:lnTo>
                    <a:pt x="210" y="701"/>
                  </a:lnTo>
                  <a:lnTo>
                    <a:pt x="210" y="738"/>
                  </a:lnTo>
                  <a:lnTo>
                    <a:pt x="210" y="763"/>
                  </a:lnTo>
                  <a:lnTo>
                    <a:pt x="213" y="768"/>
                  </a:lnTo>
                  <a:lnTo>
                    <a:pt x="218" y="771"/>
                  </a:lnTo>
                  <a:lnTo>
                    <a:pt x="224" y="776"/>
                  </a:lnTo>
                  <a:lnTo>
                    <a:pt x="230" y="781"/>
                  </a:lnTo>
                  <a:lnTo>
                    <a:pt x="239" y="786"/>
                  </a:lnTo>
                  <a:lnTo>
                    <a:pt x="247" y="789"/>
                  </a:lnTo>
                  <a:lnTo>
                    <a:pt x="254" y="793"/>
                  </a:lnTo>
                  <a:lnTo>
                    <a:pt x="262" y="795"/>
                  </a:lnTo>
                  <a:lnTo>
                    <a:pt x="278" y="801"/>
                  </a:lnTo>
                  <a:lnTo>
                    <a:pt x="288" y="808"/>
                  </a:lnTo>
                  <a:lnTo>
                    <a:pt x="294" y="815"/>
                  </a:lnTo>
                  <a:lnTo>
                    <a:pt x="298" y="821"/>
                  </a:lnTo>
                  <a:lnTo>
                    <a:pt x="298" y="827"/>
                  </a:lnTo>
                  <a:lnTo>
                    <a:pt x="296" y="832"/>
                  </a:lnTo>
                  <a:lnTo>
                    <a:pt x="291" y="836"/>
                  </a:lnTo>
                  <a:lnTo>
                    <a:pt x="286" y="837"/>
                  </a:lnTo>
                  <a:lnTo>
                    <a:pt x="279" y="838"/>
                  </a:lnTo>
                  <a:lnTo>
                    <a:pt x="272" y="839"/>
                  </a:lnTo>
                  <a:lnTo>
                    <a:pt x="263" y="841"/>
                  </a:lnTo>
                  <a:lnTo>
                    <a:pt x="253" y="841"/>
                  </a:lnTo>
                  <a:lnTo>
                    <a:pt x="243" y="841"/>
                  </a:lnTo>
                  <a:lnTo>
                    <a:pt x="233" y="839"/>
                  </a:lnTo>
                  <a:lnTo>
                    <a:pt x="224" y="838"/>
                  </a:lnTo>
                  <a:lnTo>
                    <a:pt x="215" y="835"/>
                  </a:lnTo>
                  <a:lnTo>
                    <a:pt x="209" y="825"/>
                  </a:lnTo>
                  <a:lnTo>
                    <a:pt x="201" y="818"/>
                  </a:lnTo>
                  <a:lnTo>
                    <a:pt x="195" y="815"/>
                  </a:lnTo>
                  <a:lnTo>
                    <a:pt x="190" y="819"/>
                  </a:lnTo>
                  <a:lnTo>
                    <a:pt x="187" y="826"/>
                  </a:lnTo>
                  <a:lnTo>
                    <a:pt x="189" y="835"/>
                  </a:lnTo>
                  <a:lnTo>
                    <a:pt x="189" y="842"/>
                  </a:lnTo>
                  <a:lnTo>
                    <a:pt x="190" y="845"/>
                  </a:lnTo>
                  <a:lnTo>
                    <a:pt x="185" y="845"/>
                  </a:lnTo>
                  <a:lnTo>
                    <a:pt x="178" y="847"/>
                  </a:lnTo>
                  <a:lnTo>
                    <a:pt x="171" y="847"/>
                  </a:lnTo>
                  <a:lnTo>
                    <a:pt x="165" y="845"/>
                  </a:lnTo>
                  <a:lnTo>
                    <a:pt x="158" y="845"/>
                  </a:lnTo>
                  <a:lnTo>
                    <a:pt x="152" y="844"/>
                  </a:lnTo>
                  <a:lnTo>
                    <a:pt x="147" y="843"/>
                  </a:lnTo>
                  <a:lnTo>
                    <a:pt x="143" y="842"/>
                  </a:lnTo>
                  <a:lnTo>
                    <a:pt x="142" y="837"/>
                  </a:lnTo>
                  <a:lnTo>
                    <a:pt x="141" y="831"/>
                  </a:lnTo>
                  <a:lnTo>
                    <a:pt x="138" y="826"/>
                  </a:lnTo>
                  <a:lnTo>
                    <a:pt x="138" y="825"/>
                  </a:lnTo>
                  <a:lnTo>
                    <a:pt x="133" y="826"/>
                  </a:lnTo>
                  <a:lnTo>
                    <a:pt x="128" y="827"/>
                  </a:lnTo>
                  <a:lnTo>
                    <a:pt x="123" y="829"/>
                  </a:lnTo>
                  <a:lnTo>
                    <a:pt x="119" y="829"/>
                  </a:lnTo>
                  <a:lnTo>
                    <a:pt x="114" y="829"/>
                  </a:lnTo>
                  <a:lnTo>
                    <a:pt x="109" y="829"/>
                  </a:lnTo>
                  <a:lnTo>
                    <a:pt x="104" y="827"/>
                  </a:lnTo>
                  <a:lnTo>
                    <a:pt x="100" y="825"/>
                  </a:lnTo>
                  <a:lnTo>
                    <a:pt x="100" y="818"/>
                  </a:lnTo>
                  <a:lnTo>
                    <a:pt x="99" y="811"/>
                  </a:lnTo>
                  <a:lnTo>
                    <a:pt x="98" y="804"/>
                  </a:lnTo>
                  <a:lnTo>
                    <a:pt x="99" y="795"/>
                  </a:lnTo>
                  <a:lnTo>
                    <a:pt x="97" y="783"/>
                  </a:lnTo>
                  <a:lnTo>
                    <a:pt x="97" y="772"/>
                  </a:lnTo>
                  <a:lnTo>
                    <a:pt x="98" y="763"/>
                  </a:lnTo>
                  <a:lnTo>
                    <a:pt x="99" y="754"/>
                  </a:lnTo>
                  <a:lnTo>
                    <a:pt x="100" y="740"/>
                  </a:lnTo>
                  <a:lnTo>
                    <a:pt x="100" y="724"/>
                  </a:lnTo>
                  <a:lnTo>
                    <a:pt x="99" y="705"/>
                  </a:lnTo>
                  <a:lnTo>
                    <a:pt x="90" y="681"/>
                  </a:lnTo>
                  <a:lnTo>
                    <a:pt x="79" y="651"/>
                  </a:lnTo>
                  <a:lnTo>
                    <a:pt x="71" y="616"/>
                  </a:lnTo>
                  <a:lnTo>
                    <a:pt x="66" y="577"/>
                  </a:lnTo>
                  <a:lnTo>
                    <a:pt x="68" y="541"/>
                  </a:lnTo>
                  <a:lnTo>
                    <a:pt x="69" y="525"/>
                  </a:lnTo>
                  <a:lnTo>
                    <a:pt x="68" y="505"/>
                  </a:lnTo>
                  <a:lnTo>
                    <a:pt x="65" y="487"/>
                  </a:lnTo>
                  <a:lnTo>
                    <a:pt x="60" y="47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07" name="Google Shape;1007;p23"/>
            <p:cNvSpPr/>
            <p:nvPr/>
          </p:nvSpPr>
          <p:spPr>
            <a:xfrm>
              <a:off x="1999" y="3014"/>
              <a:ext cx="128" cy="343"/>
            </a:xfrm>
            <a:custGeom>
              <a:rect b="b" l="l" r="r" t="t"/>
              <a:pathLst>
                <a:path extrusionOk="0" h="343" w="128">
                  <a:moveTo>
                    <a:pt x="87" y="0"/>
                  </a:moveTo>
                  <a:lnTo>
                    <a:pt x="81" y="3"/>
                  </a:lnTo>
                  <a:lnTo>
                    <a:pt x="72" y="5"/>
                  </a:lnTo>
                  <a:lnTo>
                    <a:pt x="60" y="8"/>
                  </a:lnTo>
                  <a:lnTo>
                    <a:pt x="48" y="10"/>
                  </a:lnTo>
                  <a:lnTo>
                    <a:pt x="35" y="12"/>
                  </a:lnTo>
                  <a:lnTo>
                    <a:pt x="23" y="14"/>
                  </a:lnTo>
                  <a:lnTo>
                    <a:pt x="11" y="14"/>
                  </a:lnTo>
                  <a:lnTo>
                    <a:pt x="4" y="12"/>
                  </a:lnTo>
                  <a:lnTo>
                    <a:pt x="2" y="27"/>
                  </a:lnTo>
                  <a:lnTo>
                    <a:pt x="1" y="45"/>
                  </a:lnTo>
                  <a:lnTo>
                    <a:pt x="0" y="65"/>
                  </a:lnTo>
                  <a:lnTo>
                    <a:pt x="0" y="82"/>
                  </a:lnTo>
                  <a:lnTo>
                    <a:pt x="1" y="108"/>
                  </a:lnTo>
                  <a:lnTo>
                    <a:pt x="6" y="153"/>
                  </a:lnTo>
                  <a:lnTo>
                    <a:pt x="12" y="197"/>
                  </a:lnTo>
                  <a:lnTo>
                    <a:pt x="18" y="223"/>
                  </a:lnTo>
                  <a:lnTo>
                    <a:pt x="20" y="217"/>
                  </a:lnTo>
                  <a:lnTo>
                    <a:pt x="24" y="212"/>
                  </a:lnTo>
                  <a:lnTo>
                    <a:pt x="28" y="210"/>
                  </a:lnTo>
                  <a:lnTo>
                    <a:pt x="29" y="209"/>
                  </a:lnTo>
                  <a:lnTo>
                    <a:pt x="28" y="221"/>
                  </a:lnTo>
                  <a:lnTo>
                    <a:pt x="26" y="234"/>
                  </a:lnTo>
                  <a:lnTo>
                    <a:pt x="25" y="247"/>
                  </a:lnTo>
                  <a:lnTo>
                    <a:pt x="26" y="259"/>
                  </a:lnTo>
                  <a:lnTo>
                    <a:pt x="29" y="270"/>
                  </a:lnTo>
                  <a:lnTo>
                    <a:pt x="30" y="281"/>
                  </a:lnTo>
                  <a:lnTo>
                    <a:pt x="33" y="291"/>
                  </a:lnTo>
                  <a:lnTo>
                    <a:pt x="34" y="300"/>
                  </a:lnTo>
                  <a:lnTo>
                    <a:pt x="39" y="302"/>
                  </a:lnTo>
                  <a:lnTo>
                    <a:pt x="46" y="307"/>
                  </a:lnTo>
                  <a:lnTo>
                    <a:pt x="54" y="311"/>
                  </a:lnTo>
                  <a:lnTo>
                    <a:pt x="63" y="317"/>
                  </a:lnTo>
                  <a:lnTo>
                    <a:pt x="72" y="321"/>
                  </a:lnTo>
                  <a:lnTo>
                    <a:pt x="81" y="327"/>
                  </a:lnTo>
                  <a:lnTo>
                    <a:pt x="89" y="332"/>
                  </a:lnTo>
                  <a:lnTo>
                    <a:pt x="97" y="337"/>
                  </a:lnTo>
                  <a:lnTo>
                    <a:pt x="108" y="343"/>
                  </a:lnTo>
                  <a:lnTo>
                    <a:pt x="116" y="342"/>
                  </a:lnTo>
                  <a:lnTo>
                    <a:pt x="122" y="339"/>
                  </a:lnTo>
                  <a:lnTo>
                    <a:pt x="128" y="339"/>
                  </a:lnTo>
                  <a:lnTo>
                    <a:pt x="120" y="335"/>
                  </a:lnTo>
                  <a:lnTo>
                    <a:pt x="111" y="329"/>
                  </a:lnTo>
                  <a:lnTo>
                    <a:pt x="102" y="324"/>
                  </a:lnTo>
                  <a:lnTo>
                    <a:pt x="93" y="318"/>
                  </a:lnTo>
                  <a:lnTo>
                    <a:pt x="84" y="313"/>
                  </a:lnTo>
                  <a:lnTo>
                    <a:pt x="77" y="308"/>
                  </a:lnTo>
                  <a:lnTo>
                    <a:pt x="70" y="303"/>
                  </a:lnTo>
                  <a:lnTo>
                    <a:pt x="65" y="299"/>
                  </a:lnTo>
                  <a:lnTo>
                    <a:pt x="60" y="285"/>
                  </a:lnTo>
                  <a:lnTo>
                    <a:pt x="59" y="266"/>
                  </a:lnTo>
                  <a:lnTo>
                    <a:pt x="59" y="246"/>
                  </a:lnTo>
                  <a:lnTo>
                    <a:pt x="60" y="229"/>
                  </a:lnTo>
                  <a:lnTo>
                    <a:pt x="62" y="212"/>
                  </a:lnTo>
                  <a:lnTo>
                    <a:pt x="63" y="188"/>
                  </a:lnTo>
                  <a:lnTo>
                    <a:pt x="65" y="164"/>
                  </a:lnTo>
                  <a:lnTo>
                    <a:pt x="69" y="145"/>
                  </a:lnTo>
                  <a:lnTo>
                    <a:pt x="72" y="126"/>
                  </a:lnTo>
                  <a:lnTo>
                    <a:pt x="74" y="103"/>
                  </a:lnTo>
                  <a:lnTo>
                    <a:pt x="74" y="82"/>
                  </a:lnTo>
                  <a:lnTo>
                    <a:pt x="74" y="64"/>
                  </a:lnTo>
                  <a:lnTo>
                    <a:pt x="75" y="50"/>
                  </a:lnTo>
                  <a:lnTo>
                    <a:pt x="79" y="32"/>
                  </a:lnTo>
                  <a:lnTo>
                    <a:pt x="84" y="15"/>
                  </a:lnTo>
                  <a:lnTo>
                    <a:pt x="87"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08" name="Google Shape;1008;p23"/>
            <p:cNvSpPr/>
            <p:nvPr/>
          </p:nvSpPr>
          <p:spPr>
            <a:xfrm>
              <a:off x="1941" y="3025"/>
              <a:ext cx="70" cy="277"/>
            </a:xfrm>
            <a:custGeom>
              <a:rect b="b" l="l" r="r" t="t"/>
              <a:pathLst>
                <a:path extrusionOk="0" h="277" w="70">
                  <a:moveTo>
                    <a:pt x="0" y="0"/>
                  </a:moveTo>
                  <a:lnTo>
                    <a:pt x="1" y="17"/>
                  </a:lnTo>
                  <a:lnTo>
                    <a:pt x="4" y="42"/>
                  </a:lnTo>
                  <a:lnTo>
                    <a:pt x="5" y="67"/>
                  </a:lnTo>
                  <a:lnTo>
                    <a:pt x="5" y="86"/>
                  </a:lnTo>
                  <a:lnTo>
                    <a:pt x="5" y="104"/>
                  </a:lnTo>
                  <a:lnTo>
                    <a:pt x="7" y="130"/>
                  </a:lnTo>
                  <a:lnTo>
                    <a:pt x="11" y="153"/>
                  </a:lnTo>
                  <a:lnTo>
                    <a:pt x="15" y="170"/>
                  </a:lnTo>
                  <a:lnTo>
                    <a:pt x="21" y="188"/>
                  </a:lnTo>
                  <a:lnTo>
                    <a:pt x="30" y="216"/>
                  </a:lnTo>
                  <a:lnTo>
                    <a:pt x="36" y="244"/>
                  </a:lnTo>
                  <a:lnTo>
                    <a:pt x="38" y="267"/>
                  </a:lnTo>
                  <a:lnTo>
                    <a:pt x="45" y="274"/>
                  </a:lnTo>
                  <a:lnTo>
                    <a:pt x="53" y="277"/>
                  </a:lnTo>
                  <a:lnTo>
                    <a:pt x="62" y="276"/>
                  </a:lnTo>
                  <a:lnTo>
                    <a:pt x="70" y="270"/>
                  </a:lnTo>
                  <a:lnTo>
                    <a:pt x="70" y="258"/>
                  </a:lnTo>
                  <a:lnTo>
                    <a:pt x="67" y="241"/>
                  </a:lnTo>
                  <a:lnTo>
                    <a:pt x="62" y="223"/>
                  </a:lnTo>
                  <a:lnTo>
                    <a:pt x="57" y="206"/>
                  </a:lnTo>
                  <a:lnTo>
                    <a:pt x="53" y="187"/>
                  </a:lnTo>
                  <a:lnTo>
                    <a:pt x="50" y="164"/>
                  </a:lnTo>
                  <a:lnTo>
                    <a:pt x="49" y="142"/>
                  </a:lnTo>
                  <a:lnTo>
                    <a:pt x="49" y="122"/>
                  </a:lnTo>
                  <a:lnTo>
                    <a:pt x="48" y="103"/>
                  </a:lnTo>
                  <a:lnTo>
                    <a:pt x="47" y="82"/>
                  </a:lnTo>
                  <a:lnTo>
                    <a:pt x="44" y="63"/>
                  </a:lnTo>
                  <a:lnTo>
                    <a:pt x="43" y="51"/>
                  </a:lnTo>
                  <a:lnTo>
                    <a:pt x="43" y="42"/>
                  </a:lnTo>
                  <a:lnTo>
                    <a:pt x="43" y="31"/>
                  </a:lnTo>
                  <a:lnTo>
                    <a:pt x="44" y="19"/>
                  </a:lnTo>
                  <a:lnTo>
                    <a:pt x="47" y="9"/>
                  </a:lnTo>
                  <a:lnTo>
                    <a:pt x="40" y="7"/>
                  </a:lnTo>
                  <a:lnTo>
                    <a:pt x="35" y="7"/>
                  </a:lnTo>
                  <a:lnTo>
                    <a:pt x="29" y="6"/>
                  </a:lnTo>
                  <a:lnTo>
                    <a:pt x="24" y="6"/>
                  </a:lnTo>
                  <a:lnTo>
                    <a:pt x="18" y="5"/>
                  </a:lnTo>
                  <a:lnTo>
                    <a:pt x="11" y="5"/>
                  </a:lnTo>
                  <a:lnTo>
                    <a:pt x="6" y="3"/>
                  </a:lnTo>
                  <a:lnTo>
                    <a:pt x="0"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09" name="Google Shape;1009;p23"/>
            <p:cNvSpPr/>
            <p:nvPr/>
          </p:nvSpPr>
          <p:spPr>
            <a:xfrm>
              <a:off x="2232" y="2446"/>
              <a:ext cx="59" cy="61"/>
            </a:xfrm>
            <a:custGeom>
              <a:rect b="b" l="l" r="r" t="t"/>
              <a:pathLst>
                <a:path extrusionOk="0" h="61" w="59">
                  <a:moveTo>
                    <a:pt x="3" y="15"/>
                  </a:moveTo>
                  <a:lnTo>
                    <a:pt x="6" y="13"/>
                  </a:lnTo>
                  <a:lnTo>
                    <a:pt x="13" y="11"/>
                  </a:lnTo>
                  <a:lnTo>
                    <a:pt x="19" y="7"/>
                  </a:lnTo>
                  <a:lnTo>
                    <a:pt x="27" y="5"/>
                  </a:lnTo>
                  <a:lnTo>
                    <a:pt x="34" y="2"/>
                  </a:lnTo>
                  <a:lnTo>
                    <a:pt x="42" y="1"/>
                  </a:lnTo>
                  <a:lnTo>
                    <a:pt x="48" y="0"/>
                  </a:lnTo>
                  <a:lnTo>
                    <a:pt x="52" y="1"/>
                  </a:lnTo>
                  <a:lnTo>
                    <a:pt x="57" y="7"/>
                  </a:lnTo>
                  <a:lnTo>
                    <a:pt x="59" y="15"/>
                  </a:lnTo>
                  <a:lnTo>
                    <a:pt x="58" y="25"/>
                  </a:lnTo>
                  <a:lnTo>
                    <a:pt x="53" y="33"/>
                  </a:lnTo>
                  <a:lnTo>
                    <a:pt x="48" y="37"/>
                  </a:lnTo>
                  <a:lnTo>
                    <a:pt x="43" y="43"/>
                  </a:lnTo>
                  <a:lnTo>
                    <a:pt x="37" y="48"/>
                  </a:lnTo>
                  <a:lnTo>
                    <a:pt x="30" y="52"/>
                  </a:lnTo>
                  <a:lnTo>
                    <a:pt x="24" y="56"/>
                  </a:lnTo>
                  <a:lnTo>
                    <a:pt x="18" y="60"/>
                  </a:lnTo>
                  <a:lnTo>
                    <a:pt x="13" y="61"/>
                  </a:lnTo>
                  <a:lnTo>
                    <a:pt x="9" y="60"/>
                  </a:lnTo>
                  <a:lnTo>
                    <a:pt x="4" y="51"/>
                  </a:lnTo>
                  <a:lnTo>
                    <a:pt x="0" y="39"/>
                  </a:lnTo>
                  <a:lnTo>
                    <a:pt x="0" y="25"/>
                  </a:lnTo>
                  <a:lnTo>
                    <a:pt x="3" y="15"/>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10" name="Google Shape;1010;p23"/>
            <p:cNvSpPr/>
            <p:nvPr/>
          </p:nvSpPr>
          <p:spPr>
            <a:xfrm>
              <a:off x="3481" y="3341"/>
              <a:ext cx="202" cy="69"/>
            </a:xfrm>
            <a:custGeom>
              <a:rect b="b" l="l" r="r" t="t"/>
              <a:pathLst>
                <a:path extrusionOk="0" h="69" w="202">
                  <a:moveTo>
                    <a:pt x="111" y="0"/>
                  </a:moveTo>
                  <a:lnTo>
                    <a:pt x="101" y="3"/>
                  </a:lnTo>
                  <a:lnTo>
                    <a:pt x="87" y="5"/>
                  </a:lnTo>
                  <a:lnTo>
                    <a:pt x="71" y="10"/>
                  </a:lnTo>
                  <a:lnTo>
                    <a:pt x="54" y="15"/>
                  </a:lnTo>
                  <a:lnTo>
                    <a:pt x="38" y="19"/>
                  </a:lnTo>
                  <a:lnTo>
                    <a:pt x="24" y="24"/>
                  </a:lnTo>
                  <a:lnTo>
                    <a:pt x="13" y="28"/>
                  </a:lnTo>
                  <a:lnTo>
                    <a:pt x="6" y="31"/>
                  </a:lnTo>
                  <a:lnTo>
                    <a:pt x="0" y="40"/>
                  </a:lnTo>
                  <a:lnTo>
                    <a:pt x="0" y="51"/>
                  </a:lnTo>
                  <a:lnTo>
                    <a:pt x="4" y="61"/>
                  </a:lnTo>
                  <a:lnTo>
                    <a:pt x="15" y="67"/>
                  </a:lnTo>
                  <a:lnTo>
                    <a:pt x="23" y="69"/>
                  </a:lnTo>
                  <a:lnTo>
                    <a:pt x="33" y="69"/>
                  </a:lnTo>
                  <a:lnTo>
                    <a:pt x="43" y="69"/>
                  </a:lnTo>
                  <a:lnTo>
                    <a:pt x="54" y="67"/>
                  </a:lnTo>
                  <a:lnTo>
                    <a:pt x="64" y="66"/>
                  </a:lnTo>
                  <a:lnTo>
                    <a:pt x="74" y="64"/>
                  </a:lnTo>
                  <a:lnTo>
                    <a:pt x="82" y="61"/>
                  </a:lnTo>
                  <a:lnTo>
                    <a:pt x="87" y="59"/>
                  </a:lnTo>
                  <a:lnTo>
                    <a:pt x="91" y="57"/>
                  </a:lnTo>
                  <a:lnTo>
                    <a:pt x="95" y="54"/>
                  </a:lnTo>
                  <a:lnTo>
                    <a:pt x="100" y="52"/>
                  </a:lnTo>
                  <a:lnTo>
                    <a:pt x="105" y="52"/>
                  </a:lnTo>
                  <a:lnTo>
                    <a:pt x="110" y="52"/>
                  </a:lnTo>
                  <a:lnTo>
                    <a:pt x="115" y="52"/>
                  </a:lnTo>
                  <a:lnTo>
                    <a:pt x="120" y="54"/>
                  </a:lnTo>
                  <a:lnTo>
                    <a:pt x="126" y="57"/>
                  </a:lnTo>
                  <a:lnTo>
                    <a:pt x="134" y="59"/>
                  </a:lnTo>
                  <a:lnTo>
                    <a:pt x="143" y="60"/>
                  </a:lnTo>
                  <a:lnTo>
                    <a:pt x="154" y="60"/>
                  </a:lnTo>
                  <a:lnTo>
                    <a:pt x="165" y="59"/>
                  </a:lnTo>
                  <a:lnTo>
                    <a:pt x="175" y="57"/>
                  </a:lnTo>
                  <a:lnTo>
                    <a:pt x="184" y="54"/>
                  </a:lnTo>
                  <a:lnTo>
                    <a:pt x="192" y="52"/>
                  </a:lnTo>
                  <a:lnTo>
                    <a:pt x="195" y="48"/>
                  </a:lnTo>
                  <a:lnTo>
                    <a:pt x="199" y="39"/>
                  </a:lnTo>
                  <a:lnTo>
                    <a:pt x="202" y="25"/>
                  </a:lnTo>
                  <a:lnTo>
                    <a:pt x="201" y="12"/>
                  </a:lnTo>
                  <a:lnTo>
                    <a:pt x="194" y="0"/>
                  </a:lnTo>
                  <a:lnTo>
                    <a:pt x="187" y="3"/>
                  </a:lnTo>
                  <a:lnTo>
                    <a:pt x="177" y="5"/>
                  </a:lnTo>
                  <a:lnTo>
                    <a:pt x="165" y="6"/>
                  </a:lnTo>
                  <a:lnTo>
                    <a:pt x="153" y="8"/>
                  </a:lnTo>
                  <a:lnTo>
                    <a:pt x="140" y="8"/>
                  </a:lnTo>
                  <a:lnTo>
                    <a:pt x="129" y="6"/>
                  </a:lnTo>
                  <a:lnTo>
                    <a:pt x="119" y="4"/>
                  </a:lnTo>
                  <a:lnTo>
                    <a:pt x="111" y="0"/>
                  </a:lnTo>
                  <a:close/>
                </a:path>
              </a:pathLst>
            </a:custGeom>
            <a:solidFill>
              <a:srgbClr val="70542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11" name="Google Shape;1011;p23"/>
            <p:cNvSpPr/>
            <p:nvPr/>
          </p:nvSpPr>
          <p:spPr>
            <a:xfrm>
              <a:off x="3676" y="3310"/>
              <a:ext cx="98" cy="70"/>
            </a:xfrm>
            <a:custGeom>
              <a:rect b="b" l="l" r="r" t="t"/>
              <a:pathLst>
                <a:path extrusionOk="0" h="70" w="98">
                  <a:moveTo>
                    <a:pt x="26" y="7"/>
                  </a:moveTo>
                  <a:lnTo>
                    <a:pt x="31" y="7"/>
                  </a:lnTo>
                  <a:lnTo>
                    <a:pt x="38" y="7"/>
                  </a:lnTo>
                  <a:lnTo>
                    <a:pt x="46" y="7"/>
                  </a:lnTo>
                  <a:lnTo>
                    <a:pt x="55" y="7"/>
                  </a:lnTo>
                  <a:lnTo>
                    <a:pt x="64" y="6"/>
                  </a:lnTo>
                  <a:lnTo>
                    <a:pt x="71" y="5"/>
                  </a:lnTo>
                  <a:lnTo>
                    <a:pt x="77" y="4"/>
                  </a:lnTo>
                  <a:lnTo>
                    <a:pt x="82" y="0"/>
                  </a:lnTo>
                  <a:lnTo>
                    <a:pt x="89" y="12"/>
                  </a:lnTo>
                  <a:lnTo>
                    <a:pt x="94" y="29"/>
                  </a:lnTo>
                  <a:lnTo>
                    <a:pt x="98" y="47"/>
                  </a:lnTo>
                  <a:lnTo>
                    <a:pt x="98" y="61"/>
                  </a:lnTo>
                  <a:lnTo>
                    <a:pt x="92" y="65"/>
                  </a:lnTo>
                  <a:lnTo>
                    <a:pt x="82" y="67"/>
                  </a:lnTo>
                  <a:lnTo>
                    <a:pt x="69" y="68"/>
                  </a:lnTo>
                  <a:lnTo>
                    <a:pt x="52" y="70"/>
                  </a:lnTo>
                  <a:lnTo>
                    <a:pt x="37" y="70"/>
                  </a:lnTo>
                  <a:lnTo>
                    <a:pt x="22" y="70"/>
                  </a:lnTo>
                  <a:lnTo>
                    <a:pt x="9" y="68"/>
                  </a:lnTo>
                  <a:lnTo>
                    <a:pt x="2" y="66"/>
                  </a:lnTo>
                  <a:lnTo>
                    <a:pt x="0" y="50"/>
                  </a:lnTo>
                  <a:lnTo>
                    <a:pt x="7" y="31"/>
                  </a:lnTo>
                  <a:lnTo>
                    <a:pt x="16" y="16"/>
                  </a:lnTo>
                  <a:lnTo>
                    <a:pt x="26" y="7"/>
                  </a:lnTo>
                  <a:close/>
                </a:path>
              </a:pathLst>
            </a:custGeom>
            <a:solidFill>
              <a:srgbClr val="70542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12" name="Google Shape;1012;p23"/>
            <p:cNvSpPr/>
            <p:nvPr/>
          </p:nvSpPr>
          <p:spPr>
            <a:xfrm>
              <a:off x="3555" y="2700"/>
              <a:ext cx="244" cy="649"/>
            </a:xfrm>
            <a:custGeom>
              <a:rect b="b" l="l" r="r" t="t"/>
              <a:pathLst>
                <a:path extrusionOk="0" h="649" w="244">
                  <a:moveTo>
                    <a:pt x="0" y="43"/>
                  </a:moveTo>
                  <a:lnTo>
                    <a:pt x="2" y="77"/>
                  </a:lnTo>
                  <a:lnTo>
                    <a:pt x="4" y="132"/>
                  </a:lnTo>
                  <a:lnTo>
                    <a:pt x="8" y="188"/>
                  </a:lnTo>
                  <a:lnTo>
                    <a:pt x="12" y="223"/>
                  </a:lnTo>
                  <a:lnTo>
                    <a:pt x="16" y="261"/>
                  </a:lnTo>
                  <a:lnTo>
                    <a:pt x="19" y="316"/>
                  </a:lnTo>
                  <a:lnTo>
                    <a:pt x="21" y="371"/>
                  </a:lnTo>
                  <a:lnTo>
                    <a:pt x="18" y="405"/>
                  </a:lnTo>
                  <a:lnTo>
                    <a:pt x="16" y="434"/>
                  </a:lnTo>
                  <a:lnTo>
                    <a:pt x="16" y="481"/>
                  </a:lnTo>
                  <a:lnTo>
                    <a:pt x="19" y="535"/>
                  </a:lnTo>
                  <a:lnTo>
                    <a:pt x="24" y="585"/>
                  </a:lnTo>
                  <a:lnTo>
                    <a:pt x="24" y="596"/>
                  </a:lnTo>
                  <a:lnTo>
                    <a:pt x="37" y="641"/>
                  </a:lnTo>
                  <a:lnTo>
                    <a:pt x="50" y="644"/>
                  </a:lnTo>
                  <a:lnTo>
                    <a:pt x="62" y="646"/>
                  </a:lnTo>
                  <a:lnTo>
                    <a:pt x="77" y="649"/>
                  </a:lnTo>
                  <a:lnTo>
                    <a:pt x="92" y="649"/>
                  </a:lnTo>
                  <a:lnTo>
                    <a:pt x="106" y="647"/>
                  </a:lnTo>
                  <a:lnTo>
                    <a:pt x="119" y="646"/>
                  </a:lnTo>
                  <a:lnTo>
                    <a:pt x="130" y="641"/>
                  </a:lnTo>
                  <a:lnTo>
                    <a:pt x="138" y="635"/>
                  </a:lnTo>
                  <a:lnTo>
                    <a:pt x="134" y="617"/>
                  </a:lnTo>
                  <a:lnTo>
                    <a:pt x="144" y="619"/>
                  </a:lnTo>
                  <a:lnTo>
                    <a:pt x="154" y="620"/>
                  </a:lnTo>
                  <a:lnTo>
                    <a:pt x="166" y="620"/>
                  </a:lnTo>
                  <a:lnTo>
                    <a:pt x="177" y="620"/>
                  </a:lnTo>
                  <a:lnTo>
                    <a:pt x="187" y="619"/>
                  </a:lnTo>
                  <a:lnTo>
                    <a:pt x="197" y="616"/>
                  </a:lnTo>
                  <a:lnTo>
                    <a:pt x="205" y="613"/>
                  </a:lnTo>
                  <a:lnTo>
                    <a:pt x="211" y="607"/>
                  </a:lnTo>
                  <a:lnTo>
                    <a:pt x="208" y="565"/>
                  </a:lnTo>
                  <a:lnTo>
                    <a:pt x="207" y="501"/>
                  </a:lnTo>
                  <a:lnTo>
                    <a:pt x="206" y="439"/>
                  </a:lnTo>
                  <a:lnTo>
                    <a:pt x="206" y="397"/>
                  </a:lnTo>
                  <a:lnTo>
                    <a:pt x="207" y="349"/>
                  </a:lnTo>
                  <a:lnTo>
                    <a:pt x="212" y="274"/>
                  </a:lnTo>
                  <a:lnTo>
                    <a:pt x="216" y="201"/>
                  </a:lnTo>
                  <a:lnTo>
                    <a:pt x="220" y="161"/>
                  </a:lnTo>
                  <a:lnTo>
                    <a:pt x="225" y="132"/>
                  </a:lnTo>
                  <a:lnTo>
                    <a:pt x="236" y="83"/>
                  </a:lnTo>
                  <a:lnTo>
                    <a:pt x="244" y="33"/>
                  </a:lnTo>
                  <a:lnTo>
                    <a:pt x="244" y="0"/>
                  </a:lnTo>
                  <a:lnTo>
                    <a:pt x="240" y="3"/>
                  </a:lnTo>
                  <a:lnTo>
                    <a:pt x="235" y="7"/>
                  </a:lnTo>
                  <a:lnTo>
                    <a:pt x="229" y="10"/>
                  </a:lnTo>
                  <a:lnTo>
                    <a:pt x="222" y="15"/>
                  </a:lnTo>
                  <a:lnTo>
                    <a:pt x="213" y="20"/>
                  </a:lnTo>
                  <a:lnTo>
                    <a:pt x="203" y="25"/>
                  </a:lnTo>
                  <a:lnTo>
                    <a:pt x="191" y="30"/>
                  </a:lnTo>
                  <a:lnTo>
                    <a:pt x="178" y="33"/>
                  </a:lnTo>
                  <a:lnTo>
                    <a:pt x="163" y="38"/>
                  </a:lnTo>
                  <a:lnTo>
                    <a:pt x="145" y="41"/>
                  </a:lnTo>
                  <a:lnTo>
                    <a:pt x="127" y="44"/>
                  </a:lnTo>
                  <a:lnTo>
                    <a:pt x="106" y="46"/>
                  </a:lnTo>
                  <a:lnTo>
                    <a:pt x="84" y="47"/>
                  </a:lnTo>
                  <a:lnTo>
                    <a:pt x="58" y="47"/>
                  </a:lnTo>
                  <a:lnTo>
                    <a:pt x="31" y="45"/>
                  </a:lnTo>
                  <a:lnTo>
                    <a:pt x="0" y="43"/>
                  </a:lnTo>
                  <a:close/>
                </a:path>
              </a:pathLst>
            </a:custGeom>
            <a:solidFill>
              <a:srgbClr val="A5A5A5"/>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13" name="Google Shape;1013;p23"/>
            <p:cNvSpPr/>
            <p:nvPr/>
          </p:nvSpPr>
          <p:spPr>
            <a:xfrm>
              <a:off x="3544" y="2276"/>
              <a:ext cx="279" cy="474"/>
            </a:xfrm>
            <a:custGeom>
              <a:rect b="b" l="l" r="r" t="t"/>
              <a:pathLst>
                <a:path extrusionOk="0" h="474" w="279">
                  <a:moveTo>
                    <a:pt x="198" y="5"/>
                  </a:moveTo>
                  <a:lnTo>
                    <a:pt x="203" y="22"/>
                  </a:lnTo>
                  <a:lnTo>
                    <a:pt x="209" y="46"/>
                  </a:lnTo>
                  <a:lnTo>
                    <a:pt x="214" y="73"/>
                  </a:lnTo>
                  <a:lnTo>
                    <a:pt x="217" y="98"/>
                  </a:lnTo>
                  <a:lnTo>
                    <a:pt x="217" y="127"/>
                  </a:lnTo>
                  <a:lnTo>
                    <a:pt x="217" y="161"/>
                  </a:lnTo>
                  <a:lnTo>
                    <a:pt x="217" y="196"/>
                  </a:lnTo>
                  <a:lnTo>
                    <a:pt x="219" y="225"/>
                  </a:lnTo>
                  <a:lnTo>
                    <a:pt x="222" y="239"/>
                  </a:lnTo>
                  <a:lnTo>
                    <a:pt x="227" y="258"/>
                  </a:lnTo>
                  <a:lnTo>
                    <a:pt x="233" y="280"/>
                  </a:lnTo>
                  <a:lnTo>
                    <a:pt x="241" y="303"/>
                  </a:lnTo>
                  <a:lnTo>
                    <a:pt x="250" y="325"/>
                  </a:lnTo>
                  <a:lnTo>
                    <a:pt x="259" y="348"/>
                  </a:lnTo>
                  <a:lnTo>
                    <a:pt x="269" y="369"/>
                  </a:lnTo>
                  <a:lnTo>
                    <a:pt x="279" y="386"/>
                  </a:lnTo>
                  <a:lnTo>
                    <a:pt x="271" y="401"/>
                  </a:lnTo>
                  <a:lnTo>
                    <a:pt x="264" y="414"/>
                  </a:lnTo>
                  <a:lnTo>
                    <a:pt x="253" y="426"/>
                  </a:lnTo>
                  <a:lnTo>
                    <a:pt x="243" y="437"/>
                  </a:lnTo>
                  <a:lnTo>
                    <a:pt x="231" y="446"/>
                  </a:lnTo>
                  <a:lnTo>
                    <a:pt x="218" y="455"/>
                  </a:lnTo>
                  <a:lnTo>
                    <a:pt x="203" y="461"/>
                  </a:lnTo>
                  <a:lnTo>
                    <a:pt x="187" y="465"/>
                  </a:lnTo>
                  <a:lnTo>
                    <a:pt x="168" y="469"/>
                  </a:lnTo>
                  <a:lnTo>
                    <a:pt x="144" y="471"/>
                  </a:lnTo>
                  <a:lnTo>
                    <a:pt x="117" y="473"/>
                  </a:lnTo>
                  <a:lnTo>
                    <a:pt x="91" y="474"/>
                  </a:lnTo>
                  <a:lnTo>
                    <a:pt x="64" y="473"/>
                  </a:lnTo>
                  <a:lnTo>
                    <a:pt x="39" y="470"/>
                  </a:lnTo>
                  <a:lnTo>
                    <a:pt x="17" y="467"/>
                  </a:lnTo>
                  <a:lnTo>
                    <a:pt x="0" y="461"/>
                  </a:lnTo>
                  <a:lnTo>
                    <a:pt x="9" y="437"/>
                  </a:lnTo>
                  <a:lnTo>
                    <a:pt x="18" y="408"/>
                  </a:lnTo>
                  <a:lnTo>
                    <a:pt x="24" y="379"/>
                  </a:lnTo>
                  <a:lnTo>
                    <a:pt x="27" y="357"/>
                  </a:lnTo>
                  <a:lnTo>
                    <a:pt x="29" y="334"/>
                  </a:lnTo>
                  <a:lnTo>
                    <a:pt x="34" y="303"/>
                  </a:lnTo>
                  <a:lnTo>
                    <a:pt x="39" y="272"/>
                  </a:lnTo>
                  <a:lnTo>
                    <a:pt x="42" y="248"/>
                  </a:lnTo>
                  <a:lnTo>
                    <a:pt x="44" y="231"/>
                  </a:lnTo>
                  <a:lnTo>
                    <a:pt x="52" y="202"/>
                  </a:lnTo>
                  <a:lnTo>
                    <a:pt x="63" y="165"/>
                  </a:lnTo>
                  <a:lnTo>
                    <a:pt x="77" y="124"/>
                  </a:lnTo>
                  <a:lnTo>
                    <a:pt x="91" y="85"/>
                  </a:lnTo>
                  <a:lnTo>
                    <a:pt x="103" y="49"/>
                  </a:lnTo>
                  <a:lnTo>
                    <a:pt x="115" y="24"/>
                  </a:lnTo>
                  <a:lnTo>
                    <a:pt x="124" y="12"/>
                  </a:lnTo>
                  <a:lnTo>
                    <a:pt x="131" y="8"/>
                  </a:lnTo>
                  <a:lnTo>
                    <a:pt x="140" y="5"/>
                  </a:lnTo>
                  <a:lnTo>
                    <a:pt x="150" y="2"/>
                  </a:lnTo>
                  <a:lnTo>
                    <a:pt x="161" y="1"/>
                  </a:lnTo>
                  <a:lnTo>
                    <a:pt x="173" y="0"/>
                  </a:lnTo>
                  <a:lnTo>
                    <a:pt x="183" y="0"/>
                  </a:lnTo>
                  <a:lnTo>
                    <a:pt x="192" y="2"/>
                  </a:lnTo>
                  <a:lnTo>
                    <a:pt x="198" y="5"/>
                  </a:lnTo>
                  <a:close/>
                </a:path>
              </a:pathLst>
            </a:custGeom>
            <a:solidFill>
              <a:srgbClr val="A5A5A5"/>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14" name="Google Shape;1014;p23"/>
            <p:cNvSpPr/>
            <p:nvPr/>
          </p:nvSpPr>
          <p:spPr>
            <a:xfrm>
              <a:off x="3346" y="1998"/>
              <a:ext cx="480" cy="757"/>
            </a:xfrm>
            <a:custGeom>
              <a:rect b="b" l="l" r="r" t="t"/>
              <a:pathLst>
                <a:path extrusionOk="0" h="757" w="480">
                  <a:moveTo>
                    <a:pt x="411" y="328"/>
                  </a:moveTo>
                  <a:lnTo>
                    <a:pt x="409" y="305"/>
                  </a:lnTo>
                  <a:lnTo>
                    <a:pt x="402" y="283"/>
                  </a:lnTo>
                  <a:lnTo>
                    <a:pt x="394" y="263"/>
                  </a:lnTo>
                  <a:lnTo>
                    <a:pt x="381" y="249"/>
                  </a:lnTo>
                  <a:lnTo>
                    <a:pt x="372" y="237"/>
                  </a:lnTo>
                  <a:lnTo>
                    <a:pt x="372" y="225"/>
                  </a:lnTo>
                  <a:lnTo>
                    <a:pt x="376" y="214"/>
                  </a:lnTo>
                  <a:lnTo>
                    <a:pt x="380" y="205"/>
                  </a:lnTo>
                  <a:lnTo>
                    <a:pt x="391" y="200"/>
                  </a:lnTo>
                  <a:lnTo>
                    <a:pt x="400" y="190"/>
                  </a:lnTo>
                  <a:lnTo>
                    <a:pt x="406" y="178"/>
                  </a:lnTo>
                  <a:lnTo>
                    <a:pt x="409" y="169"/>
                  </a:lnTo>
                  <a:lnTo>
                    <a:pt x="411" y="162"/>
                  </a:lnTo>
                  <a:lnTo>
                    <a:pt x="417" y="154"/>
                  </a:lnTo>
                  <a:lnTo>
                    <a:pt x="425" y="148"/>
                  </a:lnTo>
                  <a:lnTo>
                    <a:pt x="435" y="141"/>
                  </a:lnTo>
                  <a:lnTo>
                    <a:pt x="441" y="132"/>
                  </a:lnTo>
                  <a:lnTo>
                    <a:pt x="443" y="122"/>
                  </a:lnTo>
                  <a:lnTo>
                    <a:pt x="443" y="114"/>
                  </a:lnTo>
                  <a:lnTo>
                    <a:pt x="446" y="105"/>
                  </a:lnTo>
                  <a:lnTo>
                    <a:pt x="450" y="99"/>
                  </a:lnTo>
                  <a:lnTo>
                    <a:pt x="453" y="93"/>
                  </a:lnTo>
                  <a:lnTo>
                    <a:pt x="451" y="89"/>
                  </a:lnTo>
                  <a:lnTo>
                    <a:pt x="448" y="84"/>
                  </a:lnTo>
                  <a:lnTo>
                    <a:pt x="445" y="80"/>
                  </a:lnTo>
                  <a:lnTo>
                    <a:pt x="445" y="75"/>
                  </a:lnTo>
                  <a:lnTo>
                    <a:pt x="446" y="71"/>
                  </a:lnTo>
                  <a:lnTo>
                    <a:pt x="451" y="65"/>
                  </a:lnTo>
                  <a:lnTo>
                    <a:pt x="454" y="59"/>
                  </a:lnTo>
                  <a:lnTo>
                    <a:pt x="453" y="54"/>
                  </a:lnTo>
                  <a:lnTo>
                    <a:pt x="448" y="50"/>
                  </a:lnTo>
                  <a:lnTo>
                    <a:pt x="443" y="48"/>
                  </a:lnTo>
                  <a:lnTo>
                    <a:pt x="436" y="47"/>
                  </a:lnTo>
                  <a:lnTo>
                    <a:pt x="430" y="44"/>
                  </a:lnTo>
                  <a:lnTo>
                    <a:pt x="426" y="42"/>
                  </a:lnTo>
                  <a:lnTo>
                    <a:pt x="425" y="37"/>
                  </a:lnTo>
                  <a:lnTo>
                    <a:pt x="424" y="30"/>
                  </a:lnTo>
                  <a:lnTo>
                    <a:pt x="419" y="23"/>
                  </a:lnTo>
                  <a:lnTo>
                    <a:pt x="412" y="17"/>
                  </a:lnTo>
                  <a:lnTo>
                    <a:pt x="405" y="16"/>
                  </a:lnTo>
                  <a:lnTo>
                    <a:pt x="399" y="18"/>
                  </a:lnTo>
                  <a:lnTo>
                    <a:pt x="392" y="22"/>
                  </a:lnTo>
                  <a:lnTo>
                    <a:pt x="387" y="20"/>
                  </a:lnTo>
                  <a:lnTo>
                    <a:pt x="383" y="14"/>
                  </a:lnTo>
                  <a:lnTo>
                    <a:pt x="378" y="6"/>
                  </a:lnTo>
                  <a:lnTo>
                    <a:pt x="370" y="2"/>
                  </a:lnTo>
                  <a:lnTo>
                    <a:pt x="361" y="4"/>
                  </a:lnTo>
                  <a:lnTo>
                    <a:pt x="352" y="10"/>
                  </a:lnTo>
                  <a:lnTo>
                    <a:pt x="347" y="2"/>
                  </a:lnTo>
                  <a:lnTo>
                    <a:pt x="338" y="0"/>
                  </a:lnTo>
                  <a:lnTo>
                    <a:pt x="329" y="2"/>
                  </a:lnTo>
                  <a:lnTo>
                    <a:pt x="323" y="8"/>
                  </a:lnTo>
                  <a:lnTo>
                    <a:pt x="315" y="6"/>
                  </a:lnTo>
                  <a:lnTo>
                    <a:pt x="309" y="11"/>
                  </a:lnTo>
                  <a:lnTo>
                    <a:pt x="303" y="18"/>
                  </a:lnTo>
                  <a:lnTo>
                    <a:pt x="298" y="27"/>
                  </a:lnTo>
                  <a:lnTo>
                    <a:pt x="288" y="25"/>
                  </a:lnTo>
                  <a:lnTo>
                    <a:pt x="283" y="30"/>
                  </a:lnTo>
                  <a:lnTo>
                    <a:pt x="279" y="38"/>
                  </a:lnTo>
                  <a:lnTo>
                    <a:pt x="278" y="49"/>
                  </a:lnTo>
                  <a:lnTo>
                    <a:pt x="270" y="53"/>
                  </a:lnTo>
                  <a:lnTo>
                    <a:pt x="269" y="60"/>
                  </a:lnTo>
                  <a:lnTo>
                    <a:pt x="270" y="68"/>
                  </a:lnTo>
                  <a:lnTo>
                    <a:pt x="273" y="75"/>
                  </a:lnTo>
                  <a:lnTo>
                    <a:pt x="267" y="83"/>
                  </a:lnTo>
                  <a:lnTo>
                    <a:pt x="262" y="92"/>
                  </a:lnTo>
                  <a:lnTo>
                    <a:pt x="259" y="103"/>
                  </a:lnTo>
                  <a:lnTo>
                    <a:pt x="255" y="113"/>
                  </a:lnTo>
                  <a:lnTo>
                    <a:pt x="250" y="121"/>
                  </a:lnTo>
                  <a:lnTo>
                    <a:pt x="245" y="127"/>
                  </a:lnTo>
                  <a:lnTo>
                    <a:pt x="237" y="133"/>
                  </a:lnTo>
                  <a:lnTo>
                    <a:pt x="230" y="139"/>
                  </a:lnTo>
                  <a:lnTo>
                    <a:pt x="223" y="146"/>
                  </a:lnTo>
                  <a:lnTo>
                    <a:pt x="221" y="154"/>
                  </a:lnTo>
                  <a:lnTo>
                    <a:pt x="222" y="162"/>
                  </a:lnTo>
                  <a:lnTo>
                    <a:pt x="227" y="165"/>
                  </a:lnTo>
                  <a:lnTo>
                    <a:pt x="232" y="166"/>
                  </a:lnTo>
                  <a:lnTo>
                    <a:pt x="236" y="169"/>
                  </a:lnTo>
                  <a:lnTo>
                    <a:pt x="238" y="172"/>
                  </a:lnTo>
                  <a:lnTo>
                    <a:pt x="237" y="177"/>
                  </a:lnTo>
                  <a:lnTo>
                    <a:pt x="238" y="183"/>
                  </a:lnTo>
                  <a:lnTo>
                    <a:pt x="241" y="190"/>
                  </a:lnTo>
                  <a:lnTo>
                    <a:pt x="241" y="198"/>
                  </a:lnTo>
                  <a:lnTo>
                    <a:pt x="237" y="205"/>
                  </a:lnTo>
                  <a:lnTo>
                    <a:pt x="233" y="217"/>
                  </a:lnTo>
                  <a:lnTo>
                    <a:pt x="236" y="230"/>
                  </a:lnTo>
                  <a:lnTo>
                    <a:pt x="245" y="243"/>
                  </a:lnTo>
                  <a:lnTo>
                    <a:pt x="262" y="250"/>
                  </a:lnTo>
                  <a:lnTo>
                    <a:pt x="267" y="255"/>
                  </a:lnTo>
                  <a:lnTo>
                    <a:pt x="271" y="260"/>
                  </a:lnTo>
                  <a:lnTo>
                    <a:pt x="274" y="266"/>
                  </a:lnTo>
                  <a:lnTo>
                    <a:pt x="273" y="272"/>
                  </a:lnTo>
                  <a:lnTo>
                    <a:pt x="264" y="275"/>
                  </a:lnTo>
                  <a:lnTo>
                    <a:pt x="256" y="281"/>
                  </a:lnTo>
                  <a:lnTo>
                    <a:pt x="250" y="290"/>
                  </a:lnTo>
                  <a:lnTo>
                    <a:pt x="247" y="299"/>
                  </a:lnTo>
                  <a:lnTo>
                    <a:pt x="237" y="309"/>
                  </a:lnTo>
                  <a:lnTo>
                    <a:pt x="227" y="320"/>
                  </a:lnTo>
                  <a:lnTo>
                    <a:pt x="221" y="330"/>
                  </a:lnTo>
                  <a:lnTo>
                    <a:pt x="218" y="340"/>
                  </a:lnTo>
                  <a:lnTo>
                    <a:pt x="221" y="346"/>
                  </a:lnTo>
                  <a:lnTo>
                    <a:pt x="225" y="350"/>
                  </a:lnTo>
                  <a:lnTo>
                    <a:pt x="227" y="354"/>
                  </a:lnTo>
                  <a:lnTo>
                    <a:pt x="227" y="363"/>
                  </a:lnTo>
                  <a:lnTo>
                    <a:pt x="223" y="377"/>
                  </a:lnTo>
                  <a:lnTo>
                    <a:pt x="217" y="393"/>
                  </a:lnTo>
                  <a:lnTo>
                    <a:pt x="208" y="409"/>
                  </a:lnTo>
                  <a:lnTo>
                    <a:pt x="199" y="423"/>
                  </a:lnTo>
                  <a:lnTo>
                    <a:pt x="192" y="427"/>
                  </a:lnTo>
                  <a:lnTo>
                    <a:pt x="182" y="431"/>
                  </a:lnTo>
                  <a:lnTo>
                    <a:pt x="169" y="435"/>
                  </a:lnTo>
                  <a:lnTo>
                    <a:pt x="157" y="438"/>
                  </a:lnTo>
                  <a:lnTo>
                    <a:pt x="143" y="442"/>
                  </a:lnTo>
                  <a:lnTo>
                    <a:pt x="130" y="444"/>
                  </a:lnTo>
                  <a:lnTo>
                    <a:pt x="120" y="445"/>
                  </a:lnTo>
                  <a:lnTo>
                    <a:pt x="111" y="447"/>
                  </a:lnTo>
                  <a:lnTo>
                    <a:pt x="99" y="449"/>
                  </a:lnTo>
                  <a:lnTo>
                    <a:pt x="88" y="453"/>
                  </a:lnTo>
                  <a:lnTo>
                    <a:pt x="83" y="457"/>
                  </a:lnTo>
                  <a:lnTo>
                    <a:pt x="81" y="465"/>
                  </a:lnTo>
                  <a:lnTo>
                    <a:pt x="75" y="462"/>
                  </a:lnTo>
                  <a:lnTo>
                    <a:pt x="65" y="461"/>
                  </a:lnTo>
                  <a:lnTo>
                    <a:pt x="54" y="460"/>
                  </a:lnTo>
                  <a:lnTo>
                    <a:pt x="44" y="459"/>
                  </a:lnTo>
                  <a:lnTo>
                    <a:pt x="33" y="459"/>
                  </a:lnTo>
                  <a:lnTo>
                    <a:pt x="23" y="460"/>
                  </a:lnTo>
                  <a:lnTo>
                    <a:pt x="15" y="462"/>
                  </a:lnTo>
                  <a:lnTo>
                    <a:pt x="9" y="466"/>
                  </a:lnTo>
                  <a:lnTo>
                    <a:pt x="2" y="479"/>
                  </a:lnTo>
                  <a:lnTo>
                    <a:pt x="0" y="494"/>
                  </a:lnTo>
                  <a:lnTo>
                    <a:pt x="4" y="510"/>
                  </a:lnTo>
                  <a:lnTo>
                    <a:pt x="10" y="518"/>
                  </a:lnTo>
                  <a:lnTo>
                    <a:pt x="15" y="521"/>
                  </a:lnTo>
                  <a:lnTo>
                    <a:pt x="24" y="522"/>
                  </a:lnTo>
                  <a:lnTo>
                    <a:pt x="33" y="524"/>
                  </a:lnTo>
                  <a:lnTo>
                    <a:pt x="43" y="527"/>
                  </a:lnTo>
                  <a:lnTo>
                    <a:pt x="53" y="528"/>
                  </a:lnTo>
                  <a:lnTo>
                    <a:pt x="62" y="529"/>
                  </a:lnTo>
                  <a:lnTo>
                    <a:pt x="70" y="529"/>
                  </a:lnTo>
                  <a:lnTo>
                    <a:pt x="76" y="529"/>
                  </a:lnTo>
                  <a:lnTo>
                    <a:pt x="76" y="535"/>
                  </a:lnTo>
                  <a:lnTo>
                    <a:pt x="76" y="540"/>
                  </a:lnTo>
                  <a:lnTo>
                    <a:pt x="77" y="544"/>
                  </a:lnTo>
                  <a:lnTo>
                    <a:pt x="77" y="545"/>
                  </a:lnTo>
                  <a:lnTo>
                    <a:pt x="85" y="545"/>
                  </a:lnTo>
                  <a:lnTo>
                    <a:pt x="95" y="545"/>
                  </a:lnTo>
                  <a:lnTo>
                    <a:pt x="106" y="544"/>
                  </a:lnTo>
                  <a:lnTo>
                    <a:pt x="120" y="544"/>
                  </a:lnTo>
                  <a:lnTo>
                    <a:pt x="134" y="541"/>
                  </a:lnTo>
                  <a:lnTo>
                    <a:pt x="149" y="539"/>
                  </a:lnTo>
                  <a:lnTo>
                    <a:pt x="164" y="536"/>
                  </a:lnTo>
                  <a:lnTo>
                    <a:pt x="179" y="532"/>
                  </a:lnTo>
                  <a:lnTo>
                    <a:pt x="173" y="544"/>
                  </a:lnTo>
                  <a:lnTo>
                    <a:pt x="165" y="559"/>
                  </a:lnTo>
                  <a:lnTo>
                    <a:pt x="155" y="576"/>
                  </a:lnTo>
                  <a:lnTo>
                    <a:pt x="148" y="588"/>
                  </a:lnTo>
                  <a:lnTo>
                    <a:pt x="162" y="654"/>
                  </a:lnTo>
                  <a:lnTo>
                    <a:pt x="209" y="609"/>
                  </a:lnTo>
                  <a:lnTo>
                    <a:pt x="211" y="600"/>
                  </a:lnTo>
                  <a:lnTo>
                    <a:pt x="215" y="578"/>
                  </a:lnTo>
                  <a:lnTo>
                    <a:pt x="221" y="552"/>
                  </a:lnTo>
                  <a:lnTo>
                    <a:pt x="228" y="533"/>
                  </a:lnTo>
                  <a:lnTo>
                    <a:pt x="226" y="561"/>
                  </a:lnTo>
                  <a:lnTo>
                    <a:pt x="220" y="609"/>
                  </a:lnTo>
                  <a:lnTo>
                    <a:pt x="212" y="660"/>
                  </a:lnTo>
                  <a:lnTo>
                    <a:pt x="206" y="691"/>
                  </a:lnTo>
                  <a:lnTo>
                    <a:pt x="199" y="706"/>
                  </a:lnTo>
                  <a:lnTo>
                    <a:pt x="192" y="721"/>
                  </a:lnTo>
                  <a:lnTo>
                    <a:pt x="188" y="734"/>
                  </a:lnTo>
                  <a:lnTo>
                    <a:pt x="189" y="742"/>
                  </a:lnTo>
                  <a:lnTo>
                    <a:pt x="194" y="745"/>
                  </a:lnTo>
                  <a:lnTo>
                    <a:pt x="201" y="747"/>
                  </a:lnTo>
                  <a:lnTo>
                    <a:pt x="208" y="749"/>
                  </a:lnTo>
                  <a:lnTo>
                    <a:pt x="217" y="751"/>
                  </a:lnTo>
                  <a:lnTo>
                    <a:pt x="226" y="752"/>
                  </a:lnTo>
                  <a:lnTo>
                    <a:pt x="236" y="754"/>
                  </a:lnTo>
                  <a:lnTo>
                    <a:pt x="245" y="755"/>
                  </a:lnTo>
                  <a:lnTo>
                    <a:pt x="254" y="757"/>
                  </a:lnTo>
                  <a:lnTo>
                    <a:pt x="265" y="757"/>
                  </a:lnTo>
                  <a:lnTo>
                    <a:pt x="281" y="757"/>
                  </a:lnTo>
                  <a:lnTo>
                    <a:pt x="300" y="757"/>
                  </a:lnTo>
                  <a:lnTo>
                    <a:pt x="320" y="755"/>
                  </a:lnTo>
                  <a:lnTo>
                    <a:pt x="342" y="754"/>
                  </a:lnTo>
                  <a:lnTo>
                    <a:pt x="359" y="752"/>
                  </a:lnTo>
                  <a:lnTo>
                    <a:pt x="375" y="751"/>
                  </a:lnTo>
                  <a:lnTo>
                    <a:pt x="383" y="749"/>
                  </a:lnTo>
                  <a:lnTo>
                    <a:pt x="391" y="747"/>
                  </a:lnTo>
                  <a:lnTo>
                    <a:pt x="402" y="743"/>
                  </a:lnTo>
                  <a:lnTo>
                    <a:pt x="416" y="739"/>
                  </a:lnTo>
                  <a:lnTo>
                    <a:pt x="431" y="730"/>
                  </a:lnTo>
                  <a:lnTo>
                    <a:pt x="446" y="722"/>
                  </a:lnTo>
                  <a:lnTo>
                    <a:pt x="460" y="710"/>
                  </a:lnTo>
                  <a:lnTo>
                    <a:pt x="472" y="697"/>
                  </a:lnTo>
                  <a:lnTo>
                    <a:pt x="479" y="682"/>
                  </a:lnTo>
                  <a:lnTo>
                    <a:pt x="480" y="676"/>
                  </a:lnTo>
                  <a:lnTo>
                    <a:pt x="478" y="672"/>
                  </a:lnTo>
                  <a:lnTo>
                    <a:pt x="473" y="672"/>
                  </a:lnTo>
                  <a:lnTo>
                    <a:pt x="468" y="676"/>
                  </a:lnTo>
                  <a:lnTo>
                    <a:pt x="464" y="681"/>
                  </a:lnTo>
                  <a:lnTo>
                    <a:pt x="457" y="690"/>
                  </a:lnTo>
                  <a:lnTo>
                    <a:pt x="446" y="698"/>
                  </a:lnTo>
                  <a:lnTo>
                    <a:pt x="435" y="708"/>
                  </a:lnTo>
                  <a:lnTo>
                    <a:pt x="424" y="717"/>
                  </a:lnTo>
                  <a:lnTo>
                    <a:pt x="411" y="726"/>
                  </a:lnTo>
                  <a:lnTo>
                    <a:pt x="401" y="733"/>
                  </a:lnTo>
                  <a:lnTo>
                    <a:pt x="391" y="737"/>
                  </a:lnTo>
                  <a:lnTo>
                    <a:pt x="381" y="740"/>
                  </a:lnTo>
                  <a:lnTo>
                    <a:pt x="367" y="741"/>
                  </a:lnTo>
                  <a:lnTo>
                    <a:pt x="351" y="743"/>
                  </a:lnTo>
                  <a:lnTo>
                    <a:pt x="333" y="743"/>
                  </a:lnTo>
                  <a:lnTo>
                    <a:pt x="315" y="745"/>
                  </a:lnTo>
                  <a:lnTo>
                    <a:pt x="298" y="745"/>
                  </a:lnTo>
                  <a:lnTo>
                    <a:pt x="283" y="745"/>
                  </a:lnTo>
                  <a:lnTo>
                    <a:pt x="271" y="745"/>
                  </a:lnTo>
                  <a:lnTo>
                    <a:pt x="261" y="745"/>
                  </a:lnTo>
                  <a:lnTo>
                    <a:pt x="251" y="745"/>
                  </a:lnTo>
                  <a:lnTo>
                    <a:pt x="242" y="743"/>
                  </a:lnTo>
                  <a:lnTo>
                    <a:pt x="233" y="742"/>
                  </a:lnTo>
                  <a:lnTo>
                    <a:pt x="226" y="741"/>
                  </a:lnTo>
                  <a:lnTo>
                    <a:pt x="220" y="739"/>
                  </a:lnTo>
                  <a:lnTo>
                    <a:pt x="215" y="735"/>
                  </a:lnTo>
                  <a:lnTo>
                    <a:pt x="212" y="732"/>
                  </a:lnTo>
                  <a:lnTo>
                    <a:pt x="212" y="720"/>
                  </a:lnTo>
                  <a:lnTo>
                    <a:pt x="216" y="705"/>
                  </a:lnTo>
                  <a:lnTo>
                    <a:pt x="220" y="692"/>
                  </a:lnTo>
                  <a:lnTo>
                    <a:pt x="223" y="681"/>
                  </a:lnTo>
                  <a:lnTo>
                    <a:pt x="228" y="656"/>
                  </a:lnTo>
                  <a:lnTo>
                    <a:pt x="235" y="611"/>
                  </a:lnTo>
                  <a:lnTo>
                    <a:pt x="241" y="563"/>
                  </a:lnTo>
                  <a:lnTo>
                    <a:pt x="244" y="533"/>
                  </a:lnTo>
                  <a:lnTo>
                    <a:pt x="250" y="532"/>
                  </a:lnTo>
                  <a:lnTo>
                    <a:pt x="260" y="530"/>
                  </a:lnTo>
                  <a:lnTo>
                    <a:pt x="271" y="528"/>
                  </a:lnTo>
                  <a:lnTo>
                    <a:pt x="284" y="524"/>
                  </a:lnTo>
                  <a:lnTo>
                    <a:pt x="296" y="520"/>
                  </a:lnTo>
                  <a:lnTo>
                    <a:pt x="308" y="515"/>
                  </a:lnTo>
                  <a:lnTo>
                    <a:pt x="315" y="510"/>
                  </a:lnTo>
                  <a:lnTo>
                    <a:pt x="320" y="505"/>
                  </a:lnTo>
                  <a:lnTo>
                    <a:pt x="324" y="496"/>
                  </a:lnTo>
                  <a:lnTo>
                    <a:pt x="329" y="481"/>
                  </a:lnTo>
                  <a:lnTo>
                    <a:pt x="336" y="462"/>
                  </a:lnTo>
                  <a:lnTo>
                    <a:pt x="342" y="441"/>
                  </a:lnTo>
                  <a:lnTo>
                    <a:pt x="348" y="418"/>
                  </a:lnTo>
                  <a:lnTo>
                    <a:pt x="353" y="397"/>
                  </a:lnTo>
                  <a:lnTo>
                    <a:pt x="357" y="380"/>
                  </a:lnTo>
                  <a:lnTo>
                    <a:pt x="357" y="368"/>
                  </a:lnTo>
                  <a:lnTo>
                    <a:pt x="352" y="348"/>
                  </a:lnTo>
                  <a:lnTo>
                    <a:pt x="343" y="329"/>
                  </a:lnTo>
                  <a:lnTo>
                    <a:pt x="333" y="314"/>
                  </a:lnTo>
                  <a:lnTo>
                    <a:pt x="322" y="305"/>
                  </a:lnTo>
                  <a:lnTo>
                    <a:pt x="329" y="299"/>
                  </a:lnTo>
                  <a:lnTo>
                    <a:pt x="338" y="294"/>
                  </a:lnTo>
                  <a:lnTo>
                    <a:pt x="348" y="291"/>
                  </a:lnTo>
                  <a:lnTo>
                    <a:pt x="359" y="289"/>
                  </a:lnTo>
                  <a:lnTo>
                    <a:pt x="371" y="287"/>
                  </a:lnTo>
                  <a:lnTo>
                    <a:pt x="380" y="289"/>
                  </a:lnTo>
                  <a:lnTo>
                    <a:pt x="387" y="290"/>
                  </a:lnTo>
                  <a:lnTo>
                    <a:pt x="391" y="294"/>
                  </a:lnTo>
                  <a:lnTo>
                    <a:pt x="395" y="309"/>
                  </a:lnTo>
                  <a:lnTo>
                    <a:pt x="399" y="328"/>
                  </a:lnTo>
                  <a:lnTo>
                    <a:pt x="400" y="348"/>
                  </a:lnTo>
                  <a:lnTo>
                    <a:pt x="400" y="363"/>
                  </a:lnTo>
                  <a:lnTo>
                    <a:pt x="396" y="378"/>
                  </a:lnTo>
                  <a:lnTo>
                    <a:pt x="391" y="401"/>
                  </a:lnTo>
                  <a:lnTo>
                    <a:pt x="388" y="425"/>
                  </a:lnTo>
                  <a:lnTo>
                    <a:pt x="388" y="445"/>
                  </a:lnTo>
                  <a:lnTo>
                    <a:pt x="396" y="444"/>
                  </a:lnTo>
                  <a:lnTo>
                    <a:pt x="397" y="435"/>
                  </a:lnTo>
                  <a:lnTo>
                    <a:pt x="400" y="421"/>
                  </a:lnTo>
                  <a:lnTo>
                    <a:pt x="404" y="408"/>
                  </a:lnTo>
                  <a:lnTo>
                    <a:pt x="409" y="394"/>
                  </a:lnTo>
                  <a:lnTo>
                    <a:pt x="410" y="418"/>
                  </a:lnTo>
                  <a:lnTo>
                    <a:pt x="414" y="457"/>
                  </a:lnTo>
                  <a:lnTo>
                    <a:pt x="416" y="497"/>
                  </a:lnTo>
                  <a:lnTo>
                    <a:pt x="417" y="522"/>
                  </a:lnTo>
                  <a:lnTo>
                    <a:pt x="419" y="532"/>
                  </a:lnTo>
                  <a:lnTo>
                    <a:pt x="422" y="547"/>
                  </a:lnTo>
                  <a:lnTo>
                    <a:pt x="429" y="566"/>
                  </a:lnTo>
                  <a:lnTo>
                    <a:pt x="435" y="587"/>
                  </a:lnTo>
                  <a:lnTo>
                    <a:pt x="443" y="607"/>
                  </a:lnTo>
                  <a:lnTo>
                    <a:pt x="450" y="625"/>
                  </a:lnTo>
                  <a:lnTo>
                    <a:pt x="457" y="641"/>
                  </a:lnTo>
                  <a:lnTo>
                    <a:pt x="462" y="649"/>
                  </a:lnTo>
                  <a:lnTo>
                    <a:pt x="469" y="656"/>
                  </a:lnTo>
                  <a:lnTo>
                    <a:pt x="475" y="658"/>
                  </a:lnTo>
                  <a:lnTo>
                    <a:pt x="477" y="655"/>
                  </a:lnTo>
                  <a:lnTo>
                    <a:pt x="473" y="647"/>
                  </a:lnTo>
                  <a:lnTo>
                    <a:pt x="469" y="638"/>
                  </a:lnTo>
                  <a:lnTo>
                    <a:pt x="463" y="625"/>
                  </a:lnTo>
                  <a:lnTo>
                    <a:pt x="457" y="607"/>
                  </a:lnTo>
                  <a:lnTo>
                    <a:pt x="449" y="587"/>
                  </a:lnTo>
                  <a:lnTo>
                    <a:pt x="443" y="567"/>
                  </a:lnTo>
                  <a:lnTo>
                    <a:pt x="436" y="548"/>
                  </a:lnTo>
                  <a:lnTo>
                    <a:pt x="431" y="534"/>
                  </a:lnTo>
                  <a:lnTo>
                    <a:pt x="429" y="523"/>
                  </a:lnTo>
                  <a:lnTo>
                    <a:pt x="426" y="498"/>
                  </a:lnTo>
                  <a:lnTo>
                    <a:pt x="424" y="460"/>
                  </a:lnTo>
                  <a:lnTo>
                    <a:pt x="422" y="420"/>
                  </a:lnTo>
                  <a:lnTo>
                    <a:pt x="421" y="395"/>
                  </a:lnTo>
                  <a:lnTo>
                    <a:pt x="420" y="380"/>
                  </a:lnTo>
                  <a:lnTo>
                    <a:pt x="419" y="363"/>
                  </a:lnTo>
                  <a:lnTo>
                    <a:pt x="415" y="345"/>
                  </a:lnTo>
                  <a:lnTo>
                    <a:pt x="411" y="3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15" name="Google Shape;1015;p23"/>
            <p:cNvSpPr/>
            <p:nvPr/>
          </p:nvSpPr>
          <p:spPr>
            <a:xfrm>
              <a:off x="3578" y="2079"/>
              <a:ext cx="136" cy="182"/>
            </a:xfrm>
            <a:custGeom>
              <a:rect b="b" l="l" r="r" t="t"/>
              <a:pathLst>
                <a:path extrusionOk="0" h="182" w="136">
                  <a:moveTo>
                    <a:pt x="51" y="0"/>
                  </a:moveTo>
                  <a:lnTo>
                    <a:pt x="47" y="6"/>
                  </a:lnTo>
                  <a:lnTo>
                    <a:pt x="43" y="16"/>
                  </a:lnTo>
                  <a:lnTo>
                    <a:pt x="39" y="27"/>
                  </a:lnTo>
                  <a:lnTo>
                    <a:pt x="35" y="35"/>
                  </a:lnTo>
                  <a:lnTo>
                    <a:pt x="30" y="42"/>
                  </a:lnTo>
                  <a:lnTo>
                    <a:pt x="25" y="49"/>
                  </a:lnTo>
                  <a:lnTo>
                    <a:pt x="20" y="55"/>
                  </a:lnTo>
                  <a:lnTo>
                    <a:pt x="15" y="58"/>
                  </a:lnTo>
                  <a:lnTo>
                    <a:pt x="10" y="60"/>
                  </a:lnTo>
                  <a:lnTo>
                    <a:pt x="4" y="65"/>
                  </a:lnTo>
                  <a:lnTo>
                    <a:pt x="0" y="70"/>
                  </a:lnTo>
                  <a:lnTo>
                    <a:pt x="1" y="73"/>
                  </a:lnTo>
                  <a:lnTo>
                    <a:pt x="8" y="77"/>
                  </a:lnTo>
                  <a:lnTo>
                    <a:pt x="13" y="81"/>
                  </a:lnTo>
                  <a:lnTo>
                    <a:pt x="15" y="85"/>
                  </a:lnTo>
                  <a:lnTo>
                    <a:pt x="17" y="89"/>
                  </a:lnTo>
                  <a:lnTo>
                    <a:pt x="24" y="90"/>
                  </a:lnTo>
                  <a:lnTo>
                    <a:pt x="30" y="91"/>
                  </a:lnTo>
                  <a:lnTo>
                    <a:pt x="37" y="94"/>
                  </a:lnTo>
                  <a:lnTo>
                    <a:pt x="41" y="97"/>
                  </a:lnTo>
                  <a:lnTo>
                    <a:pt x="47" y="102"/>
                  </a:lnTo>
                  <a:lnTo>
                    <a:pt x="53" y="107"/>
                  </a:lnTo>
                  <a:lnTo>
                    <a:pt x="57" y="113"/>
                  </a:lnTo>
                  <a:lnTo>
                    <a:pt x="57" y="119"/>
                  </a:lnTo>
                  <a:lnTo>
                    <a:pt x="56" y="127"/>
                  </a:lnTo>
                  <a:lnTo>
                    <a:pt x="56" y="136"/>
                  </a:lnTo>
                  <a:lnTo>
                    <a:pt x="58" y="144"/>
                  </a:lnTo>
                  <a:lnTo>
                    <a:pt x="62" y="149"/>
                  </a:lnTo>
                  <a:lnTo>
                    <a:pt x="64" y="154"/>
                  </a:lnTo>
                  <a:lnTo>
                    <a:pt x="63" y="158"/>
                  </a:lnTo>
                  <a:lnTo>
                    <a:pt x="57" y="163"/>
                  </a:lnTo>
                  <a:lnTo>
                    <a:pt x="48" y="168"/>
                  </a:lnTo>
                  <a:lnTo>
                    <a:pt x="49" y="172"/>
                  </a:lnTo>
                  <a:lnTo>
                    <a:pt x="51" y="175"/>
                  </a:lnTo>
                  <a:lnTo>
                    <a:pt x="53" y="179"/>
                  </a:lnTo>
                  <a:lnTo>
                    <a:pt x="53" y="182"/>
                  </a:lnTo>
                  <a:lnTo>
                    <a:pt x="58" y="180"/>
                  </a:lnTo>
                  <a:lnTo>
                    <a:pt x="67" y="178"/>
                  </a:lnTo>
                  <a:lnTo>
                    <a:pt x="77" y="174"/>
                  </a:lnTo>
                  <a:lnTo>
                    <a:pt x="88" y="170"/>
                  </a:lnTo>
                  <a:lnTo>
                    <a:pt x="101" y="168"/>
                  </a:lnTo>
                  <a:lnTo>
                    <a:pt x="112" y="164"/>
                  </a:lnTo>
                  <a:lnTo>
                    <a:pt x="121" y="163"/>
                  </a:lnTo>
                  <a:lnTo>
                    <a:pt x="127" y="162"/>
                  </a:lnTo>
                  <a:lnTo>
                    <a:pt x="125" y="155"/>
                  </a:lnTo>
                  <a:lnTo>
                    <a:pt x="126" y="144"/>
                  </a:lnTo>
                  <a:lnTo>
                    <a:pt x="130" y="132"/>
                  </a:lnTo>
                  <a:lnTo>
                    <a:pt x="136" y="124"/>
                  </a:lnTo>
                  <a:lnTo>
                    <a:pt x="131" y="121"/>
                  </a:lnTo>
                  <a:lnTo>
                    <a:pt x="127" y="117"/>
                  </a:lnTo>
                  <a:lnTo>
                    <a:pt x="125" y="109"/>
                  </a:lnTo>
                  <a:lnTo>
                    <a:pt x="125" y="103"/>
                  </a:lnTo>
                  <a:lnTo>
                    <a:pt x="119" y="105"/>
                  </a:lnTo>
                  <a:lnTo>
                    <a:pt x="112" y="107"/>
                  </a:lnTo>
                  <a:lnTo>
                    <a:pt x="106" y="108"/>
                  </a:lnTo>
                  <a:lnTo>
                    <a:pt x="101" y="109"/>
                  </a:lnTo>
                  <a:lnTo>
                    <a:pt x="98" y="108"/>
                  </a:lnTo>
                  <a:lnTo>
                    <a:pt x="97" y="106"/>
                  </a:lnTo>
                  <a:lnTo>
                    <a:pt x="100" y="102"/>
                  </a:lnTo>
                  <a:lnTo>
                    <a:pt x="104" y="100"/>
                  </a:lnTo>
                  <a:lnTo>
                    <a:pt x="110" y="96"/>
                  </a:lnTo>
                  <a:lnTo>
                    <a:pt x="117" y="91"/>
                  </a:lnTo>
                  <a:lnTo>
                    <a:pt x="124" y="85"/>
                  </a:lnTo>
                  <a:lnTo>
                    <a:pt x="129" y="78"/>
                  </a:lnTo>
                  <a:lnTo>
                    <a:pt x="133" y="69"/>
                  </a:lnTo>
                  <a:lnTo>
                    <a:pt x="134" y="60"/>
                  </a:lnTo>
                  <a:lnTo>
                    <a:pt x="131" y="54"/>
                  </a:lnTo>
                  <a:lnTo>
                    <a:pt x="126" y="49"/>
                  </a:lnTo>
                  <a:lnTo>
                    <a:pt x="120" y="48"/>
                  </a:lnTo>
                  <a:lnTo>
                    <a:pt x="114" y="49"/>
                  </a:lnTo>
                  <a:lnTo>
                    <a:pt x="107" y="51"/>
                  </a:lnTo>
                  <a:lnTo>
                    <a:pt x="104" y="54"/>
                  </a:lnTo>
                  <a:lnTo>
                    <a:pt x="100" y="58"/>
                  </a:lnTo>
                  <a:lnTo>
                    <a:pt x="96" y="59"/>
                  </a:lnTo>
                  <a:lnTo>
                    <a:pt x="93" y="60"/>
                  </a:lnTo>
                  <a:lnTo>
                    <a:pt x="92" y="58"/>
                  </a:lnTo>
                  <a:lnTo>
                    <a:pt x="93" y="53"/>
                  </a:lnTo>
                  <a:lnTo>
                    <a:pt x="96" y="47"/>
                  </a:lnTo>
                  <a:lnTo>
                    <a:pt x="101" y="42"/>
                  </a:lnTo>
                  <a:lnTo>
                    <a:pt x="106" y="39"/>
                  </a:lnTo>
                  <a:lnTo>
                    <a:pt x="112" y="36"/>
                  </a:lnTo>
                  <a:lnTo>
                    <a:pt x="119" y="33"/>
                  </a:lnTo>
                  <a:lnTo>
                    <a:pt x="121" y="28"/>
                  </a:lnTo>
                  <a:lnTo>
                    <a:pt x="120" y="22"/>
                  </a:lnTo>
                  <a:lnTo>
                    <a:pt x="112" y="22"/>
                  </a:lnTo>
                  <a:lnTo>
                    <a:pt x="106" y="20"/>
                  </a:lnTo>
                  <a:lnTo>
                    <a:pt x="100" y="15"/>
                  </a:lnTo>
                  <a:lnTo>
                    <a:pt x="97" y="6"/>
                  </a:lnTo>
                  <a:lnTo>
                    <a:pt x="91" y="9"/>
                  </a:lnTo>
                  <a:lnTo>
                    <a:pt x="85" y="9"/>
                  </a:lnTo>
                  <a:lnTo>
                    <a:pt x="78" y="5"/>
                  </a:lnTo>
                  <a:lnTo>
                    <a:pt x="73" y="0"/>
                  </a:lnTo>
                  <a:lnTo>
                    <a:pt x="68" y="4"/>
                  </a:lnTo>
                  <a:lnTo>
                    <a:pt x="63" y="6"/>
                  </a:lnTo>
                  <a:lnTo>
                    <a:pt x="57" y="5"/>
                  </a:lnTo>
                  <a:lnTo>
                    <a:pt x="51"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16" name="Google Shape;1016;p23"/>
            <p:cNvSpPr/>
            <p:nvPr/>
          </p:nvSpPr>
          <p:spPr>
            <a:xfrm>
              <a:off x="3595" y="2184"/>
              <a:ext cx="18" cy="23"/>
            </a:xfrm>
            <a:custGeom>
              <a:rect b="b" l="l" r="r" t="t"/>
              <a:pathLst>
                <a:path extrusionOk="0" h="23" w="18">
                  <a:moveTo>
                    <a:pt x="0" y="0"/>
                  </a:moveTo>
                  <a:lnTo>
                    <a:pt x="6" y="2"/>
                  </a:lnTo>
                  <a:lnTo>
                    <a:pt x="12" y="6"/>
                  </a:lnTo>
                  <a:lnTo>
                    <a:pt x="17" y="12"/>
                  </a:lnTo>
                  <a:lnTo>
                    <a:pt x="18" y="17"/>
                  </a:lnTo>
                  <a:lnTo>
                    <a:pt x="17" y="22"/>
                  </a:lnTo>
                  <a:lnTo>
                    <a:pt x="13" y="23"/>
                  </a:lnTo>
                  <a:lnTo>
                    <a:pt x="10" y="23"/>
                  </a:lnTo>
                  <a:lnTo>
                    <a:pt x="5" y="21"/>
                  </a:lnTo>
                  <a:lnTo>
                    <a:pt x="2" y="17"/>
                  </a:lnTo>
                  <a:lnTo>
                    <a:pt x="2" y="13"/>
                  </a:lnTo>
                  <a:lnTo>
                    <a:pt x="2" y="6"/>
                  </a:lnTo>
                  <a:lnTo>
                    <a:pt x="0"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17" name="Google Shape;1017;p23"/>
            <p:cNvSpPr/>
            <p:nvPr/>
          </p:nvSpPr>
          <p:spPr>
            <a:xfrm>
              <a:off x="3631" y="2114"/>
              <a:ext cx="11" cy="19"/>
            </a:xfrm>
            <a:custGeom>
              <a:rect b="b" l="l" r="r" t="t"/>
              <a:pathLst>
                <a:path extrusionOk="0" h="19" w="11">
                  <a:moveTo>
                    <a:pt x="3" y="19"/>
                  </a:moveTo>
                  <a:lnTo>
                    <a:pt x="5" y="19"/>
                  </a:lnTo>
                  <a:lnTo>
                    <a:pt x="8" y="17"/>
                  </a:lnTo>
                  <a:lnTo>
                    <a:pt x="9" y="14"/>
                  </a:lnTo>
                  <a:lnTo>
                    <a:pt x="11" y="11"/>
                  </a:lnTo>
                  <a:lnTo>
                    <a:pt x="11" y="7"/>
                  </a:lnTo>
                  <a:lnTo>
                    <a:pt x="11" y="4"/>
                  </a:lnTo>
                  <a:lnTo>
                    <a:pt x="10" y="1"/>
                  </a:lnTo>
                  <a:lnTo>
                    <a:pt x="9" y="0"/>
                  </a:lnTo>
                  <a:lnTo>
                    <a:pt x="6" y="0"/>
                  </a:lnTo>
                  <a:lnTo>
                    <a:pt x="4" y="2"/>
                  </a:lnTo>
                  <a:lnTo>
                    <a:pt x="1" y="5"/>
                  </a:lnTo>
                  <a:lnTo>
                    <a:pt x="0" y="8"/>
                  </a:lnTo>
                  <a:lnTo>
                    <a:pt x="0" y="12"/>
                  </a:lnTo>
                  <a:lnTo>
                    <a:pt x="0" y="16"/>
                  </a:lnTo>
                  <a:lnTo>
                    <a:pt x="1" y="18"/>
                  </a:lnTo>
                  <a:lnTo>
                    <a:pt x="3"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18" name="Google Shape;1018;p23"/>
            <p:cNvSpPr/>
            <p:nvPr/>
          </p:nvSpPr>
          <p:spPr>
            <a:xfrm>
              <a:off x="3600" y="2253"/>
              <a:ext cx="136" cy="73"/>
            </a:xfrm>
            <a:custGeom>
              <a:rect b="b" l="l" r="r" t="t"/>
              <a:pathLst>
                <a:path extrusionOk="0" h="73" w="136">
                  <a:moveTo>
                    <a:pt x="114" y="0"/>
                  </a:moveTo>
                  <a:lnTo>
                    <a:pt x="122" y="4"/>
                  </a:lnTo>
                  <a:lnTo>
                    <a:pt x="129" y="8"/>
                  </a:lnTo>
                  <a:lnTo>
                    <a:pt x="134" y="16"/>
                  </a:lnTo>
                  <a:lnTo>
                    <a:pt x="136" y="25"/>
                  </a:lnTo>
                  <a:lnTo>
                    <a:pt x="119" y="20"/>
                  </a:lnTo>
                  <a:lnTo>
                    <a:pt x="104" y="18"/>
                  </a:lnTo>
                  <a:lnTo>
                    <a:pt x="89" y="19"/>
                  </a:lnTo>
                  <a:lnTo>
                    <a:pt x="73" y="23"/>
                  </a:lnTo>
                  <a:lnTo>
                    <a:pt x="56" y="30"/>
                  </a:lnTo>
                  <a:lnTo>
                    <a:pt x="39" y="41"/>
                  </a:lnTo>
                  <a:lnTo>
                    <a:pt x="20" y="55"/>
                  </a:lnTo>
                  <a:lnTo>
                    <a:pt x="0" y="73"/>
                  </a:lnTo>
                  <a:lnTo>
                    <a:pt x="0" y="67"/>
                  </a:lnTo>
                  <a:lnTo>
                    <a:pt x="2" y="60"/>
                  </a:lnTo>
                  <a:lnTo>
                    <a:pt x="7" y="51"/>
                  </a:lnTo>
                  <a:lnTo>
                    <a:pt x="13" y="42"/>
                  </a:lnTo>
                  <a:lnTo>
                    <a:pt x="21" y="34"/>
                  </a:lnTo>
                  <a:lnTo>
                    <a:pt x="29" y="26"/>
                  </a:lnTo>
                  <a:lnTo>
                    <a:pt x="36" y="22"/>
                  </a:lnTo>
                  <a:lnTo>
                    <a:pt x="42" y="18"/>
                  </a:lnTo>
                  <a:lnTo>
                    <a:pt x="49" y="16"/>
                  </a:lnTo>
                  <a:lnTo>
                    <a:pt x="58" y="13"/>
                  </a:lnTo>
                  <a:lnTo>
                    <a:pt x="68" y="11"/>
                  </a:lnTo>
                  <a:lnTo>
                    <a:pt x="79" y="8"/>
                  </a:lnTo>
                  <a:lnTo>
                    <a:pt x="89" y="6"/>
                  </a:lnTo>
                  <a:lnTo>
                    <a:pt x="99" y="4"/>
                  </a:lnTo>
                  <a:lnTo>
                    <a:pt x="108" y="1"/>
                  </a:lnTo>
                  <a:lnTo>
                    <a:pt x="114" y="0"/>
                  </a:lnTo>
                  <a:close/>
                </a:path>
              </a:pathLst>
            </a:custGeom>
            <a:solidFill>
              <a:srgbClr val="A5A5A5"/>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19" name="Google Shape;1019;p23"/>
            <p:cNvSpPr/>
            <p:nvPr/>
          </p:nvSpPr>
          <p:spPr>
            <a:xfrm>
              <a:off x="3436" y="2319"/>
              <a:ext cx="253" cy="211"/>
            </a:xfrm>
            <a:custGeom>
              <a:rect b="b" l="l" r="r" t="t"/>
              <a:pathLst>
                <a:path extrusionOk="0" h="211" w="253">
                  <a:moveTo>
                    <a:pt x="219" y="0"/>
                  </a:moveTo>
                  <a:lnTo>
                    <a:pt x="213" y="0"/>
                  </a:lnTo>
                  <a:lnTo>
                    <a:pt x="205" y="0"/>
                  </a:lnTo>
                  <a:lnTo>
                    <a:pt x="196" y="2"/>
                  </a:lnTo>
                  <a:lnTo>
                    <a:pt x="188" y="5"/>
                  </a:lnTo>
                  <a:lnTo>
                    <a:pt x="179" y="9"/>
                  </a:lnTo>
                  <a:lnTo>
                    <a:pt x="171" y="14"/>
                  </a:lnTo>
                  <a:lnTo>
                    <a:pt x="165" y="19"/>
                  </a:lnTo>
                  <a:lnTo>
                    <a:pt x="161" y="25"/>
                  </a:lnTo>
                  <a:lnTo>
                    <a:pt x="155" y="42"/>
                  </a:lnTo>
                  <a:lnTo>
                    <a:pt x="148" y="64"/>
                  </a:lnTo>
                  <a:lnTo>
                    <a:pt x="142" y="86"/>
                  </a:lnTo>
                  <a:lnTo>
                    <a:pt x="136" y="99"/>
                  </a:lnTo>
                  <a:lnTo>
                    <a:pt x="146" y="106"/>
                  </a:lnTo>
                  <a:lnTo>
                    <a:pt x="154" y="116"/>
                  </a:lnTo>
                  <a:lnTo>
                    <a:pt x="161" y="126"/>
                  </a:lnTo>
                  <a:lnTo>
                    <a:pt x="169" y="134"/>
                  </a:lnTo>
                  <a:lnTo>
                    <a:pt x="172" y="141"/>
                  </a:lnTo>
                  <a:lnTo>
                    <a:pt x="172" y="147"/>
                  </a:lnTo>
                  <a:lnTo>
                    <a:pt x="169" y="149"/>
                  </a:lnTo>
                  <a:lnTo>
                    <a:pt x="164" y="146"/>
                  </a:lnTo>
                  <a:lnTo>
                    <a:pt x="157" y="138"/>
                  </a:lnTo>
                  <a:lnTo>
                    <a:pt x="147" y="127"/>
                  </a:lnTo>
                  <a:lnTo>
                    <a:pt x="137" y="117"/>
                  </a:lnTo>
                  <a:lnTo>
                    <a:pt x="128" y="112"/>
                  </a:lnTo>
                  <a:lnTo>
                    <a:pt x="135" y="123"/>
                  </a:lnTo>
                  <a:lnTo>
                    <a:pt x="140" y="135"/>
                  </a:lnTo>
                  <a:lnTo>
                    <a:pt x="141" y="147"/>
                  </a:lnTo>
                  <a:lnTo>
                    <a:pt x="137" y="157"/>
                  </a:lnTo>
                  <a:lnTo>
                    <a:pt x="135" y="147"/>
                  </a:lnTo>
                  <a:lnTo>
                    <a:pt x="131" y="135"/>
                  </a:lnTo>
                  <a:lnTo>
                    <a:pt x="127" y="124"/>
                  </a:lnTo>
                  <a:lnTo>
                    <a:pt x="119" y="115"/>
                  </a:lnTo>
                  <a:lnTo>
                    <a:pt x="112" y="118"/>
                  </a:lnTo>
                  <a:lnTo>
                    <a:pt x="99" y="122"/>
                  </a:lnTo>
                  <a:lnTo>
                    <a:pt x="83" y="126"/>
                  </a:lnTo>
                  <a:lnTo>
                    <a:pt x="67" y="130"/>
                  </a:lnTo>
                  <a:lnTo>
                    <a:pt x="49" y="134"/>
                  </a:lnTo>
                  <a:lnTo>
                    <a:pt x="35" y="136"/>
                  </a:lnTo>
                  <a:lnTo>
                    <a:pt x="24" y="138"/>
                  </a:lnTo>
                  <a:lnTo>
                    <a:pt x="17" y="139"/>
                  </a:lnTo>
                  <a:lnTo>
                    <a:pt x="11" y="140"/>
                  </a:lnTo>
                  <a:lnTo>
                    <a:pt x="5" y="142"/>
                  </a:lnTo>
                  <a:lnTo>
                    <a:pt x="0" y="147"/>
                  </a:lnTo>
                  <a:lnTo>
                    <a:pt x="0" y="153"/>
                  </a:lnTo>
                  <a:lnTo>
                    <a:pt x="1" y="164"/>
                  </a:lnTo>
                  <a:lnTo>
                    <a:pt x="4" y="182"/>
                  </a:lnTo>
                  <a:lnTo>
                    <a:pt x="5" y="200"/>
                  </a:lnTo>
                  <a:lnTo>
                    <a:pt x="4" y="211"/>
                  </a:lnTo>
                  <a:lnTo>
                    <a:pt x="11" y="211"/>
                  </a:lnTo>
                  <a:lnTo>
                    <a:pt x="20" y="209"/>
                  </a:lnTo>
                  <a:lnTo>
                    <a:pt x="31" y="207"/>
                  </a:lnTo>
                  <a:lnTo>
                    <a:pt x="44" y="205"/>
                  </a:lnTo>
                  <a:lnTo>
                    <a:pt x="55" y="202"/>
                  </a:lnTo>
                  <a:lnTo>
                    <a:pt x="65" y="200"/>
                  </a:lnTo>
                  <a:lnTo>
                    <a:pt x="74" y="197"/>
                  </a:lnTo>
                  <a:lnTo>
                    <a:pt x="79" y="196"/>
                  </a:lnTo>
                  <a:lnTo>
                    <a:pt x="84" y="195"/>
                  </a:lnTo>
                  <a:lnTo>
                    <a:pt x="92" y="194"/>
                  </a:lnTo>
                  <a:lnTo>
                    <a:pt x="101" y="193"/>
                  </a:lnTo>
                  <a:lnTo>
                    <a:pt x="111" y="191"/>
                  </a:lnTo>
                  <a:lnTo>
                    <a:pt x="121" y="191"/>
                  </a:lnTo>
                  <a:lnTo>
                    <a:pt x="130" y="191"/>
                  </a:lnTo>
                  <a:lnTo>
                    <a:pt x="138" y="191"/>
                  </a:lnTo>
                  <a:lnTo>
                    <a:pt x="143" y="191"/>
                  </a:lnTo>
                  <a:lnTo>
                    <a:pt x="148" y="191"/>
                  </a:lnTo>
                  <a:lnTo>
                    <a:pt x="157" y="191"/>
                  </a:lnTo>
                  <a:lnTo>
                    <a:pt x="166" y="191"/>
                  </a:lnTo>
                  <a:lnTo>
                    <a:pt x="176" y="190"/>
                  </a:lnTo>
                  <a:lnTo>
                    <a:pt x="186" y="189"/>
                  </a:lnTo>
                  <a:lnTo>
                    <a:pt x="196" y="187"/>
                  </a:lnTo>
                  <a:lnTo>
                    <a:pt x="204" y="184"/>
                  </a:lnTo>
                  <a:lnTo>
                    <a:pt x="209" y="182"/>
                  </a:lnTo>
                  <a:lnTo>
                    <a:pt x="217" y="173"/>
                  </a:lnTo>
                  <a:lnTo>
                    <a:pt x="224" y="160"/>
                  </a:lnTo>
                  <a:lnTo>
                    <a:pt x="232" y="145"/>
                  </a:lnTo>
                  <a:lnTo>
                    <a:pt x="237" y="129"/>
                  </a:lnTo>
                  <a:lnTo>
                    <a:pt x="243" y="108"/>
                  </a:lnTo>
                  <a:lnTo>
                    <a:pt x="249" y="78"/>
                  </a:lnTo>
                  <a:lnTo>
                    <a:pt x="253" y="50"/>
                  </a:lnTo>
                  <a:lnTo>
                    <a:pt x="252" y="35"/>
                  </a:lnTo>
                  <a:lnTo>
                    <a:pt x="247" y="26"/>
                  </a:lnTo>
                  <a:lnTo>
                    <a:pt x="239" y="15"/>
                  </a:lnTo>
                  <a:lnTo>
                    <a:pt x="230" y="7"/>
                  </a:lnTo>
                  <a:lnTo>
                    <a:pt x="219" y="0"/>
                  </a:lnTo>
                  <a:close/>
                </a:path>
              </a:pathLst>
            </a:custGeom>
            <a:solidFill>
              <a:srgbClr val="A5A5A5"/>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20" name="Google Shape;1020;p23"/>
            <p:cNvSpPr/>
            <p:nvPr/>
          </p:nvSpPr>
          <p:spPr>
            <a:xfrm>
              <a:off x="3358" y="2467"/>
              <a:ext cx="66" cy="49"/>
            </a:xfrm>
            <a:custGeom>
              <a:rect b="b" l="l" r="r" t="t"/>
              <a:pathLst>
                <a:path extrusionOk="0" h="49" w="66">
                  <a:moveTo>
                    <a:pt x="63" y="9"/>
                  </a:moveTo>
                  <a:lnTo>
                    <a:pt x="59" y="6"/>
                  </a:lnTo>
                  <a:lnTo>
                    <a:pt x="54" y="4"/>
                  </a:lnTo>
                  <a:lnTo>
                    <a:pt x="47" y="3"/>
                  </a:lnTo>
                  <a:lnTo>
                    <a:pt x="40" y="1"/>
                  </a:lnTo>
                  <a:lnTo>
                    <a:pt x="32" y="0"/>
                  </a:lnTo>
                  <a:lnTo>
                    <a:pt x="25" y="0"/>
                  </a:lnTo>
                  <a:lnTo>
                    <a:pt x="19" y="0"/>
                  </a:lnTo>
                  <a:lnTo>
                    <a:pt x="12" y="1"/>
                  </a:lnTo>
                  <a:lnTo>
                    <a:pt x="3" y="7"/>
                  </a:lnTo>
                  <a:lnTo>
                    <a:pt x="0" y="17"/>
                  </a:lnTo>
                  <a:lnTo>
                    <a:pt x="2" y="28"/>
                  </a:lnTo>
                  <a:lnTo>
                    <a:pt x="12" y="36"/>
                  </a:lnTo>
                  <a:lnTo>
                    <a:pt x="19" y="39"/>
                  </a:lnTo>
                  <a:lnTo>
                    <a:pt x="26" y="42"/>
                  </a:lnTo>
                  <a:lnTo>
                    <a:pt x="34" y="45"/>
                  </a:lnTo>
                  <a:lnTo>
                    <a:pt x="40" y="46"/>
                  </a:lnTo>
                  <a:lnTo>
                    <a:pt x="47" y="47"/>
                  </a:lnTo>
                  <a:lnTo>
                    <a:pt x="54" y="48"/>
                  </a:lnTo>
                  <a:lnTo>
                    <a:pt x="59" y="49"/>
                  </a:lnTo>
                  <a:lnTo>
                    <a:pt x="63" y="49"/>
                  </a:lnTo>
                  <a:lnTo>
                    <a:pt x="65" y="42"/>
                  </a:lnTo>
                  <a:lnTo>
                    <a:pt x="66" y="31"/>
                  </a:lnTo>
                  <a:lnTo>
                    <a:pt x="65" y="19"/>
                  </a:lnTo>
                  <a:lnTo>
                    <a:pt x="63" y="9"/>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21" name="Google Shape;1021;p23"/>
            <p:cNvSpPr/>
            <p:nvPr/>
          </p:nvSpPr>
          <p:spPr>
            <a:xfrm>
              <a:off x="3552" y="2727"/>
              <a:ext cx="224" cy="626"/>
            </a:xfrm>
            <a:custGeom>
              <a:rect b="b" l="l" r="r" t="t"/>
              <a:pathLst>
                <a:path extrusionOk="0" h="626" w="224">
                  <a:moveTo>
                    <a:pt x="12" y="48"/>
                  </a:moveTo>
                  <a:lnTo>
                    <a:pt x="12" y="72"/>
                  </a:lnTo>
                  <a:lnTo>
                    <a:pt x="14" y="110"/>
                  </a:lnTo>
                  <a:lnTo>
                    <a:pt x="16" y="152"/>
                  </a:lnTo>
                  <a:lnTo>
                    <a:pt x="17" y="181"/>
                  </a:lnTo>
                  <a:lnTo>
                    <a:pt x="21" y="212"/>
                  </a:lnTo>
                  <a:lnTo>
                    <a:pt x="24" y="256"/>
                  </a:lnTo>
                  <a:lnTo>
                    <a:pt x="26" y="301"/>
                  </a:lnTo>
                  <a:lnTo>
                    <a:pt x="27" y="329"/>
                  </a:lnTo>
                  <a:lnTo>
                    <a:pt x="27" y="350"/>
                  </a:lnTo>
                  <a:lnTo>
                    <a:pt x="27" y="377"/>
                  </a:lnTo>
                  <a:lnTo>
                    <a:pt x="27" y="406"/>
                  </a:lnTo>
                  <a:lnTo>
                    <a:pt x="27" y="431"/>
                  </a:lnTo>
                  <a:lnTo>
                    <a:pt x="27" y="460"/>
                  </a:lnTo>
                  <a:lnTo>
                    <a:pt x="30" y="499"/>
                  </a:lnTo>
                  <a:lnTo>
                    <a:pt x="35" y="537"/>
                  </a:lnTo>
                  <a:lnTo>
                    <a:pt x="40" y="559"/>
                  </a:lnTo>
                  <a:lnTo>
                    <a:pt x="45" y="563"/>
                  </a:lnTo>
                  <a:lnTo>
                    <a:pt x="53" y="568"/>
                  </a:lnTo>
                  <a:lnTo>
                    <a:pt x="61" y="571"/>
                  </a:lnTo>
                  <a:lnTo>
                    <a:pt x="73" y="575"/>
                  </a:lnTo>
                  <a:lnTo>
                    <a:pt x="85" y="577"/>
                  </a:lnTo>
                  <a:lnTo>
                    <a:pt x="98" y="577"/>
                  </a:lnTo>
                  <a:lnTo>
                    <a:pt x="111" y="575"/>
                  </a:lnTo>
                  <a:lnTo>
                    <a:pt x="123" y="570"/>
                  </a:lnTo>
                  <a:lnTo>
                    <a:pt x="130" y="540"/>
                  </a:lnTo>
                  <a:lnTo>
                    <a:pt x="141" y="493"/>
                  </a:lnTo>
                  <a:lnTo>
                    <a:pt x="152" y="448"/>
                  </a:lnTo>
                  <a:lnTo>
                    <a:pt x="160" y="418"/>
                  </a:lnTo>
                  <a:lnTo>
                    <a:pt x="165" y="386"/>
                  </a:lnTo>
                  <a:lnTo>
                    <a:pt x="170" y="335"/>
                  </a:lnTo>
                  <a:lnTo>
                    <a:pt x="175" y="285"/>
                  </a:lnTo>
                  <a:lnTo>
                    <a:pt x="176" y="253"/>
                  </a:lnTo>
                  <a:lnTo>
                    <a:pt x="177" y="228"/>
                  </a:lnTo>
                  <a:lnTo>
                    <a:pt x="181" y="195"/>
                  </a:lnTo>
                  <a:lnTo>
                    <a:pt x="186" y="162"/>
                  </a:lnTo>
                  <a:lnTo>
                    <a:pt x="189" y="135"/>
                  </a:lnTo>
                  <a:lnTo>
                    <a:pt x="193" y="113"/>
                  </a:lnTo>
                  <a:lnTo>
                    <a:pt x="199" y="84"/>
                  </a:lnTo>
                  <a:lnTo>
                    <a:pt x="205" y="58"/>
                  </a:lnTo>
                  <a:lnTo>
                    <a:pt x="209" y="37"/>
                  </a:lnTo>
                  <a:lnTo>
                    <a:pt x="210" y="23"/>
                  </a:lnTo>
                  <a:lnTo>
                    <a:pt x="211" y="13"/>
                  </a:lnTo>
                  <a:lnTo>
                    <a:pt x="214" y="8"/>
                  </a:lnTo>
                  <a:lnTo>
                    <a:pt x="214" y="6"/>
                  </a:lnTo>
                  <a:lnTo>
                    <a:pt x="224" y="0"/>
                  </a:lnTo>
                  <a:lnTo>
                    <a:pt x="223" y="16"/>
                  </a:lnTo>
                  <a:lnTo>
                    <a:pt x="219" y="35"/>
                  </a:lnTo>
                  <a:lnTo>
                    <a:pt x="215" y="54"/>
                  </a:lnTo>
                  <a:lnTo>
                    <a:pt x="211" y="67"/>
                  </a:lnTo>
                  <a:lnTo>
                    <a:pt x="209" y="82"/>
                  </a:lnTo>
                  <a:lnTo>
                    <a:pt x="204" y="101"/>
                  </a:lnTo>
                  <a:lnTo>
                    <a:pt x="200" y="121"/>
                  </a:lnTo>
                  <a:lnTo>
                    <a:pt x="198" y="135"/>
                  </a:lnTo>
                  <a:lnTo>
                    <a:pt x="195" y="157"/>
                  </a:lnTo>
                  <a:lnTo>
                    <a:pt x="190" y="192"/>
                  </a:lnTo>
                  <a:lnTo>
                    <a:pt x="186" y="226"/>
                  </a:lnTo>
                  <a:lnTo>
                    <a:pt x="185" y="249"/>
                  </a:lnTo>
                  <a:lnTo>
                    <a:pt x="185" y="266"/>
                  </a:lnTo>
                  <a:lnTo>
                    <a:pt x="184" y="287"/>
                  </a:lnTo>
                  <a:lnTo>
                    <a:pt x="182" y="309"/>
                  </a:lnTo>
                  <a:lnTo>
                    <a:pt x="181" y="326"/>
                  </a:lnTo>
                  <a:lnTo>
                    <a:pt x="180" y="347"/>
                  </a:lnTo>
                  <a:lnTo>
                    <a:pt x="177" y="378"/>
                  </a:lnTo>
                  <a:lnTo>
                    <a:pt x="174" y="410"/>
                  </a:lnTo>
                  <a:lnTo>
                    <a:pt x="170" y="431"/>
                  </a:lnTo>
                  <a:lnTo>
                    <a:pt x="164" y="459"/>
                  </a:lnTo>
                  <a:lnTo>
                    <a:pt x="153" y="502"/>
                  </a:lnTo>
                  <a:lnTo>
                    <a:pt x="143" y="544"/>
                  </a:lnTo>
                  <a:lnTo>
                    <a:pt x="137" y="569"/>
                  </a:lnTo>
                  <a:lnTo>
                    <a:pt x="142" y="580"/>
                  </a:lnTo>
                  <a:lnTo>
                    <a:pt x="145" y="595"/>
                  </a:lnTo>
                  <a:lnTo>
                    <a:pt x="145" y="608"/>
                  </a:lnTo>
                  <a:lnTo>
                    <a:pt x="140" y="616"/>
                  </a:lnTo>
                  <a:lnTo>
                    <a:pt x="133" y="619"/>
                  </a:lnTo>
                  <a:lnTo>
                    <a:pt x="124" y="623"/>
                  </a:lnTo>
                  <a:lnTo>
                    <a:pt x="113" y="625"/>
                  </a:lnTo>
                  <a:lnTo>
                    <a:pt x="101" y="626"/>
                  </a:lnTo>
                  <a:lnTo>
                    <a:pt x="87" y="626"/>
                  </a:lnTo>
                  <a:lnTo>
                    <a:pt x="72" y="625"/>
                  </a:lnTo>
                  <a:lnTo>
                    <a:pt x="55" y="622"/>
                  </a:lnTo>
                  <a:lnTo>
                    <a:pt x="40" y="614"/>
                  </a:lnTo>
                  <a:lnTo>
                    <a:pt x="34" y="602"/>
                  </a:lnTo>
                  <a:lnTo>
                    <a:pt x="29" y="588"/>
                  </a:lnTo>
                  <a:lnTo>
                    <a:pt x="25" y="575"/>
                  </a:lnTo>
                  <a:lnTo>
                    <a:pt x="21" y="565"/>
                  </a:lnTo>
                  <a:lnTo>
                    <a:pt x="20" y="562"/>
                  </a:lnTo>
                  <a:lnTo>
                    <a:pt x="22" y="559"/>
                  </a:lnTo>
                  <a:lnTo>
                    <a:pt x="26" y="558"/>
                  </a:lnTo>
                  <a:lnTo>
                    <a:pt x="27" y="558"/>
                  </a:lnTo>
                  <a:lnTo>
                    <a:pt x="20" y="529"/>
                  </a:lnTo>
                  <a:lnTo>
                    <a:pt x="14" y="485"/>
                  </a:lnTo>
                  <a:lnTo>
                    <a:pt x="10" y="442"/>
                  </a:lnTo>
                  <a:lnTo>
                    <a:pt x="9" y="413"/>
                  </a:lnTo>
                  <a:lnTo>
                    <a:pt x="11" y="392"/>
                  </a:lnTo>
                  <a:lnTo>
                    <a:pt x="15" y="363"/>
                  </a:lnTo>
                  <a:lnTo>
                    <a:pt x="17" y="337"/>
                  </a:lnTo>
                  <a:lnTo>
                    <a:pt x="17" y="321"/>
                  </a:lnTo>
                  <a:lnTo>
                    <a:pt x="16" y="303"/>
                  </a:lnTo>
                  <a:lnTo>
                    <a:pt x="16" y="275"/>
                  </a:lnTo>
                  <a:lnTo>
                    <a:pt x="15" y="248"/>
                  </a:lnTo>
                  <a:lnTo>
                    <a:pt x="12" y="230"/>
                  </a:lnTo>
                  <a:lnTo>
                    <a:pt x="9" y="216"/>
                  </a:lnTo>
                  <a:lnTo>
                    <a:pt x="6" y="196"/>
                  </a:lnTo>
                  <a:lnTo>
                    <a:pt x="5" y="177"/>
                  </a:lnTo>
                  <a:lnTo>
                    <a:pt x="3" y="163"/>
                  </a:lnTo>
                  <a:lnTo>
                    <a:pt x="3" y="143"/>
                  </a:lnTo>
                  <a:lnTo>
                    <a:pt x="2" y="108"/>
                  </a:lnTo>
                  <a:lnTo>
                    <a:pt x="0" y="73"/>
                  </a:lnTo>
                  <a:lnTo>
                    <a:pt x="0" y="52"/>
                  </a:lnTo>
                  <a:lnTo>
                    <a:pt x="2" y="43"/>
                  </a:lnTo>
                  <a:lnTo>
                    <a:pt x="7" y="38"/>
                  </a:lnTo>
                  <a:lnTo>
                    <a:pt x="11" y="41"/>
                  </a:lnTo>
                  <a:lnTo>
                    <a:pt x="12" y="4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22" name="Google Shape;1022;p23"/>
            <p:cNvSpPr/>
            <p:nvPr/>
          </p:nvSpPr>
          <p:spPr>
            <a:xfrm>
              <a:off x="3661" y="2774"/>
              <a:ext cx="70" cy="367"/>
            </a:xfrm>
            <a:custGeom>
              <a:rect b="b" l="l" r="r" t="t"/>
              <a:pathLst>
                <a:path extrusionOk="0" h="367" w="70">
                  <a:moveTo>
                    <a:pt x="67" y="0"/>
                  </a:moveTo>
                  <a:lnTo>
                    <a:pt x="63" y="21"/>
                  </a:lnTo>
                  <a:lnTo>
                    <a:pt x="58" y="52"/>
                  </a:lnTo>
                  <a:lnTo>
                    <a:pt x="52" y="87"/>
                  </a:lnTo>
                  <a:lnTo>
                    <a:pt x="42" y="120"/>
                  </a:lnTo>
                  <a:lnTo>
                    <a:pt x="36" y="137"/>
                  </a:lnTo>
                  <a:lnTo>
                    <a:pt x="29" y="164"/>
                  </a:lnTo>
                  <a:lnTo>
                    <a:pt x="23" y="195"/>
                  </a:lnTo>
                  <a:lnTo>
                    <a:pt x="15" y="230"/>
                  </a:lnTo>
                  <a:lnTo>
                    <a:pt x="10" y="266"/>
                  </a:lnTo>
                  <a:lnTo>
                    <a:pt x="5" y="303"/>
                  </a:lnTo>
                  <a:lnTo>
                    <a:pt x="2" y="337"/>
                  </a:lnTo>
                  <a:lnTo>
                    <a:pt x="0" y="367"/>
                  </a:lnTo>
                  <a:lnTo>
                    <a:pt x="5" y="342"/>
                  </a:lnTo>
                  <a:lnTo>
                    <a:pt x="14" y="297"/>
                  </a:lnTo>
                  <a:lnTo>
                    <a:pt x="23" y="249"/>
                  </a:lnTo>
                  <a:lnTo>
                    <a:pt x="28" y="220"/>
                  </a:lnTo>
                  <a:lnTo>
                    <a:pt x="32" y="200"/>
                  </a:lnTo>
                  <a:lnTo>
                    <a:pt x="38" y="170"/>
                  </a:lnTo>
                  <a:lnTo>
                    <a:pt x="46" y="142"/>
                  </a:lnTo>
                  <a:lnTo>
                    <a:pt x="51" y="124"/>
                  </a:lnTo>
                  <a:lnTo>
                    <a:pt x="57" y="103"/>
                  </a:lnTo>
                  <a:lnTo>
                    <a:pt x="65" y="67"/>
                  </a:lnTo>
                  <a:lnTo>
                    <a:pt x="70" y="29"/>
                  </a:lnTo>
                  <a:lnTo>
                    <a:pt x="6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23" name="Google Shape;1023;p23"/>
            <p:cNvSpPr/>
            <p:nvPr/>
          </p:nvSpPr>
          <p:spPr>
            <a:xfrm>
              <a:off x="3592" y="3301"/>
              <a:ext cx="95" cy="42"/>
            </a:xfrm>
            <a:custGeom>
              <a:rect b="b" l="l" r="r" t="t"/>
              <a:pathLst>
                <a:path extrusionOk="0" h="42" w="95">
                  <a:moveTo>
                    <a:pt x="0" y="0"/>
                  </a:moveTo>
                  <a:lnTo>
                    <a:pt x="5" y="3"/>
                  </a:lnTo>
                  <a:lnTo>
                    <a:pt x="14" y="7"/>
                  </a:lnTo>
                  <a:lnTo>
                    <a:pt x="27" y="9"/>
                  </a:lnTo>
                  <a:lnTo>
                    <a:pt x="39" y="12"/>
                  </a:lnTo>
                  <a:lnTo>
                    <a:pt x="53" y="13"/>
                  </a:lnTo>
                  <a:lnTo>
                    <a:pt x="66" y="13"/>
                  </a:lnTo>
                  <a:lnTo>
                    <a:pt x="78" y="10"/>
                  </a:lnTo>
                  <a:lnTo>
                    <a:pt x="87" y="6"/>
                  </a:lnTo>
                  <a:lnTo>
                    <a:pt x="92" y="10"/>
                  </a:lnTo>
                  <a:lnTo>
                    <a:pt x="95" y="18"/>
                  </a:lnTo>
                  <a:lnTo>
                    <a:pt x="95" y="24"/>
                  </a:lnTo>
                  <a:lnTo>
                    <a:pt x="95" y="31"/>
                  </a:lnTo>
                  <a:lnTo>
                    <a:pt x="90" y="34"/>
                  </a:lnTo>
                  <a:lnTo>
                    <a:pt x="82" y="38"/>
                  </a:lnTo>
                  <a:lnTo>
                    <a:pt x="74" y="40"/>
                  </a:lnTo>
                  <a:lnTo>
                    <a:pt x="64" y="42"/>
                  </a:lnTo>
                  <a:lnTo>
                    <a:pt x="52" y="42"/>
                  </a:lnTo>
                  <a:lnTo>
                    <a:pt x="39" y="40"/>
                  </a:lnTo>
                  <a:lnTo>
                    <a:pt x="25" y="38"/>
                  </a:lnTo>
                  <a:lnTo>
                    <a:pt x="10" y="32"/>
                  </a:lnTo>
                  <a:lnTo>
                    <a:pt x="6" y="26"/>
                  </a:lnTo>
                  <a:lnTo>
                    <a:pt x="3" y="18"/>
                  </a:lnTo>
                  <a:lnTo>
                    <a:pt x="1" y="9"/>
                  </a:lnTo>
                  <a:lnTo>
                    <a:pt x="0" y="0"/>
                  </a:lnTo>
                  <a:close/>
                </a:path>
              </a:pathLst>
            </a:custGeom>
            <a:solidFill>
              <a:srgbClr val="A5A5A5"/>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24" name="Google Shape;1024;p23"/>
            <p:cNvSpPr/>
            <p:nvPr/>
          </p:nvSpPr>
          <p:spPr>
            <a:xfrm>
              <a:off x="3469" y="3341"/>
              <a:ext cx="219" cy="79"/>
            </a:xfrm>
            <a:custGeom>
              <a:rect b="b" l="l" r="r" t="t"/>
              <a:pathLst>
                <a:path extrusionOk="0" h="79" w="219">
                  <a:moveTo>
                    <a:pt x="123" y="0"/>
                  </a:moveTo>
                  <a:lnTo>
                    <a:pt x="113" y="2"/>
                  </a:lnTo>
                  <a:lnTo>
                    <a:pt x="100" y="3"/>
                  </a:lnTo>
                  <a:lnTo>
                    <a:pt x="86" y="6"/>
                  </a:lnTo>
                  <a:lnTo>
                    <a:pt x="71" y="9"/>
                  </a:lnTo>
                  <a:lnTo>
                    <a:pt x="56" y="13"/>
                  </a:lnTo>
                  <a:lnTo>
                    <a:pt x="42" y="17"/>
                  </a:lnTo>
                  <a:lnTo>
                    <a:pt x="30" y="23"/>
                  </a:lnTo>
                  <a:lnTo>
                    <a:pt x="21" y="28"/>
                  </a:lnTo>
                  <a:lnTo>
                    <a:pt x="8" y="39"/>
                  </a:lnTo>
                  <a:lnTo>
                    <a:pt x="1" y="48"/>
                  </a:lnTo>
                  <a:lnTo>
                    <a:pt x="0" y="58"/>
                  </a:lnTo>
                  <a:lnTo>
                    <a:pt x="7" y="66"/>
                  </a:lnTo>
                  <a:lnTo>
                    <a:pt x="13" y="70"/>
                  </a:lnTo>
                  <a:lnTo>
                    <a:pt x="21" y="73"/>
                  </a:lnTo>
                  <a:lnTo>
                    <a:pt x="30" y="76"/>
                  </a:lnTo>
                  <a:lnTo>
                    <a:pt x="39" y="78"/>
                  </a:lnTo>
                  <a:lnTo>
                    <a:pt x="47" y="79"/>
                  </a:lnTo>
                  <a:lnTo>
                    <a:pt x="56" y="79"/>
                  </a:lnTo>
                  <a:lnTo>
                    <a:pt x="64" y="78"/>
                  </a:lnTo>
                  <a:lnTo>
                    <a:pt x="70" y="77"/>
                  </a:lnTo>
                  <a:lnTo>
                    <a:pt x="78" y="75"/>
                  </a:lnTo>
                  <a:lnTo>
                    <a:pt x="86" y="72"/>
                  </a:lnTo>
                  <a:lnTo>
                    <a:pt x="95" y="69"/>
                  </a:lnTo>
                  <a:lnTo>
                    <a:pt x="105" y="65"/>
                  </a:lnTo>
                  <a:lnTo>
                    <a:pt x="115" y="63"/>
                  </a:lnTo>
                  <a:lnTo>
                    <a:pt x="124" y="60"/>
                  </a:lnTo>
                  <a:lnTo>
                    <a:pt x="131" y="60"/>
                  </a:lnTo>
                  <a:lnTo>
                    <a:pt x="136" y="60"/>
                  </a:lnTo>
                  <a:lnTo>
                    <a:pt x="136" y="66"/>
                  </a:lnTo>
                  <a:lnTo>
                    <a:pt x="138" y="71"/>
                  </a:lnTo>
                  <a:lnTo>
                    <a:pt x="139" y="73"/>
                  </a:lnTo>
                  <a:lnTo>
                    <a:pt x="139" y="75"/>
                  </a:lnTo>
                  <a:lnTo>
                    <a:pt x="146" y="76"/>
                  </a:lnTo>
                  <a:lnTo>
                    <a:pt x="155" y="78"/>
                  </a:lnTo>
                  <a:lnTo>
                    <a:pt x="165" y="79"/>
                  </a:lnTo>
                  <a:lnTo>
                    <a:pt x="175" y="79"/>
                  </a:lnTo>
                  <a:lnTo>
                    <a:pt x="186" y="78"/>
                  </a:lnTo>
                  <a:lnTo>
                    <a:pt x="197" y="77"/>
                  </a:lnTo>
                  <a:lnTo>
                    <a:pt x="209" y="72"/>
                  </a:lnTo>
                  <a:lnTo>
                    <a:pt x="218" y="66"/>
                  </a:lnTo>
                  <a:lnTo>
                    <a:pt x="218" y="55"/>
                  </a:lnTo>
                  <a:lnTo>
                    <a:pt x="219" y="39"/>
                  </a:lnTo>
                  <a:lnTo>
                    <a:pt x="218" y="21"/>
                  </a:lnTo>
                  <a:lnTo>
                    <a:pt x="215" y="5"/>
                  </a:lnTo>
                  <a:lnTo>
                    <a:pt x="202" y="6"/>
                  </a:lnTo>
                  <a:lnTo>
                    <a:pt x="206" y="16"/>
                  </a:lnTo>
                  <a:lnTo>
                    <a:pt x="207" y="27"/>
                  </a:lnTo>
                  <a:lnTo>
                    <a:pt x="204" y="37"/>
                  </a:lnTo>
                  <a:lnTo>
                    <a:pt x="191" y="46"/>
                  </a:lnTo>
                  <a:lnTo>
                    <a:pt x="182" y="48"/>
                  </a:lnTo>
                  <a:lnTo>
                    <a:pt x="175" y="51"/>
                  </a:lnTo>
                  <a:lnTo>
                    <a:pt x="167" y="51"/>
                  </a:lnTo>
                  <a:lnTo>
                    <a:pt x="161" y="51"/>
                  </a:lnTo>
                  <a:lnTo>
                    <a:pt x="153" y="51"/>
                  </a:lnTo>
                  <a:lnTo>
                    <a:pt x="147" y="49"/>
                  </a:lnTo>
                  <a:lnTo>
                    <a:pt x="139" y="47"/>
                  </a:lnTo>
                  <a:lnTo>
                    <a:pt x="132" y="46"/>
                  </a:lnTo>
                  <a:lnTo>
                    <a:pt x="124" y="45"/>
                  </a:lnTo>
                  <a:lnTo>
                    <a:pt x="117" y="45"/>
                  </a:lnTo>
                  <a:lnTo>
                    <a:pt x="109" y="46"/>
                  </a:lnTo>
                  <a:lnTo>
                    <a:pt x="102" y="48"/>
                  </a:lnTo>
                  <a:lnTo>
                    <a:pt x="95" y="51"/>
                  </a:lnTo>
                  <a:lnTo>
                    <a:pt x="89" y="53"/>
                  </a:lnTo>
                  <a:lnTo>
                    <a:pt x="84" y="57"/>
                  </a:lnTo>
                  <a:lnTo>
                    <a:pt x="79" y="59"/>
                  </a:lnTo>
                  <a:lnTo>
                    <a:pt x="74" y="61"/>
                  </a:lnTo>
                  <a:lnTo>
                    <a:pt x="66" y="63"/>
                  </a:lnTo>
                  <a:lnTo>
                    <a:pt x="56" y="63"/>
                  </a:lnTo>
                  <a:lnTo>
                    <a:pt x="46" y="63"/>
                  </a:lnTo>
                  <a:lnTo>
                    <a:pt x="37" y="63"/>
                  </a:lnTo>
                  <a:lnTo>
                    <a:pt x="29" y="61"/>
                  </a:lnTo>
                  <a:lnTo>
                    <a:pt x="21" y="59"/>
                  </a:lnTo>
                  <a:lnTo>
                    <a:pt x="17" y="55"/>
                  </a:lnTo>
                  <a:lnTo>
                    <a:pt x="18" y="47"/>
                  </a:lnTo>
                  <a:lnTo>
                    <a:pt x="26" y="39"/>
                  </a:lnTo>
                  <a:lnTo>
                    <a:pt x="37" y="31"/>
                  </a:lnTo>
                  <a:lnTo>
                    <a:pt x="49" y="27"/>
                  </a:lnTo>
                  <a:lnTo>
                    <a:pt x="55" y="24"/>
                  </a:lnTo>
                  <a:lnTo>
                    <a:pt x="64" y="22"/>
                  </a:lnTo>
                  <a:lnTo>
                    <a:pt x="75" y="18"/>
                  </a:lnTo>
                  <a:lnTo>
                    <a:pt x="86" y="15"/>
                  </a:lnTo>
                  <a:lnTo>
                    <a:pt x="98" y="11"/>
                  </a:lnTo>
                  <a:lnTo>
                    <a:pt x="108" y="8"/>
                  </a:lnTo>
                  <a:lnTo>
                    <a:pt x="117" y="4"/>
                  </a:lnTo>
                  <a:lnTo>
                    <a:pt x="1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25" name="Google Shape;1025;p23"/>
            <p:cNvSpPr/>
            <p:nvPr/>
          </p:nvSpPr>
          <p:spPr>
            <a:xfrm>
              <a:off x="3682" y="2777"/>
              <a:ext cx="104" cy="616"/>
            </a:xfrm>
            <a:custGeom>
              <a:rect b="b" l="l" r="r" t="t"/>
              <a:pathLst>
                <a:path extrusionOk="0" h="616" w="104">
                  <a:moveTo>
                    <a:pt x="104" y="0"/>
                  </a:moveTo>
                  <a:lnTo>
                    <a:pt x="102" y="22"/>
                  </a:lnTo>
                  <a:lnTo>
                    <a:pt x="100" y="59"/>
                  </a:lnTo>
                  <a:lnTo>
                    <a:pt x="99" y="99"/>
                  </a:lnTo>
                  <a:lnTo>
                    <a:pt x="99" y="124"/>
                  </a:lnTo>
                  <a:lnTo>
                    <a:pt x="97" y="154"/>
                  </a:lnTo>
                  <a:lnTo>
                    <a:pt x="93" y="203"/>
                  </a:lnTo>
                  <a:lnTo>
                    <a:pt x="89" y="255"/>
                  </a:lnTo>
                  <a:lnTo>
                    <a:pt x="89" y="297"/>
                  </a:lnTo>
                  <a:lnTo>
                    <a:pt x="89" y="337"/>
                  </a:lnTo>
                  <a:lnTo>
                    <a:pt x="88" y="387"/>
                  </a:lnTo>
                  <a:lnTo>
                    <a:pt x="86" y="433"/>
                  </a:lnTo>
                  <a:lnTo>
                    <a:pt x="86" y="460"/>
                  </a:lnTo>
                  <a:lnTo>
                    <a:pt x="88" y="479"/>
                  </a:lnTo>
                  <a:lnTo>
                    <a:pt x="90" y="504"/>
                  </a:lnTo>
                  <a:lnTo>
                    <a:pt x="90" y="528"/>
                  </a:lnTo>
                  <a:lnTo>
                    <a:pt x="85" y="544"/>
                  </a:lnTo>
                  <a:lnTo>
                    <a:pt x="93" y="555"/>
                  </a:lnTo>
                  <a:lnTo>
                    <a:pt x="99" y="570"/>
                  </a:lnTo>
                  <a:lnTo>
                    <a:pt x="103" y="588"/>
                  </a:lnTo>
                  <a:lnTo>
                    <a:pt x="102" y="601"/>
                  </a:lnTo>
                  <a:lnTo>
                    <a:pt x="94" y="605"/>
                  </a:lnTo>
                  <a:lnTo>
                    <a:pt x="83" y="609"/>
                  </a:lnTo>
                  <a:lnTo>
                    <a:pt x="69" y="611"/>
                  </a:lnTo>
                  <a:lnTo>
                    <a:pt x="54" y="613"/>
                  </a:lnTo>
                  <a:lnTo>
                    <a:pt x="39" y="616"/>
                  </a:lnTo>
                  <a:lnTo>
                    <a:pt x="23" y="616"/>
                  </a:lnTo>
                  <a:lnTo>
                    <a:pt x="11" y="613"/>
                  </a:lnTo>
                  <a:lnTo>
                    <a:pt x="1" y="609"/>
                  </a:lnTo>
                  <a:lnTo>
                    <a:pt x="0" y="586"/>
                  </a:lnTo>
                  <a:lnTo>
                    <a:pt x="8" y="587"/>
                  </a:lnTo>
                  <a:lnTo>
                    <a:pt x="21" y="588"/>
                  </a:lnTo>
                  <a:lnTo>
                    <a:pt x="35" y="589"/>
                  </a:lnTo>
                  <a:lnTo>
                    <a:pt x="50" y="589"/>
                  </a:lnTo>
                  <a:lnTo>
                    <a:pt x="64" y="588"/>
                  </a:lnTo>
                  <a:lnTo>
                    <a:pt x="75" y="586"/>
                  </a:lnTo>
                  <a:lnTo>
                    <a:pt x="83" y="582"/>
                  </a:lnTo>
                  <a:lnTo>
                    <a:pt x="85" y="577"/>
                  </a:lnTo>
                  <a:lnTo>
                    <a:pt x="81" y="566"/>
                  </a:lnTo>
                  <a:lnTo>
                    <a:pt x="75" y="555"/>
                  </a:lnTo>
                  <a:lnTo>
                    <a:pt x="71" y="548"/>
                  </a:lnTo>
                  <a:lnTo>
                    <a:pt x="69" y="545"/>
                  </a:lnTo>
                  <a:lnTo>
                    <a:pt x="64" y="546"/>
                  </a:lnTo>
                  <a:lnTo>
                    <a:pt x="55" y="549"/>
                  </a:lnTo>
                  <a:lnTo>
                    <a:pt x="46" y="549"/>
                  </a:lnTo>
                  <a:lnTo>
                    <a:pt x="36" y="550"/>
                  </a:lnTo>
                  <a:lnTo>
                    <a:pt x="26" y="550"/>
                  </a:lnTo>
                  <a:lnTo>
                    <a:pt x="16" y="550"/>
                  </a:lnTo>
                  <a:lnTo>
                    <a:pt x="7" y="549"/>
                  </a:lnTo>
                  <a:lnTo>
                    <a:pt x="0" y="548"/>
                  </a:lnTo>
                  <a:lnTo>
                    <a:pt x="6" y="531"/>
                  </a:lnTo>
                  <a:lnTo>
                    <a:pt x="12" y="532"/>
                  </a:lnTo>
                  <a:lnTo>
                    <a:pt x="20" y="533"/>
                  </a:lnTo>
                  <a:lnTo>
                    <a:pt x="30" y="534"/>
                  </a:lnTo>
                  <a:lnTo>
                    <a:pt x="40" y="536"/>
                  </a:lnTo>
                  <a:lnTo>
                    <a:pt x="49" y="536"/>
                  </a:lnTo>
                  <a:lnTo>
                    <a:pt x="59" y="533"/>
                  </a:lnTo>
                  <a:lnTo>
                    <a:pt x="66" y="530"/>
                  </a:lnTo>
                  <a:lnTo>
                    <a:pt x="73" y="522"/>
                  </a:lnTo>
                  <a:lnTo>
                    <a:pt x="71" y="488"/>
                  </a:lnTo>
                  <a:lnTo>
                    <a:pt x="71" y="433"/>
                  </a:lnTo>
                  <a:lnTo>
                    <a:pt x="71" y="378"/>
                  </a:lnTo>
                  <a:lnTo>
                    <a:pt x="71" y="342"/>
                  </a:lnTo>
                  <a:lnTo>
                    <a:pt x="73" y="299"/>
                  </a:lnTo>
                  <a:lnTo>
                    <a:pt x="78" y="228"/>
                  </a:lnTo>
                  <a:lnTo>
                    <a:pt x="81" y="157"/>
                  </a:lnTo>
                  <a:lnTo>
                    <a:pt x="83" y="117"/>
                  </a:lnTo>
                  <a:lnTo>
                    <a:pt x="85" y="91"/>
                  </a:lnTo>
                  <a:lnTo>
                    <a:pt x="90" y="57"/>
                  </a:lnTo>
                  <a:lnTo>
                    <a:pt x="97" y="22"/>
                  </a:lnTo>
                  <a:lnTo>
                    <a:pt x="10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26" name="Google Shape;1026;p23"/>
            <p:cNvSpPr/>
            <p:nvPr/>
          </p:nvSpPr>
          <p:spPr>
            <a:xfrm>
              <a:off x="3689" y="3271"/>
              <a:ext cx="69" cy="18"/>
            </a:xfrm>
            <a:custGeom>
              <a:rect b="b" l="l" r="r" t="t"/>
              <a:pathLst>
                <a:path extrusionOk="0" h="18" w="69">
                  <a:moveTo>
                    <a:pt x="3" y="1"/>
                  </a:moveTo>
                  <a:lnTo>
                    <a:pt x="8" y="3"/>
                  </a:lnTo>
                  <a:lnTo>
                    <a:pt x="15" y="4"/>
                  </a:lnTo>
                  <a:lnTo>
                    <a:pt x="24" y="6"/>
                  </a:lnTo>
                  <a:lnTo>
                    <a:pt x="33" y="7"/>
                  </a:lnTo>
                  <a:lnTo>
                    <a:pt x="43" y="7"/>
                  </a:lnTo>
                  <a:lnTo>
                    <a:pt x="52" y="6"/>
                  </a:lnTo>
                  <a:lnTo>
                    <a:pt x="61" y="3"/>
                  </a:lnTo>
                  <a:lnTo>
                    <a:pt x="69" y="0"/>
                  </a:lnTo>
                  <a:lnTo>
                    <a:pt x="66" y="8"/>
                  </a:lnTo>
                  <a:lnTo>
                    <a:pt x="61" y="12"/>
                  </a:lnTo>
                  <a:lnTo>
                    <a:pt x="53" y="15"/>
                  </a:lnTo>
                  <a:lnTo>
                    <a:pt x="45" y="16"/>
                  </a:lnTo>
                  <a:lnTo>
                    <a:pt x="35" y="18"/>
                  </a:lnTo>
                  <a:lnTo>
                    <a:pt x="27" y="18"/>
                  </a:lnTo>
                  <a:lnTo>
                    <a:pt x="16" y="16"/>
                  </a:lnTo>
                  <a:lnTo>
                    <a:pt x="8" y="14"/>
                  </a:lnTo>
                  <a:lnTo>
                    <a:pt x="0" y="10"/>
                  </a:lnTo>
                  <a:lnTo>
                    <a:pt x="3"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27" name="Google Shape;1027;p23"/>
            <p:cNvSpPr/>
            <p:nvPr/>
          </p:nvSpPr>
          <p:spPr>
            <a:xfrm>
              <a:off x="2303" y="2366"/>
              <a:ext cx="1009" cy="486"/>
            </a:xfrm>
            <a:custGeom>
              <a:rect b="b" l="l" r="r" t="t"/>
              <a:pathLst>
                <a:path extrusionOk="0" h="486" w="1009">
                  <a:moveTo>
                    <a:pt x="371" y="19"/>
                  </a:moveTo>
                  <a:lnTo>
                    <a:pt x="365" y="23"/>
                  </a:lnTo>
                  <a:lnTo>
                    <a:pt x="359" y="28"/>
                  </a:lnTo>
                  <a:lnTo>
                    <a:pt x="351" y="33"/>
                  </a:lnTo>
                  <a:lnTo>
                    <a:pt x="344" y="39"/>
                  </a:lnTo>
                  <a:lnTo>
                    <a:pt x="335" y="45"/>
                  </a:lnTo>
                  <a:lnTo>
                    <a:pt x="326" y="51"/>
                  </a:lnTo>
                  <a:lnTo>
                    <a:pt x="315" y="57"/>
                  </a:lnTo>
                  <a:lnTo>
                    <a:pt x="302" y="63"/>
                  </a:lnTo>
                  <a:lnTo>
                    <a:pt x="290" y="69"/>
                  </a:lnTo>
                  <a:lnTo>
                    <a:pt x="277" y="76"/>
                  </a:lnTo>
                  <a:lnTo>
                    <a:pt x="266" y="83"/>
                  </a:lnTo>
                  <a:lnTo>
                    <a:pt x="253" y="89"/>
                  </a:lnTo>
                  <a:lnTo>
                    <a:pt x="242" y="97"/>
                  </a:lnTo>
                  <a:lnTo>
                    <a:pt x="230" y="102"/>
                  </a:lnTo>
                  <a:lnTo>
                    <a:pt x="219" y="107"/>
                  </a:lnTo>
                  <a:lnTo>
                    <a:pt x="208" y="112"/>
                  </a:lnTo>
                  <a:lnTo>
                    <a:pt x="196" y="116"/>
                  </a:lnTo>
                  <a:lnTo>
                    <a:pt x="186" y="118"/>
                  </a:lnTo>
                  <a:lnTo>
                    <a:pt x="177" y="119"/>
                  </a:lnTo>
                  <a:lnTo>
                    <a:pt x="170" y="120"/>
                  </a:lnTo>
                  <a:lnTo>
                    <a:pt x="161" y="122"/>
                  </a:lnTo>
                  <a:lnTo>
                    <a:pt x="153" y="122"/>
                  </a:lnTo>
                  <a:lnTo>
                    <a:pt x="146" y="122"/>
                  </a:lnTo>
                  <a:lnTo>
                    <a:pt x="138" y="123"/>
                  </a:lnTo>
                  <a:lnTo>
                    <a:pt x="129" y="124"/>
                  </a:lnTo>
                  <a:lnTo>
                    <a:pt x="119" y="125"/>
                  </a:lnTo>
                  <a:lnTo>
                    <a:pt x="108" y="126"/>
                  </a:lnTo>
                  <a:lnTo>
                    <a:pt x="97" y="126"/>
                  </a:lnTo>
                  <a:lnTo>
                    <a:pt x="83" y="126"/>
                  </a:lnTo>
                  <a:lnTo>
                    <a:pt x="69" y="125"/>
                  </a:lnTo>
                  <a:lnTo>
                    <a:pt x="54" y="124"/>
                  </a:lnTo>
                  <a:lnTo>
                    <a:pt x="37" y="120"/>
                  </a:lnTo>
                  <a:lnTo>
                    <a:pt x="31" y="123"/>
                  </a:lnTo>
                  <a:lnTo>
                    <a:pt x="24" y="128"/>
                  </a:lnTo>
                  <a:lnTo>
                    <a:pt x="17" y="132"/>
                  </a:lnTo>
                  <a:lnTo>
                    <a:pt x="11" y="138"/>
                  </a:lnTo>
                  <a:lnTo>
                    <a:pt x="5" y="146"/>
                  </a:lnTo>
                  <a:lnTo>
                    <a:pt x="1" y="153"/>
                  </a:lnTo>
                  <a:lnTo>
                    <a:pt x="0" y="161"/>
                  </a:lnTo>
                  <a:lnTo>
                    <a:pt x="0" y="170"/>
                  </a:lnTo>
                  <a:lnTo>
                    <a:pt x="11" y="176"/>
                  </a:lnTo>
                  <a:lnTo>
                    <a:pt x="25" y="183"/>
                  </a:lnTo>
                  <a:lnTo>
                    <a:pt x="40" y="190"/>
                  </a:lnTo>
                  <a:lnTo>
                    <a:pt x="58" y="196"/>
                  </a:lnTo>
                  <a:lnTo>
                    <a:pt x="78" y="202"/>
                  </a:lnTo>
                  <a:lnTo>
                    <a:pt x="99" y="207"/>
                  </a:lnTo>
                  <a:lnTo>
                    <a:pt x="123" y="210"/>
                  </a:lnTo>
                  <a:lnTo>
                    <a:pt x="148" y="213"/>
                  </a:lnTo>
                  <a:lnTo>
                    <a:pt x="162" y="214"/>
                  </a:lnTo>
                  <a:lnTo>
                    <a:pt x="175" y="215"/>
                  </a:lnTo>
                  <a:lnTo>
                    <a:pt x="186" y="215"/>
                  </a:lnTo>
                  <a:lnTo>
                    <a:pt x="199" y="216"/>
                  </a:lnTo>
                  <a:lnTo>
                    <a:pt x="210" y="216"/>
                  </a:lnTo>
                  <a:lnTo>
                    <a:pt x="221" y="216"/>
                  </a:lnTo>
                  <a:lnTo>
                    <a:pt x="233" y="215"/>
                  </a:lnTo>
                  <a:lnTo>
                    <a:pt x="245" y="214"/>
                  </a:lnTo>
                  <a:lnTo>
                    <a:pt x="257" y="211"/>
                  </a:lnTo>
                  <a:lnTo>
                    <a:pt x="269" y="208"/>
                  </a:lnTo>
                  <a:lnTo>
                    <a:pt x="282" y="203"/>
                  </a:lnTo>
                  <a:lnTo>
                    <a:pt x="295" y="197"/>
                  </a:lnTo>
                  <a:lnTo>
                    <a:pt x="308" y="190"/>
                  </a:lnTo>
                  <a:lnTo>
                    <a:pt x="324" y="180"/>
                  </a:lnTo>
                  <a:lnTo>
                    <a:pt x="340" y="170"/>
                  </a:lnTo>
                  <a:lnTo>
                    <a:pt x="356" y="158"/>
                  </a:lnTo>
                  <a:lnTo>
                    <a:pt x="361" y="168"/>
                  </a:lnTo>
                  <a:lnTo>
                    <a:pt x="368" y="185"/>
                  </a:lnTo>
                  <a:lnTo>
                    <a:pt x="375" y="204"/>
                  </a:lnTo>
                  <a:lnTo>
                    <a:pt x="382" y="226"/>
                  </a:lnTo>
                  <a:lnTo>
                    <a:pt x="388" y="247"/>
                  </a:lnTo>
                  <a:lnTo>
                    <a:pt x="392" y="269"/>
                  </a:lnTo>
                  <a:lnTo>
                    <a:pt x="393" y="287"/>
                  </a:lnTo>
                  <a:lnTo>
                    <a:pt x="392" y="302"/>
                  </a:lnTo>
                  <a:lnTo>
                    <a:pt x="388" y="317"/>
                  </a:lnTo>
                  <a:lnTo>
                    <a:pt x="382" y="336"/>
                  </a:lnTo>
                  <a:lnTo>
                    <a:pt x="375" y="356"/>
                  </a:lnTo>
                  <a:lnTo>
                    <a:pt x="366" y="379"/>
                  </a:lnTo>
                  <a:lnTo>
                    <a:pt x="358" y="402"/>
                  </a:lnTo>
                  <a:lnTo>
                    <a:pt x="349" y="425"/>
                  </a:lnTo>
                  <a:lnTo>
                    <a:pt x="339" y="445"/>
                  </a:lnTo>
                  <a:lnTo>
                    <a:pt x="329" y="464"/>
                  </a:lnTo>
                  <a:lnTo>
                    <a:pt x="353" y="474"/>
                  </a:lnTo>
                  <a:lnTo>
                    <a:pt x="375" y="480"/>
                  </a:lnTo>
                  <a:lnTo>
                    <a:pt x="398" y="483"/>
                  </a:lnTo>
                  <a:lnTo>
                    <a:pt x="419" y="484"/>
                  </a:lnTo>
                  <a:lnTo>
                    <a:pt x="438" y="484"/>
                  </a:lnTo>
                  <a:lnTo>
                    <a:pt x="456" y="484"/>
                  </a:lnTo>
                  <a:lnTo>
                    <a:pt x="471" y="484"/>
                  </a:lnTo>
                  <a:lnTo>
                    <a:pt x="484" y="486"/>
                  </a:lnTo>
                  <a:lnTo>
                    <a:pt x="499" y="486"/>
                  </a:lnTo>
                  <a:lnTo>
                    <a:pt x="519" y="484"/>
                  </a:lnTo>
                  <a:lnTo>
                    <a:pt x="543" y="482"/>
                  </a:lnTo>
                  <a:lnTo>
                    <a:pt x="569" y="477"/>
                  </a:lnTo>
                  <a:lnTo>
                    <a:pt x="596" y="472"/>
                  </a:lnTo>
                  <a:lnTo>
                    <a:pt x="618" y="466"/>
                  </a:lnTo>
                  <a:lnTo>
                    <a:pt x="639" y="459"/>
                  </a:lnTo>
                  <a:lnTo>
                    <a:pt x="651" y="452"/>
                  </a:lnTo>
                  <a:lnTo>
                    <a:pt x="649" y="419"/>
                  </a:lnTo>
                  <a:lnTo>
                    <a:pt x="644" y="387"/>
                  </a:lnTo>
                  <a:lnTo>
                    <a:pt x="635" y="360"/>
                  </a:lnTo>
                  <a:lnTo>
                    <a:pt x="622" y="336"/>
                  </a:lnTo>
                  <a:lnTo>
                    <a:pt x="616" y="325"/>
                  </a:lnTo>
                  <a:lnTo>
                    <a:pt x="608" y="314"/>
                  </a:lnTo>
                  <a:lnTo>
                    <a:pt x="602" y="305"/>
                  </a:lnTo>
                  <a:lnTo>
                    <a:pt x="597" y="294"/>
                  </a:lnTo>
                  <a:lnTo>
                    <a:pt x="592" y="284"/>
                  </a:lnTo>
                  <a:lnTo>
                    <a:pt x="590" y="275"/>
                  </a:lnTo>
                  <a:lnTo>
                    <a:pt x="587" y="264"/>
                  </a:lnTo>
                  <a:lnTo>
                    <a:pt x="587" y="255"/>
                  </a:lnTo>
                  <a:lnTo>
                    <a:pt x="590" y="229"/>
                  </a:lnTo>
                  <a:lnTo>
                    <a:pt x="597" y="199"/>
                  </a:lnTo>
                  <a:lnTo>
                    <a:pt x="606" y="168"/>
                  </a:lnTo>
                  <a:lnTo>
                    <a:pt x="618" y="140"/>
                  </a:lnTo>
                  <a:lnTo>
                    <a:pt x="625" y="141"/>
                  </a:lnTo>
                  <a:lnTo>
                    <a:pt x="631" y="142"/>
                  </a:lnTo>
                  <a:lnTo>
                    <a:pt x="637" y="143"/>
                  </a:lnTo>
                  <a:lnTo>
                    <a:pt x="644" y="144"/>
                  </a:lnTo>
                  <a:lnTo>
                    <a:pt x="649" y="147"/>
                  </a:lnTo>
                  <a:lnTo>
                    <a:pt x="655" y="148"/>
                  </a:lnTo>
                  <a:lnTo>
                    <a:pt x="661" y="152"/>
                  </a:lnTo>
                  <a:lnTo>
                    <a:pt x="669" y="154"/>
                  </a:lnTo>
                  <a:lnTo>
                    <a:pt x="676" y="158"/>
                  </a:lnTo>
                  <a:lnTo>
                    <a:pt x="685" y="161"/>
                  </a:lnTo>
                  <a:lnTo>
                    <a:pt x="694" y="166"/>
                  </a:lnTo>
                  <a:lnTo>
                    <a:pt x="704" y="171"/>
                  </a:lnTo>
                  <a:lnTo>
                    <a:pt x="716" y="174"/>
                  </a:lnTo>
                  <a:lnTo>
                    <a:pt x="727" y="177"/>
                  </a:lnTo>
                  <a:lnTo>
                    <a:pt x="739" y="178"/>
                  </a:lnTo>
                  <a:lnTo>
                    <a:pt x="753" y="177"/>
                  </a:lnTo>
                  <a:lnTo>
                    <a:pt x="763" y="179"/>
                  </a:lnTo>
                  <a:lnTo>
                    <a:pt x="771" y="182"/>
                  </a:lnTo>
                  <a:lnTo>
                    <a:pt x="777" y="184"/>
                  </a:lnTo>
                  <a:lnTo>
                    <a:pt x="782" y="185"/>
                  </a:lnTo>
                  <a:lnTo>
                    <a:pt x="789" y="188"/>
                  </a:lnTo>
                  <a:lnTo>
                    <a:pt x="795" y="189"/>
                  </a:lnTo>
                  <a:lnTo>
                    <a:pt x="803" y="189"/>
                  </a:lnTo>
                  <a:lnTo>
                    <a:pt x="813" y="188"/>
                  </a:lnTo>
                  <a:lnTo>
                    <a:pt x="825" y="186"/>
                  </a:lnTo>
                  <a:lnTo>
                    <a:pt x="839" y="186"/>
                  </a:lnTo>
                  <a:lnTo>
                    <a:pt x="854" y="185"/>
                  </a:lnTo>
                  <a:lnTo>
                    <a:pt x="872" y="185"/>
                  </a:lnTo>
                  <a:lnTo>
                    <a:pt x="891" y="184"/>
                  </a:lnTo>
                  <a:lnTo>
                    <a:pt x="912" y="184"/>
                  </a:lnTo>
                  <a:lnTo>
                    <a:pt x="936" y="182"/>
                  </a:lnTo>
                  <a:lnTo>
                    <a:pt x="961" y="179"/>
                  </a:lnTo>
                  <a:lnTo>
                    <a:pt x="973" y="170"/>
                  </a:lnTo>
                  <a:lnTo>
                    <a:pt x="984" y="160"/>
                  </a:lnTo>
                  <a:lnTo>
                    <a:pt x="994" y="148"/>
                  </a:lnTo>
                  <a:lnTo>
                    <a:pt x="1002" y="135"/>
                  </a:lnTo>
                  <a:lnTo>
                    <a:pt x="1007" y="120"/>
                  </a:lnTo>
                  <a:lnTo>
                    <a:pt x="1009" y="106"/>
                  </a:lnTo>
                  <a:lnTo>
                    <a:pt x="1009" y="89"/>
                  </a:lnTo>
                  <a:lnTo>
                    <a:pt x="1005" y="71"/>
                  </a:lnTo>
                  <a:lnTo>
                    <a:pt x="998" y="70"/>
                  </a:lnTo>
                  <a:lnTo>
                    <a:pt x="990" y="70"/>
                  </a:lnTo>
                  <a:lnTo>
                    <a:pt x="983" y="71"/>
                  </a:lnTo>
                  <a:lnTo>
                    <a:pt x="976" y="73"/>
                  </a:lnTo>
                  <a:lnTo>
                    <a:pt x="969" y="74"/>
                  </a:lnTo>
                  <a:lnTo>
                    <a:pt x="961" y="75"/>
                  </a:lnTo>
                  <a:lnTo>
                    <a:pt x="954" y="76"/>
                  </a:lnTo>
                  <a:lnTo>
                    <a:pt x="946" y="77"/>
                  </a:lnTo>
                  <a:lnTo>
                    <a:pt x="937" y="77"/>
                  </a:lnTo>
                  <a:lnTo>
                    <a:pt x="926" y="79"/>
                  </a:lnTo>
                  <a:lnTo>
                    <a:pt x="915" y="79"/>
                  </a:lnTo>
                  <a:lnTo>
                    <a:pt x="903" y="80"/>
                  </a:lnTo>
                  <a:lnTo>
                    <a:pt x="891" y="80"/>
                  </a:lnTo>
                  <a:lnTo>
                    <a:pt x="879" y="81"/>
                  </a:lnTo>
                  <a:lnTo>
                    <a:pt x="868" y="81"/>
                  </a:lnTo>
                  <a:lnTo>
                    <a:pt x="859" y="81"/>
                  </a:lnTo>
                  <a:lnTo>
                    <a:pt x="852" y="81"/>
                  </a:lnTo>
                  <a:lnTo>
                    <a:pt x="845" y="81"/>
                  </a:lnTo>
                  <a:lnTo>
                    <a:pt x="839" y="82"/>
                  </a:lnTo>
                  <a:lnTo>
                    <a:pt x="832" y="82"/>
                  </a:lnTo>
                  <a:lnTo>
                    <a:pt x="824" y="82"/>
                  </a:lnTo>
                  <a:lnTo>
                    <a:pt x="814" y="81"/>
                  </a:lnTo>
                  <a:lnTo>
                    <a:pt x="801" y="79"/>
                  </a:lnTo>
                  <a:lnTo>
                    <a:pt x="785" y="75"/>
                  </a:lnTo>
                  <a:lnTo>
                    <a:pt x="765" y="70"/>
                  </a:lnTo>
                  <a:lnTo>
                    <a:pt x="743" y="65"/>
                  </a:lnTo>
                  <a:lnTo>
                    <a:pt x="721" y="58"/>
                  </a:lnTo>
                  <a:lnTo>
                    <a:pt x="699" y="51"/>
                  </a:lnTo>
                  <a:lnTo>
                    <a:pt x="676" y="44"/>
                  </a:lnTo>
                  <a:lnTo>
                    <a:pt x="655" y="34"/>
                  </a:lnTo>
                  <a:lnTo>
                    <a:pt x="636" y="23"/>
                  </a:lnTo>
                  <a:lnTo>
                    <a:pt x="620" y="13"/>
                  </a:lnTo>
                  <a:lnTo>
                    <a:pt x="612" y="7"/>
                  </a:lnTo>
                  <a:lnTo>
                    <a:pt x="603" y="3"/>
                  </a:lnTo>
                  <a:lnTo>
                    <a:pt x="593" y="1"/>
                  </a:lnTo>
                  <a:lnTo>
                    <a:pt x="582" y="0"/>
                  </a:lnTo>
                  <a:lnTo>
                    <a:pt x="571" y="0"/>
                  </a:lnTo>
                  <a:lnTo>
                    <a:pt x="558" y="0"/>
                  </a:lnTo>
                  <a:lnTo>
                    <a:pt x="547" y="0"/>
                  </a:lnTo>
                  <a:lnTo>
                    <a:pt x="534" y="0"/>
                  </a:lnTo>
                  <a:lnTo>
                    <a:pt x="520" y="0"/>
                  </a:lnTo>
                  <a:lnTo>
                    <a:pt x="501" y="0"/>
                  </a:lnTo>
                  <a:lnTo>
                    <a:pt x="481" y="0"/>
                  </a:lnTo>
                  <a:lnTo>
                    <a:pt x="458" y="2"/>
                  </a:lnTo>
                  <a:lnTo>
                    <a:pt x="434" y="4"/>
                  </a:lnTo>
                  <a:lnTo>
                    <a:pt x="412" y="8"/>
                  </a:lnTo>
                  <a:lnTo>
                    <a:pt x="390" y="13"/>
                  </a:lnTo>
                  <a:lnTo>
                    <a:pt x="371" y="19"/>
                  </a:lnTo>
                  <a:close/>
                </a:path>
              </a:pathLst>
            </a:custGeom>
            <a:solidFill>
              <a:srgbClr val="BA935B"/>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28" name="Google Shape;1028;p23"/>
            <p:cNvSpPr/>
            <p:nvPr/>
          </p:nvSpPr>
          <p:spPr>
            <a:xfrm>
              <a:off x="2671" y="3157"/>
              <a:ext cx="235" cy="358"/>
            </a:xfrm>
            <a:custGeom>
              <a:rect b="b" l="l" r="r" t="t"/>
              <a:pathLst>
                <a:path extrusionOk="0" h="358" w="235">
                  <a:moveTo>
                    <a:pt x="0" y="25"/>
                  </a:moveTo>
                  <a:lnTo>
                    <a:pt x="0" y="44"/>
                  </a:lnTo>
                  <a:lnTo>
                    <a:pt x="0" y="74"/>
                  </a:lnTo>
                  <a:lnTo>
                    <a:pt x="0" y="108"/>
                  </a:lnTo>
                  <a:lnTo>
                    <a:pt x="2" y="133"/>
                  </a:lnTo>
                  <a:lnTo>
                    <a:pt x="8" y="158"/>
                  </a:lnTo>
                  <a:lnTo>
                    <a:pt x="16" y="189"/>
                  </a:lnTo>
                  <a:lnTo>
                    <a:pt x="24" y="219"/>
                  </a:lnTo>
                  <a:lnTo>
                    <a:pt x="26" y="239"/>
                  </a:lnTo>
                  <a:lnTo>
                    <a:pt x="27" y="256"/>
                  </a:lnTo>
                  <a:lnTo>
                    <a:pt x="32" y="280"/>
                  </a:lnTo>
                  <a:lnTo>
                    <a:pt x="32" y="303"/>
                  </a:lnTo>
                  <a:lnTo>
                    <a:pt x="21" y="316"/>
                  </a:lnTo>
                  <a:lnTo>
                    <a:pt x="8" y="323"/>
                  </a:lnTo>
                  <a:lnTo>
                    <a:pt x="8" y="330"/>
                  </a:lnTo>
                  <a:lnTo>
                    <a:pt x="16" y="339"/>
                  </a:lnTo>
                  <a:lnTo>
                    <a:pt x="29" y="347"/>
                  </a:lnTo>
                  <a:lnTo>
                    <a:pt x="36" y="351"/>
                  </a:lnTo>
                  <a:lnTo>
                    <a:pt x="44" y="354"/>
                  </a:lnTo>
                  <a:lnTo>
                    <a:pt x="54" y="357"/>
                  </a:lnTo>
                  <a:lnTo>
                    <a:pt x="63" y="358"/>
                  </a:lnTo>
                  <a:lnTo>
                    <a:pt x="70" y="358"/>
                  </a:lnTo>
                  <a:lnTo>
                    <a:pt x="77" y="357"/>
                  </a:lnTo>
                  <a:lnTo>
                    <a:pt x="80" y="352"/>
                  </a:lnTo>
                  <a:lnTo>
                    <a:pt x="80" y="345"/>
                  </a:lnTo>
                  <a:lnTo>
                    <a:pt x="79" y="318"/>
                  </a:lnTo>
                  <a:lnTo>
                    <a:pt x="82" y="280"/>
                  </a:lnTo>
                  <a:lnTo>
                    <a:pt x="83" y="241"/>
                  </a:lnTo>
                  <a:lnTo>
                    <a:pt x="83" y="212"/>
                  </a:lnTo>
                  <a:lnTo>
                    <a:pt x="84" y="177"/>
                  </a:lnTo>
                  <a:lnTo>
                    <a:pt x="89" y="124"/>
                  </a:lnTo>
                  <a:lnTo>
                    <a:pt x="98" y="71"/>
                  </a:lnTo>
                  <a:lnTo>
                    <a:pt x="106" y="33"/>
                  </a:lnTo>
                  <a:lnTo>
                    <a:pt x="128" y="37"/>
                  </a:lnTo>
                  <a:lnTo>
                    <a:pt x="131" y="59"/>
                  </a:lnTo>
                  <a:lnTo>
                    <a:pt x="133" y="81"/>
                  </a:lnTo>
                  <a:lnTo>
                    <a:pt x="137" y="105"/>
                  </a:lnTo>
                  <a:lnTo>
                    <a:pt x="140" y="129"/>
                  </a:lnTo>
                  <a:lnTo>
                    <a:pt x="145" y="157"/>
                  </a:lnTo>
                  <a:lnTo>
                    <a:pt x="150" y="188"/>
                  </a:lnTo>
                  <a:lnTo>
                    <a:pt x="153" y="218"/>
                  </a:lnTo>
                  <a:lnTo>
                    <a:pt x="155" y="237"/>
                  </a:lnTo>
                  <a:lnTo>
                    <a:pt x="155" y="256"/>
                  </a:lnTo>
                  <a:lnTo>
                    <a:pt x="156" y="283"/>
                  </a:lnTo>
                  <a:lnTo>
                    <a:pt x="156" y="310"/>
                  </a:lnTo>
                  <a:lnTo>
                    <a:pt x="155" y="330"/>
                  </a:lnTo>
                  <a:lnTo>
                    <a:pt x="156" y="338"/>
                  </a:lnTo>
                  <a:lnTo>
                    <a:pt x="160" y="344"/>
                  </a:lnTo>
                  <a:lnTo>
                    <a:pt x="166" y="347"/>
                  </a:lnTo>
                  <a:lnTo>
                    <a:pt x="174" y="350"/>
                  </a:lnTo>
                  <a:lnTo>
                    <a:pt x="182" y="351"/>
                  </a:lnTo>
                  <a:lnTo>
                    <a:pt x="190" y="350"/>
                  </a:lnTo>
                  <a:lnTo>
                    <a:pt x="196" y="346"/>
                  </a:lnTo>
                  <a:lnTo>
                    <a:pt x="201" y="341"/>
                  </a:lnTo>
                  <a:lnTo>
                    <a:pt x="206" y="326"/>
                  </a:lnTo>
                  <a:lnTo>
                    <a:pt x="210" y="306"/>
                  </a:lnTo>
                  <a:lnTo>
                    <a:pt x="211" y="287"/>
                  </a:lnTo>
                  <a:lnTo>
                    <a:pt x="211" y="272"/>
                  </a:lnTo>
                  <a:lnTo>
                    <a:pt x="213" y="254"/>
                  </a:lnTo>
                  <a:lnTo>
                    <a:pt x="216" y="227"/>
                  </a:lnTo>
                  <a:lnTo>
                    <a:pt x="219" y="201"/>
                  </a:lnTo>
                  <a:lnTo>
                    <a:pt x="220" y="181"/>
                  </a:lnTo>
                  <a:lnTo>
                    <a:pt x="220" y="160"/>
                  </a:lnTo>
                  <a:lnTo>
                    <a:pt x="222" y="132"/>
                  </a:lnTo>
                  <a:lnTo>
                    <a:pt x="223" y="104"/>
                  </a:lnTo>
                  <a:lnTo>
                    <a:pt x="223" y="81"/>
                  </a:lnTo>
                  <a:lnTo>
                    <a:pt x="224" y="61"/>
                  </a:lnTo>
                  <a:lnTo>
                    <a:pt x="225" y="38"/>
                  </a:lnTo>
                  <a:lnTo>
                    <a:pt x="229" y="17"/>
                  </a:lnTo>
                  <a:lnTo>
                    <a:pt x="235" y="0"/>
                  </a:lnTo>
                  <a:lnTo>
                    <a:pt x="224" y="0"/>
                  </a:lnTo>
                  <a:lnTo>
                    <a:pt x="210" y="2"/>
                  </a:lnTo>
                  <a:lnTo>
                    <a:pt x="196" y="6"/>
                  </a:lnTo>
                  <a:lnTo>
                    <a:pt x="181" y="10"/>
                  </a:lnTo>
                  <a:lnTo>
                    <a:pt x="165" y="14"/>
                  </a:lnTo>
                  <a:lnTo>
                    <a:pt x="150" y="18"/>
                  </a:lnTo>
                  <a:lnTo>
                    <a:pt x="135" y="20"/>
                  </a:lnTo>
                  <a:lnTo>
                    <a:pt x="122" y="20"/>
                  </a:lnTo>
                  <a:lnTo>
                    <a:pt x="109" y="18"/>
                  </a:lnTo>
                  <a:lnTo>
                    <a:pt x="94" y="16"/>
                  </a:lnTo>
                  <a:lnTo>
                    <a:pt x="79" y="13"/>
                  </a:lnTo>
                  <a:lnTo>
                    <a:pt x="63" y="11"/>
                  </a:lnTo>
                  <a:lnTo>
                    <a:pt x="46" y="11"/>
                  </a:lnTo>
                  <a:lnTo>
                    <a:pt x="30" y="12"/>
                  </a:lnTo>
                  <a:lnTo>
                    <a:pt x="14" y="17"/>
                  </a:lnTo>
                  <a:lnTo>
                    <a:pt x="0" y="25"/>
                  </a:lnTo>
                  <a:close/>
                </a:path>
              </a:pathLst>
            </a:custGeom>
            <a:solidFill>
              <a:srgbClr val="EDE2D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29" name="Google Shape;1029;p23"/>
            <p:cNvSpPr/>
            <p:nvPr/>
          </p:nvSpPr>
          <p:spPr>
            <a:xfrm>
              <a:off x="2581" y="2829"/>
              <a:ext cx="415" cy="367"/>
            </a:xfrm>
            <a:custGeom>
              <a:rect b="b" l="l" r="r" t="t"/>
              <a:pathLst>
                <a:path extrusionOk="0" h="367" w="415">
                  <a:moveTo>
                    <a:pt x="69" y="20"/>
                  </a:moveTo>
                  <a:lnTo>
                    <a:pt x="66" y="49"/>
                  </a:lnTo>
                  <a:lnTo>
                    <a:pt x="58" y="92"/>
                  </a:lnTo>
                  <a:lnTo>
                    <a:pt x="49" y="139"/>
                  </a:lnTo>
                  <a:lnTo>
                    <a:pt x="39" y="176"/>
                  </a:lnTo>
                  <a:lnTo>
                    <a:pt x="34" y="193"/>
                  </a:lnTo>
                  <a:lnTo>
                    <a:pt x="29" y="213"/>
                  </a:lnTo>
                  <a:lnTo>
                    <a:pt x="25" y="236"/>
                  </a:lnTo>
                  <a:lnTo>
                    <a:pt x="20" y="259"/>
                  </a:lnTo>
                  <a:lnTo>
                    <a:pt x="17" y="281"/>
                  </a:lnTo>
                  <a:lnTo>
                    <a:pt x="12" y="302"/>
                  </a:lnTo>
                  <a:lnTo>
                    <a:pt x="6" y="317"/>
                  </a:lnTo>
                  <a:lnTo>
                    <a:pt x="0" y="328"/>
                  </a:lnTo>
                  <a:lnTo>
                    <a:pt x="10" y="334"/>
                  </a:lnTo>
                  <a:lnTo>
                    <a:pt x="22" y="340"/>
                  </a:lnTo>
                  <a:lnTo>
                    <a:pt x="33" y="346"/>
                  </a:lnTo>
                  <a:lnTo>
                    <a:pt x="44" y="349"/>
                  </a:lnTo>
                  <a:lnTo>
                    <a:pt x="56" y="353"/>
                  </a:lnTo>
                  <a:lnTo>
                    <a:pt x="66" y="355"/>
                  </a:lnTo>
                  <a:lnTo>
                    <a:pt x="76" y="355"/>
                  </a:lnTo>
                  <a:lnTo>
                    <a:pt x="83" y="353"/>
                  </a:lnTo>
                  <a:lnTo>
                    <a:pt x="91" y="349"/>
                  </a:lnTo>
                  <a:lnTo>
                    <a:pt x="98" y="346"/>
                  </a:lnTo>
                  <a:lnTo>
                    <a:pt x="106" y="341"/>
                  </a:lnTo>
                  <a:lnTo>
                    <a:pt x="114" y="338"/>
                  </a:lnTo>
                  <a:lnTo>
                    <a:pt x="121" y="335"/>
                  </a:lnTo>
                  <a:lnTo>
                    <a:pt x="127" y="334"/>
                  </a:lnTo>
                  <a:lnTo>
                    <a:pt x="134" y="334"/>
                  </a:lnTo>
                  <a:lnTo>
                    <a:pt x="139" y="336"/>
                  </a:lnTo>
                  <a:lnTo>
                    <a:pt x="143" y="341"/>
                  </a:lnTo>
                  <a:lnTo>
                    <a:pt x="148" y="345"/>
                  </a:lnTo>
                  <a:lnTo>
                    <a:pt x="154" y="349"/>
                  </a:lnTo>
                  <a:lnTo>
                    <a:pt x="160" y="354"/>
                  </a:lnTo>
                  <a:lnTo>
                    <a:pt x="167" y="358"/>
                  </a:lnTo>
                  <a:lnTo>
                    <a:pt x="173" y="361"/>
                  </a:lnTo>
                  <a:lnTo>
                    <a:pt x="179" y="364"/>
                  </a:lnTo>
                  <a:lnTo>
                    <a:pt x="185" y="365"/>
                  </a:lnTo>
                  <a:lnTo>
                    <a:pt x="192" y="366"/>
                  </a:lnTo>
                  <a:lnTo>
                    <a:pt x="198" y="366"/>
                  </a:lnTo>
                  <a:lnTo>
                    <a:pt x="206" y="367"/>
                  </a:lnTo>
                  <a:lnTo>
                    <a:pt x="212" y="367"/>
                  </a:lnTo>
                  <a:lnTo>
                    <a:pt x="219" y="366"/>
                  </a:lnTo>
                  <a:lnTo>
                    <a:pt x="226" y="365"/>
                  </a:lnTo>
                  <a:lnTo>
                    <a:pt x="232" y="363"/>
                  </a:lnTo>
                  <a:lnTo>
                    <a:pt x="238" y="359"/>
                  </a:lnTo>
                  <a:lnTo>
                    <a:pt x="245" y="354"/>
                  </a:lnTo>
                  <a:lnTo>
                    <a:pt x="254" y="348"/>
                  </a:lnTo>
                  <a:lnTo>
                    <a:pt x="262" y="342"/>
                  </a:lnTo>
                  <a:lnTo>
                    <a:pt x="271" y="338"/>
                  </a:lnTo>
                  <a:lnTo>
                    <a:pt x="281" y="333"/>
                  </a:lnTo>
                  <a:lnTo>
                    <a:pt x="290" y="329"/>
                  </a:lnTo>
                  <a:lnTo>
                    <a:pt x="299" y="327"/>
                  </a:lnTo>
                  <a:lnTo>
                    <a:pt x="306" y="328"/>
                  </a:lnTo>
                  <a:lnTo>
                    <a:pt x="314" y="330"/>
                  </a:lnTo>
                  <a:lnTo>
                    <a:pt x="324" y="334"/>
                  </a:lnTo>
                  <a:lnTo>
                    <a:pt x="337" y="338"/>
                  </a:lnTo>
                  <a:lnTo>
                    <a:pt x="352" y="339"/>
                  </a:lnTo>
                  <a:lnTo>
                    <a:pt x="367" y="339"/>
                  </a:lnTo>
                  <a:lnTo>
                    <a:pt x="383" y="335"/>
                  </a:lnTo>
                  <a:lnTo>
                    <a:pt x="400" y="328"/>
                  </a:lnTo>
                  <a:lnTo>
                    <a:pt x="415" y="316"/>
                  </a:lnTo>
                  <a:lnTo>
                    <a:pt x="411" y="300"/>
                  </a:lnTo>
                  <a:lnTo>
                    <a:pt x="406" y="284"/>
                  </a:lnTo>
                  <a:lnTo>
                    <a:pt x="402" y="266"/>
                  </a:lnTo>
                  <a:lnTo>
                    <a:pt x="397" y="249"/>
                  </a:lnTo>
                  <a:lnTo>
                    <a:pt x="392" y="231"/>
                  </a:lnTo>
                  <a:lnTo>
                    <a:pt x="387" y="213"/>
                  </a:lnTo>
                  <a:lnTo>
                    <a:pt x="381" y="197"/>
                  </a:lnTo>
                  <a:lnTo>
                    <a:pt x="375" y="182"/>
                  </a:lnTo>
                  <a:lnTo>
                    <a:pt x="363" y="144"/>
                  </a:lnTo>
                  <a:lnTo>
                    <a:pt x="357" y="92"/>
                  </a:lnTo>
                  <a:lnTo>
                    <a:pt x="354" y="41"/>
                  </a:lnTo>
                  <a:lnTo>
                    <a:pt x="357" y="0"/>
                  </a:lnTo>
                  <a:lnTo>
                    <a:pt x="342" y="3"/>
                  </a:lnTo>
                  <a:lnTo>
                    <a:pt x="325" y="8"/>
                  </a:lnTo>
                  <a:lnTo>
                    <a:pt x="309" y="12"/>
                  </a:lnTo>
                  <a:lnTo>
                    <a:pt x="294" y="15"/>
                  </a:lnTo>
                  <a:lnTo>
                    <a:pt x="277" y="19"/>
                  </a:lnTo>
                  <a:lnTo>
                    <a:pt x="262" y="23"/>
                  </a:lnTo>
                  <a:lnTo>
                    <a:pt x="248" y="25"/>
                  </a:lnTo>
                  <a:lnTo>
                    <a:pt x="235" y="26"/>
                  </a:lnTo>
                  <a:lnTo>
                    <a:pt x="218" y="27"/>
                  </a:lnTo>
                  <a:lnTo>
                    <a:pt x="199" y="27"/>
                  </a:lnTo>
                  <a:lnTo>
                    <a:pt x="177" y="27"/>
                  </a:lnTo>
                  <a:lnTo>
                    <a:pt x="153" y="27"/>
                  </a:lnTo>
                  <a:lnTo>
                    <a:pt x="127" y="26"/>
                  </a:lnTo>
                  <a:lnTo>
                    <a:pt x="105" y="25"/>
                  </a:lnTo>
                  <a:lnTo>
                    <a:pt x="86" y="23"/>
                  </a:lnTo>
                  <a:lnTo>
                    <a:pt x="69" y="20"/>
                  </a:lnTo>
                  <a:close/>
                </a:path>
              </a:pathLst>
            </a:custGeom>
            <a:solidFill>
              <a:srgbClr val="3889AA"/>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0" name="Google Shape;1030;p23"/>
            <p:cNvSpPr/>
            <p:nvPr/>
          </p:nvSpPr>
          <p:spPr>
            <a:xfrm>
              <a:off x="2261" y="2103"/>
              <a:ext cx="706" cy="761"/>
            </a:xfrm>
            <a:custGeom>
              <a:rect b="b" l="l" r="r" t="t"/>
              <a:pathLst>
                <a:path extrusionOk="0" h="761" w="706">
                  <a:moveTo>
                    <a:pt x="532" y="0"/>
                  </a:moveTo>
                  <a:lnTo>
                    <a:pt x="527" y="2"/>
                  </a:lnTo>
                  <a:lnTo>
                    <a:pt x="519" y="3"/>
                  </a:lnTo>
                  <a:lnTo>
                    <a:pt x="512" y="6"/>
                  </a:lnTo>
                  <a:lnTo>
                    <a:pt x="504" y="10"/>
                  </a:lnTo>
                  <a:lnTo>
                    <a:pt x="495" y="15"/>
                  </a:lnTo>
                  <a:lnTo>
                    <a:pt x="488" y="19"/>
                  </a:lnTo>
                  <a:lnTo>
                    <a:pt x="482" y="23"/>
                  </a:lnTo>
                  <a:lnTo>
                    <a:pt x="475" y="27"/>
                  </a:lnTo>
                  <a:lnTo>
                    <a:pt x="464" y="40"/>
                  </a:lnTo>
                  <a:lnTo>
                    <a:pt x="454" y="60"/>
                  </a:lnTo>
                  <a:lnTo>
                    <a:pt x="445" y="84"/>
                  </a:lnTo>
                  <a:lnTo>
                    <a:pt x="440" y="103"/>
                  </a:lnTo>
                  <a:lnTo>
                    <a:pt x="439" y="120"/>
                  </a:lnTo>
                  <a:lnTo>
                    <a:pt x="440" y="139"/>
                  </a:lnTo>
                  <a:lnTo>
                    <a:pt x="439" y="157"/>
                  </a:lnTo>
                  <a:lnTo>
                    <a:pt x="435" y="174"/>
                  </a:lnTo>
                  <a:lnTo>
                    <a:pt x="430" y="189"/>
                  </a:lnTo>
                  <a:lnTo>
                    <a:pt x="424" y="204"/>
                  </a:lnTo>
                  <a:lnTo>
                    <a:pt x="417" y="218"/>
                  </a:lnTo>
                  <a:lnTo>
                    <a:pt x="411" y="228"/>
                  </a:lnTo>
                  <a:lnTo>
                    <a:pt x="407" y="239"/>
                  </a:lnTo>
                  <a:lnTo>
                    <a:pt x="408" y="253"/>
                  </a:lnTo>
                  <a:lnTo>
                    <a:pt x="413" y="267"/>
                  </a:lnTo>
                  <a:lnTo>
                    <a:pt x="421" y="279"/>
                  </a:lnTo>
                  <a:lnTo>
                    <a:pt x="415" y="280"/>
                  </a:lnTo>
                  <a:lnTo>
                    <a:pt x="408" y="282"/>
                  </a:lnTo>
                  <a:lnTo>
                    <a:pt x="403" y="284"/>
                  </a:lnTo>
                  <a:lnTo>
                    <a:pt x="397" y="288"/>
                  </a:lnTo>
                  <a:lnTo>
                    <a:pt x="392" y="292"/>
                  </a:lnTo>
                  <a:lnTo>
                    <a:pt x="386" y="296"/>
                  </a:lnTo>
                  <a:lnTo>
                    <a:pt x="381" y="300"/>
                  </a:lnTo>
                  <a:lnTo>
                    <a:pt x="376" y="303"/>
                  </a:lnTo>
                  <a:lnTo>
                    <a:pt x="371" y="306"/>
                  </a:lnTo>
                  <a:lnTo>
                    <a:pt x="364" y="309"/>
                  </a:lnTo>
                  <a:lnTo>
                    <a:pt x="358" y="313"/>
                  </a:lnTo>
                  <a:lnTo>
                    <a:pt x="350" y="316"/>
                  </a:lnTo>
                  <a:lnTo>
                    <a:pt x="343" y="320"/>
                  </a:lnTo>
                  <a:lnTo>
                    <a:pt x="335" y="324"/>
                  </a:lnTo>
                  <a:lnTo>
                    <a:pt x="328" y="328"/>
                  </a:lnTo>
                  <a:lnTo>
                    <a:pt x="321" y="333"/>
                  </a:lnTo>
                  <a:lnTo>
                    <a:pt x="314" y="338"/>
                  </a:lnTo>
                  <a:lnTo>
                    <a:pt x="303" y="344"/>
                  </a:lnTo>
                  <a:lnTo>
                    <a:pt x="290" y="350"/>
                  </a:lnTo>
                  <a:lnTo>
                    <a:pt x="277" y="356"/>
                  </a:lnTo>
                  <a:lnTo>
                    <a:pt x="263" y="362"/>
                  </a:lnTo>
                  <a:lnTo>
                    <a:pt x="252" y="367"/>
                  </a:lnTo>
                  <a:lnTo>
                    <a:pt x="242" y="370"/>
                  </a:lnTo>
                  <a:lnTo>
                    <a:pt x="234" y="373"/>
                  </a:lnTo>
                  <a:lnTo>
                    <a:pt x="227" y="375"/>
                  </a:lnTo>
                  <a:lnTo>
                    <a:pt x="214" y="377"/>
                  </a:lnTo>
                  <a:lnTo>
                    <a:pt x="198" y="380"/>
                  </a:lnTo>
                  <a:lnTo>
                    <a:pt x="178" y="382"/>
                  </a:lnTo>
                  <a:lnTo>
                    <a:pt x="155" y="385"/>
                  </a:lnTo>
                  <a:lnTo>
                    <a:pt x="131" y="385"/>
                  </a:lnTo>
                  <a:lnTo>
                    <a:pt x="107" y="383"/>
                  </a:lnTo>
                  <a:lnTo>
                    <a:pt x="84" y="381"/>
                  </a:lnTo>
                  <a:lnTo>
                    <a:pt x="82" y="376"/>
                  </a:lnTo>
                  <a:lnTo>
                    <a:pt x="78" y="373"/>
                  </a:lnTo>
                  <a:lnTo>
                    <a:pt x="73" y="369"/>
                  </a:lnTo>
                  <a:lnTo>
                    <a:pt x="67" y="365"/>
                  </a:lnTo>
                  <a:lnTo>
                    <a:pt x="61" y="364"/>
                  </a:lnTo>
                  <a:lnTo>
                    <a:pt x="53" y="362"/>
                  </a:lnTo>
                  <a:lnTo>
                    <a:pt x="45" y="362"/>
                  </a:lnTo>
                  <a:lnTo>
                    <a:pt x="38" y="362"/>
                  </a:lnTo>
                  <a:lnTo>
                    <a:pt x="30" y="364"/>
                  </a:lnTo>
                  <a:lnTo>
                    <a:pt x="24" y="368"/>
                  </a:lnTo>
                  <a:lnTo>
                    <a:pt x="18" y="373"/>
                  </a:lnTo>
                  <a:lnTo>
                    <a:pt x="11" y="379"/>
                  </a:lnTo>
                  <a:lnTo>
                    <a:pt x="6" y="385"/>
                  </a:lnTo>
                  <a:lnTo>
                    <a:pt x="3" y="391"/>
                  </a:lnTo>
                  <a:lnTo>
                    <a:pt x="0" y="397"/>
                  </a:lnTo>
                  <a:lnTo>
                    <a:pt x="0" y="401"/>
                  </a:lnTo>
                  <a:lnTo>
                    <a:pt x="1" y="406"/>
                  </a:lnTo>
                  <a:lnTo>
                    <a:pt x="5" y="411"/>
                  </a:lnTo>
                  <a:lnTo>
                    <a:pt x="9" y="416"/>
                  </a:lnTo>
                  <a:lnTo>
                    <a:pt x="14" y="419"/>
                  </a:lnTo>
                  <a:lnTo>
                    <a:pt x="20" y="424"/>
                  </a:lnTo>
                  <a:lnTo>
                    <a:pt x="26" y="428"/>
                  </a:lnTo>
                  <a:lnTo>
                    <a:pt x="34" y="430"/>
                  </a:lnTo>
                  <a:lnTo>
                    <a:pt x="42" y="433"/>
                  </a:lnTo>
                  <a:lnTo>
                    <a:pt x="44" y="436"/>
                  </a:lnTo>
                  <a:lnTo>
                    <a:pt x="48" y="440"/>
                  </a:lnTo>
                  <a:lnTo>
                    <a:pt x="53" y="445"/>
                  </a:lnTo>
                  <a:lnTo>
                    <a:pt x="59" y="448"/>
                  </a:lnTo>
                  <a:lnTo>
                    <a:pt x="66" y="452"/>
                  </a:lnTo>
                  <a:lnTo>
                    <a:pt x="73" y="455"/>
                  </a:lnTo>
                  <a:lnTo>
                    <a:pt x="79" y="459"/>
                  </a:lnTo>
                  <a:lnTo>
                    <a:pt x="87" y="461"/>
                  </a:lnTo>
                  <a:lnTo>
                    <a:pt x="98" y="466"/>
                  </a:lnTo>
                  <a:lnTo>
                    <a:pt x="113" y="471"/>
                  </a:lnTo>
                  <a:lnTo>
                    <a:pt x="129" y="476"/>
                  </a:lnTo>
                  <a:lnTo>
                    <a:pt x="146" y="479"/>
                  </a:lnTo>
                  <a:lnTo>
                    <a:pt x="165" y="483"/>
                  </a:lnTo>
                  <a:lnTo>
                    <a:pt x="184" y="485"/>
                  </a:lnTo>
                  <a:lnTo>
                    <a:pt x="204" y="486"/>
                  </a:lnTo>
                  <a:lnTo>
                    <a:pt x="223" y="486"/>
                  </a:lnTo>
                  <a:lnTo>
                    <a:pt x="232" y="488"/>
                  </a:lnTo>
                  <a:lnTo>
                    <a:pt x="245" y="489"/>
                  </a:lnTo>
                  <a:lnTo>
                    <a:pt x="257" y="489"/>
                  </a:lnTo>
                  <a:lnTo>
                    <a:pt x="271" y="488"/>
                  </a:lnTo>
                  <a:lnTo>
                    <a:pt x="285" y="486"/>
                  </a:lnTo>
                  <a:lnTo>
                    <a:pt x="297" y="484"/>
                  </a:lnTo>
                  <a:lnTo>
                    <a:pt x="308" y="482"/>
                  </a:lnTo>
                  <a:lnTo>
                    <a:pt x="314" y="478"/>
                  </a:lnTo>
                  <a:lnTo>
                    <a:pt x="320" y="474"/>
                  </a:lnTo>
                  <a:lnTo>
                    <a:pt x="330" y="470"/>
                  </a:lnTo>
                  <a:lnTo>
                    <a:pt x="343" y="464"/>
                  </a:lnTo>
                  <a:lnTo>
                    <a:pt x="355" y="456"/>
                  </a:lnTo>
                  <a:lnTo>
                    <a:pt x="368" y="449"/>
                  </a:lnTo>
                  <a:lnTo>
                    <a:pt x="379" y="443"/>
                  </a:lnTo>
                  <a:lnTo>
                    <a:pt x="389" y="437"/>
                  </a:lnTo>
                  <a:lnTo>
                    <a:pt x="396" y="434"/>
                  </a:lnTo>
                  <a:lnTo>
                    <a:pt x="400" y="449"/>
                  </a:lnTo>
                  <a:lnTo>
                    <a:pt x="406" y="468"/>
                  </a:lnTo>
                  <a:lnTo>
                    <a:pt x="412" y="488"/>
                  </a:lnTo>
                  <a:lnTo>
                    <a:pt x="417" y="503"/>
                  </a:lnTo>
                  <a:lnTo>
                    <a:pt x="421" y="520"/>
                  </a:lnTo>
                  <a:lnTo>
                    <a:pt x="425" y="542"/>
                  </a:lnTo>
                  <a:lnTo>
                    <a:pt x="426" y="564"/>
                  </a:lnTo>
                  <a:lnTo>
                    <a:pt x="424" y="581"/>
                  </a:lnTo>
                  <a:lnTo>
                    <a:pt x="418" y="599"/>
                  </a:lnTo>
                  <a:lnTo>
                    <a:pt x="411" y="625"/>
                  </a:lnTo>
                  <a:lnTo>
                    <a:pt x="401" y="653"/>
                  </a:lnTo>
                  <a:lnTo>
                    <a:pt x="389" y="676"/>
                  </a:lnTo>
                  <a:lnTo>
                    <a:pt x="379" y="692"/>
                  </a:lnTo>
                  <a:lnTo>
                    <a:pt x="373" y="707"/>
                  </a:lnTo>
                  <a:lnTo>
                    <a:pt x="369" y="720"/>
                  </a:lnTo>
                  <a:lnTo>
                    <a:pt x="367" y="732"/>
                  </a:lnTo>
                  <a:lnTo>
                    <a:pt x="373" y="737"/>
                  </a:lnTo>
                  <a:lnTo>
                    <a:pt x="384" y="740"/>
                  </a:lnTo>
                  <a:lnTo>
                    <a:pt x="398" y="745"/>
                  </a:lnTo>
                  <a:lnTo>
                    <a:pt x="416" y="750"/>
                  </a:lnTo>
                  <a:lnTo>
                    <a:pt x="435" y="753"/>
                  </a:lnTo>
                  <a:lnTo>
                    <a:pt x="455" y="757"/>
                  </a:lnTo>
                  <a:lnTo>
                    <a:pt x="476" y="759"/>
                  </a:lnTo>
                  <a:lnTo>
                    <a:pt x="499" y="761"/>
                  </a:lnTo>
                  <a:lnTo>
                    <a:pt x="510" y="761"/>
                  </a:lnTo>
                  <a:lnTo>
                    <a:pt x="523" y="761"/>
                  </a:lnTo>
                  <a:lnTo>
                    <a:pt x="537" y="759"/>
                  </a:lnTo>
                  <a:lnTo>
                    <a:pt x="551" y="758"/>
                  </a:lnTo>
                  <a:lnTo>
                    <a:pt x="566" y="757"/>
                  </a:lnTo>
                  <a:lnTo>
                    <a:pt x="581" y="755"/>
                  </a:lnTo>
                  <a:lnTo>
                    <a:pt x="596" y="753"/>
                  </a:lnTo>
                  <a:lnTo>
                    <a:pt x="610" y="750"/>
                  </a:lnTo>
                  <a:lnTo>
                    <a:pt x="625" y="747"/>
                  </a:lnTo>
                  <a:lnTo>
                    <a:pt x="639" y="744"/>
                  </a:lnTo>
                  <a:lnTo>
                    <a:pt x="653" y="740"/>
                  </a:lnTo>
                  <a:lnTo>
                    <a:pt x="664" y="735"/>
                  </a:lnTo>
                  <a:lnTo>
                    <a:pt x="677" y="731"/>
                  </a:lnTo>
                  <a:lnTo>
                    <a:pt x="687" y="726"/>
                  </a:lnTo>
                  <a:lnTo>
                    <a:pt x="695" y="720"/>
                  </a:lnTo>
                  <a:lnTo>
                    <a:pt x="702" y="714"/>
                  </a:lnTo>
                  <a:lnTo>
                    <a:pt x="701" y="694"/>
                  </a:lnTo>
                  <a:lnTo>
                    <a:pt x="697" y="671"/>
                  </a:lnTo>
                  <a:lnTo>
                    <a:pt x="691" y="647"/>
                  </a:lnTo>
                  <a:lnTo>
                    <a:pt x="683" y="628"/>
                  </a:lnTo>
                  <a:lnTo>
                    <a:pt x="674" y="610"/>
                  </a:lnTo>
                  <a:lnTo>
                    <a:pt x="667" y="589"/>
                  </a:lnTo>
                  <a:lnTo>
                    <a:pt x="658" y="570"/>
                  </a:lnTo>
                  <a:lnTo>
                    <a:pt x="649" y="556"/>
                  </a:lnTo>
                  <a:lnTo>
                    <a:pt x="642" y="546"/>
                  </a:lnTo>
                  <a:lnTo>
                    <a:pt x="638" y="539"/>
                  </a:lnTo>
                  <a:lnTo>
                    <a:pt x="635" y="531"/>
                  </a:lnTo>
                  <a:lnTo>
                    <a:pt x="638" y="519"/>
                  </a:lnTo>
                  <a:lnTo>
                    <a:pt x="644" y="496"/>
                  </a:lnTo>
                  <a:lnTo>
                    <a:pt x="653" y="464"/>
                  </a:lnTo>
                  <a:lnTo>
                    <a:pt x="662" y="433"/>
                  </a:lnTo>
                  <a:lnTo>
                    <a:pt x="669" y="411"/>
                  </a:lnTo>
                  <a:lnTo>
                    <a:pt x="673" y="397"/>
                  </a:lnTo>
                  <a:lnTo>
                    <a:pt x="676" y="381"/>
                  </a:lnTo>
                  <a:lnTo>
                    <a:pt x="674" y="367"/>
                  </a:lnTo>
                  <a:lnTo>
                    <a:pt x="671" y="354"/>
                  </a:lnTo>
                  <a:lnTo>
                    <a:pt x="663" y="344"/>
                  </a:lnTo>
                  <a:lnTo>
                    <a:pt x="655" y="339"/>
                  </a:lnTo>
                  <a:lnTo>
                    <a:pt x="649" y="340"/>
                  </a:lnTo>
                  <a:lnTo>
                    <a:pt x="648" y="349"/>
                  </a:lnTo>
                  <a:lnTo>
                    <a:pt x="650" y="360"/>
                  </a:lnTo>
                  <a:lnTo>
                    <a:pt x="653" y="370"/>
                  </a:lnTo>
                  <a:lnTo>
                    <a:pt x="653" y="382"/>
                  </a:lnTo>
                  <a:lnTo>
                    <a:pt x="649" y="393"/>
                  </a:lnTo>
                  <a:lnTo>
                    <a:pt x="643" y="404"/>
                  </a:lnTo>
                  <a:lnTo>
                    <a:pt x="639" y="415"/>
                  </a:lnTo>
                  <a:lnTo>
                    <a:pt x="637" y="427"/>
                  </a:lnTo>
                  <a:lnTo>
                    <a:pt x="634" y="437"/>
                  </a:lnTo>
                  <a:lnTo>
                    <a:pt x="632" y="448"/>
                  </a:lnTo>
                  <a:lnTo>
                    <a:pt x="629" y="458"/>
                  </a:lnTo>
                  <a:lnTo>
                    <a:pt x="625" y="470"/>
                  </a:lnTo>
                  <a:lnTo>
                    <a:pt x="618" y="484"/>
                  </a:lnTo>
                  <a:lnTo>
                    <a:pt x="610" y="496"/>
                  </a:lnTo>
                  <a:lnTo>
                    <a:pt x="609" y="503"/>
                  </a:lnTo>
                  <a:lnTo>
                    <a:pt x="610" y="510"/>
                  </a:lnTo>
                  <a:lnTo>
                    <a:pt x="613" y="519"/>
                  </a:lnTo>
                  <a:lnTo>
                    <a:pt x="615" y="530"/>
                  </a:lnTo>
                  <a:lnTo>
                    <a:pt x="618" y="539"/>
                  </a:lnTo>
                  <a:lnTo>
                    <a:pt x="621" y="549"/>
                  </a:lnTo>
                  <a:lnTo>
                    <a:pt x="628" y="557"/>
                  </a:lnTo>
                  <a:lnTo>
                    <a:pt x="634" y="567"/>
                  </a:lnTo>
                  <a:lnTo>
                    <a:pt x="640" y="576"/>
                  </a:lnTo>
                  <a:lnTo>
                    <a:pt x="645" y="586"/>
                  </a:lnTo>
                  <a:lnTo>
                    <a:pt x="648" y="597"/>
                  </a:lnTo>
                  <a:lnTo>
                    <a:pt x="650" y="607"/>
                  </a:lnTo>
                  <a:lnTo>
                    <a:pt x="654" y="618"/>
                  </a:lnTo>
                  <a:lnTo>
                    <a:pt x="659" y="629"/>
                  </a:lnTo>
                  <a:lnTo>
                    <a:pt x="666" y="637"/>
                  </a:lnTo>
                  <a:lnTo>
                    <a:pt x="673" y="649"/>
                  </a:lnTo>
                  <a:lnTo>
                    <a:pt x="682" y="667"/>
                  </a:lnTo>
                  <a:lnTo>
                    <a:pt x="688" y="688"/>
                  </a:lnTo>
                  <a:lnTo>
                    <a:pt x="688" y="707"/>
                  </a:lnTo>
                  <a:lnTo>
                    <a:pt x="678" y="713"/>
                  </a:lnTo>
                  <a:lnTo>
                    <a:pt x="664" y="718"/>
                  </a:lnTo>
                  <a:lnTo>
                    <a:pt x="650" y="723"/>
                  </a:lnTo>
                  <a:lnTo>
                    <a:pt x="635" y="728"/>
                  </a:lnTo>
                  <a:lnTo>
                    <a:pt x="620" y="733"/>
                  </a:lnTo>
                  <a:lnTo>
                    <a:pt x="605" y="737"/>
                  </a:lnTo>
                  <a:lnTo>
                    <a:pt x="594" y="739"/>
                  </a:lnTo>
                  <a:lnTo>
                    <a:pt x="585" y="741"/>
                  </a:lnTo>
                  <a:lnTo>
                    <a:pt x="574" y="743"/>
                  </a:lnTo>
                  <a:lnTo>
                    <a:pt x="558" y="744"/>
                  </a:lnTo>
                  <a:lnTo>
                    <a:pt x="538" y="744"/>
                  </a:lnTo>
                  <a:lnTo>
                    <a:pt x="518" y="744"/>
                  </a:lnTo>
                  <a:lnTo>
                    <a:pt x="497" y="743"/>
                  </a:lnTo>
                  <a:lnTo>
                    <a:pt x="478" y="741"/>
                  </a:lnTo>
                  <a:lnTo>
                    <a:pt x="461" y="739"/>
                  </a:lnTo>
                  <a:lnTo>
                    <a:pt x="451" y="735"/>
                  </a:lnTo>
                  <a:lnTo>
                    <a:pt x="445" y="737"/>
                  </a:lnTo>
                  <a:lnTo>
                    <a:pt x="440" y="740"/>
                  </a:lnTo>
                  <a:lnTo>
                    <a:pt x="436" y="744"/>
                  </a:lnTo>
                  <a:lnTo>
                    <a:pt x="435" y="745"/>
                  </a:lnTo>
                  <a:lnTo>
                    <a:pt x="429" y="745"/>
                  </a:lnTo>
                  <a:lnTo>
                    <a:pt x="422" y="744"/>
                  </a:lnTo>
                  <a:lnTo>
                    <a:pt x="415" y="744"/>
                  </a:lnTo>
                  <a:lnTo>
                    <a:pt x="406" y="741"/>
                  </a:lnTo>
                  <a:lnTo>
                    <a:pt x="398" y="740"/>
                  </a:lnTo>
                  <a:lnTo>
                    <a:pt x="391" y="738"/>
                  </a:lnTo>
                  <a:lnTo>
                    <a:pt x="383" y="734"/>
                  </a:lnTo>
                  <a:lnTo>
                    <a:pt x="378" y="731"/>
                  </a:lnTo>
                  <a:lnTo>
                    <a:pt x="381" y="722"/>
                  </a:lnTo>
                  <a:lnTo>
                    <a:pt x="386" y="712"/>
                  </a:lnTo>
                  <a:lnTo>
                    <a:pt x="391" y="700"/>
                  </a:lnTo>
                  <a:lnTo>
                    <a:pt x="396" y="685"/>
                  </a:lnTo>
                  <a:lnTo>
                    <a:pt x="402" y="672"/>
                  </a:lnTo>
                  <a:lnTo>
                    <a:pt x="407" y="659"/>
                  </a:lnTo>
                  <a:lnTo>
                    <a:pt x="412" y="649"/>
                  </a:lnTo>
                  <a:lnTo>
                    <a:pt x="416" y="643"/>
                  </a:lnTo>
                  <a:lnTo>
                    <a:pt x="425" y="630"/>
                  </a:lnTo>
                  <a:lnTo>
                    <a:pt x="436" y="610"/>
                  </a:lnTo>
                  <a:lnTo>
                    <a:pt x="446" y="588"/>
                  </a:lnTo>
                  <a:lnTo>
                    <a:pt x="450" y="573"/>
                  </a:lnTo>
                  <a:lnTo>
                    <a:pt x="450" y="557"/>
                  </a:lnTo>
                  <a:lnTo>
                    <a:pt x="449" y="536"/>
                  </a:lnTo>
                  <a:lnTo>
                    <a:pt x="445" y="514"/>
                  </a:lnTo>
                  <a:lnTo>
                    <a:pt x="440" y="498"/>
                  </a:lnTo>
                  <a:lnTo>
                    <a:pt x="436" y="488"/>
                  </a:lnTo>
                  <a:lnTo>
                    <a:pt x="434" y="477"/>
                  </a:lnTo>
                  <a:lnTo>
                    <a:pt x="431" y="466"/>
                  </a:lnTo>
                  <a:lnTo>
                    <a:pt x="427" y="455"/>
                  </a:lnTo>
                  <a:lnTo>
                    <a:pt x="422" y="442"/>
                  </a:lnTo>
                  <a:lnTo>
                    <a:pt x="417" y="425"/>
                  </a:lnTo>
                  <a:lnTo>
                    <a:pt x="413" y="410"/>
                  </a:lnTo>
                  <a:lnTo>
                    <a:pt x="411" y="397"/>
                  </a:lnTo>
                  <a:lnTo>
                    <a:pt x="411" y="380"/>
                  </a:lnTo>
                  <a:lnTo>
                    <a:pt x="411" y="358"/>
                  </a:lnTo>
                  <a:lnTo>
                    <a:pt x="412" y="337"/>
                  </a:lnTo>
                  <a:lnTo>
                    <a:pt x="412" y="325"/>
                  </a:lnTo>
                  <a:lnTo>
                    <a:pt x="411" y="322"/>
                  </a:lnTo>
                  <a:lnTo>
                    <a:pt x="407" y="326"/>
                  </a:lnTo>
                  <a:lnTo>
                    <a:pt x="402" y="332"/>
                  </a:lnTo>
                  <a:lnTo>
                    <a:pt x="400" y="339"/>
                  </a:lnTo>
                  <a:lnTo>
                    <a:pt x="398" y="354"/>
                  </a:lnTo>
                  <a:lnTo>
                    <a:pt x="400" y="376"/>
                  </a:lnTo>
                  <a:lnTo>
                    <a:pt x="400" y="399"/>
                  </a:lnTo>
                  <a:lnTo>
                    <a:pt x="392" y="416"/>
                  </a:lnTo>
                  <a:lnTo>
                    <a:pt x="386" y="421"/>
                  </a:lnTo>
                  <a:lnTo>
                    <a:pt x="377" y="427"/>
                  </a:lnTo>
                  <a:lnTo>
                    <a:pt x="367" y="434"/>
                  </a:lnTo>
                  <a:lnTo>
                    <a:pt x="355" y="440"/>
                  </a:lnTo>
                  <a:lnTo>
                    <a:pt x="344" y="447"/>
                  </a:lnTo>
                  <a:lnTo>
                    <a:pt x="333" y="453"/>
                  </a:lnTo>
                  <a:lnTo>
                    <a:pt x="321" y="458"/>
                  </a:lnTo>
                  <a:lnTo>
                    <a:pt x="313" y="461"/>
                  </a:lnTo>
                  <a:lnTo>
                    <a:pt x="304" y="464"/>
                  </a:lnTo>
                  <a:lnTo>
                    <a:pt x="294" y="467"/>
                  </a:lnTo>
                  <a:lnTo>
                    <a:pt x="282" y="470"/>
                  </a:lnTo>
                  <a:lnTo>
                    <a:pt x="272" y="472"/>
                  </a:lnTo>
                  <a:lnTo>
                    <a:pt x="261" y="473"/>
                  </a:lnTo>
                  <a:lnTo>
                    <a:pt x="251" y="474"/>
                  </a:lnTo>
                  <a:lnTo>
                    <a:pt x="241" y="473"/>
                  </a:lnTo>
                  <a:lnTo>
                    <a:pt x="232" y="472"/>
                  </a:lnTo>
                  <a:lnTo>
                    <a:pt x="224" y="471"/>
                  </a:lnTo>
                  <a:lnTo>
                    <a:pt x="217" y="470"/>
                  </a:lnTo>
                  <a:lnTo>
                    <a:pt x="211" y="468"/>
                  </a:lnTo>
                  <a:lnTo>
                    <a:pt x="205" y="470"/>
                  </a:lnTo>
                  <a:lnTo>
                    <a:pt x="200" y="470"/>
                  </a:lnTo>
                  <a:lnTo>
                    <a:pt x="194" y="470"/>
                  </a:lnTo>
                  <a:lnTo>
                    <a:pt x="189" y="471"/>
                  </a:lnTo>
                  <a:lnTo>
                    <a:pt x="183" y="471"/>
                  </a:lnTo>
                  <a:lnTo>
                    <a:pt x="174" y="471"/>
                  </a:lnTo>
                  <a:lnTo>
                    <a:pt x="163" y="470"/>
                  </a:lnTo>
                  <a:lnTo>
                    <a:pt x="150" y="467"/>
                  </a:lnTo>
                  <a:lnTo>
                    <a:pt x="136" y="465"/>
                  </a:lnTo>
                  <a:lnTo>
                    <a:pt x="122" y="462"/>
                  </a:lnTo>
                  <a:lnTo>
                    <a:pt x="108" y="459"/>
                  </a:lnTo>
                  <a:lnTo>
                    <a:pt x="97" y="455"/>
                  </a:lnTo>
                  <a:lnTo>
                    <a:pt x="87" y="452"/>
                  </a:lnTo>
                  <a:lnTo>
                    <a:pt x="73" y="447"/>
                  </a:lnTo>
                  <a:lnTo>
                    <a:pt x="64" y="443"/>
                  </a:lnTo>
                  <a:lnTo>
                    <a:pt x="58" y="440"/>
                  </a:lnTo>
                  <a:lnTo>
                    <a:pt x="53" y="434"/>
                  </a:lnTo>
                  <a:lnTo>
                    <a:pt x="54" y="423"/>
                  </a:lnTo>
                  <a:lnTo>
                    <a:pt x="59" y="409"/>
                  </a:lnTo>
                  <a:lnTo>
                    <a:pt x="67" y="397"/>
                  </a:lnTo>
                  <a:lnTo>
                    <a:pt x="79" y="392"/>
                  </a:lnTo>
                  <a:lnTo>
                    <a:pt x="87" y="392"/>
                  </a:lnTo>
                  <a:lnTo>
                    <a:pt x="96" y="392"/>
                  </a:lnTo>
                  <a:lnTo>
                    <a:pt x="106" y="393"/>
                  </a:lnTo>
                  <a:lnTo>
                    <a:pt x="119" y="393"/>
                  </a:lnTo>
                  <a:lnTo>
                    <a:pt x="130" y="394"/>
                  </a:lnTo>
                  <a:lnTo>
                    <a:pt x="144" y="394"/>
                  </a:lnTo>
                  <a:lnTo>
                    <a:pt x="158" y="394"/>
                  </a:lnTo>
                  <a:lnTo>
                    <a:pt x="171" y="393"/>
                  </a:lnTo>
                  <a:lnTo>
                    <a:pt x="166" y="395"/>
                  </a:lnTo>
                  <a:lnTo>
                    <a:pt x="160" y="398"/>
                  </a:lnTo>
                  <a:lnTo>
                    <a:pt x="153" y="400"/>
                  </a:lnTo>
                  <a:lnTo>
                    <a:pt x="145" y="403"/>
                  </a:lnTo>
                  <a:lnTo>
                    <a:pt x="136" y="404"/>
                  </a:lnTo>
                  <a:lnTo>
                    <a:pt x="129" y="405"/>
                  </a:lnTo>
                  <a:lnTo>
                    <a:pt x="121" y="405"/>
                  </a:lnTo>
                  <a:lnTo>
                    <a:pt x="113" y="405"/>
                  </a:lnTo>
                  <a:lnTo>
                    <a:pt x="105" y="405"/>
                  </a:lnTo>
                  <a:lnTo>
                    <a:pt x="102" y="406"/>
                  </a:lnTo>
                  <a:lnTo>
                    <a:pt x="105" y="409"/>
                  </a:lnTo>
                  <a:lnTo>
                    <a:pt x="111" y="411"/>
                  </a:lnTo>
                  <a:lnTo>
                    <a:pt x="115" y="411"/>
                  </a:lnTo>
                  <a:lnTo>
                    <a:pt x="121" y="412"/>
                  </a:lnTo>
                  <a:lnTo>
                    <a:pt x="129" y="412"/>
                  </a:lnTo>
                  <a:lnTo>
                    <a:pt x="136" y="411"/>
                  </a:lnTo>
                  <a:lnTo>
                    <a:pt x="145" y="411"/>
                  </a:lnTo>
                  <a:lnTo>
                    <a:pt x="153" y="410"/>
                  </a:lnTo>
                  <a:lnTo>
                    <a:pt x="160" y="409"/>
                  </a:lnTo>
                  <a:lnTo>
                    <a:pt x="166" y="407"/>
                  </a:lnTo>
                  <a:lnTo>
                    <a:pt x="173" y="405"/>
                  </a:lnTo>
                  <a:lnTo>
                    <a:pt x="179" y="401"/>
                  </a:lnTo>
                  <a:lnTo>
                    <a:pt x="185" y="398"/>
                  </a:lnTo>
                  <a:lnTo>
                    <a:pt x="193" y="394"/>
                  </a:lnTo>
                  <a:lnTo>
                    <a:pt x="199" y="391"/>
                  </a:lnTo>
                  <a:lnTo>
                    <a:pt x="207" y="388"/>
                  </a:lnTo>
                  <a:lnTo>
                    <a:pt x="213" y="386"/>
                  </a:lnTo>
                  <a:lnTo>
                    <a:pt x="218" y="386"/>
                  </a:lnTo>
                  <a:lnTo>
                    <a:pt x="224" y="386"/>
                  </a:lnTo>
                  <a:lnTo>
                    <a:pt x="232" y="386"/>
                  </a:lnTo>
                  <a:lnTo>
                    <a:pt x="240" y="385"/>
                  </a:lnTo>
                  <a:lnTo>
                    <a:pt x="248" y="383"/>
                  </a:lnTo>
                  <a:lnTo>
                    <a:pt x="257" y="381"/>
                  </a:lnTo>
                  <a:lnTo>
                    <a:pt x="265" y="379"/>
                  </a:lnTo>
                  <a:lnTo>
                    <a:pt x="271" y="376"/>
                  </a:lnTo>
                  <a:lnTo>
                    <a:pt x="276" y="373"/>
                  </a:lnTo>
                  <a:lnTo>
                    <a:pt x="281" y="369"/>
                  </a:lnTo>
                  <a:lnTo>
                    <a:pt x="287" y="367"/>
                  </a:lnTo>
                  <a:lnTo>
                    <a:pt x="294" y="363"/>
                  </a:lnTo>
                  <a:lnTo>
                    <a:pt x="301" y="360"/>
                  </a:lnTo>
                  <a:lnTo>
                    <a:pt x="308" y="356"/>
                  </a:lnTo>
                  <a:lnTo>
                    <a:pt x="314" y="352"/>
                  </a:lnTo>
                  <a:lnTo>
                    <a:pt x="320" y="350"/>
                  </a:lnTo>
                  <a:lnTo>
                    <a:pt x="325" y="346"/>
                  </a:lnTo>
                  <a:lnTo>
                    <a:pt x="330" y="344"/>
                  </a:lnTo>
                  <a:lnTo>
                    <a:pt x="334" y="340"/>
                  </a:lnTo>
                  <a:lnTo>
                    <a:pt x="339" y="338"/>
                  </a:lnTo>
                  <a:lnTo>
                    <a:pt x="345" y="336"/>
                  </a:lnTo>
                  <a:lnTo>
                    <a:pt x="350" y="333"/>
                  </a:lnTo>
                  <a:lnTo>
                    <a:pt x="355" y="330"/>
                  </a:lnTo>
                  <a:lnTo>
                    <a:pt x="359" y="328"/>
                  </a:lnTo>
                  <a:lnTo>
                    <a:pt x="364" y="326"/>
                  </a:lnTo>
                  <a:lnTo>
                    <a:pt x="373" y="324"/>
                  </a:lnTo>
                  <a:lnTo>
                    <a:pt x="381" y="321"/>
                  </a:lnTo>
                  <a:lnTo>
                    <a:pt x="387" y="318"/>
                  </a:lnTo>
                  <a:lnTo>
                    <a:pt x="392" y="310"/>
                  </a:lnTo>
                  <a:lnTo>
                    <a:pt x="400" y="302"/>
                  </a:lnTo>
                  <a:lnTo>
                    <a:pt x="408" y="294"/>
                  </a:lnTo>
                  <a:lnTo>
                    <a:pt x="418" y="288"/>
                  </a:lnTo>
                  <a:lnTo>
                    <a:pt x="427" y="284"/>
                  </a:lnTo>
                  <a:lnTo>
                    <a:pt x="432" y="283"/>
                  </a:lnTo>
                  <a:lnTo>
                    <a:pt x="437" y="282"/>
                  </a:lnTo>
                  <a:lnTo>
                    <a:pt x="444" y="282"/>
                  </a:lnTo>
                  <a:lnTo>
                    <a:pt x="450" y="279"/>
                  </a:lnTo>
                  <a:lnTo>
                    <a:pt x="456" y="278"/>
                  </a:lnTo>
                  <a:lnTo>
                    <a:pt x="463" y="277"/>
                  </a:lnTo>
                  <a:lnTo>
                    <a:pt x="469" y="275"/>
                  </a:lnTo>
                  <a:lnTo>
                    <a:pt x="473" y="272"/>
                  </a:lnTo>
                  <a:lnTo>
                    <a:pt x="474" y="284"/>
                  </a:lnTo>
                  <a:lnTo>
                    <a:pt x="483" y="289"/>
                  </a:lnTo>
                  <a:lnTo>
                    <a:pt x="494" y="289"/>
                  </a:lnTo>
                  <a:lnTo>
                    <a:pt x="504" y="286"/>
                  </a:lnTo>
                  <a:lnTo>
                    <a:pt x="508" y="284"/>
                  </a:lnTo>
                  <a:lnTo>
                    <a:pt x="513" y="283"/>
                  </a:lnTo>
                  <a:lnTo>
                    <a:pt x="519" y="280"/>
                  </a:lnTo>
                  <a:lnTo>
                    <a:pt x="526" y="279"/>
                  </a:lnTo>
                  <a:lnTo>
                    <a:pt x="531" y="278"/>
                  </a:lnTo>
                  <a:lnTo>
                    <a:pt x="537" y="278"/>
                  </a:lnTo>
                  <a:lnTo>
                    <a:pt x="542" y="279"/>
                  </a:lnTo>
                  <a:lnTo>
                    <a:pt x="546" y="283"/>
                  </a:lnTo>
                  <a:lnTo>
                    <a:pt x="551" y="286"/>
                  </a:lnTo>
                  <a:lnTo>
                    <a:pt x="557" y="290"/>
                  </a:lnTo>
                  <a:lnTo>
                    <a:pt x="566" y="292"/>
                  </a:lnTo>
                  <a:lnTo>
                    <a:pt x="576" y="294"/>
                  </a:lnTo>
                  <a:lnTo>
                    <a:pt x="585" y="294"/>
                  </a:lnTo>
                  <a:lnTo>
                    <a:pt x="594" y="292"/>
                  </a:lnTo>
                  <a:lnTo>
                    <a:pt x="601" y="289"/>
                  </a:lnTo>
                  <a:lnTo>
                    <a:pt x="606" y="283"/>
                  </a:lnTo>
                  <a:lnTo>
                    <a:pt x="615" y="285"/>
                  </a:lnTo>
                  <a:lnTo>
                    <a:pt x="624" y="283"/>
                  </a:lnTo>
                  <a:lnTo>
                    <a:pt x="634" y="278"/>
                  </a:lnTo>
                  <a:lnTo>
                    <a:pt x="643" y="272"/>
                  </a:lnTo>
                  <a:lnTo>
                    <a:pt x="650" y="278"/>
                  </a:lnTo>
                  <a:lnTo>
                    <a:pt x="658" y="283"/>
                  </a:lnTo>
                  <a:lnTo>
                    <a:pt x="666" y="288"/>
                  </a:lnTo>
                  <a:lnTo>
                    <a:pt x="674" y="292"/>
                  </a:lnTo>
                  <a:lnTo>
                    <a:pt x="683" y="296"/>
                  </a:lnTo>
                  <a:lnTo>
                    <a:pt x="691" y="298"/>
                  </a:lnTo>
                  <a:lnTo>
                    <a:pt x="698" y="301"/>
                  </a:lnTo>
                  <a:lnTo>
                    <a:pt x="706" y="303"/>
                  </a:lnTo>
                  <a:lnTo>
                    <a:pt x="700" y="297"/>
                  </a:lnTo>
                  <a:lnTo>
                    <a:pt x="692" y="291"/>
                  </a:lnTo>
                  <a:lnTo>
                    <a:pt x="684" y="286"/>
                  </a:lnTo>
                  <a:lnTo>
                    <a:pt x="677" y="280"/>
                  </a:lnTo>
                  <a:lnTo>
                    <a:pt x="671" y="276"/>
                  </a:lnTo>
                  <a:lnTo>
                    <a:pt x="664" y="271"/>
                  </a:lnTo>
                  <a:lnTo>
                    <a:pt x="659" y="267"/>
                  </a:lnTo>
                  <a:lnTo>
                    <a:pt x="655" y="264"/>
                  </a:lnTo>
                  <a:lnTo>
                    <a:pt x="660" y="258"/>
                  </a:lnTo>
                  <a:lnTo>
                    <a:pt x="660" y="251"/>
                  </a:lnTo>
                  <a:lnTo>
                    <a:pt x="658" y="245"/>
                  </a:lnTo>
                  <a:lnTo>
                    <a:pt x="653" y="237"/>
                  </a:lnTo>
                  <a:lnTo>
                    <a:pt x="644" y="231"/>
                  </a:lnTo>
                  <a:lnTo>
                    <a:pt x="635" y="225"/>
                  </a:lnTo>
                  <a:lnTo>
                    <a:pt x="629" y="219"/>
                  </a:lnTo>
                  <a:lnTo>
                    <a:pt x="629" y="210"/>
                  </a:lnTo>
                  <a:lnTo>
                    <a:pt x="633" y="193"/>
                  </a:lnTo>
                  <a:lnTo>
                    <a:pt x="635" y="170"/>
                  </a:lnTo>
                  <a:lnTo>
                    <a:pt x="638" y="149"/>
                  </a:lnTo>
                  <a:lnTo>
                    <a:pt x="639" y="132"/>
                  </a:lnTo>
                  <a:lnTo>
                    <a:pt x="640" y="115"/>
                  </a:lnTo>
                  <a:lnTo>
                    <a:pt x="640" y="91"/>
                  </a:lnTo>
                  <a:lnTo>
                    <a:pt x="639" y="67"/>
                  </a:lnTo>
                  <a:lnTo>
                    <a:pt x="634" y="51"/>
                  </a:lnTo>
                  <a:lnTo>
                    <a:pt x="630" y="45"/>
                  </a:lnTo>
                  <a:lnTo>
                    <a:pt x="625" y="39"/>
                  </a:lnTo>
                  <a:lnTo>
                    <a:pt x="620" y="31"/>
                  </a:lnTo>
                  <a:lnTo>
                    <a:pt x="615" y="25"/>
                  </a:lnTo>
                  <a:lnTo>
                    <a:pt x="610" y="19"/>
                  </a:lnTo>
                  <a:lnTo>
                    <a:pt x="604" y="15"/>
                  </a:lnTo>
                  <a:lnTo>
                    <a:pt x="599" y="11"/>
                  </a:lnTo>
                  <a:lnTo>
                    <a:pt x="592" y="9"/>
                  </a:lnTo>
                  <a:lnTo>
                    <a:pt x="586" y="8"/>
                  </a:lnTo>
                  <a:lnTo>
                    <a:pt x="577" y="6"/>
                  </a:lnTo>
                  <a:lnTo>
                    <a:pt x="568" y="6"/>
                  </a:lnTo>
                  <a:lnTo>
                    <a:pt x="560" y="6"/>
                  </a:lnTo>
                  <a:lnTo>
                    <a:pt x="551" y="5"/>
                  </a:lnTo>
                  <a:lnTo>
                    <a:pt x="543" y="4"/>
                  </a:lnTo>
                  <a:lnTo>
                    <a:pt x="537" y="3"/>
                  </a:lnTo>
                  <a:lnTo>
                    <a:pt x="53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1" name="Google Shape;1031;p23"/>
            <p:cNvSpPr/>
            <p:nvPr/>
          </p:nvSpPr>
          <p:spPr>
            <a:xfrm>
              <a:off x="2715" y="2118"/>
              <a:ext cx="83" cy="142"/>
            </a:xfrm>
            <a:custGeom>
              <a:rect b="b" l="l" r="r" t="t"/>
              <a:pathLst>
                <a:path extrusionOk="0" h="142" w="83">
                  <a:moveTo>
                    <a:pt x="83" y="0"/>
                  </a:moveTo>
                  <a:lnTo>
                    <a:pt x="75" y="1"/>
                  </a:lnTo>
                  <a:lnTo>
                    <a:pt x="68" y="3"/>
                  </a:lnTo>
                  <a:lnTo>
                    <a:pt x="60" y="7"/>
                  </a:lnTo>
                  <a:lnTo>
                    <a:pt x="54" y="10"/>
                  </a:lnTo>
                  <a:lnTo>
                    <a:pt x="46" y="15"/>
                  </a:lnTo>
                  <a:lnTo>
                    <a:pt x="41" y="19"/>
                  </a:lnTo>
                  <a:lnTo>
                    <a:pt x="35" y="25"/>
                  </a:lnTo>
                  <a:lnTo>
                    <a:pt x="30" y="30"/>
                  </a:lnTo>
                  <a:lnTo>
                    <a:pt x="20" y="43"/>
                  </a:lnTo>
                  <a:lnTo>
                    <a:pt x="10" y="60"/>
                  </a:lnTo>
                  <a:lnTo>
                    <a:pt x="2" y="79"/>
                  </a:lnTo>
                  <a:lnTo>
                    <a:pt x="2" y="94"/>
                  </a:lnTo>
                  <a:lnTo>
                    <a:pt x="5" y="107"/>
                  </a:lnTo>
                  <a:lnTo>
                    <a:pt x="5" y="119"/>
                  </a:lnTo>
                  <a:lnTo>
                    <a:pt x="4" y="130"/>
                  </a:lnTo>
                  <a:lnTo>
                    <a:pt x="0" y="142"/>
                  </a:lnTo>
                  <a:lnTo>
                    <a:pt x="7" y="129"/>
                  </a:lnTo>
                  <a:lnTo>
                    <a:pt x="12" y="115"/>
                  </a:lnTo>
                  <a:lnTo>
                    <a:pt x="14" y="100"/>
                  </a:lnTo>
                  <a:lnTo>
                    <a:pt x="12" y="88"/>
                  </a:lnTo>
                  <a:lnTo>
                    <a:pt x="12" y="78"/>
                  </a:lnTo>
                  <a:lnTo>
                    <a:pt x="16" y="63"/>
                  </a:lnTo>
                  <a:lnTo>
                    <a:pt x="22" y="50"/>
                  </a:lnTo>
                  <a:lnTo>
                    <a:pt x="29" y="40"/>
                  </a:lnTo>
                  <a:lnTo>
                    <a:pt x="33" y="37"/>
                  </a:lnTo>
                  <a:lnTo>
                    <a:pt x="39" y="31"/>
                  </a:lnTo>
                  <a:lnTo>
                    <a:pt x="46" y="26"/>
                  </a:lnTo>
                  <a:lnTo>
                    <a:pt x="55" y="20"/>
                  </a:lnTo>
                  <a:lnTo>
                    <a:pt x="63" y="14"/>
                  </a:lnTo>
                  <a:lnTo>
                    <a:pt x="70" y="8"/>
                  </a:lnTo>
                  <a:lnTo>
                    <a:pt x="78" y="3"/>
                  </a:lnTo>
                  <a:lnTo>
                    <a:pt x="83"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2" name="Google Shape;1032;p23"/>
            <p:cNvSpPr/>
            <p:nvPr/>
          </p:nvSpPr>
          <p:spPr>
            <a:xfrm>
              <a:off x="2688" y="2273"/>
              <a:ext cx="28" cy="93"/>
            </a:xfrm>
            <a:custGeom>
              <a:rect b="b" l="l" r="r" t="t"/>
              <a:pathLst>
                <a:path extrusionOk="0" h="93" w="28">
                  <a:moveTo>
                    <a:pt x="22" y="0"/>
                  </a:moveTo>
                  <a:lnTo>
                    <a:pt x="22" y="11"/>
                  </a:lnTo>
                  <a:lnTo>
                    <a:pt x="22" y="25"/>
                  </a:lnTo>
                  <a:lnTo>
                    <a:pt x="20" y="41"/>
                  </a:lnTo>
                  <a:lnTo>
                    <a:pt x="13" y="52"/>
                  </a:lnTo>
                  <a:lnTo>
                    <a:pt x="4" y="63"/>
                  </a:lnTo>
                  <a:lnTo>
                    <a:pt x="0" y="76"/>
                  </a:lnTo>
                  <a:lnTo>
                    <a:pt x="0" y="88"/>
                  </a:lnTo>
                  <a:lnTo>
                    <a:pt x="5" y="93"/>
                  </a:lnTo>
                  <a:lnTo>
                    <a:pt x="4" y="84"/>
                  </a:lnTo>
                  <a:lnTo>
                    <a:pt x="7" y="76"/>
                  </a:lnTo>
                  <a:lnTo>
                    <a:pt x="10" y="69"/>
                  </a:lnTo>
                  <a:lnTo>
                    <a:pt x="17" y="61"/>
                  </a:lnTo>
                  <a:lnTo>
                    <a:pt x="23" y="51"/>
                  </a:lnTo>
                  <a:lnTo>
                    <a:pt x="28" y="35"/>
                  </a:lnTo>
                  <a:lnTo>
                    <a:pt x="28" y="17"/>
                  </a:lnTo>
                  <a:lnTo>
                    <a:pt x="22"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3" name="Google Shape;1033;p23"/>
            <p:cNvSpPr/>
            <p:nvPr/>
          </p:nvSpPr>
          <p:spPr>
            <a:xfrm>
              <a:off x="2816" y="2126"/>
              <a:ext cx="49" cy="174"/>
            </a:xfrm>
            <a:custGeom>
              <a:rect b="b" l="l" r="r" t="t"/>
              <a:pathLst>
                <a:path extrusionOk="0" h="174" w="49">
                  <a:moveTo>
                    <a:pt x="0" y="0"/>
                  </a:moveTo>
                  <a:lnTo>
                    <a:pt x="8" y="5"/>
                  </a:lnTo>
                  <a:lnTo>
                    <a:pt x="17" y="10"/>
                  </a:lnTo>
                  <a:lnTo>
                    <a:pt x="26" y="13"/>
                  </a:lnTo>
                  <a:lnTo>
                    <a:pt x="35" y="18"/>
                  </a:lnTo>
                  <a:lnTo>
                    <a:pt x="42" y="29"/>
                  </a:lnTo>
                  <a:lnTo>
                    <a:pt x="48" y="46"/>
                  </a:lnTo>
                  <a:lnTo>
                    <a:pt x="49" y="64"/>
                  </a:lnTo>
                  <a:lnTo>
                    <a:pt x="46" y="79"/>
                  </a:lnTo>
                  <a:lnTo>
                    <a:pt x="41" y="98"/>
                  </a:lnTo>
                  <a:lnTo>
                    <a:pt x="39" y="126"/>
                  </a:lnTo>
                  <a:lnTo>
                    <a:pt x="39" y="153"/>
                  </a:lnTo>
                  <a:lnTo>
                    <a:pt x="41" y="174"/>
                  </a:lnTo>
                  <a:lnTo>
                    <a:pt x="34" y="157"/>
                  </a:lnTo>
                  <a:lnTo>
                    <a:pt x="31" y="129"/>
                  </a:lnTo>
                  <a:lnTo>
                    <a:pt x="32" y="101"/>
                  </a:lnTo>
                  <a:lnTo>
                    <a:pt x="36" y="75"/>
                  </a:lnTo>
                  <a:lnTo>
                    <a:pt x="39" y="66"/>
                  </a:lnTo>
                  <a:lnTo>
                    <a:pt x="39" y="58"/>
                  </a:lnTo>
                  <a:lnTo>
                    <a:pt x="37" y="49"/>
                  </a:lnTo>
                  <a:lnTo>
                    <a:pt x="35" y="40"/>
                  </a:lnTo>
                  <a:lnTo>
                    <a:pt x="31" y="31"/>
                  </a:lnTo>
                  <a:lnTo>
                    <a:pt x="24" y="22"/>
                  </a:lnTo>
                  <a:lnTo>
                    <a:pt x="13" y="12"/>
                  </a:lnTo>
                  <a:lnTo>
                    <a:pt x="0"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4" name="Google Shape;1034;p23"/>
            <p:cNvSpPr/>
            <p:nvPr/>
          </p:nvSpPr>
          <p:spPr>
            <a:xfrm>
              <a:off x="2861" y="2325"/>
              <a:ext cx="21" cy="47"/>
            </a:xfrm>
            <a:custGeom>
              <a:rect b="b" l="l" r="r" t="t"/>
              <a:pathLst>
                <a:path extrusionOk="0" h="47" w="21">
                  <a:moveTo>
                    <a:pt x="6" y="0"/>
                  </a:moveTo>
                  <a:lnTo>
                    <a:pt x="10" y="5"/>
                  </a:lnTo>
                  <a:lnTo>
                    <a:pt x="14" y="12"/>
                  </a:lnTo>
                  <a:lnTo>
                    <a:pt x="18" y="19"/>
                  </a:lnTo>
                  <a:lnTo>
                    <a:pt x="20" y="27"/>
                  </a:lnTo>
                  <a:lnTo>
                    <a:pt x="21" y="35"/>
                  </a:lnTo>
                  <a:lnTo>
                    <a:pt x="19" y="41"/>
                  </a:lnTo>
                  <a:lnTo>
                    <a:pt x="11" y="45"/>
                  </a:lnTo>
                  <a:lnTo>
                    <a:pt x="0" y="47"/>
                  </a:lnTo>
                  <a:lnTo>
                    <a:pt x="6" y="41"/>
                  </a:lnTo>
                  <a:lnTo>
                    <a:pt x="11" y="33"/>
                  </a:lnTo>
                  <a:lnTo>
                    <a:pt x="13" y="21"/>
                  </a:lnTo>
                  <a:lnTo>
                    <a:pt x="6"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5" name="Google Shape;1035;p23"/>
            <p:cNvSpPr/>
            <p:nvPr/>
          </p:nvSpPr>
          <p:spPr>
            <a:xfrm>
              <a:off x="2740" y="2191"/>
              <a:ext cx="21" cy="135"/>
            </a:xfrm>
            <a:custGeom>
              <a:rect b="b" l="l" r="r" t="t"/>
              <a:pathLst>
                <a:path extrusionOk="0" h="135" w="21">
                  <a:moveTo>
                    <a:pt x="20" y="0"/>
                  </a:moveTo>
                  <a:lnTo>
                    <a:pt x="15" y="20"/>
                  </a:lnTo>
                  <a:lnTo>
                    <a:pt x="11" y="44"/>
                  </a:lnTo>
                  <a:lnTo>
                    <a:pt x="8" y="67"/>
                  </a:lnTo>
                  <a:lnTo>
                    <a:pt x="9" y="85"/>
                  </a:lnTo>
                  <a:lnTo>
                    <a:pt x="11" y="98"/>
                  </a:lnTo>
                  <a:lnTo>
                    <a:pt x="11" y="112"/>
                  </a:lnTo>
                  <a:lnTo>
                    <a:pt x="8" y="125"/>
                  </a:lnTo>
                  <a:lnTo>
                    <a:pt x="0" y="135"/>
                  </a:lnTo>
                  <a:lnTo>
                    <a:pt x="13" y="127"/>
                  </a:lnTo>
                  <a:lnTo>
                    <a:pt x="20" y="113"/>
                  </a:lnTo>
                  <a:lnTo>
                    <a:pt x="21" y="99"/>
                  </a:lnTo>
                  <a:lnTo>
                    <a:pt x="19" y="86"/>
                  </a:lnTo>
                  <a:lnTo>
                    <a:pt x="15" y="70"/>
                  </a:lnTo>
                  <a:lnTo>
                    <a:pt x="15" y="48"/>
                  </a:lnTo>
                  <a:lnTo>
                    <a:pt x="16" y="22"/>
                  </a:lnTo>
                  <a:lnTo>
                    <a:pt x="20"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6" name="Google Shape;1036;p23"/>
            <p:cNvSpPr/>
            <p:nvPr/>
          </p:nvSpPr>
          <p:spPr>
            <a:xfrm>
              <a:off x="2794" y="2157"/>
              <a:ext cx="20" cy="83"/>
            </a:xfrm>
            <a:custGeom>
              <a:rect b="b" l="l" r="r" t="t"/>
              <a:pathLst>
                <a:path extrusionOk="0" h="83" w="20">
                  <a:moveTo>
                    <a:pt x="0" y="0"/>
                  </a:moveTo>
                  <a:lnTo>
                    <a:pt x="5" y="16"/>
                  </a:lnTo>
                  <a:lnTo>
                    <a:pt x="12" y="37"/>
                  </a:lnTo>
                  <a:lnTo>
                    <a:pt x="17" y="61"/>
                  </a:lnTo>
                  <a:lnTo>
                    <a:pt x="15" y="83"/>
                  </a:lnTo>
                  <a:lnTo>
                    <a:pt x="20" y="65"/>
                  </a:lnTo>
                  <a:lnTo>
                    <a:pt x="19" y="39"/>
                  </a:lnTo>
                  <a:lnTo>
                    <a:pt x="10" y="15"/>
                  </a:lnTo>
                  <a:lnTo>
                    <a:pt x="0"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7" name="Google Shape;1037;p23"/>
            <p:cNvSpPr/>
            <p:nvPr/>
          </p:nvSpPr>
          <p:spPr>
            <a:xfrm>
              <a:off x="2811" y="2284"/>
              <a:ext cx="20" cy="82"/>
            </a:xfrm>
            <a:custGeom>
              <a:rect b="b" l="l" r="r" t="t"/>
              <a:pathLst>
                <a:path extrusionOk="0" h="82" w="20">
                  <a:moveTo>
                    <a:pt x="0" y="0"/>
                  </a:moveTo>
                  <a:lnTo>
                    <a:pt x="3" y="13"/>
                  </a:lnTo>
                  <a:lnTo>
                    <a:pt x="10" y="36"/>
                  </a:lnTo>
                  <a:lnTo>
                    <a:pt x="12" y="60"/>
                  </a:lnTo>
                  <a:lnTo>
                    <a:pt x="5" y="82"/>
                  </a:lnTo>
                  <a:lnTo>
                    <a:pt x="16" y="68"/>
                  </a:lnTo>
                  <a:lnTo>
                    <a:pt x="20" y="49"/>
                  </a:lnTo>
                  <a:lnTo>
                    <a:pt x="15" y="25"/>
                  </a:lnTo>
                  <a:lnTo>
                    <a:pt x="0" y="0"/>
                  </a:lnTo>
                  <a:close/>
                </a:path>
              </a:pathLst>
            </a:custGeom>
            <a:solidFill>
              <a:srgbClr val="7A42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8" name="Google Shape;1038;p23"/>
            <p:cNvSpPr/>
            <p:nvPr/>
          </p:nvSpPr>
          <p:spPr>
            <a:xfrm>
              <a:off x="2274" y="2478"/>
              <a:ext cx="50" cy="47"/>
            </a:xfrm>
            <a:custGeom>
              <a:rect b="b" l="l" r="r" t="t"/>
              <a:pathLst>
                <a:path extrusionOk="0" h="47" w="50">
                  <a:moveTo>
                    <a:pt x="50" y="14"/>
                  </a:moveTo>
                  <a:lnTo>
                    <a:pt x="49" y="7"/>
                  </a:lnTo>
                  <a:lnTo>
                    <a:pt x="45" y="2"/>
                  </a:lnTo>
                  <a:lnTo>
                    <a:pt x="40" y="0"/>
                  </a:lnTo>
                  <a:lnTo>
                    <a:pt x="31" y="0"/>
                  </a:lnTo>
                  <a:lnTo>
                    <a:pt x="26" y="1"/>
                  </a:lnTo>
                  <a:lnTo>
                    <a:pt x="20" y="4"/>
                  </a:lnTo>
                  <a:lnTo>
                    <a:pt x="15" y="7"/>
                  </a:lnTo>
                  <a:lnTo>
                    <a:pt x="8" y="12"/>
                  </a:lnTo>
                  <a:lnTo>
                    <a:pt x="3" y="17"/>
                  </a:lnTo>
                  <a:lnTo>
                    <a:pt x="1" y="22"/>
                  </a:lnTo>
                  <a:lnTo>
                    <a:pt x="0" y="26"/>
                  </a:lnTo>
                  <a:lnTo>
                    <a:pt x="2" y="31"/>
                  </a:lnTo>
                  <a:lnTo>
                    <a:pt x="10" y="38"/>
                  </a:lnTo>
                  <a:lnTo>
                    <a:pt x="16" y="43"/>
                  </a:lnTo>
                  <a:lnTo>
                    <a:pt x="21" y="46"/>
                  </a:lnTo>
                  <a:lnTo>
                    <a:pt x="29" y="47"/>
                  </a:lnTo>
                  <a:lnTo>
                    <a:pt x="30" y="36"/>
                  </a:lnTo>
                  <a:lnTo>
                    <a:pt x="35" y="26"/>
                  </a:lnTo>
                  <a:lnTo>
                    <a:pt x="42" y="19"/>
                  </a:lnTo>
                  <a:lnTo>
                    <a:pt x="50" y="14"/>
                  </a:lnTo>
                  <a:close/>
                </a:path>
              </a:pathLst>
            </a:custGeom>
            <a:solidFill>
              <a:srgbClr val="EDE2D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39" name="Google Shape;1039;p23"/>
            <p:cNvSpPr/>
            <p:nvPr/>
          </p:nvSpPr>
          <p:spPr>
            <a:xfrm>
              <a:off x="2741" y="2650"/>
              <a:ext cx="110" cy="30"/>
            </a:xfrm>
            <a:custGeom>
              <a:rect b="b" l="l" r="r" t="t"/>
              <a:pathLst>
                <a:path extrusionOk="0" h="30" w="110">
                  <a:moveTo>
                    <a:pt x="9" y="4"/>
                  </a:moveTo>
                  <a:lnTo>
                    <a:pt x="17" y="6"/>
                  </a:lnTo>
                  <a:lnTo>
                    <a:pt x="25" y="9"/>
                  </a:lnTo>
                  <a:lnTo>
                    <a:pt x="38" y="11"/>
                  </a:lnTo>
                  <a:lnTo>
                    <a:pt x="51" y="12"/>
                  </a:lnTo>
                  <a:lnTo>
                    <a:pt x="65" y="12"/>
                  </a:lnTo>
                  <a:lnTo>
                    <a:pt x="78" y="10"/>
                  </a:lnTo>
                  <a:lnTo>
                    <a:pt x="91" y="8"/>
                  </a:lnTo>
                  <a:lnTo>
                    <a:pt x="104" y="2"/>
                  </a:lnTo>
                  <a:lnTo>
                    <a:pt x="107" y="0"/>
                  </a:lnTo>
                  <a:lnTo>
                    <a:pt x="110" y="2"/>
                  </a:lnTo>
                  <a:lnTo>
                    <a:pt x="110" y="5"/>
                  </a:lnTo>
                  <a:lnTo>
                    <a:pt x="106" y="10"/>
                  </a:lnTo>
                  <a:lnTo>
                    <a:pt x="95" y="20"/>
                  </a:lnTo>
                  <a:lnTo>
                    <a:pt x="83" y="26"/>
                  </a:lnTo>
                  <a:lnTo>
                    <a:pt x="71" y="29"/>
                  </a:lnTo>
                  <a:lnTo>
                    <a:pt x="58" y="30"/>
                  </a:lnTo>
                  <a:lnTo>
                    <a:pt x="46" y="29"/>
                  </a:lnTo>
                  <a:lnTo>
                    <a:pt x="33" y="27"/>
                  </a:lnTo>
                  <a:lnTo>
                    <a:pt x="22" y="21"/>
                  </a:lnTo>
                  <a:lnTo>
                    <a:pt x="12" y="15"/>
                  </a:lnTo>
                  <a:lnTo>
                    <a:pt x="3" y="8"/>
                  </a:lnTo>
                  <a:lnTo>
                    <a:pt x="0" y="4"/>
                  </a:lnTo>
                  <a:lnTo>
                    <a:pt x="3" y="2"/>
                  </a:lnTo>
                  <a:lnTo>
                    <a:pt x="9"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40" name="Google Shape;1040;p23"/>
            <p:cNvSpPr/>
            <p:nvPr/>
          </p:nvSpPr>
          <p:spPr>
            <a:xfrm>
              <a:off x="2944" y="2411"/>
              <a:ext cx="422" cy="148"/>
            </a:xfrm>
            <a:custGeom>
              <a:rect b="b" l="l" r="r" t="t"/>
              <a:pathLst>
                <a:path extrusionOk="0" h="148" w="422">
                  <a:moveTo>
                    <a:pt x="48" y="0"/>
                  </a:moveTo>
                  <a:lnTo>
                    <a:pt x="54" y="2"/>
                  </a:lnTo>
                  <a:lnTo>
                    <a:pt x="62" y="5"/>
                  </a:lnTo>
                  <a:lnTo>
                    <a:pt x="72" y="8"/>
                  </a:lnTo>
                  <a:lnTo>
                    <a:pt x="82" y="12"/>
                  </a:lnTo>
                  <a:lnTo>
                    <a:pt x="92" y="16"/>
                  </a:lnTo>
                  <a:lnTo>
                    <a:pt x="102" y="19"/>
                  </a:lnTo>
                  <a:lnTo>
                    <a:pt x="111" y="22"/>
                  </a:lnTo>
                  <a:lnTo>
                    <a:pt x="117" y="23"/>
                  </a:lnTo>
                  <a:lnTo>
                    <a:pt x="122" y="24"/>
                  </a:lnTo>
                  <a:lnTo>
                    <a:pt x="130" y="25"/>
                  </a:lnTo>
                  <a:lnTo>
                    <a:pt x="138" y="25"/>
                  </a:lnTo>
                  <a:lnTo>
                    <a:pt x="146" y="26"/>
                  </a:lnTo>
                  <a:lnTo>
                    <a:pt x="154" y="26"/>
                  </a:lnTo>
                  <a:lnTo>
                    <a:pt x="162" y="28"/>
                  </a:lnTo>
                  <a:lnTo>
                    <a:pt x="169" y="29"/>
                  </a:lnTo>
                  <a:lnTo>
                    <a:pt x="174" y="31"/>
                  </a:lnTo>
                  <a:lnTo>
                    <a:pt x="179" y="32"/>
                  </a:lnTo>
                  <a:lnTo>
                    <a:pt x="185" y="34"/>
                  </a:lnTo>
                  <a:lnTo>
                    <a:pt x="193" y="34"/>
                  </a:lnTo>
                  <a:lnTo>
                    <a:pt x="199" y="34"/>
                  </a:lnTo>
                  <a:lnTo>
                    <a:pt x="207" y="34"/>
                  </a:lnTo>
                  <a:lnTo>
                    <a:pt x="214" y="32"/>
                  </a:lnTo>
                  <a:lnTo>
                    <a:pt x="222" y="31"/>
                  </a:lnTo>
                  <a:lnTo>
                    <a:pt x="228" y="31"/>
                  </a:lnTo>
                  <a:lnTo>
                    <a:pt x="236" y="31"/>
                  </a:lnTo>
                  <a:lnTo>
                    <a:pt x="243" y="30"/>
                  </a:lnTo>
                  <a:lnTo>
                    <a:pt x="251" y="29"/>
                  </a:lnTo>
                  <a:lnTo>
                    <a:pt x="259" y="29"/>
                  </a:lnTo>
                  <a:lnTo>
                    <a:pt x="265" y="29"/>
                  </a:lnTo>
                  <a:lnTo>
                    <a:pt x="272" y="29"/>
                  </a:lnTo>
                  <a:lnTo>
                    <a:pt x="279" y="29"/>
                  </a:lnTo>
                  <a:lnTo>
                    <a:pt x="285" y="30"/>
                  </a:lnTo>
                  <a:lnTo>
                    <a:pt x="291" y="30"/>
                  </a:lnTo>
                  <a:lnTo>
                    <a:pt x="299" y="30"/>
                  </a:lnTo>
                  <a:lnTo>
                    <a:pt x="308" y="30"/>
                  </a:lnTo>
                  <a:lnTo>
                    <a:pt x="317" y="29"/>
                  </a:lnTo>
                  <a:lnTo>
                    <a:pt x="324" y="28"/>
                  </a:lnTo>
                  <a:lnTo>
                    <a:pt x="332" y="25"/>
                  </a:lnTo>
                  <a:lnTo>
                    <a:pt x="338" y="24"/>
                  </a:lnTo>
                  <a:lnTo>
                    <a:pt x="343" y="23"/>
                  </a:lnTo>
                  <a:lnTo>
                    <a:pt x="352" y="22"/>
                  </a:lnTo>
                  <a:lnTo>
                    <a:pt x="361" y="20"/>
                  </a:lnTo>
                  <a:lnTo>
                    <a:pt x="368" y="23"/>
                  </a:lnTo>
                  <a:lnTo>
                    <a:pt x="373" y="28"/>
                  </a:lnTo>
                  <a:lnTo>
                    <a:pt x="376" y="35"/>
                  </a:lnTo>
                  <a:lnTo>
                    <a:pt x="378" y="41"/>
                  </a:lnTo>
                  <a:lnTo>
                    <a:pt x="378" y="46"/>
                  </a:lnTo>
                  <a:lnTo>
                    <a:pt x="378" y="48"/>
                  </a:lnTo>
                  <a:lnTo>
                    <a:pt x="382" y="48"/>
                  </a:lnTo>
                  <a:lnTo>
                    <a:pt x="388" y="48"/>
                  </a:lnTo>
                  <a:lnTo>
                    <a:pt x="393" y="48"/>
                  </a:lnTo>
                  <a:lnTo>
                    <a:pt x="400" y="48"/>
                  </a:lnTo>
                  <a:lnTo>
                    <a:pt x="405" y="49"/>
                  </a:lnTo>
                  <a:lnTo>
                    <a:pt x="410" y="52"/>
                  </a:lnTo>
                  <a:lnTo>
                    <a:pt x="415" y="53"/>
                  </a:lnTo>
                  <a:lnTo>
                    <a:pt x="417" y="56"/>
                  </a:lnTo>
                  <a:lnTo>
                    <a:pt x="421" y="66"/>
                  </a:lnTo>
                  <a:lnTo>
                    <a:pt x="422" y="80"/>
                  </a:lnTo>
                  <a:lnTo>
                    <a:pt x="420" y="95"/>
                  </a:lnTo>
                  <a:lnTo>
                    <a:pt x="412" y="105"/>
                  </a:lnTo>
                  <a:lnTo>
                    <a:pt x="407" y="109"/>
                  </a:lnTo>
                  <a:lnTo>
                    <a:pt x="401" y="113"/>
                  </a:lnTo>
                  <a:lnTo>
                    <a:pt x="393" y="115"/>
                  </a:lnTo>
                  <a:lnTo>
                    <a:pt x="385" y="116"/>
                  </a:lnTo>
                  <a:lnTo>
                    <a:pt x="377" y="119"/>
                  </a:lnTo>
                  <a:lnTo>
                    <a:pt x="368" y="119"/>
                  </a:lnTo>
                  <a:lnTo>
                    <a:pt x="361" y="120"/>
                  </a:lnTo>
                  <a:lnTo>
                    <a:pt x="353" y="120"/>
                  </a:lnTo>
                  <a:lnTo>
                    <a:pt x="347" y="127"/>
                  </a:lnTo>
                  <a:lnTo>
                    <a:pt x="339" y="133"/>
                  </a:lnTo>
                  <a:lnTo>
                    <a:pt x="329" y="138"/>
                  </a:lnTo>
                  <a:lnTo>
                    <a:pt x="318" y="139"/>
                  </a:lnTo>
                  <a:lnTo>
                    <a:pt x="309" y="139"/>
                  </a:lnTo>
                  <a:lnTo>
                    <a:pt x="296" y="139"/>
                  </a:lnTo>
                  <a:lnTo>
                    <a:pt x="281" y="140"/>
                  </a:lnTo>
                  <a:lnTo>
                    <a:pt x="264" y="141"/>
                  </a:lnTo>
                  <a:lnTo>
                    <a:pt x="246" y="143"/>
                  </a:lnTo>
                  <a:lnTo>
                    <a:pt x="230" y="143"/>
                  </a:lnTo>
                  <a:lnTo>
                    <a:pt x="216" y="144"/>
                  </a:lnTo>
                  <a:lnTo>
                    <a:pt x="206" y="145"/>
                  </a:lnTo>
                  <a:lnTo>
                    <a:pt x="198" y="146"/>
                  </a:lnTo>
                  <a:lnTo>
                    <a:pt x="192" y="147"/>
                  </a:lnTo>
                  <a:lnTo>
                    <a:pt x="184" y="148"/>
                  </a:lnTo>
                  <a:lnTo>
                    <a:pt x="179" y="148"/>
                  </a:lnTo>
                  <a:lnTo>
                    <a:pt x="173" y="148"/>
                  </a:lnTo>
                  <a:lnTo>
                    <a:pt x="167" y="148"/>
                  </a:lnTo>
                  <a:lnTo>
                    <a:pt x="160" y="148"/>
                  </a:lnTo>
                  <a:lnTo>
                    <a:pt x="153" y="147"/>
                  </a:lnTo>
                  <a:lnTo>
                    <a:pt x="145" y="145"/>
                  </a:lnTo>
                  <a:lnTo>
                    <a:pt x="138" y="144"/>
                  </a:lnTo>
                  <a:lnTo>
                    <a:pt x="130" y="141"/>
                  </a:lnTo>
                  <a:lnTo>
                    <a:pt x="121" y="139"/>
                  </a:lnTo>
                  <a:lnTo>
                    <a:pt x="114" y="138"/>
                  </a:lnTo>
                  <a:lnTo>
                    <a:pt x="107" y="137"/>
                  </a:lnTo>
                  <a:lnTo>
                    <a:pt x="101" y="137"/>
                  </a:lnTo>
                  <a:lnTo>
                    <a:pt x="96" y="137"/>
                  </a:lnTo>
                  <a:lnTo>
                    <a:pt x="88" y="137"/>
                  </a:lnTo>
                  <a:lnTo>
                    <a:pt x="82" y="135"/>
                  </a:lnTo>
                  <a:lnTo>
                    <a:pt x="75" y="132"/>
                  </a:lnTo>
                  <a:lnTo>
                    <a:pt x="63" y="128"/>
                  </a:lnTo>
                  <a:lnTo>
                    <a:pt x="56" y="126"/>
                  </a:lnTo>
                  <a:lnTo>
                    <a:pt x="48" y="122"/>
                  </a:lnTo>
                  <a:lnTo>
                    <a:pt x="39" y="119"/>
                  </a:lnTo>
                  <a:lnTo>
                    <a:pt x="32" y="116"/>
                  </a:lnTo>
                  <a:lnTo>
                    <a:pt x="24" y="113"/>
                  </a:lnTo>
                  <a:lnTo>
                    <a:pt x="17" y="110"/>
                  </a:lnTo>
                  <a:lnTo>
                    <a:pt x="10" y="108"/>
                  </a:lnTo>
                  <a:lnTo>
                    <a:pt x="5" y="105"/>
                  </a:lnTo>
                  <a:lnTo>
                    <a:pt x="0" y="101"/>
                  </a:lnTo>
                  <a:lnTo>
                    <a:pt x="1" y="95"/>
                  </a:lnTo>
                  <a:lnTo>
                    <a:pt x="8" y="91"/>
                  </a:lnTo>
                  <a:lnTo>
                    <a:pt x="17" y="95"/>
                  </a:lnTo>
                  <a:lnTo>
                    <a:pt x="23" y="98"/>
                  </a:lnTo>
                  <a:lnTo>
                    <a:pt x="30" y="103"/>
                  </a:lnTo>
                  <a:lnTo>
                    <a:pt x="39" y="109"/>
                  </a:lnTo>
                  <a:lnTo>
                    <a:pt x="48" y="114"/>
                  </a:lnTo>
                  <a:lnTo>
                    <a:pt x="57" y="119"/>
                  </a:lnTo>
                  <a:lnTo>
                    <a:pt x="67" y="123"/>
                  </a:lnTo>
                  <a:lnTo>
                    <a:pt x="75" y="127"/>
                  </a:lnTo>
                  <a:lnTo>
                    <a:pt x="82" y="128"/>
                  </a:lnTo>
                  <a:lnTo>
                    <a:pt x="90" y="128"/>
                  </a:lnTo>
                  <a:lnTo>
                    <a:pt x="97" y="128"/>
                  </a:lnTo>
                  <a:lnTo>
                    <a:pt x="105" y="128"/>
                  </a:lnTo>
                  <a:lnTo>
                    <a:pt x="112" y="128"/>
                  </a:lnTo>
                  <a:lnTo>
                    <a:pt x="120" y="128"/>
                  </a:lnTo>
                  <a:lnTo>
                    <a:pt x="127" y="128"/>
                  </a:lnTo>
                  <a:lnTo>
                    <a:pt x="134" y="129"/>
                  </a:lnTo>
                  <a:lnTo>
                    <a:pt x="140" y="131"/>
                  </a:lnTo>
                  <a:lnTo>
                    <a:pt x="145" y="132"/>
                  </a:lnTo>
                  <a:lnTo>
                    <a:pt x="151" y="133"/>
                  </a:lnTo>
                  <a:lnTo>
                    <a:pt x="156" y="134"/>
                  </a:lnTo>
                  <a:lnTo>
                    <a:pt x="163" y="135"/>
                  </a:lnTo>
                  <a:lnTo>
                    <a:pt x="168" y="135"/>
                  </a:lnTo>
                  <a:lnTo>
                    <a:pt x="174" y="137"/>
                  </a:lnTo>
                  <a:lnTo>
                    <a:pt x="180" y="137"/>
                  </a:lnTo>
                  <a:lnTo>
                    <a:pt x="188" y="137"/>
                  </a:lnTo>
                  <a:lnTo>
                    <a:pt x="196" y="137"/>
                  </a:lnTo>
                  <a:lnTo>
                    <a:pt x="206" y="137"/>
                  </a:lnTo>
                  <a:lnTo>
                    <a:pt x="217" y="135"/>
                  </a:lnTo>
                  <a:lnTo>
                    <a:pt x="228" y="135"/>
                  </a:lnTo>
                  <a:lnTo>
                    <a:pt x="240" y="135"/>
                  </a:lnTo>
                  <a:lnTo>
                    <a:pt x="250" y="134"/>
                  </a:lnTo>
                  <a:lnTo>
                    <a:pt x="257" y="134"/>
                  </a:lnTo>
                  <a:lnTo>
                    <a:pt x="264" y="134"/>
                  </a:lnTo>
                  <a:lnTo>
                    <a:pt x="269" y="134"/>
                  </a:lnTo>
                  <a:lnTo>
                    <a:pt x="275" y="134"/>
                  </a:lnTo>
                  <a:lnTo>
                    <a:pt x="281" y="134"/>
                  </a:lnTo>
                  <a:lnTo>
                    <a:pt x="289" y="134"/>
                  </a:lnTo>
                  <a:lnTo>
                    <a:pt x="295" y="134"/>
                  </a:lnTo>
                  <a:lnTo>
                    <a:pt x="301" y="133"/>
                  </a:lnTo>
                  <a:lnTo>
                    <a:pt x="308" y="132"/>
                  </a:lnTo>
                  <a:lnTo>
                    <a:pt x="313" y="131"/>
                  </a:lnTo>
                  <a:lnTo>
                    <a:pt x="322" y="126"/>
                  </a:lnTo>
                  <a:lnTo>
                    <a:pt x="332" y="119"/>
                  </a:lnTo>
                  <a:lnTo>
                    <a:pt x="340" y="110"/>
                  </a:lnTo>
                  <a:lnTo>
                    <a:pt x="347" y="99"/>
                  </a:lnTo>
                  <a:lnTo>
                    <a:pt x="353" y="85"/>
                  </a:lnTo>
                  <a:lnTo>
                    <a:pt x="361" y="67"/>
                  </a:lnTo>
                  <a:lnTo>
                    <a:pt x="363" y="49"/>
                  </a:lnTo>
                  <a:lnTo>
                    <a:pt x="358" y="36"/>
                  </a:lnTo>
                  <a:lnTo>
                    <a:pt x="353" y="36"/>
                  </a:lnTo>
                  <a:lnTo>
                    <a:pt x="348" y="36"/>
                  </a:lnTo>
                  <a:lnTo>
                    <a:pt x="340" y="36"/>
                  </a:lnTo>
                  <a:lnTo>
                    <a:pt x="334" y="37"/>
                  </a:lnTo>
                  <a:lnTo>
                    <a:pt x="327" y="38"/>
                  </a:lnTo>
                  <a:lnTo>
                    <a:pt x="320" y="40"/>
                  </a:lnTo>
                  <a:lnTo>
                    <a:pt x="314" y="41"/>
                  </a:lnTo>
                  <a:lnTo>
                    <a:pt x="309" y="41"/>
                  </a:lnTo>
                  <a:lnTo>
                    <a:pt x="304" y="41"/>
                  </a:lnTo>
                  <a:lnTo>
                    <a:pt x="299" y="41"/>
                  </a:lnTo>
                  <a:lnTo>
                    <a:pt x="294" y="40"/>
                  </a:lnTo>
                  <a:lnTo>
                    <a:pt x="289" y="38"/>
                  </a:lnTo>
                  <a:lnTo>
                    <a:pt x="283" y="38"/>
                  </a:lnTo>
                  <a:lnTo>
                    <a:pt x="277" y="37"/>
                  </a:lnTo>
                  <a:lnTo>
                    <a:pt x="271" y="37"/>
                  </a:lnTo>
                  <a:lnTo>
                    <a:pt x="266" y="37"/>
                  </a:lnTo>
                  <a:lnTo>
                    <a:pt x="260" y="37"/>
                  </a:lnTo>
                  <a:lnTo>
                    <a:pt x="254" y="37"/>
                  </a:lnTo>
                  <a:lnTo>
                    <a:pt x="247" y="38"/>
                  </a:lnTo>
                  <a:lnTo>
                    <a:pt x="242" y="40"/>
                  </a:lnTo>
                  <a:lnTo>
                    <a:pt x="236" y="41"/>
                  </a:lnTo>
                  <a:lnTo>
                    <a:pt x="230" y="41"/>
                  </a:lnTo>
                  <a:lnTo>
                    <a:pt x="225" y="42"/>
                  </a:lnTo>
                  <a:lnTo>
                    <a:pt x="221" y="43"/>
                  </a:lnTo>
                  <a:lnTo>
                    <a:pt x="217" y="44"/>
                  </a:lnTo>
                  <a:lnTo>
                    <a:pt x="212" y="46"/>
                  </a:lnTo>
                  <a:lnTo>
                    <a:pt x="206" y="46"/>
                  </a:lnTo>
                  <a:lnTo>
                    <a:pt x="199" y="47"/>
                  </a:lnTo>
                  <a:lnTo>
                    <a:pt x="193" y="47"/>
                  </a:lnTo>
                  <a:lnTo>
                    <a:pt x="187" y="46"/>
                  </a:lnTo>
                  <a:lnTo>
                    <a:pt x="180" y="44"/>
                  </a:lnTo>
                  <a:lnTo>
                    <a:pt x="174" y="43"/>
                  </a:lnTo>
                  <a:lnTo>
                    <a:pt x="168" y="41"/>
                  </a:lnTo>
                  <a:lnTo>
                    <a:pt x="162" y="40"/>
                  </a:lnTo>
                  <a:lnTo>
                    <a:pt x="155" y="37"/>
                  </a:lnTo>
                  <a:lnTo>
                    <a:pt x="149" y="35"/>
                  </a:lnTo>
                  <a:lnTo>
                    <a:pt x="143" y="34"/>
                  </a:lnTo>
                  <a:lnTo>
                    <a:pt x="136" y="32"/>
                  </a:lnTo>
                  <a:lnTo>
                    <a:pt x="130" y="31"/>
                  </a:lnTo>
                  <a:lnTo>
                    <a:pt x="125" y="31"/>
                  </a:lnTo>
                  <a:lnTo>
                    <a:pt x="119" y="31"/>
                  </a:lnTo>
                  <a:lnTo>
                    <a:pt x="110" y="29"/>
                  </a:lnTo>
                  <a:lnTo>
                    <a:pt x="98" y="26"/>
                  </a:lnTo>
                  <a:lnTo>
                    <a:pt x="87" y="23"/>
                  </a:lnTo>
                  <a:lnTo>
                    <a:pt x="76" y="18"/>
                  </a:lnTo>
                  <a:lnTo>
                    <a:pt x="64" y="12"/>
                  </a:lnTo>
                  <a:lnTo>
                    <a:pt x="56" y="6"/>
                  </a:lnTo>
                  <a:lnTo>
                    <a:pt x="4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41" name="Google Shape;1041;p23"/>
            <p:cNvSpPr/>
            <p:nvPr/>
          </p:nvSpPr>
          <p:spPr>
            <a:xfrm>
              <a:off x="3306" y="2471"/>
              <a:ext cx="47" cy="49"/>
            </a:xfrm>
            <a:custGeom>
              <a:rect b="b" l="l" r="r" t="t"/>
              <a:pathLst>
                <a:path extrusionOk="0" h="49" w="47">
                  <a:moveTo>
                    <a:pt x="13" y="2"/>
                  </a:moveTo>
                  <a:lnTo>
                    <a:pt x="11" y="11"/>
                  </a:lnTo>
                  <a:lnTo>
                    <a:pt x="9" y="24"/>
                  </a:lnTo>
                  <a:lnTo>
                    <a:pt x="5" y="38"/>
                  </a:lnTo>
                  <a:lnTo>
                    <a:pt x="0" y="49"/>
                  </a:lnTo>
                  <a:lnTo>
                    <a:pt x="9" y="48"/>
                  </a:lnTo>
                  <a:lnTo>
                    <a:pt x="18" y="47"/>
                  </a:lnTo>
                  <a:lnTo>
                    <a:pt x="26" y="43"/>
                  </a:lnTo>
                  <a:lnTo>
                    <a:pt x="34" y="39"/>
                  </a:lnTo>
                  <a:lnTo>
                    <a:pt x="40" y="35"/>
                  </a:lnTo>
                  <a:lnTo>
                    <a:pt x="44" y="29"/>
                  </a:lnTo>
                  <a:lnTo>
                    <a:pt x="47" y="23"/>
                  </a:lnTo>
                  <a:lnTo>
                    <a:pt x="47" y="17"/>
                  </a:lnTo>
                  <a:lnTo>
                    <a:pt x="43" y="6"/>
                  </a:lnTo>
                  <a:lnTo>
                    <a:pt x="35" y="1"/>
                  </a:lnTo>
                  <a:lnTo>
                    <a:pt x="26" y="0"/>
                  </a:lnTo>
                  <a:lnTo>
                    <a:pt x="13" y="2"/>
                  </a:lnTo>
                  <a:close/>
                </a:path>
              </a:pathLst>
            </a:custGeom>
            <a:solidFill>
              <a:srgbClr val="EDE2D6"/>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42" name="Google Shape;1042;p23"/>
            <p:cNvSpPr/>
            <p:nvPr/>
          </p:nvSpPr>
          <p:spPr>
            <a:xfrm>
              <a:off x="2582" y="2854"/>
              <a:ext cx="71" cy="280"/>
            </a:xfrm>
            <a:custGeom>
              <a:rect b="b" l="l" r="r" t="t"/>
              <a:pathLst>
                <a:path extrusionOk="0" h="280" w="71">
                  <a:moveTo>
                    <a:pt x="63" y="5"/>
                  </a:moveTo>
                  <a:lnTo>
                    <a:pt x="60" y="17"/>
                  </a:lnTo>
                  <a:lnTo>
                    <a:pt x="56" y="32"/>
                  </a:lnTo>
                  <a:lnTo>
                    <a:pt x="53" y="49"/>
                  </a:lnTo>
                  <a:lnTo>
                    <a:pt x="51" y="63"/>
                  </a:lnTo>
                  <a:lnTo>
                    <a:pt x="48" y="80"/>
                  </a:lnTo>
                  <a:lnTo>
                    <a:pt x="47" y="101"/>
                  </a:lnTo>
                  <a:lnTo>
                    <a:pt x="43" y="122"/>
                  </a:lnTo>
                  <a:lnTo>
                    <a:pt x="37" y="139"/>
                  </a:lnTo>
                  <a:lnTo>
                    <a:pt x="29" y="159"/>
                  </a:lnTo>
                  <a:lnTo>
                    <a:pt x="24" y="189"/>
                  </a:lnTo>
                  <a:lnTo>
                    <a:pt x="19" y="218"/>
                  </a:lnTo>
                  <a:lnTo>
                    <a:pt x="14" y="236"/>
                  </a:lnTo>
                  <a:lnTo>
                    <a:pt x="8" y="245"/>
                  </a:lnTo>
                  <a:lnTo>
                    <a:pt x="4" y="255"/>
                  </a:lnTo>
                  <a:lnTo>
                    <a:pt x="0" y="265"/>
                  </a:lnTo>
                  <a:lnTo>
                    <a:pt x="0" y="273"/>
                  </a:lnTo>
                  <a:lnTo>
                    <a:pt x="3" y="278"/>
                  </a:lnTo>
                  <a:lnTo>
                    <a:pt x="7" y="280"/>
                  </a:lnTo>
                  <a:lnTo>
                    <a:pt x="11" y="278"/>
                  </a:lnTo>
                  <a:lnTo>
                    <a:pt x="14" y="271"/>
                  </a:lnTo>
                  <a:lnTo>
                    <a:pt x="18" y="255"/>
                  </a:lnTo>
                  <a:lnTo>
                    <a:pt x="23" y="230"/>
                  </a:lnTo>
                  <a:lnTo>
                    <a:pt x="28" y="205"/>
                  </a:lnTo>
                  <a:lnTo>
                    <a:pt x="32" y="188"/>
                  </a:lnTo>
                  <a:lnTo>
                    <a:pt x="37" y="177"/>
                  </a:lnTo>
                  <a:lnTo>
                    <a:pt x="42" y="164"/>
                  </a:lnTo>
                  <a:lnTo>
                    <a:pt x="47" y="151"/>
                  </a:lnTo>
                  <a:lnTo>
                    <a:pt x="51" y="140"/>
                  </a:lnTo>
                  <a:lnTo>
                    <a:pt x="52" y="127"/>
                  </a:lnTo>
                  <a:lnTo>
                    <a:pt x="55" y="110"/>
                  </a:lnTo>
                  <a:lnTo>
                    <a:pt x="57" y="92"/>
                  </a:lnTo>
                  <a:lnTo>
                    <a:pt x="58" y="79"/>
                  </a:lnTo>
                  <a:lnTo>
                    <a:pt x="61" y="65"/>
                  </a:lnTo>
                  <a:lnTo>
                    <a:pt x="65" y="46"/>
                  </a:lnTo>
                  <a:lnTo>
                    <a:pt x="70" y="28"/>
                  </a:lnTo>
                  <a:lnTo>
                    <a:pt x="71" y="17"/>
                  </a:lnTo>
                  <a:lnTo>
                    <a:pt x="71" y="11"/>
                  </a:lnTo>
                  <a:lnTo>
                    <a:pt x="70" y="4"/>
                  </a:lnTo>
                  <a:lnTo>
                    <a:pt x="67" y="0"/>
                  </a:lnTo>
                  <a:lnTo>
                    <a:pt x="63"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43" name="Google Shape;1043;p23"/>
            <p:cNvSpPr/>
            <p:nvPr/>
          </p:nvSpPr>
          <p:spPr>
            <a:xfrm>
              <a:off x="2570" y="2847"/>
              <a:ext cx="428" cy="355"/>
            </a:xfrm>
            <a:custGeom>
              <a:rect b="b" l="l" r="r" t="t"/>
              <a:pathLst>
                <a:path extrusionOk="0" h="355" w="428">
                  <a:moveTo>
                    <a:pt x="11" y="293"/>
                  </a:moveTo>
                  <a:lnTo>
                    <a:pt x="15" y="298"/>
                  </a:lnTo>
                  <a:lnTo>
                    <a:pt x="19" y="303"/>
                  </a:lnTo>
                  <a:lnTo>
                    <a:pt x="24" y="308"/>
                  </a:lnTo>
                  <a:lnTo>
                    <a:pt x="29" y="312"/>
                  </a:lnTo>
                  <a:lnTo>
                    <a:pt x="34" y="317"/>
                  </a:lnTo>
                  <a:lnTo>
                    <a:pt x="40" y="321"/>
                  </a:lnTo>
                  <a:lnTo>
                    <a:pt x="46" y="323"/>
                  </a:lnTo>
                  <a:lnTo>
                    <a:pt x="54" y="326"/>
                  </a:lnTo>
                  <a:lnTo>
                    <a:pt x="62" y="327"/>
                  </a:lnTo>
                  <a:lnTo>
                    <a:pt x="70" y="328"/>
                  </a:lnTo>
                  <a:lnTo>
                    <a:pt x="79" y="329"/>
                  </a:lnTo>
                  <a:lnTo>
                    <a:pt x="87" y="329"/>
                  </a:lnTo>
                  <a:lnTo>
                    <a:pt x="94" y="329"/>
                  </a:lnTo>
                  <a:lnTo>
                    <a:pt x="102" y="329"/>
                  </a:lnTo>
                  <a:lnTo>
                    <a:pt x="108" y="328"/>
                  </a:lnTo>
                  <a:lnTo>
                    <a:pt x="113" y="327"/>
                  </a:lnTo>
                  <a:lnTo>
                    <a:pt x="122" y="322"/>
                  </a:lnTo>
                  <a:lnTo>
                    <a:pt x="132" y="317"/>
                  </a:lnTo>
                  <a:lnTo>
                    <a:pt x="142" y="316"/>
                  </a:lnTo>
                  <a:lnTo>
                    <a:pt x="150" y="318"/>
                  </a:lnTo>
                  <a:lnTo>
                    <a:pt x="154" y="322"/>
                  </a:lnTo>
                  <a:lnTo>
                    <a:pt x="157" y="326"/>
                  </a:lnTo>
                  <a:lnTo>
                    <a:pt x="164" y="330"/>
                  </a:lnTo>
                  <a:lnTo>
                    <a:pt x="171" y="334"/>
                  </a:lnTo>
                  <a:lnTo>
                    <a:pt x="179" y="337"/>
                  </a:lnTo>
                  <a:lnTo>
                    <a:pt x="188" y="341"/>
                  </a:lnTo>
                  <a:lnTo>
                    <a:pt x="196" y="342"/>
                  </a:lnTo>
                  <a:lnTo>
                    <a:pt x="207" y="343"/>
                  </a:lnTo>
                  <a:lnTo>
                    <a:pt x="217" y="343"/>
                  </a:lnTo>
                  <a:lnTo>
                    <a:pt x="228" y="341"/>
                  </a:lnTo>
                  <a:lnTo>
                    <a:pt x="238" y="339"/>
                  </a:lnTo>
                  <a:lnTo>
                    <a:pt x="248" y="336"/>
                  </a:lnTo>
                  <a:lnTo>
                    <a:pt x="258" y="331"/>
                  </a:lnTo>
                  <a:lnTo>
                    <a:pt x="266" y="328"/>
                  </a:lnTo>
                  <a:lnTo>
                    <a:pt x="272" y="323"/>
                  </a:lnTo>
                  <a:lnTo>
                    <a:pt x="277" y="318"/>
                  </a:lnTo>
                  <a:lnTo>
                    <a:pt x="282" y="315"/>
                  </a:lnTo>
                  <a:lnTo>
                    <a:pt x="288" y="311"/>
                  </a:lnTo>
                  <a:lnTo>
                    <a:pt x="296" y="309"/>
                  </a:lnTo>
                  <a:lnTo>
                    <a:pt x="305" y="306"/>
                  </a:lnTo>
                  <a:lnTo>
                    <a:pt x="314" y="306"/>
                  </a:lnTo>
                  <a:lnTo>
                    <a:pt x="321" y="306"/>
                  </a:lnTo>
                  <a:lnTo>
                    <a:pt x="330" y="308"/>
                  </a:lnTo>
                  <a:lnTo>
                    <a:pt x="336" y="310"/>
                  </a:lnTo>
                  <a:lnTo>
                    <a:pt x="345" y="312"/>
                  </a:lnTo>
                  <a:lnTo>
                    <a:pt x="355" y="312"/>
                  </a:lnTo>
                  <a:lnTo>
                    <a:pt x="368" y="312"/>
                  </a:lnTo>
                  <a:lnTo>
                    <a:pt x="380" y="312"/>
                  </a:lnTo>
                  <a:lnTo>
                    <a:pt x="392" y="310"/>
                  </a:lnTo>
                  <a:lnTo>
                    <a:pt x="402" y="308"/>
                  </a:lnTo>
                  <a:lnTo>
                    <a:pt x="411" y="303"/>
                  </a:lnTo>
                  <a:lnTo>
                    <a:pt x="416" y="298"/>
                  </a:lnTo>
                  <a:lnTo>
                    <a:pt x="408" y="270"/>
                  </a:lnTo>
                  <a:lnTo>
                    <a:pt x="401" y="231"/>
                  </a:lnTo>
                  <a:lnTo>
                    <a:pt x="391" y="189"/>
                  </a:lnTo>
                  <a:lnTo>
                    <a:pt x="380" y="155"/>
                  </a:lnTo>
                  <a:lnTo>
                    <a:pt x="370" y="121"/>
                  </a:lnTo>
                  <a:lnTo>
                    <a:pt x="363" y="78"/>
                  </a:lnTo>
                  <a:lnTo>
                    <a:pt x="359" y="35"/>
                  </a:lnTo>
                  <a:lnTo>
                    <a:pt x="360" y="3"/>
                  </a:lnTo>
                  <a:lnTo>
                    <a:pt x="364" y="1"/>
                  </a:lnTo>
                  <a:lnTo>
                    <a:pt x="368" y="0"/>
                  </a:lnTo>
                  <a:lnTo>
                    <a:pt x="370" y="3"/>
                  </a:lnTo>
                  <a:lnTo>
                    <a:pt x="369" y="11"/>
                  </a:lnTo>
                  <a:lnTo>
                    <a:pt x="369" y="29"/>
                  </a:lnTo>
                  <a:lnTo>
                    <a:pt x="372" y="57"/>
                  </a:lnTo>
                  <a:lnTo>
                    <a:pt x="377" y="87"/>
                  </a:lnTo>
                  <a:lnTo>
                    <a:pt x="383" y="111"/>
                  </a:lnTo>
                  <a:lnTo>
                    <a:pt x="389" y="135"/>
                  </a:lnTo>
                  <a:lnTo>
                    <a:pt x="398" y="166"/>
                  </a:lnTo>
                  <a:lnTo>
                    <a:pt x="404" y="195"/>
                  </a:lnTo>
                  <a:lnTo>
                    <a:pt x="409" y="214"/>
                  </a:lnTo>
                  <a:lnTo>
                    <a:pt x="415" y="233"/>
                  </a:lnTo>
                  <a:lnTo>
                    <a:pt x="422" y="260"/>
                  </a:lnTo>
                  <a:lnTo>
                    <a:pt x="428" y="286"/>
                  </a:lnTo>
                  <a:lnTo>
                    <a:pt x="428" y="303"/>
                  </a:lnTo>
                  <a:lnTo>
                    <a:pt x="426" y="308"/>
                  </a:lnTo>
                  <a:lnTo>
                    <a:pt x="421" y="312"/>
                  </a:lnTo>
                  <a:lnTo>
                    <a:pt x="415" y="316"/>
                  </a:lnTo>
                  <a:lnTo>
                    <a:pt x="408" y="320"/>
                  </a:lnTo>
                  <a:lnTo>
                    <a:pt x="401" y="323"/>
                  </a:lnTo>
                  <a:lnTo>
                    <a:pt x="392" y="324"/>
                  </a:lnTo>
                  <a:lnTo>
                    <a:pt x="384" y="327"/>
                  </a:lnTo>
                  <a:lnTo>
                    <a:pt x="377" y="327"/>
                  </a:lnTo>
                  <a:lnTo>
                    <a:pt x="369" y="327"/>
                  </a:lnTo>
                  <a:lnTo>
                    <a:pt x="360" y="326"/>
                  </a:lnTo>
                  <a:lnTo>
                    <a:pt x="350" y="323"/>
                  </a:lnTo>
                  <a:lnTo>
                    <a:pt x="341" y="322"/>
                  </a:lnTo>
                  <a:lnTo>
                    <a:pt x="331" y="320"/>
                  </a:lnTo>
                  <a:lnTo>
                    <a:pt x="323" y="318"/>
                  </a:lnTo>
                  <a:lnTo>
                    <a:pt x="315" y="318"/>
                  </a:lnTo>
                  <a:lnTo>
                    <a:pt x="309" y="318"/>
                  </a:lnTo>
                  <a:lnTo>
                    <a:pt x="302" y="320"/>
                  </a:lnTo>
                  <a:lnTo>
                    <a:pt x="296" y="322"/>
                  </a:lnTo>
                  <a:lnTo>
                    <a:pt x="290" y="324"/>
                  </a:lnTo>
                  <a:lnTo>
                    <a:pt x="282" y="327"/>
                  </a:lnTo>
                  <a:lnTo>
                    <a:pt x="276" y="330"/>
                  </a:lnTo>
                  <a:lnTo>
                    <a:pt x="270" y="334"/>
                  </a:lnTo>
                  <a:lnTo>
                    <a:pt x="265" y="339"/>
                  </a:lnTo>
                  <a:lnTo>
                    <a:pt x="259" y="343"/>
                  </a:lnTo>
                  <a:lnTo>
                    <a:pt x="253" y="348"/>
                  </a:lnTo>
                  <a:lnTo>
                    <a:pt x="244" y="352"/>
                  </a:lnTo>
                  <a:lnTo>
                    <a:pt x="232" y="354"/>
                  </a:lnTo>
                  <a:lnTo>
                    <a:pt x="219" y="355"/>
                  </a:lnTo>
                  <a:lnTo>
                    <a:pt x="205" y="355"/>
                  </a:lnTo>
                  <a:lnTo>
                    <a:pt x="191" y="353"/>
                  </a:lnTo>
                  <a:lnTo>
                    <a:pt x="178" y="349"/>
                  </a:lnTo>
                  <a:lnTo>
                    <a:pt x="166" y="345"/>
                  </a:lnTo>
                  <a:lnTo>
                    <a:pt x="166" y="343"/>
                  </a:lnTo>
                  <a:lnTo>
                    <a:pt x="165" y="340"/>
                  </a:lnTo>
                  <a:lnTo>
                    <a:pt x="161" y="335"/>
                  </a:lnTo>
                  <a:lnTo>
                    <a:pt x="154" y="329"/>
                  </a:lnTo>
                  <a:lnTo>
                    <a:pt x="146" y="326"/>
                  </a:lnTo>
                  <a:lnTo>
                    <a:pt x="138" y="326"/>
                  </a:lnTo>
                  <a:lnTo>
                    <a:pt x="131" y="329"/>
                  </a:lnTo>
                  <a:lnTo>
                    <a:pt x="123" y="333"/>
                  </a:lnTo>
                  <a:lnTo>
                    <a:pt x="118" y="335"/>
                  </a:lnTo>
                  <a:lnTo>
                    <a:pt x="113" y="336"/>
                  </a:lnTo>
                  <a:lnTo>
                    <a:pt x="107" y="339"/>
                  </a:lnTo>
                  <a:lnTo>
                    <a:pt x="101" y="339"/>
                  </a:lnTo>
                  <a:lnTo>
                    <a:pt x="93" y="340"/>
                  </a:lnTo>
                  <a:lnTo>
                    <a:pt x="86" y="340"/>
                  </a:lnTo>
                  <a:lnTo>
                    <a:pt x="77" y="340"/>
                  </a:lnTo>
                  <a:lnTo>
                    <a:pt x="69" y="339"/>
                  </a:lnTo>
                  <a:lnTo>
                    <a:pt x="62" y="337"/>
                  </a:lnTo>
                  <a:lnTo>
                    <a:pt x="53" y="335"/>
                  </a:lnTo>
                  <a:lnTo>
                    <a:pt x="45" y="333"/>
                  </a:lnTo>
                  <a:lnTo>
                    <a:pt x="39" y="330"/>
                  </a:lnTo>
                  <a:lnTo>
                    <a:pt x="31" y="328"/>
                  </a:lnTo>
                  <a:lnTo>
                    <a:pt x="25" y="326"/>
                  </a:lnTo>
                  <a:lnTo>
                    <a:pt x="19" y="323"/>
                  </a:lnTo>
                  <a:lnTo>
                    <a:pt x="12" y="322"/>
                  </a:lnTo>
                  <a:lnTo>
                    <a:pt x="4" y="317"/>
                  </a:lnTo>
                  <a:lnTo>
                    <a:pt x="0" y="308"/>
                  </a:lnTo>
                  <a:lnTo>
                    <a:pt x="2" y="299"/>
                  </a:lnTo>
                  <a:lnTo>
                    <a:pt x="11" y="2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44" name="Google Shape;1044;p23"/>
            <p:cNvSpPr/>
            <p:nvPr/>
          </p:nvSpPr>
          <p:spPr>
            <a:xfrm>
              <a:off x="2656" y="3193"/>
              <a:ext cx="131" cy="379"/>
            </a:xfrm>
            <a:custGeom>
              <a:rect b="b" l="l" r="r" t="t"/>
              <a:pathLst>
                <a:path extrusionOk="0" h="379" w="131">
                  <a:moveTo>
                    <a:pt x="15" y="2"/>
                  </a:moveTo>
                  <a:lnTo>
                    <a:pt x="12" y="23"/>
                  </a:lnTo>
                  <a:lnTo>
                    <a:pt x="11" y="56"/>
                  </a:lnTo>
                  <a:lnTo>
                    <a:pt x="12" y="91"/>
                  </a:lnTo>
                  <a:lnTo>
                    <a:pt x="15" y="115"/>
                  </a:lnTo>
                  <a:lnTo>
                    <a:pt x="20" y="139"/>
                  </a:lnTo>
                  <a:lnTo>
                    <a:pt x="29" y="177"/>
                  </a:lnTo>
                  <a:lnTo>
                    <a:pt x="36" y="223"/>
                  </a:lnTo>
                  <a:lnTo>
                    <a:pt x="35" y="269"/>
                  </a:lnTo>
                  <a:lnTo>
                    <a:pt x="25" y="267"/>
                  </a:lnTo>
                  <a:lnTo>
                    <a:pt x="16" y="267"/>
                  </a:lnTo>
                  <a:lnTo>
                    <a:pt x="7" y="270"/>
                  </a:lnTo>
                  <a:lnTo>
                    <a:pt x="1" y="276"/>
                  </a:lnTo>
                  <a:lnTo>
                    <a:pt x="0" y="290"/>
                  </a:lnTo>
                  <a:lnTo>
                    <a:pt x="3" y="308"/>
                  </a:lnTo>
                  <a:lnTo>
                    <a:pt x="11" y="324"/>
                  </a:lnTo>
                  <a:lnTo>
                    <a:pt x="21" y="334"/>
                  </a:lnTo>
                  <a:lnTo>
                    <a:pt x="31" y="335"/>
                  </a:lnTo>
                  <a:lnTo>
                    <a:pt x="40" y="334"/>
                  </a:lnTo>
                  <a:lnTo>
                    <a:pt x="46" y="336"/>
                  </a:lnTo>
                  <a:lnTo>
                    <a:pt x="47" y="347"/>
                  </a:lnTo>
                  <a:lnTo>
                    <a:pt x="46" y="360"/>
                  </a:lnTo>
                  <a:lnTo>
                    <a:pt x="47" y="367"/>
                  </a:lnTo>
                  <a:lnTo>
                    <a:pt x="51" y="371"/>
                  </a:lnTo>
                  <a:lnTo>
                    <a:pt x="59" y="375"/>
                  </a:lnTo>
                  <a:lnTo>
                    <a:pt x="69" y="378"/>
                  </a:lnTo>
                  <a:lnTo>
                    <a:pt x="78" y="379"/>
                  </a:lnTo>
                  <a:lnTo>
                    <a:pt x="85" y="379"/>
                  </a:lnTo>
                  <a:lnTo>
                    <a:pt x="89" y="375"/>
                  </a:lnTo>
                  <a:lnTo>
                    <a:pt x="90" y="365"/>
                  </a:lnTo>
                  <a:lnTo>
                    <a:pt x="93" y="352"/>
                  </a:lnTo>
                  <a:lnTo>
                    <a:pt x="95" y="338"/>
                  </a:lnTo>
                  <a:lnTo>
                    <a:pt x="99" y="327"/>
                  </a:lnTo>
                  <a:lnTo>
                    <a:pt x="103" y="317"/>
                  </a:lnTo>
                  <a:lnTo>
                    <a:pt x="103" y="304"/>
                  </a:lnTo>
                  <a:lnTo>
                    <a:pt x="99" y="291"/>
                  </a:lnTo>
                  <a:lnTo>
                    <a:pt x="94" y="280"/>
                  </a:lnTo>
                  <a:lnTo>
                    <a:pt x="95" y="262"/>
                  </a:lnTo>
                  <a:lnTo>
                    <a:pt x="97" y="239"/>
                  </a:lnTo>
                  <a:lnTo>
                    <a:pt x="98" y="219"/>
                  </a:lnTo>
                  <a:lnTo>
                    <a:pt x="99" y="203"/>
                  </a:lnTo>
                  <a:lnTo>
                    <a:pt x="100" y="189"/>
                  </a:lnTo>
                  <a:lnTo>
                    <a:pt x="103" y="171"/>
                  </a:lnTo>
                  <a:lnTo>
                    <a:pt x="104" y="152"/>
                  </a:lnTo>
                  <a:lnTo>
                    <a:pt x="105" y="138"/>
                  </a:lnTo>
                  <a:lnTo>
                    <a:pt x="109" y="117"/>
                  </a:lnTo>
                  <a:lnTo>
                    <a:pt x="113" y="96"/>
                  </a:lnTo>
                  <a:lnTo>
                    <a:pt x="118" y="76"/>
                  </a:lnTo>
                  <a:lnTo>
                    <a:pt x="119" y="62"/>
                  </a:lnTo>
                  <a:lnTo>
                    <a:pt x="122" y="48"/>
                  </a:lnTo>
                  <a:lnTo>
                    <a:pt x="127" y="29"/>
                  </a:lnTo>
                  <a:lnTo>
                    <a:pt x="131" y="13"/>
                  </a:lnTo>
                  <a:lnTo>
                    <a:pt x="127" y="3"/>
                  </a:lnTo>
                  <a:lnTo>
                    <a:pt x="105" y="1"/>
                  </a:lnTo>
                  <a:lnTo>
                    <a:pt x="105" y="15"/>
                  </a:lnTo>
                  <a:lnTo>
                    <a:pt x="104" y="39"/>
                  </a:lnTo>
                  <a:lnTo>
                    <a:pt x="102" y="67"/>
                  </a:lnTo>
                  <a:lnTo>
                    <a:pt x="98" y="90"/>
                  </a:lnTo>
                  <a:lnTo>
                    <a:pt x="94" y="112"/>
                  </a:lnTo>
                  <a:lnTo>
                    <a:pt x="92" y="139"/>
                  </a:lnTo>
                  <a:lnTo>
                    <a:pt x="90" y="163"/>
                  </a:lnTo>
                  <a:lnTo>
                    <a:pt x="89" y="177"/>
                  </a:lnTo>
                  <a:lnTo>
                    <a:pt x="89" y="189"/>
                  </a:lnTo>
                  <a:lnTo>
                    <a:pt x="90" y="207"/>
                  </a:lnTo>
                  <a:lnTo>
                    <a:pt x="89" y="226"/>
                  </a:lnTo>
                  <a:lnTo>
                    <a:pt x="88" y="241"/>
                  </a:lnTo>
                  <a:lnTo>
                    <a:pt x="88" y="258"/>
                  </a:lnTo>
                  <a:lnTo>
                    <a:pt x="88" y="284"/>
                  </a:lnTo>
                  <a:lnTo>
                    <a:pt x="85" y="306"/>
                  </a:lnTo>
                  <a:lnTo>
                    <a:pt x="75" y="314"/>
                  </a:lnTo>
                  <a:lnTo>
                    <a:pt x="68" y="312"/>
                  </a:lnTo>
                  <a:lnTo>
                    <a:pt x="61" y="310"/>
                  </a:lnTo>
                  <a:lnTo>
                    <a:pt x="55" y="306"/>
                  </a:lnTo>
                  <a:lnTo>
                    <a:pt x="50" y="304"/>
                  </a:lnTo>
                  <a:lnTo>
                    <a:pt x="45" y="300"/>
                  </a:lnTo>
                  <a:lnTo>
                    <a:pt x="41" y="297"/>
                  </a:lnTo>
                  <a:lnTo>
                    <a:pt x="36" y="294"/>
                  </a:lnTo>
                  <a:lnTo>
                    <a:pt x="32" y="292"/>
                  </a:lnTo>
                  <a:lnTo>
                    <a:pt x="36" y="286"/>
                  </a:lnTo>
                  <a:lnTo>
                    <a:pt x="44" y="285"/>
                  </a:lnTo>
                  <a:lnTo>
                    <a:pt x="50" y="282"/>
                  </a:lnTo>
                  <a:lnTo>
                    <a:pt x="54" y="274"/>
                  </a:lnTo>
                  <a:lnTo>
                    <a:pt x="54" y="254"/>
                  </a:lnTo>
                  <a:lnTo>
                    <a:pt x="52" y="225"/>
                  </a:lnTo>
                  <a:lnTo>
                    <a:pt x="50" y="195"/>
                  </a:lnTo>
                  <a:lnTo>
                    <a:pt x="44" y="173"/>
                  </a:lnTo>
                  <a:lnTo>
                    <a:pt x="36" y="157"/>
                  </a:lnTo>
                  <a:lnTo>
                    <a:pt x="31" y="138"/>
                  </a:lnTo>
                  <a:lnTo>
                    <a:pt x="27" y="122"/>
                  </a:lnTo>
                  <a:lnTo>
                    <a:pt x="26" y="110"/>
                  </a:lnTo>
                  <a:lnTo>
                    <a:pt x="26" y="93"/>
                  </a:lnTo>
                  <a:lnTo>
                    <a:pt x="25" y="65"/>
                  </a:lnTo>
                  <a:lnTo>
                    <a:pt x="23" y="38"/>
                  </a:lnTo>
                  <a:lnTo>
                    <a:pt x="23" y="23"/>
                  </a:lnTo>
                  <a:lnTo>
                    <a:pt x="22" y="14"/>
                  </a:lnTo>
                  <a:lnTo>
                    <a:pt x="20" y="6"/>
                  </a:lnTo>
                  <a:lnTo>
                    <a:pt x="17" y="0"/>
                  </a:lnTo>
                  <a:lnTo>
                    <a:pt x="15"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45" name="Google Shape;1045;p23"/>
            <p:cNvSpPr/>
            <p:nvPr/>
          </p:nvSpPr>
          <p:spPr>
            <a:xfrm>
              <a:off x="2798" y="3159"/>
              <a:ext cx="125" cy="406"/>
            </a:xfrm>
            <a:custGeom>
              <a:rect b="b" l="l" r="r" t="t"/>
              <a:pathLst>
                <a:path extrusionOk="0" h="406" w="125">
                  <a:moveTo>
                    <a:pt x="0" y="57"/>
                  </a:moveTo>
                  <a:lnTo>
                    <a:pt x="1" y="71"/>
                  </a:lnTo>
                  <a:lnTo>
                    <a:pt x="4" y="96"/>
                  </a:lnTo>
                  <a:lnTo>
                    <a:pt x="5" y="122"/>
                  </a:lnTo>
                  <a:lnTo>
                    <a:pt x="6" y="140"/>
                  </a:lnTo>
                  <a:lnTo>
                    <a:pt x="9" y="157"/>
                  </a:lnTo>
                  <a:lnTo>
                    <a:pt x="14" y="180"/>
                  </a:lnTo>
                  <a:lnTo>
                    <a:pt x="19" y="204"/>
                  </a:lnTo>
                  <a:lnTo>
                    <a:pt x="20" y="221"/>
                  </a:lnTo>
                  <a:lnTo>
                    <a:pt x="20" y="239"/>
                  </a:lnTo>
                  <a:lnTo>
                    <a:pt x="23" y="265"/>
                  </a:lnTo>
                  <a:lnTo>
                    <a:pt x="26" y="292"/>
                  </a:lnTo>
                  <a:lnTo>
                    <a:pt x="25" y="313"/>
                  </a:lnTo>
                  <a:lnTo>
                    <a:pt x="21" y="327"/>
                  </a:lnTo>
                  <a:lnTo>
                    <a:pt x="18" y="343"/>
                  </a:lnTo>
                  <a:lnTo>
                    <a:pt x="16" y="357"/>
                  </a:lnTo>
                  <a:lnTo>
                    <a:pt x="20" y="368"/>
                  </a:lnTo>
                  <a:lnTo>
                    <a:pt x="26" y="376"/>
                  </a:lnTo>
                  <a:lnTo>
                    <a:pt x="30" y="386"/>
                  </a:lnTo>
                  <a:lnTo>
                    <a:pt x="33" y="394"/>
                  </a:lnTo>
                  <a:lnTo>
                    <a:pt x="33" y="403"/>
                  </a:lnTo>
                  <a:lnTo>
                    <a:pt x="37" y="404"/>
                  </a:lnTo>
                  <a:lnTo>
                    <a:pt x="43" y="405"/>
                  </a:lnTo>
                  <a:lnTo>
                    <a:pt x="48" y="406"/>
                  </a:lnTo>
                  <a:lnTo>
                    <a:pt x="54" y="406"/>
                  </a:lnTo>
                  <a:lnTo>
                    <a:pt x="60" y="406"/>
                  </a:lnTo>
                  <a:lnTo>
                    <a:pt x="67" y="406"/>
                  </a:lnTo>
                  <a:lnTo>
                    <a:pt x="72" y="405"/>
                  </a:lnTo>
                  <a:lnTo>
                    <a:pt x="76" y="403"/>
                  </a:lnTo>
                  <a:lnTo>
                    <a:pt x="77" y="393"/>
                  </a:lnTo>
                  <a:lnTo>
                    <a:pt x="78" y="381"/>
                  </a:lnTo>
                  <a:lnTo>
                    <a:pt x="81" y="374"/>
                  </a:lnTo>
                  <a:lnTo>
                    <a:pt x="87" y="372"/>
                  </a:lnTo>
                  <a:lnTo>
                    <a:pt x="92" y="372"/>
                  </a:lnTo>
                  <a:lnTo>
                    <a:pt x="97" y="369"/>
                  </a:lnTo>
                  <a:lnTo>
                    <a:pt x="103" y="364"/>
                  </a:lnTo>
                  <a:lnTo>
                    <a:pt x="110" y="360"/>
                  </a:lnTo>
                  <a:lnTo>
                    <a:pt x="115" y="352"/>
                  </a:lnTo>
                  <a:lnTo>
                    <a:pt x="120" y="346"/>
                  </a:lnTo>
                  <a:lnTo>
                    <a:pt x="123" y="340"/>
                  </a:lnTo>
                  <a:lnTo>
                    <a:pt x="125" y="334"/>
                  </a:lnTo>
                  <a:lnTo>
                    <a:pt x="123" y="325"/>
                  </a:lnTo>
                  <a:lnTo>
                    <a:pt x="118" y="316"/>
                  </a:lnTo>
                  <a:lnTo>
                    <a:pt x="107" y="313"/>
                  </a:lnTo>
                  <a:lnTo>
                    <a:pt x="92" y="314"/>
                  </a:lnTo>
                  <a:lnTo>
                    <a:pt x="91" y="297"/>
                  </a:lnTo>
                  <a:lnTo>
                    <a:pt x="91" y="275"/>
                  </a:lnTo>
                  <a:lnTo>
                    <a:pt x="92" y="251"/>
                  </a:lnTo>
                  <a:lnTo>
                    <a:pt x="96" y="228"/>
                  </a:lnTo>
                  <a:lnTo>
                    <a:pt x="98" y="203"/>
                  </a:lnTo>
                  <a:lnTo>
                    <a:pt x="100" y="173"/>
                  </a:lnTo>
                  <a:lnTo>
                    <a:pt x="100" y="144"/>
                  </a:lnTo>
                  <a:lnTo>
                    <a:pt x="100" y="124"/>
                  </a:lnTo>
                  <a:lnTo>
                    <a:pt x="101" y="100"/>
                  </a:lnTo>
                  <a:lnTo>
                    <a:pt x="105" y="63"/>
                  </a:lnTo>
                  <a:lnTo>
                    <a:pt x="108" y="28"/>
                  </a:lnTo>
                  <a:lnTo>
                    <a:pt x="112" y="5"/>
                  </a:lnTo>
                  <a:lnTo>
                    <a:pt x="96" y="0"/>
                  </a:lnTo>
                  <a:lnTo>
                    <a:pt x="92" y="22"/>
                  </a:lnTo>
                  <a:lnTo>
                    <a:pt x="89" y="52"/>
                  </a:lnTo>
                  <a:lnTo>
                    <a:pt x="87" y="83"/>
                  </a:lnTo>
                  <a:lnTo>
                    <a:pt x="86" y="109"/>
                  </a:lnTo>
                  <a:lnTo>
                    <a:pt x="86" y="134"/>
                  </a:lnTo>
                  <a:lnTo>
                    <a:pt x="86" y="164"/>
                  </a:lnTo>
                  <a:lnTo>
                    <a:pt x="86" y="194"/>
                  </a:lnTo>
                  <a:lnTo>
                    <a:pt x="82" y="223"/>
                  </a:lnTo>
                  <a:lnTo>
                    <a:pt x="78" y="253"/>
                  </a:lnTo>
                  <a:lnTo>
                    <a:pt x="76" y="284"/>
                  </a:lnTo>
                  <a:lnTo>
                    <a:pt x="73" y="313"/>
                  </a:lnTo>
                  <a:lnTo>
                    <a:pt x="69" y="331"/>
                  </a:lnTo>
                  <a:lnTo>
                    <a:pt x="60" y="338"/>
                  </a:lnTo>
                  <a:lnTo>
                    <a:pt x="48" y="337"/>
                  </a:lnTo>
                  <a:lnTo>
                    <a:pt x="38" y="328"/>
                  </a:lnTo>
                  <a:lnTo>
                    <a:pt x="34" y="315"/>
                  </a:lnTo>
                  <a:lnTo>
                    <a:pt x="35" y="301"/>
                  </a:lnTo>
                  <a:lnTo>
                    <a:pt x="37" y="284"/>
                  </a:lnTo>
                  <a:lnTo>
                    <a:pt x="35" y="267"/>
                  </a:lnTo>
                  <a:lnTo>
                    <a:pt x="34" y="252"/>
                  </a:lnTo>
                  <a:lnTo>
                    <a:pt x="31" y="230"/>
                  </a:lnTo>
                  <a:lnTo>
                    <a:pt x="29" y="203"/>
                  </a:lnTo>
                  <a:lnTo>
                    <a:pt x="25" y="175"/>
                  </a:lnTo>
                  <a:lnTo>
                    <a:pt x="23" y="158"/>
                  </a:lnTo>
                  <a:lnTo>
                    <a:pt x="21" y="145"/>
                  </a:lnTo>
                  <a:lnTo>
                    <a:pt x="19" y="128"/>
                  </a:lnTo>
                  <a:lnTo>
                    <a:pt x="16" y="110"/>
                  </a:lnTo>
                  <a:lnTo>
                    <a:pt x="15" y="97"/>
                  </a:lnTo>
                  <a:lnTo>
                    <a:pt x="15" y="85"/>
                  </a:lnTo>
                  <a:lnTo>
                    <a:pt x="13" y="75"/>
                  </a:lnTo>
                  <a:lnTo>
                    <a:pt x="8" y="64"/>
                  </a:lnTo>
                  <a:lnTo>
                    <a:pt x="0" y="5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46" name="Google Shape;1046;p23"/>
            <p:cNvSpPr/>
            <p:nvPr/>
          </p:nvSpPr>
          <p:spPr>
            <a:xfrm>
              <a:off x="2661" y="2882"/>
              <a:ext cx="45" cy="243"/>
            </a:xfrm>
            <a:custGeom>
              <a:rect b="b" l="l" r="r" t="t"/>
              <a:pathLst>
                <a:path extrusionOk="0" h="243" w="45">
                  <a:moveTo>
                    <a:pt x="32" y="4"/>
                  </a:moveTo>
                  <a:lnTo>
                    <a:pt x="32" y="21"/>
                  </a:lnTo>
                  <a:lnTo>
                    <a:pt x="30" y="51"/>
                  </a:lnTo>
                  <a:lnTo>
                    <a:pt x="27" y="81"/>
                  </a:lnTo>
                  <a:lnTo>
                    <a:pt x="24" y="100"/>
                  </a:lnTo>
                  <a:lnTo>
                    <a:pt x="17" y="124"/>
                  </a:lnTo>
                  <a:lnTo>
                    <a:pt x="10" y="166"/>
                  </a:lnTo>
                  <a:lnTo>
                    <a:pt x="2" y="210"/>
                  </a:lnTo>
                  <a:lnTo>
                    <a:pt x="0" y="243"/>
                  </a:lnTo>
                  <a:lnTo>
                    <a:pt x="3" y="234"/>
                  </a:lnTo>
                  <a:lnTo>
                    <a:pt x="8" y="221"/>
                  </a:lnTo>
                  <a:lnTo>
                    <a:pt x="13" y="208"/>
                  </a:lnTo>
                  <a:lnTo>
                    <a:pt x="16" y="203"/>
                  </a:lnTo>
                  <a:lnTo>
                    <a:pt x="16" y="208"/>
                  </a:lnTo>
                  <a:lnTo>
                    <a:pt x="17" y="213"/>
                  </a:lnTo>
                  <a:lnTo>
                    <a:pt x="18" y="217"/>
                  </a:lnTo>
                  <a:lnTo>
                    <a:pt x="18" y="219"/>
                  </a:lnTo>
                  <a:lnTo>
                    <a:pt x="24" y="204"/>
                  </a:lnTo>
                  <a:lnTo>
                    <a:pt x="26" y="184"/>
                  </a:lnTo>
                  <a:lnTo>
                    <a:pt x="26" y="161"/>
                  </a:lnTo>
                  <a:lnTo>
                    <a:pt x="29" y="142"/>
                  </a:lnTo>
                  <a:lnTo>
                    <a:pt x="34" y="115"/>
                  </a:lnTo>
                  <a:lnTo>
                    <a:pt x="40" y="75"/>
                  </a:lnTo>
                  <a:lnTo>
                    <a:pt x="45" y="37"/>
                  </a:lnTo>
                  <a:lnTo>
                    <a:pt x="45" y="15"/>
                  </a:lnTo>
                  <a:lnTo>
                    <a:pt x="42" y="7"/>
                  </a:lnTo>
                  <a:lnTo>
                    <a:pt x="37" y="1"/>
                  </a:lnTo>
                  <a:lnTo>
                    <a:pt x="34" y="0"/>
                  </a:lnTo>
                  <a:lnTo>
                    <a:pt x="32"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47" name="Google Shape;1047;p23"/>
            <p:cNvSpPr/>
            <p:nvPr/>
          </p:nvSpPr>
          <p:spPr>
            <a:xfrm>
              <a:off x="2768" y="2896"/>
              <a:ext cx="14" cy="201"/>
            </a:xfrm>
            <a:custGeom>
              <a:rect b="b" l="l" r="r" t="t"/>
              <a:pathLst>
                <a:path extrusionOk="0" h="201" w="14">
                  <a:moveTo>
                    <a:pt x="6" y="0"/>
                  </a:moveTo>
                  <a:lnTo>
                    <a:pt x="6" y="23"/>
                  </a:lnTo>
                  <a:lnTo>
                    <a:pt x="5" y="54"/>
                  </a:lnTo>
                  <a:lnTo>
                    <a:pt x="3" y="84"/>
                  </a:lnTo>
                  <a:lnTo>
                    <a:pt x="2" y="102"/>
                  </a:lnTo>
                  <a:lnTo>
                    <a:pt x="1" y="120"/>
                  </a:lnTo>
                  <a:lnTo>
                    <a:pt x="0" y="150"/>
                  </a:lnTo>
                  <a:lnTo>
                    <a:pt x="0" y="181"/>
                  </a:lnTo>
                  <a:lnTo>
                    <a:pt x="2" y="201"/>
                  </a:lnTo>
                  <a:lnTo>
                    <a:pt x="7" y="184"/>
                  </a:lnTo>
                  <a:lnTo>
                    <a:pt x="10" y="158"/>
                  </a:lnTo>
                  <a:lnTo>
                    <a:pt x="11" y="130"/>
                  </a:lnTo>
                  <a:lnTo>
                    <a:pt x="12" y="111"/>
                  </a:lnTo>
                  <a:lnTo>
                    <a:pt x="14" y="89"/>
                  </a:lnTo>
                  <a:lnTo>
                    <a:pt x="14" y="55"/>
                  </a:lnTo>
                  <a:lnTo>
                    <a:pt x="12" y="21"/>
                  </a:lnTo>
                  <a:lnTo>
                    <a:pt x="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48" name="Google Shape;1048;p23"/>
            <p:cNvSpPr/>
            <p:nvPr/>
          </p:nvSpPr>
          <p:spPr>
            <a:xfrm>
              <a:off x="2866" y="2882"/>
              <a:ext cx="38" cy="219"/>
            </a:xfrm>
            <a:custGeom>
              <a:rect b="b" l="l" r="r" t="t"/>
              <a:pathLst>
                <a:path extrusionOk="0" h="219" w="38">
                  <a:moveTo>
                    <a:pt x="3" y="0"/>
                  </a:moveTo>
                  <a:lnTo>
                    <a:pt x="1" y="13"/>
                  </a:lnTo>
                  <a:lnTo>
                    <a:pt x="0" y="35"/>
                  </a:lnTo>
                  <a:lnTo>
                    <a:pt x="0" y="64"/>
                  </a:lnTo>
                  <a:lnTo>
                    <a:pt x="1" y="98"/>
                  </a:lnTo>
                  <a:lnTo>
                    <a:pt x="5" y="132"/>
                  </a:lnTo>
                  <a:lnTo>
                    <a:pt x="11" y="166"/>
                  </a:lnTo>
                  <a:lnTo>
                    <a:pt x="23" y="196"/>
                  </a:lnTo>
                  <a:lnTo>
                    <a:pt x="38" y="219"/>
                  </a:lnTo>
                  <a:lnTo>
                    <a:pt x="33" y="203"/>
                  </a:lnTo>
                  <a:lnTo>
                    <a:pt x="27" y="182"/>
                  </a:lnTo>
                  <a:lnTo>
                    <a:pt x="20" y="160"/>
                  </a:lnTo>
                  <a:lnTo>
                    <a:pt x="15" y="143"/>
                  </a:lnTo>
                  <a:lnTo>
                    <a:pt x="13" y="119"/>
                  </a:lnTo>
                  <a:lnTo>
                    <a:pt x="9" y="80"/>
                  </a:lnTo>
                  <a:lnTo>
                    <a:pt x="6" y="35"/>
                  </a:lnTo>
                  <a:lnTo>
                    <a:pt x="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grpSp>
      <p:grpSp>
        <p:nvGrpSpPr>
          <p:cNvPr id="1049" name="Google Shape;1049;p23"/>
          <p:cNvGrpSpPr/>
          <p:nvPr/>
        </p:nvGrpSpPr>
        <p:grpSpPr>
          <a:xfrm>
            <a:off x="4572000" y="1981200"/>
            <a:ext cx="4114800" cy="4191000"/>
            <a:chOff x="2880" y="1248"/>
            <a:chExt cx="2592" cy="1320"/>
          </a:xfrm>
        </p:grpSpPr>
        <p:sp>
          <p:nvSpPr>
            <p:cNvPr id="1050" name="Google Shape;1050;p23"/>
            <p:cNvSpPr txBox="1"/>
            <p:nvPr/>
          </p:nvSpPr>
          <p:spPr>
            <a:xfrm>
              <a:off x="2880" y="1248"/>
              <a:ext cx="2592" cy="66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The Right Style</a:t>
              </a:r>
              <a:endParaRPr/>
            </a:p>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and Approach</a:t>
              </a:r>
              <a:endParaRPr/>
            </a:p>
          </p:txBody>
        </p:sp>
        <p:sp>
          <p:nvSpPr>
            <p:cNvPr id="1051" name="Google Shape;1051;p23"/>
            <p:cNvSpPr txBox="1"/>
            <p:nvPr/>
          </p:nvSpPr>
          <p:spPr>
            <a:xfrm>
              <a:off x="2880" y="1908"/>
              <a:ext cx="2592" cy="66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Proper Tone</a:t>
              </a:r>
              <a:endParaRPr/>
            </a:p>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and Format</a:t>
              </a:r>
              <a:endParaRPr/>
            </a:p>
          </p:txBody>
        </p:sp>
      </p:grpSp>
    </p:spTree>
  </p:cSld>
  <p:clrMapOvr>
    <a:masterClrMapping/>
  </p:clrMapOvr>
  <p:transition spd="slow">
    <p:checker/>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 </a:t>
            </a:r>
            <a:r>
              <a:rPr b="1" i="0" lang="en-US" sz="1200" u="none">
                <a:solidFill>
                  <a:schemeClr val="dk1"/>
                </a:solidFill>
                <a:latin typeface="Arial"/>
                <a:ea typeface="Arial"/>
                <a:cs typeface="Arial"/>
                <a:sym typeface="Arial"/>
              </a:rPr>
              <a:t>Prentice Hall, 2004</a:t>
            </a:r>
            <a:endParaRPr/>
          </a:p>
        </p:txBody>
      </p:sp>
      <p:sp>
        <p:nvSpPr>
          <p:cNvPr id="1058" name="Google Shape;1058;p2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059" name="Google Shape;1059;p2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13 - </a:t>
            </a:r>
            <a:fld id="{00000000-1234-1234-1234-123412341234}" type="slidenum">
              <a:rPr b="1" i="0" lang="en-US" sz="1200" u="none">
                <a:solidFill>
                  <a:schemeClr val="dk1"/>
                </a:solidFill>
                <a:latin typeface="Arial"/>
                <a:ea typeface="Arial"/>
                <a:cs typeface="Arial"/>
                <a:sym typeface="Arial"/>
              </a:rPr>
              <a:t>‹#›</a:t>
            </a:fld>
            <a:endParaRPr/>
          </a:p>
        </p:txBody>
      </p:sp>
      <p:sp>
        <p:nvSpPr>
          <p:cNvPr id="1060" name="Google Shape;1060;p24"/>
          <p:cNvSpPr txBox="1"/>
          <p:nvPr/>
        </p:nvSpPr>
        <p:spPr>
          <a:xfrm>
            <a:off x="457200" y="2819400"/>
            <a:ext cx="8229600" cy="3352800"/>
          </a:xfrm>
          <a:prstGeom prst="rect">
            <a:avLst/>
          </a:prstGeom>
          <a:solidFill>
            <a:srgbClr val="0033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
        <p:nvSpPr>
          <p:cNvPr id="1061" name="Google Shape;1061;p24"/>
          <p:cNvSpPr txBox="1"/>
          <p:nvPr/>
        </p:nvSpPr>
        <p:spPr>
          <a:xfrm>
            <a:off x="457200" y="381000"/>
            <a:ext cx="8229600" cy="2438400"/>
          </a:xfrm>
          <a:prstGeom prst="rect">
            <a:avLst/>
          </a:prstGeom>
          <a:solidFill>
            <a:srgbClr val="0033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6000"/>
              <a:buFont typeface="Tahoma"/>
              <a:buNone/>
            </a:pPr>
            <a:r>
              <a:rPr b="1" i="0" lang="en-US" sz="6000" u="none">
                <a:solidFill>
                  <a:schemeClr val="lt1"/>
                </a:solidFill>
                <a:latin typeface="Tahoma"/>
                <a:ea typeface="Tahoma"/>
                <a:cs typeface="Tahoma"/>
                <a:sym typeface="Tahoma"/>
              </a:rPr>
              <a:t>Other Employment</a:t>
            </a:r>
            <a:br>
              <a:rPr b="1" i="0" lang="en-US" sz="6000" u="none">
                <a:solidFill>
                  <a:schemeClr val="lt1"/>
                </a:solidFill>
                <a:latin typeface="Tahoma"/>
                <a:ea typeface="Tahoma"/>
                <a:cs typeface="Tahoma"/>
                <a:sym typeface="Tahoma"/>
              </a:rPr>
            </a:br>
            <a:r>
              <a:rPr b="1" i="0" lang="en-US" sz="6000" u="none">
                <a:solidFill>
                  <a:schemeClr val="lt1"/>
                </a:solidFill>
                <a:latin typeface="Tahoma"/>
                <a:ea typeface="Tahoma"/>
                <a:cs typeface="Tahoma"/>
                <a:sym typeface="Tahoma"/>
              </a:rPr>
              <a:t>Messages</a:t>
            </a:r>
            <a:endParaRPr/>
          </a:p>
        </p:txBody>
      </p:sp>
      <p:sp>
        <p:nvSpPr>
          <p:cNvPr id="1062" name="Google Shape;1062;p24"/>
          <p:cNvSpPr txBox="1"/>
          <p:nvPr/>
        </p:nvSpPr>
        <p:spPr>
          <a:xfrm>
            <a:off x="646112" y="3124200"/>
            <a:ext cx="3773487" cy="2768600"/>
          </a:xfrm>
          <a:prstGeom prst="rect">
            <a:avLst/>
          </a:prstGeom>
          <a:solidFill>
            <a:srgbClr val="003366"/>
          </a:solidFill>
          <a:ln cap="flat" cmpd="sng" w="9525">
            <a:solidFill>
              <a:schemeClr val="dk1"/>
            </a:solidFill>
            <a:prstDash val="solid"/>
            <a:miter lim="800000"/>
            <a:headEnd len="sm" w="sm" type="none"/>
            <a:tailEnd len="sm" w="sm" type="none"/>
          </a:ln>
          <a:effectLst>
            <a:outerShdw blurRad="63500" dir="2700000" dist="107763">
              <a:schemeClr val="dk1"/>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Job-Inquiry</a:t>
            </a:r>
            <a:endParaRPr/>
          </a:p>
          <a:p>
            <a:pPr indent="0" lvl="0" marL="0" marR="0" rtl="0" algn="ctr">
              <a:lnSpc>
                <a:spcPct val="11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Letters</a:t>
            </a:r>
            <a:endParaRPr/>
          </a:p>
        </p:txBody>
      </p:sp>
      <p:sp>
        <p:nvSpPr>
          <p:cNvPr id="1063" name="Google Shape;1063;p24"/>
          <p:cNvSpPr txBox="1"/>
          <p:nvPr/>
        </p:nvSpPr>
        <p:spPr>
          <a:xfrm>
            <a:off x="4724400" y="3124200"/>
            <a:ext cx="3773487" cy="2768600"/>
          </a:xfrm>
          <a:prstGeom prst="rect">
            <a:avLst/>
          </a:prstGeom>
          <a:solidFill>
            <a:srgbClr val="003366"/>
          </a:solidFill>
          <a:ln cap="flat" cmpd="sng" w="9525">
            <a:solidFill>
              <a:schemeClr val="dk1"/>
            </a:solidFill>
            <a:prstDash val="solid"/>
            <a:miter lim="800000"/>
            <a:headEnd len="sm" w="sm" type="none"/>
            <a:tailEnd len="sm" w="sm" type="none"/>
          </a:ln>
          <a:effectLst>
            <a:outerShdw blurRad="63500" dir="2700000" dist="107763">
              <a:schemeClr val="dk1"/>
            </a:outerShdw>
          </a:effectLst>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Application</a:t>
            </a:r>
            <a:endParaRPr/>
          </a:p>
          <a:p>
            <a:pPr indent="0" lvl="0" marL="0" marR="0" rtl="0" algn="ctr">
              <a:lnSpc>
                <a:spcPct val="11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Follow-Ups</a:t>
            </a:r>
            <a:endParaRPr/>
          </a:p>
        </p:txBody>
      </p:sp>
    </p:spTree>
  </p:cSld>
  <p:clrMapOvr>
    <a:masterClrMapping/>
  </p:clrMapOvr>
  <p:transition spd="slow">
    <p:checker dir="vert"/>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2001-12-17T17:01:18Z</dcterms:created>
  <dc:creator>Myles A. Hassell</dc:creator>
</cp:coreProperties>
</file>