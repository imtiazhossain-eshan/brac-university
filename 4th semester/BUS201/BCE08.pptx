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Lst>
  <p:sldSz cy="6858000" cx="9144000"/>
  <p:notesSz cx="6858000" cy="9144000"/>
  <p:embeddedFontLst>
    <p:embeddedFont>
      <p:font typeface="Tahoma"/>
      <p:regular r:id="rId35"/>
      <p:bold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776">
          <p15:clr>
            <a:srgbClr val="000000"/>
          </p15:clr>
        </p15:guide>
        <p15:guide id="2" pos="2880">
          <p15:clr>
            <a:srgbClr val="000000"/>
          </p15:clr>
        </p15:guide>
      </p15:sldGuideLst>
    </p:ext>
    <p:ext uri="{2D200454-40CA-4A62-9FC3-DE9A4176ACB9}">
      <p15:notesGuideLst>
        <p15:guide id="1" orient="horz" pos="2880">
          <p15:clr>
            <a:srgbClr val="000000"/>
          </p15:clr>
        </p15:guide>
        <p15:guide id="2" pos="2160">
          <p15:clr>
            <a:srgbClr val="000000"/>
          </p15:clr>
        </p15:guide>
      </p15:notesGuideLst>
    </p:ext>
    <p:ext uri="GoogleSlidesCustomDataVersion2">
      <go:slidesCustomData xmlns:go="http://customooxmlschemas.google.com/" r:id="rId37" roundtripDataSignature="AMtx7mg6aMfjNUiYZOR2RL07AHy3Uy1Ey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776" orient="horz"/>
        <p:guide pos="2880"/>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Tahoma-regular.fntdata"/><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customschemas.google.com/relationships/presentationmetadata" Target="metadata"/><Relationship Id="rId14" Type="http://schemas.openxmlformats.org/officeDocument/2006/relationships/slide" Target="slides/slide9.xml"/><Relationship Id="rId36" Type="http://schemas.openxmlformats.org/officeDocument/2006/relationships/font" Target="fonts/Tahoma-bold.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9pPr>
          </a:lstStyle>
          <a:p/>
        </p:txBody>
      </p:sp>
      <p:sp>
        <p:nvSpPr>
          <p:cNvPr id="4" name="Google Shape;4;n"/>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9pPr>
          </a:lstStyle>
          <a:p/>
        </p:txBody>
      </p:sp>
      <p:sp>
        <p:nvSpPr>
          <p:cNvPr id="8" name="Google Shape;8;n"/>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a:p>
        </p:txBody>
      </p:sp>
      <p:sp>
        <p:nvSpPr>
          <p:cNvPr id="86" name="Google Shape;86;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7" name="Google Shape;87;p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2: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96" name="Google Shape;96;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7" name="Google Shape;97;p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You must be careful whenever you deliver bad news. The three-step process can help you write bad-news messages that are more effective. </a:t>
            </a:r>
            <a:endParaRPr/>
          </a:p>
          <a:p>
            <a:pPr indent="0" lvl="0" marL="0" rtl="0" algn="l">
              <a:spcBef>
                <a:spcPts val="0"/>
              </a:spcBef>
              <a:spcAft>
                <a:spcPts val="0"/>
              </a:spcAft>
              <a:buSzPts val="1800"/>
              <a:buNone/>
            </a:pPr>
            <a:r>
              <a:rPr b="1" lang="en-US"/>
              <a:t>Planning.</a:t>
            </a:r>
            <a:r>
              <a:rPr lang="en-US"/>
              <a:t> If your purpose is specific, word it in the best possible way. You need to know how your audience will receive your message. Pay particular attention to maintaining a good relationship with your audience. Be sure to adapt your medium and tone to your audience. Use unmistakable facts to support your decision and have all the facts your audience will need. </a:t>
            </a:r>
            <a:endParaRPr/>
          </a:p>
          <a:p>
            <a:pPr indent="0" lvl="0" marL="0" rtl="0" algn="l">
              <a:spcBef>
                <a:spcPts val="0"/>
              </a:spcBef>
              <a:spcAft>
                <a:spcPts val="0"/>
              </a:spcAft>
              <a:buSzPts val="1800"/>
              <a:buNone/>
            </a:pPr>
            <a:r>
              <a:rPr b="1" lang="en-US"/>
              <a:t>Writing.</a:t>
            </a:r>
            <a:r>
              <a:rPr lang="en-US"/>
              <a:t> The main idea in a bad-news message is a refusal, a rejection, or a negative announcement, so be careful to define that main idea and cover relevant points thoroughly and logically. Choosing between the direct and indirect approaches takes on added importance. Also, pay special attention to word choice so that you can create sentences and paragraphs that are tactful and diplomatic.</a:t>
            </a:r>
            <a:endParaRPr/>
          </a:p>
          <a:p>
            <a:pPr indent="0" lvl="0" marL="0" rtl="0" algn="l">
              <a:spcBef>
                <a:spcPts val="0"/>
              </a:spcBef>
              <a:spcAft>
                <a:spcPts val="0"/>
              </a:spcAft>
              <a:buSzPts val="1800"/>
              <a:buNone/>
            </a:pPr>
            <a:r>
              <a:rPr b="1" lang="en-US"/>
              <a:t>Completing.</a:t>
            </a:r>
            <a:r>
              <a:rPr lang="en-US"/>
              <a:t> Revision is as important as the other steps in the writing process; it helps you make sure that your bad-news messages are organized properly, that they say what you want them to say, and that they do so concisely and clearly. You’ll want to make sure that your design is appropriate for the bad news and contributes to your efforts to be sensitive. And as always, proofreading bad-news messages guarantees that misunderstandings won’t arise from typos, errors in spelling, or problems with mechanics.</a:t>
            </a:r>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3: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33" name="Google Shape;133;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4" name="Google Shape;134;p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Whatever the details of your particular message, when you have bad news, </a:t>
            </a:r>
            <a:r>
              <a:rPr b="1" lang="en-US"/>
              <a:t>you want your readers to feel that they have been taken seriously and to agree that your news is fair and reasonable.</a:t>
            </a:r>
            <a:endParaRPr/>
          </a:p>
          <a:p>
            <a:pPr indent="0" lvl="0" marL="0" rtl="0" algn="l">
              <a:spcBef>
                <a:spcPts val="0"/>
              </a:spcBef>
              <a:spcAft>
                <a:spcPts val="0"/>
              </a:spcAft>
              <a:buSzPts val="1800"/>
              <a:buNone/>
            </a:pPr>
            <a:r>
              <a:rPr lang="en-US"/>
              <a:t>When delivering bad news, you have five main goals: </a:t>
            </a:r>
            <a:endParaRPr/>
          </a:p>
          <a:p>
            <a:pPr indent="0" lvl="0" marL="0" rtl="0" algn="l">
              <a:spcBef>
                <a:spcPts val="0"/>
              </a:spcBef>
              <a:spcAft>
                <a:spcPts val="0"/>
              </a:spcAft>
              <a:buSzPts val="1800"/>
              <a:buNone/>
            </a:pPr>
            <a:r>
              <a:rPr lang="en-US"/>
              <a:t>1. 	Convey the bad news.</a:t>
            </a:r>
            <a:endParaRPr/>
          </a:p>
          <a:p>
            <a:pPr indent="0" lvl="0" marL="0" rtl="0" algn="l">
              <a:spcBef>
                <a:spcPts val="0"/>
              </a:spcBef>
              <a:spcAft>
                <a:spcPts val="0"/>
              </a:spcAft>
              <a:buSzPts val="1800"/>
              <a:buNone/>
            </a:pPr>
            <a:r>
              <a:rPr lang="en-US"/>
              <a:t>2. 	Gain acceptance for it.</a:t>
            </a:r>
            <a:endParaRPr/>
          </a:p>
          <a:p>
            <a:pPr indent="0" lvl="0" marL="0" rtl="0" algn="l">
              <a:spcBef>
                <a:spcPts val="0"/>
              </a:spcBef>
              <a:spcAft>
                <a:spcPts val="0"/>
              </a:spcAft>
              <a:buSzPts val="1800"/>
              <a:buNone/>
            </a:pPr>
            <a:r>
              <a:rPr lang="en-US"/>
              <a:t>3. 	Maintain as much goodwill as possible with your audience.</a:t>
            </a:r>
            <a:endParaRPr/>
          </a:p>
          <a:p>
            <a:pPr indent="0" lvl="0" marL="0" rtl="0" algn="l">
              <a:spcBef>
                <a:spcPts val="0"/>
              </a:spcBef>
              <a:spcAft>
                <a:spcPts val="0"/>
              </a:spcAft>
              <a:buSzPts val="1800"/>
              <a:buNone/>
            </a:pPr>
            <a:r>
              <a:rPr lang="en-US"/>
              <a:t>4. 	Maintain a good image for your organization.</a:t>
            </a:r>
            <a:endParaRPr/>
          </a:p>
          <a:p>
            <a:pPr indent="0" lvl="0" marL="0" rtl="0" algn="l">
              <a:spcBef>
                <a:spcPts val="0"/>
              </a:spcBef>
              <a:spcAft>
                <a:spcPts val="0"/>
              </a:spcAft>
              <a:buSzPts val="1800"/>
              <a:buNone/>
            </a:pPr>
            <a:r>
              <a:rPr lang="en-US"/>
              <a:t>5. 	Minimize the need for future correspondence on the matter. </a:t>
            </a:r>
            <a:endParaRPr/>
          </a:p>
          <a:p>
            <a:pPr indent="0" lvl="0" marL="0" rtl="0" algn="l">
              <a:spcBef>
                <a:spcPts val="0"/>
              </a:spcBef>
              <a:spcAft>
                <a:spcPts val="0"/>
              </a:spcAft>
              <a:buSzPts val="1800"/>
              <a:buNone/>
            </a:pPr>
            <a:r>
              <a:rPr lang="en-US"/>
              <a:t>Accomplishing so many goals in a single message is not easy. But you can make your bad-news messages effective by following these guidelines: First, adopt an audience-centered tone. Second, organize your message to meet your audience’s needs and expectations by using either the direct approach, which presents the main idea before the supporting data, or the indirect approach, which presents the supporting data before the main idea. </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4: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44" name="Google Shape;144;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5" name="Google Shape;145;p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It’s not </a:t>
            </a:r>
            <a:r>
              <a:rPr i="1" lang="en-US"/>
              <a:t>what </a:t>
            </a:r>
            <a:r>
              <a:rPr lang="en-US"/>
              <a:t>you say but </a:t>
            </a:r>
            <a:r>
              <a:rPr i="1" lang="en-US"/>
              <a:t>how</a:t>
            </a:r>
            <a:r>
              <a:rPr lang="en-US"/>
              <a:t> you say it that counts. That adage couldn’t be truer with bad-news messages. Your tone contributes to your message’s effectiveness by helping your readers to do the following:</a:t>
            </a:r>
            <a:endParaRPr/>
          </a:p>
          <a:p>
            <a:pPr indent="0" lvl="0" marL="0" rtl="0" algn="l">
              <a:spcBef>
                <a:spcPts val="0"/>
              </a:spcBef>
              <a:spcAft>
                <a:spcPts val="0"/>
              </a:spcAft>
              <a:buNone/>
            </a:pPr>
            <a:r>
              <a:rPr lang="en-US"/>
              <a:t> 	Accept that your bad-news represents a firm decision.</a:t>
            </a:r>
            <a:endParaRPr/>
          </a:p>
          <a:p>
            <a:pPr indent="0" lvl="0" marL="0" rtl="0" algn="l">
              <a:spcBef>
                <a:spcPts val="0"/>
              </a:spcBef>
              <a:spcAft>
                <a:spcPts val="0"/>
              </a:spcAft>
              <a:buNone/>
            </a:pPr>
            <a:r>
              <a:rPr lang="en-US"/>
              <a:t> 	Understand that your decision was fair and reasonable.</a:t>
            </a:r>
            <a:endParaRPr/>
          </a:p>
          <a:p>
            <a:pPr indent="0" lvl="0" marL="0" rtl="0" algn="l">
              <a:spcBef>
                <a:spcPts val="0"/>
              </a:spcBef>
              <a:spcAft>
                <a:spcPts val="0"/>
              </a:spcAft>
              <a:buNone/>
            </a:pPr>
            <a:r>
              <a:rPr lang="en-US"/>
              <a:t> 	Remain well disposed toward your business.</a:t>
            </a:r>
            <a:endParaRPr/>
          </a:p>
          <a:p>
            <a:pPr indent="0" lvl="0" marL="0" rtl="0" algn="l">
              <a:spcBef>
                <a:spcPts val="0"/>
              </a:spcBef>
              <a:spcAft>
                <a:spcPts val="0"/>
              </a:spcAft>
              <a:buNone/>
            </a:pPr>
            <a:r>
              <a:rPr lang="en-US"/>
              <a:t> 	Preserve their pride.</a:t>
            </a:r>
            <a:endParaRPr/>
          </a:p>
          <a:p>
            <a:pPr indent="0" lvl="0" marL="0" rtl="0" algn="l">
              <a:spcBef>
                <a:spcPts val="0"/>
              </a:spcBef>
              <a:spcAft>
                <a:spcPts val="0"/>
              </a:spcAft>
              <a:buClr>
                <a:srgbClr val="000000"/>
              </a:buClr>
              <a:buSzPts val="1800"/>
              <a:buNone/>
            </a:pPr>
            <a:r>
              <a:rPr lang="en-US">
                <a:solidFill>
                  <a:srgbClr val="000000"/>
                </a:solidFill>
              </a:rPr>
              <a:t>Experts suggest that you adopt an audience-centered tone by paying attention to these techniques:</a:t>
            </a:r>
            <a:endParaRPr/>
          </a:p>
          <a:p>
            <a:pPr indent="0" lvl="0" marL="0" rtl="0" algn="l">
              <a:spcBef>
                <a:spcPts val="0"/>
              </a:spcBef>
              <a:spcAft>
                <a:spcPts val="0"/>
              </a:spcAft>
              <a:buNone/>
            </a:pPr>
            <a:r>
              <a:rPr lang="en-US"/>
              <a:t> 	Use the “you” attitude. </a:t>
            </a:r>
            <a:endParaRPr/>
          </a:p>
          <a:p>
            <a:pPr indent="0" lvl="0" marL="0" rtl="0" algn="l">
              <a:spcBef>
                <a:spcPts val="0"/>
              </a:spcBef>
              <a:spcAft>
                <a:spcPts val="0"/>
              </a:spcAft>
              <a:buNone/>
            </a:pPr>
            <a:r>
              <a:rPr lang="en-US"/>
              <a:t> 	Choose positive words. </a:t>
            </a:r>
            <a:endParaRPr/>
          </a:p>
          <a:p>
            <a:pPr indent="0" lvl="0" marL="0" rtl="0" algn="l">
              <a:spcBef>
                <a:spcPts val="0"/>
              </a:spcBef>
              <a:spcAft>
                <a:spcPts val="0"/>
              </a:spcAft>
              <a:buNone/>
            </a:pPr>
            <a:r>
              <a:rPr lang="en-US"/>
              <a:t> 	Use respectful language. </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5: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60" name="Google Shape;160;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1" name="Google Shape;161;p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If you know that your audience is likely to prefer the bad news first, or if the situation is minor and the news will cause your audience little pain or disappointment, use the direct approach:</a:t>
            </a:r>
            <a:endParaRPr/>
          </a:p>
          <a:p>
            <a:pPr indent="0" lvl="0" marL="0" rtl="0" algn="l">
              <a:spcBef>
                <a:spcPts val="0"/>
              </a:spcBef>
              <a:spcAft>
                <a:spcPts val="0"/>
              </a:spcAft>
              <a:buNone/>
            </a:pPr>
            <a:r>
              <a:rPr lang="en-US"/>
              <a:t>Opening. Start with a clear statement of the bad news.</a:t>
            </a:r>
            <a:endParaRPr/>
          </a:p>
          <a:p>
            <a:pPr indent="0" lvl="0" marL="0" rtl="0" algn="l">
              <a:spcBef>
                <a:spcPts val="0"/>
              </a:spcBef>
              <a:spcAft>
                <a:spcPts val="0"/>
              </a:spcAft>
              <a:buNone/>
            </a:pPr>
            <a:r>
              <a:rPr lang="en-US"/>
              <a:t>Body. Give reasons for the decision (perhaps offering alternatives).</a:t>
            </a:r>
            <a:endParaRPr/>
          </a:p>
          <a:p>
            <a:pPr indent="0" lvl="0" marL="0" rtl="0" algn="l">
              <a:spcBef>
                <a:spcPts val="0"/>
              </a:spcBef>
              <a:spcAft>
                <a:spcPts val="0"/>
              </a:spcAft>
              <a:buNone/>
            </a:pPr>
            <a:r>
              <a:rPr lang="en-US"/>
              <a:t>Close. End with a positive statement; strive to maintain goodwill. </a:t>
            </a:r>
            <a:endParaRPr/>
          </a:p>
          <a:p>
            <a:pPr indent="0" lvl="0" marL="0" rtl="0" algn="l">
              <a:spcBef>
                <a:spcPts val="0"/>
              </a:spcBef>
              <a:spcAft>
                <a:spcPts val="0"/>
              </a:spcAft>
              <a:buSzPts val="1800"/>
              <a:buNone/>
            </a:pPr>
            <a:r>
              <a:rPr lang="en-US"/>
              <a:t>Stating the bad news at the beginning can have two advantages: </a:t>
            </a:r>
            <a:endParaRPr/>
          </a:p>
          <a:p>
            <a:pPr indent="0" lvl="0" marL="0" rtl="0" algn="l">
              <a:spcBef>
                <a:spcPts val="0"/>
              </a:spcBef>
              <a:spcAft>
                <a:spcPts val="0"/>
              </a:spcAft>
              <a:buSzPts val="1800"/>
              <a:buNone/>
            </a:pPr>
            <a:r>
              <a:rPr lang="en-US"/>
              <a:t>1. 	It makes a shorter message possible.</a:t>
            </a:r>
            <a:endParaRPr/>
          </a:p>
          <a:p>
            <a:pPr indent="0" lvl="0" marL="0" rtl="0" algn="l">
              <a:spcBef>
                <a:spcPts val="0"/>
              </a:spcBef>
              <a:spcAft>
                <a:spcPts val="0"/>
              </a:spcAft>
              <a:buSzPts val="1800"/>
              <a:buNone/>
            </a:pPr>
            <a:r>
              <a:rPr lang="en-US"/>
              <a:t>2. 	The audience needs less time to reach the main idea of the message.</a:t>
            </a:r>
            <a:endParaRPr/>
          </a:p>
          <a:p>
            <a:pPr indent="0" lvl="0" marL="0" rtl="0" algn="l">
              <a:spcBef>
                <a:spcPts val="0"/>
              </a:spcBef>
              <a:spcAft>
                <a:spcPts val="0"/>
              </a:spcAft>
              <a:buSzPts val="1800"/>
              <a:buNone/>
            </a:pPr>
            <a:r>
              <a:rPr lang="en-US"/>
              <a:t>You may want to use the direct approach in a variety of circumstances, saving your positive comments for the close. Even so, remember that a tactful tone and a focus on reasons will help make any bad-news message easier to accept.</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6: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77" name="Google Shape;177;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8" name="Google Shape;178;p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Beginning a bad news message with a blunt “no” could well prevent people who prefer an explanation first from reading or listening to your reasons. For such audiences, the indirect approach is appropriate. This approach eases the audience into your message by explaining your reasons before giving them the bad news. Presenting the reasons first increases the chances of your gaining audience acceptance by gradually preparing them for the negative news.  </a:t>
            </a:r>
            <a:endParaRPr/>
          </a:p>
          <a:p>
            <a:pPr indent="0" lvl="0" marL="0" rtl="0" algn="l">
              <a:spcBef>
                <a:spcPts val="0"/>
              </a:spcBef>
              <a:spcAft>
                <a:spcPts val="0"/>
              </a:spcAft>
              <a:buSzPts val="1800"/>
              <a:buNone/>
            </a:pPr>
            <a:r>
              <a:rPr lang="en-US"/>
              <a:t>The indirect approach follows a four-part sequence: </a:t>
            </a:r>
            <a:endParaRPr/>
          </a:p>
          <a:p>
            <a:pPr indent="0" lvl="0" marL="0" rtl="0" algn="l">
              <a:spcBef>
                <a:spcPts val="0"/>
              </a:spcBef>
              <a:spcAft>
                <a:spcPts val="0"/>
              </a:spcAft>
              <a:buSzPts val="1800"/>
              <a:buNone/>
            </a:pPr>
            <a:r>
              <a:rPr lang="en-US"/>
              <a:t>1. 	Open with a buffer.</a:t>
            </a:r>
            <a:endParaRPr/>
          </a:p>
          <a:p>
            <a:pPr indent="0" lvl="0" marL="0" rtl="0" algn="l">
              <a:spcBef>
                <a:spcPts val="0"/>
              </a:spcBef>
              <a:spcAft>
                <a:spcPts val="0"/>
              </a:spcAft>
              <a:buSzPts val="1800"/>
              <a:buNone/>
            </a:pPr>
            <a:r>
              <a:rPr lang="en-US"/>
              <a:t>2. 	Continue with a logical, neutral explanation of the reasons for the news.</a:t>
            </a:r>
            <a:endParaRPr/>
          </a:p>
          <a:p>
            <a:pPr indent="0" lvl="0" marL="0" rtl="0" algn="l">
              <a:spcBef>
                <a:spcPts val="0"/>
              </a:spcBef>
              <a:spcAft>
                <a:spcPts val="0"/>
              </a:spcAft>
              <a:buSzPts val="1800"/>
              <a:buNone/>
            </a:pPr>
            <a:r>
              <a:rPr lang="en-US"/>
              <a:t>3. 	Follow with a clear but diplomatic statement of the bad news. </a:t>
            </a:r>
            <a:endParaRPr/>
          </a:p>
          <a:p>
            <a:pPr indent="0" lvl="0" marL="0" rtl="0" algn="l">
              <a:spcBef>
                <a:spcPts val="0"/>
              </a:spcBef>
              <a:spcAft>
                <a:spcPts val="0"/>
              </a:spcAft>
              <a:buSzPts val="1800"/>
              <a:buNone/>
            </a:pPr>
            <a:r>
              <a:rPr lang="en-US"/>
              <a:t>4. 	Close with a positive forward-looking statement. </a:t>
            </a:r>
            <a:endParaRPr/>
          </a:p>
          <a:p>
            <a:pPr indent="0" lvl="0" marL="0" rtl="0" algn="l">
              <a:spcBef>
                <a:spcPts val="0"/>
              </a:spcBef>
              <a:spcAft>
                <a:spcPts val="0"/>
              </a:spcAft>
              <a:buSzPts val="1800"/>
              <a:buNone/>
            </a:pPr>
            <a:r>
              <a:rPr lang="en-US"/>
              <a:t>The next four slides cover this four-part sequence in detail.</a:t>
            </a:r>
            <a:endParaRPr/>
          </a:p>
          <a:p>
            <a:pPr indent="0" lvl="0" marL="0" rtl="0" algn="l">
              <a:spcBef>
                <a:spcPts val="0"/>
              </a:spcBef>
              <a:spcAft>
                <a:spcPts val="0"/>
              </a:spcAft>
              <a:buSzPts val="1800"/>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 name="Google Shape;195;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9: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213" name="Google Shape;213;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4" name="Google Shape;214;p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A </a:t>
            </a:r>
            <a:r>
              <a:rPr b="1" lang="en-US"/>
              <a:t>buffer</a:t>
            </a:r>
            <a:r>
              <a:rPr lang="en-US"/>
              <a:t> is a neutral, non-controversial statement that is closely related to the point of the message. A good buffer expresses your appreciation for being thought of, assures the reader of your attention to the request, compliments the reader, or indicates your understanding of the reader’s needs. The following advice can help you to write effective buffers:</a:t>
            </a:r>
            <a:endParaRPr/>
          </a:p>
          <a:p>
            <a:pPr indent="0" lvl="0" marL="0" rtl="0" algn="l">
              <a:spcBef>
                <a:spcPts val="0"/>
              </a:spcBef>
              <a:spcAft>
                <a:spcPts val="0"/>
              </a:spcAft>
              <a:buSzPts val="1800"/>
              <a:buNone/>
            </a:pPr>
            <a:r>
              <a:rPr b="1" lang="en-US"/>
              <a:t>Sincere. </a:t>
            </a:r>
            <a:r>
              <a:rPr lang="en-US"/>
              <a:t>Never insult your audience with insincere flattery or self-promoting blather. An effective buffer never makes readers feel they are being set up or “snowed.” </a:t>
            </a:r>
            <a:endParaRPr/>
          </a:p>
          <a:p>
            <a:pPr indent="0" lvl="0" marL="0" rtl="0" algn="l">
              <a:spcBef>
                <a:spcPts val="0"/>
              </a:spcBef>
              <a:spcAft>
                <a:spcPts val="0"/>
              </a:spcAft>
              <a:buSzPts val="1800"/>
              <a:buNone/>
            </a:pPr>
            <a:r>
              <a:rPr b="1" lang="en-US"/>
              <a:t>Relevant. </a:t>
            </a:r>
            <a:r>
              <a:rPr lang="en-US"/>
              <a:t>Don’t use an unrelated buffer. You will seem to be avoiding the issue. You'll appear manipulative and unethical, and you’ll lose your audience's respect. </a:t>
            </a:r>
            <a:endParaRPr/>
          </a:p>
          <a:p>
            <a:pPr indent="0" lvl="0" marL="0" rtl="0" algn="l">
              <a:spcBef>
                <a:spcPts val="0"/>
              </a:spcBef>
              <a:spcAft>
                <a:spcPts val="0"/>
              </a:spcAft>
              <a:buSzPts val="1800"/>
              <a:buNone/>
            </a:pPr>
            <a:r>
              <a:rPr b="1" lang="en-US"/>
              <a:t>Not misleading. </a:t>
            </a:r>
            <a:r>
              <a:rPr lang="en-US"/>
              <a:t>Avoid implying that good news will follow. Building up your audience’s expectations at the beginning only makes the actual bad news even more surprising. </a:t>
            </a:r>
            <a:endParaRPr/>
          </a:p>
          <a:p>
            <a:pPr indent="0" lvl="0" marL="0" rtl="0" algn="l">
              <a:spcBef>
                <a:spcPts val="0"/>
              </a:spcBef>
              <a:spcAft>
                <a:spcPts val="0"/>
              </a:spcAft>
              <a:buSzPts val="1800"/>
              <a:buNone/>
            </a:pPr>
            <a:r>
              <a:rPr b="1" lang="en-US"/>
              <a:t>Neutral.</a:t>
            </a:r>
            <a:r>
              <a:rPr lang="en-US"/>
              <a:t> Avoid saying “no.” An audience encountering the refusal at the beginning usually reacts negatively to the rest of the message, no matter how reasonable and well phrased it is.</a:t>
            </a:r>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0: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229" name="Google Shape;229;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0" name="Google Shape;230;p1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b="1" lang="en-US"/>
              <a:t>Respectful. </a:t>
            </a:r>
            <a:r>
              <a:rPr lang="en-US"/>
              <a:t>Avoid using a know-it-all tone. When you use phrases such as "you should be aware that," readers expect your lecture to lead to a negative response, so they resist the rest of your message.</a:t>
            </a:r>
            <a:endParaRPr/>
          </a:p>
          <a:p>
            <a:pPr indent="0" lvl="0" marL="0" rtl="0" algn="l">
              <a:spcBef>
                <a:spcPts val="0"/>
              </a:spcBef>
              <a:spcAft>
                <a:spcPts val="0"/>
              </a:spcAft>
              <a:buSzPts val="1800"/>
              <a:buNone/>
            </a:pPr>
            <a:r>
              <a:rPr b="1" lang="en-US"/>
              <a:t>Succinct. </a:t>
            </a:r>
            <a:r>
              <a:rPr lang="en-US"/>
              <a:t>Avoid wordy and irrelevant phrases and sentences. Sentences such "We are writing in response to your request" are irrelevant. Make better use of the space by referring directly to the subject of the letter.</a:t>
            </a:r>
            <a:endParaRPr/>
          </a:p>
          <a:p>
            <a:pPr indent="0" lvl="0" marL="0" rtl="0" algn="l">
              <a:spcBef>
                <a:spcPts val="0"/>
              </a:spcBef>
              <a:spcAft>
                <a:spcPts val="0"/>
              </a:spcAft>
              <a:buSzPts val="1800"/>
              <a:buNone/>
            </a:pPr>
            <a:r>
              <a:rPr b="1" lang="en-US"/>
              <a:t>Assertive. </a:t>
            </a:r>
            <a:r>
              <a:rPr lang="en-US"/>
              <a:t>Avoid apologizing.</a:t>
            </a:r>
            <a:r>
              <a:rPr b="1" lang="en-US"/>
              <a:t> </a:t>
            </a:r>
            <a:r>
              <a:rPr lang="en-US"/>
              <a:t>Unless warranted by extreme circumstances, an apology only weakens the following explanation of your unfavorable news.</a:t>
            </a:r>
            <a:endParaRPr/>
          </a:p>
          <a:p>
            <a:pPr indent="0" lvl="0" marL="0" rtl="0" algn="l">
              <a:spcBef>
                <a:spcPts val="0"/>
              </a:spcBef>
              <a:spcAft>
                <a:spcPts val="0"/>
              </a:spcAft>
              <a:buSzPts val="1800"/>
              <a:buNone/>
            </a:pPr>
            <a:r>
              <a:rPr b="1" lang="en-US"/>
              <a:t>Brief. </a:t>
            </a:r>
            <a:r>
              <a:rPr lang="en-US"/>
              <a:t>Avoid writing a buffer that is too long.</a:t>
            </a:r>
            <a:r>
              <a:rPr b="1" lang="en-US"/>
              <a:t> </a:t>
            </a:r>
            <a:r>
              <a:rPr lang="en-US"/>
              <a:t>Be brief. Find something that you and your audience can agree on before proceeding in a businesslike way.</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5" name="Google Shape;245;p1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p11: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8" name="Google Shape;258;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13: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267" name="Google Shape;267;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8" name="Google Shape;268;p1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If you've done a good job of composing the buffer, the reasons will follow naturally. Cover the more positive points first; then move to the less positive ones. Provide enough detail for the audience to understand your reasons, but be concise; a long, roundabout explanation may make your audience impatient. Your goal is to explain </a:t>
            </a:r>
            <a:r>
              <a:rPr i="1" lang="en-US"/>
              <a:t>why</a:t>
            </a:r>
            <a:r>
              <a:rPr lang="en-US"/>
              <a:t> you have reached your decision before you explain </a:t>
            </a:r>
            <a:r>
              <a:rPr i="1" lang="en-US"/>
              <a:t>what</a:t>
            </a:r>
            <a:r>
              <a:rPr lang="en-US"/>
              <a:t> that decision is. If you present your reasons effectively, they should convince your audience that your decision is justified, fair, and logical. </a:t>
            </a:r>
            <a:endParaRPr/>
          </a:p>
          <a:p>
            <a:pPr indent="0" lvl="0" marL="0" rtl="0" algn="l">
              <a:spcBef>
                <a:spcPts val="0"/>
              </a:spcBef>
              <a:spcAft>
                <a:spcPts val="0"/>
              </a:spcAft>
              <a:buSzPts val="1800"/>
              <a:buNone/>
            </a:pPr>
            <a:r>
              <a:rPr lang="en-US"/>
              <a:t>One way to be tactful is to highlight how your negative decision benefits your readers (rather than focusing on why the decision is good for you or your company). Facts and figures are often helpful in convincing members of your audience that you're acting in their best interests.</a:t>
            </a:r>
            <a:endParaRPr/>
          </a:p>
          <a:p>
            <a:pPr indent="0" lvl="0" marL="0" rtl="0" algn="l">
              <a:spcBef>
                <a:spcPts val="0"/>
              </a:spcBef>
              <a:spcAft>
                <a:spcPts val="0"/>
              </a:spcAft>
              <a:buSzPts val="1800"/>
              <a:buNone/>
            </a:pPr>
            <a:r>
              <a:rPr lang="en-US"/>
              <a:t>Avoid hiding behind company policy to cushion the bad news. Skilled and sympathetic communicators explain company policy (without referring to it as “policy”) so that the audience can try to meet the requirements at a later time.</a:t>
            </a:r>
            <a:endParaRPr/>
          </a:p>
          <a:p>
            <a:pPr indent="0" lvl="0" marL="0" rtl="0" algn="l">
              <a:spcBef>
                <a:spcPts val="0"/>
              </a:spcBef>
              <a:spcAft>
                <a:spcPts val="0"/>
              </a:spcAft>
              <a:buSzPts val="1800"/>
              <a:buNone/>
            </a:pPr>
            <a:r>
              <a:rPr lang="en-US"/>
              <a:t>Similarly, avoid apologizing when giving your reasons. Apologies are appropriate only when someone in your company has made a severe mistake or has done something terribly wrong. If no one in the company is at fault, an apology gives the wrong impression.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14: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279" name="Google Shape;279;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0" name="Google Shape;280;p1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The following techniques are especially useful for saying no as clearly and as kindly as possible. </a:t>
            </a:r>
            <a:endParaRPr/>
          </a:p>
          <a:p>
            <a:pPr indent="0" lvl="0" marL="0" rtl="0" algn="l">
              <a:spcBef>
                <a:spcPts val="0"/>
              </a:spcBef>
              <a:spcAft>
                <a:spcPts val="0"/>
              </a:spcAft>
              <a:buSzPts val="1800"/>
              <a:buNone/>
            </a:pPr>
            <a:r>
              <a:rPr lang="en-US"/>
              <a:t>First, de-emphasize the bad news:</a:t>
            </a:r>
            <a:endParaRPr/>
          </a:p>
          <a:p>
            <a:pPr indent="0" lvl="0" marL="0" rtl="0" algn="l">
              <a:spcBef>
                <a:spcPts val="0"/>
              </a:spcBef>
              <a:spcAft>
                <a:spcPts val="0"/>
              </a:spcAft>
              <a:buNone/>
            </a:pPr>
            <a:r>
              <a:rPr lang="en-US"/>
              <a:t> 	Minimize the space or time devoted to the bad news.</a:t>
            </a:r>
            <a:endParaRPr/>
          </a:p>
          <a:p>
            <a:pPr indent="0" lvl="0" marL="0" rtl="0" algn="l">
              <a:spcBef>
                <a:spcPts val="0"/>
              </a:spcBef>
              <a:spcAft>
                <a:spcPts val="0"/>
              </a:spcAft>
              <a:buNone/>
            </a:pPr>
            <a:r>
              <a:rPr lang="en-US"/>
              <a:t> 	Subordinate bad news in a complex or compound sentence. </a:t>
            </a:r>
            <a:endParaRPr/>
          </a:p>
          <a:p>
            <a:pPr indent="0" lvl="0" marL="0" rtl="0" algn="l">
              <a:spcBef>
                <a:spcPts val="0"/>
              </a:spcBef>
              <a:spcAft>
                <a:spcPts val="0"/>
              </a:spcAft>
              <a:buNone/>
            </a:pPr>
            <a:r>
              <a:rPr lang="en-US"/>
              <a:t> 	Embed bad news in the middle of a paragraph or use parenthetical expressions. </a:t>
            </a:r>
            <a:endParaRPr/>
          </a:p>
          <a:p>
            <a:pPr indent="0" lvl="0" marL="0" rtl="0" algn="l">
              <a:spcBef>
                <a:spcPts val="0"/>
              </a:spcBef>
              <a:spcAft>
                <a:spcPts val="0"/>
              </a:spcAft>
              <a:buSzPts val="1800"/>
              <a:buNone/>
            </a:pPr>
            <a:r>
              <a:rPr lang="en-US"/>
              <a:t>Second, use a conditional (</a:t>
            </a:r>
            <a:r>
              <a:rPr i="1" lang="en-US"/>
              <a:t>if</a:t>
            </a:r>
            <a:r>
              <a:rPr lang="en-US"/>
              <a:t> or </a:t>
            </a:r>
            <a:r>
              <a:rPr i="1" lang="en-US"/>
              <a:t>when</a:t>
            </a:r>
            <a:r>
              <a:rPr lang="en-US"/>
              <a:t>) statement to imply that the audience could have received, or might someday receive, a favorable answer.</a:t>
            </a:r>
            <a:endParaRPr/>
          </a:p>
          <a:p>
            <a:pPr indent="0" lvl="0" marL="0" rtl="0" algn="l">
              <a:spcBef>
                <a:spcPts val="0"/>
              </a:spcBef>
              <a:spcAft>
                <a:spcPts val="0"/>
              </a:spcAft>
              <a:buSzPts val="1800"/>
              <a:buNone/>
            </a:pPr>
            <a:r>
              <a:rPr lang="en-US"/>
              <a:t>Third, tell the audience what you did do, can do, or will do rather than what you did not do, cannot do, or will not do. By focusing on the positive and implying the bad news, you soften the blow.</a:t>
            </a:r>
            <a:endParaRPr/>
          </a:p>
          <a:p>
            <a:pPr indent="0" lvl="0" marL="0" rtl="0" algn="l">
              <a:spcBef>
                <a:spcPts val="0"/>
              </a:spcBef>
              <a:spcAft>
                <a:spcPts val="0"/>
              </a:spcAft>
              <a:buSzPts val="1800"/>
              <a:buNone/>
            </a:pPr>
            <a:r>
              <a:rPr lang="en-US"/>
              <a:t>When implying bad news, be sure your audience understands the entire message—including the bad news. It would be unethical to overemphasize the positive. So if an implied message might leave doubt, state your decision in direct terms. Just be sure to avoid overly blunt statements that are likely to cause pain and anger.</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15: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293" name="Google Shape;293;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4" name="Google Shape;294;p1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After giving your audience the bad news, your job is to end your message on an upbeat note. You might propose an attainable solution to the audience's problem. In a message to a customer or potential customer, an off-the-subject ending that includes resale information or sales promotion may also be appropriate. If you've asked readers to decide between alternatives or to take some action, make sure that they know what to do, when to do it, and how to do it with ease. Whatever type of close you choose, follow these guidelines:</a:t>
            </a:r>
            <a:endParaRPr/>
          </a:p>
          <a:p>
            <a:pPr indent="0" lvl="0" marL="0" rtl="0" algn="l">
              <a:spcBef>
                <a:spcPts val="0"/>
              </a:spcBef>
              <a:spcAft>
                <a:spcPts val="0"/>
              </a:spcAft>
              <a:buSzPts val="1800"/>
              <a:buNone/>
            </a:pPr>
            <a:r>
              <a:rPr b="1" lang="en-US"/>
              <a:t>Keep it positive.</a:t>
            </a:r>
            <a:r>
              <a:rPr lang="en-US"/>
              <a:t> Don't refer to, repeat, or apologize for the bad news, and refrain from expressing any doubt that your reasons will be accepted (avoid statements such as "I trust our decision is satisfactory").</a:t>
            </a:r>
            <a:endParaRPr/>
          </a:p>
          <a:p>
            <a:pPr indent="0" lvl="0" marL="0" rtl="0" algn="l">
              <a:spcBef>
                <a:spcPts val="0"/>
              </a:spcBef>
              <a:spcAft>
                <a:spcPts val="0"/>
              </a:spcAft>
              <a:buSzPts val="1800"/>
              <a:buNone/>
            </a:pPr>
            <a:r>
              <a:rPr b="1" lang="en-US"/>
              <a:t>Limit future correspondence.</a:t>
            </a:r>
            <a:r>
              <a:rPr lang="en-US"/>
              <a:t> Encourage additional communication </a:t>
            </a:r>
            <a:r>
              <a:rPr i="1" lang="en-US"/>
              <a:t>only</a:t>
            </a:r>
            <a:r>
              <a:rPr lang="en-US"/>
              <a:t> if you're willing to discuss your decision further (avoid wording such as "If you have further questions, please write").</a:t>
            </a:r>
            <a:endParaRPr/>
          </a:p>
          <a:p>
            <a:pPr indent="0" lvl="0" marL="0" rtl="0" algn="l">
              <a:spcBef>
                <a:spcPts val="0"/>
              </a:spcBef>
              <a:spcAft>
                <a:spcPts val="0"/>
              </a:spcAft>
              <a:buSzPts val="1800"/>
              <a:buNone/>
            </a:pPr>
            <a:r>
              <a:rPr b="1" lang="en-US"/>
              <a:t>Be optimistic about the future. </a:t>
            </a:r>
            <a:r>
              <a:rPr lang="en-US"/>
              <a:t>Don’t anticipate problems (avoid statements such as "Should you have further problems, please let us know").</a:t>
            </a:r>
            <a:endParaRPr/>
          </a:p>
          <a:p>
            <a:pPr indent="0" lvl="0" marL="0" rtl="0" algn="l">
              <a:spcBef>
                <a:spcPts val="0"/>
              </a:spcBef>
              <a:spcAft>
                <a:spcPts val="0"/>
              </a:spcAft>
              <a:buSzPts val="1800"/>
              <a:buNone/>
            </a:pPr>
            <a:r>
              <a:rPr b="1" lang="en-US"/>
              <a:t>Be sincere.</a:t>
            </a:r>
            <a:r>
              <a:rPr lang="en-US"/>
              <a:t> Steer clear of clichés that are insincere in view of the bad news (avoid saying, "If we can be of any help, please contact us").</a:t>
            </a:r>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16: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300" name="Google Shape;300;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1" name="Google Shape;301;p1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In the course of your business career, you will write various types of bad-news messages, from refusing credit to giving negative performance reviews. Many of the messages that you’ll be writing will probably fall into three major categories: negative answers to routine requests, negative organizational news, and negative employment messages.</a:t>
            </a:r>
            <a:endParaRPr/>
          </a:p>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17: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312" name="Google Shape;312;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3" name="Google Shape;313;p1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The businessperson who tries to say “yes” to everyone probably won’t win many promotions or stay in business for long. Occasionally, your response to routine requests must simply be “no.” Only a skilled communicator can say “no” clearly, without being offensive. </a:t>
            </a:r>
            <a:endParaRPr/>
          </a:p>
          <a:p>
            <a:pPr indent="0" lvl="0" marL="0" rtl="0" algn="l">
              <a:spcBef>
                <a:spcPts val="0"/>
              </a:spcBef>
              <a:spcAft>
                <a:spcPts val="0"/>
              </a:spcAft>
              <a:buSzPts val="1800"/>
              <a:buNone/>
            </a:pPr>
            <a:r>
              <a:rPr lang="en-US"/>
              <a:t>When people ask you for information and you can't honor the request, you may answer with either the direct approach or the indirect approach. Your wording and tone conspire to make the letter either offensive or acceptable.</a:t>
            </a:r>
            <a:endParaRPr/>
          </a:p>
          <a:p>
            <a:pPr indent="0" lvl="0" marL="0" rtl="0" algn="l">
              <a:spcBef>
                <a:spcPts val="0"/>
              </a:spcBef>
              <a:spcAft>
                <a:spcPts val="0"/>
              </a:spcAft>
              <a:buSzPts val="1800"/>
              <a:buNone/>
            </a:pPr>
            <a:r>
              <a:rPr lang="en-US"/>
              <a:t>When you must say “no” to an invitation or a requested favor, your use of the direct or the indirect approach depends on your relationship with the reader. If you don't know the person well, you'll probably use the indirect approach. If know the person well or work with him or her often, you might be more direct. </a:t>
            </a:r>
            <a:endParaRPr/>
          </a:p>
          <a:p>
            <a:pPr indent="0" lvl="0" marL="0" rtl="0" algn="l">
              <a:spcBef>
                <a:spcPts val="0"/>
              </a:spcBef>
              <a:spcAft>
                <a:spcPts val="0"/>
              </a:spcAft>
              <a:buSzPts val="1800"/>
              <a:buNone/>
            </a:pPr>
            <a:r>
              <a:rPr lang="en-US"/>
              <a:t>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1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4" name="Google Shape;324;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19: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332" name="Google Shape;332;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3" name="Google Shape;333;p1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When delivering bad news to existing or would-be customers, you have an additional challenge—resale. To make readers feel good about continuing to do business with your firm, you want to do the following:</a:t>
            </a:r>
            <a:endParaRPr/>
          </a:p>
          <a:p>
            <a:pPr indent="0" lvl="0" marL="0" rtl="0" algn="l">
              <a:spcBef>
                <a:spcPts val="0"/>
              </a:spcBef>
              <a:spcAft>
                <a:spcPts val="0"/>
              </a:spcAft>
              <a:buNone/>
            </a:pPr>
            <a:r>
              <a:rPr lang="en-US"/>
              <a:t> 	Work toward an eventual sale along the lines of the original order.</a:t>
            </a:r>
            <a:endParaRPr/>
          </a:p>
          <a:p>
            <a:pPr indent="0" lvl="0" marL="0" rtl="0" algn="l">
              <a:spcBef>
                <a:spcPts val="0"/>
              </a:spcBef>
              <a:spcAft>
                <a:spcPts val="0"/>
              </a:spcAft>
              <a:buNone/>
            </a:pPr>
            <a:r>
              <a:rPr lang="en-US"/>
              <a:t> 	Keep instructions or additional information as clear as possible.</a:t>
            </a:r>
            <a:endParaRPr/>
          </a:p>
          <a:p>
            <a:pPr indent="0" lvl="0" marL="0" rtl="0" algn="l">
              <a:spcBef>
                <a:spcPts val="0"/>
              </a:spcBef>
              <a:spcAft>
                <a:spcPts val="0"/>
              </a:spcAft>
              <a:buNone/>
            </a:pPr>
            <a:r>
              <a:rPr lang="en-US"/>
              <a:t> 	Maintain an optimistic, confident tone to keep the reader interested. </a:t>
            </a:r>
            <a:endParaRPr/>
          </a:p>
          <a:p>
            <a:pPr indent="0" lvl="0" marL="0" rtl="0" algn="l">
              <a:spcBef>
                <a:spcPts val="0"/>
              </a:spcBef>
              <a:spcAft>
                <a:spcPts val="0"/>
              </a:spcAft>
              <a:buSzPts val="1800"/>
              <a:buNone/>
            </a:pPr>
            <a:r>
              <a:rPr lang="en-US"/>
              <a:t>Reinforcing the customer’s confidence in your service or product is an effective way to meet the resale challenge. Just don’t overdo it.</a:t>
            </a:r>
            <a:endParaRPr/>
          </a:p>
          <a:p>
            <a:pPr indent="0" lvl="0" marL="0" rtl="0" algn="l">
              <a:spcBef>
                <a:spcPts val="0"/>
              </a:spcBef>
              <a:spcAft>
                <a:spcPts val="0"/>
              </a:spcAft>
              <a:buSzPts val="1800"/>
              <a:buNone/>
            </a:pPr>
            <a:r>
              <a:rPr lang="en-US"/>
              <a:t>When you must back order for a customer, you have one of two types of bad news to convey: (1) You're able to send only part of the order, or (2) you're able to send none of the order. When sending part of the order, you actually have good news and bad news. Use the indirect approach, in such situations. The buffer contains the good news (that part of the order is en route) along with a resale reminder of the product's attractiveness. The reasons why part of the shipment is delayed come next. A strong close encourages a favorable attitude toward the entire transaction. 	</a:t>
            </a:r>
            <a:endParaRPr/>
          </a:p>
          <a:p>
            <a:pPr indent="0" lvl="0" marL="0" rtl="0" algn="l">
              <a:spcBef>
                <a:spcPts val="0"/>
              </a:spcBef>
              <a:spcAft>
                <a:spcPts val="0"/>
              </a:spcAft>
              <a:buSzPts val="1800"/>
              <a:buNone/>
            </a:pPr>
            <a:r>
              <a:rPr lang="en-US"/>
              <a:t>When you're unable to send the customer any portion of an order, you still use the indirect approach. However, because you have no good news to give, your buffer only confirms the sale, and the explanation section states your reasons for not filling the order promptly.</a:t>
            </a:r>
            <a:endParaRPr/>
          </a:p>
          <a:p>
            <a:pPr indent="0" lvl="0" marL="0" rtl="0" algn="l">
              <a:spcBef>
                <a:spcPts val="0"/>
              </a:spcBef>
              <a:spcAft>
                <a:spcPts val="0"/>
              </a:spcAft>
              <a:buSzPts val="1800"/>
              <a:buNone/>
            </a:pPr>
            <a:r>
              <a:t/>
            </a:r>
            <a:endParaRPr/>
          </a:p>
          <a:p>
            <a:pPr indent="0" lvl="0" marL="0" rtl="0" algn="l">
              <a:spcBef>
                <a:spcPts val="0"/>
              </a:spcBef>
              <a:spcAft>
                <a:spcPts val="0"/>
              </a:spcAft>
              <a:buSzPts val="1800"/>
              <a:buNone/>
            </a:pPr>
            <a:r>
              <a:rPr lang="en-US"/>
              <a:t> If you’ve failed to meet expectations that you set for the customer, an element of apology should be considered</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2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4" name="Google Shape;344;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21: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352" name="Google Shape;352;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3" name="Google Shape;353;p2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Almost every customer who makes a claim is emotionally involved; therefore, the indirect approach is usually the best approach for a refusal. Your job as a writer is to avoid accepting responsibility for the unfortunate situation and yet avoid blaming or accusing the customer. To steer clear of these pitfalls, pay special attention to the tone of your letter. Keep in mind that a tactful and courteous letter can build goodwill even while denying the claim. </a:t>
            </a:r>
            <a:endParaRPr/>
          </a:p>
          <a:p>
            <a:pPr indent="0" lvl="0" marL="0" rtl="0" algn="l">
              <a:spcBef>
                <a:spcPts val="0"/>
              </a:spcBef>
              <a:spcAft>
                <a:spcPts val="0"/>
              </a:spcAft>
              <a:buSzPts val="1800"/>
              <a:buNone/>
            </a:pPr>
            <a:r>
              <a:rPr lang="en-US"/>
              <a:t>Avoid language that might have a negative impact on the reader. Instead, demonstrate that you understand and have considered the complaint. Then, even if the claim is unreasonable, rationally explain why you are refusing the request. </a:t>
            </a:r>
            <a:r>
              <a:rPr b="1" lang="en-US"/>
              <a:t>Remember, don't apologize and don’t rely on company policy. End the letter on a respectful and action-oriented note. </a:t>
            </a:r>
            <a:endParaRPr/>
          </a:p>
          <a:p>
            <a:pPr indent="0" lvl="0" marL="0" rtl="0" algn="l">
              <a:spcBef>
                <a:spcPts val="0"/>
              </a:spcBef>
              <a:spcAft>
                <a:spcPts val="0"/>
              </a:spcAft>
              <a:buSzPts val="1800"/>
              <a:buNone/>
            </a:pPr>
            <a:r>
              <a:rPr lang="en-US"/>
              <a:t>You may be tempted to respond to something particularly outrageous by calling the person responsible a crook, a swindler, or an incompetent. Resist! If you don't, you could be sued for </a:t>
            </a:r>
            <a:r>
              <a:rPr i="1" lang="en-US"/>
              <a:t>defamation</a:t>
            </a:r>
            <a:r>
              <a:rPr lang="en-US"/>
              <a:t>, a false statement that tends to damage someone's character or reputation.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2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3" name="Google Shape;373;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23: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381" name="Google Shape;381;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2" name="Google Shape;382;p2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At times, you may have bad news about your company’s products or about its operations. Whether you’re reporting to a supervisor or announcing your news to the media, the particular situation dictates whether you will use the direct or the indirect approach.</a:t>
            </a:r>
            <a:endParaRPr/>
          </a:p>
          <a:p>
            <a:pPr indent="0" lvl="0" marL="0" rtl="0" algn="l">
              <a:spcBef>
                <a:spcPts val="0"/>
              </a:spcBef>
              <a:spcAft>
                <a:spcPts val="0"/>
              </a:spcAft>
              <a:buSzPts val="1800"/>
              <a:buNone/>
            </a:pPr>
            <a:r>
              <a:rPr lang="en-US"/>
              <a:t>Say that you must provide bad news about a product. If you were writing to tell your company's bookkeeping department about increasing product prices, you'd use the direct approach. On the other hand, if you were writing to convey the same information to customers or even to your own sales department, you would probably use the indirect approach. </a:t>
            </a:r>
            <a:endParaRPr/>
          </a:p>
          <a:p>
            <a:pPr indent="0" lvl="0" marL="0" rtl="0" algn="l">
              <a:spcBef>
                <a:spcPts val="0"/>
              </a:spcBef>
              <a:spcAft>
                <a:spcPts val="0"/>
              </a:spcAft>
              <a:buSzPts val="1800"/>
              <a:buNone/>
            </a:pPr>
            <a:r>
              <a:rPr b="1" lang="en-US"/>
              <a:t>At least three situations require bad-news letters about company operations or performance: (1) a change in company policy or future plans that will have a negative effect on the reader, (2) problems with company performance, and (3) controversial or unpopular company operations</a:t>
            </a:r>
            <a:r>
              <a:rPr lang="en-US"/>
              <a:t>. If an apology is appropriate, good writers usually make it brief and bury it somewhere in the middle of the letter. Moreover, they try to leave readers with a favorable impression by closing on a positive note.</a:t>
            </a:r>
            <a:endParaRPr/>
          </a:p>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24: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434" name="Google Shape;434;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5" name="Google Shape;435;p2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Even though many states have passed laws to protect employers who provide open and honest job references for former employees, legal hazards persist. That's why many former employers still refuse to write recommendation letters—especially for people whose job performance has been unsatisfactory. When sending refusals to prospective employers, your message may be brief and direct.</a:t>
            </a:r>
            <a:endParaRPr/>
          </a:p>
          <a:p>
            <a:pPr indent="0" lvl="0" marL="0" rtl="0" algn="l">
              <a:spcBef>
                <a:spcPts val="0"/>
              </a:spcBef>
              <a:spcAft>
                <a:spcPts val="0"/>
              </a:spcAft>
              <a:buSzPts val="1800"/>
              <a:buNone/>
            </a:pPr>
            <a:r>
              <a:rPr lang="en-US"/>
              <a:t>Letters to the applicants themselves are another matter. Any refusal to cooperate may seem a personal slight and a threat to the applicant's future. Diplomacy and preparation help readers accept your refusal.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2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9" name="Google Shape;449;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26: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458" name="Google Shape;458;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9" name="Google Shape;459;p2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It's also difficult to tactfully tell job applicants that you won’t be offering them employment. But don't let the difficulty stop you from communicating the bad news. Rejecting an applicant with silence is unacceptable. At the same time, poorly written rejection letters do have negative consequences, ranging from the loss of qualified candidates for future openings to the loss of potential customers (not only the rejected applicants but also their friends and family).</a:t>
            </a:r>
            <a:r>
              <a:rPr baseline="30000" lang="en-US"/>
              <a:t> </a:t>
            </a:r>
            <a:r>
              <a:rPr lang="en-US"/>
              <a:t> When delivering bad news to job applicants, follow three guidelines:</a:t>
            </a:r>
            <a:endParaRPr/>
          </a:p>
          <a:p>
            <a:pPr indent="0" lvl="0" marL="0" rtl="0" algn="l">
              <a:spcBef>
                <a:spcPts val="0"/>
              </a:spcBef>
              <a:spcAft>
                <a:spcPts val="0"/>
              </a:spcAft>
              <a:buSzPts val="1800"/>
              <a:buNone/>
            </a:pPr>
            <a:r>
              <a:rPr b="1" lang="en-US"/>
              <a:t>Open with the direct approach. </a:t>
            </a:r>
            <a:r>
              <a:rPr lang="en-US"/>
              <a:t>A recent study by the </a:t>
            </a:r>
            <a:r>
              <a:rPr i="1" lang="en-US"/>
              <a:t>Journal of Business and Technical Communication</a:t>
            </a:r>
            <a:r>
              <a:rPr lang="en-US"/>
              <a:t> shows businesses fare better when they reject applicants up-front. If you try to buffer the bad news that your reader is expecting, you will seem manipulative and insincere.</a:t>
            </a:r>
            <a:endParaRPr/>
          </a:p>
          <a:p>
            <a:pPr indent="0" lvl="0" marL="0" rtl="0" algn="l">
              <a:spcBef>
                <a:spcPts val="0"/>
              </a:spcBef>
              <a:spcAft>
                <a:spcPts val="0"/>
              </a:spcAft>
              <a:buSzPts val="1800"/>
              <a:buNone/>
            </a:pPr>
            <a:r>
              <a:rPr b="1" lang="en-US"/>
              <a:t>Clearly state why the applicant was not selected. </a:t>
            </a:r>
            <a:r>
              <a:rPr lang="en-US"/>
              <a:t>Make your rejection less personal by stating that you hired someone with more experience or whose qualifications match the position requirements more closely.</a:t>
            </a:r>
            <a:endParaRPr/>
          </a:p>
          <a:p>
            <a:pPr indent="0" lvl="0" marL="0" rtl="0" algn="l">
              <a:spcBef>
                <a:spcPts val="0"/>
              </a:spcBef>
              <a:spcAft>
                <a:spcPts val="0"/>
              </a:spcAft>
              <a:buSzPts val="1800"/>
              <a:buNone/>
            </a:pPr>
            <a:r>
              <a:rPr b="1" lang="en-US"/>
              <a:t>Close by suggesting alternatives.</a:t>
            </a:r>
            <a:r>
              <a:rPr lang="en-US"/>
              <a:t> If you believe the applicant is qualified, mention other openings within your company. You might suggest professional organizations that could help the applicant find employment. Or you might simply mention that the applicant's résumé will be considered for future openings. Any of these positive suggestions may help the applicant be less disappointed and view your company more positively.</a:t>
            </a:r>
            <a:endParaRPr b="1"/>
          </a:p>
          <a:p>
            <a:pPr indent="0" lvl="0" marL="0" rtl="0" algn="l">
              <a:spcBef>
                <a:spcPts val="0"/>
              </a:spcBef>
              <a:spcAft>
                <a:spcPts val="0"/>
              </a:spcAft>
              <a:buNone/>
            </a:pPr>
            <a:r>
              <a:t/>
            </a:r>
            <a:endParaRPr b="1"/>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p2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3" name="Google Shape;473;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p28: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482" name="Google Shape;482;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3" name="Google Shape;483;p2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A performance review is a manager's formal or informal evaluation of an employee. Few other communication tasks require such a broad range of skills and strategy as that needed for performance reviews, whether positive or negative. </a:t>
            </a:r>
            <a:r>
              <a:rPr b="1" lang="en-US"/>
              <a:t>The main purpose of these reviews is to improve employee performance by (1) emphasizing and clarifying job requirements, (2) giving employees feedback on their efforts toward fulfilling those requirements, and (3) guiding continued efforts by developing a plan of action, along with its rewards and opportunities. </a:t>
            </a:r>
            <a:endParaRPr/>
          </a:p>
          <a:p>
            <a:pPr indent="0" lvl="0" marL="0" rtl="0" algn="l">
              <a:spcBef>
                <a:spcPts val="0"/>
              </a:spcBef>
              <a:spcAft>
                <a:spcPts val="0"/>
              </a:spcAft>
              <a:buSzPts val="1800"/>
              <a:buNone/>
            </a:pPr>
            <a:r>
              <a:rPr lang="en-US"/>
              <a:t>Positive and negative performance reviews share several characteristics: </a:t>
            </a:r>
            <a:r>
              <a:rPr b="1" lang="en-US"/>
              <a:t>The tone is objective and unbiased, the language is nonjudgmental, and the focus is problem resolution. </a:t>
            </a:r>
            <a:endParaRPr/>
          </a:p>
          <a:p>
            <a:pPr indent="0" lvl="0" marL="0" rtl="0" algn="l">
              <a:spcBef>
                <a:spcPts val="0"/>
              </a:spcBef>
              <a:spcAft>
                <a:spcPts val="0"/>
              </a:spcAft>
              <a:buSzPts val="1800"/>
              <a:buNone/>
            </a:pPr>
            <a:r>
              <a:rPr lang="en-US"/>
              <a:t>Be aware that employee performance reviews can play an important role in lawsuits. If you fire an employee for incompetence and the performance evaluations are all positive, the employee can sue your company, maintaining you had no cause to terminate employment.</a:t>
            </a:r>
            <a:r>
              <a:rPr baseline="30000" lang="en-US"/>
              <a:t> </a:t>
            </a:r>
            <a:r>
              <a:rPr lang="en-US"/>
              <a:t> Also, your company could be sued for negligence if an injury is caused by an employee who received a negative evaluation but received no corrective action.</a:t>
            </a:r>
            <a:endParaRPr/>
          </a:p>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6" name="Google Shape;546;p2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7" name="Google Shape;547;p29: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7" name="Google Shape;17;p3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chemeClr val="dk1"/>
              </a:buClr>
              <a:buSzPts val="3200"/>
              <a:buFont typeface="Arial"/>
              <a:buNone/>
              <a:defRPr/>
            </a:lvl1pPr>
            <a:lvl2pPr lvl="1" algn="ctr">
              <a:spcBef>
                <a:spcPts val="640"/>
              </a:spcBef>
              <a:spcAft>
                <a:spcPts val="0"/>
              </a:spcAft>
              <a:buClr>
                <a:schemeClr val="dk1"/>
              </a:buClr>
              <a:buSzPts val="3200"/>
              <a:buFont typeface="Arial"/>
              <a:buNone/>
              <a:defRPr/>
            </a:lvl2pPr>
            <a:lvl3pPr lvl="2" algn="ctr">
              <a:spcBef>
                <a:spcPts val="640"/>
              </a:spcBef>
              <a:spcAft>
                <a:spcPts val="0"/>
              </a:spcAft>
              <a:buClr>
                <a:schemeClr val="dk1"/>
              </a:buClr>
              <a:buSzPts val="3200"/>
              <a:buFont typeface="Arial"/>
              <a:buNone/>
              <a:defRPr/>
            </a:lvl3pPr>
            <a:lvl4pPr lvl="3" algn="ctr">
              <a:spcBef>
                <a:spcPts val="640"/>
              </a:spcBef>
              <a:spcAft>
                <a:spcPts val="0"/>
              </a:spcAft>
              <a:buClr>
                <a:schemeClr val="dk1"/>
              </a:buClr>
              <a:buSzPts val="3200"/>
              <a:buFont typeface="Arial"/>
              <a:buNone/>
              <a:defRPr/>
            </a:lvl4pPr>
            <a:lvl5pPr lvl="4" algn="ctr">
              <a:spcBef>
                <a:spcPts val="640"/>
              </a:spcBef>
              <a:spcAft>
                <a:spcPts val="0"/>
              </a:spcAft>
              <a:buClr>
                <a:schemeClr val="dk1"/>
              </a:buClr>
              <a:buSzPts val="3200"/>
              <a:buFont typeface="Arial"/>
              <a:buNone/>
              <a:defRPr/>
            </a:lvl5pPr>
            <a:lvl6pPr lvl="5" algn="ctr">
              <a:spcBef>
                <a:spcPts val="640"/>
              </a:spcBef>
              <a:spcAft>
                <a:spcPts val="0"/>
              </a:spcAft>
              <a:buClr>
                <a:schemeClr val="dk1"/>
              </a:buClr>
              <a:buSzPts val="3200"/>
              <a:buFont typeface="Arial"/>
              <a:buNone/>
              <a:defRPr/>
            </a:lvl6pPr>
            <a:lvl7pPr lvl="6" algn="ctr">
              <a:spcBef>
                <a:spcPts val="640"/>
              </a:spcBef>
              <a:spcAft>
                <a:spcPts val="0"/>
              </a:spcAft>
              <a:buClr>
                <a:schemeClr val="dk1"/>
              </a:buClr>
              <a:buSzPts val="3200"/>
              <a:buFont typeface="Arial"/>
              <a:buNone/>
              <a:defRPr/>
            </a:lvl7pPr>
            <a:lvl8pPr lvl="7" algn="ctr">
              <a:spcBef>
                <a:spcPts val="640"/>
              </a:spcBef>
              <a:spcAft>
                <a:spcPts val="0"/>
              </a:spcAft>
              <a:buClr>
                <a:schemeClr val="dk1"/>
              </a:buClr>
              <a:buSzPts val="3200"/>
              <a:buFont typeface="Arial"/>
              <a:buNone/>
              <a:defRPr/>
            </a:lvl8pPr>
            <a:lvl9pPr lvl="8" algn="ctr">
              <a:spcBef>
                <a:spcPts val="640"/>
              </a:spcBef>
              <a:spcAft>
                <a:spcPts val="0"/>
              </a:spcAft>
              <a:buClr>
                <a:schemeClr val="dk1"/>
              </a:buClr>
              <a:buSzPts val="3200"/>
              <a:buFont typeface="Arial"/>
              <a:buNone/>
              <a:defRPr/>
            </a:lvl9pPr>
          </a:lstStyle>
          <a:p/>
        </p:txBody>
      </p:sp>
      <p:sp>
        <p:nvSpPr>
          <p:cNvPr id="18" name="Google Shape;18;p31"/>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1"/>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1"/>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r>
              <a:rPr lang="en-US"/>
              <a:t>Chapter 8 - </a:t>
            </a: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1" name="Shape 21"/>
        <p:cNvGrpSpPr/>
        <p:nvPr/>
      </p:nvGrpSpPr>
      <p:grpSpPr>
        <a:xfrm>
          <a:off x="0" y="0"/>
          <a:ext cx="0" cy="0"/>
          <a:chOff x="0" y="0"/>
          <a:chExt cx="0" cy="0"/>
        </a:xfrm>
      </p:grpSpPr>
      <p:sp>
        <p:nvSpPr>
          <p:cNvPr id="22" name="Google Shape;22;p32"/>
          <p:cNvSpPr txBox="1"/>
          <p:nvPr>
            <p:ph type="title"/>
          </p:nvPr>
        </p:nvSpPr>
        <p:spPr>
          <a:xfrm>
            <a:off x="457200" y="381000"/>
            <a:ext cx="8229600" cy="13716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3" name="Google Shape;23;p32"/>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32"/>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32"/>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r>
              <a:rPr lang="en-US"/>
              <a:t>Chapter 8 - </a:t>
            </a: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6" name="Shape 26"/>
        <p:cNvGrpSpPr/>
        <p:nvPr/>
      </p:nvGrpSpPr>
      <p:grpSpPr>
        <a:xfrm>
          <a:off x="0" y="0"/>
          <a:ext cx="0" cy="0"/>
          <a:chOff x="0" y="0"/>
          <a:chExt cx="0" cy="0"/>
        </a:xfrm>
      </p:grpSpPr>
      <p:sp>
        <p:nvSpPr>
          <p:cNvPr id="27" name="Google Shape;27;p33"/>
          <p:cNvSpPr txBox="1"/>
          <p:nvPr>
            <p:ph type="title"/>
          </p:nvPr>
        </p:nvSpPr>
        <p:spPr>
          <a:xfrm>
            <a:off x="457200" y="381000"/>
            <a:ext cx="8229600" cy="13716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8" name="Google Shape;28;p33"/>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9" name="Google Shape;29;p33"/>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33"/>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33"/>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9pPr>
          </a:lstStyle>
          <a:p>
            <a:pPr indent="0" lvl="0" marL="0" rtl="0" algn="r">
              <a:spcBef>
                <a:spcPts val="0"/>
              </a:spcBef>
              <a:spcAft>
                <a:spcPts val="0"/>
              </a:spcAft>
              <a:buNone/>
            </a:pPr>
            <a:r>
              <a:rPr lang="en-US"/>
              <a:t>Chapter 8 - </a:t>
            </a: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2" name="Shape 32"/>
        <p:cNvGrpSpPr/>
        <p:nvPr/>
      </p:nvGrpSpPr>
      <p:grpSpPr>
        <a:xfrm>
          <a:off x="0" y="0"/>
          <a:ext cx="0" cy="0"/>
          <a:chOff x="0" y="0"/>
          <a:chExt cx="0" cy="0"/>
        </a:xfrm>
      </p:grpSpPr>
      <p:sp>
        <p:nvSpPr>
          <p:cNvPr id="33" name="Google Shape;33;p34"/>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34"/>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34"/>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9pPr>
          </a:lstStyle>
          <a:p>
            <a:pPr indent="0" lvl="0" marL="0" rtl="0" algn="r">
              <a:spcBef>
                <a:spcPts val="0"/>
              </a:spcBef>
              <a:spcAft>
                <a:spcPts val="0"/>
              </a:spcAft>
              <a:buNone/>
            </a:pPr>
            <a:r>
              <a:rPr lang="en-US"/>
              <a:t>Chapter 8 - </a:t>
            </a: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36" name="Shape 36"/>
        <p:cNvGrpSpPr/>
        <p:nvPr/>
      </p:nvGrpSpPr>
      <p:grpSpPr>
        <a:xfrm>
          <a:off x="0" y="0"/>
          <a:ext cx="0" cy="0"/>
          <a:chOff x="0" y="0"/>
          <a:chExt cx="0" cy="0"/>
        </a:xfrm>
      </p:grpSpPr>
      <p:sp>
        <p:nvSpPr>
          <p:cNvPr id="37" name="Google Shape;37;p35"/>
          <p:cNvSpPr txBox="1"/>
          <p:nvPr>
            <p:ph type="title"/>
          </p:nvPr>
        </p:nvSpPr>
        <p:spPr>
          <a:xfrm rot="5400000">
            <a:off x="4800600" y="2209800"/>
            <a:ext cx="5715000" cy="20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8" name="Google Shape;38;p35"/>
          <p:cNvSpPr txBox="1"/>
          <p:nvPr>
            <p:ph idx="1" type="body"/>
          </p:nvPr>
        </p:nvSpPr>
        <p:spPr>
          <a:xfrm rot="5400000">
            <a:off x="609600" y="228600"/>
            <a:ext cx="5715000" cy="6019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9" name="Google Shape;39;p35"/>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35"/>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35"/>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9pPr>
          </a:lstStyle>
          <a:p>
            <a:pPr indent="0" lvl="0" marL="0" rtl="0" algn="r">
              <a:spcBef>
                <a:spcPts val="0"/>
              </a:spcBef>
              <a:spcAft>
                <a:spcPts val="0"/>
              </a:spcAft>
              <a:buNone/>
            </a:pPr>
            <a:r>
              <a:rPr lang="en-US"/>
              <a:t>Chapter 8 - </a:t>
            </a: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42" name="Shape 42"/>
        <p:cNvGrpSpPr/>
        <p:nvPr/>
      </p:nvGrpSpPr>
      <p:grpSpPr>
        <a:xfrm>
          <a:off x="0" y="0"/>
          <a:ext cx="0" cy="0"/>
          <a:chOff x="0" y="0"/>
          <a:chExt cx="0" cy="0"/>
        </a:xfrm>
      </p:grpSpPr>
      <p:sp>
        <p:nvSpPr>
          <p:cNvPr id="43" name="Google Shape;43;p36"/>
          <p:cNvSpPr txBox="1"/>
          <p:nvPr>
            <p:ph type="title"/>
          </p:nvPr>
        </p:nvSpPr>
        <p:spPr>
          <a:xfrm>
            <a:off x="457200" y="381000"/>
            <a:ext cx="8229600" cy="13716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4" name="Google Shape;44;p36"/>
          <p:cNvSpPr txBox="1"/>
          <p:nvPr>
            <p:ph idx="1" type="body"/>
          </p:nvPr>
        </p:nvSpPr>
        <p:spPr>
          <a:xfrm rot="5400000">
            <a:off x="2514600" y="152400"/>
            <a:ext cx="4114800" cy="77724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5" name="Google Shape;45;p36"/>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36"/>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36"/>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9pPr>
          </a:lstStyle>
          <a:p>
            <a:pPr indent="0" lvl="0" marL="0" rtl="0" algn="r">
              <a:spcBef>
                <a:spcPts val="0"/>
              </a:spcBef>
              <a:spcAft>
                <a:spcPts val="0"/>
              </a:spcAft>
              <a:buNone/>
            </a:pPr>
            <a:r>
              <a:rPr lang="en-US"/>
              <a:t>Chapter 8 - </a:t>
            </a: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48" name="Shape 48"/>
        <p:cNvGrpSpPr/>
        <p:nvPr/>
      </p:nvGrpSpPr>
      <p:grpSpPr>
        <a:xfrm>
          <a:off x="0" y="0"/>
          <a:ext cx="0" cy="0"/>
          <a:chOff x="0" y="0"/>
          <a:chExt cx="0" cy="0"/>
        </a:xfrm>
      </p:grpSpPr>
      <p:sp>
        <p:nvSpPr>
          <p:cNvPr id="49" name="Google Shape;49;p37"/>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0" name="Google Shape;50;p37"/>
          <p:cNvSpPr/>
          <p:nvPr>
            <p:ph idx="2" type="pic"/>
          </p:nvPr>
        </p:nvSpPr>
        <p:spPr>
          <a:xfrm>
            <a:off x="1792288" y="612775"/>
            <a:ext cx="5486400" cy="4114800"/>
          </a:xfrm>
          <a:prstGeom prst="rect">
            <a:avLst/>
          </a:prstGeom>
          <a:noFill/>
          <a:ln>
            <a:noFill/>
          </a:ln>
        </p:spPr>
      </p:sp>
      <p:sp>
        <p:nvSpPr>
          <p:cNvPr id="51" name="Google Shape;51;p37"/>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
        <p:nvSpPr>
          <p:cNvPr id="52" name="Google Shape;52;p37"/>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37"/>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37"/>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9pPr>
          </a:lstStyle>
          <a:p>
            <a:pPr indent="0" lvl="0" marL="0" rtl="0" algn="r">
              <a:spcBef>
                <a:spcPts val="0"/>
              </a:spcBef>
              <a:spcAft>
                <a:spcPts val="0"/>
              </a:spcAft>
              <a:buNone/>
            </a:pPr>
            <a:r>
              <a:rPr lang="en-US"/>
              <a:t>Chapter 8 - </a:t>
            </a: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5" name="Shape 55"/>
        <p:cNvGrpSpPr/>
        <p:nvPr/>
      </p:nvGrpSpPr>
      <p:grpSpPr>
        <a:xfrm>
          <a:off x="0" y="0"/>
          <a:ext cx="0" cy="0"/>
          <a:chOff x="0" y="0"/>
          <a:chExt cx="0" cy="0"/>
        </a:xfrm>
      </p:grpSpPr>
      <p:sp>
        <p:nvSpPr>
          <p:cNvPr id="56" name="Google Shape;56;p38"/>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7" name="Google Shape;57;p38"/>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Font typeface="Arial"/>
              <a:buChar char="•"/>
              <a:defRPr sz="3200"/>
            </a:lvl1pPr>
            <a:lvl2pPr indent="-406400" lvl="1" marL="914400" algn="l">
              <a:spcBef>
                <a:spcPts val="560"/>
              </a:spcBef>
              <a:spcAft>
                <a:spcPts val="0"/>
              </a:spcAft>
              <a:buClr>
                <a:schemeClr val="dk1"/>
              </a:buClr>
              <a:buSzPts val="2800"/>
              <a:buFont typeface="Arial"/>
              <a:buChar char="–"/>
              <a:defRPr sz="2800"/>
            </a:lvl2pPr>
            <a:lvl3pPr indent="-381000" lvl="2" marL="1371600" algn="l">
              <a:spcBef>
                <a:spcPts val="480"/>
              </a:spcBef>
              <a:spcAft>
                <a:spcPts val="0"/>
              </a:spcAft>
              <a:buClr>
                <a:schemeClr val="dk1"/>
              </a:buClr>
              <a:buSzPts val="2400"/>
              <a:buFont typeface="Arial"/>
              <a:buChar char="•"/>
              <a:defRPr sz="2400"/>
            </a:lvl3pPr>
            <a:lvl4pPr indent="-355600" lvl="3" marL="1828800" algn="l">
              <a:spcBef>
                <a:spcPts val="400"/>
              </a:spcBef>
              <a:spcAft>
                <a:spcPts val="0"/>
              </a:spcAft>
              <a:buClr>
                <a:schemeClr val="dk1"/>
              </a:buClr>
              <a:buSzPts val="2000"/>
              <a:buFont typeface="Arial"/>
              <a:buChar char="–"/>
              <a:defRPr sz="2000"/>
            </a:lvl4pPr>
            <a:lvl5pPr indent="-355600" lvl="4" marL="2286000" algn="l">
              <a:spcBef>
                <a:spcPts val="400"/>
              </a:spcBef>
              <a:spcAft>
                <a:spcPts val="0"/>
              </a:spcAft>
              <a:buClr>
                <a:schemeClr val="dk1"/>
              </a:buClr>
              <a:buSzPts val="2000"/>
              <a:buFont typeface="Arial"/>
              <a:buChar char="»"/>
              <a:defRPr sz="2000"/>
            </a:lvl5pPr>
            <a:lvl6pPr indent="-355600" lvl="5" marL="2743200" algn="l">
              <a:spcBef>
                <a:spcPts val="400"/>
              </a:spcBef>
              <a:spcAft>
                <a:spcPts val="0"/>
              </a:spcAft>
              <a:buClr>
                <a:schemeClr val="dk1"/>
              </a:buClr>
              <a:buSzPts val="2000"/>
              <a:buFont typeface="Arial"/>
              <a:buChar char="»"/>
              <a:defRPr sz="2000"/>
            </a:lvl6pPr>
            <a:lvl7pPr indent="-355600" lvl="6" marL="3200400" algn="l">
              <a:spcBef>
                <a:spcPts val="400"/>
              </a:spcBef>
              <a:spcAft>
                <a:spcPts val="0"/>
              </a:spcAft>
              <a:buClr>
                <a:schemeClr val="dk1"/>
              </a:buClr>
              <a:buSzPts val="2000"/>
              <a:buFont typeface="Arial"/>
              <a:buChar char="»"/>
              <a:defRPr sz="2000"/>
            </a:lvl7pPr>
            <a:lvl8pPr indent="-355600" lvl="7" marL="3657600" algn="l">
              <a:spcBef>
                <a:spcPts val="400"/>
              </a:spcBef>
              <a:spcAft>
                <a:spcPts val="0"/>
              </a:spcAft>
              <a:buClr>
                <a:schemeClr val="dk1"/>
              </a:buClr>
              <a:buSzPts val="2000"/>
              <a:buFont typeface="Arial"/>
              <a:buChar char="»"/>
              <a:defRPr sz="2000"/>
            </a:lvl8pPr>
            <a:lvl9pPr indent="-355600" lvl="8" marL="4114800" algn="l">
              <a:spcBef>
                <a:spcPts val="400"/>
              </a:spcBef>
              <a:spcAft>
                <a:spcPts val="0"/>
              </a:spcAft>
              <a:buClr>
                <a:schemeClr val="dk1"/>
              </a:buClr>
              <a:buSzPts val="2000"/>
              <a:buFont typeface="Arial"/>
              <a:buChar char="»"/>
              <a:defRPr sz="2000"/>
            </a:lvl9pPr>
          </a:lstStyle>
          <a:p/>
        </p:txBody>
      </p:sp>
      <p:sp>
        <p:nvSpPr>
          <p:cNvPr id="58" name="Google Shape;58;p38"/>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
        <p:nvSpPr>
          <p:cNvPr id="59" name="Google Shape;59;p38"/>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8"/>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38"/>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9pPr>
          </a:lstStyle>
          <a:p>
            <a:pPr indent="0" lvl="0" marL="0" rtl="0" algn="r">
              <a:spcBef>
                <a:spcPts val="0"/>
              </a:spcBef>
              <a:spcAft>
                <a:spcPts val="0"/>
              </a:spcAft>
              <a:buNone/>
            </a:pPr>
            <a:r>
              <a:rPr lang="en-US"/>
              <a:t>Chapter 8 - </a:t>
            </a: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2" name="Shape 62"/>
        <p:cNvGrpSpPr/>
        <p:nvPr/>
      </p:nvGrpSpPr>
      <p:grpSpPr>
        <a:xfrm>
          <a:off x="0" y="0"/>
          <a:ext cx="0" cy="0"/>
          <a:chOff x="0" y="0"/>
          <a:chExt cx="0" cy="0"/>
        </a:xfrm>
      </p:grpSpPr>
      <p:sp>
        <p:nvSpPr>
          <p:cNvPr id="63" name="Google Shape;63;p3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4" name="Google Shape;64;p39"/>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65" name="Google Shape;65;p39"/>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Arial"/>
              <a:buChar char="•"/>
              <a:defRPr sz="24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dk1"/>
              </a:buClr>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66" name="Google Shape;66;p39"/>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67" name="Google Shape;67;p39"/>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Arial"/>
              <a:buChar char="•"/>
              <a:defRPr sz="24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dk1"/>
              </a:buClr>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68" name="Google Shape;68;p39"/>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39"/>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9"/>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9pPr>
          </a:lstStyle>
          <a:p>
            <a:pPr indent="0" lvl="0" marL="0" rtl="0" algn="r">
              <a:spcBef>
                <a:spcPts val="0"/>
              </a:spcBef>
              <a:spcAft>
                <a:spcPts val="0"/>
              </a:spcAft>
              <a:buNone/>
            </a:pPr>
            <a:r>
              <a:rPr lang="en-US"/>
              <a:t>Chapter 8 - </a:t>
            </a: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1" name="Shape 71"/>
        <p:cNvGrpSpPr/>
        <p:nvPr/>
      </p:nvGrpSpPr>
      <p:grpSpPr>
        <a:xfrm>
          <a:off x="0" y="0"/>
          <a:ext cx="0" cy="0"/>
          <a:chOff x="0" y="0"/>
          <a:chExt cx="0" cy="0"/>
        </a:xfrm>
      </p:grpSpPr>
      <p:sp>
        <p:nvSpPr>
          <p:cNvPr id="72" name="Google Shape;72;p40"/>
          <p:cNvSpPr txBox="1"/>
          <p:nvPr>
            <p:ph type="title"/>
          </p:nvPr>
        </p:nvSpPr>
        <p:spPr>
          <a:xfrm>
            <a:off x="457200" y="381000"/>
            <a:ext cx="8229600" cy="13716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3" name="Google Shape;73;p40"/>
          <p:cNvSpPr txBox="1"/>
          <p:nvPr>
            <p:ph idx="1" type="body"/>
          </p:nvPr>
        </p:nvSpPr>
        <p:spPr>
          <a:xfrm>
            <a:off x="685800" y="1981200"/>
            <a:ext cx="3810000" cy="4114800"/>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Arial"/>
              <a:buChar char="•"/>
              <a:defRPr sz="2800"/>
            </a:lvl1pPr>
            <a:lvl2pPr indent="-381000" lvl="1" marL="914400" algn="l">
              <a:spcBef>
                <a:spcPts val="480"/>
              </a:spcBef>
              <a:spcAft>
                <a:spcPts val="0"/>
              </a:spcAft>
              <a:buClr>
                <a:schemeClr val="dk1"/>
              </a:buClr>
              <a:buSzPts val="2400"/>
              <a:buFont typeface="Arial"/>
              <a:buChar char="–"/>
              <a:defRPr sz="2400"/>
            </a:lvl2pPr>
            <a:lvl3pPr indent="-355600" lvl="2" marL="1371600" algn="l">
              <a:spcBef>
                <a:spcPts val="400"/>
              </a:spcBef>
              <a:spcAft>
                <a:spcPts val="0"/>
              </a:spcAft>
              <a:buClr>
                <a:schemeClr val="dk1"/>
              </a:buClr>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74" name="Google Shape;74;p40"/>
          <p:cNvSpPr txBox="1"/>
          <p:nvPr>
            <p:ph idx="2" type="body"/>
          </p:nvPr>
        </p:nvSpPr>
        <p:spPr>
          <a:xfrm>
            <a:off x="4648200" y="1981200"/>
            <a:ext cx="3810000" cy="4114800"/>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Arial"/>
              <a:buChar char="•"/>
              <a:defRPr sz="2800"/>
            </a:lvl1pPr>
            <a:lvl2pPr indent="-381000" lvl="1" marL="914400" algn="l">
              <a:spcBef>
                <a:spcPts val="480"/>
              </a:spcBef>
              <a:spcAft>
                <a:spcPts val="0"/>
              </a:spcAft>
              <a:buClr>
                <a:schemeClr val="dk1"/>
              </a:buClr>
              <a:buSzPts val="2400"/>
              <a:buFont typeface="Arial"/>
              <a:buChar char="–"/>
              <a:defRPr sz="2400"/>
            </a:lvl2pPr>
            <a:lvl3pPr indent="-355600" lvl="2" marL="1371600" algn="l">
              <a:spcBef>
                <a:spcPts val="400"/>
              </a:spcBef>
              <a:spcAft>
                <a:spcPts val="0"/>
              </a:spcAft>
              <a:buClr>
                <a:schemeClr val="dk1"/>
              </a:buClr>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75" name="Google Shape;75;p40"/>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40"/>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40"/>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9pPr>
          </a:lstStyle>
          <a:p>
            <a:pPr indent="0" lvl="0" marL="0" rtl="0" algn="r">
              <a:spcBef>
                <a:spcPts val="0"/>
              </a:spcBef>
              <a:spcAft>
                <a:spcPts val="0"/>
              </a:spcAft>
              <a:buNone/>
            </a:pPr>
            <a:r>
              <a:rPr lang="en-US"/>
              <a:t>Chapter 8 - </a:t>
            </a: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8" name="Shape 78"/>
        <p:cNvGrpSpPr/>
        <p:nvPr/>
      </p:nvGrpSpPr>
      <p:grpSpPr>
        <a:xfrm>
          <a:off x="0" y="0"/>
          <a:ext cx="0" cy="0"/>
          <a:chOff x="0" y="0"/>
          <a:chExt cx="0" cy="0"/>
        </a:xfrm>
      </p:grpSpPr>
      <p:sp>
        <p:nvSpPr>
          <p:cNvPr id="79" name="Google Shape;79;p4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0" name="Google Shape;80;p4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chemeClr val="dk1"/>
              </a:buClr>
              <a:buSzPts val="2000"/>
              <a:buFont typeface="Arial"/>
              <a:buNone/>
              <a:defRPr sz="2000"/>
            </a:lvl1pPr>
            <a:lvl2pPr indent="-228600" lvl="1" marL="914400" algn="l">
              <a:spcBef>
                <a:spcPts val="360"/>
              </a:spcBef>
              <a:spcAft>
                <a:spcPts val="0"/>
              </a:spcAft>
              <a:buClr>
                <a:schemeClr val="dk1"/>
              </a:buClr>
              <a:buSzPts val="1800"/>
              <a:buFont typeface="Arial"/>
              <a:buNone/>
              <a:defRPr sz="1800"/>
            </a:lvl2pPr>
            <a:lvl3pPr indent="-228600" lvl="2" marL="1371600" algn="l">
              <a:spcBef>
                <a:spcPts val="320"/>
              </a:spcBef>
              <a:spcAft>
                <a:spcPts val="0"/>
              </a:spcAft>
              <a:buClr>
                <a:schemeClr val="dk1"/>
              </a:buClr>
              <a:buSzPts val="1600"/>
              <a:buFont typeface="Arial"/>
              <a:buNone/>
              <a:defRPr sz="1600"/>
            </a:lvl3pPr>
            <a:lvl4pPr indent="-228600" lvl="3" marL="1828800" algn="l">
              <a:spcBef>
                <a:spcPts val="280"/>
              </a:spcBef>
              <a:spcAft>
                <a:spcPts val="0"/>
              </a:spcAft>
              <a:buClr>
                <a:schemeClr val="dk1"/>
              </a:buClr>
              <a:buSzPts val="1400"/>
              <a:buFont typeface="Arial"/>
              <a:buNone/>
              <a:defRPr sz="1400"/>
            </a:lvl4pPr>
            <a:lvl5pPr indent="-228600" lvl="4" marL="2286000" algn="l">
              <a:spcBef>
                <a:spcPts val="280"/>
              </a:spcBef>
              <a:spcAft>
                <a:spcPts val="0"/>
              </a:spcAft>
              <a:buClr>
                <a:schemeClr val="dk1"/>
              </a:buClr>
              <a:buSzPts val="1400"/>
              <a:buFont typeface="Arial"/>
              <a:buNone/>
              <a:defRPr sz="1400"/>
            </a:lvl5pPr>
            <a:lvl6pPr indent="-228600" lvl="5" marL="2743200" algn="l">
              <a:spcBef>
                <a:spcPts val="280"/>
              </a:spcBef>
              <a:spcAft>
                <a:spcPts val="0"/>
              </a:spcAft>
              <a:buClr>
                <a:schemeClr val="dk1"/>
              </a:buClr>
              <a:buSzPts val="1400"/>
              <a:buFont typeface="Arial"/>
              <a:buNone/>
              <a:defRPr sz="1400"/>
            </a:lvl6pPr>
            <a:lvl7pPr indent="-228600" lvl="6" marL="3200400" algn="l">
              <a:spcBef>
                <a:spcPts val="280"/>
              </a:spcBef>
              <a:spcAft>
                <a:spcPts val="0"/>
              </a:spcAft>
              <a:buClr>
                <a:schemeClr val="dk1"/>
              </a:buClr>
              <a:buSzPts val="1400"/>
              <a:buFont typeface="Arial"/>
              <a:buNone/>
              <a:defRPr sz="1400"/>
            </a:lvl7pPr>
            <a:lvl8pPr indent="-228600" lvl="7" marL="3657600" algn="l">
              <a:spcBef>
                <a:spcPts val="280"/>
              </a:spcBef>
              <a:spcAft>
                <a:spcPts val="0"/>
              </a:spcAft>
              <a:buClr>
                <a:schemeClr val="dk1"/>
              </a:buClr>
              <a:buSzPts val="1400"/>
              <a:buFont typeface="Arial"/>
              <a:buNone/>
              <a:defRPr sz="1400"/>
            </a:lvl8pPr>
            <a:lvl9pPr indent="-228600" lvl="8" marL="4114800" algn="l">
              <a:spcBef>
                <a:spcPts val="280"/>
              </a:spcBef>
              <a:spcAft>
                <a:spcPts val="0"/>
              </a:spcAft>
              <a:buClr>
                <a:schemeClr val="dk1"/>
              </a:buClr>
              <a:buSzPts val="1400"/>
              <a:buFont typeface="Arial"/>
              <a:buNone/>
              <a:defRPr sz="1400"/>
            </a:lvl9pPr>
          </a:lstStyle>
          <a:p/>
        </p:txBody>
      </p:sp>
      <p:sp>
        <p:nvSpPr>
          <p:cNvPr id="81" name="Google Shape;81;p41"/>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41"/>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41"/>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9pPr>
          </a:lstStyle>
          <a:p>
            <a:pPr indent="0" lvl="0" marL="0" rtl="0" algn="r">
              <a:spcBef>
                <a:spcPts val="0"/>
              </a:spcBef>
              <a:spcAft>
                <a:spcPts val="0"/>
              </a:spcAft>
              <a:buNone/>
            </a:pPr>
            <a:r>
              <a:rPr lang="en-US"/>
              <a:t>Chapter 8 - </a:t>
            </a: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8F8"/>
        </a:solidFill>
      </p:bgPr>
    </p:bg>
    <p:spTree>
      <p:nvGrpSpPr>
        <p:cNvPr id="9" name="Shape 9"/>
        <p:cNvGrpSpPr/>
        <p:nvPr/>
      </p:nvGrpSpPr>
      <p:grpSpPr>
        <a:xfrm>
          <a:off x="0" y="0"/>
          <a:ext cx="0" cy="0"/>
          <a:chOff x="0" y="0"/>
          <a:chExt cx="0" cy="0"/>
        </a:xfrm>
      </p:grpSpPr>
      <p:sp>
        <p:nvSpPr>
          <p:cNvPr id="10" name="Google Shape;10;p30"/>
          <p:cNvSpPr txBox="1"/>
          <p:nvPr>
            <p:ph type="title"/>
          </p:nvPr>
        </p:nvSpPr>
        <p:spPr>
          <a:xfrm>
            <a:off x="457200" y="381000"/>
            <a:ext cx="8229600" cy="13716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1" i="0" sz="4400" u="none" cap="none" strike="noStrike">
                <a:solidFill>
                  <a:schemeClr val="dk2"/>
                </a:solidFill>
                <a:latin typeface="Tahoma"/>
                <a:ea typeface="Tahoma"/>
                <a:cs typeface="Tahoma"/>
                <a:sym typeface="Tahoma"/>
              </a:defRPr>
            </a:lvl1pPr>
            <a:lvl2pPr lvl="1" marR="0" rtl="0" algn="ctr">
              <a:spcBef>
                <a:spcPts val="0"/>
              </a:spcBef>
              <a:spcAft>
                <a:spcPts val="0"/>
              </a:spcAft>
              <a:buSzPts val="1400"/>
              <a:buNone/>
              <a:defRPr b="1" i="0" sz="4400" u="none" cap="none" strike="noStrike">
                <a:solidFill>
                  <a:schemeClr val="dk2"/>
                </a:solidFill>
                <a:latin typeface="Tahoma"/>
                <a:ea typeface="Tahoma"/>
                <a:cs typeface="Tahoma"/>
                <a:sym typeface="Tahoma"/>
              </a:defRPr>
            </a:lvl2pPr>
            <a:lvl3pPr lvl="2" marR="0" rtl="0" algn="ctr">
              <a:spcBef>
                <a:spcPts val="0"/>
              </a:spcBef>
              <a:spcAft>
                <a:spcPts val="0"/>
              </a:spcAft>
              <a:buSzPts val="1400"/>
              <a:buNone/>
              <a:defRPr b="1" i="0" sz="4400" u="none" cap="none" strike="noStrike">
                <a:solidFill>
                  <a:schemeClr val="dk2"/>
                </a:solidFill>
                <a:latin typeface="Tahoma"/>
                <a:ea typeface="Tahoma"/>
                <a:cs typeface="Tahoma"/>
                <a:sym typeface="Tahoma"/>
              </a:defRPr>
            </a:lvl3pPr>
            <a:lvl4pPr lvl="3" marR="0" rtl="0" algn="ctr">
              <a:spcBef>
                <a:spcPts val="0"/>
              </a:spcBef>
              <a:spcAft>
                <a:spcPts val="0"/>
              </a:spcAft>
              <a:buSzPts val="1400"/>
              <a:buNone/>
              <a:defRPr b="1" i="0" sz="4400" u="none" cap="none" strike="noStrike">
                <a:solidFill>
                  <a:schemeClr val="dk2"/>
                </a:solidFill>
                <a:latin typeface="Tahoma"/>
                <a:ea typeface="Tahoma"/>
                <a:cs typeface="Tahoma"/>
                <a:sym typeface="Tahoma"/>
              </a:defRPr>
            </a:lvl4pPr>
            <a:lvl5pPr lvl="4" marR="0" rtl="0" algn="ctr">
              <a:spcBef>
                <a:spcPts val="0"/>
              </a:spcBef>
              <a:spcAft>
                <a:spcPts val="0"/>
              </a:spcAft>
              <a:buSzPts val="1400"/>
              <a:buNone/>
              <a:defRPr b="1" i="0" sz="4400" u="none" cap="none" strike="noStrike">
                <a:solidFill>
                  <a:schemeClr val="dk2"/>
                </a:solidFill>
                <a:latin typeface="Tahoma"/>
                <a:ea typeface="Tahoma"/>
                <a:cs typeface="Tahoma"/>
                <a:sym typeface="Tahoma"/>
              </a:defRPr>
            </a:lvl5pPr>
            <a:lvl6pPr lvl="5" marR="0" rtl="0" algn="ctr">
              <a:spcBef>
                <a:spcPts val="0"/>
              </a:spcBef>
              <a:spcAft>
                <a:spcPts val="0"/>
              </a:spcAft>
              <a:buSzPts val="1400"/>
              <a:buNone/>
              <a:defRPr b="1" i="0" sz="4400" u="none" cap="none" strike="noStrike">
                <a:solidFill>
                  <a:schemeClr val="dk2"/>
                </a:solidFill>
                <a:latin typeface="Tahoma"/>
                <a:ea typeface="Tahoma"/>
                <a:cs typeface="Tahoma"/>
                <a:sym typeface="Tahoma"/>
              </a:defRPr>
            </a:lvl6pPr>
            <a:lvl7pPr lvl="6" marR="0" rtl="0" algn="ctr">
              <a:spcBef>
                <a:spcPts val="0"/>
              </a:spcBef>
              <a:spcAft>
                <a:spcPts val="0"/>
              </a:spcAft>
              <a:buSzPts val="1400"/>
              <a:buNone/>
              <a:defRPr b="1" i="0" sz="4400" u="none" cap="none" strike="noStrike">
                <a:solidFill>
                  <a:schemeClr val="dk2"/>
                </a:solidFill>
                <a:latin typeface="Tahoma"/>
                <a:ea typeface="Tahoma"/>
                <a:cs typeface="Tahoma"/>
                <a:sym typeface="Tahoma"/>
              </a:defRPr>
            </a:lvl7pPr>
            <a:lvl8pPr lvl="7" marR="0" rtl="0" algn="ctr">
              <a:spcBef>
                <a:spcPts val="0"/>
              </a:spcBef>
              <a:spcAft>
                <a:spcPts val="0"/>
              </a:spcAft>
              <a:buSzPts val="1400"/>
              <a:buNone/>
              <a:defRPr b="1" i="0" sz="4400" u="none" cap="none" strike="noStrike">
                <a:solidFill>
                  <a:schemeClr val="dk2"/>
                </a:solidFill>
                <a:latin typeface="Tahoma"/>
                <a:ea typeface="Tahoma"/>
                <a:cs typeface="Tahoma"/>
                <a:sym typeface="Tahoma"/>
              </a:defRPr>
            </a:lvl8pPr>
            <a:lvl9pPr lvl="8" marR="0" rtl="0" algn="ctr">
              <a:spcBef>
                <a:spcPts val="0"/>
              </a:spcBef>
              <a:spcAft>
                <a:spcPts val="0"/>
              </a:spcAft>
              <a:buSzPts val="1400"/>
              <a:buNone/>
              <a:defRPr b="1" i="0" sz="4400" u="none" cap="none" strike="noStrike">
                <a:solidFill>
                  <a:schemeClr val="dk2"/>
                </a:solidFill>
                <a:latin typeface="Tahoma"/>
                <a:ea typeface="Tahoma"/>
                <a:cs typeface="Tahoma"/>
                <a:sym typeface="Tahoma"/>
              </a:defRPr>
            </a:lvl9pPr>
          </a:lstStyle>
          <a:p/>
        </p:txBody>
      </p:sp>
      <p:sp>
        <p:nvSpPr>
          <p:cNvPr id="11" name="Google Shape;11;p30"/>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1" i="0" sz="3200" u="none" cap="none" strike="noStrike">
                <a:solidFill>
                  <a:schemeClr val="dk1"/>
                </a:solidFill>
                <a:latin typeface="Arial"/>
                <a:ea typeface="Arial"/>
                <a:cs typeface="Arial"/>
                <a:sym typeface="Arial"/>
              </a:defRPr>
            </a:lvl1pPr>
            <a:lvl2pPr indent="-431800" lvl="1" marL="914400" marR="0" rtl="0" algn="l">
              <a:spcBef>
                <a:spcPts val="640"/>
              </a:spcBef>
              <a:spcAft>
                <a:spcPts val="0"/>
              </a:spcAft>
              <a:buClr>
                <a:schemeClr val="dk1"/>
              </a:buClr>
              <a:buSzPts val="3200"/>
              <a:buFont typeface="Arial"/>
              <a:buChar char="–"/>
              <a:defRPr b="1" i="0" sz="3200" u="none" cap="none" strike="noStrike">
                <a:solidFill>
                  <a:schemeClr val="dk1"/>
                </a:solidFill>
                <a:latin typeface="Arial"/>
                <a:ea typeface="Arial"/>
                <a:cs typeface="Arial"/>
                <a:sym typeface="Arial"/>
              </a:defRPr>
            </a:lvl2pPr>
            <a:lvl3pPr indent="-431800" lvl="2" marL="1371600" marR="0" rtl="0" algn="l">
              <a:spcBef>
                <a:spcPts val="640"/>
              </a:spcBef>
              <a:spcAft>
                <a:spcPts val="0"/>
              </a:spcAft>
              <a:buClr>
                <a:schemeClr val="dk1"/>
              </a:buClr>
              <a:buSzPts val="3200"/>
              <a:buFont typeface="Arial"/>
              <a:buChar char="•"/>
              <a:defRPr b="1" i="0" sz="3200" u="none" cap="none" strike="noStrike">
                <a:solidFill>
                  <a:schemeClr val="dk1"/>
                </a:solidFill>
                <a:latin typeface="Arial"/>
                <a:ea typeface="Arial"/>
                <a:cs typeface="Arial"/>
                <a:sym typeface="Arial"/>
              </a:defRPr>
            </a:lvl3pPr>
            <a:lvl4pPr indent="-431800" lvl="3" marL="1828800" marR="0" rtl="0" algn="l">
              <a:spcBef>
                <a:spcPts val="640"/>
              </a:spcBef>
              <a:spcAft>
                <a:spcPts val="0"/>
              </a:spcAft>
              <a:buClr>
                <a:schemeClr val="dk1"/>
              </a:buClr>
              <a:buSzPts val="3200"/>
              <a:buFont typeface="Arial"/>
              <a:buChar char="–"/>
              <a:defRPr b="1" i="0" sz="3200" u="none" cap="none" strike="noStrike">
                <a:solidFill>
                  <a:schemeClr val="dk1"/>
                </a:solidFill>
                <a:latin typeface="Arial"/>
                <a:ea typeface="Arial"/>
                <a:cs typeface="Arial"/>
                <a:sym typeface="Arial"/>
              </a:defRPr>
            </a:lvl4pPr>
            <a:lvl5pPr indent="-431800" lvl="4" marL="2286000" marR="0" rtl="0" algn="l">
              <a:spcBef>
                <a:spcPts val="640"/>
              </a:spcBef>
              <a:spcAft>
                <a:spcPts val="0"/>
              </a:spcAft>
              <a:buClr>
                <a:schemeClr val="dk1"/>
              </a:buClr>
              <a:buSzPts val="3200"/>
              <a:buFont typeface="Arial"/>
              <a:buChar char="»"/>
              <a:defRPr b="1" i="0" sz="3200" u="none" cap="none" strike="noStrike">
                <a:solidFill>
                  <a:schemeClr val="dk1"/>
                </a:solidFill>
                <a:latin typeface="Arial"/>
                <a:ea typeface="Arial"/>
                <a:cs typeface="Arial"/>
                <a:sym typeface="Arial"/>
              </a:defRPr>
            </a:lvl5pPr>
            <a:lvl6pPr indent="-431800" lvl="5" marL="2743200" marR="0" rtl="0" algn="l">
              <a:spcBef>
                <a:spcPts val="640"/>
              </a:spcBef>
              <a:spcAft>
                <a:spcPts val="0"/>
              </a:spcAft>
              <a:buClr>
                <a:schemeClr val="dk1"/>
              </a:buClr>
              <a:buSzPts val="3200"/>
              <a:buFont typeface="Arial"/>
              <a:buChar char="»"/>
              <a:defRPr b="1" i="0" sz="3200" u="none" cap="none" strike="noStrike">
                <a:solidFill>
                  <a:schemeClr val="dk1"/>
                </a:solidFill>
                <a:latin typeface="Arial"/>
                <a:ea typeface="Arial"/>
                <a:cs typeface="Arial"/>
                <a:sym typeface="Arial"/>
              </a:defRPr>
            </a:lvl6pPr>
            <a:lvl7pPr indent="-431800" lvl="6" marL="3200400" marR="0" rtl="0" algn="l">
              <a:spcBef>
                <a:spcPts val="640"/>
              </a:spcBef>
              <a:spcAft>
                <a:spcPts val="0"/>
              </a:spcAft>
              <a:buClr>
                <a:schemeClr val="dk1"/>
              </a:buClr>
              <a:buSzPts val="3200"/>
              <a:buFont typeface="Arial"/>
              <a:buChar char="»"/>
              <a:defRPr b="1" i="0" sz="3200" u="none" cap="none" strike="noStrike">
                <a:solidFill>
                  <a:schemeClr val="dk1"/>
                </a:solidFill>
                <a:latin typeface="Arial"/>
                <a:ea typeface="Arial"/>
                <a:cs typeface="Arial"/>
                <a:sym typeface="Arial"/>
              </a:defRPr>
            </a:lvl7pPr>
            <a:lvl8pPr indent="-431800" lvl="7" marL="3657600" marR="0" rtl="0" algn="l">
              <a:spcBef>
                <a:spcPts val="640"/>
              </a:spcBef>
              <a:spcAft>
                <a:spcPts val="0"/>
              </a:spcAft>
              <a:buClr>
                <a:schemeClr val="dk1"/>
              </a:buClr>
              <a:buSzPts val="3200"/>
              <a:buFont typeface="Arial"/>
              <a:buChar char="»"/>
              <a:defRPr b="1" i="0" sz="3200" u="none" cap="none" strike="noStrike">
                <a:solidFill>
                  <a:schemeClr val="dk1"/>
                </a:solidFill>
                <a:latin typeface="Arial"/>
                <a:ea typeface="Arial"/>
                <a:cs typeface="Arial"/>
                <a:sym typeface="Arial"/>
              </a:defRPr>
            </a:lvl8pPr>
            <a:lvl9pPr indent="-431800" lvl="8" marL="4114800" marR="0" rtl="0" algn="l">
              <a:spcBef>
                <a:spcPts val="640"/>
              </a:spcBef>
              <a:spcAft>
                <a:spcPts val="0"/>
              </a:spcAft>
              <a:buClr>
                <a:schemeClr val="dk1"/>
              </a:buClr>
              <a:buSzPts val="3200"/>
              <a:buFont typeface="Arial"/>
              <a:buChar char="»"/>
              <a:defRPr b="1" i="0" sz="3200" u="none" cap="none" strike="noStrike">
                <a:solidFill>
                  <a:schemeClr val="dk1"/>
                </a:solidFill>
                <a:latin typeface="Arial"/>
                <a:ea typeface="Arial"/>
                <a:cs typeface="Arial"/>
                <a:sym typeface="Arial"/>
              </a:defRPr>
            </a:lvl9pPr>
          </a:lstStyle>
          <a:p/>
        </p:txBody>
      </p:sp>
      <p:sp>
        <p:nvSpPr>
          <p:cNvPr id="12" name="Google Shape;12;p30"/>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1"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13" name="Google Shape;13;p30"/>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SzPts val="1400"/>
              <a:buNone/>
              <a:defRPr b="1"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14" name="Google Shape;14;p30"/>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r>
              <a:rPr lang="en-US"/>
              <a:t>Chapter 8 - </a:t>
            </a:r>
            <a:fld id="{00000000-1234-1234-1234-123412341234}" type="slidenum">
              <a:rPr lang="en-US"/>
              <a:t>‹#›</a:t>
            </a:fld>
            <a:endParaRPr b="0"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jp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jp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5.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9.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2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8.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3.jpg"/><Relationship Id="rId4" Type="http://schemas.openxmlformats.org/officeDocument/2006/relationships/image" Target="../media/image1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 Prentice Hall, 2004</a:t>
            </a:r>
            <a:endParaRPr/>
          </a:p>
        </p:txBody>
      </p:sp>
      <p:sp>
        <p:nvSpPr>
          <p:cNvPr id="90" name="Google Shape;90;p1"/>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Business Communication Essentials</a:t>
            </a:r>
            <a:endParaRPr/>
          </a:p>
        </p:txBody>
      </p:sp>
      <p:sp>
        <p:nvSpPr>
          <p:cNvPr id="91" name="Google Shape;91;p1"/>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Chapter 8 - </a:t>
            </a:r>
            <a:fld id="{00000000-1234-1234-1234-123412341234}" type="slidenum">
              <a:rPr b="1" i="0" lang="en-US" sz="1200" u="none" cap="none" strike="noStrike">
                <a:solidFill>
                  <a:schemeClr val="dk1"/>
                </a:solidFill>
                <a:latin typeface="Arial"/>
                <a:ea typeface="Arial"/>
                <a:cs typeface="Arial"/>
                <a:sym typeface="Arial"/>
              </a:rPr>
              <a:t>‹#›</a:t>
            </a:fld>
            <a:endParaRPr/>
          </a:p>
        </p:txBody>
      </p:sp>
      <p:sp>
        <p:nvSpPr>
          <p:cNvPr id="92" name="Google Shape;92;p1"/>
          <p:cNvSpPr txBox="1"/>
          <p:nvPr>
            <p:ph type="ctrTitle"/>
          </p:nvPr>
        </p:nvSpPr>
        <p:spPr>
          <a:xfrm>
            <a:off x="762000" y="9144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5400"/>
              <a:buFont typeface="Tahoma"/>
              <a:buNone/>
            </a:pPr>
            <a:r>
              <a:rPr b="1" i="0" lang="en-US" sz="5400" u="none">
                <a:solidFill>
                  <a:schemeClr val="dk2"/>
                </a:solidFill>
                <a:latin typeface="Tahoma"/>
                <a:ea typeface="Tahoma"/>
                <a:cs typeface="Tahoma"/>
                <a:sym typeface="Tahoma"/>
              </a:rPr>
              <a:t>Writing Bad-News Messages</a:t>
            </a:r>
            <a:endParaRPr/>
          </a:p>
        </p:txBody>
      </p:sp>
      <p:pic>
        <p:nvPicPr>
          <p:cNvPr id="93" name="Google Shape;93;p1"/>
          <p:cNvPicPr preferRelativeResize="0"/>
          <p:nvPr/>
        </p:nvPicPr>
        <p:blipFill rotWithShape="1">
          <a:blip r:embed="rId3">
            <a:alphaModFix/>
          </a:blip>
          <a:srcRect b="0" l="0" r="0" t="0"/>
          <a:stretch/>
        </p:blipFill>
        <p:spPr>
          <a:xfrm>
            <a:off x="2362200" y="2590800"/>
            <a:ext cx="4368800" cy="32766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 Prentice Hall, 2004</a:t>
            </a:r>
            <a:endParaRPr/>
          </a:p>
        </p:txBody>
      </p:sp>
      <p:sp>
        <p:nvSpPr>
          <p:cNvPr id="100" name="Google Shape;100;p2"/>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Business Communication Essentials</a:t>
            </a:r>
            <a:endParaRPr/>
          </a:p>
        </p:txBody>
      </p:sp>
      <p:sp>
        <p:nvSpPr>
          <p:cNvPr id="101" name="Google Shape;101;p2"/>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Chapter 8 - </a:t>
            </a:r>
            <a:fld id="{00000000-1234-1234-1234-123412341234}" type="slidenum">
              <a:rPr b="1" i="0" lang="en-US" sz="1200" u="none" cap="none" strike="noStrike">
                <a:solidFill>
                  <a:schemeClr val="dk1"/>
                </a:solidFill>
                <a:latin typeface="Arial"/>
                <a:ea typeface="Arial"/>
                <a:cs typeface="Arial"/>
                <a:sym typeface="Arial"/>
              </a:rPr>
              <a:t>‹#›</a:t>
            </a:fld>
            <a:endParaRPr/>
          </a:p>
        </p:txBody>
      </p:sp>
      <p:sp>
        <p:nvSpPr>
          <p:cNvPr id="102" name="Google Shape;102;p2"/>
          <p:cNvSpPr txBox="1"/>
          <p:nvPr/>
        </p:nvSpPr>
        <p:spPr>
          <a:xfrm>
            <a:off x="457200" y="3200400"/>
            <a:ext cx="8229600" cy="297180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3" name="Google Shape;103;p2"/>
          <p:cNvSpPr txBox="1"/>
          <p:nvPr>
            <p:ph type="title"/>
          </p:nvPr>
        </p:nvSpPr>
        <p:spPr>
          <a:xfrm>
            <a:off x="457200" y="381000"/>
            <a:ext cx="8229600" cy="1600200"/>
          </a:xfrm>
          <a:prstGeom prst="rect">
            <a:avLst/>
          </a:prstGeom>
          <a:solidFill>
            <a:schemeClr val="accent2"/>
          </a:solid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400"/>
              <a:buFont typeface="Tahoma"/>
              <a:buNone/>
            </a:pPr>
            <a:r>
              <a:rPr b="1" i="0" lang="en-US" sz="4400" u="none">
                <a:solidFill>
                  <a:schemeClr val="lt1"/>
                </a:solidFill>
                <a:latin typeface="Tahoma"/>
                <a:ea typeface="Tahoma"/>
                <a:cs typeface="Tahoma"/>
                <a:sym typeface="Tahoma"/>
              </a:rPr>
              <a:t>Three-Step Writing Process</a:t>
            </a:r>
            <a:endParaRPr/>
          </a:p>
        </p:txBody>
      </p:sp>
      <p:sp>
        <p:nvSpPr>
          <p:cNvPr id="104" name="Google Shape;104;p2"/>
          <p:cNvSpPr txBox="1"/>
          <p:nvPr/>
        </p:nvSpPr>
        <p:spPr>
          <a:xfrm>
            <a:off x="457200" y="1981200"/>
            <a:ext cx="2743200" cy="121920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dk1"/>
              </a:buClr>
              <a:buSzPts val="2400"/>
              <a:buFont typeface="Arial"/>
              <a:buNone/>
            </a:pPr>
            <a:r>
              <a:rPr b="1" i="1" lang="en-US" sz="2400" u="none">
                <a:solidFill>
                  <a:schemeClr val="dk1"/>
                </a:solidFill>
                <a:latin typeface="Arial"/>
                <a:ea typeface="Arial"/>
                <a:cs typeface="Arial"/>
                <a:sym typeface="Arial"/>
              </a:rPr>
              <a:t>1</a:t>
            </a:r>
            <a:endParaRPr/>
          </a:p>
          <a:p>
            <a:pPr indent="0" lvl="0" marL="0" marR="0" rtl="0" algn="ctr">
              <a:lnSpc>
                <a:spcPct val="12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Planning</a:t>
            </a:r>
            <a:endParaRPr/>
          </a:p>
        </p:txBody>
      </p:sp>
      <p:sp>
        <p:nvSpPr>
          <p:cNvPr id="105" name="Google Shape;105;p2"/>
          <p:cNvSpPr txBox="1"/>
          <p:nvPr/>
        </p:nvSpPr>
        <p:spPr>
          <a:xfrm>
            <a:off x="5943600" y="1981200"/>
            <a:ext cx="2743200" cy="121920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dk1"/>
              </a:buClr>
              <a:buSzPts val="2400"/>
              <a:buFont typeface="Arial"/>
              <a:buNone/>
            </a:pPr>
            <a:r>
              <a:rPr b="1" i="1" lang="en-US" sz="2400" u="none">
                <a:solidFill>
                  <a:schemeClr val="dk1"/>
                </a:solidFill>
                <a:latin typeface="Arial"/>
                <a:ea typeface="Arial"/>
                <a:cs typeface="Arial"/>
                <a:sym typeface="Arial"/>
              </a:rPr>
              <a:t>3</a:t>
            </a:r>
            <a:endParaRPr/>
          </a:p>
          <a:p>
            <a:pPr indent="0" lvl="0" marL="0" marR="0" rtl="0" algn="ctr">
              <a:lnSpc>
                <a:spcPct val="12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Completing</a:t>
            </a:r>
            <a:endParaRPr/>
          </a:p>
        </p:txBody>
      </p:sp>
      <p:sp>
        <p:nvSpPr>
          <p:cNvPr id="106" name="Google Shape;106;p2"/>
          <p:cNvSpPr txBox="1"/>
          <p:nvPr/>
        </p:nvSpPr>
        <p:spPr>
          <a:xfrm>
            <a:off x="3200400" y="1981200"/>
            <a:ext cx="2743200" cy="121920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dk1"/>
              </a:buClr>
              <a:buSzPts val="2400"/>
              <a:buFont typeface="Arial"/>
              <a:buNone/>
            </a:pPr>
            <a:r>
              <a:rPr b="1" i="1" lang="en-US" sz="2400" u="none">
                <a:solidFill>
                  <a:schemeClr val="dk1"/>
                </a:solidFill>
                <a:latin typeface="Arial"/>
                <a:ea typeface="Arial"/>
                <a:cs typeface="Arial"/>
                <a:sym typeface="Arial"/>
              </a:rPr>
              <a:t>2</a:t>
            </a:r>
            <a:r>
              <a:rPr b="1" i="1" lang="en-US" sz="2400" u="sng">
                <a:solidFill>
                  <a:schemeClr val="dk1"/>
                </a:solidFill>
                <a:latin typeface="Arial"/>
                <a:ea typeface="Arial"/>
                <a:cs typeface="Arial"/>
                <a:sym typeface="Arial"/>
              </a:rPr>
              <a:t> </a:t>
            </a:r>
            <a:endParaRPr b="1" i="1" sz="2400" u="none">
              <a:solidFill>
                <a:schemeClr val="dk1"/>
              </a:solidFill>
              <a:latin typeface="Arial"/>
              <a:ea typeface="Arial"/>
              <a:cs typeface="Arial"/>
              <a:sym typeface="Arial"/>
            </a:endParaRPr>
          </a:p>
          <a:p>
            <a:pPr indent="0" lvl="0" marL="0" marR="0" rtl="0" algn="ctr">
              <a:lnSpc>
                <a:spcPct val="12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Writing</a:t>
            </a:r>
            <a:endParaRPr/>
          </a:p>
        </p:txBody>
      </p:sp>
      <p:cxnSp>
        <p:nvCxnSpPr>
          <p:cNvPr id="107" name="Google Shape;107;p2"/>
          <p:cNvCxnSpPr/>
          <p:nvPr/>
        </p:nvCxnSpPr>
        <p:spPr>
          <a:xfrm flipH="1">
            <a:off x="914400" y="3200400"/>
            <a:ext cx="914400" cy="698400"/>
          </a:xfrm>
          <a:prstGeom prst="bentConnector4">
            <a:avLst>
              <a:gd fmla="val 0" name="adj1"/>
              <a:gd fmla="val 0" name="adj2"/>
            </a:avLst>
          </a:prstGeom>
          <a:noFill/>
          <a:ln cap="flat" cmpd="sng" w="9525">
            <a:solidFill>
              <a:schemeClr val="dk1"/>
            </a:solidFill>
            <a:prstDash val="solid"/>
            <a:miter lim="800000"/>
            <a:headEnd len="med" w="med" type="none"/>
            <a:tailEnd len="med" w="med" type="none"/>
          </a:ln>
        </p:spPr>
      </p:cxnSp>
      <p:cxnSp>
        <p:nvCxnSpPr>
          <p:cNvPr id="108" name="Google Shape;108;p2"/>
          <p:cNvCxnSpPr/>
          <p:nvPr/>
        </p:nvCxnSpPr>
        <p:spPr>
          <a:xfrm flipH="1">
            <a:off x="3543300" y="3200400"/>
            <a:ext cx="1028700" cy="698400"/>
          </a:xfrm>
          <a:prstGeom prst="bentConnector4">
            <a:avLst>
              <a:gd fmla="val 0" name="adj1"/>
              <a:gd fmla="val 0" name="adj2"/>
            </a:avLst>
          </a:prstGeom>
          <a:noFill/>
          <a:ln cap="flat" cmpd="sng" w="9525">
            <a:solidFill>
              <a:schemeClr val="dk1"/>
            </a:solidFill>
            <a:prstDash val="solid"/>
            <a:miter lim="800000"/>
            <a:headEnd len="med" w="med" type="none"/>
            <a:tailEnd len="med" w="med" type="none"/>
          </a:ln>
        </p:spPr>
      </p:cxnSp>
      <p:cxnSp>
        <p:nvCxnSpPr>
          <p:cNvPr id="109" name="Google Shape;109;p2"/>
          <p:cNvCxnSpPr/>
          <p:nvPr/>
        </p:nvCxnSpPr>
        <p:spPr>
          <a:xfrm>
            <a:off x="4572000" y="3200400"/>
            <a:ext cx="1028700" cy="698400"/>
          </a:xfrm>
          <a:prstGeom prst="bentConnector4">
            <a:avLst>
              <a:gd fmla="val 0" name="adj1"/>
              <a:gd fmla="val 0" name="adj2"/>
            </a:avLst>
          </a:prstGeom>
          <a:noFill/>
          <a:ln cap="flat" cmpd="sng" w="9525">
            <a:solidFill>
              <a:schemeClr val="dk1"/>
            </a:solidFill>
            <a:prstDash val="solid"/>
            <a:miter lim="800000"/>
            <a:headEnd len="med" w="med" type="none"/>
            <a:tailEnd len="med" w="med" type="none"/>
          </a:ln>
        </p:spPr>
      </p:cxnSp>
      <p:cxnSp>
        <p:nvCxnSpPr>
          <p:cNvPr id="110" name="Google Shape;110;p2"/>
          <p:cNvCxnSpPr/>
          <p:nvPr/>
        </p:nvCxnSpPr>
        <p:spPr>
          <a:xfrm flipH="1">
            <a:off x="6172200" y="3200400"/>
            <a:ext cx="1143000" cy="698400"/>
          </a:xfrm>
          <a:prstGeom prst="bentConnector4">
            <a:avLst>
              <a:gd fmla="val 0" name="adj1"/>
              <a:gd fmla="val 0" name="adj2"/>
            </a:avLst>
          </a:prstGeom>
          <a:noFill/>
          <a:ln cap="flat" cmpd="sng" w="9525">
            <a:solidFill>
              <a:schemeClr val="dk1"/>
            </a:solidFill>
            <a:prstDash val="solid"/>
            <a:miter lim="800000"/>
            <a:headEnd len="med" w="med" type="none"/>
            <a:tailEnd len="med" w="med" type="none"/>
          </a:ln>
        </p:spPr>
      </p:cxnSp>
      <p:cxnSp>
        <p:nvCxnSpPr>
          <p:cNvPr id="111" name="Google Shape;111;p2"/>
          <p:cNvCxnSpPr/>
          <p:nvPr/>
        </p:nvCxnSpPr>
        <p:spPr>
          <a:xfrm>
            <a:off x="7315200" y="3200400"/>
            <a:ext cx="914400" cy="698400"/>
          </a:xfrm>
          <a:prstGeom prst="bentConnector4">
            <a:avLst>
              <a:gd fmla="val 0" name="adj1"/>
              <a:gd fmla="val 0" name="adj2"/>
            </a:avLst>
          </a:prstGeom>
          <a:noFill/>
          <a:ln cap="flat" cmpd="sng" w="9525">
            <a:solidFill>
              <a:schemeClr val="dk1"/>
            </a:solidFill>
            <a:prstDash val="solid"/>
            <a:miter lim="800000"/>
            <a:headEnd len="med" w="med" type="none"/>
            <a:tailEnd len="med" w="med" type="none"/>
          </a:ln>
        </p:spPr>
      </p:cxnSp>
      <p:cxnSp>
        <p:nvCxnSpPr>
          <p:cNvPr id="112" name="Google Shape;112;p2"/>
          <p:cNvCxnSpPr/>
          <p:nvPr/>
        </p:nvCxnSpPr>
        <p:spPr>
          <a:xfrm>
            <a:off x="1828800" y="3200400"/>
            <a:ext cx="1143000" cy="698400"/>
          </a:xfrm>
          <a:prstGeom prst="bentConnector4">
            <a:avLst>
              <a:gd fmla="val 0" name="adj1"/>
              <a:gd fmla="val 0" name="adj2"/>
            </a:avLst>
          </a:prstGeom>
          <a:noFill/>
          <a:ln cap="flat" cmpd="sng" w="9525">
            <a:solidFill>
              <a:schemeClr val="dk1"/>
            </a:solidFill>
            <a:prstDash val="solid"/>
            <a:miter lim="800000"/>
            <a:headEnd len="med" w="med" type="none"/>
            <a:tailEnd len="med" w="med" type="none"/>
          </a:ln>
        </p:spPr>
      </p:cxnSp>
      <p:cxnSp>
        <p:nvCxnSpPr>
          <p:cNvPr id="113" name="Google Shape;113;p2"/>
          <p:cNvCxnSpPr/>
          <p:nvPr/>
        </p:nvCxnSpPr>
        <p:spPr>
          <a:xfrm flipH="1" rot="-5400000">
            <a:off x="519812" y="4406200"/>
            <a:ext cx="863700" cy="1500"/>
          </a:xfrm>
          <a:prstGeom prst="bentConnector3">
            <a:avLst>
              <a:gd fmla="val 0" name="adj1"/>
            </a:avLst>
          </a:prstGeom>
          <a:noFill/>
          <a:ln cap="flat" cmpd="sng" w="9525">
            <a:solidFill>
              <a:schemeClr val="dk1"/>
            </a:solidFill>
            <a:prstDash val="solid"/>
            <a:miter lim="800000"/>
            <a:headEnd len="med" w="med" type="none"/>
            <a:tailEnd len="med" w="med" type="none"/>
          </a:ln>
        </p:spPr>
      </p:cxnSp>
      <p:cxnSp>
        <p:nvCxnSpPr>
          <p:cNvPr id="114" name="Google Shape;114;p2"/>
          <p:cNvCxnSpPr/>
          <p:nvPr/>
        </p:nvCxnSpPr>
        <p:spPr>
          <a:xfrm flipH="1" rot="-5400000">
            <a:off x="519062" y="5270550"/>
            <a:ext cx="865200" cy="1500"/>
          </a:xfrm>
          <a:prstGeom prst="bentConnector3">
            <a:avLst>
              <a:gd fmla="val 0" name="adj1"/>
            </a:avLst>
          </a:prstGeom>
          <a:noFill/>
          <a:ln cap="flat" cmpd="sng" w="9525">
            <a:solidFill>
              <a:schemeClr val="dk1"/>
            </a:solidFill>
            <a:prstDash val="solid"/>
            <a:miter lim="800000"/>
            <a:headEnd len="med" w="med" type="none"/>
            <a:tailEnd len="med" w="med" type="none"/>
          </a:ln>
        </p:spPr>
      </p:cxnSp>
      <p:cxnSp>
        <p:nvCxnSpPr>
          <p:cNvPr id="115" name="Google Shape;115;p2"/>
          <p:cNvCxnSpPr/>
          <p:nvPr/>
        </p:nvCxnSpPr>
        <p:spPr>
          <a:xfrm flipH="1" rot="-5400000">
            <a:off x="2464500" y="4406200"/>
            <a:ext cx="863700" cy="1500"/>
          </a:xfrm>
          <a:prstGeom prst="bentConnector3">
            <a:avLst>
              <a:gd fmla="val 0" name="adj1"/>
            </a:avLst>
          </a:prstGeom>
          <a:noFill/>
          <a:ln cap="flat" cmpd="sng" w="9525">
            <a:solidFill>
              <a:schemeClr val="dk1"/>
            </a:solidFill>
            <a:prstDash val="solid"/>
            <a:miter lim="800000"/>
            <a:headEnd len="med" w="med" type="none"/>
            <a:tailEnd len="med" w="med" type="none"/>
          </a:ln>
        </p:spPr>
      </p:cxnSp>
      <p:cxnSp>
        <p:nvCxnSpPr>
          <p:cNvPr id="116" name="Google Shape;116;p2"/>
          <p:cNvCxnSpPr/>
          <p:nvPr/>
        </p:nvCxnSpPr>
        <p:spPr>
          <a:xfrm flipH="1" rot="-5400000">
            <a:off x="2463750" y="5270550"/>
            <a:ext cx="865200" cy="1500"/>
          </a:xfrm>
          <a:prstGeom prst="bentConnector3">
            <a:avLst>
              <a:gd fmla="val 0" name="adj1"/>
            </a:avLst>
          </a:prstGeom>
          <a:noFill/>
          <a:ln cap="flat" cmpd="sng" w="9525">
            <a:solidFill>
              <a:schemeClr val="dk1"/>
            </a:solidFill>
            <a:prstDash val="solid"/>
            <a:miter lim="800000"/>
            <a:headEnd len="med" w="med" type="none"/>
            <a:tailEnd len="med" w="med" type="none"/>
          </a:ln>
        </p:spPr>
      </p:cxnSp>
      <p:cxnSp>
        <p:nvCxnSpPr>
          <p:cNvPr id="117" name="Google Shape;117;p2"/>
          <p:cNvCxnSpPr/>
          <p:nvPr/>
        </p:nvCxnSpPr>
        <p:spPr>
          <a:xfrm flipH="1" rot="-5400000">
            <a:off x="3148712" y="4406200"/>
            <a:ext cx="863700" cy="1500"/>
          </a:xfrm>
          <a:prstGeom prst="bentConnector3">
            <a:avLst>
              <a:gd fmla="val 0" name="adj1"/>
            </a:avLst>
          </a:prstGeom>
          <a:noFill/>
          <a:ln cap="flat" cmpd="sng" w="9525">
            <a:solidFill>
              <a:schemeClr val="dk1"/>
            </a:solidFill>
            <a:prstDash val="solid"/>
            <a:miter lim="800000"/>
            <a:headEnd len="med" w="med" type="none"/>
            <a:tailEnd len="med" w="med" type="none"/>
          </a:ln>
        </p:spPr>
      </p:cxnSp>
      <p:cxnSp>
        <p:nvCxnSpPr>
          <p:cNvPr id="118" name="Google Shape;118;p2"/>
          <p:cNvCxnSpPr/>
          <p:nvPr/>
        </p:nvCxnSpPr>
        <p:spPr>
          <a:xfrm flipH="1" rot="-5400000">
            <a:off x="5093400" y="4406200"/>
            <a:ext cx="863700" cy="1500"/>
          </a:xfrm>
          <a:prstGeom prst="bentConnector3">
            <a:avLst>
              <a:gd fmla="val 0" name="adj1"/>
            </a:avLst>
          </a:prstGeom>
          <a:noFill/>
          <a:ln cap="flat" cmpd="sng" w="9525">
            <a:solidFill>
              <a:schemeClr val="dk1"/>
            </a:solidFill>
            <a:prstDash val="solid"/>
            <a:miter lim="800000"/>
            <a:headEnd len="med" w="med" type="none"/>
            <a:tailEnd len="med" w="med" type="none"/>
          </a:ln>
        </p:spPr>
      </p:cxnSp>
      <p:cxnSp>
        <p:nvCxnSpPr>
          <p:cNvPr id="119" name="Google Shape;119;p2"/>
          <p:cNvCxnSpPr/>
          <p:nvPr/>
        </p:nvCxnSpPr>
        <p:spPr>
          <a:xfrm flipH="1" rot="-5400000">
            <a:off x="5815712" y="4406200"/>
            <a:ext cx="863700" cy="1500"/>
          </a:xfrm>
          <a:prstGeom prst="bentConnector3">
            <a:avLst>
              <a:gd fmla="val 0" name="adj1"/>
            </a:avLst>
          </a:prstGeom>
          <a:noFill/>
          <a:ln cap="flat" cmpd="sng" w="9525">
            <a:solidFill>
              <a:schemeClr val="dk1"/>
            </a:solidFill>
            <a:prstDash val="solid"/>
            <a:miter lim="800000"/>
            <a:headEnd len="med" w="med" type="none"/>
            <a:tailEnd len="med" w="med" type="none"/>
          </a:ln>
        </p:spPr>
      </p:cxnSp>
      <p:cxnSp>
        <p:nvCxnSpPr>
          <p:cNvPr id="120" name="Google Shape;120;p2"/>
          <p:cNvCxnSpPr/>
          <p:nvPr/>
        </p:nvCxnSpPr>
        <p:spPr>
          <a:xfrm flipH="1" rot="-5400000">
            <a:off x="5814962" y="5270550"/>
            <a:ext cx="865200" cy="1500"/>
          </a:xfrm>
          <a:prstGeom prst="bentConnector3">
            <a:avLst>
              <a:gd fmla="val 0" name="adj1"/>
            </a:avLst>
          </a:prstGeom>
          <a:noFill/>
          <a:ln cap="flat" cmpd="sng" w="9525">
            <a:solidFill>
              <a:schemeClr val="dk1"/>
            </a:solidFill>
            <a:prstDash val="solid"/>
            <a:miter lim="800000"/>
            <a:headEnd len="med" w="med" type="none"/>
            <a:tailEnd len="med" w="med" type="none"/>
          </a:ln>
        </p:spPr>
      </p:cxnSp>
      <p:cxnSp>
        <p:nvCxnSpPr>
          <p:cNvPr id="121" name="Google Shape;121;p2"/>
          <p:cNvCxnSpPr/>
          <p:nvPr/>
        </p:nvCxnSpPr>
        <p:spPr>
          <a:xfrm flipH="1" rot="-5400000">
            <a:off x="7289700" y="4838800"/>
            <a:ext cx="1728900" cy="1500"/>
          </a:xfrm>
          <a:prstGeom prst="bentConnector3">
            <a:avLst>
              <a:gd fmla="val 0" name="adj1"/>
            </a:avLst>
          </a:prstGeom>
          <a:noFill/>
          <a:ln cap="flat" cmpd="sng" w="9525">
            <a:solidFill>
              <a:schemeClr val="dk1"/>
            </a:solidFill>
            <a:prstDash val="solid"/>
            <a:miter lim="800000"/>
            <a:headEnd len="med" w="med" type="none"/>
            <a:tailEnd len="med" w="med" type="none"/>
          </a:ln>
        </p:spPr>
      </p:cxnSp>
      <p:cxnSp>
        <p:nvCxnSpPr>
          <p:cNvPr id="122" name="Google Shape;122;p2"/>
          <p:cNvCxnSpPr/>
          <p:nvPr/>
        </p:nvCxnSpPr>
        <p:spPr>
          <a:xfrm flipH="1" rot="-5400000">
            <a:off x="7722300" y="4406200"/>
            <a:ext cx="863700" cy="1500"/>
          </a:xfrm>
          <a:prstGeom prst="bentConnector3">
            <a:avLst>
              <a:gd fmla="val 0" name="adj1"/>
            </a:avLst>
          </a:prstGeom>
          <a:noFill/>
          <a:ln cap="flat" cmpd="sng" w="9525">
            <a:solidFill>
              <a:schemeClr val="dk1"/>
            </a:solidFill>
            <a:prstDash val="solid"/>
            <a:miter lim="800000"/>
            <a:headEnd len="med" w="med" type="none"/>
            <a:tailEnd len="med" w="med" type="none"/>
          </a:ln>
        </p:spPr>
      </p:cxnSp>
      <p:sp>
        <p:nvSpPr>
          <p:cNvPr id="123" name="Google Shape;123;p2"/>
          <p:cNvSpPr txBox="1"/>
          <p:nvPr/>
        </p:nvSpPr>
        <p:spPr>
          <a:xfrm>
            <a:off x="914400" y="3505200"/>
            <a:ext cx="2057400" cy="78581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Tahoma"/>
              <a:buNone/>
            </a:pPr>
            <a:r>
              <a:rPr b="1" i="0" lang="en-US" sz="2000" u="none">
                <a:solidFill>
                  <a:schemeClr val="dk1"/>
                </a:solidFill>
                <a:latin typeface="Tahoma"/>
                <a:ea typeface="Tahoma"/>
                <a:cs typeface="Tahoma"/>
                <a:sym typeface="Tahoma"/>
              </a:rPr>
              <a:t>Analyze the </a:t>
            </a:r>
            <a:endParaRPr/>
          </a:p>
          <a:p>
            <a:pPr indent="0" lvl="0" marL="0" marR="0" rtl="0" algn="ctr">
              <a:lnSpc>
                <a:spcPct val="100000"/>
              </a:lnSpc>
              <a:spcBef>
                <a:spcPts val="0"/>
              </a:spcBef>
              <a:spcAft>
                <a:spcPts val="0"/>
              </a:spcAft>
              <a:buClr>
                <a:schemeClr val="dk1"/>
              </a:buClr>
              <a:buSzPts val="2000"/>
              <a:buFont typeface="Tahoma"/>
              <a:buNone/>
            </a:pPr>
            <a:r>
              <a:rPr b="1" i="0" lang="en-US" sz="2000" u="none">
                <a:solidFill>
                  <a:schemeClr val="dk1"/>
                </a:solidFill>
                <a:latin typeface="Tahoma"/>
                <a:ea typeface="Tahoma"/>
                <a:cs typeface="Tahoma"/>
                <a:sym typeface="Tahoma"/>
              </a:rPr>
              <a:t>Situation</a:t>
            </a:r>
            <a:endParaRPr/>
          </a:p>
        </p:txBody>
      </p:sp>
      <p:sp>
        <p:nvSpPr>
          <p:cNvPr id="124" name="Google Shape;124;p2"/>
          <p:cNvSpPr txBox="1"/>
          <p:nvPr/>
        </p:nvSpPr>
        <p:spPr>
          <a:xfrm>
            <a:off x="914400" y="4367212"/>
            <a:ext cx="2057400" cy="790575"/>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Tahoma"/>
              <a:buNone/>
            </a:pPr>
            <a:r>
              <a:rPr b="1" i="0" lang="en-US" sz="2000" u="none">
                <a:solidFill>
                  <a:schemeClr val="dk1"/>
                </a:solidFill>
                <a:latin typeface="Tahoma"/>
                <a:ea typeface="Tahoma"/>
                <a:cs typeface="Tahoma"/>
                <a:sym typeface="Tahoma"/>
              </a:rPr>
              <a:t>Investigate the </a:t>
            </a:r>
            <a:endParaRPr/>
          </a:p>
          <a:p>
            <a:pPr indent="0" lvl="0" marL="0" marR="0" rtl="0" algn="ctr">
              <a:lnSpc>
                <a:spcPct val="100000"/>
              </a:lnSpc>
              <a:spcBef>
                <a:spcPts val="0"/>
              </a:spcBef>
              <a:spcAft>
                <a:spcPts val="0"/>
              </a:spcAft>
              <a:buClr>
                <a:schemeClr val="dk1"/>
              </a:buClr>
              <a:buSzPts val="2000"/>
              <a:buFont typeface="Tahoma"/>
              <a:buNone/>
            </a:pPr>
            <a:r>
              <a:rPr b="1" i="0" lang="en-US" sz="2000" u="none">
                <a:solidFill>
                  <a:schemeClr val="dk1"/>
                </a:solidFill>
                <a:latin typeface="Tahoma"/>
                <a:ea typeface="Tahoma"/>
                <a:cs typeface="Tahoma"/>
                <a:sym typeface="Tahoma"/>
              </a:rPr>
              <a:t>Topic</a:t>
            </a:r>
            <a:endParaRPr/>
          </a:p>
        </p:txBody>
      </p:sp>
      <p:sp>
        <p:nvSpPr>
          <p:cNvPr id="125" name="Google Shape;125;p2"/>
          <p:cNvSpPr txBox="1"/>
          <p:nvPr/>
        </p:nvSpPr>
        <p:spPr>
          <a:xfrm>
            <a:off x="914400" y="5233987"/>
            <a:ext cx="2057400" cy="78581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Tahoma"/>
              <a:buNone/>
            </a:pPr>
            <a:r>
              <a:rPr b="1" i="0" lang="en-US" sz="2000" u="none">
                <a:solidFill>
                  <a:schemeClr val="dk1"/>
                </a:solidFill>
                <a:latin typeface="Tahoma"/>
                <a:ea typeface="Tahoma"/>
                <a:cs typeface="Tahoma"/>
                <a:sym typeface="Tahoma"/>
              </a:rPr>
              <a:t>Adapt to the </a:t>
            </a:r>
            <a:endParaRPr/>
          </a:p>
          <a:p>
            <a:pPr indent="0" lvl="0" marL="0" marR="0" rtl="0" algn="ctr">
              <a:lnSpc>
                <a:spcPct val="100000"/>
              </a:lnSpc>
              <a:spcBef>
                <a:spcPts val="0"/>
              </a:spcBef>
              <a:spcAft>
                <a:spcPts val="0"/>
              </a:spcAft>
              <a:buClr>
                <a:schemeClr val="dk1"/>
              </a:buClr>
              <a:buSzPts val="2000"/>
              <a:buFont typeface="Tahoma"/>
              <a:buNone/>
            </a:pPr>
            <a:r>
              <a:rPr b="1" i="0" lang="en-US" sz="2000" u="none">
                <a:solidFill>
                  <a:schemeClr val="dk1"/>
                </a:solidFill>
                <a:latin typeface="Tahoma"/>
                <a:ea typeface="Tahoma"/>
                <a:cs typeface="Tahoma"/>
                <a:sym typeface="Tahoma"/>
              </a:rPr>
              <a:t>Audience</a:t>
            </a:r>
            <a:endParaRPr/>
          </a:p>
        </p:txBody>
      </p:sp>
      <p:sp>
        <p:nvSpPr>
          <p:cNvPr id="126" name="Google Shape;126;p2"/>
          <p:cNvSpPr txBox="1"/>
          <p:nvPr/>
        </p:nvSpPr>
        <p:spPr>
          <a:xfrm>
            <a:off x="3543300" y="3505200"/>
            <a:ext cx="2057400" cy="78581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Tahoma"/>
              <a:buNone/>
            </a:pPr>
            <a:r>
              <a:rPr b="1" i="0" lang="en-US" sz="2000" u="none">
                <a:solidFill>
                  <a:schemeClr val="dk1"/>
                </a:solidFill>
                <a:latin typeface="Tahoma"/>
                <a:ea typeface="Tahoma"/>
                <a:cs typeface="Tahoma"/>
                <a:sym typeface="Tahoma"/>
              </a:rPr>
              <a:t>Organize the </a:t>
            </a:r>
            <a:endParaRPr/>
          </a:p>
          <a:p>
            <a:pPr indent="0" lvl="0" marL="0" marR="0" rtl="0" algn="ctr">
              <a:lnSpc>
                <a:spcPct val="100000"/>
              </a:lnSpc>
              <a:spcBef>
                <a:spcPts val="0"/>
              </a:spcBef>
              <a:spcAft>
                <a:spcPts val="0"/>
              </a:spcAft>
              <a:buClr>
                <a:schemeClr val="dk1"/>
              </a:buClr>
              <a:buSzPts val="2000"/>
              <a:buFont typeface="Tahoma"/>
              <a:buNone/>
            </a:pPr>
            <a:r>
              <a:rPr b="1" i="0" lang="en-US" sz="2000" u="none">
                <a:solidFill>
                  <a:schemeClr val="dk1"/>
                </a:solidFill>
                <a:latin typeface="Tahoma"/>
                <a:ea typeface="Tahoma"/>
                <a:cs typeface="Tahoma"/>
                <a:sym typeface="Tahoma"/>
              </a:rPr>
              <a:t>Message</a:t>
            </a:r>
            <a:endParaRPr/>
          </a:p>
        </p:txBody>
      </p:sp>
      <p:sp>
        <p:nvSpPr>
          <p:cNvPr id="127" name="Google Shape;127;p2"/>
          <p:cNvSpPr txBox="1"/>
          <p:nvPr/>
        </p:nvSpPr>
        <p:spPr>
          <a:xfrm>
            <a:off x="3505200" y="4419600"/>
            <a:ext cx="2057400" cy="78581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Tahoma"/>
              <a:buNone/>
            </a:pPr>
            <a:r>
              <a:rPr b="1" i="0" lang="en-US" sz="2000" u="none">
                <a:solidFill>
                  <a:schemeClr val="dk1"/>
                </a:solidFill>
                <a:latin typeface="Tahoma"/>
                <a:ea typeface="Tahoma"/>
                <a:cs typeface="Tahoma"/>
                <a:sym typeface="Tahoma"/>
              </a:rPr>
              <a:t>Compose the </a:t>
            </a:r>
            <a:endParaRPr/>
          </a:p>
          <a:p>
            <a:pPr indent="0" lvl="0" marL="0" marR="0" rtl="0" algn="ctr">
              <a:lnSpc>
                <a:spcPct val="100000"/>
              </a:lnSpc>
              <a:spcBef>
                <a:spcPts val="0"/>
              </a:spcBef>
              <a:spcAft>
                <a:spcPts val="0"/>
              </a:spcAft>
              <a:buClr>
                <a:schemeClr val="dk1"/>
              </a:buClr>
              <a:buSzPts val="2000"/>
              <a:buFont typeface="Tahoma"/>
              <a:buNone/>
            </a:pPr>
            <a:r>
              <a:rPr b="1" i="0" lang="en-US" sz="2000" u="none">
                <a:solidFill>
                  <a:schemeClr val="dk1"/>
                </a:solidFill>
                <a:latin typeface="Tahoma"/>
                <a:ea typeface="Tahoma"/>
                <a:cs typeface="Tahoma"/>
                <a:sym typeface="Tahoma"/>
              </a:rPr>
              <a:t>Message</a:t>
            </a:r>
            <a:endParaRPr/>
          </a:p>
        </p:txBody>
      </p:sp>
      <p:sp>
        <p:nvSpPr>
          <p:cNvPr id="128" name="Google Shape;128;p2"/>
          <p:cNvSpPr txBox="1"/>
          <p:nvPr/>
        </p:nvSpPr>
        <p:spPr>
          <a:xfrm>
            <a:off x="6172200" y="3505200"/>
            <a:ext cx="2057400" cy="78581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Tahoma"/>
              <a:buNone/>
            </a:pPr>
            <a:r>
              <a:rPr b="1" i="0" lang="en-US" sz="2000" u="none">
                <a:solidFill>
                  <a:schemeClr val="dk1"/>
                </a:solidFill>
                <a:latin typeface="Tahoma"/>
                <a:ea typeface="Tahoma"/>
                <a:cs typeface="Tahoma"/>
                <a:sym typeface="Tahoma"/>
              </a:rPr>
              <a:t>Revise the </a:t>
            </a:r>
            <a:endParaRPr/>
          </a:p>
          <a:p>
            <a:pPr indent="0" lvl="0" marL="0" marR="0" rtl="0" algn="ctr">
              <a:lnSpc>
                <a:spcPct val="100000"/>
              </a:lnSpc>
              <a:spcBef>
                <a:spcPts val="0"/>
              </a:spcBef>
              <a:spcAft>
                <a:spcPts val="0"/>
              </a:spcAft>
              <a:buClr>
                <a:schemeClr val="dk1"/>
              </a:buClr>
              <a:buSzPts val="2000"/>
              <a:buFont typeface="Tahoma"/>
              <a:buNone/>
            </a:pPr>
            <a:r>
              <a:rPr b="1" i="0" lang="en-US" sz="2000" u="none">
                <a:solidFill>
                  <a:schemeClr val="dk1"/>
                </a:solidFill>
                <a:latin typeface="Tahoma"/>
                <a:ea typeface="Tahoma"/>
                <a:cs typeface="Tahoma"/>
                <a:sym typeface="Tahoma"/>
              </a:rPr>
              <a:t>Message</a:t>
            </a:r>
            <a:endParaRPr/>
          </a:p>
        </p:txBody>
      </p:sp>
      <p:sp>
        <p:nvSpPr>
          <p:cNvPr id="129" name="Google Shape;129;p2"/>
          <p:cNvSpPr txBox="1"/>
          <p:nvPr/>
        </p:nvSpPr>
        <p:spPr>
          <a:xfrm>
            <a:off x="6172200" y="4367212"/>
            <a:ext cx="2057400" cy="790575"/>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Tahoma"/>
              <a:buNone/>
            </a:pPr>
            <a:r>
              <a:rPr b="1" i="0" lang="en-US" sz="2000" u="none">
                <a:solidFill>
                  <a:schemeClr val="dk1"/>
                </a:solidFill>
                <a:latin typeface="Tahoma"/>
                <a:ea typeface="Tahoma"/>
                <a:cs typeface="Tahoma"/>
                <a:sym typeface="Tahoma"/>
              </a:rPr>
              <a:t>Produce the </a:t>
            </a:r>
            <a:endParaRPr/>
          </a:p>
          <a:p>
            <a:pPr indent="0" lvl="0" marL="0" marR="0" rtl="0" algn="ctr">
              <a:lnSpc>
                <a:spcPct val="100000"/>
              </a:lnSpc>
              <a:spcBef>
                <a:spcPts val="0"/>
              </a:spcBef>
              <a:spcAft>
                <a:spcPts val="0"/>
              </a:spcAft>
              <a:buClr>
                <a:schemeClr val="dk1"/>
              </a:buClr>
              <a:buSzPts val="2000"/>
              <a:buFont typeface="Tahoma"/>
              <a:buNone/>
            </a:pPr>
            <a:r>
              <a:rPr b="1" i="0" lang="en-US" sz="2000" u="none">
                <a:solidFill>
                  <a:schemeClr val="dk1"/>
                </a:solidFill>
                <a:latin typeface="Tahoma"/>
                <a:ea typeface="Tahoma"/>
                <a:cs typeface="Tahoma"/>
                <a:sym typeface="Tahoma"/>
              </a:rPr>
              <a:t>Message</a:t>
            </a:r>
            <a:endParaRPr/>
          </a:p>
        </p:txBody>
      </p:sp>
      <p:sp>
        <p:nvSpPr>
          <p:cNvPr id="130" name="Google Shape;130;p2"/>
          <p:cNvSpPr txBox="1"/>
          <p:nvPr/>
        </p:nvSpPr>
        <p:spPr>
          <a:xfrm>
            <a:off x="6172200" y="5233987"/>
            <a:ext cx="2057400" cy="78581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Tahoma"/>
              <a:buNone/>
            </a:pPr>
            <a:r>
              <a:rPr b="1" i="0" lang="en-US" sz="2000" u="none">
                <a:solidFill>
                  <a:schemeClr val="dk1"/>
                </a:solidFill>
                <a:latin typeface="Tahoma"/>
                <a:ea typeface="Tahoma"/>
                <a:cs typeface="Tahoma"/>
                <a:sym typeface="Tahoma"/>
              </a:rPr>
              <a:t>Proofread the </a:t>
            </a:r>
            <a:endParaRPr/>
          </a:p>
          <a:p>
            <a:pPr indent="0" lvl="0" marL="0" marR="0" rtl="0" algn="ctr">
              <a:lnSpc>
                <a:spcPct val="100000"/>
              </a:lnSpc>
              <a:spcBef>
                <a:spcPts val="0"/>
              </a:spcBef>
              <a:spcAft>
                <a:spcPts val="0"/>
              </a:spcAft>
              <a:buClr>
                <a:schemeClr val="dk1"/>
              </a:buClr>
              <a:buSzPts val="2000"/>
              <a:buFont typeface="Tahoma"/>
              <a:buNone/>
            </a:pPr>
            <a:r>
              <a:rPr b="1" i="0" lang="en-US" sz="2000" u="none">
                <a:solidFill>
                  <a:schemeClr val="dk1"/>
                </a:solidFill>
                <a:latin typeface="Tahoma"/>
                <a:ea typeface="Tahoma"/>
                <a:cs typeface="Tahoma"/>
                <a:sym typeface="Tahoma"/>
              </a:rPr>
              <a:t>Message </a:t>
            </a:r>
            <a:endParaRPr/>
          </a:p>
        </p:txBody>
      </p:sp>
    </p:spTree>
  </p:cSld>
  <p:clrMapOvr>
    <a:masterClrMapping/>
  </p:clrMapOvr>
  <p:transition spd="slow">
    <p:checker/>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3"/>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 Prentice Hall, 2004</a:t>
            </a:r>
            <a:endParaRPr/>
          </a:p>
        </p:txBody>
      </p:sp>
      <p:sp>
        <p:nvSpPr>
          <p:cNvPr id="137" name="Google Shape;137;p3"/>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138" name="Google Shape;138;p3"/>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8 - </a:t>
            </a:r>
            <a:fld id="{00000000-1234-1234-1234-123412341234}" type="slidenum">
              <a:rPr b="1" i="0" lang="en-US" sz="1200" u="none">
                <a:solidFill>
                  <a:schemeClr val="dk1"/>
                </a:solidFill>
                <a:latin typeface="Arial"/>
                <a:ea typeface="Arial"/>
                <a:cs typeface="Arial"/>
                <a:sym typeface="Arial"/>
              </a:rPr>
              <a:t>‹#›</a:t>
            </a:fld>
            <a:endParaRPr/>
          </a:p>
        </p:txBody>
      </p:sp>
      <p:sp>
        <p:nvSpPr>
          <p:cNvPr id="139" name="Google Shape;139;p3"/>
          <p:cNvSpPr txBox="1"/>
          <p:nvPr/>
        </p:nvSpPr>
        <p:spPr>
          <a:xfrm>
            <a:off x="457200" y="2133600"/>
            <a:ext cx="8229600" cy="4038600"/>
          </a:xfrm>
          <a:prstGeom prst="rect">
            <a:avLst/>
          </a:prstGeom>
          <a:noFill/>
          <a:ln cap="flat" cmpd="thickThin" w="571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40" name="Google Shape;140;p3"/>
          <p:cNvSpPr txBox="1"/>
          <p:nvPr>
            <p:ph type="title"/>
          </p:nvPr>
        </p:nvSpPr>
        <p:spPr>
          <a:xfrm>
            <a:off x="457200" y="381000"/>
            <a:ext cx="8229600" cy="1752600"/>
          </a:xfrm>
          <a:prstGeom prst="rect">
            <a:avLst/>
          </a:prstGeom>
          <a:solidFill>
            <a:schemeClr val="dk1"/>
          </a:solidFill>
          <a:ln cap="flat" cmpd="thickThin" w="57150">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400"/>
              <a:buFont typeface="Tahoma"/>
              <a:buNone/>
            </a:pPr>
            <a:r>
              <a:rPr b="1" i="0" lang="en-US" sz="4400" u="none">
                <a:solidFill>
                  <a:schemeClr val="lt1"/>
                </a:solidFill>
                <a:latin typeface="Tahoma"/>
                <a:ea typeface="Tahoma"/>
                <a:cs typeface="Tahoma"/>
                <a:sym typeface="Tahoma"/>
              </a:rPr>
              <a:t>Strategies for </a:t>
            </a:r>
            <a:br>
              <a:rPr b="1" i="0" lang="en-US" sz="4400" u="none">
                <a:solidFill>
                  <a:schemeClr val="lt1"/>
                </a:solidFill>
                <a:latin typeface="Tahoma"/>
                <a:ea typeface="Tahoma"/>
                <a:cs typeface="Tahoma"/>
                <a:sym typeface="Tahoma"/>
              </a:rPr>
            </a:br>
            <a:r>
              <a:rPr b="1" i="0" lang="en-US" sz="4400" u="none">
                <a:solidFill>
                  <a:schemeClr val="lt1"/>
                </a:solidFill>
                <a:latin typeface="Tahoma"/>
                <a:ea typeface="Tahoma"/>
                <a:cs typeface="Tahoma"/>
                <a:sym typeface="Tahoma"/>
              </a:rPr>
              <a:t>Bad-News Messages</a:t>
            </a:r>
            <a:endParaRPr/>
          </a:p>
        </p:txBody>
      </p:sp>
      <p:sp>
        <p:nvSpPr>
          <p:cNvPr id="141" name="Google Shape;141;p3"/>
          <p:cNvSpPr txBox="1"/>
          <p:nvPr>
            <p:ph idx="1" type="body"/>
          </p:nvPr>
        </p:nvSpPr>
        <p:spPr>
          <a:xfrm>
            <a:off x="685800" y="2209800"/>
            <a:ext cx="8001000" cy="3810000"/>
          </a:xfrm>
          <a:prstGeom prst="rect">
            <a:avLst/>
          </a:prstGeom>
          <a:noFill/>
          <a:ln>
            <a:noFill/>
          </a:ln>
        </p:spPr>
        <p:txBody>
          <a:bodyPr anchorCtr="0" anchor="t" bIns="45700" lIns="91425" spcFirstLastPara="1" rIns="91425" wrap="square" tIns="45700">
            <a:noAutofit/>
          </a:bodyPr>
          <a:lstStyle/>
          <a:p>
            <a:pPr indent="-342900" lvl="0" marL="342900" rtl="0" algn="l">
              <a:lnSpc>
                <a:spcPct val="140000"/>
              </a:lnSpc>
              <a:spcBef>
                <a:spcPts val="0"/>
              </a:spcBef>
              <a:spcAft>
                <a:spcPts val="0"/>
              </a:spcAft>
              <a:buClr>
                <a:schemeClr val="dk1"/>
              </a:buClr>
              <a:buSzPts val="2400"/>
              <a:buFont typeface="Arial"/>
              <a:buChar char="•"/>
            </a:pPr>
            <a:r>
              <a:rPr b="1" i="0" lang="en-US" sz="2400" u="none">
                <a:solidFill>
                  <a:schemeClr val="dk1"/>
                </a:solidFill>
                <a:latin typeface="Arial"/>
                <a:ea typeface="Arial"/>
                <a:cs typeface="Arial"/>
                <a:sym typeface="Arial"/>
              </a:rPr>
              <a:t>Convey the bad news</a:t>
            </a:r>
            <a:endParaRPr/>
          </a:p>
          <a:p>
            <a:pPr indent="-342900" lvl="0" marL="342900" rtl="0" algn="l">
              <a:lnSpc>
                <a:spcPct val="140000"/>
              </a:lnSpc>
              <a:spcBef>
                <a:spcPts val="480"/>
              </a:spcBef>
              <a:spcAft>
                <a:spcPts val="0"/>
              </a:spcAft>
              <a:buClr>
                <a:schemeClr val="dk1"/>
              </a:buClr>
              <a:buSzPts val="2400"/>
              <a:buFont typeface="Arial"/>
              <a:buChar char="•"/>
            </a:pPr>
            <a:r>
              <a:rPr b="1" i="0" lang="en-US" sz="2400" u="none">
                <a:solidFill>
                  <a:schemeClr val="dk1"/>
                </a:solidFill>
                <a:latin typeface="Arial"/>
                <a:ea typeface="Arial"/>
                <a:cs typeface="Arial"/>
                <a:sym typeface="Arial"/>
              </a:rPr>
              <a:t>Gain acceptance for it</a:t>
            </a:r>
            <a:endParaRPr/>
          </a:p>
          <a:p>
            <a:pPr indent="-342900" lvl="0" marL="342900" rtl="0" algn="l">
              <a:lnSpc>
                <a:spcPct val="140000"/>
              </a:lnSpc>
              <a:spcBef>
                <a:spcPts val="480"/>
              </a:spcBef>
              <a:spcAft>
                <a:spcPts val="0"/>
              </a:spcAft>
              <a:buClr>
                <a:schemeClr val="dk1"/>
              </a:buClr>
              <a:buSzPts val="2400"/>
              <a:buFont typeface="Arial"/>
              <a:buChar char="•"/>
            </a:pPr>
            <a:r>
              <a:rPr b="1" i="0" lang="en-US" sz="2400" u="none">
                <a:solidFill>
                  <a:schemeClr val="dk1"/>
                </a:solidFill>
                <a:latin typeface="Arial"/>
                <a:ea typeface="Arial"/>
                <a:cs typeface="Arial"/>
                <a:sym typeface="Arial"/>
              </a:rPr>
              <a:t>Maintain goodwill (As much as possible)</a:t>
            </a:r>
            <a:endParaRPr/>
          </a:p>
          <a:p>
            <a:pPr indent="-342900" lvl="0" marL="342900" rtl="0" algn="l">
              <a:lnSpc>
                <a:spcPct val="140000"/>
              </a:lnSpc>
              <a:spcBef>
                <a:spcPts val="480"/>
              </a:spcBef>
              <a:spcAft>
                <a:spcPts val="0"/>
              </a:spcAft>
              <a:buClr>
                <a:schemeClr val="dk1"/>
              </a:buClr>
              <a:buSzPts val="2400"/>
              <a:buFont typeface="Arial"/>
              <a:buChar char="•"/>
            </a:pPr>
            <a:r>
              <a:rPr b="1" i="0" lang="en-US" sz="2400" u="none">
                <a:solidFill>
                  <a:schemeClr val="dk1"/>
                </a:solidFill>
                <a:latin typeface="Arial"/>
                <a:ea typeface="Arial"/>
                <a:cs typeface="Arial"/>
                <a:sym typeface="Arial"/>
              </a:rPr>
              <a:t>Promote a good corporate image</a:t>
            </a:r>
            <a:endParaRPr/>
          </a:p>
          <a:p>
            <a:pPr indent="-342900" lvl="0" marL="342900" rtl="0" algn="l">
              <a:lnSpc>
                <a:spcPct val="140000"/>
              </a:lnSpc>
              <a:spcBef>
                <a:spcPts val="480"/>
              </a:spcBef>
              <a:spcAft>
                <a:spcPts val="0"/>
              </a:spcAft>
              <a:buClr>
                <a:schemeClr val="dk1"/>
              </a:buClr>
              <a:buSzPts val="2400"/>
              <a:buFont typeface="Arial"/>
              <a:buChar char="•"/>
            </a:pPr>
            <a:r>
              <a:rPr b="1" i="0" lang="en-US" sz="2400" u="none">
                <a:solidFill>
                  <a:schemeClr val="dk1"/>
                </a:solidFill>
                <a:latin typeface="Arial"/>
                <a:ea typeface="Arial"/>
                <a:cs typeface="Arial"/>
                <a:sym typeface="Arial"/>
              </a:rPr>
              <a:t>Minimize the need for future correspondence</a:t>
            </a:r>
            <a:endParaRPr/>
          </a:p>
        </p:txBody>
      </p:sp>
    </p:spTree>
  </p:cSld>
  <p:clrMapOvr>
    <a:masterClrMapping/>
  </p:clrMapOvr>
  <p:transition spd="slow">
    <p:wipe dir="r"/>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4"/>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 Prentice Hall, 2004</a:t>
            </a:r>
            <a:endParaRPr/>
          </a:p>
        </p:txBody>
      </p:sp>
      <p:sp>
        <p:nvSpPr>
          <p:cNvPr id="148" name="Google Shape;148;p4"/>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149" name="Google Shape;149;p4"/>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8 - </a:t>
            </a:r>
            <a:fld id="{00000000-1234-1234-1234-123412341234}" type="slidenum">
              <a:rPr b="1" i="0" lang="en-US" sz="1200" u="none">
                <a:solidFill>
                  <a:schemeClr val="dk1"/>
                </a:solidFill>
                <a:latin typeface="Arial"/>
                <a:ea typeface="Arial"/>
                <a:cs typeface="Arial"/>
                <a:sym typeface="Arial"/>
              </a:rPr>
              <a:t>‹#›</a:t>
            </a:fld>
            <a:endParaRPr/>
          </a:p>
        </p:txBody>
      </p:sp>
      <p:sp>
        <p:nvSpPr>
          <p:cNvPr id="150" name="Google Shape;150;p4"/>
          <p:cNvSpPr txBox="1"/>
          <p:nvPr/>
        </p:nvSpPr>
        <p:spPr>
          <a:xfrm flipH="1">
            <a:off x="4572000" y="2438400"/>
            <a:ext cx="76200" cy="3733800"/>
          </a:xfrm>
          <a:prstGeom prst="rect">
            <a:avLst/>
          </a:prstGeom>
          <a:solidFill>
            <a:srgbClr val="F8F8F8"/>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51" name="Google Shape;151;p4"/>
          <p:cNvSpPr txBox="1"/>
          <p:nvPr/>
        </p:nvSpPr>
        <p:spPr>
          <a:xfrm>
            <a:off x="4572000" y="2286000"/>
            <a:ext cx="4114800" cy="3886200"/>
          </a:xfrm>
          <a:prstGeom prst="rect">
            <a:avLst/>
          </a:prstGeom>
          <a:solidFill>
            <a:srgbClr val="F8F8F8"/>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52" name="Google Shape;152;p4"/>
          <p:cNvSpPr txBox="1"/>
          <p:nvPr>
            <p:ph type="title"/>
          </p:nvPr>
        </p:nvSpPr>
        <p:spPr>
          <a:xfrm>
            <a:off x="457200" y="381000"/>
            <a:ext cx="8229600" cy="1905000"/>
          </a:xfrm>
          <a:prstGeom prst="rect">
            <a:avLst/>
          </a:prstGeom>
          <a:solidFill>
            <a:srgbClr val="800080"/>
          </a:solid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800"/>
              <a:buFont typeface="Tahoma"/>
              <a:buNone/>
            </a:pPr>
            <a:r>
              <a:rPr b="1" i="0" lang="en-US" sz="4800" u="none">
                <a:solidFill>
                  <a:schemeClr val="lt1"/>
                </a:solidFill>
                <a:latin typeface="Tahoma"/>
                <a:ea typeface="Tahoma"/>
                <a:cs typeface="Tahoma"/>
                <a:sym typeface="Tahoma"/>
              </a:rPr>
              <a:t>Audience-Centered Tone</a:t>
            </a:r>
            <a:endParaRPr/>
          </a:p>
        </p:txBody>
      </p:sp>
      <p:pic>
        <p:nvPicPr>
          <p:cNvPr descr="M:\PFiles\MSOffice\Clipart\standard\stddir3\pe01676_.wmf" id="153" name="Google Shape;153;p4"/>
          <p:cNvPicPr preferRelativeResize="0"/>
          <p:nvPr/>
        </p:nvPicPr>
        <p:blipFill rotWithShape="1">
          <a:blip r:embed="rId3">
            <a:alphaModFix/>
          </a:blip>
          <a:srcRect b="0" l="0" r="0" t="0"/>
          <a:stretch/>
        </p:blipFill>
        <p:spPr>
          <a:xfrm>
            <a:off x="4572000" y="2667000"/>
            <a:ext cx="4108450" cy="3505200"/>
          </a:xfrm>
          <a:prstGeom prst="rect">
            <a:avLst/>
          </a:prstGeom>
          <a:noFill/>
          <a:ln>
            <a:noFill/>
          </a:ln>
        </p:spPr>
      </p:pic>
      <p:grpSp>
        <p:nvGrpSpPr>
          <p:cNvPr id="154" name="Google Shape;154;p4"/>
          <p:cNvGrpSpPr/>
          <p:nvPr/>
        </p:nvGrpSpPr>
        <p:grpSpPr>
          <a:xfrm>
            <a:off x="457200" y="2286000"/>
            <a:ext cx="4114800" cy="3886200"/>
            <a:chOff x="288" y="1296"/>
            <a:chExt cx="2640" cy="2304"/>
          </a:xfrm>
        </p:grpSpPr>
        <p:sp>
          <p:nvSpPr>
            <p:cNvPr id="155" name="Google Shape;155;p4"/>
            <p:cNvSpPr txBox="1"/>
            <p:nvPr/>
          </p:nvSpPr>
          <p:spPr>
            <a:xfrm flipH="1">
              <a:off x="288" y="1296"/>
              <a:ext cx="2640" cy="768"/>
            </a:xfrm>
            <a:prstGeom prst="rect">
              <a:avLst/>
            </a:prstGeom>
            <a:solidFill>
              <a:srgbClr val="F8F8F8"/>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Arial"/>
                <a:buNone/>
              </a:pPr>
              <a:r>
                <a:rPr b="1" i="0" lang="en-US" sz="2800" u="none">
                  <a:solidFill>
                    <a:schemeClr val="dk1"/>
                  </a:solidFill>
                  <a:latin typeface="Arial"/>
                  <a:ea typeface="Arial"/>
                  <a:cs typeface="Arial"/>
                  <a:sym typeface="Arial"/>
                </a:rPr>
                <a:t>The “You” Attitude</a:t>
              </a:r>
              <a:endParaRPr/>
            </a:p>
          </p:txBody>
        </p:sp>
        <p:sp>
          <p:nvSpPr>
            <p:cNvPr id="156" name="Google Shape;156;p4"/>
            <p:cNvSpPr txBox="1"/>
            <p:nvPr/>
          </p:nvSpPr>
          <p:spPr>
            <a:xfrm flipH="1">
              <a:off x="288" y="2064"/>
              <a:ext cx="2640" cy="768"/>
            </a:xfrm>
            <a:prstGeom prst="rect">
              <a:avLst/>
            </a:prstGeom>
            <a:solidFill>
              <a:srgbClr val="F8F8F8"/>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Arial"/>
                <a:buNone/>
              </a:pPr>
              <a:r>
                <a:rPr b="1" i="0" lang="en-US" sz="2800" u="none">
                  <a:solidFill>
                    <a:schemeClr val="dk1"/>
                  </a:solidFill>
                  <a:latin typeface="Arial"/>
                  <a:ea typeface="Arial"/>
                  <a:cs typeface="Arial"/>
                  <a:sym typeface="Arial"/>
                </a:rPr>
                <a:t>Positive Wording</a:t>
              </a:r>
              <a:endParaRPr/>
            </a:p>
          </p:txBody>
        </p:sp>
        <p:sp>
          <p:nvSpPr>
            <p:cNvPr id="157" name="Google Shape;157;p4"/>
            <p:cNvSpPr txBox="1"/>
            <p:nvPr/>
          </p:nvSpPr>
          <p:spPr>
            <a:xfrm flipH="1">
              <a:off x="288" y="2832"/>
              <a:ext cx="2640" cy="768"/>
            </a:xfrm>
            <a:prstGeom prst="rect">
              <a:avLst/>
            </a:prstGeom>
            <a:solidFill>
              <a:srgbClr val="F8F8F8"/>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Arial"/>
                <a:buNone/>
              </a:pPr>
              <a:r>
                <a:rPr b="1" i="0" lang="en-US" sz="2800" u="none">
                  <a:solidFill>
                    <a:schemeClr val="dk1"/>
                  </a:solidFill>
                  <a:latin typeface="Arial"/>
                  <a:ea typeface="Arial"/>
                  <a:cs typeface="Arial"/>
                  <a:sym typeface="Arial"/>
                </a:rPr>
                <a:t>Respectful Language</a:t>
              </a:r>
              <a:endParaRPr/>
            </a:p>
          </p:txBody>
        </p:sp>
      </p:grpSp>
    </p:spTree>
  </p:cSld>
  <p:clrMapOvr>
    <a:masterClrMapping/>
  </p:clrMapOvr>
  <p:transition spd="slow">
    <p:wipe dir="d"/>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5"/>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 Prentice Hall, 2004</a:t>
            </a:r>
            <a:endParaRPr/>
          </a:p>
        </p:txBody>
      </p:sp>
      <p:sp>
        <p:nvSpPr>
          <p:cNvPr id="164" name="Google Shape;164;p5"/>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165" name="Google Shape;165;p5"/>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8 - </a:t>
            </a:r>
            <a:fld id="{00000000-1234-1234-1234-123412341234}" type="slidenum">
              <a:rPr b="1" i="0" lang="en-US" sz="1200" u="none">
                <a:solidFill>
                  <a:schemeClr val="dk1"/>
                </a:solidFill>
                <a:latin typeface="Arial"/>
                <a:ea typeface="Arial"/>
                <a:cs typeface="Arial"/>
                <a:sym typeface="Arial"/>
              </a:rPr>
              <a:t>‹#›</a:t>
            </a:fld>
            <a:endParaRPr/>
          </a:p>
        </p:txBody>
      </p:sp>
      <p:sp>
        <p:nvSpPr>
          <p:cNvPr id="166" name="Google Shape;166;p5"/>
          <p:cNvSpPr txBox="1"/>
          <p:nvPr/>
        </p:nvSpPr>
        <p:spPr>
          <a:xfrm>
            <a:off x="457200" y="1752600"/>
            <a:ext cx="8229600" cy="441960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67" name="Google Shape;167;p5"/>
          <p:cNvSpPr txBox="1"/>
          <p:nvPr>
            <p:ph type="title"/>
          </p:nvPr>
        </p:nvSpPr>
        <p:spPr>
          <a:xfrm>
            <a:off x="457200" y="381000"/>
            <a:ext cx="8229600" cy="1371600"/>
          </a:xfrm>
          <a:prstGeom prst="rect">
            <a:avLst/>
          </a:prstGeom>
          <a:solidFill>
            <a:srgbClr val="333333"/>
          </a:solid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800"/>
              <a:buFont typeface="Tahoma"/>
              <a:buNone/>
            </a:pPr>
            <a:r>
              <a:rPr b="1" i="0" lang="en-US" sz="4800" u="none">
                <a:solidFill>
                  <a:schemeClr val="lt1"/>
                </a:solidFill>
                <a:latin typeface="Tahoma"/>
                <a:ea typeface="Tahoma"/>
                <a:cs typeface="Tahoma"/>
                <a:sym typeface="Tahoma"/>
              </a:rPr>
              <a:t>The Direct Approach</a:t>
            </a:r>
            <a:endParaRPr/>
          </a:p>
        </p:txBody>
      </p:sp>
      <p:sp>
        <p:nvSpPr>
          <p:cNvPr id="168" name="Google Shape;168;p5"/>
          <p:cNvSpPr txBox="1"/>
          <p:nvPr/>
        </p:nvSpPr>
        <p:spPr>
          <a:xfrm>
            <a:off x="609600" y="2665412"/>
            <a:ext cx="2641600" cy="2514600"/>
          </a:xfrm>
          <a:prstGeom prst="rect">
            <a:avLst/>
          </a:prstGeom>
          <a:solidFill>
            <a:schemeClr val="lt1"/>
          </a:solidFill>
          <a:ln cap="flat" cmpd="sng" w="9525">
            <a:solidFill>
              <a:schemeClr val="dk1"/>
            </a:solidFill>
            <a:prstDash val="solid"/>
            <a:miter lim="800000"/>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200"/>
              <a:buFont typeface="Arial"/>
              <a:buNone/>
            </a:pPr>
            <a:r>
              <a:rPr b="1" i="0" lang="en-US" sz="3200" u="none">
                <a:solidFill>
                  <a:schemeClr val="dk1"/>
                </a:solidFill>
                <a:latin typeface="Arial"/>
                <a:ea typeface="Arial"/>
                <a:cs typeface="Arial"/>
                <a:sym typeface="Arial"/>
              </a:rPr>
              <a:t>Bad News</a:t>
            </a:r>
            <a:endParaRPr/>
          </a:p>
          <a:p>
            <a:pPr indent="0" lvl="0" marL="0" marR="0" rtl="0" algn="ctr">
              <a:lnSpc>
                <a:spcPct val="100000"/>
              </a:lnSpc>
              <a:spcBef>
                <a:spcPts val="0"/>
              </a:spcBef>
              <a:spcAft>
                <a:spcPts val="0"/>
              </a:spcAft>
              <a:buClr>
                <a:schemeClr val="dk1"/>
              </a:buClr>
              <a:buSzPts val="3200"/>
              <a:buFont typeface="Times New Roman"/>
              <a:buNone/>
            </a:pPr>
            <a:r>
              <a:t/>
            </a:r>
            <a:endParaRPr b="1" i="0" sz="3200" u="non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3200"/>
              <a:buFont typeface="Times New Roman"/>
              <a:buNone/>
            </a:pPr>
            <a:r>
              <a:t/>
            </a:r>
            <a:endParaRPr b="1" i="0" sz="3200" u="non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3200"/>
              <a:buFont typeface="Times New Roman"/>
              <a:buNone/>
            </a:pPr>
            <a:r>
              <a:t/>
            </a:r>
            <a:endParaRPr b="1" i="0" sz="3200" u="non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400"/>
              <a:buFont typeface="Arial"/>
              <a:buNone/>
            </a:pPr>
            <a:r>
              <a:rPr b="1" i="1" lang="en-US" sz="2400" u="none">
                <a:solidFill>
                  <a:schemeClr val="dk1"/>
                </a:solidFill>
                <a:latin typeface="Arial"/>
                <a:ea typeface="Arial"/>
                <a:cs typeface="Arial"/>
                <a:sym typeface="Arial"/>
              </a:rPr>
              <a:t>Step 1</a:t>
            </a:r>
            <a:endParaRPr/>
          </a:p>
        </p:txBody>
      </p:sp>
      <p:sp>
        <p:nvSpPr>
          <p:cNvPr id="169" name="Google Shape;169;p5"/>
          <p:cNvSpPr txBox="1"/>
          <p:nvPr/>
        </p:nvSpPr>
        <p:spPr>
          <a:xfrm>
            <a:off x="3251200" y="2665412"/>
            <a:ext cx="2641600" cy="2514600"/>
          </a:xfrm>
          <a:prstGeom prst="rect">
            <a:avLst/>
          </a:prstGeom>
          <a:solidFill>
            <a:schemeClr val="lt1"/>
          </a:solidFill>
          <a:ln cap="flat" cmpd="sng" w="9525">
            <a:solidFill>
              <a:schemeClr val="dk1"/>
            </a:solidFill>
            <a:prstDash val="solid"/>
            <a:miter lim="800000"/>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200"/>
              <a:buFont typeface="Arial"/>
              <a:buNone/>
            </a:pPr>
            <a:r>
              <a:rPr b="1" i="0" lang="en-US" sz="3200" u="none">
                <a:solidFill>
                  <a:schemeClr val="dk1"/>
                </a:solidFill>
                <a:latin typeface="Arial"/>
                <a:ea typeface="Arial"/>
                <a:cs typeface="Arial"/>
                <a:sym typeface="Arial"/>
              </a:rPr>
              <a:t>Reasons</a:t>
            </a:r>
            <a:endParaRPr/>
          </a:p>
          <a:p>
            <a:pPr indent="0" lvl="0" marL="0" marR="0" rtl="0" algn="ctr">
              <a:lnSpc>
                <a:spcPct val="100000"/>
              </a:lnSpc>
              <a:spcBef>
                <a:spcPts val="0"/>
              </a:spcBef>
              <a:spcAft>
                <a:spcPts val="0"/>
              </a:spcAft>
              <a:buClr>
                <a:schemeClr val="dk1"/>
              </a:buClr>
              <a:buSzPts val="3200"/>
              <a:buFont typeface="Times New Roman"/>
              <a:buNone/>
            </a:pPr>
            <a:r>
              <a:t/>
            </a:r>
            <a:endParaRPr b="1" i="0" sz="3200" u="non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3200"/>
              <a:buFont typeface="Times New Roman"/>
              <a:buNone/>
            </a:pPr>
            <a:r>
              <a:t/>
            </a:r>
            <a:endParaRPr b="1" i="0" sz="3200" u="non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3200"/>
              <a:buFont typeface="Times New Roman"/>
              <a:buNone/>
            </a:pPr>
            <a:r>
              <a:t/>
            </a:r>
            <a:endParaRPr b="1" i="0" sz="3200" u="non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400"/>
              <a:buFont typeface="Arial"/>
              <a:buNone/>
            </a:pPr>
            <a:r>
              <a:rPr b="1" i="1" lang="en-US" sz="2400" u="none">
                <a:solidFill>
                  <a:schemeClr val="dk1"/>
                </a:solidFill>
                <a:latin typeface="Arial"/>
                <a:ea typeface="Arial"/>
                <a:cs typeface="Arial"/>
                <a:sym typeface="Arial"/>
              </a:rPr>
              <a:t>Step 2</a:t>
            </a:r>
            <a:endParaRPr/>
          </a:p>
        </p:txBody>
      </p:sp>
      <p:sp>
        <p:nvSpPr>
          <p:cNvPr id="170" name="Google Shape;170;p5"/>
          <p:cNvSpPr txBox="1"/>
          <p:nvPr/>
        </p:nvSpPr>
        <p:spPr>
          <a:xfrm>
            <a:off x="5892800" y="2665412"/>
            <a:ext cx="2641600" cy="2514600"/>
          </a:xfrm>
          <a:prstGeom prst="rect">
            <a:avLst/>
          </a:prstGeom>
          <a:solidFill>
            <a:schemeClr val="lt1"/>
          </a:solidFill>
          <a:ln cap="flat" cmpd="sng" w="9525">
            <a:solidFill>
              <a:schemeClr val="dk1"/>
            </a:solidFill>
            <a:prstDash val="solid"/>
            <a:miter lim="800000"/>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200"/>
              <a:buFont typeface="Arial"/>
              <a:buNone/>
            </a:pPr>
            <a:r>
              <a:rPr b="1" i="0" lang="en-US" sz="3200" u="none">
                <a:solidFill>
                  <a:schemeClr val="dk1"/>
                </a:solidFill>
                <a:latin typeface="Arial"/>
                <a:ea typeface="Arial"/>
                <a:cs typeface="Arial"/>
                <a:sym typeface="Arial"/>
              </a:rPr>
              <a:t>Positive </a:t>
            </a:r>
            <a:endParaRPr/>
          </a:p>
          <a:p>
            <a:pPr indent="0" lvl="0" marL="0" marR="0" rtl="0" algn="ctr">
              <a:lnSpc>
                <a:spcPct val="100000"/>
              </a:lnSpc>
              <a:spcBef>
                <a:spcPts val="0"/>
              </a:spcBef>
              <a:spcAft>
                <a:spcPts val="0"/>
              </a:spcAft>
              <a:buClr>
                <a:schemeClr val="dk1"/>
              </a:buClr>
              <a:buSzPts val="3200"/>
              <a:buFont typeface="Arial"/>
              <a:buNone/>
            </a:pPr>
            <a:r>
              <a:rPr b="1" i="0" lang="en-US" sz="3200" u="none">
                <a:solidFill>
                  <a:schemeClr val="dk1"/>
                </a:solidFill>
                <a:latin typeface="Arial"/>
                <a:ea typeface="Arial"/>
                <a:cs typeface="Arial"/>
                <a:sym typeface="Arial"/>
              </a:rPr>
              <a:t>Close</a:t>
            </a:r>
            <a:endParaRPr/>
          </a:p>
          <a:p>
            <a:pPr indent="0" lvl="0" marL="0" marR="0" rtl="0" algn="ctr">
              <a:lnSpc>
                <a:spcPct val="100000"/>
              </a:lnSpc>
              <a:spcBef>
                <a:spcPts val="0"/>
              </a:spcBef>
              <a:spcAft>
                <a:spcPts val="0"/>
              </a:spcAft>
              <a:buClr>
                <a:schemeClr val="dk1"/>
              </a:buClr>
              <a:buSzPts val="3200"/>
              <a:buFont typeface="Times New Roman"/>
              <a:buNone/>
            </a:pPr>
            <a:r>
              <a:t/>
            </a:r>
            <a:endParaRPr b="1" i="0" sz="3200" u="non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3200"/>
              <a:buFont typeface="Times New Roman"/>
              <a:buNone/>
            </a:pPr>
            <a:r>
              <a:t/>
            </a:r>
            <a:endParaRPr b="1" i="0" sz="3200" u="non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400"/>
              <a:buFont typeface="Arial"/>
              <a:buNone/>
            </a:pPr>
            <a:r>
              <a:rPr b="1" i="1" lang="en-US" sz="2400" u="none">
                <a:solidFill>
                  <a:schemeClr val="dk1"/>
                </a:solidFill>
                <a:latin typeface="Arial"/>
                <a:ea typeface="Arial"/>
                <a:cs typeface="Arial"/>
                <a:sym typeface="Arial"/>
              </a:rPr>
              <a:t>Step 3</a:t>
            </a:r>
            <a:endParaRPr/>
          </a:p>
        </p:txBody>
      </p:sp>
      <p:cxnSp>
        <p:nvCxnSpPr>
          <p:cNvPr id="171" name="Google Shape;171;p5"/>
          <p:cNvCxnSpPr/>
          <p:nvPr/>
        </p:nvCxnSpPr>
        <p:spPr>
          <a:xfrm>
            <a:off x="609600" y="2209800"/>
            <a:ext cx="7924800" cy="0"/>
          </a:xfrm>
          <a:prstGeom prst="straightConnector1">
            <a:avLst/>
          </a:prstGeom>
          <a:noFill/>
          <a:ln cap="flat" cmpd="sng" w="76200">
            <a:solidFill>
              <a:schemeClr val="dk1"/>
            </a:solidFill>
            <a:prstDash val="solid"/>
            <a:miter lim="800000"/>
            <a:headEnd len="med" w="med" type="none"/>
            <a:tailEnd len="med" w="med" type="triangle"/>
          </a:ln>
        </p:spPr>
      </p:cxnSp>
      <p:cxnSp>
        <p:nvCxnSpPr>
          <p:cNvPr id="172" name="Google Shape;172;p5"/>
          <p:cNvCxnSpPr/>
          <p:nvPr/>
        </p:nvCxnSpPr>
        <p:spPr>
          <a:xfrm>
            <a:off x="1930399" y="5180013"/>
            <a:ext cx="5283300" cy="1500"/>
          </a:xfrm>
          <a:prstGeom prst="bentConnector3">
            <a:avLst>
              <a:gd fmla="val 0" name="adj1"/>
            </a:avLst>
          </a:prstGeom>
          <a:noFill/>
          <a:ln cap="flat" cmpd="sng" w="76200">
            <a:solidFill>
              <a:schemeClr val="dk1"/>
            </a:solidFill>
            <a:prstDash val="solid"/>
            <a:miter lim="800000"/>
            <a:headEnd len="med" w="med" type="none"/>
            <a:tailEnd len="med" w="med" type="none"/>
          </a:ln>
        </p:spPr>
      </p:cxnSp>
      <p:sp>
        <p:nvSpPr>
          <p:cNvPr id="173" name="Google Shape;173;p5"/>
          <p:cNvSpPr txBox="1"/>
          <p:nvPr/>
        </p:nvSpPr>
        <p:spPr>
          <a:xfrm>
            <a:off x="3200400" y="1981200"/>
            <a:ext cx="2665412" cy="3968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Flow of the Message</a:t>
            </a:r>
            <a:endParaRPr/>
          </a:p>
        </p:txBody>
      </p:sp>
      <p:sp>
        <p:nvSpPr>
          <p:cNvPr id="174" name="Google Shape;174;p5"/>
          <p:cNvSpPr txBox="1"/>
          <p:nvPr/>
        </p:nvSpPr>
        <p:spPr>
          <a:xfrm>
            <a:off x="2895600" y="5410200"/>
            <a:ext cx="3373437" cy="3968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Substance of the Message</a:t>
            </a:r>
            <a:endParaRPr/>
          </a:p>
        </p:txBody>
      </p:sp>
    </p:spTree>
  </p:cSld>
  <p:clrMapOvr>
    <a:masterClrMapping/>
  </p:clrMapOvr>
  <p:transition spd="slow">
    <p:checker dir="vert"/>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6"/>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 Prentice Hall, 2004</a:t>
            </a:r>
            <a:endParaRPr/>
          </a:p>
        </p:txBody>
      </p:sp>
      <p:sp>
        <p:nvSpPr>
          <p:cNvPr id="181" name="Google Shape;181;p6"/>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182" name="Google Shape;182;p6"/>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8 - </a:t>
            </a:r>
            <a:fld id="{00000000-1234-1234-1234-123412341234}" type="slidenum">
              <a:rPr b="1" i="0" lang="en-US" sz="1200" u="none">
                <a:solidFill>
                  <a:schemeClr val="dk1"/>
                </a:solidFill>
                <a:latin typeface="Arial"/>
                <a:ea typeface="Arial"/>
                <a:cs typeface="Arial"/>
                <a:sym typeface="Arial"/>
              </a:rPr>
              <a:t>‹#›</a:t>
            </a:fld>
            <a:endParaRPr/>
          </a:p>
        </p:txBody>
      </p:sp>
      <p:sp>
        <p:nvSpPr>
          <p:cNvPr id="183" name="Google Shape;183;p6"/>
          <p:cNvSpPr txBox="1"/>
          <p:nvPr/>
        </p:nvSpPr>
        <p:spPr>
          <a:xfrm>
            <a:off x="457200" y="1752600"/>
            <a:ext cx="8229600" cy="441960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84" name="Google Shape;184;p6"/>
          <p:cNvSpPr txBox="1"/>
          <p:nvPr>
            <p:ph type="title"/>
          </p:nvPr>
        </p:nvSpPr>
        <p:spPr>
          <a:xfrm>
            <a:off x="457200" y="381000"/>
            <a:ext cx="8229600" cy="1371600"/>
          </a:xfrm>
          <a:prstGeom prst="rect">
            <a:avLst/>
          </a:prstGeom>
          <a:solidFill>
            <a:srgbClr val="333333"/>
          </a:solid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800"/>
              <a:buFont typeface="Tahoma"/>
              <a:buNone/>
            </a:pPr>
            <a:r>
              <a:rPr b="1" i="0" lang="en-US" sz="4800" u="none">
                <a:solidFill>
                  <a:schemeClr val="lt1"/>
                </a:solidFill>
                <a:latin typeface="Tahoma"/>
                <a:ea typeface="Tahoma"/>
                <a:cs typeface="Tahoma"/>
                <a:sym typeface="Tahoma"/>
              </a:rPr>
              <a:t>The Indirect Approach</a:t>
            </a:r>
            <a:endParaRPr/>
          </a:p>
        </p:txBody>
      </p:sp>
      <p:sp>
        <p:nvSpPr>
          <p:cNvPr id="185" name="Google Shape;185;p6"/>
          <p:cNvSpPr txBox="1"/>
          <p:nvPr/>
        </p:nvSpPr>
        <p:spPr>
          <a:xfrm>
            <a:off x="609600" y="2667000"/>
            <a:ext cx="1981200" cy="2514600"/>
          </a:xfrm>
          <a:prstGeom prst="rect">
            <a:avLst/>
          </a:prstGeom>
          <a:solidFill>
            <a:schemeClr val="lt1"/>
          </a:solidFill>
          <a:ln cap="flat" cmpd="sng" w="9525">
            <a:solidFill>
              <a:schemeClr val="dk1"/>
            </a:solidFill>
            <a:prstDash val="solid"/>
            <a:miter lim="800000"/>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200"/>
              <a:buFont typeface="Arial"/>
              <a:buNone/>
            </a:pPr>
            <a:r>
              <a:rPr b="1" i="0" lang="en-US" sz="3200" u="none">
                <a:solidFill>
                  <a:schemeClr val="dk1"/>
                </a:solidFill>
                <a:latin typeface="Arial"/>
                <a:ea typeface="Arial"/>
                <a:cs typeface="Arial"/>
                <a:sym typeface="Arial"/>
              </a:rPr>
              <a:t>Buffer</a:t>
            </a:r>
            <a:endParaRPr/>
          </a:p>
          <a:p>
            <a:pPr indent="0" lvl="0" marL="0" marR="0" rtl="0" algn="ctr">
              <a:lnSpc>
                <a:spcPct val="100000"/>
              </a:lnSpc>
              <a:spcBef>
                <a:spcPts val="0"/>
              </a:spcBef>
              <a:spcAft>
                <a:spcPts val="0"/>
              </a:spcAft>
              <a:buClr>
                <a:schemeClr val="dk1"/>
              </a:buClr>
              <a:buSzPts val="2800"/>
              <a:buFont typeface="Times New Roman"/>
              <a:buNone/>
            </a:pPr>
            <a:r>
              <a:t/>
            </a:r>
            <a:endParaRPr b="1" i="0" sz="2800" u="non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800"/>
              <a:buFont typeface="Times New Roman"/>
              <a:buNone/>
            </a:pPr>
            <a:r>
              <a:t/>
            </a:r>
            <a:endParaRPr b="1" i="0" sz="2800" u="non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800"/>
              <a:buFont typeface="Times New Roman"/>
              <a:buNone/>
            </a:pPr>
            <a:r>
              <a:t/>
            </a:r>
            <a:endParaRPr b="1" i="0" sz="2800" u="non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400"/>
              <a:buFont typeface="Arial"/>
              <a:buNone/>
            </a:pPr>
            <a:r>
              <a:rPr b="1" i="1" lang="en-US" sz="2400" u="none">
                <a:solidFill>
                  <a:schemeClr val="dk1"/>
                </a:solidFill>
                <a:latin typeface="Arial"/>
                <a:ea typeface="Arial"/>
                <a:cs typeface="Arial"/>
                <a:sym typeface="Arial"/>
              </a:rPr>
              <a:t>Step 1</a:t>
            </a:r>
            <a:endParaRPr/>
          </a:p>
        </p:txBody>
      </p:sp>
      <p:sp>
        <p:nvSpPr>
          <p:cNvPr id="186" name="Google Shape;186;p6"/>
          <p:cNvSpPr txBox="1"/>
          <p:nvPr/>
        </p:nvSpPr>
        <p:spPr>
          <a:xfrm>
            <a:off x="2590800" y="2667000"/>
            <a:ext cx="1981200" cy="2514600"/>
          </a:xfrm>
          <a:prstGeom prst="rect">
            <a:avLst/>
          </a:prstGeom>
          <a:solidFill>
            <a:schemeClr val="lt1"/>
          </a:solidFill>
          <a:ln cap="flat" cmpd="sng" w="9525">
            <a:solidFill>
              <a:schemeClr val="dk1"/>
            </a:solidFill>
            <a:prstDash val="solid"/>
            <a:miter lim="800000"/>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200"/>
              <a:buFont typeface="Arial"/>
              <a:buNone/>
            </a:pPr>
            <a:r>
              <a:rPr b="1" i="0" lang="en-US" sz="3200" u="none">
                <a:solidFill>
                  <a:schemeClr val="dk1"/>
                </a:solidFill>
                <a:latin typeface="Arial"/>
                <a:ea typeface="Arial"/>
                <a:cs typeface="Arial"/>
                <a:sym typeface="Arial"/>
              </a:rPr>
              <a:t>Reasons</a:t>
            </a:r>
            <a:endParaRPr/>
          </a:p>
          <a:p>
            <a:pPr indent="0" lvl="0" marL="0" marR="0" rtl="0" algn="ctr">
              <a:lnSpc>
                <a:spcPct val="100000"/>
              </a:lnSpc>
              <a:spcBef>
                <a:spcPts val="0"/>
              </a:spcBef>
              <a:spcAft>
                <a:spcPts val="0"/>
              </a:spcAft>
              <a:buClr>
                <a:schemeClr val="dk1"/>
              </a:buClr>
              <a:buSzPts val="3200"/>
              <a:buFont typeface="Times New Roman"/>
              <a:buNone/>
            </a:pPr>
            <a:r>
              <a:t/>
            </a:r>
            <a:endParaRPr b="1" i="0" sz="3200" u="non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800"/>
              <a:buFont typeface="Times New Roman"/>
              <a:buNone/>
            </a:pPr>
            <a:r>
              <a:t/>
            </a:r>
            <a:endParaRPr b="1" i="0" sz="2800" u="non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800"/>
              <a:buFont typeface="Times New Roman"/>
              <a:buNone/>
            </a:pPr>
            <a:r>
              <a:t/>
            </a:r>
            <a:endParaRPr b="1" i="0" sz="2800" u="non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400"/>
              <a:buFont typeface="Arial"/>
              <a:buNone/>
            </a:pPr>
            <a:r>
              <a:rPr b="1" i="1" lang="en-US" sz="2400" u="none">
                <a:solidFill>
                  <a:schemeClr val="dk1"/>
                </a:solidFill>
                <a:latin typeface="Arial"/>
                <a:ea typeface="Arial"/>
                <a:cs typeface="Arial"/>
                <a:sym typeface="Arial"/>
              </a:rPr>
              <a:t>Step 2</a:t>
            </a:r>
            <a:endParaRPr/>
          </a:p>
        </p:txBody>
      </p:sp>
      <p:sp>
        <p:nvSpPr>
          <p:cNvPr id="187" name="Google Shape;187;p6"/>
          <p:cNvSpPr txBox="1"/>
          <p:nvPr/>
        </p:nvSpPr>
        <p:spPr>
          <a:xfrm>
            <a:off x="4572000" y="2667000"/>
            <a:ext cx="1981200" cy="2514600"/>
          </a:xfrm>
          <a:prstGeom prst="rect">
            <a:avLst/>
          </a:prstGeom>
          <a:solidFill>
            <a:schemeClr val="lt1"/>
          </a:solidFill>
          <a:ln cap="flat" cmpd="sng" w="9525">
            <a:solidFill>
              <a:schemeClr val="dk1"/>
            </a:solidFill>
            <a:prstDash val="solid"/>
            <a:miter lim="800000"/>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200"/>
              <a:buFont typeface="Arial"/>
              <a:buNone/>
            </a:pPr>
            <a:r>
              <a:rPr b="1" i="0" lang="en-US" sz="3200" u="none">
                <a:solidFill>
                  <a:schemeClr val="dk1"/>
                </a:solidFill>
                <a:latin typeface="Arial"/>
                <a:ea typeface="Arial"/>
                <a:cs typeface="Arial"/>
                <a:sym typeface="Arial"/>
              </a:rPr>
              <a:t>Bad</a:t>
            </a:r>
            <a:endParaRPr/>
          </a:p>
          <a:p>
            <a:pPr indent="0" lvl="0" marL="0" marR="0" rtl="0" algn="ctr">
              <a:lnSpc>
                <a:spcPct val="100000"/>
              </a:lnSpc>
              <a:spcBef>
                <a:spcPts val="0"/>
              </a:spcBef>
              <a:spcAft>
                <a:spcPts val="0"/>
              </a:spcAft>
              <a:buClr>
                <a:schemeClr val="dk1"/>
              </a:buClr>
              <a:buSzPts val="3200"/>
              <a:buFont typeface="Arial"/>
              <a:buNone/>
            </a:pPr>
            <a:r>
              <a:rPr b="1" i="0" lang="en-US" sz="3200" u="none">
                <a:solidFill>
                  <a:schemeClr val="dk1"/>
                </a:solidFill>
                <a:latin typeface="Arial"/>
                <a:ea typeface="Arial"/>
                <a:cs typeface="Arial"/>
                <a:sym typeface="Arial"/>
              </a:rPr>
              <a:t>News</a:t>
            </a:r>
            <a:endParaRPr/>
          </a:p>
          <a:p>
            <a:pPr indent="0" lvl="0" marL="0" marR="0" rtl="0" algn="ctr">
              <a:lnSpc>
                <a:spcPct val="100000"/>
              </a:lnSpc>
              <a:spcBef>
                <a:spcPts val="0"/>
              </a:spcBef>
              <a:spcAft>
                <a:spcPts val="0"/>
              </a:spcAft>
              <a:buClr>
                <a:schemeClr val="dk1"/>
              </a:buClr>
              <a:buSzPts val="3200"/>
              <a:buFont typeface="Times New Roman"/>
              <a:buNone/>
            </a:pPr>
            <a:r>
              <a:t/>
            </a:r>
            <a:endParaRPr b="1" i="0" sz="3200" u="non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800"/>
              <a:buFont typeface="Times New Roman"/>
              <a:buNone/>
            </a:pPr>
            <a:r>
              <a:t/>
            </a:r>
            <a:endParaRPr b="1" i="0" sz="2800" u="non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400"/>
              <a:buFont typeface="Arial"/>
              <a:buNone/>
            </a:pPr>
            <a:r>
              <a:rPr b="1" i="1" lang="en-US" sz="2400" u="none">
                <a:solidFill>
                  <a:schemeClr val="dk1"/>
                </a:solidFill>
                <a:latin typeface="Arial"/>
                <a:ea typeface="Arial"/>
                <a:cs typeface="Arial"/>
                <a:sym typeface="Arial"/>
              </a:rPr>
              <a:t>Step 3</a:t>
            </a:r>
            <a:endParaRPr/>
          </a:p>
        </p:txBody>
      </p:sp>
      <p:sp>
        <p:nvSpPr>
          <p:cNvPr id="188" name="Google Shape;188;p6"/>
          <p:cNvSpPr txBox="1"/>
          <p:nvPr/>
        </p:nvSpPr>
        <p:spPr>
          <a:xfrm>
            <a:off x="6553200" y="2667000"/>
            <a:ext cx="1981200" cy="2514600"/>
          </a:xfrm>
          <a:prstGeom prst="rect">
            <a:avLst/>
          </a:prstGeom>
          <a:solidFill>
            <a:schemeClr val="lt1"/>
          </a:solidFill>
          <a:ln cap="flat" cmpd="sng" w="9525">
            <a:solidFill>
              <a:schemeClr val="dk1"/>
            </a:solidFill>
            <a:prstDash val="solid"/>
            <a:miter lim="800000"/>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200"/>
              <a:buFont typeface="Arial"/>
              <a:buNone/>
            </a:pPr>
            <a:r>
              <a:rPr b="1" i="0" lang="en-US" sz="3200" u="none">
                <a:solidFill>
                  <a:schemeClr val="dk1"/>
                </a:solidFill>
                <a:latin typeface="Arial"/>
                <a:ea typeface="Arial"/>
                <a:cs typeface="Arial"/>
                <a:sym typeface="Arial"/>
              </a:rPr>
              <a:t>Positive</a:t>
            </a:r>
            <a:endParaRPr/>
          </a:p>
          <a:p>
            <a:pPr indent="0" lvl="0" marL="0" marR="0" rtl="0" algn="ctr">
              <a:lnSpc>
                <a:spcPct val="100000"/>
              </a:lnSpc>
              <a:spcBef>
                <a:spcPts val="0"/>
              </a:spcBef>
              <a:spcAft>
                <a:spcPts val="0"/>
              </a:spcAft>
              <a:buClr>
                <a:schemeClr val="dk1"/>
              </a:buClr>
              <a:buSzPts val="3200"/>
              <a:buFont typeface="Arial"/>
              <a:buNone/>
            </a:pPr>
            <a:r>
              <a:rPr b="1" i="0" lang="en-US" sz="3200" u="none">
                <a:solidFill>
                  <a:schemeClr val="dk1"/>
                </a:solidFill>
                <a:latin typeface="Arial"/>
                <a:ea typeface="Arial"/>
                <a:cs typeface="Arial"/>
                <a:sym typeface="Arial"/>
              </a:rPr>
              <a:t>Close</a:t>
            </a:r>
            <a:endParaRPr/>
          </a:p>
          <a:p>
            <a:pPr indent="0" lvl="0" marL="0" marR="0" rtl="0" algn="ctr">
              <a:lnSpc>
                <a:spcPct val="100000"/>
              </a:lnSpc>
              <a:spcBef>
                <a:spcPts val="0"/>
              </a:spcBef>
              <a:spcAft>
                <a:spcPts val="0"/>
              </a:spcAft>
              <a:buClr>
                <a:schemeClr val="dk1"/>
              </a:buClr>
              <a:buSzPts val="3200"/>
              <a:buFont typeface="Times New Roman"/>
              <a:buNone/>
            </a:pPr>
            <a:r>
              <a:t/>
            </a:r>
            <a:endParaRPr b="1" i="0" sz="3200" u="non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800"/>
              <a:buFont typeface="Times New Roman"/>
              <a:buNone/>
            </a:pPr>
            <a:r>
              <a:t/>
            </a:r>
            <a:endParaRPr b="1" i="0" sz="2800" u="non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400"/>
              <a:buFont typeface="Arial"/>
              <a:buNone/>
            </a:pPr>
            <a:r>
              <a:rPr b="1" i="1" lang="en-US" sz="2400" u="none">
                <a:solidFill>
                  <a:schemeClr val="dk1"/>
                </a:solidFill>
                <a:latin typeface="Arial"/>
                <a:ea typeface="Arial"/>
                <a:cs typeface="Arial"/>
                <a:sym typeface="Arial"/>
              </a:rPr>
              <a:t>Step 4</a:t>
            </a:r>
            <a:endParaRPr/>
          </a:p>
        </p:txBody>
      </p:sp>
      <p:cxnSp>
        <p:nvCxnSpPr>
          <p:cNvPr id="189" name="Google Shape;189;p6"/>
          <p:cNvCxnSpPr/>
          <p:nvPr/>
        </p:nvCxnSpPr>
        <p:spPr>
          <a:xfrm>
            <a:off x="609600" y="2209800"/>
            <a:ext cx="7924800" cy="0"/>
          </a:xfrm>
          <a:prstGeom prst="straightConnector1">
            <a:avLst/>
          </a:prstGeom>
          <a:noFill/>
          <a:ln cap="flat" cmpd="sng" w="76200">
            <a:solidFill>
              <a:schemeClr val="dk1"/>
            </a:solidFill>
            <a:prstDash val="solid"/>
            <a:miter lim="800000"/>
            <a:headEnd len="med" w="med" type="none"/>
            <a:tailEnd len="med" w="med" type="triangle"/>
          </a:ln>
        </p:spPr>
      </p:cxnSp>
      <p:sp>
        <p:nvSpPr>
          <p:cNvPr id="190" name="Google Shape;190;p6"/>
          <p:cNvSpPr txBox="1"/>
          <p:nvPr/>
        </p:nvSpPr>
        <p:spPr>
          <a:xfrm>
            <a:off x="3200400" y="1981200"/>
            <a:ext cx="2665412" cy="3968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Flow of the Message</a:t>
            </a:r>
            <a:endParaRPr/>
          </a:p>
        </p:txBody>
      </p:sp>
      <p:cxnSp>
        <p:nvCxnSpPr>
          <p:cNvPr id="191" name="Google Shape;191;p6"/>
          <p:cNvCxnSpPr/>
          <p:nvPr/>
        </p:nvCxnSpPr>
        <p:spPr>
          <a:xfrm>
            <a:off x="1600200" y="5181600"/>
            <a:ext cx="5943600" cy="1500"/>
          </a:xfrm>
          <a:prstGeom prst="bentConnector3">
            <a:avLst>
              <a:gd fmla="val 0" name="adj1"/>
            </a:avLst>
          </a:prstGeom>
          <a:noFill/>
          <a:ln cap="flat" cmpd="sng" w="76200">
            <a:solidFill>
              <a:schemeClr val="dk1"/>
            </a:solidFill>
            <a:prstDash val="solid"/>
            <a:miter lim="800000"/>
            <a:headEnd len="med" w="med" type="none"/>
            <a:tailEnd len="med" w="med" type="none"/>
          </a:ln>
        </p:spPr>
      </p:cxnSp>
      <p:sp>
        <p:nvSpPr>
          <p:cNvPr id="192" name="Google Shape;192;p6"/>
          <p:cNvSpPr txBox="1"/>
          <p:nvPr/>
        </p:nvSpPr>
        <p:spPr>
          <a:xfrm>
            <a:off x="2895600" y="5410200"/>
            <a:ext cx="3373437" cy="3968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Substance of the Message</a:t>
            </a:r>
            <a:endParaRPr/>
          </a:p>
        </p:txBody>
      </p:sp>
    </p:spTree>
  </p:cSld>
  <p:clrMapOvr>
    <a:masterClrMapping/>
  </p:clrMapOvr>
  <p:transition spd="slow">
    <p:checker dir="vert"/>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7"/>
          <p:cNvSpPr txBox="1"/>
          <p:nvPr>
            <p:ph type="title"/>
          </p:nvPr>
        </p:nvSpPr>
        <p:spPr>
          <a:xfrm>
            <a:off x="457200" y="152400"/>
            <a:ext cx="8229600" cy="838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ahoma"/>
              <a:buNone/>
            </a:pPr>
            <a:r>
              <a:rPr b="1" i="0" lang="en-US" sz="4400" u="none">
                <a:solidFill>
                  <a:schemeClr val="dk2"/>
                </a:solidFill>
                <a:latin typeface="Tahoma"/>
                <a:ea typeface="Tahoma"/>
                <a:cs typeface="Tahoma"/>
                <a:sym typeface="Tahoma"/>
              </a:rPr>
              <a:t>Questions to ask…</a:t>
            </a:r>
            <a:endParaRPr/>
          </a:p>
        </p:txBody>
      </p:sp>
      <p:sp>
        <p:nvSpPr>
          <p:cNvPr id="198" name="Google Shape;198;p7"/>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 Prentice Hall, 2004</a:t>
            </a:r>
            <a:endParaRPr/>
          </a:p>
        </p:txBody>
      </p:sp>
      <p:sp>
        <p:nvSpPr>
          <p:cNvPr id="199" name="Google Shape;199;p7"/>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200" name="Google Shape;200;p7"/>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8 - </a:t>
            </a:r>
            <a:fld id="{00000000-1234-1234-1234-123412341234}" type="slidenum">
              <a:rPr b="1" i="0" lang="en-US" sz="1200" u="none">
                <a:solidFill>
                  <a:schemeClr val="dk1"/>
                </a:solidFill>
                <a:latin typeface="Arial"/>
                <a:ea typeface="Arial"/>
                <a:cs typeface="Arial"/>
                <a:sym typeface="Arial"/>
              </a:rPr>
              <a:t>‹#›</a:t>
            </a:fld>
            <a:endParaRPr/>
          </a:p>
        </p:txBody>
      </p:sp>
      <p:sp>
        <p:nvSpPr>
          <p:cNvPr id="201" name="Google Shape;201;p7"/>
          <p:cNvSpPr txBox="1"/>
          <p:nvPr/>
        </p:nvSpPr>
        <p:spPr>
          <a:xfrm>
            <a:off x="457200" y="914400"/>
            <a:ext cx="8458200" cy="6397625"/>
          </a:xfrm>
          <a:prstGeom prst="rect">
            <a:avLst/>
          </a:prstGeom>
          <a:noFill/>
          <a:ln>
            <a:noFill/>
          </a:ln>
        </p:spPr>
        <p:txBody>
          <a:bodyPr anchorCtr="0" anchor="t" bIns="45700" lIns="91425" spcFirstLastPara="1" rIns="91425" wrap="square" tIns="45700">
            <a:spAutoFit/>
          </a:bodyPr>
          <a:lstStyle/>
          <a:p>
            <a:pPr indent="-342900" lvl="0" marL="342900" marR="0" rtl="0" algn="l">
              <a:lnSpc>
                <a:spcPct val="150000"/>
              </a:lnSpc>
              <a:spcBef>
                <a:spcPts val="0"/>
              </a:spcBef>
              <a:spcAft>
                <a:spcPts val="0"/>
              </a:spcAft>
              <a:buClr>
                <a:schemeClr val="dk1"/>
              </a:buClr>
              <a:buSzPts val="2300"/>
              <a:buFont typeface="Arial"/>
              <a:buChar char="•"/>
            </a:pPr>
            <a:r>
              <a:rPr b="1" i="0" lang="en-US" sz="2300" u="none">
                <a:solidFill>
                  <a:schemeClr val="dk1"/>
                </a:solidFill>
                <a:latin typeface="Arial"/>
                <a:ea typeface="Arial"/>
                <a:cs typeface="Arial"/>
                <a:sym typeface="Arial"/>
              </a:rPr>
              <a:t>Will the bad news come as a shock?</a:t>
            </a:r>
            <a:r>
              <a:rPr b="0" i="0" lang="en-US" sz="2300" u="none">
                <a:solidFill>
                  <a:schemeClr val="dk1"/>
                </a:solidFill>
                <a:latin typeface="Arial"/>
                <a:ea typeface="Arial"/>
                <a:cs typeface="Arial"/>
                <a:sym typeface="Arial"/>
              </a:rPr>
              <a:t> </a:t>
            </a:r>
            <a:endParaRPr/>
          </a:p>
          <a:p>
            <a:pPr indent="-342900" lvl="0" marL="342900" marR="0" rtl="0" algn="l">
              <a:lnSpc>
                <a:spcPct val="150000"/>
              </a:lnSpc>
              <a:spcBef>
                <a:spcPts val="0"/>
              </a:spcBef>
              <a:spcAft>
                <a:spcPts val="0"/>
              </a:spcAft>
              <a:buClr>
                <a:schemeClr val="dk1"/>
              </a:buClr>
              <a:buSzPts val="2300"/>
              <a:buFont typeface="Arial"/>
              <a:buChar char="•"/>
            </a:pPr>
            <a:r>
              <a:rPr b="1" i="0" lang="en-US" sz="2300" u="none">
                <a:solidFill>
                  <a:schemeClr val="dk1"/>
                </a:solidFill>
                <a:latin typeface="Arial"/>
                <a:ea typeface="Arial"/>
                <a:cs typeface="Arial"/>
                <a:sym typeface="Arial"/>
              </a:rPr>
              <a:t>Does the reader prefer short messages that get right to the point?</a:t>
            </a:r>
            <a:endParaRPr/>
          </a:p>
          <a:p>
            <a:pPr indent="-342900" lvl="0" marL="342900" marR="0" rtl="0" algn="l">
              <a:lnSpc>
                <a:spcPct val="150000"/>
              </a:lnSpc>
              <a:spcBef>
                <a:spcPts val="0"/>
              </a:spcBef>
              <a:spcAft>
                <a:spcPts val="0"/>
              </a:spcAft>
              <a:buClr>
                <a:schemeClr val="dk1"/>
              </a:buClr>
              <a:buSzPts val="2300"/>
              <a:buFont typeface="Arial"/>
              <a:buChar char="•"/>
            </a:pPr>
            <a:r>
              <a:rPr b="1" i="0" lang="en-US" sz="2300" u="none">
                <a:solidFill>
                  <a:schemeClr val="dk1"/>
                </a:solidFill>
                <a:latin typeface="Arial"/>
                <a:ea typeface="Arial"/>
                <a:cs typeface="Arial"/>
                <a:sym typeface="Arial"/>
              </a:rPr>
              <a:t>How important is this news to the reader?</a:t>
            </a:r>
            <a:endParaRPr/>
          </a:p>
          <a:p>
            <a:pPr indent="-342900" lvl="0" marL="342900" marR="0" rtl="0" algn="l">
              <a:lnSpc>
                <a:spcPct val="150000"/>
              </a:lnSpc>
              <a:spcBef>
                <a:spcPts val="0"/>
              </a:spcBef>
              <a:spcAft>
                <a:spcPts val="0"/>
              </a:spcAft>
              <a:buClr>
                <a:schemeClr val="dk1"/>
              </a:buClr>
              <a:buSzPts val="2300"/>
              <a:buFont typeface="Arial"/>
              <a:buChar char="•"/>
            </a:pPr>
            <a:r>
              <a:rPr b="1" i="0" lang="en-US" sz="2300" u="none">
                <a:solidFill>
                  <a:schemeClr val="dk1"/>
                </a:solidFill>
                <a:latin typeface="Arial"/>
                <a:ea typeface="Arial"/>
                <a:cs typeface="Arial"/>
                <a:sym typeface="Arial"/>
              </a:rPr>
              <a:t>Do you need to maintain a close working relationship with the reader?</a:t>
            </a:r>
            <a:r>
              <a:rPr b="0" i="0" lang="en-US" sz="2300" u="none">
                <a:solidFill>
                  <a:schemeClr val="dk1"/>
                </a:solidFill>
                <a:latin typeface="Arial"/>
                <a:ea typeface="Arial"/>
                <a:cs typeface="Arial"/>
                <a:sym typeface="Arial"/>
              </a:rPr>
              <a:t> </a:t>
            </a:r>
            <a:endParaRPr/>
          </a:p>
          <a:p>
            <a:pPr indent="-342900" lvl="0" marL="342900" marR="0" rtl="0" algn="l">
              <a:lnSpc>
                <a:spcPct val="150000"/>
              </a:lnSpc>
              <a:spcBef>
                <a:spcPts val="0"/>
              </a:spcBef>
              <a:spcAft>
                <a:spcPts val="0"/>
              </a:spcAft>
              <a:buClr>
                <a:schemeClr val="dk1"/>
              </a:buClr>
              <a:buSzPts val="2300"/>
              <a:buFont typeface="Arial"/>
              <a:buChar char="•"/>
            </a:pPr>
            <a:r>
              <a:rPr b="1" i="0" lang="en-US" sz="2300" u="none">
                <a:solidFill>
                  <a:schemeClr val="dk1"/>
                </a:solidFill>
                <a:latin typeface="Arial"/>
                <a:ea typeface="Arial"/>
                <a:cs typeface="Arial"/>
                <a:sym typeface="Arial"/>
              </a:rPr>
              <a:t>Do you need to get the reader’s attention? </a:t>
            </a:r>
            <a:r>
              <a:rPr b="0" i="0" lang="en-US" sz="2300" u="none">
                <a:solidFill>
                  <a:schemeClr val="dk1"/>
                </a:solidFill>
                <a:latin typeface="Arial"/>
                <a:ea typeface="Arial"/>
                <a:cs typeface="Arial"/>
                <a:sym typeface="Arial"/>
              </a:rPr>
              <a:t>If someone has ignored repeated messages, the direct approach can help you get his or her attention</a:t>
            </a:r>
            <a:endParaRPr/>
          </a:p>
          <a:p>
            <a:pPr indent="-342900" lvl="0" marL="342900" marR="0" rtl="0" algn="l">
              <a:lnSpc>
                <a:spcPct val="150000"/>
              </a:lnSpc>
              <a:spcBef>
                <a:spcPts val="0"/>
              </a:spcBef>
              <a:spcAft>
                <a:spcPts val="0"/>
              </a:spcAft>
              <a:buClr>
                <a:schemeClr val="dk1"/>
              </a:buClr>
              <a:buSzPts val="2300"/>
              <a:buFont typeface="Arial"/>
              <a:buChar char="•"/>
            </a:pPr>
            <a:r>
              <a:rPr b="1" i="0" lang="en-US" sz="2300" u="none">
                <a:solidFill>
                  <a:schemeClr val="dk1"/>
                </a:solidFill>
                <a:latin typeface="Arial"/>
                <a:ea typeface="Arial"/>
                <a:cs typeface="Arial"/>
                <a:sym typeface="Arial"/>
              </a:rPr>
              <a:t>What is your organization’s preferred style? </a:t>
            </a:r>
            <a:br>
              <a:rPr b="0" i="0" lang="en-US" sz="2300" u="none">
                <a:solidFill>
                  <a:schemeClr val="dk1"/>
                </a:solidFill>
                <a:latin typeface="Arial"/>
                <a:ea typeface="Arial"/>
                <a:cs typeface="Arial"/>
                <a:sym typeface="Arial"/>
              </a:rPr>
            </a:br>
            <a:br>
              <a:rPr b="0" i="0" lang="en-US" sz="2300" u="none">
                <a:solidFill>
                  <a:schemeClr val="dk1"/>
                </a:solidFill>
                <a:latin typeface="Arial"/>
                <a:ea typeface="Arial"/>
                <a:cs typeface="Arial"/>
                <a:sym typeface="Arial"/>
              </a:rPr>
            </a:br>
            <a:r>
              <a:rPr b="0" i="0" lang="en-US" sz="2300" u="none">
                <a:solidFill>
                  <a:schemeClr val="dk1"/>
                </a:solidFill>
                <a:latin typeface="Arial"/>
                <a:ea typeface="Arial"/>
                <a:cs typeface="Arial"/>
                <a:sym typeface="Arial"/>
              </a:rPr>
              <a:t>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8"/>
          <p:cNvSpPr txBox="1"/>
          <p:nvPr>
            <p:ph type="title"/>
          </p:nvPr>
        </p:nvSpPr>
        <p:spPr>
          <a:xfrm>
            <a:off x="457200" y="533400"/>
            <a:ext cx="8229600" cy="762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ahoma"/>
              <a:buNone/>
            </a:pPr>
            <a:r>
              <a:rPr b="1" i="0" lang="en-US" sz="4400" u="none">
                <a:solidFill>
                  <a:schemeClr val="dk2"/>
                </a:solidFill>
                <a:latin typeface="Tahoma"/>
                <a:ea typeface="Tahoma"/>
                <a:cs typeface="Tahoma"/>
                <a:sym typeface="Tahoma"/>
              </a:rPr>
              <a:t>Which one to use?</a:t>
            </a:r>
            <a:endParaRPr/>
          </a:p>
        </p:txBody>
      </p:sp>
      <p:sp>
        <p:nvSpPr>
          <p:cNvPr id="207" name="Google Shape;207;p8"/>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 Prentice Hall, 2004</a:t>
            </a:r>
            <a:endParaRPr/>
          </a:p>
        </p:txBody>
      </p:sp>
      <p:sp>
        <p:nvSpPr>
          <p:cNvPr id="208" name="Google Shape;208;p8"/>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209" name="Google Shape;209;p8"/>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8 - </a:t>
            </a:r>
            <a:fld id="{00000000-1234-1234-1234-123412341234}" type="slidenum">
              <a:rPr b="1" i="0" lang="en-US" sz="1200" u="none">
                <a:solidFill>
                  <a:schemeClr val="dk1"/>
                </a:solidFill>
                <a:latin typeface="Arial"/>
                <a:ea typeface="Arial"/>
                <a:cs typeface="Arial"/>
                <a:sym typeface="Arial"/>
              </a:rPr>
              <a:t>‹#›</a:t>
            </a:fld>
            <a:endParaRPr/>
          </a:p>
        </p:txBody>
      </p:sp>
      <p:pic>
        <p:nvPicPr>
          <p:cNvPr id="210" name="Google Shape;210;p8"/>
          <p:cNvPicPr preferRelativeResize="0"/>
          <p:nvPr/>
        </p:nvPicPr>
        <p:blipFill rotWithShape="1">
          <a:blip r:embed="rId3">
            <a:alphaModFix/>
          </a:blip>
          <a:srcRect b="0" l="0" r="0" t="0"/>
          <a:stretch/>
        </p:blipFill>
        <p:spPr>
          <a:xfrm>
            <a:off x="762000" y="1782762"/>
            <a:ext cx="7718425" cy="37719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9"/>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 Prentice Hall, 2004</a:t>
            </a:r>
            <a:endParaRPr/>
          </a:p>
        </p:txBody>
      </p:sp>
      <p:sp>
        <p:nvSpPr>
          <p:cNvPr id="217" name="Google Shape;217;p9"/>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218" name="Google Shape;218;p9"/>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8 - </a:t>
            </a:r>
            <a:fld id="{00000000-1234-1234-1234-123412341234}" type="slidenum">
              <a:rPr b="1" i="0" lang="en-US" sz="1200" u="none">
                <a:solidFill>
                  <a:schemeClr val="dk1"/>
                </a:solidFill>
                <a:latin typeface="Arial"/>
                <a:ea typeface="Arial"/>
                <a:cs typeface="Arial"/>
                <a:sym typeface="Arial"/>
              </a:rPr>
              <a:t>‹#›</a:t>
            </a:fld>
            <a:endParaRPr/>
          </a:p>
        </p:txBody>
      </p:sp>
      <p:sp>
        <p:nvSpPr>
          <p:cNvPr descr="Parchment" id="219" name="Google Shape;219;p9"/>
          <p:cNvSpPr txBox="1"/>
          <p:nvPr/>
        </p:nvSpPr>
        <p:spPr>
          <a:xfrm>
            <a:off x="457200" y="1981200"/>
            <a:ext cx="4114800" cy="4191000"/>
          </a:xfrm>
          <a:prstGeom prst="rect">
            <a:avLst/>
          </a:prstGeom>
          <a:blipFill rotWithShape="1">
            <a:blip r:embed="rId3">
              <a:alphaModFix/>
            </a:blip>
            <a:stretch>
              <a:fillRect b="0" l="0" r="0" t="0"/>
            </a:stretch>
          </a:blipFill>
          <a:ln cap="flat" cmpd="sng" w="9525">
            <a:solidFill>
              <a:schemeClr val="dk1"/>
            </a:solidFill>
            <a:prstDash val="solid"/>
            <a:miter lim="800000"/>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400"/>
              <a:buFont typeface="Times New Roman"/>
              <a:buNone/>
            </a:pPr>
            <a:r>
              <a:t/>
            </a:r>
            <a:endParaRPr b="1" i="0" sz="4400" u="none">
              <a:solidFill>
                <a:schemeClr val="dk1"/>
              </a:solidFill>
              <a:latin typeface="Tahoma"/>
              <a:ea typeface="Tahoma"/>
              <a:cs typeface="Tahoma"/>
              <a:sym typeface="Tahoma"/>
            </a:endParaRPr>
          </a:p>
          <a:p>
            <a:pPr indent="0" lvl="0" marL="0" marR="0" rtl="0" algn="ctr">
              <a:lnSpc>
                <a:spcPct val="100000"/>
              </a:lnSpc>
              <a:spcBef>
                <a:spcPts val="0"/>
              </a:spcBef>
              <a:spcAft>
                <a:spcPts val="0"/>
              </a:spcAft>
              <a:buClr>
                <a:schemeClr val="dk1"/>
              </a:buClr>
              <a:buSzPts val="4400"/>
              <a:buFont typeface="Times New Roman"/>
              <a:buNone/>
            </a:pPr>
            <a:r>
              <a:t/>
            </a:r>
            <a:endParaRPr b="1" i="0" sz="4400" u="none">
              <a:solidFill>
                <a:schemeClr val="dk1"/>
              </a:solidFill>
              <a:latin typeface="Tahoma"/>
              <a:ea typeface="Tahoma"/>
              <a:cs typeface="Tahoma"/>
              <a:sym typeface="Tahoma"/>
            </a:endParaRPr>
          </a:p>
          <a:p>
            <a:pPr indent="0" lvl="0" marL="0" marR="0" rtl="0" algn="ctr">
              <a:lnSpc>
                <a:spcPct val="100000"/>
              </a:lnSpc>
              <a:spcBef>
                <a:spcPts val="0"/>
              </a:spcBef>
              <a:spcAft>
                <a:spcPts val="0"/>
              </a:spcAft>
              <a:buClr>
                <a:schemeClr val="dk1"/>
              </a:buClr>
              <a:buSzPts val="4400"/>
              <a:buFont typeface="Times New Roman"/>
              <a:buNone/>
            </a:pPr>
            <a:r>
              <a:t/>
            </a:r>
            <a:endParaRPr b="1" i="0" sz="4400" u="none">
              <a:solidFill>
                <a:schemeClr val="dk1"/>
              </a:solidFill>
              <a:latin typeface="Tahoma"/>
              <a:ea typeface="Tahoma"/>
              <a:cs typeface="Tahoma"/>
              <a:sym typeface="Tahoma"/>
            </a:endParaRPr>
          </a:p>
          <a:p>
            <a:pPr indent="0" lvl="0" marL="0" marR="0" rtl="0" algn="ctr">
              <a:lnSpc>
                <a:spcPct val="100000"/>
              </a:lnSpc>
              <a:spcBef>
                <a:spcPts val="0"/>
              </a:spcBef>
              <a:spcAft>
                <a:spcPts val="0"/>
              </a:spcAft>
              <a:buClr>
                <a:schemeClr val="dk1"/>
              </a:buClr>
              <a:buSzPts val="4400"/>
              <a:buFont typeface="Times New Roman"/>
              <a:buNone/>
            </a:pPr>
            <a:r>
              <a:t/>
            </a:r>
            <a:endParaRPr b="1" i="0" sz="4400" u="none">
              <a:solidFill>
                <a:schemeClr val="dk1"/>
              </a:solidFill>
              <a:latin typeface="Tahoma"/>
              <a:ea typeface="Tahoma"/>
              <a:cs typeface="Tahoma"/>
              <a:sym typeface="Tahoma"/>
            </a:endParaRPr>
          </a:p>
          <a:p>
            <a:pPr indent="0" lvl="0" marL="0" marR="0" rtl="0" algn="ctr">
              <a:lnSpc>
                <a:spcPct val="100000"/>
              </a:lnSpc>
              <a:spcBef>
                <a:spcPts val="0"/>
              </a:spcBef>
              <a:spcAft>
                <a:spcPts val="0"/>
              </a:spcAft>
              <a:buClr>
                <a:schemeClr val="dk1"/>
              </a:buClr>
              <a:buSzPts val="4400"/>
              <a:buFont typeface="Times New Roman"/>
              <a:buNone/>
            </a:pPr>
            <a:r>
              <a:t/>
            </a:r>
            <a:endParaRPr b="1" i="0" sz="4400" u="none">
              <a:solidFill>
                <a:schemeClr val="dk1"/>
              </a:solidFill>
              <a:latin typeface="Tahoma"/>
              <a:ea typeface="Tahoma"/>
              <a:cs typeface="Tahoma"/>
              <a:sym typeface="Tahoma"/>
            </a:endParaRPr>
          </a:p>
          <a:p>
            <a:pPr indent="0" lvl="0" marL="0" marR="0" rtl="0" algn="ctr">
              <a:lnSpc>
                <a:spcPct val="100000"/>
              </a:lnSpc>
              <a:spcBef>
                <a:spcPts val="0"/>
              </a:spcBef>
              <a:spcAft>
                <a:spcPts val="0"/>
              </a:spcAft>
              <a:buClr>
                <a:schemeClr val="dk1"/>
              </a:buClr>
              <a:buSzPts val="4400"/>
              <a:buFont typeface="Times New Roman"/>
              <a:buNone/>
            </a:pPr>
            <a:r>
              <a:t/>
            </a:r>
            <a:endParaRPr b="1" i="0" sz="4400" u="none">
              <a:solidFill>
                <a:schemeClr val="dk1"/>
              </a:solidFill>
              <a:latin typeface="Tahoma"/>
              <a:ea typeface="Tahoma"/>
              <a:cs typeface="Tahoma"/>
              <a:sym typeface="Tahoma"/>
            </a:endParaRPr>
          </a:p>
          <a:p>
            <a:pPr indent="0" lvl="0" marL="0" marR="0" rtl="0" algn="l">
              <a:lnSpc>
                <a:spcPct val="100000"/>
              </a:lnSpc>
              <a:spcBef>
                <a:spcPts val="0"/>
              </a:spcBef>
              <a:spcAft>
                <a:spcPts val="0"/>
              </a:spcAft>
              <a:buNone/>
            </a:pPr>
            <a:r>
              <a:t/>
            </a:r>
            <a:endParaRPr b="1" i="0" sz="4400" u="none">
              <a:solidFill>
                <a:schemeClr val="dk1"/>
              </a:solidFill>
              <a:latin typeface="Tahoma"/>
              <a:ea typeface="Tahoma"/>
              <a:cs typeface="Tahoma"/>
              <a:sym typeface="Tahoma"/>
            </a:endParaRPr>
          </a:p>
        </p:txBody>
      </p:sp>
      <p:pic>
        <p:nvPicPr>
          <p:cNvPr descr="M:\PFiles\MSOffice\Clipart\standard\stddir3\pe01046_.wmf" id="220" name="Google Shape;220;p9"/>
          <p:cNvPicPr preferRelativeResize="0"/>
          <p:nvPr/>
        </p:nvPicPr>
        <p:blipFill rotWithShape="1">
          <a:blip r:embed="rId4">
            <a:alphaModFix/>
          </a:blip>
          <a:srcRect b="0" l="0" r="0" t="0"/>
          <a:stretch/>
        </p:blipFill>
        <p:spPr>
          <a:xfrm>
            <a:off x="838200" y="2286000"/>
            <a:ext cx="3248025" cy="4267200"/>
          </a:xfrm>
          <a:prstGeom prst="rect">
            <a:avLst/>
          </a:prstGeom>
          <a:noFill/>
          <a:ln>
            <a:noFill/>
          </a:ln>
          <a:effectLst>
            <a:outerShdw blurRad="63500" dir="2700000" dist="35921">
              <a:srgbClr val="808080"/>
            </a:outerShdw>
          </a:effectLst>
        </p:spPr>
      </p:pic>
      <p:sp>
        <p:nvSpPr>
          <p:cNvPr id="221" name="Google Shape;221;p9"/>
          <p:cNvSpPr txBox="1"/>
          <p:nvPr>
            <p:ph type="title"/>
          </p:nvPr>
        </p:nvSpPr>
        <p:spPr>
          <a:xfrm>
            <a:off x="457200" y="381000"/>
            <a:ext cx="8229600" cy="1600200"/>
          </a:xfrm>
          <a:prstGeom prst="rect">
            <a:avLst/>
          </a:prstGeom>
          <a:solidFill>
            <a:srgbClr val="990099"/>
          </a:solid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FFFF"/>
              </a:buClr>
              <a:buSzPts val="5400"/>
              <a:buFont typeface="Tahoma"/>
              <a:buNone/>
            </a:pPr>
            <a:r>
              <a:rPr b="1" i="0" lang="en-US" sz="5400" u="none">
                <a:solidFill>
                  <a:srgbClr val="FFFFFF"/>
                </a:solidFill>
                <a:latin typeface="Tahoma"/>
                <a:ea typeface="Tahoma"/>
                <a:cs typeface="Tahoma"/>
                <a:sym typeface="Tahoma"/>
              </a:rPr>
              <a:t>Begin With a Buffer</a:t>
            </a:r>
            <a:endParaRPr/>
          </a:p>
        </p:txBody>
      </p:sp>
      <p:grpSp>
        <p:nvGrpSpPr>
          <p:cNvPr id="222" name="Google Shape;222;p9"/>
          <p:cNvGrpSpPr/>
          <p:nvPr/>
        </p:nvGrpSpPr>
        <p:grpSpPr>
          <a:xfrm>
            <a:off x="4572000" y="1981200"/>
            <a:ext cx="4114800" cy="4191000"/>
            <a:chOff x="2880" y="1248"/>
            <a:chExt cx="2592" cy="2496"/>
          </a:xfrm>
        </p:grpSpPr>
        <p:sp>
          <p:nvSpPr>
            <p:cNvPr descr="Parchment" id="223" name="Google Shape;223;p9"/>
            <p:cNvSpPr txBox="1"/>
            <p:nvPr/>
          </p:nvSpPr>
          <p:spPr>
            <a:xfrm>
              <a:off x="2880" y="1248"/>
              <a:ext cx="2592" cy="624"/>
            </a:xfrm>
            <a:prstGeom prst="rect">
              <a:avLst/>
            </a:prstGeom>
            <a:blipFill rotWithShape="1">
              <a:blip r:embed="rId3">
                <a:alphaModFix/>
              </a:blip>
              <a:stretch>
                <a:fillRect b="0" l="0" r="0" t="0"/>
              </a:stretch>
            </a:blipFill>
            <a:ln cap="flat" cmpd="sng" w="9525">
              <a:solidFill>
                <a:schemeClr val="dk1"/>
              </a:solidFill>
              <a:prstDash val="solid"/>
              <a:miter lim="800000"/>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ahoma"/>
                <a:buNone/>
              </a:pPr>
              <a:r>
                <a:rPr b="1" i="0" lang="en-US" sz="2400" u="none">
                  <a:solidFill>
                    <a:schemeClr val="dk1"/>
                  </a:solidFill>
                  <a:latin typeface="Tahoma"/>
                  <a:ea typeface="Tahoma"/>
                  <a:cs typeface="Tahoma"/>
                  <a:sym typeface="Tahoma"/>
                </a:rPr>
                <a:t>Sincere</a:t>
              </a:r>
              <a:endParaRPr/>
            </a:p>
            <a:p>
              <a:pPr indent="0" lvl="0" marL="0" marR="0" rtl="0" algn="ctr">
                <a:lnSpc>
                  <a:spcPct val="100000"/>
                </a:lnSpc>
                <a:spcBef>
                  <a:spcPts val="0"/>
                </a:spcBef>
                <a:spcAft>
                  <a:spcPts val="0"/>
                </a:spcAft>
                <a:buClr>
                  <a:schemeClr val="dk1"/>
                </a:buClr>
                <a:buSzPts val="2400"/>
                <a:buFont typeface="Tahoma"/>
                <a:buNone/>
              </a:pPr>
              <a:r>
                <a:rPr b="1" i="0" lang="en-US" sz="2400" u="none">
                  <a:solidFill>
                    <a:schemeClr val="dk1"/>
                  </a:solidFill>
                  <a:latin typeface="Tahoma"/>
                  <a:ea typeface="Tahoma"/>
                  <a:cs typeface="Tahoma"/>
                  <a:sym typeface="Tahoma"/>
                </a:rPr>
                <a:t> (No excessive flattery!)</a:t>
              </a:r>
              <a:endParaRPr/>
            </a:p>
          </p:txBody>
        </p:sp>
        <p:sp>
          <p:nvSpPr>
            <p:cNvPr descr="Parchment" id="224" name="Google Shape;224;p9"/>
            <p:cNvSpPr txBox="1"/>
            <p:nvPr/>
          </p:nvSpPr>
          <p:spPr>
            <a:xfrm>
              <a:off x="2880" y="1872"/>
              <a:ext cx="2592" cy="624"/>
            </a:xfrm>
            <a:prstGeom prst="rect">
              <a:avLst/>
            </a:prstGeom>
            <a:blipFill rotWithShape="1">
              <a:blip r:embed="rId3">
                <a:alphaModFix/>
              </a:blip>
              <a:stretch>
                <a:fillRect b="0" l="0" r="0" t="0"/>
              </a:stretch>
            </a:blipFill>
            <a:ln cap="flat" cmpd="sng" w="9525">
              <a:solidFill>
                <a:schemeClr val="dk1"/>
              </a:solidFill>
              <a:prstDash val="solid"/>
              <a:miter lim="800000"/>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200"/>
                <a:buFont typeface="Tahoma"/>
                <a:buNone/>
              </a:pPr>
              <a:r>
                <a:rPr b="1" i="0" lang="en-US" sz="3200" u="none">
                  <a:solidFill>
                    <a:schemeClr val="dk1"/>
                  </a:solidFill>
                  <a:latin typeface="Tahoma"/>
                  <a:ea typeface="Tahoma"/>
                  <a:cs typeface="Tahoma"/>
                  <a:sym typeface="Tahoma"/>
                </a:rPr>
                <a:t>Relevant</a:t>
              </a:r>
              <a:endParaRPr/>
            </a:p>
          </p:txBody>
        </p:sp>
        <p:sp>
          <p:nvSpPr>
            <p:cNvPr descr="Parchment" id="225" name="Google Shape;225;p9"/>
            <p:cNvSpPr txBox="1"/>
            <p:nvPr/>
          </p:nvSpPr>
          <p:spPr>
            <a:xfrm>
              <a:off x="2880" y="2496"/>
              <a:ext cx="2592" cy="624"/>
            </a:xfrm>
            <a:prstGeom prst="rect">
              <a:avLst/>
            </a:prstGeom>
            <a:blipFill rotWithShape="1">
              <a:blip r:embed="rId3">
                <a:alphaModFix/>
              </a:blip>
              <a:stretch>
                <a:fillRect b="0" l="0" r="0" t="0"/>
              </a:stretch>
            </a:blipFill>
            <a:ln cap="flat" cmpd="sng" w="9525">
              <a:solidFill>
                <a:schemeClr val="dk1"/>
              </a:solidFill>
              <a:prstDash val="solid"/>
              <a:miter lim="800000"/>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Tahoma"/>
                <a:buNone/>
              </a:pPr>
              <a:r>
                <a:rPr b="1" i="0" lang="en-US" sz="2000" u="none">
                  <a:solidFill>
                    <a:schemeClr val="dk1"/>
                  </a:solidFill>
                  <a:latin typeface="Tahoma"/>
                  <a:ea typeface="Tahoma"/>
                  <a:cs typeface="Tahoma"/>
                  <a:sym typeface="Tahoma"/>
                </a:rPr>
                <a:t>Not Misleading </a:t>
              </a:r>
              <a:endParaRPr/>
            </a:p>
            <a:p>
              <a:pPr indent="0" lvl="0" marL="0" marR="0" rtl="0" algn="ctr">
                <a:lnSpc>
                  <a:spcPct val="100000"/>
                </a:lnSpc>
                <a:spcBef>
                  <a:spcPts val="0"/>
                </a:spcBef>
                <a:spcAft>
                  <a:spcPts val="0"/>
                </a:spcAft>
                <a:buClr>
                  <a:schemeClr val="dk1"/>
                </a:buClr>
                <a:buSzPts val="2000"/>
                <a:buFont typeface="Tahoma"/>
                <a:buNone/>
              </a:pPr>
              <a:r>
                <a:rPr b="1" i="0" lang="en-US" sz="2000" u="none">
                  <a:solidFill>
                    <a:schemeClr val="dk1"/>
                  </a:solidFill>
                  <a:latin typeface="Tahoma"/>
                  <a:ea typeface="Tahoma"/>
                  <a:cs typeface="Tahoma"/>
                  <a:sym typeface="Tahoma"/>
                </a:rPr>
                <a:t>(Avoid implying signs </a:t>
              </a:r>
              <a:endParaRPr/>
            </a:p>
            <a:p>
              <a:pPr indent="0" lvl="0" marL="0" marR="0" rtl="0" algn="ctr">
                <a:lnSpc>
                  <a:spcPct val="100000"/>
                </a:lnSpc>
                <a:spcBef>
                  <a:spcPts val="0"/>
                </a:spcBef>
                <a:spcAft>
                  <a:spcPts val="0"/>
                </a:spcAft>
                <a:buClr>
                  <a:schemeClr val="dk1"/>
                </a:buClr>
                <a:buSzPts val="2000"/>
                <a:buFont typeface="Tahoma"/>
                <a:buNone/>
              </a:pPr>
              <a:r>
                <a:rPr b="1" i="0" lang="en-US" sz="2000" u="none">
                  <a:solidFill>
                    <a:schemeClr val="dk1"/>
                  </a:solidFill>
                  <a:latin typeface="Tahoma"/>
                  <a:ea typeface="Tahoma"/>
                  <a:cs typeface="Tahoma"/>
                  <a:sym typeface="Tahoma"/>
                </a:rPr>
                <a:t>of good news!)</a:t>
              </a:r>
              <a:endParaRPr/>
            </a:p>
          </p:txBody>
        </p:sp>
        <p:sp>
          <p:nvSpPr>
            <p:cNvPr descr="Parchment" id="226" name="Google Shape;226;p9"/>
            <p:cNvSpPr txBox="1"/>
            <p:nvPr/>
          </p:nvSpPr>
          <p:spPr>
            <a:xfrm>
              <a:off x="2880" y="3120"/>
              <a:ext cx="2592" cy="624"/>
            </a:xfrm>
            <a:prstGeom prst="rect">
              <a:avLst/>
            </a:prstGeom>
            <a:blipFill rotWithShape="1">
              <a:blip r:embed="rId3">
                <a:alphaModFix/>
              </a:blip>
              <a:stretch>
                <a:fillRect b="0" l="0" r="0" t="0"/>
              </a:stretch>
            </a:blipFill>
            <a:ln cap="flat" cmpd="sng" w="9525">
              <a:solidFill>
                <a:schemeClr val="dk1"/>
              </a:solidFill>
              <a:prstDash val="solid"/>
              <a:miter lim="800000"/>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ahoma"/>
                <a:buNone/>
              </a:pPr>
              <a:r>
                <a:rPr b="1" i="0" lang="en-US" sz="2400" u="none">
                  <a:solidFill>
                    <a:schemeClr val="dk1"/>
                  </a:solidFill>
                  <a:latin typeface="Tahoma"/>
                  <a:ea typeface="Tahoma"/>
                  <a:cs typeface="Tahoma"/>
                  <a:sym typeface="Tahoma"/>
                </a:rPr>
                <a:t>Neutral (Avoid saying </a:t>
              </a:r>
              <a:endParaRPr/>
            </a:p>
            <a:p>
              <a:pPr indent="0" lvl="0" marL="0" marR="0" rtl="0" algn="ctr">
                <a:lnSpc>
                  <a:spcPct val="100000"/>
                </a:lnSpc>
                <a:spcBef>
                  <a:spcPts val="0"/>
                </a:spcBef>
                <a:spcAft>
                  <a:spcPts val="0"/>
                </a:spcAft>
                <a:buClr>
                  <a:schemeClr val="dk1"/>
                </a:buClr>
                <a:buSzPts val="2400"/>
                <a:buFont typeface="Tahoma"/>
                <a:buNone/>
              </a:pPr>
              <a:r>
                <a:rPr b="1" i="0" lang="en-US" sz="2400" u="none">
                  <a:solidFill>
                    <a:schemeClr val="dk1"/>
                  </a:solidFill>
                  <a:latin typeface="Tahoma"/>
                  <a:ea typeface="Tahoma"/>
                  <a:cs typeface="Tahoma"/>
                  <a:sym typeface="Tahoma"/>
                </a:rPr>
                <a:t>straight no!)</a:t>
              </a:r>
              <a:endParaRPr/>
            </a:p>
          </p:txBody>
        </p:sp>
      </p:grpSp>
    </p:spTree>
  </p:cSld>
  <p:clrMapOvr>
    <a:masterClrMapping/>
  </p:clrMapOvr>
  <p:transition spd="slow">
    <p:wipe dir="d"/>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10"/>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 Prentice Hall, 2004</a:t>
            </a:r>
            <a:endParaRPr/>
          </a:p>
        </p:txBody>
      </p:sp>
      <p:sp>
        <p:nvSpPr>
          <p:cNvPr id="233" name="Google Shape;233;p10"/>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234" name="Google Shape;234;p10"/>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8 - </a:t>
            </a:r>
            <a:fld id="{00000000-1234-1234-1234-123412341234}" type="slidenum">
              <a:rPr b="1" i="0" lang="en-US" sz="1200" u="none">
                <a:solidFill>
                  <a:schemeClr val="dk1"/>
                </a:solidFill>
                <a:latin typeface="Arial"/>
                <a:ea typeface="Arial"/>
                <a:cs typeface="Arial"/>
                <a:sym typeface="Arial"/>
              </a:rPr>
              <a:t>‹#›</a:t>
            </a:fld>
            <a:endParaRPr/>
          </a:p>
        </p:txBody>
      </p:sp>
      <p:sp>
        <p:nvSpPr>
          <p:cNvPr descr="Parchment" id="235" name="Google Shape;235;p10"/>
          <p:cNvSpPr txBox="1"/>
          <p:nvPr/>
        </p:nvSpPr>
        <p:spPr>
          <a:xfrm>
            <a:off x="457200" y="1981200"/>
            <a:ext cx="4114800" cy="4191000"/>
          </a:xfrm>
          <a:prstGeom prst="rect">
            <a:avLst/>
          </a:prstGeom>
          <a:blipFill rotWithShape="1">
            <a:blip r:embed="rId3">
              <a:alphaModFix/>
            </a:blip>
            <a:stretch>
              <a:fillRect b="0" l="0" r="0" t="0"/>
            </a:stretch>
          </a:blipFill>
          <a:ln cap="flat" cmpd="sng" w="9525">
            <a:solidFill>
              <a:schemeClr val="dk1"/>
            </a:solidFill>
            <a:prstDash val="solid"/>
            <a:miter lim="800000"/>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400"/>
              <a:buFont typeface="Times New Roman"/>
              <a:buNone/>
            </a:pPr>
            <a:r>
              <a:t/>
            </a:r>
            <a:endParaRPr b="1" i="0" sz="4400" u="none">
              <a:solidFill>
                <a:schemeClr val="dk1"/>
              </a:solidFill>
              <a:latin typeface="Tahoma"/>
              <a:ea typeface="Tahoma"/>
              <a:cs typeface="Tahoma"/>
              <a:sym typeface="Tahoma"/>
            </a:endParaRPr>
          </a:p>
          <a:p>
            <a:pPr indent="0" lvl="0" marL="0" marR="0" rtl="0" algn="ctr">
              <a:lnSpc>
                <a:spcPct val="100000"/>
              </a:lnSpc>
              <a:spcBef>
                <a:spcPts val="0"/>
              </a:spcBef>
              <a:spcAft>
                <a:spcPts val="0"/>
              </a:spcAft>
              <a:buClr>
                <a:schemeClr val="dk1"/>
              </a:buClr>
              <a:buSzPts val="4400"/>
              <a:buFont typeface="Times New Roman"/>
              <a:buNone/>
            </a:pPr>
            <a:r>
              <a:t/>
            </a:r>
            <a:endParaRPr b="1" i="0" sz="4400" u="none">
              <a:solidFill>
                <a:schemeClr val="dk1"/>
              </a:solidFill>
              <a:latin typeface="Tahoma"/>
              <a:ea typeface="Tahoma"/>
              <a:cs typeface="Tahoma"/>
              <a:sym typeface="Tahoma"/>
            </a:endParaRPr>
          </a:p>
          <a:p>
            <a:pPr indent="0" lvl="0" marL="0" marR="0" rtl="0" algn="ctr">
              <a:lnSpc>
                <a:spcPct val="100000"/>
              </a:lnSpc>
              <a:spcBef>
                <a:spcPts val="0"/>
              </a:spcBef>
              <a:spcAft>
                <a:spcPts val="0"/>
              </a:spcAft>
              <a:buClr>
                <a:schemeClr val="dk1"/>
              </a:buClr>
              <a:buSzPts val="4400"/>
              <a:buFont typeface="Times New Roman"/>
              <a:buNone/>
            </a:pPr>
            <a:r>
              <a:t/>
            </a:r>
            <a:endParaRPr b="1" i="0" sz="4400" u="none">
              <a:solidFill>
                <a:schemeClr val="dk1"/>
              </a:solidFill>
              <a:latin typeface="Tahoma"/>
              <a:ea typeface="Tahoma"/>
              <a:cs typeface="Tahoma"/>
              <a:sym typeface="Tahoma"/>
            </a:endParaRPr>
          </a:p>
          <a:p>
            <a:pPr indent="0" lvl="0" marL="0" marR="0" rtl="0" algn="ctr">
              <a:lnSpc>
                <a:spcPct val="100000"/>
              </a:lnSpc>
              <a:spcBef>
                <a:spcPts val="0"/>
              </a:spcBef>
              <a:spcAft>
                <a:spcPts val="0"/>
              </a:spcAft>
              <a:buClr>
                <a:schemeClr val="dk1"/>
              </a:buClr>
              <a:buSzPts val="4400"/>
              <a:buFont typeface="Times New Roman"/>
              <a:buNone/>
            </a:pPr>
            <a:r>
              <a:t/>
            </a:r>
            <a:endParaRPr b="1" i="0" sz="4400" u="none">
              <a:solidFill>
                <a:schemeClr val="dk1"/>
              </a:solidFill>
              <a:latin typeface="Tahoma"/>
              <a:ea typeface="Tahoma"/>
              <a:cs typeface="Tahoma"/>
              <a:sym typeface="Tahoma"/>
            </a:endParaRPr>
          </a:p>
          <a:p>
            <a:pPr indent="0" lvl="0" marL="0" marR="0" rtl="0" algn="ctr">
              <a:lnSpc>
                <a:spcPct val="100000"/>
              </a:lnSpc>
              <a:spcBef>
                <a:spcPts val="0"/>
              </a:spcBef>
              <a:spcAft>
                <a:spcPts val="0"/>
              </a:spcAft>
              <a:buClr>
                <a:schemeClr val="dk1"/>
              </a:buClr>
              <a:buSzPts val="4400"/>
              <a:buFont typeface="Times New Roman"/>
              <a:buNone/>
            </a:pPr>
            <a:r>
              <a:t/>
            </a:r>
            <a:endParaRPr b="1" i="0" sz="4400" u="none">
              <a:solidFill>
                <a:schemeClr val="dk1"/>
              </a:solidFill>
              <a:latin typeface="Tahoma"/>
              <a:ea typeface="Tahoma"/>
              <a:cs typeface="Tahoma"/>
              <a:sym typeface="Tahoma"/>
            </a:endParaRPr>
          </a:p>
          <a:p>
            <a:pPr indent="0" lvl="0" marL="0" marR="0" rtl="0" algn="ctr">
              <a:lnSpc>
                <a:spcPct val="100000"/>
              </a:lnSpc>
              <a:spcBef>
                <a:spcPts val="0"/>
              </a:spcBef>
              <a:spcAft>
                <a:spcPts val="0"/>
              </a:spcAft>
              <a:buClr>
                <a:schemeClr val="dk1"/>
              </a:buClr>
              <a:buSzPts val="4400"/>
              <a:buFont typeface="Times New Roman"/>
              <a:buNone/>
            </a:pPr>
            <a:r>
              <a:t/>
            </a:r>
            <a:endParaRPr b="1" i="0" sz="4400" u="none">
              <a:solidFill>
                <a:schemeClr val="dk1"/>
              </a:solidFill>
              <a:latin typeface="Tahoma"/>
              <a:ea typeface="Tahoma"/>
              <a:cs typeface="Tahoma"/>
              <a:sym typeface="Tahoma"/>
            </a:endParaRPr>
          </a:p>
          <a:p>
            <a:pPr indent="0" lvl="0" marL="0" marR="0" rtl="0" algn="l">
              <a:lnSpc>
                <a:spcPct val="100000"/>
              </a:lnSpc>
              <a:spcBef>
                <a:spcPts val="0"/>
              </a:spcBef>
              <a:spcAft>
                <a:spcPts val="0"/>
              </a:spcAft>
              <a:buNone/>
            </a:pPr>
            <a:r>
              <a:t/>
            </a:r>
            <a:endParaRPr b="1" i="0" sz="4400" u="none">
              <a:solidFill>
                <a:schemeClr val="dk1"/>
              </a:solidFill>
              <a:latin typeface="Tahoma"/>
              <a:ea typeface="Tahoma"/>
              <a:cs typeface="Tahoma"/>
              <a:sym typeface="Tahoma"/>
            </a:endParaRPr>
          </a:p>
        </p:txBody>
      </p:sp>
      <p:pic>
        <p:nvPicPr>
          <p:cNvPr descr="M:\PFiles\MSOffice\Clipart\standard\stddir3\pe01046_.wmf" id="236" name="Google Shape;236;p10"/>
          <p:cNvPicPr preferRelativeResize="0"/>
          <p:nvPr/>
        </p:nvPicPr>
        <p:blipFill rotWithShape="1">
          <a:blip r:embed="rId4">
            <a:alphaModFix/>
          </a:blip>
          <a:srcRect b="0" l="0" r="0" t="0"/>
          <a:stretch/>
        </p:blipFill>
        <p:spPr>
          <a:xfrm>
            <a:off x="838200" y="2286000"/>
            <a:ext cx="3248025" cy="4267200"/>
          </a:xfrm>
          <a:prstGeom prst="rect">
            <a:avLst/>
          </a:prstGeom>
          <a:noFill/>
          <a:ln>
            <a:noFill/>
          </a:ln>
          <a:effectLst>
            <a:outerShdw blurRad="63500" dir="2700000" dist="35921">
              <a:srgbClr val="808080"/>
            </a:outerShdw>
          </a:effectLst>
        </p:spPr>
      </p:pic>
      <p:sp>
        <p:nvSpPr>
          <p:cNvPr id="237" name="Google Shape;237;p10"/>
          <p:cNvSpPr txBox="1"/>
          <p:nvPr>
            <p:ph type="title"/>
          </p:nvPr>
        </p:nvSpPr>
        <p:spPr>
          <a:xfrm>
            <a:off x="457200" y="381000"/>
            <a:ext cx="8229600" cy="1600200"/>
          </a:xfrm>
          <a:prstGeom prst="rect">
            <a:avLst/>
          </a:prstGeom>
          <a:solidFill>
            <a:srgbClr val="990099"/>
          </a:solid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FFFF"/>
              </a:buClr>
              <a:buSzPts val="5400"/>
              <a:buFont typeface="Tahoma"/>
              <a:buNone/>
            </a:pPr>
            <a:r>
              <a:rPr b="1" i="0" lang="en-US" sz="5400" u="none">
                <a:solidFill>
                  <a:srgbClr val="FFFFFF"/>
                </a:solidFill>
                <a:latin typeface="Tahoma"/>
                <a:ea typeface="Tahoma"/>
                <a:cs typeface="Tahoma"/>
                <a:sym typeface="Tahoma"/>
              </a:rPr>
              <a:t>Begin With a Buffer</a:t>
            </a:r>
            <a:endParaRPr/>
          </a:p>
        </p:txBody>
      </p:sp>
      <p:grpSp>
        <p:nvGrpSpPr>
          <p:cNvPr id="238" name="Google Shape;238;p10"/>
          <p:cNvGrpSpPr/>
          <p:nvPr/>
        </p:nvGrpSpPr>
        <p:grpSpPr>
          <a:xfrm>
            <a:off x="4572000" y="1981200"/>
            <a:ext cx="4114800" cy="4191000"/>
            <a:chOff x="2880" y="1248"/>
            <a:chExt cx="2592" cy="2496"/>
          </a:xfrm>
        </p:grpSpPr>
        <p:sp>
          <p:nvSpPr>
            <p:cNvPr descr="Parchment" id="239" name="Google Shape;239;p10"/>
            <p:cNvSpPr txBox="1"/>
            <p:nvPr/>
          </p:nvSpPr>
          <p:spPr>
            <a:xfrm>
              <a:off x="2880" y="1248"/>
              <a:ext cx="2592" cy="624"/>
            </a:xfrm>
            <a:prstGeom prst="rect">
              <a:avLst/>
            </a:prstGeom>
            <a:blipFill rotWithShape="1">
              <a:blip r:embed="rId3">
                <a:alphaModFix/>
              </a:blip>
              <a:stretch>
                <a:fillRect b="0" l="0" r="0" t="0"/>
              </a:stretch>
            </a:blipFill>
            <a:ln cap="flat" cmpd="sng" w="9525">
              <a:solidFill>
                <a:schemeClr val="dk1"/>
              </a:solidFill>
              <a:prstDash val="solid"/>
              <a:miter lim="800000"/>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Tahoma"/>
                <a:buNone/>
              </a:pPr>
              <a:r>
                <a:rPr b="1" i="0" lang="en-US" sz="2800" u="none">
                  <a:solidFill>
                    <a:schemeClr val="dk1"/>
                  </a:solidFill>
                  <a:latin typeface="Tahoma"/>
                  <a:ea typeface="Tahoma"/>
                  <a:cs typeface="Tahoma"/>
                  <a:sym typeface="Tahoma"/>
                </a:rPr>
                <a:t>Respectful </a:t>
              </a:r>
              <a:endParaRPr/>
            </a:p>
            <a:p>
              <a:pPr indent="0" lvl="0" marL="0" marR="0" rtl="0" algn="ctr">
                <a:lnSpc>
                  <a:spcPct val="100000"/>
                </a:lnSpc>
                <a:spcBef>
                  <a:spcPts val="0"/>
                </a:spcBef>
                <a:spcAft>
                  <a:spcPts val="0"/>
                </a:spcAft>
                <a:buClr>
                  <a:schemeClr val="dk1"/>
                </a:buClr>
                <a:buSzPts val="1400"/>
                <a:buFont typeface="Tahoma"/>
                <a:buNone/>
              </a:pPr>
              <a:r>
                <a:rPr b="1" i="0" lang="en-US" sz="1400" u="none">
                  <a:solidFill>
                    <a:schemeClr val="dk1"/>
                  </a:solidFill>
                  <a:latin typeface="Tahoma"/>
                  <a:ea typeface="Tahoma"/>
                  <a:cs typeface="Tahoma"/>
                  <a:sym typeface="Tahoma"/>
                </a:rPr>
                <a:t>(Avoid using a know-it-all tone </a:t>
              </a:r>
              <a:endParaRPr/>
            </a:p>
            <a:p>
              <a:pPr indent="0" lvl="0" marL="0" marR="0" rtl="0" algn="ctr">
                <a:lnSpc>
                  <a:spcPct val="100000"/>
                </a:lnSpc>
                <a:spcBef>
                  <a:spcPts val="0"/>
                </a:spcBef>
                <a:spcAft>
                  <a:spcPts val="0"/>
                </a:spcAft>
                <a:buClr>
                  <a:schemeClr val="dk1"/>
                </a:buClr>
                <a:buSzPts val="1400"/>
                <a:buFont typeface="Tahoma"/>
                <a:buNone/>
              </a:pPr>
              <a:r>
                <a:rPr b="1" i="0" lang="en-US" sz="1400" u="none">
                  <a:solidFill>
                    <a:schemeClr val="dk1"/>
                  </a:solidFill>
                  <a:latin typeface="Tahoma"/>
                  <a:ea typeface="Tahoma"/>
                  <a:cs typeface="Tahoma"/>
                  <a:sym typeface="Tahoma"/>
                </a:rPr>
                <a:t>like “You should know that”)  </a:t>
              </a:r>
              <a:endParaRPr/>
            </a:p>
          </p:txBody>
        </p:sp>
        <p:sp>
          <p:nvSpPr>
            <p:cNvPr descr="Parchment" id="240" name="Google Shape;240;p10"/>
            <p:cNvSpPr txBox="1"/>
            <p:nvPr/>
          </p:nvSpPr>
          <p:spPr>
            <a:xfrm>
              <a:off x="2880" y="1872"/>
              <a:ext cx="2592" cy="624"/>
            </a:xfrm>
            <a:prstGeom prst="rect">
              <a:avLst/>
            </a:prstGeom>
            <a:blipFill rotWithShape="1">
              <a:blip r:embed="rId3">
                <a:alphaModFix/>
              </a:blip>
              <a:stretch>
                <a:fillRect b="0" l="0" r="0" t="0"/>
              </a:stretch>
            </a:blipFill>
            <a:ln cap="flat" cmpd="sng" w="9525">
              <a:solidFill>
                <a:schemeClr val="dk1"/>
              </a:solidFill>
              <a:prstDash val="solid"/>
              <a:miter lim="800000"/>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200"/>
                <a:buFont typeface="Tahoma"/>
                <a:buNone/>
              </a:pPr>
              <a:r>
                <a:rPr b="1" i="0" lang="en-US" sz="3200" u="none">
                  <a:solidFill>
                    <a:schemeClr val="dk1"/>
                  </a:solidFill>
                  <a:latin typeface="Tahoma"/>
                  <a:ea typeface="Tahoma"/>
                  <a:cs typeface="Tahoma"/>
                  <a:sym typeface="Tahoma"/>
                </a:rPr>
                <a:t>Succinct</a:t>
              </a:r>
              <a:endParaRPr/>
            </a:p>
          </p:txBody>
        </p:sp>
        <p:sp>
          <p:nvSpPr>
            <p:cNvPr descr="Parchment" id="241" name="Google Shape;241;p10"/>
            <p:cNvSpPr txBox="1"/>
            <p:nvPr/>
          </p:nvSpPr>
          <p:spPr>
            <a:xfrm>
              <a:off x="2880" y="2496"/>
              <a:ext cx="2592" cy="624"/>
            </a:xfrm>
            <a:prstGeom prst="rect">
              <a:avLst/>
            </a:prstGeom>
            <a:blipFill rotWithShape="1">
              <a:blip r:embed="rId3">
                <a:alphaModFix/>
              </a:blip>
              <a:stretch>
                <a:fillRect b="0" l="0" r="0" t="0"/>
              </a:stretch>
            </a:blipFill>
            <a:ln cap="flat" cmpd="sng" w="9525">
              <a:solidFill>
                <a:schemeClr val="dk1"/>
              </a:solidFill>
              <a:prstDash val="solid"/>
              <a:miter lim="800000"/>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Tahoma"/>
                <a:buNone/>
              </a:pPr>
              <a:r>
                <a:rPr b="1" i="0" lang="en-US" sz="2800" u="none">
                  <a:solidFill>
                    <a:schemeClr val="dk1"/>
                  </a:solidFill>
                  <a:latin typeface="Tahoma"/>
                  <a:ea typeface="Tahoma"/>
                  <a:cs typeface="Tahoma"/>
                  <a:sym typeface="Tahoma"/>
                </a:rPr>
                <a:t>Assertive </a:t>
              </a:r>
              <a:endParaRPr/>
            </a:p>
            <a:p>
              <a:pPr indent="0" lvl="0" marL="0" marR="0" rtl="0" algn="ctr">
                <a:lnSpc>
                  <a:spcPct val="100000"/>
                </a:lnSpc>
                <a:spcBef>
                  <a:spcPts val="0"/>
                </a:spcBef>
                <a:spcAft>
                  <a:spcPts val="0"/>
                </a:spcAft>
                <a:buClr>
                  <a:schemeClr val="dk1"/>
                </a:buClr>
                <a:buSzPts val="2800"/>
                <a:buFont typeface="Tahoma"/>
                <a:buNone/>
              </a:pPr>
              <a:r>
                <a:rPr b="1" i="0" lang="en-US" sz="2800" u="none">
                  <a:solidFill>
                    <a:schemeClr val="dk1"/>
                  </a:solidFill>
                  <a:latin typeface="Tahoma"/>
                  <a:ea typeface="Tahoma"/>
                  <a:cs typeface="Tahoma"/>
                  <a:sym typeface="Tahoma"/>
                </a:rPr>
                <a:t>(Avoid apologizing!)</a:t>
              </a:r>
              <a:endParaRPr/>
            </a:p>
          </p:txBody>
        </p:sp>
        <p:sp>
          <p:nvSpPr>
            <p:cNvPr descr="Parchment" id="242" name="Google Shape;242;p10"/>
            <p:cNvSpPr txBox="1"/>
            <p:nvPr/>
          </p:nvSpPr>
          <p:spPr>
            <a:xfrm>
              <a:off x="2880" y="3120"/>
              <a:ext cx="2592" cy="624"/>
            </a:xfrm>
            <a:prstGeom prst="rect">
              <a:avLst/>
            </a:prstGeom>
            <a:blipFill rotWithShape="1">
              <a:blip r:embed="rId3">
                <a:alphaModFix/>
              </a:blip>
              <a:stretch>
                <a:fillRect b="0" l="0" r="0" t="0"/>
              </a:stretch>
            </a:blipFill>
            <a:ln cap="flat" cmpd="sng" w="9525">
              <a:solidFill>
                <a:schemeClr val="dk1"/>
              </a:solidFill>
              <a:prstDash val="solid"/>
              <a:miter lim="800000"/>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200"/>
                <a:buFont typeface="Tahoma"/>
                <a:buNone/>
              </a:pPr>
              <a:r>
                <a:rPr b="1" i="0" lang="en-US" sz="3200" u="none">
                  <a:solidFill>
                    <a:schemeClr val="dk1"/>
                  </a:solidFill>
                  <a:latin typeface="Tahoma"/>
                  <a:ea typeface="Tahoma"/>
                  <a:cs typeface="Tahoma"/>
                  <a:sym typeface="Tahoma"/>
                </a:rPr>
                <a:t>Brief</a:t>
              </a:r>
              <a:endParaRPr/>
            </a:p>
          </p:txBody>
        </p:sp>
      </p:grpSp>
    </p:spTree>
  </p:cSld>
  <p:clrMapOvr>
    <a:masterClrMapping/>
  </p:clrMapOvr>
  <p:transition spd="slow">
    <p:wipe dir="d"/>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11"/>
          <p:cNvSpPr txBox="1"/>
          <p:nvPr>
            <p:ph type="title"/>
          </p:nvPr>
        </p:nvSpPr>
        <p:spPr>
          <a:xfrm>
            <a:off x="457200" y="381000"/>
            <a:ext cx="8229600" cy="1371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ahoma"/>
              <a:buNone/>
            </a:pPr>
            <a:r>
              <a:rPr b="1" i="0" lang="en-US" sz="4400" u="none">
                <a:solidFill>
                  <a:schemeClr val="dk2"/>
                </a:solidFill>
                <a:latin typeface="Tahoma"/>
                <a:ea typeface="Tahoma"/>
                <a:cs typeface="Tahoma"/>
                <a:sym typeface="Tahoma"/>
              </a:rPr>
              <a:t>Examples of Buffer</a:t>
            </a:r>
            <a:endParaRPr/>
          </a:p>
        </p:txBody>
      </p:sp>
      <p:sp>
        <p:nvSpPr>
          <p:cNvPr id="249" name="Google Shape;249;p11"/>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 Prentice Hall, 2004</a:t>
            </a:r>
            <a:endParaRPr/>
          </a:p>
        </p:txBody>
      </p:sp>
      <p:sp>
        <p:nvSpPr>
          <p:cNvPr id="250" name="Google Shape;250;p11"/>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251" name="Google Shape;251;p11"/>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8 - </a:t>
            </a:r>
            <a:fld id="{00000000-1234-1234-1234-123412341234}" type="slidenum">
              <a:rPr b="1" i="0" lang="en-US" sz="1200" u="none">
                <a:solidFill>
                  <a:schemeClr val="dk1"/>
                </a:solidFill>
                <a:latin typeface="Arial"/>
                <a:ea typeface="Arial"/>
                <a:cs typeface="Arial"/>
                <a:sym typeface="Arial"/>
              </a:rPr>
              <a:t>‹#›</a:t>
            </a:fld>
            <a:endParaRPr/>
          </a:p>
        </p:txBody>
      </p:sp>
      <p:pic>
        <p:nvPicPr>
          <p:cNvPr id="252" name="Google Shape;252;p11"/>
          <p:cNvPicPr preferRelativeResize="0"/>
          <p:nvPr/>
        </p:nvPicPr>
        <p:blipFill rotWithShape="1">
          <a:blip r:embed="rId3">
            <a:alphaModFix/>
          </a:blip>
          <a:srcRect b="0" l="0" r="0" t="0"/>
          <a:stretch/>
        </p:blipFill>
        <p:spPr>
          <a:xfrm>
            <a:off x="457200" y="1828800"/>
            <a:ext cx="8296275" cy="2057400"/>
          </a:xfrm>
          <a:prstGeom prst="rect">
            <a:avLst/>
          </a:prstGeom>
          <a:noFill/>
          <a:ln>
            <a:noFill/>
          </a:ln>
        </p:spPr>
      </p:pic>
      <p:pic>
        <p:nvPicPr>
          <p:cNvPr id="253" name="Google Shape;253;p11"/>
          <p:cNvPicPr preferRelativeResize="0"/>
          <p:nvPr/>
        </p:nvPicPr>
        <p:blipFill rotWithShape="1">
          <a:blip r:embed="rId4">
            <a:alphaModFix/>
          </a:blip>
          <a:srcRect b="0" l="0" r="0" t="0"/>
          <a:stretch/>
        </p:blipFill>
        <p:spPr>
          <a:xfrm>
            <a:off x="423862" y="4572000"/>
            <a:ext cx="8510587" cy="1066800"/>
          </a:xfrm>
          <a:prstGeom prst="rect">
            <a:avLst/>
          </a:prstGeom>
          <a:noFill/>
          <a:ln>
            <a:noFill/>
          </a:ln>
        </p:spPr>
      </p:pic>
      <p:sp>
        <p:nvSpPr>
          <p:cNvPr id="254" name="Google Shape;254;p11"/>
          <p:cNvSpPr txBox="1"/>
          <p:nvPr/>
        </p:nvSpPr>
        <p:spPr>
          <a:xfrm>
            <a:off x="423862" y="1524000"/>
            <a:ext cx="3233737" cy="461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Not so good Examples</a:t>
            </a:r>
            <a:endParaRPr/>
          </a:p>
        </p:txBody>
      </p:sp>
      <p:sp>
        <p:nvSpPr>
          <p:cNvPr id="255" name="Google Shape;255;p11"/>
          <p:cNvSpPr txBox="1"/>
          <p:nvPr/>
        </p:nvSpPr>
        <p:spPr>
          <a:xfrm>
            <a:off x="406400" y="3962400"/>
            <a:ext cx="3233737" cy="461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Good Example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12"/>
          <p:cNvSpPr txBox="1"/>
          <p:nvPr>
            <p:ph type="title"/>
          </p:nvPr>
        </p:nvSpPr>
        <p:spPr>
          <a:xfrm>
            <a:off x="457200" y="381000"/>
            <a:ext cx="8229600" cy="1371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ahoma"/>
              <a:buNone/>
            </a:pPr>
            <a:r>
              <a:rPr b="1" i="0" lang="en-US" sz="4400" u="none">
                <a:solidFill>
                  <a:schemeClr val="dk2"/>
                </a:solidFill>
                <a:latin typeface="Tahoma"/>
                <a:ea typeface="Tahoma"/>
                <a:cs typeface="Tahoma"/>
                <a:sym typeface="Tahoma"/>
              </a:rPr>
              <a:t>Different ways to use buffer</a:t>
            </a:r>
            <a:endParaRPr/>
          </a:p>
        </p:txBody>
      </p:sp>
      <p:sp>
        <p:nvSpPr>
          <p:cNvPr id="261" name="Google Shape;261;p12"/>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 Prentice Hall, 2004</a:t>
            </a:r>
            <a:endParaRPr/>
          </a:p>
        </p:txBody>
      </p:sp>
      <p:sp>
        <p:nvSpPr>
          <p:cNvPr id="262" name="Google Shape;262;p12"/>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263" name="Google Shape;263;p12"/>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8 - </a:t>
            </a:r>
            <a:fld id="{00000000-1234-1234-1234-123412341234}" type="slidenum">
              <a:rPr b="1" i="0" lang="en-US" sz="1200" u="none">
                <a:solidFill>
                  <a:schemeClr val="dk1"/>
                </a:solidFill>
                <a:latin typeface="Arial"/>
                <a:ea typeface="Arial"/>
                <a:cs typeface="Arial"/>
                <a:sym typeface="Arial"/>
              </a:rPr>
              <a:t>‹#›</a:t>
            </a:fld>
            <a:endParaRPr/>
          </a:p>
        </p:txBody>
      </p:sp>
      <p:pic>
        <p:nvPicPr>
          <p:cNvPr id="264" name="Google Shape;264;p12"/>
          <p:cNvPicPr preferRelativeResize="0"/>
          <p:nvPr/>
        </p:nvPicPr>
        <p:blipFill rotWithShape="1">
          <a:blip r:embed="rId3">
            <a:alphaModFix/>
          </a:blip>
          <a:srcRect b="0" l="0" r="0" t="0"/>
          <a:stretch/>
        </p:blipFill>
        <p:spPr>
          <a:xfrm>
            <a:off x="906462" y="1600200"/>
            <a:ext cx="7369175" cy="43434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13"/>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 Prentice Hall, 2004</a:t>
            </a:r>
            <a:endParaRPr/>
          </a:p>
        </p:txBody>
      </p:sp>
      <p:sp>
        <p:nvSpPr>
          <p:cNvPr id="271" name="Google Shape;271;p13"/>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272" name="Google Shape;272;p13"/>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8 - </a:t>
            </a:r>
            <a:fld id="{00000000-1234-1234-1234-123412341234}" type="slidenum">
              <a:rPr b="1" i="0" lang="en-US" sz="1200" u="none">
                <a:solidFill>
                  <a:schemeClr val="dk1"/>
                </a:solidFill>
                <a:latin typeface="Arial"/>
                <a:ea typeface="Arial"/>
                <a:cs typeface="Arial"/>
                <a:sym typeface="Arial"/>
              </a:rPr>
              <a:t>‹#›</a:t>
            </a:fld>
            <a:endParaRPr/>
          </a:p>
        </p:txBody>
      </p:sp>
      <p:sp>
        <p:nvSpPr>
          <p:cNvPr id="273" name="Google Shape;273;p13"/>
          <p:cNvSpPr txBox="1"/>
          <p:nvPr/>
        </p:nvSpPr>
        <p:spPr>
          <a:xfrm>
            <a:off x="457200" y="2362200"/>
            <a:ext cx="8229600" cy="3810000"/>
          </a:xfrm>
          <a:prstGeom prst="rect">
            <a:avLst/>
          </a:prstGeom>
          <a:solidFill>
            <a:srgbClr val="F8F8F8"/>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74" name="Google Shape;274;p13"/>
          <p:cNvSpPr txBox="1"/>
          <p:nvPr>
            <p:ph type="title"/>
          </p:nvPr>
        </p:nvSpPr>
        <p:spPr>
          <a:xfrm>
            <a:off x="457200" y="381000"/>
            <a:ext cx="8229600" cy="1981200"/>
          </a:xfrm>
          <a:prstGeom prst="rect">
            <a:avLst/>
          </a:prstGeom>
          <a:solidFill>
            <a:srgbClr val="990033"/>
          </a:solid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800"/>
              <a:buFont typeface="Tahoma"/>
              <a:buNone/>
            </a:pPr>
            <a:r>
              <a:rPr b="1" i="0" lang="en-US" sz="4800" u="none">
                <a:solidFill>
                  <a:schemeClr val="lt1"/>
                </a:solidFill>
                <a:latin typeface="Tahoma"/>
                <a:ea typeface="Tahoma"/>
                <a:cs typeface="Tahoma"/>
                <a:sym typeface="Tahoma"/>
              </a:rPr>
              <a:t>Provide Reasons</a:t>
            </a:r>
            <a:br>
              <a:rPr b="1" i="0" lang="en-US" sz="4800" u="none">
                <a:solidFill>
                  <a:schemeClr val="lt1"/>
                </a:solidFill>
                <a:latin typeface="Tahoma"/>
                <a:ea typeface="Tahoma"/>
                <a:cs typeface="Tahoma"/>
                <a:sym typeface="Tahoma"/>
              </a:rPr>
            </a:br>
            <a:r>
              <a:rPr b="1" i="0" lang="en-US" sz="4800" u="none">
                <a:solidFill>
                  <a:schemeClr val="lt1"/>
                </a:solidFill>
                <a:latin typeface="Tahoma"/>
                <a:ea typeface="Tahoma"/>
                <a:cs typeface="Tahoma"/>
                <a:sym typeface="Tahoma"/>
              </a:rPr>
              <a:t>That Support the Refusal</a:t>
            </a:r>
            <a:endParaRPr/>
          </a:p>
        </p:txBody>
      </p:sp>
      <p:sp>
        <p:nvSpPr>
          <p:cNvPr id="275" name="Google Shape;275;p13"/>
          <p:cNvSpPr txBox="1"/>
          <p:nvPr>
            <p:ph idx="1" type="body"/>
          </p:nvPr>
        </p:nvSpPr>
        <p:spPr>
          <a:xfrm>
            <a:off x="457200" y="2362200"/>
            <a:ext cx="7772400" cy="3810000"/>
          </a:xfrm>
          <a:prstGeom prst="rect">
            <a:avLst/>
          </a:prstGeom>
          <a:noFill/>
          <a:ln>
            <a:noFill/>
          </a:ln>
        </p:spPr>
        <p:txBody>
          <a:bodyPr anchorCtr="0" anchor="t" bIns="45700" lIns="91425" spcFirstLastPara="1" rIns="91425" wrap="square" tIns="45700">
            <a:noAutofit/>
          </a:bodyPr>
          <a:lstStyle/>
          <a:p>
            <a:pPr indent="-342900" lvl="0" marL="342900" rtl="0" algn="l">
              <a:lnSpc>
                <a:spcPct val="150000"/>
              </a:lnSpc>
              <a:spcBef>
                <a:spcPts val="0"/>
              </a:spcBef>
              <a:spcAft>
                <a:spcPts val="0"/>
              </a:spcAft>
              <a:buClr>
                <a:schemeClr val="dk1"/>
              </a:buClr>
              <a:buSzPts val="2800"/>
              <a:buFont typeface="Arial"/>
              <a:buChar char="•"/>
            </a:pPr>
            <a:r>
              <a:rPr b="1" i="0" lang="en-US" sz="2800" u="none">
                <a:solidFill>
                  <a:schemeClr val="dk1"/>
                </a:solidFill>
                <a:latin typeface="Arial"/>
                <a:ea typeface="Arial"/>
                <a:cs typeface="Arial"/>
                <a:sym typeface="Arial"/>
              </a:rPr>
              <a:t>Cover positive points</a:t>
            </a:r>
            <a:endParaRPr/>
          </a:p>
          <a:p>
            <a:pPr indent="-342900" lvl="0" marL="342900" rtl="0" algn="l">
              <a:lnSpc>
                <a:spcPct val="150000"/>
              </a:lnSpc>
              <a:spcBef>
                <a:spcPts val="560"/>
              </a:spcBef>
              <a:spcAft>
                <a:spcPts val="0"/>
              </a:spcAft>
              <a:buClr>
                <a:schemeClr val="dk1"/>
              </a:buClr>
              <a:buSzPts val="2800"/>
              <a:buFont typeface="Arial"/>
              <a:buChar char="•"/>
            </a:pPr>
            <a:r>
              <a:rPr b="1" i="0" lang="en-US" sz="2800" u="none">
                <a:solidFill>
                  <a:schemeClr val="dk1"/>
                </a:solidFill>
                <a:latin typeface="Arial"/>
                <a:ea typeface="Arial"/>
                <a:cs typeface="Arial"/>
                <a:sym typeface="Arial"/>
              </a:rPr>
              <a:t>Provide relevant details</a:t>
            </a:r>
            <a:endParaRPr/>
          </a:p>
          <a:p>
            <a:pPr indent="-342900" lvl="0" marL="342900" rtl="0" algn="l">
              <a:lnSpc>
                <a:spcPct val="150000"/>
              </a:lnSpc>
              <a:spcBef>
                <a:spcPts val="560"/>
              </a:spcBef>
              <a:spcAft>
                <a:spcPts val="0"/>
              </a:spcAft>
              <a:buClr>
                <a:schemeClr val="dk1"/>
              </a:buClr>
              <a:buSzPts val="2800"/>
              <a:buFont typeface="Arial"/>
              <a:buChar char="•"/>
            </a:pPr>
            <a:r>
              <a:rPr b="1" i="0" lang="en-US" sz="2800" u="none">
                <a:solidFill>
                  <a:schemeClr val="dk1"/>
                </a:solidFill>
                <a:latin typeface="Arial"/>
                <a:ea typeface="Arial"/>
                <a:cs typeface="Arial"/>
                <a:sym typeface="Arial"/>
              </a:rPr>
              <a:t>Highlight benefits</a:t>
            </a:r>
            <a:endParaRPr/>
          </a:p>
          <a:p>
            <a:pPr indent="-342900" lvl="0" marL="342900" rtl="0" algn="l">
              <a:lnSpc>
                <a:spcPct val="150000"/>
              </a:lnSpc>
              <a:spcBef>
                <a:spcPts val="560"/>
              </a:spcBef>
              <a:spcAft>
                <a:spcPts val="0"/>
              </a:spcAft>
              <a:buClr>
                <a:schemeClr val="dk1"/>
              </a:buClr>
              <a:buSzPts val="2800"/>
              <a:buFont typeface="Arial"/>
              <a:buChar char="•"/>
            </a:pPr>
            <a:r>
              <a:rPr b="1" i="0" lang="en-US" sz="2800" u="none">
                <a:solidFill>
                  <a:schemeClr val="dk1"/>
                </a:solidFill>
                <a:latin typeface="Arial"/>
                <a:ea typeface="Arial"/>
                <a:cs typeface="Arial"/>
                <a:sym typeface="Arial"/>
              </a:rPr>
              <a:t>Minimize the word “company policy” </a:t>
            </a:r>
            <a:endParaRPr/>
          </a:p>
          <a:p>
            <a:pPr indent="-342900" lvl="0" marL="342900" rtl="0" algn="l">
              <a:lnSpc>
                <a:spcPct val="150000"/>
              </a:lnSpc>
              <a:spcBef>
                <a:spcPts val="560"/>
              </a:spcBef>
              <a:spcAft>
                <a:spcPts val="0"/>
              </a:spcAft>
              <a:buClr>
                <a:schemeClr val="dk1"/>
              </a:buClr>
              <a:buSzPts val="2800"/>
              <a:buFont typeface="Arial"/>
              <a:buChar char="•"/>
            </a:pPr>
            <a:r>
              <a:rPr b="1" i="0" lang="en-US" sz="2800" u="none">
                <a:solidFill>
                  <a:schemeClr val="dk1"/>
                </a:solidFill>
                <a:latin typeface="Arial"/>
                <a:ea typeface="Arial"/>
                <a:cs typeface="Arial"/>
                <a:sym typeface="Arial"/>
              </a:rPr>
              <a:t>Avoid apologizing</a:t>
            </a:r>
            <a:endParaRPr/>
          </a:p>
        </p:txBody>
      </p:sp>
      <p:pic>
        <p:nvPicPr>
          <p:cNvPr descr="M:\PFiles\MSOffice\Clipart\standard\stddir1\bd06937_.wmf" id="276" name="Google Shape;276;p13"/>
          <p:cNvPicPr preferRelativeResize="0"/>
          <p:nvPr/>
        </p:nvPicPr>
        <p:blipFill rotWithShape="1">
          <a:blip r:embed="rId3">
            <a:alphaModFix/>
          </a:blip>
          <a:srcRect b="0" l="0" r="0" t="0"/>
          <a:stretch/>
        </p:blipFill>
        <p:spPr>
          <a:xfrm>
            <a:off x="6019800" y="2657475"/>
            <a:ext cx="2405062" cy="22320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14"/>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 Prentice Hall, 2004</a:t>
            </a:r>
            <a:endParaRPr/>
          </a:p>
        </p:txBody>
      </p:sp>
      <p:sp>
        <p:nvSpPr>
          <p:cNvPr id="283" name="Google Shape;283;p14"/>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284" name="Google Shape;284;p14"/>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8 - </a:t>
            </a:r>
            <a:fld id="{00000000-1234-1234-1234-123412341234}" type="slidenum">
              <a:rPr b="1" i="0" lang="en-US" sz="1200" u="none">
                <a:solidFill>
                  <a:schemeClr val="dk1"/>
                </a:solidFill>
                <a:latin typeface="Arial"/>
                <a:ea typeface="Arial"/>
                <a:cs typeface="Arial"/>
                <a:sym typeface="Arial"/>
              </a:rPr>
              <a:t>‹#›</a:t>
            </a:fld>
            <a:endParaRPr/>
          </a:p>
        </p:txBody>
      </p:sp>
      <p:sp>
        <p:nvSpPr>
          <p:cNvPr id="285" name="Google Shape;285;p14"/>
          <p:cNvSpPr txBox="1"/>
          <p:nvPr>
            <p:ph type="title"/>
          </p:nvPr>
        </p:nvSpPr>
        <p:spPr>
          <a:xfrm>
            <a:off x="457200" y="381000"/>
            <a:ext cx="8229600" cy="1447800"/>
          </a:xfrm>
          <a:prstGeom prst="rect">
            <a:avLst/>
          </a:prstGeom>
          <a:solidFill>
            <a:schemeClr val="dk1"/>
          </a:solidFill>
          <a:ln cap="flat" cmpd="sng" w="9525">
            <a:solidFill>
              <a:schemeClr val="dk1"/>
            </a:solidFill>
            <a:prstDash val="solid"/>
            <a:miter lim="524288"/>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rtl="0" algn="ctr">
              <a:lnSpc>
                <a:spcPct val="120000"/>
              </a:lnSpc>
              <a:spcBef>
                <a:spcPts val="0"/>
              </a:spcBef>
              <a:spcAft>
                <a:spcPts val="0"/>
              </a:spcAft>
              <a:buClr>
                <a:schemeClr val="lt1"/>
              </a:buClr>
              <a:buSzPts val="4800"/>
              <a:buFont typeface="Tahoma"/>
              <a:buNone/>
            </a:pPr>
            <a:r>
              <a:rPr b="1" i="0" lang="en-US" sz="4800" u="none">
                <a:solidFill>
                  <a:schemeClr val="lt1"/>
                </a:solidFill>
                <a:latin typeface="Tahoma"/>
                <a:ea typeface="Tahoma"/>
                <a:cs typeface="Tahoma"/>
                <a:sym typeface="Tahoma"/>
              </a:rPr>
              <a:t>State the Message</a:t>
            </a:r>
            <a:endParaRPr/>
          </a:p>
        </p:txBody>
      </p:sp>
      <p:sp>
        <p:nvSpPr>
          <p:cNvPr descr="Newsprint" id="286" name="Google Shape;286;p14"/>
          <p:cNvSpPr txBox="1"/>
          <p:nvPr/>
        </p:nvSpPr>
        <p:spPr>
          <a:xfrm>
            <a:off x="457200" y="1828800"/>
            <a:ext cx="8229600" cy="4343400"/>
          </a:xfrm>
          <a:prstGeom prst="rect">
            <a:avLst/>
          </a:prstGeom>
          <a:blipFill rotWithShape="1">
            <a:blip r:embed="rId3">
              <a:alphaModFix/>
            </a:blip>
            <a:stretch>
              <a:fillRect b="0" l="0" r="0" t="0"/>
            </a:stretch>
          </a:blipFill>
          <a:ln cap="flat" cmpd="sng" w="9525">
            <a:solidFill>
              <a:schemeClr val="dk1"/>
            </a:solidFill>
            <a:prstDash val="solid"/>
            <a:miter lim="800000"/>
            <a:headEnd len="sm" w="sm" type="none"/>
            <a:tailEnd len="sm" w="sm" type="none"/>
          </a:ln>
          <a:effectLst>
            <a:outerShdw blurRad="63500" dir="2021404" dist="45790">
              <a:schemeClr val="lt2"/>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descr="Newsprint" id="287" name="Google Shape;287;p14"/>
          <p:cNvSpPr txBox="1"/>
          <p:nvPr/>
        </p:nvSpPr>
        <p:spPr>
          <a:xfrm>
            <a:off x="1143000" y="2057400"/>
            <a:ext cx="6858000" cy="762000"/>
          </a:xfrm>
          <a:prstGeom prst="rect">
            <a:avLst/>
          </a:prstGeom>
          <a:blipFill rotWithShape="1">
            <a:blip r:embed="rId3">
              <a:alphaModFix/>
            </a:blip>
            <a:tile algn="tl" flip="none" tx="0" sx="100000" ty="0" sy="100000"/>
          </a:blipFill>
          <a:ln>
            <a:noFill/>
          </a:ln>
          <a:effectLst>
            <a:outerShdw blurRad="63500" dir="2700000" dist="17960">
              <a:srgbClr val="959595"/>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200"/>
              <a:buFont typeface="Arial"/>
              <a:buNone/>
            </a:pPr>
            <a:r>
              <a:rPr b="1" i="0" lang="en-US" sz="3200" u="none">
                <a:solidFill>
                  <a:schemeClr val="dk1"/>
                </a:solidFill>
                <a:latin typeface="Arial"/>
                <a:ea typeface="Arial"/>
                <a:cs typeface="Arial"/>
                <a:sym typeface="Arial"/>
              </a:rPr>
              <a:t>De-emphasize the Bad News</a:t>
            </a:r>
            <a:endParaRPr/>
          </a:p>
        </p:txBody>
      </p:sp>
      <p:sp>
        <p:nvSpPr>
          <p:cNvPr descr="Newsprint" id="288" name="Google Shape;288;p14"/>
          <p:cNvSpPr txBox="1"/>
          <p:nvPr/>
        </p:nvSpPr>
        <p:spPr>
          <a:xfrm>
            <a:off x="1143000" y="3098800"/>
            <a:ext cx="6858000" cy="762000"/>
          </a:xfrm>
          <a:prstGeom prst="rect">
            <a:avLst/>
          </a:prstGeom>
          <a:blipFill rotWithShape="1">
            <a:blip r:embed="rId3">
              <a:alphaModFix/>
            </a:blip>
            <a:tile algn="tl" flip="none" tx="0" sx="100000" ty="0" sy="100000"/>
          </a:blipFill>
          <a:ln>
            <a:noFill/>
          </a:ln>
          <a:effectLst>
            <a:outerShdw blurRad="63500" dir="2700000" dist="17960">
              <a:srgbClr val="959595"/>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Use a Conditional Statement </a:t>
            </a:r>
            <a:r>
              <a:rPr b="0" i="0" lang="en-US" sz="2400" u="none">
                <a:solidFill>
                  <a:schemeClr val="dk1"/>
                </a:solidFill>
                <a:latin typeface="Times New Roman"/>
                <a:ea typeface="Times New Roman"/>
                <a:cs typeface="Times New Roman"/>
                <a:sym typeface="Times New Roman"/>
              </a:rPr>
              <a:t>(</a:t>
            </a:r>
            <a:r>
              <a:rPr b="0" i="1" lang="en-US" sz="2400" u="none">
                <a:solidFill>
                  <a:schemeClr val="dk1"/>
                </a:solidFill>
                <a:latin typeface="Times New Roman"/>
                <a:ea typeface="Times New Roman"/>
                <a:cs typeface="Times New Roman"/>
                <a:sym typeface="Times New Roman"/>
              </a:rPr>
              <a:t>if</a:t>
            </a:r>
            <a:r>
              <a:rPr b="0" i="0" lang="en-US" sz="2400" u="none">
                <a:solidFill>
                  <a:schemeClr val="dk1"/>
                </a:solidFill>
                <a:latin typeface="Times New Roman"/>
                <a:ea typeface="Times New Roman"/>
                <a:cs typeface="Times New Roman"/>
                <a:sym typeface="Times New Roman"/>
              </a:rPr>
              <a:t> or </a:t>
            </a:r>
            <a:r>
              <a:rPr b="0" i="1" lang="en-US" sz="2400" u="none">
                <a:solidFill>
                  <a:schemeClr val="dk1"/>
                </a:solidFill>
                <a:latin typeface="Times New Roman"/>
                <a:ea typeface="Times New Roman"/>
                <a:cs typeface="Times New Roman"/>
                <a:sym typeface="Times New Roman"/>
              </a:rPr>
              <a:t>when</a:t>
            </a:r>
            <a:r>
              <a:rPr b="0" i="0" lang="en-US" sz="2400" u="none">
                <a:solidFill>
                  <a:schemeClr val="dk1"/>
                </a:solidFill>
                <a:latin typeface="Times New Roman"/>
                <a:ea typeface="Times New Roman"/>
                <a:cs typeface="Times New Roman"/>
                <a:sym typeface="Times New Roman"/>
              </a:rPr>
              <a:t>) statement </a:t>
            </a:r>
            <a:endParaRPr/>
          </a:p>
        </p:txBody>
      </p:sp>
      <p:sp>
        <p:nvSpPr>
          <p:cNvPr descr="Newsprint" id="289" name="Google Shape;289;p14"/>
          <p:cNvSpPr txBox="1"/>
          <p:nvPr/>
        </p:nvSpPr>
        <p:spPr>
          <a:xfrm>
            <a:off x="1143000" y="4140200"/>
            <a:ext cx="6858000" cy="762000"/>
          </a:xfrm>
          <a:prstGeom prst="rect">
            <a:avLst/>
          </a:prstGeom>
          <a:blipFill rotWithShape="1">
            <a:blip r:embed="rId3">
              <a:alphaModFix/>
            </a:blip>
            <a:tile algn="tl" flip="none" tx="0" sx="100000" ty="0" sy="100000"/>
          </a:blipFill>
          <a:ln>
            <a:noFill/>
          </a:ln>
          <a:effectLst>
            <a:outerShdw blurRad="63500" dir="2700000" dist="17960">
              <a:srgbClr val="959595"/>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Focus on the Positive </a:t>
            </a:r>
            <a:endParaRPr/>
          </a:p>
          <a:p>
            <a:pPr indent="0" lvl="0" marL="0" marR="0" rtl="0" algn="ctr">
              <a:lnSpc>
                <a:spcPct val="100000"/>
              </a:lnSpc>
              <a:spcBef>
                <a:spcPts val="0"/>
              </a:spcBef>
              <a:spcAft>
                <a:spcPts val="0"/>
              </a:spcAft>
              <a:buClr>
                <a:schemeClr val="dk1"/>
              </a:buClr>
              <a:buSzPts val="1800"/>
              <a:buFont typeface="Times New Roman"/>
              <a:buNone/>
            </a:pPr>
            <a:r>
              <a:rPr b="0" i="0" lang="en-US" sz="1800" u="none">
                <a:solidFill>
                  <a:schemeClr val="dk1"/>
                </a:solidFill>
                <a:latin typeface="Times New Roman"/>
                <a:ea typeface="Times New Roman"/>
                <a:cs typeface="Times New Roman"/>
                <a:sym typeface="Times New Roman"/>
              </a:rPr>
              <a:t>(What you did do, can do, or will do rather than what you did not do, </a:t>
            </a:r>
            <a:endParaRPr/>
          </a:p>
          <a:p>
            <a:pPr indent="0" lvl="0" marL="0" marR="0" rtl="0" algn="ctr">
              <a:lnSpc>
                <a:spcPct val="100000"/>
              </a:lnSpc>
              <a:spcBef>
                <a:spcPts val="0"/>
              </a:spcBef>
              <a:spcAft>
                <a:spcPts val="0"/>
              </a:spcAft>
              <a:buClr>
                <a:schemeClr val="dk1"/>
              </a:buClr>
              <a:buSzPts val="1800"/>
              <a:buFont typeface="Times New Roman"/>
              <a:buNone/>
            </a:pPr>
            <a:r>
              <a:rPr b="0" i="0" lang="en-US" sz="1800" u="none">
                <a:solidFill>
                  <a:schemeClr val="dk1"/>
                </a:solidFill>
                <a:latin typeface="Times New Roman"/>
                <a:ea typeface="Times New Roman"/>
                <a:cs typeface="Times New Roman"/>
                <a:sym typeface="Times New Roman"/>
              </a:rPr>
              <a:t>cannot do, or will not do)</a:t>
            </a:r>
            <a:endParaRPr/>
          </a:p>
        </p:txBody>
      </p:sp>
      <p:sp>
        <p:nvSpPr>
          <p:cNvPr descr="Newsprint" id="290" name="Google Shape;290;p14"/>
          <p:cNvSpPr txBox="1"/>
          <p:nvPr/>
        </p:nvSpPr>
        <p:spPr>
          <a:xfrm>
            <a:off x="1143000" y="5181600"/>
            <a:ext cx="6858000" cy="762000"/>
          </a:xfrm>
          <a:prstGeom prst="rect">
            <a:avLst/>
          </a:prstGeom>
          <a:blipFill rotWithShape="1">
            <a:blip r:embed="rId3">
              <a:alphaModFix/>
            </a:blip>
            <a:tile algn="tl" flip="none" tx="0" sx="100000" ty="0" sy="100000"/>
          </a:blipFill>
          <a:ln>
            <a:noFill/>
          </a:ln>
          <a:effectLst>
            <a:outerShdw blurRad="63500" dir="2700000" dist="17960">
              <a:srgbClr val="959595"/>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2400"/>
              <a:buFont typeface="Arial"/>
              <a:buNone/>
            </a:pPr>
            <a:r>
              <a:rPr b="1" i="0" lang="en-US" sz="2400" u="none">
                <a:solidFill>
                  <a:srgbClr val="FF0000"/>
                </a:solidFill>
                <a:latin typeface="Arial"/>
                <a:ea typeface="Arial"/>
                <a:cs typeface="Arial"/>
                <a:sym typeface="Arial"/>
              </a:rPr>
              <a:t>BUT!!! </a:t>
            </a:r>
            <a:r>
              <a:rPr b="1" i="0" lang="en-US" sz="2400" u="none">
                <a:solidFill>
                  <a:schemeClr val="dk1"/>
                </a:solidFill>
                <a:latin typeface="Arial"/>
                <a:ea typeface="Arial"/>
                <a:cs typeface="Arial"/>
                <a:sym typeface="Arial"/>
              </a:rPr>
              <a:t>Avoid Overly Blunt Language </a:t>
            </a:r>
            <a:endParaRPr/>
          </a:p>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(Negative message must be clear!)</a:t>
            </a:r>
            <a:endParaRPr/>
          </a:p>
        </p:txBody>
      </p:sp>
    </p:spTree>
  </p:cSld>
  <p:clrMapOvr>
    <a:masterClrMapping/>
  </p:clrMapOvr>
  <p:transition spd="slow">
    <p:fade thruBlk="1"/>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15"/>
          <p:cNvSpPr txBox="1"/>
          <p:nvPr>
            <p:ph type="title"/>
          </p:nvPr>
        </p:nvSpPr>
        <p:spPr>
          <a:xfrm>
            <a:off x="381000" y="0"/>
            <a:ext cx="8229600" cy="1143000"/>
          </a:xfrm>
          <a:prstGeom prst="rect">
            <a:avLst/>
          </a:prstGeom>
          <a:solidFill>
            <a:srgbClr val="000099"/>
          </a:solidFill>
          <a:ln cap="flat" cmpd="sng" w="9525">
            <a:solidFill>
              <a:schemeClr val="dk1"/>
            </a:solidFill>
            <a:prstDash val="solid"/>
            <a:miter lim="524288"/>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rtl="0" algn="ctr">
              <a:lnSpc>
                <a:spcPct val="120000"/>
              </a:lnSpc>
              <a:spcBef>
                <a:spcPts val="0"/>
              </a:spcBef>
              <a:spcAft>
                <a:spcPts val="0"/>
              </a:spcAft>
              <a:buClr>
                <a:schemeClr val="lt1"/>
              </a:buClr>
              <a:buSzPts val="4000"/>
              <a:buFont typeface="Tahoma"/>
              <a:buNone/>
            </a:pPr>
            <a:r>
              <a:rPr b="1" i="0" lang="en-US" sz="4000" u="none">
                <a:solidFill>
                  <a:schemeClr val="lt1"/>
                </a:solidFill>
                <a:latin typeface="Tahoma"/>
                <a:ea typeface="Tahoma"/>
                <a:cs typeface="Tahoma"/>
                <a:sym typeface="Tahoma"/>
              </a:rPr>
              <a:t>Close With Confidence</a:t>
            </a:r>
            <a:endParaRPr/>
          </a:p>
        </p:txBody>
      </p:sp>
      <p:sp>
        <p:nvSpPr>
          <p:cNvPr id="297" name="Google Shape;297;p15"/>
          <p:cNvSpPr txBox="1"/>
          <p:nvPr/>
        </p:nvSpPr>
        <p:spPr>
          <a:xfrm>
            <a:off x="312737" y="1225550"/>
            <a:ext cx="8610600" cy="5632450"/>
          </a:xfrm>
          <a:prstGeom prst="rect">
            <a:avLst/>
          </a:prstGeom>
          <a:noFill/>
          <a:ln>
            <a:noFill/>
          </a:ln>
        </p:spPr>
        <p:txBody>
          <a:bodyPr anchorCtr="0" anchor="t" bIns="45700" lIns="91425" spcFirstLastPara="1" rIns="91425" wrap="square" tIns="45700">
            <a:spAutoFit/>
          </a:bodyPr>
          <a:lstStyle/>
          <a:p>
            <a:pPr indent="-342900" lvl="0" marL="342900" marR="0" rtl="0" algn="l">
              <a:lnSpc>
                <a:spcPct val="150000"/>
              </a:lnSpc>
              <a:spcBef>
                <a:spcPts val="0"/>
              </a:spcBef>
              <a:spcAft>
                <a:spcPts val="0"/>
              </a:spcAft>
              <a:buClr>
                <a:schemeClr val="dk1"/>
              </a:buClr>
              <a:buSzPts val="2000"/>
              <a:buFont typeface="Arial"/>
              <a:buChar char="•"/>
            </a:pPr>
            <a:r>
              <a:rPr b="1" i="0" lang="en-US" sz="2000" u="none">
                <a:solidFill>
                  <a:schemeClr val="dk1"/>
                </a:solidFill>
                <a:latin typeface="Arial"/>
                <a:ea typeface="Arial"/>
                <a:cs typeface="Arial"/>
                <a:sym typeface="Arial"/>
              </a:rPr>
              <a:t>Keep it positive. </a:t>
            </a:r>
            <a:r>
              <a:rPr b="0" i="0" lang="en-US" sz="2000" u="none">
                <a:solidFill>
                  <a:schemeClr val="dk1"/>
                </a:solidFill>
                <a:latin typeface="Arial"/>
                <a:ea typeface="Arial"/>
                <a:cs typeface="Arial"/>
                <a:sym typeface="Arial"/>
              </a:rPr>
              <a:t>Don't refer to, repeat, or apologize for the bad news, and refrain from expressing any doubt that your reasons will be accepted (avoid statements such as </a:t>
            </a:r>
            <a:r>
              <a:rPr b="0" i="0" lang="en-US" sz="2000" u="none">
                <a:solidFill>
                  <a:srgbClr val="FF0000"/>
                </a:solidFill>
                <a:latin typeface="Arial"/>
                <a:ea typeface="Arial"/>
                <a:cs typeface="Arial"/>
                <a:sym typeface="Arial"/>
              </a:rPr>
              <a:t>"I trust our decision is satisfactory"</a:t>
            </a:r>
            <a:r>
              <a:rPr b="0" i="0" lang="en-US" sz="2000" u="none">
                <a:solidFill>
                  <a:schemeClr val="dk1"/>
                </a:solidFill>
                <a:latin typeface="Arial"/>
                <a:ea typeface="Arial"/>
                <a:cs typeface="Arial"/>
                <a:sym typeface="Arial"/>
              </a:rPr>
              <a:t>).</a:t>
            </a:r>
            <a:endParaRPr/>
          </a:p>
          <a:p>
            <a:pPr indent="-342900" lvl="0" marL="342900" marR="0" rtl="0" algn="l">
              <a:lnSpc>
                <a:spcPct val="150000"/>
              </a:lnSpc>
              <a:spcBef>
                <a:spcPts val="0"/>
              </a:spcBef>
              <a:spcAft>
                <a:spcPts val="0"/>
              </a:spcAft>
              <a:buClr>
                <a:schemeClr val="dk1"/>
              </a:buClr>
              <a:buSzPts val="2000"/>
              <a:buFont typeface="Arial"/>
              <a:buChar char="•"/>
            </a:pPr>
            <a:r>
              <a:rPr b="1" i="0" lang="en-US" sz="2000" u="none">
                <a:solidFill>
                  <a:schemeClr val="dk1"/>
                </a:solidFill>
                <a:latin typeface="Arial"/>
                <a:ea typeface="Arial"/>
                <a:cs typeface="Arial"/>
                <a:sym typeface="Arial"/>
              </a:rPr>
              <a:t>Limit future correspondence. </a:t>
            </a:r>
            <a:r>
              <a:rPr b="0" i="0" lang="en-US" sz="2000" u="none">
                <a:solidFill>
                  <a:schemeClr val="dk1"/>
                </a:solidFill>
                <a:latin typeface="Arial"/>
                <a:ea typeface="Arial"/>
                <a:cs typeface="Arial"/>
                <a:sym typeface="Arial"/>
              </a:rPr>
              <a:t>Encourage additional communication only if you're willing to discuss your decision further (avoid wording such as </a:t>
            </a:r>
            <a:r>
              <a:rPr b="0" i="0" lang="en-US" sz="2000" u="none">
                <a:solidFill>
                  <a:srgbClr val="FF0000"/>
                </a:solidFill>
                <a:latin typeface="Arial"/>
                <a:ea typeface="Arial"/>
                <a:cs typeface="Arial"/>
                <a:sym typeface="Arial"/>
              </a:rPr>
              <a:t>"If you have further questions, please write").</a:t>
            </a:r>
            <a:endParaRPr/>
          </a:p>
          <a:p>
            <a:pPr indent="-342900" lvl="0" marL="342900" marR="0" rtl="0" algn="l">
              <a:lnSpc>
                <a:spcPct val="150000"/>
              </a:lnSpc>
              <a:spcBef>
                <a:spcPts val="0"/>
              </a:spcBef>
              <a:spcAft>
                <a:spcPts val="0"/>
              </a:spcAft>
              <a:buClr>
                <a:schemeClr val="dk1"/>
              </a:buClr>
              <a:buSzPts val="2000"/>
              <a:buFont typeface="Arial"/>
              <a:buChar char="•"/>
            </a:pPr>
            <a:r>
              <a:rPr b="1" i="0" lang="en-US" sz="2000" u="none">
                <a:solidFill>
                  <a:schemeClr val="dk1"/>
                </a:solidFill>
                <a:latin typeface="Arial"/>
                <a:ea typeface="Arial"/>
                <a:cs typeface="Arial"/>
                <a:sym typeface="Arial"/>
              </a:rPr>
              <a:t>Be optimistic about the future. </a:t>
            </a:r>
            <a:r>
              <a:rPr b="0" i="0" lang="en-US" sz="2000" u="none">
                <a:solidFill>
                  <a:schemeClr val="dk1"/>
                </a:solidFill>
                <a:latin typeface="Arial"/>
                <a:ea typeface="Arial"/>
                <a:cs typeface="Arial"/>
                <a:sym typeface="Arial"/>
              </a:rPr>
              <a:t>Don’t anticipate problems (avoid statements such as </a:t>
            </a:r>
            <a:r>
              <a:rPr b="0" i="0" lang="en-US" sz="2000" u="none">
                <a:solidFill>
                  <a:srgbClr val="FF0000"/>
                </a:solidFill>
                <a:latin typeface="Arial"/>
                <a:ea typeface="Arial"/>
                <a:cs typeface="Arial"/>
                <a:sym typeface="Arial"/>
              </a:rPr>
              <a:t>"Should you have further problems, please let us know"</a:t>
            </a:r>
            <a:r>
              <a:rPr b="0" i="0" lang="en-US" sz="2000" u="none">
                <a:solidFill>
                  <a:schemeClr val="dk1"/>
                </a:solidFill>
                <a:latin typeface="Arial"/>
                <a:ea typeface="Arial"/>
                <a:cs typeface="Arial"/>
                <a:sym typeface="Arial"/>
              </a:rPr>
              <a:t>).</a:t>
            </a:r>
            <a:endParaRPr/>
          </a:p>
          <a:p>
            <a:pPr indent="-342900" lvl="0" marL="342900" marR="0" rtl="0" algn="l">
              <a:lnSpc>
                <a:spcPct val="150000"/>
              </a:lnSpc>
              <a:spcBef>
                <a:spcPts val="0"/>
              </a:spcBef>
              <a:spcAft>
                <a:spcPts val="0"/>
              </a:spcAft>
              <a:buClr>
                <a:schemeClr val="dk1"/>
              </a:buClr>
              <a:buSzPts val="2000"/>
              <a:buFont typeface="Arial"/>
              <a:buChar char="•"/>
            </a:pPr>
            <a:r>
              <a:rPr b="1" i="0" lang="en-US" sz="2000" u="none">
                <a:solidFill>
                  <a:schemeClr val="dk1"/>
                </a:solidFill>
                <a:latin typeface="Arial"/>
                <a:ea typeface="Arial"/>
                <a:cs typeface="Arial"/>
                <a:sym typeface="Arial"/>
              </a:rPr>
              <a:t>Be sincere. </a:t>
            </a:r>
            <a:r>
              <a:rPr b="0" i="0" lang="en-US" sz="2000" u="none">
                <a:solidFill>
                  <a:schemeClr val="dk1"/>
                </a:solidFill>
                <a:latin typeface="Arial"/>
                <a:ea typeface="Arial"/>
                <a:cs typeface="Arial"/>
                <a:sym typeface="Arial"/>
              </a:rPr>
              <a:t>Steer clear of clichés that are insincere in view of the bad news (avoid saying, </a:t>
            </a:r>
            <a:r>
              <a:rPr b="0" i="0" lang="en-US" sz="2000" u="none">
                <a:solidFill>
                  <a:srgbClr val="FF0000"/>
                </a:solidFill>
                <a:latin typeface="Arial"/>
                <a:ea typeface="Arial"/>
                <a:cs typeface="Arial"/>
                <a:sym typeface="Arial"/>
              </a:rPr>
              <a:t>"If we can be of any help, please contact us</a:t>
            </a:r>
            <a:r>
              <a:rPr b="0" i="0" lang="en-US" sz="2000" u="none">
                <a:solidFill>
                  <a:schemeClr val="dk1"/>
                </a:solidFill>
                <a:latin typeface="Arial"/>
                <a:ea typeface="Arial"/>
                <a:cs typeface="Arial"/>
                <a:sym typeface="Arial"/>
              </a:rPr>
              <a:t>").</a:t>
            </a:r>
            <a:endParaRPr/>
          </a:p>
        </p:txBody>
      </p:sp>
    </p:spTree>
  </p:cSld>
  <p:clrMapOvr>
    <a:masterClrMapping/>
  </p:clrMapOvr>
  <p:transition spd="slow">
    <p:fade thruBlk="1"/>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16"/>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 Prentice Hall, 2004</a:t>
            </a:r>
            <a:endParaRPr/>
          </a:p>
        </p:txBody>
      </p:sp>
      <p:sp>
        <p:nvSpPr>
          <p:cNvPr id="304" name="Google Shape;304;p16"/>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305" name="Google Shape;305;p16"/>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8 - </a:t>
            </a:r>
            <a:fld id="{00000000-1234-1234-1234-123412341234}" type="slidenum">
              <a:rPr b="1" i="0" lang="en-US" sz="1200" u="none">
                <a:solidFill>
                  <a:schemeClr val="dk1"/>
                </a:solidFill>
                <a:latin typeface="Arial"/>
                <a:ea typeface="Arial"/>
                <a:cs typeface="Arial"/>
                <a:sym typeface="Arial"/>
              </a:rPr>
              <a:t>‹#›</a:t>
            </a:fld>
            <a:endParaRPr/>
          </a:p>
        </p:txBody>
      </p:sp>
      <p:sp>
        <p:nvSpPr>
          <p:cNvPr id="306" name="Google Shape;306;p16"/>
          <p:cNvSpPr txBox="1"/>
          <p:nvPr/>
        </p:nvSpPr>
        <p:spPr>
          <a:xfrm>
            <a:off x="457200" y="2819400"/>
            <a:ext cx="8229600" cy="3352800"/>
          </a:xfrm>
          <a:prstGeom prst="rect">
            <a:avLst/>
          </a:prstGeom>
          <a:solidFill>
            <a:srgbClr val="F8F8F8"/>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07" name="Google Shape;307;p16"/>
          <p:cNvSpPr txBox="1"/>
          <p:nvPr>
            <p:ph type="title"/>
          </p:nvPr>
        </p:nvSpPr>
        <p:spPr>
          <a:xfrm>
            <a:off x="457200" y="381000"/>
            <a:ext cx="8229600" cy="2438400"/>
          </a:xfrm>
          <a:prstGeom prst="rect">
            <a:avLst/>
          </a:prstGeom>
          <a:solidFill>
            <a:srgbClr val="003300"/>
          </a:solid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5400"/>
              <a:buFont typeface="Tahoma"/>
              <a:buNone/>
            </a:pPr>
            <a:r>
              <a:rPr b="1" i="0" lang="en-US" sz="5400" u="none">
                <a:solidFill>
                  <a:schemeClr val="lt1"/>
                </a:solidFill>
                <a:latin typeface="Tahoma"/>
                <a:ea typeface="Tahoma"/>
                <a:cs typeface="Tahoma"/>
                <a:sym typeface="Tahoma"/>
              </a:rPr>
              <a:t>Writing Bad-News Messages</a:t>
            </a:r>
            <a:endParaRPr/>
          </a:p>
        </p:txBody>
      </p:sp>
      <p:sp>
        <p:nvSpPr>
          <p:cNvPr id="308" name="Google Shape;308;p16"/>
          <p:cNvSpPr txBox="1"/>
          <p:nvPr>
            <p:ph idx="1" type="body"/>
          </p:nvPr>
        </p:nvSpPr>
        <p:spPr>
          <a:xfrm>
            <a:off x="457200" y="3048000"/>
            <a:ext cx="4495800" cy="2971800"/>
          </a:xfrm>
          <a:prstGeom prst="rect">
            <a:avLst/>
          </a:prstGeom>
          <a:noFill/>
          <a:ln>
            <a:noFill/>
          </a:ln>
        </p:spPr>
        <p:txBody>
          <a:bodyPr anchorCtr="0" anchor="t" bIns="45700" lIns="91425" spcFirstLastPara="1" rIns="91425" wrap="square" tIns="45700">
            <a:noAutofit/>
          </a:bodyPr>
          <a:lstStyle/>
          <a:p>
            <a:pPr indent="-342900" lvl="0" marL="342900" rtl="0" algn="l">
              <a:lnSpc>
                <a:spcPct val="130000"/>
              </a:lnSpc>
              <a:spcBef>
                <a:spcPts val="0"/>
              </a:spcBef>
              <a:spcAft>
                <a:spcPts val="0"/>
              </a:spcAft>
              <a:buClr>
                <a:schemeClr val="dk1"/>
              </a:buClr>
              <a:buSzPts val="3200"/>
              <a:buFont typeface="Arial"/>
              <a:buChar char="•"/>
            </a:pPr>
            <a:r>
              <a:rPr b="1" i="0" lang="en-US" sz="3200" u="none">
                <a:solidFill>
                  <a:schemeClr val="dk1"/>
                </a:solidFill>
                <a:latin typeface="Arial"/>
                <a:ea typeface="Arial"/>
                <a:cs typeface="Arial"/>
                <a:sym typeface="Arial"/>
              </a:rPr>
              <a:t>Routine requests</a:t>
            </a:r>
            <a:endParaRPr/>
          </a:p>
          <a:p>
            <a:pPr indent="-342900" lvl="0" marL="342900" rtl="0" algn="l">
              <a:lnSpc>
                <a:spcPct val="130000"/>
              </a:lnSpc>
              <a:spcBef>
                <a:spcPts val="640"/>
              </a:spcBef>
              <a:spcAft>
                <a:spcPts val="0"/>
              </a:spcAft>
              <a:buClr>
                <a:schemeClr val="dk1"/>
              </a:buClr>
              <a:buSzPts val="3200"/>
              <a:buFont typeface="Arial"/>
              <a:buChar char="•"/>
            </a:pPr>
            <a:r>
              <a:rPr b="1" i="0" lang="en-US" sz="3200" u="none">
                <a:solidFill>
                  <a:schemeClr val="dk1"/>
                </a:solidFill>
                <a:latin typeface="Arial"/>
                <a:ea typeface="Arial"/>
                <a:cs typeface="Arial"/>
                <a:sym typeface="Arial"/>
              </a:rPr>
              <a:t>Organizational news</a:t>
            </a:r>
            <a:endParaRPr/>
          </a:p>
          <a:p>
            <a:pPr indent="-342900" lvl="0" marL="342900" rtl="0" algn="l">
              <a:lnSpc>
                <a:spcPct val="130000"/>
              </a:lnSpc>
              <a:spcBef>
                <a:spcPts val="640"/>
              </a:spcBef>
              <a:spcAft>
                <a:spcPts val="0"/>
              </a:spcAft>
              <a:buClr>
                <a:schemeClr val="dk1"/>
              </a:buClr>
              <a:buSzPts val="3200"/>
              <a:buFont typeface="Arial"/>
              <a:buChar char="•"/>
            </a:pPr>
            <a:r>
              <a:rPr b="1" i="0" lang="en-US" sz="3200" u="none">
                <a:solidFill>
                  <a:schemeClr val="dk1"/>
                </a:solidFill>
                <a:latin typeface="Arial"/>
                <a:ea typeface="Arial"/>
                <a:cs typeface="Arial"/>
                <a:sym typeface="Arial"/>
              </a:rPr>
              <a:t>Employment information</a:t>
            </a:r>
            <a:endParaRPr/>
          </a:p>
          <a:p>
            <a:pPr indent="-139700" lvl="0" marL="342900" rtl="0" algn="l">
              <a:spcBef>
                <a:spcPts val="64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pic>
        <p:nvPicPr>
          <p:cNvPr descr="M:\PFiles\MSOffice\Clipart\standard\stddir3\pe01729_.wmf" id="309" name="Google Shape;309;p16"/>
          <p:cNvPicPr preferRelativeResize="0"/>
          <p:nvPr/>
        </p:nvPicPr>
        <p:blipFill rotWithShape="1">
          <a:blip r:embed="rId3">
            <a:alphaModFix/>
          </a:blip>
          <a:srcRect b="0" l="0" r="0" t="0"/>
          <a:stretch/>
        </p:blipFill>
        <p:spPr>
          <a:xfrm>
            <a:off x="4511675" y="3276600"/>
            <a:ext cx="4175125" cy="2895600"/>
          </a:xfrm>
          <a:prstGeom prst="rect">
            <a:avLst/>
          </a:prstGeom>
          <a:noFill/>
          <a:ln>
            <a:noFill/>
          </a:ln>
        </p:spPr>
      </p:pic>
    </p:spTree>
  </p:cSld>
  <p:clrMapOvr>
    <a:masterClrMapping/>
  </p:clrMapOvr>
  <p:transition spd="slow">
    <p:split/>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17"/>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 Prentice Hall, 2004</a:t>
            </a:r>
            <a:endParaRPr/>
          </a:p>
        </p:txBody>
      </p:sp>
      <p:sp>
        <p:nvSpPr>
          <p:cNvPr id="316" name="Google Shape;316;p17"/>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317" name="Google Shape;317;p17"/>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8 - </a:t>
            </a:r>
            <a:fld id="{00000000-1234-1234-1234-123412341234}" type="slidenum">
              <a:rPr b="1" i="0" lang="en-US" sz="1200" u="none">
                <a:solidFill>
                  <a:schemeClr val="dk1"/>
                </a:solidFill>
                <a:latin typeface="Arial"/>
                <a:ea typeface="Arial"/>
                <a:cs typeface="Arial"/>
                <a:sym typeface="Arial"/>
              </a:rPr>
              <a:t>‹#›</a:t>
            </a:fld>
            <a:endParaRPr/>
          </a:p>
        </p:txBody>
      </p:sp>
      <p:sp>
        <p:nvSpPr>
          <p:cNvPr id="318" name="Google Shape;318;p17"/>
          <p:cNvSpPr txBox="1"/>
          <p:nvPr/>
        </p:nvSpPr>
        <p:spPr>
          <a:xfrm>
            <a:off x="457200" y="2819400"/>
            <a:ext cx="8229600" cy="3352800"/>
          </a:xfrm>
          <a:prstGeom prst="rect">
            <a:avLst/>
          </a:prstGeom>
          <a:solidFill>
            <a:srgbClr val="003366"/>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19" name="Google Shape;319;p17"/>
          <p:cNvSpPr txBox="1"/>
          <p:nvPr/>
        </p:nvSpPr>
        <p:spPr>
          <a:xfrm>
            <a:off x="457200" y="381000"/>
            <a:ext cx="8229600" cy="2438400"/>
          </a:xfrm>
          <a:prstGeom prst="rect">
            <a:avLst/>
          </a:prstGeom>
          <a:solidFill>
            <a:srgbClr val="003366"/>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10000"/>
              </a:lnSpc>
              <a:spcBef>
                <a:spcPts val="0"/>
              </a:spcBef>
              <a:spcAft>
                <a:spcPts val="0"/>
              </a:spcAft>
              <a:buClr>
                <a:schemeClr val="lt1"/>
              </a:buClr>
              <a:buSzPts val="5400"/>
              <a:buFont typeface="Tahoma"/>
              <a:buNone/>
            </a:pPr>
            <a:r>
              <a:rPr b="1" i="0" lang="en-US" sz="5400" u="none">
                <a:solidFill>
                  <a:schemeClr val="lt1"/>
                </a:solidFill>
                <a:latin typeface="Tahoma"/>
                <a:ea typeface="Tahoma"/>
                <a:cs typeface="Tahoma"/>
                <a:sym typeface="Tahoma"/>
              </a:rPr>
              <a:t>Routine</a:t>
            </a:r>
            <a:br>
              <a:rPr b="1" i="0" lang="en-US" sz="5400" u="none">
                <a:solidFill>
                  <a:schemeClr val="lt1"/>
                </a:solidFill>
                <a:latin typeface="Tahoma"/>
                <a:ea typeface="Tahoma"/>
                <a:cs typeface="Tahoma"/>
                <a:sym typeface="Tahoma"/>
              </a:rPr>
            </a:br>
            <a:r>
              <a:rPr b="1" i="0" lang="en-US" sz="5400" u="none">
                <a:solidFill>
                  <a:schemeClr val="lt1"/>
                </a:solidFill>
                <a:latin typeface="Tahoma"/>
                <a:ea typeface="Tahoma"/>
                <a:cs typeface="Tahoma"/>
                <a:sym typeface="Tahoma"/>
              </a:rPr>
              <a:t>Workplace Requests</a:t>
            </a:r>
            <a:endParaRPr/>
          </a:p>
        </p:txBody>
      </p:sp>
      <p:sp>
        <p:nvSpPr>
          <p:cNvPr id="320" name="Google Shape;320;p17"/>
          <p:cNvSpPr txBox="1"/>
          <p:nvPr/>
        </p:nvSpPr>
        <p:spPr>
          <a:xfrm>
            <a:off x="646112" y="3124200"/>
            <a:ext cx="3773487" cy="2768600"/>
          </a:xfrm>
          <a:prstGeom prst="rect">
            <a:avLst/>
          </a:prstGeom>
          <a:solidFill>
            <a:srgbClr val="003366"/>
          </a:solidFill>
          <a:ln cap="flat" cmpd="sng" w="9525">
            <a:solidFill>
              <a:schemeClr val="dk1"/>
            </a:solidFill>
            <a:prstDash val="solid"/>
            <a:miter lim="800000"/>
            <a:headEnd len="sm" w="sm" type="none"/>
            <a:tailEnd len="sm" w="sm" type="none"/>
          </a:ln>
          <a:effectLst>
            <a:outerShdw blurRad="63500" dir="2700000" dist="107763">
              <a:schemeClr val="dk1"/>
            </a:outerShdw>
          </a:effectLst>
        </p:spPr>
        <p:txBody>
          <a:bodyPr anchorCtr="0" anchor="ctr" bIns="45700" lIns="91425" spcFirstLastPara="1" rIns="91425" wrap="square" tIns="45700">
            <a:noAutofit/>
          </a:bodyPr>
          <a:lstStyle/>
          <a:p>
            <a:pPr indent="0" lvl="0" marL="0" marR="0" rtl="0" algn="ctr">
              <a:lnSpc>
                <a:spcPct val="110000"/>
              </a:lnSpc>
              <a:spcBef>
                <a:spcPts val="0"/>
              </a:spcBef>
              <a:spcAft>
                <a:spcPts val="0"/>
              </a:spcAft>
              <a:buClr>
                <a:schemeClr val="lt1"/>
              </a:buClr>
              <a:buSzPts val="4000"/>
              <a:buFont typeface="Tahoma"/>
              <a:buNone/>
            </a:pPr>
            <a:r>
              <a:rPr b="1" i="0" lang="en-US" sz="4000" u="none">
                <a:solidFill>
                  <a:schemeClr val="lt1"/>
                </a:solidFill>
                <a:latin typeface="Tahoma"/>
                <a:ea typeface="Tahoma"/>
                <a:cs typeface="Tahoma"/>
                <a:sym typeface="Tahoma"/>
              </a:rPr>
              <a:t>Business</a:t>
            </a:r>
            <a:endParaRPr/>
          </a:p>
          <a:p>
            <a:pPr indent="0" lvl="0" marL="0" marR="0" rtl="0" algn="ctr">
              <a:lnSpc>
                <a:spcPct val="110000"/>
              </a:lnSpc>
              <a:spcBef>
                <a:spcPts val="0"/>
              </a:spcBef>
              <a:spcAft>
                <a:spcPts val="0"/>
              </a:spcAft>
              <a:buClr>
                <a:schemeClr val="lt1"/>
              </a:buClr>
              <a:buSzPts val="4000"/>
              <a:buFont typeface="Tahoma"/>
              <a:buNone/>
            </a:pPr>
            <a:r>
              <a:rPr b="1" i="0" lang="en-US" sz="4000" u="none">
                <a:solidFill>
                  <a:schemeClr val="lt1"/>
                </a:solidFill>
                <a:latin typeface="Tahoma"/>
                <a:ea typeface="Tahoma"/>
                <a:cs typeface="Tahoma"/>
                <a:sym typeface="Tahoma"/>
              </a:rPr>
              <a:t>Information</a:t>
            </a:r>
            <a:endParaRPr/>
          </a:p>
        </p:txBody>
      </p:sp>
      <p:sp>
        <p:nvSpPr>
          <p:cNvPr id="321" name="Google Shape;321;p17"/>
          <p:cNvSpPr txBox="1"/>
          <p:nvPr/>
        </p:nvSpPr>
        <p:spPr>
          <a:xfrm>
            <a:off x="4724400" y="3124200"/>
            <a:ext cx="3773487" cy="2768600"/>
          </a:xfrm>
          <a:prstGeom prst="rect">
            <a:avLst/>
          </a:prstGeom>
          <a:solidFill>
            <a:srgbClr val="003366"/>
          </a:solidFill>
          <a:ln cap="flat" cmpd="sng" w="9525">
            <a:solidFill>
              <a:schemeClr val="dk1"/>
            </a:solidFill>
            <a:prstDash val="solid"/>
            <a:miter lim="800000"/>
            <a:headEnd len="sm" w="sm" type="none"/>
            <a:tailEnd len="sm" w="sm" type="none"/>
          </a:ln>
          <a:effectLst>
            <a:outerShdw blurRad="63500" dir="2700000" dist="107763">
              <a:schemeClr val="dk1"/>
            </a:outerShdw>
          </a:effectLst>
        </p:spPr>
        <p:txBody>
          <a:bodyPr anchorCtr="0" anchor="ctr" bIns="45700" lIns="91425" spcFirstLastPara="1" rIns="91425" wrap="square" tIns="45700">
            <a:noAutofit/>
          </a:bodyPr>
          <a:lstStyle/>
          <a:p>
            <a:pPr indent="0" lvl="0" marL="0" marR="0" rtl="0" algn="ctr">
              <a:lnSpc>
                <a:spcPct val="110000"/>
              </a:lnSpc>
              <a:spcBef>
                <a:spcPts val="0"/>
              </a:spcBef>
              <a:spcAft>
                <a:spcPts val="0"/>
              </a:spcAft>
              <a:buClr>
                <a:schemeClr val="lt1"/>
              </a:buClr>
              <a:buSzPts val="4000"/>
              <a:buFont typeface="Tahoma"/>
              <a:buNone/>
            </a:pPr>
            <a:r>
              <a:rPr b="1" i="0" lang="en-US" sz="4000" u="none">
                <a:solidFill>
                  <a:schemeClr val="lt1"/>
                </a:solidFill>
                <a:latin typeface="Tahoma"/>
                <a:ea typeface="Tahoma"/>
                <a:cs typeface="Tahoma"/>
                <a:sym typeface="Tahoma"/>
              </a:rPr>
              <a:t>Invitations</a:t>
            </a:r>
            <a:endParaRPr/>
          </a:p>
          <a:p>
            <a:pPr indent="0" lvl="0" marL="0" marR="0" rtl="0" algn="ctr">
              <a:lnSpc>
                <a:spcPct val="110000"/>
              </a:lnSpc>
              <a:spcBef>
                <a:spcPts val="0"/>
              </a:spcBef>
              <a:spcAft>
                <a:spcPts val="0"/>
              </a:spcAft>
              <a:buClr>
                <a:schemeClr val="lt1"/>
              </a:buClr>
              <a:buSzPts val="4000"/>
              <a:buFont typeface="Tahoma"/>
              <a:buNone/>
            </a:pPr>
            <a:r>
              <a:rPr b="1" i="0" lang="en-US" sz="4000" u="none">
                <a:solidFill>
                  <a:schemeClr val="lt1"/>
                </a:solidFill>
                <a:latin typeface="Tahoma"/>
                <a:ea typeface="Tahoma"/>
                <a:cs typeface="Tahoma"/>
                <a:sym typeface="Tahoma"/>
              </a:rPr>
              <a:t>and Favors</a:t>
            </a:r>
            <a:endParaRPr/>
          </a:p>
        </p:txBody>
      </p:sp>
    </p:spTree>
  </p:cSld>
  <p:clrMapOvr>
    <a:masterClrMapping/>
  </p:clrMapOvr>
  <p:transition spd="slow">
    <p:split/>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18"/>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 Prentice Hall, 2004</a:t>
            </a:r>
            <a:endParaRPr/>
          </a:p>
        </p:txBody>
      </p:sp>
      <p:sp>
        <p:nvSpPr>
          <p:cNvPr id="327" name="Google Shape;327;p18"/>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328" name="Google Shape;328;p18"/>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8 - </a:t>
            </a:r>
            <a:fld id="{00000000-1234-1234-1234-123412341234}" type="slidenum">
              <a:rPr b="1" i="0" lang="en-US" sz="1200" u="none">
                <a:solidFill>
                  <a:schemeClr val="dk1"/>
                </a:solidFill>
                <a:latin typeface="Arial"/>
                <a:ea typeface="Arial"/>
                <a:cs typeface="Arial"/>
                <a:sym typeface="Arial"/>
              </a:rPr>
              <a:t>‹#›</a:t>
            </a:fld>
            <a:endParaRPr/>
          </a:p>
        </p:txBody>
      </p:sp>
      <p:pic>
        <p:nvPicPr>
          <p:cNvPr id="329" name="Google Shape;329;p18"/>
          <p:cNvPicPr preferRelativeResize="0"/>
          <p:nvPr/>
        </p:nvPicPr>
        <p:blipFill rotWithShape="1">
          <a:blip r:embed="rId3">
            <a:alphaModFix/>
          </a:blip>
          <a:srcRect b="0" l="0" r="0" t="0"/>
          <a:stretch/>
        </p:blipFill>
        <p:spPr>
          <a:xfrm>
            <a:off x="1066800" y="-17462"/>
            <a:ext cx="7123112" cy="6654800"/>
          </a:xfrm>
          <a:prstGeom prst="rect">
            <a:avLst/>
          </a:prstGeom>
          <a:noFill/>
          <a:ln>
            <a:noFill/>
          </a:ln>
          <a:effectLst>
            <a:outerShdw blurRad="63500" dir="2700000" dist="17960">
              <a:srgbClr val="007A5C"/>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19"/>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 Prentice Hall, 2004</a:t>
            </a:r>
            <a:endParaRPr/>
          </a:p>
        </p:txBody>
      </p:sp>
      <p:sp>
        <p:nvSpPr>
          <p:cNvPr id="336" name="Google Shape;336;p19"/>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337" name="Google Shape;337;p19"/>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8 - </a:t>
            </a:r>
            <a:fld id="{00000000-1234-1234-1234-123412341234}" type="slidenum">
              <a:rPr b="1" i="0" lang="en-US" sz="1200" u="none">
                <a:solidFill>
                  <a:schemeClr val="dk1"/>
                </a:solidFill>
                <a:latin typeface="Arial"/>
                <a:ea typeface="Arial"/>
                <a:cs typeface="Arial"/>
                <a:sym typeface="Arial"/>
              </a:rPr>
              <a:t>‹#›</a:t>
            </a:fld>
            <a:endParaRPr/>
          </a:p>
        </p:txBody>
      </p:sp>
      <p:sp>
        <p:nvSpPr>
          <p:cNvPr id="338" name="Google Shape;338;p19"/>
          <p:cNvSpPr txBox="1"/>
          <p:nvPr>
            <p:ph type="title"/>
          </p:nvPr>
        </p:nvSpPr>
        <p:spPr>
          <a:xfrm>
            <a:off x="457200" y="381000"/>
            <a:ext cx="8229600" cy="2057400"/>
          </a:xfrm>
          <a:prstGeom prst="rect">
            <a:avLst/>
          </a:prstGeom>
          <a:solidFill>
            <a:srgbClr val="A50021"/>
          </a:solid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5400"/>
              <a:buFont typeface="Tahoma"/>
              <a:buNone/>
            </a:pPr>
            <a:r>
              <a:rPr b="1" i="0" lang="en-US" sz="5400" u="none">
                <a:solidFill>
                  <a:schemeClr val="lt1"/>
                </a:solidFill>
                <a:latin typeface="Tahoma"/>
                <a:ea typeface="Tahoma"/>
                <a:cs typeface="Tahoma"/>
                <a:sym typeface="Tahoma"/>
              </a:rPr>
              <a:t>The Status of Orders</a:t>
            </a:r>
            <a:endParaRPr/>
          </a:p>
        </p:txBody>
      </p:sp>
      <p:sp>
        <p:nvSpPr>
          <p:cNvPr id="339" name="Google Shape;339;p19"/>
          <p:cNvSpPr txBox="1"/>
          <p:nvPr/>
        </p:nvSpPr>
        <p:spPr>
          <a:xfrm>
            <a:off x="457200" y="2438400"/>
            <a:ext cx="8229600" cy="3733800"/>
          </a:xfrm>
          <a:prstGeom prst="rect">
            <a:avLst/>
          </a:prstGeom>
          <a:solidFill>
            <a:srgbClr val="A5002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40" name="Google Shape;340;p19"/>
          <p:cNvSpPr/>
          <p:nvPr/>
        </p:nvSpPr>
        <p:spPr>
          <a:xfrm>
            <a:off x="685800" y="2644775"/>
            <a:ext cx="3810000" cy="3375025"/>
          </a:xfrm>
          <a:prstGeom prst="rightArrow">
            <a:avLst>
              <a:gd fmla="val 50000" name="adj1"/>
              <a:gd fmla="val 50000" name="adj2"/>
            </a:avLst>
          </a:prstGeom>
          <a:solidFill>
            <a:srgbClr val="A50021"/>
          </a:solidFill>
          <a:ln cap="flat" cmpd="sng" w="9525">
            <a:solidFill>
              <a:schemeClr val="dk1"/>
            </a:solidFill>
            <a:prstDash val="solid"/>
            <a:miter lim="800000"/>
            <a:headEnd len="sm" w="sm" type="none"/>
            <a:tailEnd len="sm" w="sm" type="none"/>
          </a:ln>
          <a:effectLst>
            <a:outerShdw blurRad="63500" dir="8100000" dist="107763">
              <a:schemeClr val="dk1"/>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3200"/>
              <a:buFont typeface="Tahoma"/>
              <a:buNone/>
            </a:pPr>
            <a:r>
              <a:rPr b="1" i="0" lang="en-US" sz="3200" u="none">
                <a:solidFill>
                  <a:schemeClr val="lt1"/>
                </a:solidFill>
                <a:latin typeface="Tahoma"/>
                <a:ea typeface="Tahoma"/>
                <a:cs typeface="Tahoma"/>
                <a:sym typeface="Tahoma"/>
              </a:rPr>
              <a:t>Ship Part</a:t>
            </a:r>
            <a:endParaRPr/>
          </a:p>
          <a:p>
            <a:pPr indent="0" lvl="0" marL="0" marR="0" rtl="0" algn="ctr">
              <a:lnSpc>
                <a:spcPct val="100000"/>
              </a:lnSpc>
              <a:spcBef>
                <a:spcPts val="0"/>
              </a:spcBef>
              <a:spcAft>
                <a:spcPts val="0"/>
              </a:spcAft>
              <a:buClr>
                <a:schemeClr val="lt1"/>
              </a:buClr>
              <a:buSzPts val="3200"/>
              <a:buFont typeface="Tahoma"/>
              <a:buNone/>
            </a:pPr>
            <a:r>
              <a:rPr b="1" i="0" lang="en-US" sz="3200" u="none">
                <a:solidFill>
                  <a:schemeClr val="lt1"/>
                </a:solidFill>
                <a:latin typeface="Tahoma"/>
                <a:ea typeface="Tahoma"/>
                <a:cs typeface="Tahoma"/>
                <a:sym typeface="Tahoma"/>
              </a:rPr>
              <a:t>of the Order</a:t>
            </a:r>
            <a:endParaRPr/>
          </a:p>
        </p:txBody>
      </p:sp>
      <p:sp>
        <p:nvSpPr>
          <p:cNvPr id="341" name="Google Shape;341;p19"/>
          <p:cNvSpPr/>
          <p:nvPr/>
        </p:nvSpPr>
        <p:spPr>
          <a:xfrm flipH="1">
            <a:off x="4648200" y="2644775"/>
            <a:ext cx="3810000" cy="3375025"/>
          </a:xfrm>
          <a:prstGeom prst="rightArrow">
            <a:avLst>
              <a:gd fmla="val 50000" name="adj1"/>
              <a:gd fmla="val 50000" name="adj2"/>
            </a:avLst>
          </a:prstGeom>
          <a:solidFill>
            <a:srgbClr val="A50021"/>
          </a:solidFill>
          <a:ln cap="flat" cmpd="sng" w="9525">
            <a:solidFill>
              <a:schemeClr val="dk1"/>
            </a:solidFill>
            <a:prstDash val="solid"/>
            <a:miter lim="800000"/>
            <a:headEnd len="sm" w="sm" type="none"/>
            <a:tailEnd len="sm" w="sm" type="none"/>
          </a:ln>
          <a:effectLst>
            <a:outerShdw blurRad="63500" dir="2700000" dist="107763">
              <a:schemeClr val="dk1"/>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3200"/>
              <a:buFont typeface="Tahoma"/>
              <a:buNone/>
            </a:pPr>
            <a:r>
              <a:rPr b="1" i="0" lang="en-US" sz="3200" u="none">
                <a:solidFill>
                  <a:schemeClr val="lt1"/>
                </a:solidFill>
                <a:latin typeface="Tahoma"/>
                <a:ea typeface="Tahoma"/>
                <a:cs typeface="Tahoma"/>
                <a:sym typeface="Tahoma"/>
              </a:rPr>
              <a:t>Ship None</a:t>
            </a:r>
            <a:endParaRPr/>
          </a:p>
          <a:p>
            <a:pPr indent="0" lvl="0" marL="0" marR="0" rtl="0" algn="ctr">
              <a:lnSpc>
                <a:spcPct val="100000"/>
              </a:lnSpc>
              <a:spcBef>
                <a:spcPts val="0"/>
              </a:spcBef>
              <a:spcAft>
                <a:spcPts val="0"/>
              </a:spcAft>
              <a:buClr>
                <a:schemeClr val="lt1"/>
              </a:buClr>
              <a:buSzPts val="3200"/>
              <a:buFont typeface="Tahoma"/>
              <a:buNone/>
            </a:pPr>
            <a:r>
              <a:rPr b="1" i="0" lang="en-US" sz="3200" u="none">
                <a:solidFill>
                  <a:schemeClr val="lt1"/>
                </a:solidFill>
                <a:latin typeface="Tahoma"/>
                <a:ea typeface="Tahoma"/>
                <a:cs typeface="Tahoma"/>
                <a:sym typeface="Tahoma"/>
              </a:rPr>
              <a:t>of the Order</a:t>
            </a:r>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40"/>
                                        </p:tgtEl>
                                        <p:attrNameLst>
                                          <p:attrName>style.visibility</p:attrName>
                                        </p:attrNameLst>
                                      </p:cBhvr>
                                      <p:to>
                                        <p:strVal val="visible"/>
                                      </p:to>
                                    </p:set>
                                    <p:animEffect filter="fade" transition="in">
                                      <p:cBhvr>
                                        <p:cTn dur="500"/>
                                        <p:tgtEl>
                                          <p:spTgt spid="34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41"/>
                                        </p:tgtEl>
                                        <p:attrNameLst>
                                          <p:attrName>style.visibility</p:attrName>
                                        </p:attrNameLst>
                                      </p:cBhvr>
                                      <p:to>
                                        <p:strVal val="visible"/>
                                      </p:to>
                                    </p:set>
                                    <p:animEffect filter="fade" transition="in">
                                      <p:cBhvr>
                                        <p:cTn dur="500"/>
                                        <p:tgtEl>
                                          <p:spTgt spid="34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20"/>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 Prentice Hall, 2004</a:t>
            </a:r>
            <a:endParaRPr/>
          </a:p>
        </p:txBody>
      </p:sp>
      <p:sp>
        <p:nvSpPr>
          <p:cNvPr id="347" name="Google Shape;347;p20"/>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348" name="Google Shape;348;p20"/>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8 - </a:t>
            </a:r>
            <a:fld id="{00000000-1234-1234-1234-123412341234}" type="slidenum">
              <a:rPr b="1" i="0" lang="en-US" sz="1200" u="none">
                <a:solidFill>
                  <a:schemeClr val="dk1"/>
                </a:solidFill>
                <a:latin typeface="Arial"/>
                <a:ea typeface="Arial"/>
                <a:cs typeface="Arial"/>
                <a:sym typeface="Arial"/>
              </a:rPr>
              <a:t>‹#›</a:t>
            </a:fld>
            <a:endParaRPr/>
          </a:p>
        </p:txBody>
      </p:sp>
      <p:pic>
        <p:nvPicPr>
          <p:cNvPr id="349" name="Google Shape;349;p20"/>
          <p:cNvPicPr preferRelativeResize="0"/>
          <p:nvPr/>
        </p:nvPicPr>
        <p:blipFill rotWithShape="1">
          <a:blip r:embed="rId3">
            <a:alphaModFix/>
          </a:blip>
          <a:srcRect b="0" l="0" r="0" t="0"/>
          <a:stretch/>
        </p:blipFill>
        <p:spPr>
          <a:xfrm>
            <a:off x="1085850" y="434975"/>
            <a:ext cx="6972300" cy="5953125"/>
          </a:xfrm>
          <a:prstGeom prst="rect">
            <a:avLst/>
          </a:prstGeom>
          <a:noFill/>
          <a:ln>
            <a:noFill/>
          </a:ln>
          <a:effectLst>
            <a:outerShdw blurRad="63500" dir="2700000" dist="17960">
              <a:srgbClr val="007A5C"/>
            </a:outerShdw>
          </a:effectLst>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21"/>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 Prentice Hall, 2004</a:t>
            </a:r>
            <a:endParaRPr/>
          </a:p>
        </p:txBody>
      </p:sp>
      <p:sp>
        <p:nvSpPr>
          <p:cNvPr id="356" name="Google Shape;356;p21"/>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357" name="Google Shape;357;p21"/>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8 - </a:t>
            </a:r>
            <a:fld id="{00000000-1234-1234-1234-123412341234}" type="slidenum">
              <a:rPr b="1" i="0" lang="en-US" sz="1200" u="none">
                <a:solidFill>
                  <a:schemeClr val="dk1"/>
                </a:solidFill>
                <a:latin typeface="Arial"/>
                <a:ea typeface="Arial"/>
                <a:cs typeface="Arial"/>
                <a:sym typeface="Arial"/>
              </a:rPr>
              <a:t>‹#›</a:t>
            </a:fld>
            <a:endParaRPr/>
          </a:p>
        </p:txBody>
      </p:sp>
      <p:sp>
        <p:nvSpPr>
          <p:cNvPr descr="Recycled paper" id="358" name="Google Shape;358;p21"/>
          <p:cNvSpPr txBox="1"/>
          <p:nvPr/>
        </p:nvSpPr>
        <p:spPr>
          <a:xfrm>
            <a:off x="4572000" y="2667000"/>
            <a:ext cx="4114800" cy="3505200"/>
          </a:xfrm>
          <a:prstGeom prst="rect">
            <a:avLst/>
          </a:prstGeom>
          <a:blipFill rotWithShape="1">
            <a:blip r:embed="rId3">
              <a:alphaModFix/>
            </a:blip>
            <a:stretch>
              <a:fillRect b="0" l="0" r="0" t="0"/>
            </a:stretch>
          </a:blip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descr="Recycled paper" id="359" name="Google Shape;359;p21"/>
          <p:cNvSpPr txBox="1"/>
          <p:nvPr/>
        </p:nvSpPr>
        <p:spPr>
          <a:xfrm>
            <a:off x="457200" y="2667000"/>
            <a:ext cx="4114800" cy="3505200"/>
          </a:xfrm>
          <a:prstGeom prst="rect">
            <a:avLst/>
          </a:prstGeom>
          <a:blipFill rotWithShape="1">
            <a:blip r:embed="rId3">
              <a:alphaModFix/>
            </a:blip>
            <a:stretch>
              <a:fillRect b="0" l="0" r="0" t="0"/>
            </a:stretch>
          </a:blip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60" name="Google Shape;360;p21"/>
          <p:cNvSpPr txBox="1"/>
          <p:nvPr>
            <p:ph type="title"/>
          </p:nvPr>
        </p:nvSpPr>
        <p:spPr>
          <a:xfrm>
            <a:off x="457200" y="381000"/>
            <a:ext cx="8229600" cy="1371600"/>
          </a:xfrm>
          <a:prstGeom prst="rect">
            <a:avLst/>
          </a:prstGeom>
          <a:solidFill>
            <a:srgbClr val="663300"/>
          </a:solid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400"/>
              <a:buFont typeface="Tahoma"/>
              <a:buNone/>
            </a:pPr>
            <a:r>
              <a:rPr b="1" i="0" lang="en-US" sz="4400" u="none">
                <a:solidFill>
                  <a:schemeClr val="lt1"/>
                </a:solidFill>
                <a:latin typeface="Tahoma"/>
                <a:ea typeface="Tahoma"/>
                <a:cs typeface="Tahoma"/>
                <a:sym typeface="Tahoma"/>
              </a:rPr>
              <a:t>Claims and Adjustments</a:t>
            </a:r>
            <a:endParaRPr/>
          </a:p>
        </p:txBody>
      </p:sp>
      <p:sp>
        <p:nvSpPr>
          <p:cNvPr descr="Recycled paper" id="361" name="Google Shape;361;p21"/>
          <p:cNvSpPr txBox="1"/>
          <p:nvPr/>
        </p:nvSpPr>
        <p:spPr>
          <a:xfrm>
            <a:off x="457200" y="1752600"/>
            <a:ext cx="4114800" cy="914400"/>
          </a:xfrm>
          <a:prstGeom prst="rect">
            <a:avLst/>
          </a:prstGeom>
          <a:blipFill rotWithShape="1">
            <a:blip r:embed="rId3">
              <a:alphaModFix/>
            </a:blip>
            <a:stretch>
              <a:fillRect b="0" l="0" r="0" t="0"/>
            </a:stretch>
          </a:blip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Tahoma"/>
              <a:buNone/>
            </a:pPr>
            <a:r>
              <a:rPr b="1" i="0" lang="en-US" sz="2800" u="none">
                <a:solidFill>
                  <a:schemeClr val="dk1"/>
                </a:solidFill>
                <a:latin typeface="Tahoma"/>
                <a:ea typeface="Tahoma"/>
                <a:cs typeface="Tahoma"/>
                <a:sym typeface="Tahoma"/>
              </a:rPr>
              <a:t>Things to Employ</a:t>
            </a:r>
            <a:endParaRPr/>
          </a:p>
        </p:txBody>
      </p:sp>
      <p:sp>
        <p:nvSpPr>
          <p:cNvPr descr="Recycled paper" id="362" name="Google Shape;362;p21"/>
          <p:cNvSpPr txBox="1"/>
          <p:nvPr/>
        </p:nvSpPr>
        <p:spPr>
          <a:xfrm>
            <a:off x="4572000" y="1752600"/>
            <a:ext cx="4114800" cy="914400"/>
          </a:xfrm>
          <a:prstGeom prst="rect">
            <a:avLst/>
          </a:prstGeom>
          <a:blipFill rotWithShape="1">
            <a:blip r:embed="rId3">
              <a:alphaModFix/>
            </a:blip>
            <a:stretch>
              <a:fillRect b="0" l="0" r="0" t="0"/>
            </a:stretch>
          </a:blip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Tahoma"/>
              <a:buNone/>
            </a:pPr>
            <a:r>
              <a:rPr b="1" i="0" lang="en-US" sz="2800" u="none">
                <a:solidFill>
                  <a:schemeClr val="dk1"/>
                </a:solidFill>
                <a:latin typeface="Tahoma"/>
                <a:ea typeface="Tahoma"/>
                <a:cs typeface="Tahoma"/>
                <a:sym typeface="Tahoma"/>
              </a:rPr>
              <a:t>Things to Avoid</a:t>
            </a:r>
            <a:endParaRPr/>
          </a:p>
        </p:txBody>
      </p:sp>
      <p:sp>
        <p:nvSpPr>
          <p:cNvPr descr="Recycled paper" id="363" name="Google Shape;363;p21"/>
          <p:cNvSpPr txBox="1"/>
          <p:nvPr/>
        </p:nvSpPr>
        <p:spPr>
          <a:xfrm>
            <a:off x="4789487" y="2743200"/>
            <a:ext cx="3679825" cy="733425"/>
          </a:xfrm>
          <a:prstGeom prst="rect">
            <a:avLst/>
          </a:prstGeom>
          <a:blipFill rotWithShape="1">
            <a:blip r:embed="rId3">
              <a:alphaModFix/>
            </a:blip>
            <a:stretch>
              <a:fillRect b="0" l="0" r="0" t="0"/>
            </a:stretch>
          </a:blipFill>
          <a:ln>
            <a:noFill/>
          </a:ln>
          <a:effectLst>
            <a:outerShdw blurRad="63500" dir="2700000" dist="17960">
              <a:srgbClr val="999999"/>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Tahoma"/>
              <a:buNone/>
            </a:pPr>
            <a:r>
              <a:rPr b="1" i="0" lang="en-US" sz="2000" u="none">
                <a:solidFill>
                  <a:schemeClr val="dk1"/>
                </a:solidFill>
                <a:latin typeface="Tahoma"/>
                <a:ea typeface="Tahoma"/>
                <a:cs typeface="Tahoma"/>
                <a:sym typeface="Tahoma"/>
              </a:rPr>
              <a:t>Accepting Blame</a:t>
            </a:r>
            <a:endParaRPr/>
          </a:p>
        </p:txBody>
      </p:sp>
      <p:sp>
        <p:nvSpPr>
          <p:cNvPr descr="Recycled paper" id="364" name="Google Shape;364;p21"/>
          <p:cNvSpPr txBox="1"/>
          <p:nvPr/>
        </p:nvSpPr>
        <p:spPr>
          <a:xfrm>
            <a:off x="4789487" y="3616325"/>
            <a:ext cx="3679825" cy="731837"/>
          </a:xfrm>
          <a:prstGeom prst="rect">
            <a:avLst/>
          </a:prstGeom>
          <a:blipFill rotWithShape="1">
            <a:blip r:embed="rId3">
              <a:alphaModFix/>
            </a:blip>
            <a:stretch>
              <a:fillRect b="0" l="0" r="0" t="0"/>
            </a:stretch>
          </a:blipFill>
          <a:ln>
            <a:noFill/>
          </a:ln>
          <a:effectLst>
            <a:outerShdw blurRad="63500" dir="2700000" dist="17960">
              <a:srgbClr val="999999"/>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Tahoma"/>
              <a:buNone/>
            </a:pPr>
            <a:r>
              <a:rPr b="1" i="0" lang="en-US" sz="2000" u="none">
                <a:solidFill>
                  <a:schemeClr val="dk1"/>
                </a:solidFill>
                <a:latin typeface="Tahoma"/>
                <a:ea typeface="Tahoma"/>
                <a:cs typeface="Tahoma"/>
                <a:sym typeface="Tahoma"/>
              </a:rPr>
              <a:t>Accusations</a:t>
            </a:r>
            <a:endParaRPr/>
          </a:p>
        </p:txBody>
      </p:sp>
      <p:sp>
        <p:nvSpPr>
          <p:cNvPr descr="Recycled paper" id="365" name="Google Shape;365;p21"/>
          <p:cNvSpPr txBox="1"/>
          <p:nvPr/>
        </p:nvSpPr>
        <p:spPr>
          <a:xfrm>
            <a:off x="4789487" y="4489450"/>
            <a:ext cx="3679825" cy="733425"/>
          </a:xfrm>
          <a:prstGeom prst="rect">
            <a:avLst/>
          </a:prstGeom>
          <a:blipFill rotWithShape="1">
            <a:blip r:embed="rId3">
              <a:alphaModFix/>
            </a:blip>
            <a:stretch>
              <a:fillRect b="0" l="0" r="0" t="0"/>
            </a:stretch>
          </a:blipFill>
          <a:ln>
            <a:noFill/>
          </a:ln>
          <a:effectLst>
            <a:outerShdw blurRad="63500" dir="2700000" dist="17960">
              <a:srgbClr val="999999"/>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Tahoma"/>
              <a:buNone/>
            </a:pPr>
            <a:r>
              <a:rPr b="1" i="0" lang="en-US" sz="2000" u="none">
                <a:solidFill>
                  <a:schemeClr val="dk1"/>
                </a:solidFill>
                <a:latin typeface="Tahoma"/>
                <a:ea typeface="Tahoma"/>
                <a:cs typeface="Tahoma"/>
                <a:sym typeface="Tahoma"/>
              </a:rPr>
              <a:t>Negative Language</a:t>
            </a:r>
            <a:endParaRPr/>
          </a:p>
        </p:txBody>
      </p:sp>
      <p:sp>
        <p:nvSpPr>
          <p:cNvPr descr="Recycled paper" id="366" name="Google Shape;366;p21"/>
          <p:cNvSpPr txBox="1"/>
          <p:nvPr/>
        </p:nvSpPr>
        <p:spPr>
          <a:xfrm>
            <a:off x="4789487" y="5364162"/>
            <a:ext cx="3679825" cy="731837"/>
          </a:xfrm>
          <a:prstGeom prst="rect">
            <a:avLst/>
          </a:prstGeom>
          <a:blipFill rotWithShape="1">
            <a:blip r:embed="rId3">
              <a:alphaModFix/>
            </a:blip>
            <a:stretch>
              <a:fillRect b="0" l="0" r="0" t="0"/>
            </a:stretch>
          </a:blipFill>
          <a:ln>
            <a:noFill/>
          </a:ln>
          <a:effectLst>
            <a:outerShdw blurRad="63500" dir="2700000" dist="17960">
              <a:srgbClr val="999999"/>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Tahoma"/>
              <a:buNone/>
            </a:pPr>
            <a:r>
              <a:rPr b="1" i="0" lang="en-US" sz="2000" u="none">
                <a:solidFill>
                  <a:schemeClr val="dk1"/>
                </a:solidFill>
                <a:latin typeface="Tahoma"/>
                <a:ea typeface="Tahoma"/>
                <a:cs typeface="Tahoma"/>
                <a:sym typeface="Tahoma"/>
              </a:rPr>
              <a:t>Defamation (Calling a </a:t>
            </a:r>
            <a:endParaRPr/>
          </a:p>
          <a:p>
            <a:pPr indent="0" lvl="0" marL="0" marR="0" rtl="0" algn="ctr">
              <a:lnSpc>
                <a:spcPct val="100000"/>
              </a:lnSpc>
              <a:spcBef>
                <a:spcPts val="0"/>
              </a:spcBef>
              <a:spcAft>
                <a:spcPts val="0"/>
              </a:spcAft>
              <a:buClr>
                <a:schemeClr val="dk1"/>
              </a:buClr>
              <a:buSzPts val="2000"/>
              <a:buFont typeface="Tahoma"/>
              <a:buNone/>
            </a:pPr>
            <a:r>
              <a:rPr b="1" i="0" lang="en-US" sz="2000" u="none">
                <a:solidFill>
                  <a:schemeClr val="dk1"/>
                </a:solidFill>
                <a:latin typeface="Tahoma"/>
                <a:ea typeface="Tahoma"/>
                <a:cs typeface="Tahoma"/>
                <a:sym typeface="Tahoma"/>
              </a:rPr>
              <a:t>person fraud!)</a:t>
            </a:r>
            <a:endParaRPr/>
          </a:p>
        </p:txBody>
      </p:sp>
      <p:sp>
        <p:nvSpPr>
          <p:cNvPr descr="Recycled paper" id="367" name="Google Shape;367;p21"/>
          <p:cNvSpPr txBox="1"/>
          <p:nvPr/>
        </p:nvSpPr>
        <p:spPr>
          <a:xfrm>
            <a:off x="674687" y="2743200"/>
            <a:ext cx="3679825" cy="733425"/>
          </a:xfrm>
          <a:prstGeom prst="rect">
            <a:avLst/>
          </a:prstGeom>
          <a:blipFill rotWithShape="1">
            <a:blip r:embed="rId3">
              <a:alphaModFix/>
            </a:blip>
            <a:stretch>
              <a:fillRect b="0" l="0" r="0" t="0"/>
            </a:stretch>
          </a:blipFill>
          <a:ln>
            <a:noFill/>
          </a:ln>
          <a:effectLst>
            <a:outerShdw blurRad="63500" dir="2700000" dist="17960">
              <a:srgbClr val="999999"/>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Tahoma"/>
              <a:buNone/>
            </a:pPr>
            <a:r>
              <a:rPr b="1" i="0" lang="en-US" sz="2000" u="none">
                <a:solidFill>
                  <a:schemeClr val="dk1"/>
                </a:solidFill>
                <a:latin typeface="Tahoma"/>
                <a:ea typeface="Tahoma"/>
                <a:cs typeface="Tahoma"/>
                <a:sym typeface="Tahoma"/>
              </a:rPr>
              <a:t>Courtesy and Tact</a:t>
            </a:r>
            <a:endParaRPr/>
          </a:p>
        </p:txBody>
      </p:sp>
      <p:sp>
        <p:nvSpPr>
          <p:cNvPr descr="Recycled paper" id="368" name="Google Shape;368;p21"/>
          <p:cNvSpPr txBox="1"/>
          <p:nvPr/>
        </p:nvSpPr>
        <p:spPr>
          <a:xfrm>
            <a:off x="674687" y="3616325"/>
            <a:ext cx="3679825" cy="731837"/>
          </a:xfrm>
          <a:prstGeom prst="rect">
            <a:avLst/>
          </a:prstGeom>
          <a:blipFill rotWithShape="1">
            <a:blip r:embed="rId3">
              <a:alphaModFix/>
            </a:blip>
            <a:stretch>
              <a:fillRect b="0" l="0" r="0" t="0"/>
            </a:stretch>
          </a:blipFill>
          <a:ln>
            <a:noFill/>
          </a:ln>
          <a:effectLst>
            <a:outerShdw blurRad="63500" dir="2700000" dist="17960">
              <a:srgbClr val="999999"/>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Tahoma"/>
              <a:buNone/>
            </a:pPr>
            <a:r>
              <a:rPr b="1" i="0" lang="en-US" sz="2000" u="none">
                <a:solidFill>
                  <a:schemeClr val="dk1"/>
                </a:solidFill>
                <a:latin typeface="Tahoma"/>
                <a:ea typeface="Tahoma"/>
                <a:cs typeface="Tahoma"/>
                <a:sym typeface="Tahoma"/>
              </a:rPr>
              <a:t>Indirect Approach</a:t>
            </a:r>
            <a:endParaRPr/>
          </a:p>
        </p:txBody>
      </p:sp>
      <p:sp>
        <p:nvSpPr>
          <p:cNvPr descr="Recycled paper" id="369" name="Google Shape;369;p21"/>
          <p:cNvSpPr txBox="1"/>
          <p:nvPr/>
        </p:nvSpPr>
        <p:spPr>
          <a:xfrm>
            <a:off x="674687" y="4489450"/>
            <a:ext cx="3679825" cy="733425"/>
          </a:xfrm>
          <a:prstGeom prst="rect">
            <a:avLst/>
          </a:prstGeom>
          <a:blipFill rotWithShape="1">
            <a:blip r:embed="rId3">
              <a:alphaModFix/>
            </a:blip>
            <a:stretch>
              <a:fillRect b="0" l="0" r="0" t="0"/>
            </a:stretch>
          </a:blipFill>
          <a:ln>
            <a:noFill/>
          </a:ln>
          <a:effectLst>
            <a:outerShdw blurRad="63500" dir="2700000" dist="17960">
              <a:srgbClr val="999999"/>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Tahoma"/>
              <a:buNone/>
            </a:pPr>
            <a:r>
              <a:rPr b="1" i="0" lang="en-US" sz="2000" u="none">
                <a:solidFill>
                  <a:schemeClr val="dk1"/>
                </a:solidFill>
                <a:latin typeface="Tahoma"/>
                <a:ea typeface="Tahoma"/>
                <a:cs typeface="Tahoma"/>
                <a:sym typeface="Tahoma"/>
              </a:rPr>
              <a:t>Understanding</a:t>
            </a:r>
            <a:endParaRPr/>
          </a:p>
        </p:txBody>
      </p:sp>
      <p:sp>
        <p:nvSpPr>
          <p:cNvPr descr="Recycled paper" id="370" name="Google Shape;370;p21"/>
          <p:cNvSpPr txBox="1"/>
          <p:nvPr/>
        </p:nvSpPr>
        <p:spPr>
          <a:xfrm>
            <a:off x="674687" y="5364162"/>
            <a:ext cx="3679825" cy="731837"/>
          </a:xfrm>
          <a:prstGeom prst="rect">
            <a:avLst/>
          </a:prstGeom>
          <a:blipFill rotWithShape="1">
            <a:blip r:embed="rId3">
              <a:alphaModFix/>
            </a:blip>
            <a:stretch>
              <a:fillRect b="0" l="0" r="0" t="0"/>
            </a:stretch>
          </a:blipFill>
          <a:ln>
            <a:noFill/>
          </a:ln>
          <a:effectLst>
            <a:outerShdw blurRad="63500" dir="2700000" dist="17960">
              <a:srgbClr val="999999"/>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Tahoma"/>
              <a:buNone/>
            </a:pPr>
            <a:r>
              <a:rPr b="1" i="0" lang="en-US" sz="2000" u="none">
                <a:solidFill>
                  <a:schemeClr val="dk1"/>
                </a:solidFill>
                <a:latin typeface="Tahoma"/>
                <a:ea typeface="Tahoma"/>
                <a:cs typeface="Tahoma"/>
                <a:sym typeface="Tahoma"/>
              </a:rPr>
              <a:t>Possible Alternatives</a:t>
            </a:r>
            <a:endParaRPr/>
          </a:p>
        </p:txBody>
      </p:sp>
    </p:spTree>
  </p:cSld>
  <p:clrMapOvr>
    <a:masterClrMapping/>
  </p:clrMapOvr>
  <p:transition spd="slow">
    <p:wipe dir="d"/>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22"/>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 Prentice Hall, 2004</a:t>
            </a:r>
            <a:endParaRPr/>
          </a:p>
        </p:txBody>
      </p:sp>
      <p:sp>
        <p:nvSpPr>
          <p:cNvPr id="376" name="Google Shape;376;p22"/>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377" name="Google Shape;377;p22"/>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8 - </a:t>
            </a:r>
            <a:fld id="{00000000-1234-1234-1234-123412341234}" type="slidenum">
              <a:rPr b="1" i="0" lang="en-US" sz="1200" u="none">
                <a:solidFill>
                  <a:schemeClr val="dk1"/>
                </a:solidFill>
                <a:latin typeface="Arial"/>
                <a:ea typeface="Arial"/>
                <a:cs typeface="Arial"/>
                <a:sym typeface="Arial"/>
              </a:rPr>
              <a:t>‹#›</a:t>
            </a:fld>
            <a:endParaRPr/>
          </a:p>
        </p:txBody>
      </p:sp>
      <p:pic>
        <p:nvPicPr>
          <p:cNvPr id="378" name="Google Shape;378;p22"/>
          <p:cNvPicPr preferRelativeResize="0"/>
          <p:nvPr/>
        </p:nvPicPr>
        <p:blipFill rotWithShape="1">
          <a:blip r:embed="rId3">
            <a:alphaModFix/>
          </a:blip>
          <a:srcRect b="0" l="0" r="0" t="0"/>
          <a:stretch/>
        </p:blipFill>
        <p:spPr>
          <a:xfrm>
            <a:off x="304800" y="685800"/>
            <a:ext cx="8688387" cy="5638800"/>
          </a:xfrm>
          <a:prstGeom prst="rect">
            <a:avLst/>
          </a:prstGeom>
          <a:noFill/>
          <a:ln>
            <a:noFill/>
          </a:ln>
          <a:effectLst>
            <a:outerShdw blurRad="63500" dir="2700000" dist="17960">
              <a:srgbClr val="007A5C"/>
            </a:outerShdw>
          </a:effectLst>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23"/>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 Prentice Hall, 2004</a:t>
            </a:r>
            <a:endParaRPr/>
          </a:p>
        </p:txBody>
      </p:sp>
      <p:sp>
        <p:nvSpPr>
          <p:cNvPr id="385" name="Google Shape;385;p23"/>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386" name="Google Shape;386;p23"/>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8 - </a:t>
            </a:r>
            <a:fld id="{00000000-1234-1234-1234-123412341234}" type="slidenum">
              <a:rPr b="1" i="0" lang="en-US" sz="1200" u="none">
                <a:solidFill>
                  <a:schemeClr val="dk1"/>
                </a:solidFill>
                <a:latin typeface="Arial"/>
                <a:ea typeface="Arial"/>
                <a:cs typeface="Arial"/>
                <a:sym typeface="Arial"/>
              </a:rPr>
              <a:t>‹#›</a:t>
            </a:fld>
            <a:endParaRPr/>
          </a:p>
        </p:txBody>
      </p:sp>
      <p:sp>
        <p:nvSpPr>
          <p:cNvPr id="387" name="Google Shape;387;p23"/>
          <p:cNvSpPr txBox="1"/>
          <p:nvPr/>
        </p:nvSpPr>
        <p:spPr>
          <a:xfrm>
            <a:off x="457200" y="1828800"/>
            <a:ext cx="8229600" cy="434340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8" name="Google Shape;388;p23"/>
          <p:cNvSpPr txBox="1"/>
          <p:nvPr>
            <p:ph type="title"/>
          </p:nvPr>
        </p:nvSpPr>
        <p:spPr>
          <a:xfrm>
            <a:off x="457200" y="381000"/>
            <a:ext cx="8229600" cy="1447800"/>
          </a:xfrm>
          <a:prstGeom prst="rect">
            <a:avLst/>
          </a:prstGeom>
          <a:solidFill>
            <a:schemeClr val="dk1"/>
          </a:solid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5400"/>
              <a:buFont typeface="Tahoma"/>
              <a:buNone/>
            </a:pPr>
            <a:r>
              <a:rPr b="1" i="0" lang="en-US" sz="5400" u="none">
                <a:solidFill>
                  <a:schemeClr val="lt1"/>
                </a:solidFill>
                <a:latin typeface="Tahoma"/>
                <a:ea typeface="Tahoma"/>
                <a:cs typeface="Tahoma"/>
                <a:sym typeface="Tahoma"/>
              </a:rPr>
              <a:t>Organizational News</a:t>
            </a:r>
            <a:endParaRPr/>
          </a:p>
        </p:txBody>
      </p:sp>
      <p:sp>
        <p:nvSpPr>
          <p:cNvPr id="389" name="Google Shape;389;p23"/>
          <p:cNvSpPr txBox="1"/>
          <p:nvPr/>
        </p:nvSpPr>
        <p:spPr>
          <a:xfrm>
            <a:off x="4800600" y="2514600"/>
            <a:ext cx="3733800" cy="35814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0" name="Google Shape;390;p23"/>
          <p:cNvSpPr txBox="1"/>
          <p:nvPr/>
        </p:nvSpPr>
        <p:spPr>
          <a:xfrm>
            <a:off x="4572000" y="1828800"/>
            <a:ext cx="4114800" cy="685800"/>
          </a:xfrm>
          <a:prstGeom prst="rect">
            <a:avLst/>
          </a:prstGeom>
          <a:solidFill>
            <a:srgbClr val="F8F8F8"/>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200"/>
              <a:buFont typeface="Arial"/>
              <a:buNone/>
            </a:pPr>
            <a:r>
              <a:rPr b="1" i="0" lang="en-US" sz="3200" u="none">
                <a:solidFill>
                  <a:schemeClr val="dk1"/>
                </a:solidFill>
                <a:latin typeface="Arial"/>
                <a:ea typeface="Arial"/>
                <a:cs typeface="Arial"/>
                <a:sym typeface="Arial"/>
              </a:rPr>
              <a:t>Operations</a:t>
            </a:r>
            <a:endParaRPr/>
          </a:p>
        </p:txBody>
      </p:sp>
      <p:sp>
        <p:nvSpPr>
          <p:cNvPr id="391" name="Google Shape;391;p23"/>
          <p:cNvSpPr txBox="1"/>
          <p:nvPr/>
        </p:nvSpPr>
        <p:spPr>
          <a:xfrm>
            <a:off x="609600" y="2514600"/>
            <a:ext cx="3733800" cy="35814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2" name="Google Shape;392;p23"/>
          <p:cNvSpPr txBox="1"/>
          <p:nvPr/>
        </p:nvSpPr>
        <p:spPr>
          <a:xfrm>
            <a:off x="457200" y="1828800"/>
            <a:ext cx="4114800" cy="685800"/>
          </a:xfrm>
          <a:prstGeom prst="rect">
            <a:avLst/>
          </a:prstGeom>
          <a:solidFill>
            <a:srgbClr val="F8F8F8"/>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200"/>
              <a:buFont typeface="Arial"/>
              <a:buNone/>
            </a:pPr>
            <a:r>
              <a:rPr b="1" i="0" lang="en-US" sz="3200" u="none">
                <a:solidFill>
                  <a:schemeClr val="dk1"/>
                </a:solidFill>
                <a:latin typeface="Arial"/>
                <a:ea typeface="Arial"/>
                <a:cs typeface="Arial"/>
                <a:sym typeface="Arial"/>
              </a:rPr>
              <a:t>Products</a:t>
            </a:r>
            <a:endParaRPr/>
          </a:p>
        </p:txBody>
      </p:sp>
      <p:pic>
        <p:nvPicPr>
          <p:cNvPr descr="M:\PFiles\MSOffice\Clipart\standard\stddir2\bs00614_.wmf" id="393" name="Google Shape;393;p23"/>
          <p:cNvPicPr preferRelativeResize="0"/>
          <p:nvPr/>
        </p:nvPicPr>
        <p:blipFill rotWithShape="1">
          <a:blip r:embed="rId3">
            <a:alphaModFix/>
          </a:blip>
          <a:srcRect b="0" l="0" r="0" t="0"/>
          <a:stretch/>
        </p:blipFill>
        <p:spPr>
          <a:xfrm>
            <a:off x="4953000" y="2667000"/>
            <a:ext cx="3514725" cy="3429000"/>
          </a:xfrm>
          <a:prstGeom prst="rect">
            <a:avLst/>
          </a:prstGeom>
          <a:noFill/>
          <a:ln>
            <a:noFill/>
          </a:ln>
        </p:spPr>
      </p:pic>
      <p:grpSp>
        <p:nvGrpSpPr>
          <p:cNvPr id="394" name="Google Shape;394;p23"/>
          <p:cNvGrpSpPr/>
          <p:nvPr/>
        </p:nvGrpSpPr>
        <p:grpSpPr>
          <a:xfrm>
            <a:off x="733425" y="2590800"/>
            <a:ext cx="3457575" cy="3305175"/>
            <a:chOff x="764" y="1238"/>
            <a:chExt cx="1986" cy="1710"/>
          </a:xfrm>
        </p:grpSpPr>
        <p:sp>
          <p:nvSpPr>
            <p:cNvPr id="395" name="Google Shape;395;p23"/>
            <p:cNvSpPr/>
            <p:nvPr/>
          </p:nvSpPr>
          <p:spPr>
            <a:xfrm>
              <a:off x="788" y="1504"/>
              <a:ext cx="1917" cy="1405"/>
            </a:xfrm>
            <a:custGeom>
              <a:rect b="b" l="l" r="r" t="t"/>
              <a:pathLst>
                <a:path extrusionOk="0" h="2812" w="3832">
                  <a:moveTo>
                    <a:pt x="19" y="1413"/>
                  </a:moveTo>
                  <a:lnTo>
                    <a:pt x="0" y="2644"/>
                  </a:lnTo>
                  <a:lnTo>
                    <a:pt x="808" y="2718"/>
                  </a:lnTo>
                  <a:lnTo>
                    <a:pt x="2502" y="2812"/>
                  </a:lnTo>
                  <a:lnTo>
                    <a:pt x="3572" y="2718"/>
                  </a:lnTo>
                  <a:lnTo>
                    <a:pt x="3606" y="2519"/>
                  </a:lnTo>
                  <a:lnTo>
                    <a:pt x="3832" y="785"/>
                  </a:lnTo>
                  <a:lnTo>
                    <a:pt x="3828" y="61"/>
                  </a:lnTo>
                  <a:lnTo>
                    <a:pt x="3292" y="35"/>
                  </a:lnTo>
                  <a:lnTo>
                    <a:pt x="1975" y="27"/>
                  </a:lnTo>
                  <a:lnTo>
                    <a:pt x="998" y="29"/>
                  </a:lnTo>
                  <a:lnTo>
                    <a:pt x="17" y="0"/>
                  </a:lnTo>
                  <a:lnTo>
                    <a:pt x="19" y="1413"/>
                  </a:lnTo>
                  <a:close/>
                </a:path>
              </a:pathLst>
            </a:custGeom>
            <a:solidFill>
              <a:srgbClr val="FFFAF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6" name="Google Shape;396;p23"/>
            <p:cNvSpPr/>
            <p:nvPr/>
          </p:nvSpPr>
          <p:spPr>
            <a:xfrm>
              <a:off x="1190" y="1510"/>
              <a:ext cx="1395" cy="1349"/>
            </a:xfrm>
            <a:custGeom>
              <a:rect b="b" l="l" r="r" t="t"/>
              <a:pathLst>
                <a:path extrusionOk="0" h="2697" w="2789">
                  <a:moveTo>
                    <a:pt x="2789" y="45"/>
                  </a:moveTo>
                  <a:lnTo>
                    <a:pt x="1131" y="1864"/>
                  </a:lnTo>
                  <a:lnTo>
                    <a:pt x="1006" y="1925"/>
                  </a:lnTo>
                  <a:lnTo>
                    <a:pt x="865" y="1752"/>
                  </a:lnTo>
                  <a:lnTo>
                    <a:pt x="646" y="1505"/>
                  </a:lnTo>
                  <a:lnTo>
                    <a:pt x="340" y="2170"/>
                  </a:lnTo>
                  <a:lnTo>
                    <a:pt x="561" y="2463"/>
                  </a:lnTo>
                  <a:lnTo>
                    <a:pt x="751" y="2551"/>
                  </a:lnTo>
                  <a:lnTo>
                    <a:pt x="625" y="2697"/>
                  </a:lnTo>
                  <a:lnTo>
                    <a:pt x="59" y="2697"/>
                  </a:lnTo>
                  <a:lnTo>
                    <a:pt x="0" y="2319"/>
                  </a:lnTo>
                  <a:lnTo>
                    <a:pt x="340" y="1345"/>
                  </a:lnTo>
                  <a:lnTo>
                    <a:pt x="466" y="1159"/>
                  </a:lnTo>
                  <a:lnTo>
                    <a:pt x="1118" y="1298"/>
                  </a:lnTo>
                  <a:lnTo>
                    <a:pt x="2416" y="0"/>
                  </a:lnTo>
                  <a:lnTo>
                    <a:pt x="2789" y="45"/>
                  </a:lnTo>
                  <a:close/>
                </a:path>
              </a:pathLst>
            </a:custGeom>
            <a:solidFill>
              <a:srgbClr val="D1BAB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7" name="Google Shape;397;p23"/>
            <p:cNvSpPr/>
            <p:nvPr/>
          </p:nvSpPr>
          <p:spPr>
            <a:xfrm>
              <a:off x="1061" y="1767"/>
              <a:ext cx="1386" cy="962"/>
            </a:xfrm>
            <a:custGeom>
              <a:rect b="b" l="l" r="r" t="t"/>
              <a:pathLst>
                <a:path extrusionOk="0" h="1923" w="2772">
                  <a:moveTo>
                    <a:pt x="23" y="0"/>
                  </a:moveTo>
                  <a:lnTo>
                    <a:pt x="436" y="422"/>
                  </a:lnTo>
                  <a:lnTo>
                    <a:pt x="664" y="213"/>
                  </a:lnTo>
                  <a:lnTo>
                    <a:pt x="759" y="313"/>
                  </a:lnTo>
                  <a:lnTo>
                    <a:pt x="1097" y="705"/>
                  </a:lnTo>
                  <a:lnTo>
                    <a:pt x="1430" y="872"/>
                  </a:lnTo>
                  <a:lnTo>
                    <a:pt x="1630" y="1019"/>
                  </a:lnTo>
                  <a:lnTo>
                    <a:pt x="1780" y="907"/>
                  </a:lnTo>
                  <a:lnTo>
                    <a:pt x="2099" y="1186"/>
                  </a:lnTo>
                  <a:lnTo>
                    <a:pt x="2335" y="1064"/>
                  </a:lnTo>
                  <a:lnTo>
                    <a:pt x="2772" y="1904"/>
                  </a:lnTo>
                  <a:lnTo>
                    <a:pt x="2609" y="1923"/>
                  </a:lnTo>
                  <a:lnTo>
                    <a:pt x="2249" y="1279"/>
                  </a:lnTo>
                  <a:lnTo>
                    <a:pt x="2065" y="1367"/>
                  </a:lnTo>
                  <a:lnTo>
                    <a:pt x="1742" y="1091"/>
                  </a:lnTo>
                  <a:lnTo>
                    <a:pt x="1611" y="1218"/>
                  </a:lnTo>
                  <a:lnTo>
                    <a:pt x="1384" y="979"/>
                  </a:lnTo>
                  <a:lnTo>
                    <a:pt x="772" y="620"/>
                  </a:lnTo>
                  <a:lnTo>
                    <a:pt x="632" y="418"/>
                  </a:lnTo>
                  <a:lnTo>
                    <a:pt x="400" y="612"/>
                  </a:lnTo>
                  <a:lnTo>
                    <a:pt x="0" y="186"/>
                  </a:lnTo>
                  <a:lnTo>
                    <a:pt x="23" y="0"/>
                  </a:lnTo>
                  <a:close/>
                </a:path>
              </a:pathLst>
            </a:custGeom>
            <a:solidFill>
              <a:srgbClr val="4DC0E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8" name="Google Shape;398;p23"/>
            <p:cNvSpPr/>
            <p:nvPr/>
          </p:nvSpPr>
          <p:spPr>
            <a:xfrm>
              <a:off x="907" y="1260"/>
              <a:ext cx="1723" cy="1676"/>
            </a:xfrm>
            <a:custGeom>
              <a:rect b="b" l="l" r="r" t="t"/>
              <a:pathLst>
                <a:path extrusionOk="0" h="3351" w="3445">
                  <a:moveTo>
                    <a:pt x="1105" y="1153"/>
                  </a:moveTo>
                  <a:lnTo>
                    <a:pt x="478" y="2412"/>
                  </a:lnTo>
                  <a:lnTo>
                    <a:pt x="0" y="2302"/>
                  </a:lnTo>
                  <a:lnTo>
                    <a:pt x="61" y="2684"/>
                  </a:lnTo>
                  <a:lnTo>
                    <a:pt x="242" y="3351"/>
                  </a:lnTo>
                  <a:lnTo>
                    <a:pt x="1128" y="2963"/>
                  </a:lnTo>
                  <a:lnTo>
                    <a:pt x="1272" y="2809"/>
                  </a:lnTo>
                  <a:lnTo>
                    <a:pt x="807" y="2577"/>
                  </a:lnTo>
                  <a:lnTo>
                    <a:pt x="772" y="2488"/>
                  </a:lnTo>
                  <a:lnTo>
                    <a:pt x="1046" y="1819"/>
                  </a:lnTo>
                  <a:lnTo>
                    <a:pt x="1299" y="2284"/>
                  </a:lnTo>
                  <a:lnTo>
                    <a:pt x="1405" y="2252"/>
                  </a:lnTo>
                  <a:lnTo>
                    <a:pt x="2204" y="1465"/>
                  </a:lnTo>
                  <a:lnTo>
                    <a:pt x="3196" y="346"/>
                  </a:lnTo>
                  <a:lnTo>
                    <a:pt x="3445" y="61"/>
                  </a:lnTo>
                  <a:lnTo>
                    <a:pt x="3076" y="0"/>
                  </a:lnTo>
                  <a:lnTo>
                    <a:pt x="2955" y="167"/>
                  </a:lnTo>
                  <a:lnTo>
                    <a:pt x="1592" y="1498"/>
                  </a:lnTo>
                  <a:lnTo>
                    <a:pt x="1419" y="1638"/>
                  </a:lnTo>
                  <a:lnTo>
                    <a:pt x="1339" y="1555"/>
                  </a:lnTo>
                  <a:lnTo>
                    <a:pt x="1149" y="1163"/>
                  </a:lnTo>
                  <a:lnTo>
                    <a:pt x="1105" y="1153"/>
                  </a:lnTo>
                  <a:close/>
                </a:path>
              </a:pathLst>
            </a:custGeom>
            <a:solidFill>
              <a:srgbClr val="FF1A1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9" name="Google Shape;399;p23"/>
            <p:cNvSpPr/>
            <p:nvPr/>
          </p:nvSpPr>
          <p:spPr>
            <a:xfrm>
              <a:off x="787" y="1489"/>
              <a:ext cx="1420" cy="56"/>
            </a:xfrm>
            <a:custGeom>
              <a:rect b="b" l="l" r="r" t="t"/>
              <a:pathLst>
                <a:path extrusionOk="0" h="112" w="2838">
                  <a:moveTo>
                    <a:pt x="0" y="0"/>
                  </a:moveTo>
                  <a:lnTo>
                    <a:pt x="2838" y="23"/>
                  </a:lnTo>
                  <a:lnTo>
                    <a:pt x="2734" y="104"/>
                  </a:lnTo>
                  <a:lnTo>
                    <a:pt x="1378" y="112"/>
                  </a:lnTo>
                  <a:lnTo>
                    <a:pt x="28" y="49"/>
                  </a:lnTo>
                  <a:lnTo>
                    <a:pt x="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00" name="Google Shape;400;p23"/>
            <p:cNvSpPr/>
            <p:nvPr/>
          </p:nvSpPr>
          <p:spPr>
            <a:xfrm>
              <a:off x="1267" y="2141"/>
              <a:ext cx="191" cy="396"/>
            </a:xfrm>
            <a:custGeom>
              <a:rect b="b" l="l" r="r" t="t"/>
              <a:pathLst>
                <a:path extrusionOk="0" h="791" w="382">
                  <a:moveTo>
                    <a:pt x="382" y="53"/>
                  </a:moveTo>
                  <a:lnTo>
                    <a:pt x="331" y="180"/>
                  </a:lnTo>
                  <a:lnTo>
                    <a:pt x="241" y="372"/>
                  </a:lnTo>
                  <a:lnTo>
                    <a:pt x="145" y="578"/>
                  </a:lnTo>
                  <a:lnTo>
                    <a:pt x="76" y="754"/>
                  </a:lnTo>
                  <a:lnTo>
                    <a:pt x="21" y="791"/>
                  </a:lnTo>
                  <a:lnTo>
                    <a:pt x="0" y="741"/>
                  </a:lnTo>
                  <a:lnTo>
                    <a:pt x="76" y="541"/>
                  </a:lnTo>
                  <a:lnTo>
                    <a:pt x="152" y="338"/>
                  </a:lnTo>
                  <a:lnTo>
                    <a:pt x="224" y="184"/>
                  </a:lnTo>
                  <a:lnTo>
                    <a:pt x="297" y="32"/>
                  </a:lnTo>
                  <a:lnTo>
                    <a:pt x="354" y="0"/>
                  </a:lnTo>
                  <a:lnTo>
                    <a:pt x="382" y="5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01" name="Google Shape;401;p23"/>
            <p:cNvSpPr/>
            <p:nvPr/>
          </p:nvSpPr>
          <p:spPr>
            <a:xfrm>
              <a:off x="1457" y="1794"/>
              <a:ext cx="159" cy="315"/>
            </a:xfrm>
            <a:custGeom>
              <a:rect b="b" l="l" r="r" t="t"/>
              <a:pathLst>
                <a:path extrusionOk="0" h="629" w="320">
                  <a:moveTo>
                    <a:pt x="232" y="606"/>
                  </a:moveTo>
                  <a:lnTo>
                    <a:pt x="188" y="507"/>
                  </a:lnTo>
                  <a:lnTo>
                    <a:pt x="111" y="327"/>
                  </a:lnTo>
                  <a:lnTo>
                    <a:pt x="36" y="150"/>
                  </a:lnTo>
                  <a:lnTo>
                    <a:pt x="0" y="59"/>
                  </a:lnTo>
                  <a:lnTo>
                    <a:pt x="29" y="0"/>
                  </a:lnTo>
                  <a:lnTo>
                    <a:pt x="88" y="30"/>
                  </a:lnTo>
                  <a:lnTo>
                    <a:pt x="135" y="133"/>
                  </a:lnTo>
                  <a:lnTo>
                    <a:pt x="211" y="308"/>
                  </a:lnTo>
                  <a:lnTo>
                    <a:pt x="285" y="481"/>
                  </a:lnTo>
                  <a:lnTo>
                    <a:pt x="320" y="570"/>
                  </a:lnTo>
                  <a:lnTo>
                    <a:pt x="289" y="629"/>
                  </a:lnTo>
                  <a:lnTo>
                    <a:pt x="232" y="60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02" name="Google Shape;402;p23"/>
            <p:cNvSpPr/>
            <p:nvPr/>
          </p:nvSpPr>
          <p:spPr>
            <a:xfrm>
              <a:off x="1131" y="1794"/>
              <a:ext cx="367" cy="692"/>
            </a:xfrm>
            <a:custGeom>
              <a:rect b="b" l="l" r="r" t="t"/>
              <a:pathLst>
                <a:path extrusionOk="0" h="1384" w="734">
                  <a:moveTo>
                    <a:pt x="734" y="17"/>
                  </a:moveTo>
                  <a:lnTo>
                    <a:pt x="658" y="192"/>
                  </a:lnTo>
                  <a:lnTo>
                    <a:pt x="565" y="354"/>
                  </a:lnTo>
                  <a:lnTo>
                    <a:pt x="466" y="513"/>
                  </a:lnTo>
                  <a:lnTo>
                    <a:pt x="373" y="680"/>
                  </a:lnTo>
                  <a:lnTo>
                    <a:pt x="306" y="834"/>
                  </a:lnTo>
                  <a:lnTo>
                    <a:pt x="215" y="1051"/>
                  </a:lnTo>
                  <a:lnTo>
                    <a:pt x="122" y="1258"/>
                  </a:lnTo>
                  <a:lnTo>
                    <a:pt x="48" y="1382"/>
                  </a:lnTo>
                  <a:lnTo>
                    <a:pt x="4" y="1384"/>
                  </a:lnTo>
                  <a:lnTo>
                    <a:pt x="0" y="1321"/>
                  </a:lnTo>
                  <a:lnTo>
                    <a:pt x="50" y="1211"/>
                  </a:lnTo>
                  <a:lnTo>
                    <a:pt x="97" y="1106"/>
                  </a:lnTo>
                  <a:lnTo>
                    <a:pt x="154" y="986"/>
                  </a:lnTo>
                  <a:lnTo>
                    <a:pt x="209" y="865"/>
                  </a:lnTo>
                  <a:lnTo>
                    <a:pt x="261" y="756"/>
                  </a:lnTo>
                  <a:lnTo>
                    <a:pt x="320" y="633"/>
                  </a:lnTo>
                  <a:lnTo>
                    <a:pt x="407" y="471"/>
                  </a:lnTo>
                  <a:lnTo>
                    <a:pt x="494" y="321"/>
                  </a:lnTo>
                  <a:lnTo>
                    <a:pt x="578" y="171"/>
                  </a:lnTo>
                  <a:lnTo>
                    <a:pt x="650" y="0"/>
                  </a:lnTo>
                  <a:lnTo>
                    <a:pt x="734" y="1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03" name="Google Shape;403;p23"/>
            <p:cNvSpPr/>
            <p:nvPr/>
          </p:nvSpPr>
          <p:spPr>
            <a:xfrm>
              <a:off x="1272" y="2516"/>
              <a:ext cx="282" cy="158"/>
            </a:xfrm>
            <a:custGeom>
              <a:rect b="b" l="l" r="r" t="t"/>
              <a:pathLst>
                <a:path extrusionOk="0" h="315" w="563">
                  <a:moveTo>
                    <a:pt x="71" y="2"/>
                  </a:moveTo>
                  <a:lnTo>
                    <a:pt x="217" y="114"/>
                  </a:lnTo>
                  <a:lnTo>
                    <a:pt x="388" y="180"/>
                  </a:lnTo>
                  <a:lnTo>
                    <a:pt x="550" y="266"/>
                  </a:lnTo>
                  <a:lnTo>
                    <a:pt x="563" y="313"/>
                  </a:lnTo>
                  <a:lnTo>
                    <a:pt x="497" y="315"/>
                  </a:lnTo>
                  <a:lnTo>
                    <a:pt x="379" y="266"/>
                  </a:lnTo>
                  <a:lnTo>
                    <a:pt x="229" y="197"/>
                  </a:lnTo>
                  <a:lnTo>
                    <a:pt x="0" y="42"/>
                  </a:lnTo>
                  <a:lnTo>
                    <a:pt x="18" y="0"/>
                  </a:lnTo>
                  <a:lnTo>
                    <a:pt x="71" y="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04" name="Google Shape;404;p23"/>
            <p:cNvSpPr/>
            <p:nvPr/>
          </p:nvSpPr>
          <p:spPr>
            <a:xfrm>
              <a:off x="1024" y="2665"/>
              <a:ext cx="530" cy="283"/>
            </a:xfrm>
            <a:custGeom>
              <a:rect b="b" l="l" r="r" t="t"/>
              <a:pathLst>
                <a:path extrusionOk="0" h="567" w="1059">
                  <a:moveTo>
                    <a:pt x="1059" y="23"/>
                  </a:moveTo>
                  <a:lnTo>
                    <a:pt x="1008" y="78"/>
                  </a:lnTo>
                  <a:lnTo>
                    <a:pt x="930" y="139"/>
                  </a:lnTo>
                  <a:lnTo>
                    <a:pt x="835" y="202"/>
                  </a:lnTo>
                  <a:lnTo>
                    <a:pt x="728" y="264"/>
                  </a:lnTo>
                  <a:lnTo>
                    <a:pt x="620" y="323"/>
                  </a:lnTo>
                  <a:lnTo>
                    <a:pt x="517" y="375"/>
                  </a:lnTo>
                  <a:lnTo>
                    <a:pt x="348" y="453"/>
                  </a:lnTo>
                  <a:lnTo>
                    <a:pt x="202" y="515"/>
                  </a:lnTo>
                  <a:lnTo>
                    <a:pt x="54" y="567"/>
                  </a:lnTo>
                  <a:lnTo>
                    <a:pt x="0" y="540"/>
                  </a:lnTo>
                  <a:lnTo>
                    <a:pt x="29" y="487"/>
                  </a:lnTo>
                  <a:lnTo>
                    <a:pt x="251" y="394"/>
                  </a:lnTo>
                  <a:lnTo>
                    <a:pt x="474" y="300"/>
                  </a:lnTo>
                  <a:lnTo>
                    <a:pt x="664" y="223"/>
                  </a:lnTo>
                  <a:lnTo>
                    <a:pt x="850" y="135"/>
                  </a:lnTo>
                  <a:lnTo>
                    <a:pt x="945" y="67"/>
                  </a:lnTo>
                  <a:lnTo>
                    <a:pt x="1038" y="0"/>
                  </a:lnTo>
                  <a:lnTo>
                    <a:pt x="1059" y="2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05" name="Google Shape;405;p23"/>
            <p:cNvSpPr/>
            <p:nvPr/>
          </p:nvSpPr>
          <p:spPr>
            <a:xfrm>
              <a:off x="876" y="2380"/>
              <a:ext cx="172" cy="564"/>
            </a:xfrm>
            <a:custGeom>
              <a:rect b="b" l="l" r="r" t="t"/>
              <a:pathLst>
                <a:path extrusionOk="0" h="1127" w="344">
                  <a:moveTo>
                    <a:pt x="43" y="167"/>
                  </a:moveTo>
                  <a:lnTo>
                    <a:pt x="0" y="49"/>
                  </a:lnTo>
                  <a:lnTo>
                    <a:pt x="24" y="0"/>
                  </a:lnTo>
                  <a:lnTo>
                    <a:pt x="104" y="38"/>
                  </a:lnTo>
                  <a:lnTo>
                    <a:pt x="116" y="154"/>
                  </a:lnTo>
                  <a:lnTo>
                    <a:pt x="159" y="486"/>
                  </a:lnTo>
                  <a:lnTo>
                    <a:pt x="201" y="644"/>
                  </a:lnTo>
                  <a:lnTo>
                    <a:pt x="254" y="810"/>
                  </a:lnTo>
                  <a:lnTo>
                    <a:pt x="302" y="948"/>
                  </a:lnTo>
                  <a:lnTo>
                    <a:pt x="344" y="1072"/>
                  </a:lnTo>
                  <a:lnTo>
                    <a:pt x="317" y="1127"/>
                  </a:lnTo>
                  <a:lnTo>
                    <a:pt x="264" y="1099"/>
                  </a:lnTo>
                  <a:lnTo>
                    <a:pt x="120" y="650"/>
                  </a:lnTo>
                  <a:lnTo>
                    <a:pt x="43" y="16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06" name="Google Shape;406;p23"/>
            <p:cNvSpPr/>
            <p:nvPr/>
          </p:nvSpPr>
          <p:spPr>
            <a:xfrm>
              <a:off x="907" y="2384"/>
              <a:ext cx="229" cy="107"/>
            </a:xfrm>
            <a:custGeom>
              <a:rect b="b" l="l" r="r" t="t"/>
              <a:pathLst>
                <a:path extrusionOk="0" h="215" w="459">
                  <a:moveTo>
                    <a:pt x="31" y="0"/>
                  </a:moveTo>
                  <a:lnTo>
                    <a:pt x="115" y="31"/>
                  </a:lnTo>
                  <a:lnTo>
                    <a:pt x="443" y="141"/>
                  </a:lnTo>
                  <a:lnTo>
                    <a:pt x="459" y="215"/>
                  </a:lnTo>
                  <a:lnTo>
                    <a:pt x="217" y="132"/>
                  </a:lnTo>
                  <a:lnTo>
                    <a:pt x="0" y="56"/>
                  </a:lnTo>
                  <a:lnTo>
                    <a:pt x="4" y="23"/>
                  </a:lnTo>
                  <a:lnTo>
                    <a:pt x="31"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07" name="Google Shape;407;p23"/>
            <p:cNvSpPr/>
            <p:nvPr/>
          </p:nvSpPr>
          <p:spPr>
            <a:xfrm>
              <a:off x="764" y="1489"/>
              <a:ext cx="241" cy="1374"/>
            </a:xfrm>
            <a:custGeom>
              <a:rect b="b" l="l" r="r" t="t"/>
              <a:pathLst>
                <a:path extrusionOk="0" h="2746" w="483">
                  <a:moveTo>
                    <a:pt x="95" y="28"/>
                  </a:moveTo>
                  <a:lnTo>
                    <a:pt x="113" y="1040"/>
                  </a:lnTo>
                  <a:lnTo>
                    <a:pt x="82" y="2131"/>
                  </a:lnTo>
                  <a:lnTo>
                    <a:pt x="95" y="2321"/>
                  </a:lnTo>
                  <a:lnTo>
                    <a:pt x="134" y="2629"/>
                  </a:lnTo>
                  <a:lnTo>
                    <a:pt x="464" y="2670"/>
                  </a:lnTo>
                  <a:lnTo>
                    <a:pt x="483" y="2746"/>
                  </a:lnTo>
                  <a:lnTo>
                    <a:pt x="25" y="2714"/>
                  </a:lnTo>
                  <a:lnTo>
                    <a:pt x="0" y="2123"/>
                  </a:lnTo>
                  <a:lnTo>
                    <a:pt x="25" y="1469"/>
                  </a:lnTo>
                  <a:lnTo>
                    <a:pt x="21" y="815"/>
                  </a:lnTo>
                  <a:lnTo>
                    <a:pt x="21" y="420"/>
                  </a:lnTo>
                  <a:lnTo>
                    <a:pt x="33" y="36"/>
                  </a:lnTo>
                  <a:lnTo>
                    <a:pt x="59" y="0"/>
                  </a:lnTo>
                  <a:lnTo>
                    <a:pt x="95" y="2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08" name="Google Shape;408;p23"/>
            <p:cNvSpPr/>
            <p:nvPr/>
          </p:nvSpPr>
          <p:spPr>
            <a:xfrm>
              <a:off x="1198" y="2841"/>
              <a:ext cx="1419" cy="85"/>
            </a:xfrm>
            <a:custGeom>
              <a:rect b="b" l="l" r="r" t="t"/>
              <a:pathLst>
                <a:path extrusionOk="0" h="171" w="2838">
                  <a:moveTo>
                    <a:pt x="91" y="5"/>
                  </a:moveTo>
                  <a:lnTo>
                    <a:pt x="852" y="42"/>
                  </a:lnTo>
                  <a:lnTo>
                    <a:pt x="1570" y="78"/>
                  </a:lnTo>
                  <a:lnTo>
                    <a:pt x="2203" y="26"/>
                  </a:lnTo>
                  <a:lnTo>
                    <a:pt x="2789" y="0"/>
                  </a:lnTo>
                  <a:lnTo>
                    <a:pt x="2838" y="43"/>
                  </a:lnTo>
                  <a:lnTo>
                    <a:pt x="2793" y="91"/>
                  </a:lnTo>
                  <a:lnTo>
                    <a:pt x="2401" y="140"/>
                  </a:lnTo>
                  <a:lnTo>
                    <a:pt x="1570" y="171"/>
                  </a:lnTo>
                  <a:lnTo>
                    <a:pt x="0" y="101"/>
                  </a:lnTo>
                  <a:lnTo>
                    <a:pt x="91" y="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09" name="Google Shape;409;p23"/>
            <p:cNvSpPr/>
            <p:nvPr/>
          </p:nvSpPr>
          <p:spPr>
            <a:xfrm>
              <a:off x="2574" y="1515"/>
              <a:ext cx="176" cy="1375"/>
            </a:xfrm>
            <a:custGeom>
              <a:rect b="b" l="l" r="r" t="t"/>
              <a:pathLst>
                <a:path extrusionOk="0" h="2751" w="351">
                  <a:moveTo>
                    <a:pt x="346" y="53"/>
                  </a:moveTo>
                  <a:lnTo>
                    <a:pt x="351" y="243"/>
                  </a:lnTo>
                  <a:lnTo>
                    <a:pt x="342" y="473"/>
                  </a:lnTo>
                  <a:lnTo>
                    <a:pt x="287" y="1004"/>
                  </a:lnTo>
                  <a:lnTo>
                    <a:pt x="215" y="1544"/>
                  </a:lnTo>
                  <a:lnTo>
                    <a:pt x="158" y="1990"/>
                  </a:lnTo>
                  <a:lnTo>
                    <a:pt x="127" y="2370"/>
                  </a:lnTo>
                  <a:lnTo>
                    <a:pt x="91" y="2711"/>
                  </a:lnTo>
                  <a:lnTo>
                    <a:pt x="38" y="2751"/>
                  </a:lnTo>
                  <a:lnTo>
                    <a:pt x="0" y="2695"/>
                  </a:lnTo>
                  <a:lnTo>
                    <a:pt x="17" y="2293"/>
                  </a:lnTo>
                  <a:lnTo>
                    <a:pt x="97" y="1734"/>
                  </a:lnTo>
                  <a:lnTo>
                    <a:pt x="188" y="1156"/>
                  </a:lnTo>
                  <a:lnTo>
                    <a:pt x="243" y="694"/>
                  </a:lnTo>
                  <a:lnTo>
                    <a:pt x="256" y="38"/>
                  </a:lnTo>
                  <a:lnTo>
                    <a:pt x="308" y="0"/>
                  </a:lnTo>
                  <a:lnTo>
                    <a:pt x="346" y="5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10" name="Google Shape;410;p23"/>
            <p:cNvSpPr/>
            <p:nvPr/>
          </p:nvSpPr>
          <p:spPr>
            <a:xfrm>
              <a:off x="2428" y="1508"/>
              <a:ext cx="294" cy="37"/>
            </a:xfrm>
            <a:custGeom>
              <a:rect b="b" l="l" r="r" t="t"/>
              <a:pathLst>
                <a:path extrusionOk="0" h="74" w="587">
                  <a:moveTo>
                    <a:pt x="70" y="0"/>
                  </a:moveTo>
                  <a:lnTo>
                    <a:pt x="447" y="7"/>
                  </a:lnTo>
                  <a:lnTo>
                    <a:pt x="549" y="4"/>
                  </a:lnTo>
                  <a:lnTo>
                    <a:pt x="587" y="36"/>
                  </a:lnTo>
                  <a:lnTo>
                    <a:pt x="555" y="74"/>
                  </a:lnTo>
                  <a:lnTo>
                    <a:pt x="0" y="70"/>
                  </a:lnTo>
                  <a:lnTo>
                    <a:pt x="29" y="34"/>
                  </a:lnTo>
                  <a:lnTo>
                    <a:pt x="7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11" name="Google Shape;411;p23"/>
            <p:cNvSpPr/>
            <p:nvPr/>
          </p:nvSpPr>
          <p:spPr>
            <a:xfrm>
              <a:off x="1032" y="1591"/>
              <a:ext cx="59" cy="860"/>
            </a:xfrm>
            <a:custGeom>
              <a:rect b="b" l="l" r="r" t="t"/>
              <a:pathLst>
                <a:path extrusionOk="0" h="1720" w="117">
                  <a:moveTo>
                    <a:pt x="0" y="1673"/>
                  </a:moveTo>
                  <a:lnTo>
                    <a:pt x="26" y="1312"/>
                  </a:lnTo>
                  <a:lnTo>
                    <a:pt x="26" y="46"/>
                  </a:lnTo>
                  <a:lnTo>
                    <a:pt x="72" y="0"/>
                  </a:lnTo>
                  <a:lnTo>
                    <a:pt x="117" y="46"/>
                  </a:lnTo>
                  <a:lnTo>
                    <a:pt x="85" y="1720"/>
                  </a:lnTo>
                  <a:lnTo>
                    <a:pt x="0" y="167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12" name="Google Shape;412;p23"/>
            <p:cNvSpPr/>
            <p:nvPr/>
          </p:nvSpPr>
          <p:spPr>
            <a:xfrm>
              <a:off x="1471" y="2714"/>
              <a:ext cx="1005" cy="45"/>
            </a:xfrm>
            <a:custGeom>
              <a:rect b="b" l="l" r="r" t="t"/>
              <a:pathLst>
                <a:path extrusionOk="0" h="91" w="2009">
                  <a:moveTo>
                    <a:pt x="57" y="6"/>
                  </a:moveTo>
                  <a:lnTo>
                    <a:pt x="517" y="21"/>
                  </a:lnTo>
                  <a:lnTo>
                    <a:pt x="1429" y="0"/>
                  </a:lnTo>
                  <a:lnTo>
                    <a:pt x="1965" y="10"/>
                  </a:lnTo>
                  <a:lnTo>
                    <a:pt x="2009" y="68"/>
                  </a:lnTo>
                  <a:lnTo>
                    <a:pt x="1952" y="91"/>
                  </a:lnTo>
                  <a:lnTo>
                    <a:pt x="1424" y="78"/>
                  </a:lnTo>
                  <a:lnTo>
                    <a:pt x="534" y="82"/>
                  </a:lnTo>
                  <a:lnTo>
                    <a:pt x="0" y="57"/>
                  </a:lnTo>
                  <a:lnTo>
                    <a:pt x="57" y="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13" name="Google Shape;413;p23"/>
            <p:cNvSpPr/>
            <p:nvPr/>
          </p:nvSpPr>
          <p:spPr>
            <a:xfrm>
              <a:off x="1073" y="1767"/>
              <a:ext cx="357" cy="245"/>
            </a:xfrm>
            <a:custGeom>
              <a:rect b="b" l="l" r="r" t="t"/>
              <a:pathLst>
                <a:path extrusionOk="0" h="490" w="715">
                  <a:moveTo>
                    <a:pt x="0" y="0"/>
                  </a:moveTo>
                  <a:lnTo>
                    <a:pt x="413" y="422"/>
                  </a:lnTo>
                  <a:lnTo>
                    <a:pt x="635" y="165"/>
                  </a:lnTo>
                  <a:lnTo>
                    <a:pt x="715" y="237"/>
                  </a:lnTo>
                  <a:lnTo>
                    <a:pt x="704" y="294"/>
                  </a:lnTo>
                  <a:lnTo>
                    <a:pt x="650" y="239"/>
                  </a:lnTo>
                  <a:lnTo>
                    <a:pt x="413" y="490"/>
                  </a:lnTo>
                  <a:lnTo>
                    <a:pt x="6" y="59"/>
                  </a:lnTo>
                  <a:lnTo>
                    <a:pt x="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14" name="Google Shape;414;p23"/>
            <p:cNvSpPr/>
            <p:nvPr/>
          </p:nvSpPr>
          <p:spPr>
            <a:xfrm>
              <a:off x="1073" y="1849"/>
              <a:ext cx="309" cy="246"/>
            </a:xfrm>
            <a:custGeom>
              <a:rect b="b" l="l" r="r" t="t"/>
              <a:pathLst>
                <a:path extrusionOk="0" h="493" w="620">
                  <a:moveTo>
                    <a:pt x="10" y="0"/>
                  </a:moveTo>
                  <a:lnTo>
                    <a:pt x="382" y="424"/>
                  </a:lnTo>
                  <a:lnTo>
                    <a:pt x="620" y="232"/>
                  </a:lnTo>
                  <a:lnTo>
                    <a:pt x="586" y="322"/>
                  </a:lnTo>
                  <a:lnTo>
                    <a:pt x="371" y="493"/>
                  </a:lnTo>
                  <a:lnTo>
                    <a:pt x="0" y="69"/>
                  </a:lnTo>
                  <a:lnTo>
                    <a:pt x="1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15" name="Google Shape;415;p23"/>
            <p:cNvSpPr/>
            <p:nvPr/>
          </p:nvSpPr>
          <p:spPr>
            <a:xfrm>
              <a:off x="1756" y="2257"/>
              <a:ext cx="614" cy="466"/>
            </a:xfrm>
            <a:custGeom>
              <a:rect b="b" l="l" r="r" t="t"/>
              <a:pathLst>
                <a:path extrusionOk="0" h="931" w="1228">
                  <a:moveTo>
                    <a:pt x="17" y="0"/>
                  </a:moveTo>
                  <a:lnTo>
                    <a:pt x="222" y="214"/>
                  </a:lnTo>
                  <a:lnTo>
                    <a:pt x="354" y="87"/>
                  </a:lnTo>
                  <a:lnTo>
                    <a:pt x="675" y="386"/>
                  </a:lnTo>
                  <a:lnTo>
                    <a:pt x="875" y="264"/>
                  </a:lnTo>
                  <a:lnTo>
                    <a:pt x="1228" y="903"/>
                  </a:lnTo>
                  <a:lnTo>
                    <a:pt x="1194" y="931"/>
                  </a:lnTo>
                  <a:lnTo>
                    <a:pt x="876" y="330"/>
                  </a:lnTo>
                  <a:lnTo>
                    <a:pt x="662" y="473"/>
                  </a:lnTo>
                  <a:lnTo>
                    <a:pt x="352" y="157"/>
                  </a:lnTo>
                  <a:lnTo>
                    <a:pt x="211" y="287"/>
                  </a:lnTo>
                  <a:lnTo>
                    <a:pt x="0" y="30"/>
                  </a:lnTo>
                  <a:lnTo>
                    <a:pt x="17"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16" name="Google Shape;416;p23"/>
            <p:cNvSpPr/>
            <p:nvPr/>
          </p:nvSpPr>
          <p:spPr>
            <a:xfrm>
              <a:off x="1786" y="2199"/>
              <a:ext cx="661" cy="520"/>
            </a:xfrm>
            <a:custGeom>
              <a:rect b="b" l="l" r="r" t="t"/>
              <a:pathLst>
                <a:path extrusionOk="0" h="1039" w="1323">
                  <a:moveTo>
                    <a:pt x="0" y="42"/>
                  </a:moveTo>
                  <a:lnTo>
                    <a:pt x="169" y="192"/>
                  </a:lnTo>
                  <a:lnTo>
                    <a:pt x="306" y="76"/>
                  </a:lnTo>
                  <a:lnTo>
                    <a:pt x="637" y="386"/>
                  </a:lnTo>
                  <a:lnTo>
                    <a:pt x="859" y="235"/>
                  </a:lnTo>
                  <a:lnTo>
                    <a:pt x="1264" y="1032"/>
                  </a:lnTo>
                  <a:lnTo>
                    <a:pt x="1323" y="1039"/>
                  </a:lnTo>
                  <a:lnTo>
                    <a:pt x="882" y="163"/>
                  </a:lnTo>
                  <a:lnTo>
                    <a:pt x="650" y="321"/>
                  </a:lnTo>
                  <a:lnTo>
                    <a:pt x="293" y="0"/>
                  </a:lnTo>
                  <a:lnTo>
                    <a:pt x="163" y="133"/>
                  </a:lnTo>
                  <a:lnTo>
                    <a:pt x="30" y="0"/>
                  </a:lnTo>
                  <a:lnTo>
                    <a:pt x="0" y="4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17" name="Google Shape;417;p23"/>
            <p:cNvSpPr/>
            <p:nvPr/>
          </p:nvSpPr>
          <p:spPr>
            <a:xfrm>
              <a:off x="1065" y="1622"/>
              <a:ext cx="995" cy="38"/>
            </a:xfrm>
            <a:custGeom>
              <a:rect b="b" l="l" r="r" t="t"/>
              <a:pathLst>
                <a:path extrusionOk="0" h="78" w="1990">
                  <a:moveTo>
                    <a:pt x="0" y="0"/>
                  </a:moveTo>
                  <a:lnTo>
                    <a:pt x="688" y="30"/>
                  </a:lnTo>
                  <a:lnTo>
                    <a:pt x="1618" y="30"/>
                  </a:lnTo>
                  <a:lnTo>
                    <a:pt x="1990" y="19"/>
                  </a:lnTo>
                  <a:lnTo>
                    <a:pt x="1912" y="78"/>
                  </a:lnTo>
                  <a:lnTo>
                    <a:pt x="1599" y="59"/>
                  </a:lnTo>
                  <a:lnTo>
                    <a:pt x="873" y="78"/>
                  </a:lnTo>
                  <a:lnTo>
                    <a:pt x="557" y="63"/>
                  </a:lnTo>
                  <a:lnTo>
                    <a:pt x="25" y="53"/>
                  </a:lnTo>
                  <a:lnTo>
                    <a:pt x="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18" name="Google Shape;418;p23"/>
            <p:cNvSpPr/>
            <p:nvPr/>
          </p:nvSpPr>
          <p:spPr>
            <a:xfrm>
              <a:off x="2307" y="1656"/>
              <a:ext cx="189" cy="36"/>
            </a:xfrm>
            <a:custGeom>
              <a:rect b="b" l="l" r="r" t="t"/>
              <a:pathLst>
                <a:path extrusionOk="0" h="73" w="378">
                  <a:moveTo>
                    <a:pt x="19" y="0"/>
                  </a:moveTo>
                  <a:lnTo>
                    <a:pt x="378" y="10"/>
                  </a:lnTo>
                  <a:lnTo>
                    <a:pt x="372" y="73"/>
                  </a:lnTo>
                  <a:lnTo>
                    <a:pt x="0" y="44"/>
                  </a:lnTo>
                  <a:lnTo>
                    <a:pt x="19"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19" name="Google Shape;419;p23"/>
            <p:cNvSpPr/>
            <p:nvPr/>
          </p:nvSpPr>
          <p:spPr>
            <a:xfrm>
              <a:off x="1114" y="1813"/>
              <a:ext cx="763" cy="29"/>
            </a:xfrm>
            <a:custGeom>
              <a:rect b="b" l="l" r="r" t="t"/>
              <a:pathLst>
                <a:path extrusionOk="0" h="57" w="1526">
                  <a:moveTo>
                    <a:pt x="0" y="23"/>
                  </a:moveTo>
                  <a:lnTo>
                    <a:pt x="686" y="23"/>
                  </a:lnTo>
                  <a:lnTo>
                    <a:pt x="1526" y="0"/>
                  </a:lnTo>
                  <a:lnTo>
                    <a:pt x="1502" y="44"/>
                  </a:lnTo>
                  <a:lnTo>
                    <a:pt x="736" y="57"/>
                  </a:lnTo>
                  <a:lnTo>
                    <a:pt x="373" y="47"/>
                  </a:lnTo>
                  <a:lnTo>
                    <a:pt x="40" y="53"/>
                  </a:lnTo>
                  <a:lnTo>
                    <a:pt x="0" y="2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20" name="Google Shape;420;p23"/>
            <p:cNvSpPr/>
            <p:nvPr/>
          </p:nvSpPr>
          <p:spPr>
            <a:xfrm>
              <a:off x="2167" y="1850"/>
              <a:ext cx="310" cy="19"/>
            </a:xfrm>
            <a:custGeom>
              <a:rect b="b" l="l" r="r" t="t"/>
              <a:pathLst>
                <a:path extrusionOk="0" h="38" w="620">
                  <a:moveTo>
                    <a:pt x="10" y="0"/>
                  </a:moveTo>
                  <a:lnTo>
                    <a:pt x="611" y="0"/>
                  </a:lnTo>
                  <a:lnTo>
                    <a:pt x="620" y="38"/>
                  </a:lnTo>
                  <a:lnTo>
                    <a:pt x="0" y="29"/>
                  </a:lnTo>
                  <a:lnTo>
                    <a:pt x="1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21" name="Google Shape;421;p23"/>
            <p:cNvSpPr/>
            <p:nvPr/>
          </p:nvSpPr>
          <p:spPr>
            <a:xfrm>
              <a:off x="1057" y="2026"/>
              <a:ext cx="177" cy="19"/>
            </a:xfrm>
            <a:custGeom>
              <a:rect b="b" l="l" r="r" t="t"/>
              <a:pathLst>
                <a:path extrusionOk="0" h="38" w="353">
                  <a:moveTo>
                    <a:pt x="6" y="0"/>
                  </a:moveTo>
                  <a:lnTo>
                    <a:pt x="291" y="0"/>
                  </a:lnTo>
                  <a:lnTo>
                    <a:pt x="353" y="38"/>
                  </a:lnTo>
                  <a:lnTo>
                    <a:pt x="0" y="38"/>
                  </a:lnTo>
                  <a:lnTo>
                    <a:pt x="6"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22" name="Google Shape;422;p23"/>
            <p:cNvSpPr/>
            <p:nvPr/>
          </p:nvSpPr>
          <p:spPr>
            <a:xfrm>
              <a:off x="1564" y="2013"/>
              <a:ext cx="124" cy="28"/>
            </a:xfrm>
            <a:custGeom>
              <a:rect b="b" l="l" r="r" t="t"/>
              <a:pathLst>
                <a:path extrusionOk="0" h="55" w="247">
                  <a:moveTo>
                    <a:pt x="0" y="21"/>
                  </a:moveTo>
                  <a:lnTo>
                    <a:pt x="247" y="0"/>
                  </a:lnTo>
                  <a:lnTo>
                    <a:pt x="160" y="55"/>
                  </a:lnTo>
                  <a:lnTo>
                    <a:pt x="25" y="50"/>
                  </a:lnTo>
                  <a:lnTo>
                    <a:pt x="0" y="2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23" name="Google Shape;423;p23"/>
            <p:cNvSpPr/>
            <p:nvPr/>
          </p:nvSpPr>
          <p:spPr>
            <a:xfrm>
              <a:off x="1980" y="2030"/>
              <a:ext cx="506" cy="27"/>
            </a:xfrm>
            <a:custGeom>
              <a:rect b="b" l="l" r="r" t="t"/>
              <a:pathLst>
                <a:path extrusionOk="0" h="54" w="1011">
                  <a:moveTo>
                    <a:pt x="5" y="16"/>
                  </a:moveTo>
                  <a:lnTo>
                    <a:pt x="1007" y="0"/>
                  </a:lnTo>
                  <a:lnTo>
                    <a:pt x="1011" y="54"/>
                  </a:lnTo>
                  <a:lnTo>
                    <a:pt x="619" y="40"/>
                  </a:lnTo>
                  <a:lnTo>
                    <a:pt x="0" y="50"/>
                  </a:lnTo>
                  <a:lnTo>
                    <a:pt x="5" y="1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24" name="Google Shape;424;p23"/>
            <p:cNvSpPr/>
            <p:nvPr/>
          </p:nvSpPr>
          <p:spPr>
            <a:xfrm>
              <a:off x="1065" y="2223"/>
              <a:ext cx="194" cy="22"/>
            </a:xfrm>
            <a:custGeom>
              <a:rect b="b" l="l" r="r" t="t"/>
              <a:pathLst>
                <a:path extrusionOk="0" h="44" w="388">
                  <a:moveTo>
                    <a:pt x="10" y="0"/>
                  </a:moveTo>
                  <a:lnTo>
                    <a:pt x="388" y="10"/>
                  </a:lnTo>
                  <a:lnTo>
                    <a:pt x="369" y="44"/>
                  </a:lnTo>
                  <a:lnTo>
                    <a:pt x="165" y="38"/>
                  </a:lnTo>
                  <a:lnTo>
                    <a:pt x="0" y="38"/>
                  </a:lnTo>
                  <a:lnTo>
                    <a:pt x="1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25" name="Google Shape;425;p23"/>
            <p:cNvSpPr/>
            <p:nvPr/>
          </p:nvSpPr>
          <p:spPr>
            <a:xfrm>
              <a:off x="1821" y="2220"/>
              <a:ext cx="94" cy="17"/>
            </a:xfrm>
            <a:custGeom>
              <a:rect b="b" l="l" r="r" t="t"/>
              <a:pathLst>
                <a:path extrusionOk="0" h="34" w="189">
                  <a:moveTo>
                    <a:pt x="0" y="5"/>
                  </a:moveTo>
                  <a:lnTo>
                    <a:pt x="189" y="0"/>
                  </a:lnTo>
                  <a:lnTo>
                    <a:pt x="170" y="34"/>
                  </a:lnTo>
                  <a:lnTo>
                    <a:pt x="19" y="34"/>
                  </a:lnTo>
                  <a:lnTo>
                    <a:pt x="0" y="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26" name="Google Shape;426;p23"/>
            <p:cNvSpPr/>
            <p:nvPr/>
          </p:nvSpPr>
          <p:spPr>
            <a:xfrm>
              <a:off x="1951" y="2220"/>
              <a:ext cx="528" cy="33"/>
            </a:xfrm>
            <a:custGeom>
              <a:rect b="b" l="l" r="r" t="t"/>
              <a:pathLst>
                <a:path extrusionOk="0" h="64" w="1057">
                  <a:moveTo>
                    <a:pt x="0" y="0"/>
                  </a:moveTo>
                  <a:lnTo>
                    <a:pt x="315" y="5"/>
                  </a:lnTo>
                  <a:lnTo>
                    <a:pt x="1051" y="5"/>
                  </a:lnTo>
                  <a:lnTo>
                    <a:pt x="1057" y="64"/>
                  </a:lnTo>
                  <a:lnTo>
                    <a:pt x="823" y="58"/>
                  </a:lnTo>
                  <a:lnTo>
                    <a:pt x="294" y="43"/>
                  </a:lnTo>
                  <a:lnTo>
                    <a:pt x="34" y="34"/>
                  </a:lnTo>
                  <a:lnTo>
                    <a:pt x="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27" name="Google Shape;427;p23"/>
            <p:cNvSpPr/>
            <p:nvPr/>
          </p:nvSpPr>
          <p:spPr>
            <a:xfrm>
              <a:off x="1300" y="2494"/>
              <a:ext cx="959" cy="31"/>
            </a:xfrm>
            <a:custGeom>
              <a:rect b="b" l="l" r="r" t="t"/>
              <a:pathLst>
                <a:path extrusionOk="0" h="63" w="1918">
                  <a:moveTo>
                    <a:pt x="0" y="0"/>
                  </a:moveTo>
                  <a:lnTo>
                    <a:pt x="1893" y="9"/>
                  </a:lnTo>
                  <a:lnTo>
                    <a:pt x="1918" y="63"/>
                  </a:lnTo>
                  <a:lnTo>
                    <a:pt x="5" y="46"/>
                  </a:lnTo>
                  <a:lnTo>
                    <a:pt x="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28" name="Google Shape;428;p23"/>
            <p:cNvSpPr/>
            <p:nvPr/>
          </p:nvSpPr>
          <p:spPr>
            <a:xfrm>
              <a:off x="2309" y="2499"/>
              <a:ext cx="158" cy="24"/>
            </a:xfrm>
            <a:custGeom>
              <a:rect b="b" l="l" r="r" t="t"/>
              <a:pathLst>
                <a:path extrusionOk="0" h="50" w="316">
                  <a:moveTo>
                    <a:pt x="0" y="6"/>
                  </a:moveTo>
                  <a:lnTo>
                    <a:pt x="316" y="0"/>
                  </a:lnTo>
                  <a:lnTo>
                    <a:pt x="316" y="50"/>
                  </a:lnTo>
                  <a:lnTo>
                    <a:pt x="35" y="44"/>
                  </a:lnTo>
                  <a:lnTo>
                    <a:pt x="0" y="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29" name="Google Shape;429;p23"/>
            <p:cNvSpPr/>
            <p:nvPr/>
          </p:nvSpPr>
          <p:spPr>
            <a:xfrm>
              <a:off x="1418" y="1304"/>
              <a:ext cx="1214" cy="1133"/>
            </a:xfrm>
            <a:custGeom>
              <a:rect b="b" l="l" r="r" t="t"/>
              <a:pathLst>
                <a:path extrusionOk="0" h="2266" w="2430">
                  <a:moveTo>
                    <a:pt x="297" y="2266"/>
                  </a:moveTo>
                  <a:lnTo>
                    <a:pt x="234" y="2243"/>
                  </a:lnTo>
                  <a:lnTo>
                    <a:pt x="175" y="2121"/>
                  </a:lnTo>
                  <a:lnTo>
                    <a:pt x="107" y="1992"/>
                  </a:lnTo>
                  <a:lnTo>
                    <a:pt x="0" y="1739"/>
                  </a:lnTo>
                  <a:lnTo>
                    <a:pt x="23" y="1680"/>
                  </a:lnTo>
                  <a:lnTo>
                    <a:pt x="82" y="1705"/>
                  </a:lnTo>
                  <a:lnTo>
                    <a:pt x="196" y="1929"/>
                  </a:lnTo>
                  <a:lnTo>
                    <a:pt x="297" y="2163"/>
                  </a:lnTo>
                  <a:lnTo>
                    <a:pt x="517" y="1986"/>
                  </a:lnTo>
                  <a:lnTo>
                    <a:pt x="647" y="1867"/>
                  </a:lnTo>
                  <a:lnTo>
                    <a:pt x="896" y="1610"/>
                  </a:lnTo>
                  <a:lnTo>
                    <a:pt x="1137" y="1359"/>
                  </a:lnTo>
                  <a:lnTo>
                    <a:pt x="1304" y="1201"/>
                  </a:lnTo>
                  <a:lnTo>
                    <a:pt x="1466" y="1030"/>
                  </a:lnTo>
                  <a:lnTo>
                    <a:pt x="1622" y="854"/>
                  </a:lnTo>
                  <a:lnTo>
                    <a:pt x="1776" y="683"/>
                  </a:lnTo>
                  <a:lnTo>
                    <a:pt x="1901" y="527"/>
                  </a:lnTo>
                  <a:lnTo>
                    <a:pt x="2059" y="316"/>
                  </a:lnTo>
                  <a:lnTo>
                    <a:pt x="2224" y="116"/>
                  </a:lnTo>
                  <a:lnTo>
                    <a:pt x="2367" y="0"/>
                  </a:lnTo>
                  <a:lnTo>
                    <a:pt x="2430" y="67"/>
                  </a:lnTo>
                  <a:lnTo>
                    <a:pt x="2287" y="223"/>
                  </a:lnTo>
                  <a:lnTo>
                    <a:pt x="2133" y="403"/>
                  </a:lnTo>
                  <a:lnTo>
                    <a:pt x="1981" y="586"/>
                  </a:lnTo>
                  <a:lnTo>
                    <a:pt x="1844" y="745"/>
                  </a:lnTo>
                  <a:lnTo>
                    <a:pt x="1688" y="920"/>
                  </a:lnTo>
                  <a:lnTo>
                    <a:pt x="1533" y="1099"/>
                  </a:lnTo>
                  <a:lnTo>
                    <a:pt x="1373" y="1274"/>
                  </a:lnTo>
                  <a:lnTo>
                    <a:pt x="1206" y="1435"/>
                  </a:lnTo>
                  <a:lnTo>
                    <a:pt x="957" y="1690"/>
                  </a:lnTo>
                  <a:lnTo>
                    <a:pt x="688" y="1954"/>
                  </a:lnTo>
                  <a:lnTo>
                    <a:pt x="548" y="2080"/>
                  </a:lnTo>
                  <a:lnTo>
                    <a:pt x="297" y="226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30" name="Google Shape;430;p23"/>
            <p:cNvSpPr/>
            <p:nvPr/>
          </p:nvSpPr>
          <p:spPr>
            <a:xfrm>
              <a:off x="1583" y="1238"/>
              <a:ext cx="936" cy="868"/>
            </a:xfrm>
            <a:custGeom>
              <a:rect b="b" l="l" r="r" t="t"/>
              <a:pathLst>
                <a:path extrusionOk="0" h="1735" w="1873">
                  <a:moveTo>
                    <a:pt x="1873" y="0"/>
                  </a:moveTo>
                  <a:lnTo>
                    <a:pt x="1816" y="65"/>
                  </a:lnTo>
                  <a:lnTo>
                    <a:pt x="1728" y="158"/>
                  </a:lnTo>
                  <a:lnTo>
                    <a:pt x="1475" y="407"/>
                  </a:lnTo>
                  <a:lnTo>
                    <a:pt x="1317" y="559"/>
                  </a:lnTo>
                  <a:lnTo>
                    <a:pt x="1055" y="810"/>
                  </a:lnTo>
                  <a:lnTo>
                    <a:pt x="869" y="990"/>
                  </a:lnTo>
                  <a:lnTo>
                    <a:pt x="694" y="1159"/>
                  </a:lnTo>
                  <a:lnTo>
                    <a:pt x="511" y="1346"/>
                  </a:lnTo>
                  <a:lnTo>
                    <a:pt x="314" y="1538"/>
                  </a:lnTo>
                  <a:lnTo>
                    <a:pt x="131" y="1690"/>
                  </a:lnTo>
                  <a:lnTo>
                    <a:pt x="53" y="1735"/>
                  </a:lnTo>
                  <a:lnTo>
                    <a:pt x="0" y="1732"/>
                  </a:lnTo>
                  <a:lnTo>
                    <a:pt x="25" y="1669"/>
                  </a:lnTo>
                  <a:lnTo>
                    <a:pt x="124" y="1568"/>
                  </a:lnTo>
                  <a:lnTo>
                    <a:pt x="270" y="1422"/>
                  </a:lnTo>
                  <a:lnTo>
                    <a:pt x="447" y="1247"/>
                  </a:lnTo>
                  <a:lnTo>
                    <a:pt x="639" y="1063"/>
                  </a:lnTo>
                  <a:lnTo>
                    <a:pt x="829" y="880"/>
                  </a:lnTo>
                  <a:lnTo>
                    <a:pt x="1002" y="718"/>
                  </a:lnTo>
                  <a:lnTo>
                    <a:pt x="1230" y="515"/>
                  </a:lnTo>
                  <a:lnTo>
                    <a:pt x="1471" y="297"/>
                  </a:lnTo>
                  <a:lnTo>
                    <a:pt x="1595" y="165"/>
                  </a:lnTo>
                  <a:lnTo>
                    <a:pt x="1694" y="51"/>
                  </a:lnTo>
                  <a:lnTo>
                    <a:pt x="1873"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cxnSp>
        <p:nvCxnSpPr>
          <p:cNvPr id="431" name="Google Shape;431;p23"/>
          <p:cNvCxnSpPr/>
          <p:nvPr/>
        </p:nvCxnSpPr>
        <p:spPr>
          <a:xfrm>
            <a:off x="4572000" y="2514600"/>
            <a:ext cx="0" cy="3657600"/>
          </a:xfrm>
          <a:prstGeom prst="straightConnector1">
            <a:avLst/>
          </a:prstGeom>
          <a:noFill/>
          <a:ln cap="flat" cmpd="sng" w="9525">
            <a:solidFill>
              <a:schemeClr val="dk1"/>
            </a:solidFill>
            <a:prstDash val="solid"/>
            <a:miter lim="800000"/>
            <a:headEnd len="med" w="med" type="none"/>
            <a:tailEnd len="med" w="med" type="none"/>
          </a:ln>
        </p:spPr>
      </p:cxnSp>
    </p:spTree>
  </p:cSld>
  <p:clrMapOvr>
    <a:masterClrMapping/>
  </p:clrMapOvr>
  <p:transition spd="slow">
    <p:checker/>
  </p:transition>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24"/>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 Prentice Hall, 2004</a:t>
            </a:r>
            <a:endParaRPr/>
          </a:p>
        </p:txBody>
      </p:sp>
      <p:sp>
        <p:nvSpPr>
          <p:cNvPr id="438" name="Google Shape;438;p24"/>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439" name="Google Shape;439;p24"/>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8 - </a:t>
            </a:r>
            <a:fld id="{00000000-1234-1234-1234-123412341234}" type="slidenum">
              <a:rPr b="1" i="0" lang="en-US" sz="1200" u="none">
                <a:solidFill>
                  <a:schemeClr val="dk1"/>
                </a:solidFill>
                <a:latin typeface="Arial"/>
                <a:ea typeface="Arial"/>
                <a:cs typeface="Arial"/>
                <a:sym typeface="Arial"/>
              </a:rPr>
              <a:t>‹#›</a:t>
            </a:fld>
            <a:endParaRPr/>
          </a:p>
        </p:txBody>
      </p:sp>
      <p:sp>
        <p:nvSpPr>
          <p:cNvPr id="440" name="Google Shape;440;p24"/>
          <p:cNvSpPr txBox="1"/>
          <p:nvPr>
            <p:ph type="title"/>
          </p:nvPr>
        </p:nvSpPr>
        <p:spPr>
          <a:xfrm>
            <a:off x="457200" y="381000"/>
            <a:ext cx="8229600" cy="2362200"/>
          </a:xfrm>
          <a:prstGeom prst="rect">
            <a:avLst/>
          </a:prstGeom>
          <a:solidFill>
            <a:srgbClr val="000066"/>
          </a:solidFill>
          <a:ln cap="flat" cmpd="sng" w="19050">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5400"/>
              <a:buFont typeface="Tahoma"/>
              <a:buNone/>
            </a:pPr>
            <a:r>
              <a:rPr b="1" i="0" lang="en-US" sz="5400" u="none">
                <a:solidFill>
                  <a:schemeClr val="lt1"/>
                </a:solidFill>
                <a:latin typeface="Tahoma"/>
                <a:ea typeface="Tahoma"/>
                <a:cs typeface="Tahoma"/>
                <a:sym typeface="Tahoma"/>
              </a:rPr>
              <a:t>Letters of</a:t>
            </a:r>
            <a:br>
              <a:rPr b="1" i="0" lang="en-US" sz="5400" u="none">
                <a:solidFill>
                  <a:schemeClr val="lt1"/>
                </a:solidFill>
                <a:latin typeface="Tahoma"/>
                <a:ea typeface="Tahoma"/>
                <a:cs typeface="Tahoma"/>
                <a:sym typeface="Tahoma"/>
              </a:rPr>
            </a:br>
            <a:r>
              <a:rPr b="1" i="0" lang="en-US" sz="5400" u="none">
                <a:solidFill>
                  <a:schemeClr val="lt1"/>
                </a:solidFill>
                <a:latin typeface="Tahoma"/>
                <a:ea typeface="Tahoma"/>
                <a:cs typeface="Tahoma"/>
                <a:sym typeface="Tahoma"/>
              </a:rPr>
              <a:t>Recommendation</a:t>
            </a:r>
            <a:endParaRPr/>
          </a:p>
        </p:txBody>
      </p:sp>
      <p:sp>
        <p:nvSpPr>
          <p:cNvPr descr="Recycled paper" id="441" name="Google Shape;441;p24"/>
          <p:cNvSpPr txBox="1"/>
          <p:nvPr/>
        </p:nvSpPr>
        <p:spPr>
          <a:xfrm>
            <a:off x="457200" y="2743200"/>
            <a:ext cx="4114800" cy="1447800"/>
          </a:xfrm>
          <a:prstGeom prst="rect">
            <a:avLst/>
          </a:prstGeom>
          <a:no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Tahoma"/>
              <a:buNone/>
            </a:pPr>
            <a:r>
              <a:rPr b="1" i="0" lang="en-US" sz="2800" u="none">
                <a:solidFill>
                  <a:schemeClr val="dk1"/>
                </a:solidFill>
                <a:latin typeface="Tahoma"/>
                <a:ea typeface="Tahoma"/>
                <a:cs typeface="Tahoma"/>
                <a:sym typeface="Tahoma"/>
              </a:rPr>
              <a:t>Requested</a:t>
            </a:r>
            <a:endParaRPr/>
          </a:p>
          <a:p>
            <a:pPr indent="0" lvl="0" marL="0" marR="0" rtl="0" algn="ctr">
              <a:lnSpc>
                <a:spcPct val="100000"/>
              </a:lnSpc>
              <a:spcBef>
                <a:spcPts val="0"/>
              </a:spcBef>
              <a:spcAft>
                <a:spcPts val="0"/>
              </a:spcAft>
              <a:buClr>
                <a:schemeClr val="dk1"/>
              </a:buClr>
              <a:buSzPts val="2800"/>
              <a:buFont typeface="Tahoma"/>
              <a:buNone/>
            </a:pPr>
            <a:r>
              <a:rPr b="1" i="0" lang="en-US" sz="2800" u="none">
                <a:solidFill>
                  <a:schemeClr val="dk1"/>
                </a:solidFill>
                <a:latin typeface="Tahoma"/>
                <a:ea typeface="Tahoma"/>
                <a:cs typeface="Tahoma"/>
                <a:sym typeface="Tahoma"/>
              </a:rPr>
              <a:t>by Businesses</a:t>
            </a:r>
            <a:endParaRPr/>
          </a:p>
        </p:txBody>
      </p:sp>
      <p:sp>
        <p:nvSpPr>
          <p:cNvPr descr="Recycled paper" id="442" name="Google Shape;442;p24"/>
          <p:cNvSpPr txBox="1"/>
          <p:nvPr/>
        </p:nvSpPr>
        <p:spPr>
          <a:xfrm>
            <a:off x="4572000" y="2743200"/>
            <a:ext cx="4114800" cy="1447800"/>
          </a:xfrm>
          <a:prstGeom prst="rect">
            <a:avLst/>
          </a:prstGeom>
          <a:no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Tahoma"/>
              <a:buNone/>
            </a:pPr>
            <a:r>
              <a:rPr b="1" i="0" lang="en-US" sz="2800" u="none">
                <a:solidFill>
                  <a:schemeClr val="dk1"/>
                </a:solidFill>
                <a:latin typeface="Tahoma"/>
                <a:ea typeface="Tahoma"/>
                <a:cs typeface="Tahoma"/>
                <a:sym typeface="Tahoma"/>
              </a:rPr>
              <a:t>Requested</a:t>
            </a:r>
            <a:endParaRPr/>
          </a:p>
          <a:p>
            <a:pPr indent="0" lvl="0" marL="0" marR="0" rtl="0" algn="ctr">
              <a:lnSpc>
                <a:spcPct val="100000"/>
              </a:lnSpc>
              <a:spcBef>
                <a:spcPts val="0"/>
              </a:spcBef>
              <a:spcAft>
                <a:spcPts val="0"/>
              </a:spcAft>
              <a:buClr>
                <a:schemeClr val="dk1"/>
              </a:buClr>
              <a:buSzPts val="2800"/>
              <a:buFont typeface="Tahoma"/>
              <a:buNone/>
            </a:pPr>
            <a:r>
              <a:rPr b="1" i="0" lang="en-US" sz="2800" u="none">
                <a:solidFill>
                  <a:schemeClr val="dk1"/>
                </a:solidFill>
                <a:latin typeface="Tahoma"/>
                <a:ea typeface="Tahoma"/>
                <a:cs typeface="Tahoma"/>
                <a:sym typeface="Tahoma"/>
              </a:rPr>
              <a:t>by Individuals</a:t>
            </a:r>
            <a:endParaRPr/>
          </a:p>
        </p:txBody>
      </p:sp>
      <p:sp>
        <p:nvSpPr>
          <p:cNvPr descr="Recycled paper" id="443" name="Google Shape;443;p24"/>
          <p:cNvSpPr txBox="1"/>
          <p:nvPr/>
        </p:nvSpPr>
        <p:spPr>
          <a:xfrm>
            <a:off x="4572000" y="4191000"/>
            <a:ext cx="2057400" cy="1981200"/>
          </a:xfrm>
          <a:prstGeom prst="rect">
            <a:avLst/>
          </a:prstGeom>
          <a:no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Practice</a:t>
            </a:r>
            <a:endParaRPr/>
          </a:p>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Diplomacy</a:t>
            </a:r>
            <a:endParaRPr/>
          </a:p>
        </p:txBody>
      </p:sp>
      <p:sp>
        <p:nvSpPr>
          <p:cNvPr descr="Recycled paper" id="444" name="Google Shape;444;p24"/>
          <p:cNvSpPr txBox="1"/>
          <p:nvPr/>
        </p:nvSpPr>
        <p:spPr>
          <a:xfrm>
            <a:off x="6629400" y="4191000"/>
            <a:ext cx="2057400" cy="1981200"/>
          </a:xfrm>
          <a:prstGeom prst="rect">
            <a:avLst/>
          </a:prstGeom>
          <a:no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Recognize</a:t>
            </a:r>
            <a:endParaRPr/>
          </a:p>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Feelings</a:t>
            </a:r>
            <a:endParaRPr/>
          </a:p>
        </p:txBody>
      </p:sp>
      <p:sp>
        <p:nvSpPr>
          <p:cNvPr descr="Recycled paper" id="445" name="Google Shape;445;p24"/>
          <p:cNvSpPr txBox="1"/>
          <p:nvPr/>
        </p:nvSpPr>
        <p:spPr>
          <a:xfrm>
            <a:off x="457200" y="4191000"/>
            <a:ext cx="2057400" cy="1981200"/>
          </a:xfrm>
          <a:prstGeom prst="rect">
            <a:avLst/>
          </a:prstGeom>
          <a:no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Be Direct</a:t>
            </a:r>
            <a:endParaRPr/>
          </a:p>
        </p:txBody>
      </p:sp>
      <p:sp>
        <p:nvSpPr>
          <p:cNvPr descr="Recycled paper" id="446" name="Google Shape;446;p24"/>
          <p:cNvSpPr txBox="1"/>
          <p:nvPr/>
        </p:nvSpPr>
        <p:spPr>
          <a:xfrm>
            <a:off x="2514600" y="4191000"/>
            <a:ext cx="2057400" cy="1981200"/>
          </a:xfrm>
          <a:prstGeom prst="rect">
            <a:avLst/>
          </a:prstGeom>
          <a:no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State Facts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25"/>
          <p:cNvSpPr txBox="1"/>
          <p:nvPr>
            <p:ph type="title"/>
          </p:nvPr>
        </p:nvSpPr>
        <p:spPr>
          <a:xfrm>
            <a:off x="457200" y="381000"/>
            <a:ext cx="8229600" cy="13716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b="1" sz="4400">
              <a:solidFill>
                <a:schemeClr val="dk2"/>
              </a:solidFill>
              <a:latin typeface="Tahoma"/>
              <a:ea typeface="Tahoma"/>
              <a:cs typeface="Tahoma"/>
              <a:sym typeface="Tahoma"/>
            </a:endParaRPr>
          </a:p>
        </p:txBody>
      </p:sp>
      <p:sp>
        <p:nvSpPr>
          <p:cNvPr id="452" name="Google Shape;452;p25"/>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 Prentice Hall, 2004</a:t>
            </a:r>
            <a:endParaRPr/>
          </a:p>
        </p:txBody>
      </p:sp>
      <p:sp>
        <p:nvSpPr>
          <p:cNvPr id="453" name="Google Shape;453;p25"/>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454" name="Google Shape;454;p25"/>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8 - </a:t>
            </a:r>
            <a:fld id="{00000000-1234-1234-1234-123412341234}" type="slidenum">
              <a:rPr b="1" i="0" lang="en-US" sz="1200" u="none">
                <a:solidFill>
                  <a:schemeClr val="dk1"/>
                </a:solidFill>
                <a:latin typeface="Arial"/>
                <a:ea typeface="Arial"/>
                <a:cs typeface="Arial"/>
                <a:sym typeface="Arial"/>
              </a:rPr>
              <a:t>‹#›</a:t>
            </a:fld>
            <a:endParaRPr/>
          </a:p>
        </p:txBody>
      </p:sp>
      <p:pic>
        <p:nvPicPr>
          <p:cNvPr id="455" name="Google Shape;455;p25"/>
          <p:cNvPicPr preferRelativeResize="0"/>
          <p:nvPr/>
        </p:nvPicPr>
        <p:blipFill rotWithShape="1">
          <a:blip r:embed="rId3">
            <a:alphaModFix/>
          </a:blip>
          <a:srcRect b="0" l="0" r="0" t="0"/>
          <a:stretch/>
        </p:blipFill>
        <p:spPr>
          <a:xfrm>
            <a:off x="228600" y="2286000"/>
            <a:ext cx="8791575" cy="1676400"/>
          </a:xfrm>
          <a:prstGeom prst="rect">
            <a:avLst/>
          </a:prstGeom>
          <a:noFill/>
          <a:ln>
            <a:noFill/>
          </a:ln>
          <a:effectLst>
            <a:outerShdw blurRad="63500" dir="2700000" dist="17960">
              <a:srgbClr val="007A5C"/>
            </a:outerShdw>
          </a:effectLst>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26"/>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 Prentice Hall, 2004</a:t>
            </a:r>
            <a:endParaRPr/>
          </a:p>
        </p:txBody>
      </p:sp>
      <p:sp>
        <p:nvSpPr>
          <p:cNvPr id="462" name="Google Shape;462;p26"/>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463" name="Google Shape;463;p26"/>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8 - </a:t>
            </a:r>
            <a:fld id="{00000000-1234-1234-1234-123412341234}" type="slidenum">
              <a:rPr b="1" i="0" lang="en-US" sz="1200" u="none">
                <a:solidFill>
                  <a:schemeClr val="dk1"/>
                </a:solidFill>
                <a:latin typeface="Arial"/>
                <a:ea typeface="Arial"/>
                <a:cs typeface="Arial"/>
                <a:sym typeface="Arial"/>
              </a:rPr>
              <a:t>‹#›</a:t>
            </a:fld>
            <a:endParaRPr/>
          </a:p>
        </p:txBody>
      </p:sp>
      <p:sp>
        <p:nvSpPr>
          <p:cNvPr descr="Parchment" id="464" name="Google Shape;464;p26"/>
          <p:cNvSpPr txBox="1"/>
          <p:nvPr/>
        </p:nvSpPr>
        <p:spPr>
          <a:xfrm>
            <a:off x="4572000" y="1981200"/>
            <a:ext cx="4114800" cy="4191000"/>
          </a:xfrm>
          <a:prstGeom prst="rect">
            <a:avLst/>
          </a:prstGeom>
          <a:blipFill rotWithShape="1">
            <a:blip r:embed="rId3">
              <a:alphaModFix/>
            </a:blip>
            <a:stretch>
              <a:fillRect b="0" l="0" r="0" t="0"/>
            </a:stretch>
          </a:blip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descr="Parchment" id="465" name="Google Shape;465;p26"/>
          <p:cNvSpPr txBox="1"/>
          <p:nvPr/>
        </p:nvSpPr>
        <p:spPr>
          <a:xfrm>
            <a:off x="457200" y="1981200"/>
            <a:ext cx="4114800" cy="4191000"/>
          </a:xfrm>
          <a:prstGeom prst="rect">
            <a:avLst/>
          </a:prstGeom>
          <a:blipFill rotWithShape="1">
            <a:blip r:embed="rId3">
              <a:alphaModFix/>
            </a:blip>
            <a:stretch>
              <a:fillRect b="0" l="0" r="0" t="0"/>
            </a:stretch>
          </a:blip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66" name="Google Shape;466;p26"/>
          <p:cNvSpPr txBox="1"/>
          <p:nvPr>
            <p:ph type="title"/>
          </p:nvPr>
        </p:nvSpPr>
        <p:spPr>
          <a:xfrm>
            <a:off x="457200" y="381000"/>
            <a:ext cx="8229600" cy="1600200"/>
          </a:xfrm>
          <a:prstGeom prst="rect">
            <a:avLst/>
          </a:prstGeom>
          <a:solidFill>
            <a:srgbClr val="800000"/>
          </a:solid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800"/>
              <a:buFont typeface="Tahoma"/>
              <a:buNone/>
            </a:pPr>
            <a:r>
              <a:rPr b="1" i="0" lang="en-US" sz="4800" u="none">
                <a:solidFill>
                  <a:schemeClr val="lt1"/>
                </a:solidFill>
                <a:latin typeface="Tahoma"/>
                <a:ea typeface="Tahoma"/>
                <a:cs typeface="Tahoma"/>
                <a:sym typeface="Tahoma"/>
              </a:rPr>
              <a:t>Employment Applications</a:t>
            </a:r>
            <a:endParaRPr/>
          </a:p>
        </p:txBody>
      </p:sp>
      <p:sp>
        <p:nvSpPr>
          <p:cNvPr descr="Parchment" id="467" name="Google Shape;467;p26"/>
          <p:cNvSpPr txBox="1"/>
          <p:nvPr/>
        </p:nvSpPr>
        <p:spPr>
          <a:xfrm>
            <a:off x="4572000" y="1981200"/>
            <a:ext cx="4114800" cy="1397000"/>
          </a:xfrm>
          <a:prstGeom prst="rect">
            <a:avLst/>
          </a:prstGeom>
          <a:blipFill rotWithShape="1">
            <a:blip r:embed="rId3">
              <a:alphaModFix/>
            </a:blip>
            <a:tile algn="tl" flip="none" tx="0" sx="100000" ty="0" sy="100000"/>
          </a:blip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Tahoma"/>
              <a:buNone/>
            </a:pPr>
            <a:r>
              <a:rPr b="1" i="0" lang="en-US" sz="2800" u="none">
                <a:solidFill>
                  <a:schemeClr val="dk1"/>
                </a:solidFill>
                <a:latin typeface="Tahoma"/>
                <a:ea typeface="Tahoma"/>
                <a:cs typeface="Tahoma"/>
                <a:sym typeface="Tahoma"/>
              </a:rPr>
              <a:t>Use a </a:t>
            </a:r>
            <a:endParaRPr/>
          </a:p>
          <a:p>
            <a:pPr indent="0" lvl="0" marL="0" marR="0" rtl="0" algn="ctr">
              <a:lnSpc>
                <a:spcPct val="100000"/>
              </a:lnSpc>
              <a:spcBef>
                <a:spcPts val="0"/>
              </a:spcBef>
              <a:spcAft>
                <a:spcPts val="0"/>
              </a:spcAft>
              <a:buClr>
                <a:schemeClr val="dk1"/>
              </a:buClr>
              <a:buSzPts val="2800"/>
              <a:buFont typeface="Tahoma"/>
              <a:buNone/>
            </a:pPr>
            <a:r>
              <a:rPr b="1" i="0" lang="en-US" sz="2800" u="none">
                <a:solidFill>
                  <a:schemeClr val="dk1"/>
                </a:solidFill>
                <a:latin typeface="Tahoma"/>
                <a:ea typeface="Tahoma"/>
                <a:cs typeface="Tahoma"/>
                <a:sym typeface="Tahoma"/>
              </a:rPr>
              <a:t>Direct Approach</a:t>
            </a:r>
            <a:endParaRPr/>
          </a:p>
        </p:txBody>
      </p:sp>
      <p:sp>
        <p:nvSpPr>
          <p:cNvPr descr="Parchment" id="468" name="Google Shape;468;p26"/>
          <p:cNvSpPr txBox="1"/>
          <p:nvPr/>
        </p:nvSpPr>
        <p:spPr>
          <a:xfrm>
            <a:off x="4572000" y="3378200"/>
            <a:ext cx="4114800" cy="1397000"/>
          </a:xfrm>
          <a:prstGeom prst="rect">
            <a:avLst/>
          </a:prstGeom>
          <a:blipFill rotWithShape="1">
            <a:blip r:embed="rId3">
              <a:alphaModFix/>
            </a:blip>
            <a:tile algn="tl" flip="none" tx="0" sx="100000" ty="0" sy="100000"/>
          </a:blip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Tahoma"/>
              <a:buNone/>
            </a:pPr>
            <a:r>
              <a:rPr b="1" i="0" lang="en-US" sz="2800" u="none">
                <a:solidFill>
                  <a:schemeClr val="dk1"/>
                </a:solidFill>
                <a:latin typeface="Tahoma"/>
                <a:ea typeface="Tahoma"/>
                <a:cs typeface="Tahoma"/>
                <a:sym typeface="Tahoma"/>
              </a:rPr>
              <a:t>State Reasons</a:t>
            </a:r>
            <a:endParaRPr/>
          </a:p>
          <a:p>
            <a:pPr indent="0" lvl="0" marL="0" marR="0" rtl="0" algn="ctr">
              <a:lnSpc>
                <a:spcPct val="100000"/>
              </a:lnSpc>
              <a:spcBef>
                <a:spcPts val="0"/>
              </a:spcBef>
              <a:spcAft>
                <a:spcPts val="0"/>
              </a:spcAft>
              <a:buClr>
                <a:schemeClr val="dk1"/>
              </a:buClr>
              <a:buSzPts val="2800"/>
              <a:buFont typeface="Tahoma"/>
              <a:buNone/>
            </a:pPr>
            <a:r>
              <a:rPr b="1" i="0" lang="en-US" sz="2800" u="none">
                <a:solidFill>
                  <a:schemeClr val="dk1"/>
                </a:solidFill>
                <a:latin typeface="Tahoma"/>
                <a:ea typeface="Tahoma"/>
                <a:cs typeface="Tahoma"/>
                <a:sym typeface="Tahoma"/>
              </a:rPr>
              <a:t>Clearly</a:t>
            </a:r>
            <a:endParaRPr/>
          </a:p>
        </p:txBody>
      </p:sp>
      <p:sp>
        <p:nvSpPr>
          <p:cNvPr descr="Parchment" id="469" name="Google Shape;469;p26"/>
          <p:cNvSpPr txBox="1"/>
          <p:nvPr/>
        </p:nvSpPr>
        <p:spPr>
          <a:xfrm>
            <a:off x="4572000" y="4775200"/>
            <a:ext cx="4114800" cy="1397000"/>
          </a:xfrm>
          <a:prstGeom prst="rect">
            <a:avLst/>
          </a:prstGeom>
          <a:blipFill rotWithShape="1">
            <a:blip r:embed="rId3">
              <a:alphaModFix/>
            </a:blip>
            <a:tile algn="tl" flip="none" tx="0" sx="100000" ty="0" sy="100000"/>
          </a:blip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Tahoma"/>
              <a:buNone/>
            </a:pPr>
            <a:r>
              <a:rPr b="1" i="0" lang="en-US" sz="2800" u="none">
                <a:solidFill>
                  <a:schemeClr val="dk1"/>
                </a:solidFill>
                <a:latin typeface="Tahoma"/>
                <a:ea typeface="Tahoma"/>
                <a:cs typeface="Tahoma"/>
                <a:sym typeface="Tahoma"/>
              </a:rPr>
              <a:t>Suggest</a:t>
            </a:r>
            <a:endParaRPr/>
          </a:p>
          <a:p>
            <a:pPr indent="0" lvl="0" marL="0" marR="0" rtl="0" algn="ctr">
              <a:lnSpc>
                <a:spcPct val="100000"/>
              </a:lnSpc>
              <a:spcBef>
                <a:spcPts val="0"/>
              </a:spcBef>
              <a:spcAft>
                <a:spcPts val="0"/>
              </a:spcAft>
              <a:buClr>
                <a:schemeClr val="dk1"/>
              </a:buClr>
              <a:buSzPts val="2800"/>
              <a:buFont typeface="Tahoma"/>
              <a:buNone/>
            </a:pPr>
            <a:r>
              <a:rPr b="1" i="0" lang="en-US" sz="2800" u="none">
                <a:solidFill>
                  <a:schemeClr val="dk1"/>
                </a:solidFill>
                <a:latin typeface="Tahoma"/>
                <a:ea typeface="Tahoma"/>
                <a:cs typeface="Tahoma"/>
                <a:sym typeface="Tahoma"/>
              </a:rPr>
              <a:t>Alternatives</a:t>
            </a:r>
            <a:endParaRPr/>
          </a:p>
        </p:txBody>
      </p:sp>
      <p:pic>
        <p:nvPicPr>
          <p:cNvPr id="470" name="Google Shape;470;p26"/>
          <p:cNvPicPr preferRelativeResize="0"/>
          <p:nvPr/>
        </p:nvPicPr>
        <p:blipFill rotWithShape="1">
          <a:blip r:embed="rId4">
            <a:alphaModFix/>
          </a:blip>
          <a:srcRect b="0" l="0" r="0" t="0"/>
          <a:stretch/>
        </p:blipFill>
        <p:spPr>
          <a:xfrm>
            <a:off x="584200" y="2703512"/>
            <a:ext cx="3911600" cy="3468687"/>
          </a:xfrm>
          <a:prstGeom prst="rect">
            <a:avLst/>
          </a:prstGeom>
          <a:noFill/>
          <a:ln>
            <a:noFill/>
          </a:ln>
        </p:spPr>
      </p:pic>
    </p:spTree>
  </p:cSld>
  <p:clrMapOvr>
    <a:masterClrMapping/>
  </p:clrMapOvr>
  <p:transition spd="slow">
    <p:wipe dir="d"/>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67"/>
                                        </p:tgtEl>
                                        <p:attrNameLst>
                                          <p:attrName>style.visibility</p:attrName>
                                        </p:attrNameLst>
                                      </p:cBhvr>
                                      <p:to>
                                        <p:strVal val="visible"/>
                                      </p:to>
                                    </p:set>
                                    <p:animEffect filter="fade" transition="in">
                                      <p:cBhvr>
                                        <p:cTn dur="500"/>
                                        <p:tgtEl>
                                          <p:spTgt spid="46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68"/>
                                        </p:tgtEl>
                                        <p:attrNameLst>
                                          <p:attrName>style.visibility</p:attrName>
                                        </p:attrNameLst>
                                      </p:cBhvr>
                                      <p:to>
                                        <p:strVal val="visible"/>
                                      </p:to>
                                    </p:set>
                                    <p:animEffect filter="fade" transition="in">
                                      <p:cBhvr>
                                        <p:cTn dur="500"/>
                                        <p:tgtEl>
                                          <p:spTgt spid="46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69"/>
                                        </p:tgtEl>
                                        <p:attrNameLst>
                                          <p:attrName>style.visibility</p:attrName>
                                        </p:attrNameLst>
                                      </p:cBhvr>
                                      <p:to>
                                        <p:strVal val="visible"/>
                                      </p:to>
                                    </p:set>
                                    <p:animEffect filter="fade" transition="in">
                                      <p:cBhvr>
                                        <p:cTn dur="500"/>
                                        <p:tgtEl>
                                          <p:spTgt spid="4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27"/>
          <p:cNvSpPr txBox="1"/>
          <p:nvPr>
            <p:ph type="title"/>
          </p:nvPr>
        </p:nvSpPr>
        <p:spPr>
          <a:xfrm>
            <a:off x="457200" y="381000"/>
            <a:ext cx="8229600" cy="13716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b="1" sz="4400">
              <a:solidFill>
                <a:schemeClr val="dk2"/>
              </a:solidFill>
              <a:latin typeface="Tahoma"/>
              <a:ea typeface="Tahoma"/>
              <a:cs typeface="Tahoma"/>
              <a:sym typeface="Tahoma"/>
            </a:endParaRPr>
          </a:p>
        </p:txBody>
      </p:sp>
      <p:sp>
        <p:nvSpPr>
          <p:cNvPr id="476" name="Google Shape;476;p27"/>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 Prentice Hall, 2004</a:t>
            </a:r>
            <a:endParaRPr/>
          </a:p>
        </p:txBody>
      </p:sp>
      <p:sp>
        <p:nvSpPr>
          <p:cNvPr id="477" name="Google Shape;477;p27"/>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478" name="Google Shape;478;p27"/>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8 - </a:t>
            </a:r>
            <a:fld id="{00000000-1234-1234-1234-123412341234}" type="slidenum">
              <a:rPr b="1" i="0" lang="en-US" sz="1200" u="none">
                <a:solidFill>
                  <a:schemeClr val="dk1"/>
                </a:solidFill>
                <a:latin typeface="Arial"/>
                <a:ea typeface="Arial"/>
                <a:cs typeface="Arial"/>
                <a:sym typeface="Arial"/>
              </a:rPr>
              <a:t>‹#›</a:t>
            </a:fld>
            <a:endParaRPr/>
          </a:p>
        </p:txBody>
      </p:sp>
      <p:pic>
        <p:nvPicPr>
          <p:cNvPr id="479" name="Google Shape;479;p27"/>
          <p:cNvPicPr preferRelativeResize="0"/>
          <p:nvPr/>
        </p:nvPicPr>
        <p:blipFill rotWithShape="1">
          <a:blip r:embed="rId3">
            <a:alphaModFix/>
          </a:blip>
          <a:srcRect b="0" l="0" r="0" t="0"/>
          <a:stretch/>
        </p:blipFill>
        <p:spPr>
          <a:xfrm>
            <a:off x="304800" y="838200"/>
            <a:ext cx="8164512" cy="4648200"/>
          </a:xfrm>
          <a:prstGeom prst="rect">
            <a:avLst/>
          </a:prstGeom>
          <a:noFill/>
          <a:ln>
            <a:noFill/>
          </a:ln>
          <a:effectLst>
            <a:outerShdw blurRad="63500" dir="2700000" dist="17960">
              <a:srgbClr val="007A5C"/>
            </a:outerShdw>
          </a:effectLst>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28"/>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 Prentice Hall, 2004</a:t>
            </a:r>
            <a:endParaRPr/>
          </a:p>
        </p:txBody>
      </p:sp>
      <p:sp>
        <p:nvSpPr>
          <p:cNvPr id="486" name="Google Shape;486;p28"/>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487" name="Google Shape;487;p28"/>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8 - </a:t>
            </a:r>
            <a:fld id="{00000000-1234-1234-1234-123412341234}" type="slidenum">
              <a:rPr b="1" i="0" lang="en-US" sz="1200" u="none">
                <a:solidFill>
                  <a:schemeClr val="dk1"/>
                </a:solidFill>
                <a:latin typeface="Arial"/>
                <a:ea typeface="Arial"/>
                <a:cs typeface="Arial"/>
                <a:sym typeface="Arial"/>
              </a:rPr>
              <a:t>‹#›</a:t>
            </a:fld>
            <a:endParaRPr/>
          </a:p>
        </p:txBody>
      </p:sp>
      <p:sp>
        <p:nvSpPr>
          <p:cNvPr id="488" name="Google Shape;488;p28"/>
          <p:cNvSpPr txBox="1"/>
          <p:nvPr/>
        </p:nvSpPr>
        <p:spPr>
          <a:xfrm>
            <a:off x="4572000" y="1981200"/>
            <a:ext cx="4114800" cy="41910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89" name="Google Shape;489;p28"/>
          <p:cNvSpPr txBox="1"/>
          <p:nvPr>
            <p:ph type="title"/>
          </p:nvPr>
        </p:nvSpPr>
        <p:spPr>
          <a:xfrm>
            <a:off x="457200" y="381000"/>
            <a:ext cx="8229600" cy="1600200"/>
          </a:xfrm>
          <a:prstGeom prst="rect">
            <a:avLst/>
          </a:prstGeom>
          <a:solidFill>
            <a:srgbClr val="000099"/>
          </a:solid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5400"/>
              <a:buFont typeface="Tahoma"/>
              <a:buNone/>
            </a:pPr>
            <a:r>
              <a:rPr b="1" i="0" lang="en-US" sz="5400" u="none">
                <a:solidFill>
                  <a:schemeClr val="lt1"/>
                </a:solidFill>
                <a:latin typeface="Tahoma"/>
                <a:ea typeface="Tahoma"/>
                <a:cs typeface="Tahoma"/>
                <a:sym typeface="Tahoma"/>
              </a:rPr>
              <a:t>Performance Reviews</a:t>
            </a:r>
            <a:endParaRPr/>
          </a:p>
        </p:txBody>
      </p:sp>
      <p:grpSp>
        <p:nvGrpSpPr>
          <p:cNvPr id="490" name="Google Shape;490;p28"/>
          <p:cNvGrpSpPr/>
          <p:nvPr/>
        </p:nvGrpSpPr>
        <p:grpSpPr>
          <a:xfrm>
            <a:off x="457200" y="1981200"/>
            <a:ext cx="4114800" cy="4191000"/>
            <a:chOff x="288" y="1296"/>
            <a:chExt cx="2640" cy="2304"/>
          </a:xfrm>
        </p:grpSpPr>
        <p:sp>
          <p:nvSpPr>
            <p:cNvPr id="491" name="Google Shape;491;p28"/>
            <p:cNvSpPr txBox="1"/>
            <p:nvPr/>
          </p:nvSpPr>
          <p:spPr>
            <a:xfrm flipH="1">
              <a:off x="288" y="1296"/>
              <a:ext cx="2640" cy="768"/>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200"/>
                <a:buFont typeface="Tahoma"/>
                <a:buNone/>
              </a:pPr>
              <a:r>
                <a:rPr b="1" i="0" lang="en-US" sz="3200" u="none">
                  <a:solidFill>
                    <a:schemeClr val="dk1"/>
                  </a:solidFill>
                  <a:latin typeface="Tahoma"/>
                  <a:ea typeface="Tahoma"/>
                  <a:cs typeface="Tahoma"/>
                  <a:sym typeface="Tahoma"/>
                </a:rPr>
                <a:t>Review Job</a:t>
              </a:r>
              <a:endParaRPr/>
            </a:p>
            <a:p>
              <a:pPr indent="0" lvl="0" marL="0" marR="0" rtl="0" algn="ctr">
                <a:lnSpc>
                  <a:spcPct val="100000"/>
                </a:lnSpc>
                <a:spcBef>
                  <a:spcPts val="0"/>
                </a:spcBef>
                <a:spcAft>
                  <a:spcPts val="0"/>
                </a:spcAft>
                <a:buClr>
                  <a:schemeClr val="dk1"/>
                </a:buClr>
                <a:buSzPts val="3200"/>
                <a:buFont typeface="Tahoma"/>
                <a:buNone/>
              </a:pPr>
              <a:r>
                <a:rPr b="1" i="0" lang="en-US" sz="3200" u="none">
                  <a:solidFill>
                    <a:schemeClr val="dk1"/>
                  </a:solidFill>
                  <a:latin typeface="Tahoma"/>
                  <a:ea typeface="Tahoma"/>
                  <a:cs typeface="Tahoma"/>
                  <a:sym typeface="Tahoma"/>
                </a:rPr>
                <a:t>Requirements</a:t>
              </a:r>
              <a:endParaRPr/>
            </a:p>
          </p:txBody>
        </p:sp>
        <p:sp>
          <p:nvSpPr>
            <p:cNvPr id="492" name="Google Shape;492;p28"/>
            <p:cNvSpPr txBox="1"/>
            <p:nvPr/>
          </p:nvSpPr>
          <p:spPr>
            <a:xfrm flipH="1">
              <a:off x="288" y="2064"/>
              <a:ext cx="2640" cy="768"/>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200"/>
                <a:buFont typeface="Tahoma"/>
                <a:buNone/>
              </a:pPr>
              <a:r>
                <a:rPr b="1" i="0" lang="en-US" sz="3200" u="none">
                  <a:solidFill>
                    <a:schemeClr val="dk1"/>
                  </a:solidFill>
                  <a:latin typeface="Tahoma"/>
                  <a:ea typeface="Tahoma"/>
                  <a:cs typeface="Tahoma"/>
                  <a:sym typeface="Tahoma"/>
                </a:rPr>
                <a:t>Provide</a:t>
              </a:r>
              <a:endParaRPr/>
            </a:p>
            <a:p>
              <a:pPr indent="0" lvl="0" marL="0" marR="0" rtl="0" algn="ctr">
                <a:lnSpc>
                  <a:spcPct val="100000"/>
                </a:lnSpc>
                <a:spcBef>
                  <a:spcPts val="0"/>
                </a:spcBef>
                <a:spcAft>
                  <a:spcPts val="0"/>
                </a:spcAft>
                <a:buClr>
                  <a:schemeClr val="dk1"/>
                </a:buClr>
                <a:buSzPts val="3200"/>
                <a:buFont typeface="Tahoma"/>
                <a:buNone/>
              </a:pPr>
              <a:r>
                <a:rPr b="1" i="0" lang="en-US" sz="3200" u="none">
                  <a:solidFill>
                    <a:schemeClr val="dk1"/>
                  </a:solidFill>
                  <a:latin typeface="Tahoma"/>
                  <a:ea typeface="Tahoma"/>
                  <a:cs typeface="Tahoma"/>
                  <a:sym typeface="Tahoma"/>
                </a:rPr>
                <a:t>Feedback</a:t>
              </a:r>
              <a:endParaRPr/>
            </a:p>
          </p:txBody>
        </p:sp>
        <p:sp>
          <p:nvSpPr>
            <p:cNvPr id="493" name="Google Shape;493;p28"/>
            <p:cNvSpPr txBox="1"/>
            <p:nvPr/>
          </p:nvSpPr>
          <p:spPr>
            <a:xfrm flipH="1">
              <a:off x="288" y="2832"/>
              <a:ext cx="2640" cy="768"/>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200"/>
                <a:buFont typeface="Tahoma"/>
                <a:buNone/>
              </a:pPr>
              <a:r>
                <a:rPr b="1" i="0" lang="en-US" sz="3200" u="none">
                  <a:solidFill>
                    <a:schemeClr val="dk1"/>
                  </a:solidFill>
                  <a:latin typeface="Tahoma"/>
                  <a:ea typeface="Tahoma"/>
                  <a:cs typeface="Tahoma"/>
                  <a:sym typeface="Tahoma"/>
                </a:rPr>
                <a:t>Develop a</a:t>
              </a:r>
              <a:endParaRPr/>
            </a:p>
            <a:p>
              <a:pPr indent="0" lvl="0" marL="0" marR="0" rtl="0" algn="ctr">
                <a:lnSpc>
                  <a:spcPct val="100000"/>
                </a:lnSpc>
                <a:spcBef>
                  <a:spcPts val="0"/>
                </a:spcBef>
                <a:spcAft>
                  <a:spcPts val="0"/>
                </a:spcAft>
                <a:buClr>
                  <a:schemeClr val="dk1"/>
                </a:buClr>
                <a:buSzPts val="3200"/>
                <a:buFont typeface="Tahoma"/>
                <a:buNone/>
              </a:pPr>
              <a:r>
                <a:rPr b="1" i="0" lang="en-US" sz="3200" u="none">
                  <a:solidFill>
                    <a:schemeClr val="dk1"/>
                  </a:solidFill>
                  <a:latin typeface="Tahoma"/>
                  <a:ea typeface="Tahoma"/>
                  <a:cs typeface="Tahoma"/>
                  <a:sym typeface="Tahoma"/>
                </a:rPr>
                <a:t>Plan of Action</a:t>
              </a:r>
              <a:endParaRPr/>
            </a:p>
          </p:txBody>
        </p:sp>
      </p:grpSp>
      <p:grpSp>
        <p:nvGrpSpPr>
          <p:cNvPr id="494" name="Google Shape;494;p28"/>
          <p:cNvGrpSpPr/>
          <p:nvPr/>
        </p:nvGrpSpPr>
        <p:grpSpPr>
          <a:xfrm>
            <a:off x="4648200" y="2690812"/>
            <a:ext cx="3983037" cy="3467100"/>
            <a:chOff x="3194" y="1927"/>
            <a:chExt cx="2243" cy="1952"/>
          </a:xfrm>
        </p:grpSpPr>
        <p:sp>
          <p:nvSpPr>
            <p:cNvPr id="495" name="Google Shape;495;p28"/>
            <p:cNvSpPr/>
            <p:nvPr/>
          </p:nvSpPr>
          <p:spPr>
            <a:xfrm>
              <a:off x="3194" y="1927"/>
              <a:ext cx="2243" cy="1952"/>
            </a:xfrm>
            <a:custGeom>
              <a:rect b="b" l="l" r="r" t="t"/>
              <a:pathLst>
                <a:path extrusionOk="0" h="1952" w="2243">
                  <a:moveTo>
                    <a:pt x="1015" y="38"/>
                  </a:moveTo>
                  <a:lnTo>
                    <a:pt x="1028" y="48"/>
                  </a:lnTo>
                  <a:lnTo>
                    <a:pt x="1040" y="58"/>
                  </a:lnTo>
                  <a:lnTo>
                    <a:pt x="1052" y="69"/>
                  </a:lnTo>
                  <a:lnTo>
                    <a:pt x="1061" y="82"/>
                  </a:lnTo>
                  <a:lnTo>
                    <a:pt x="1071" y="95"/>
                  </a:lnTo>
                  <a:lnTo>
                    <a:pt x="1077" y="110"/>
                  </a:lnTo>
                  <a:lnTo>
                    <a:pt x="1080" y="127"/>
                  </a:lnTo>
                  <a:lnTo>
                    <a:pt x="1082" y="143"/>
                  </a:lnTo>
                  <a:lnTo>
                    <a:pt x="1080" y="173"/>
                  </a:lnTo>
                  <a:lnTo>
                    <a:pt x="1076" y="203"/>
                  </a:lnTo>
                  <a:lnTo>
                    <a:pt x="1069" y="232"/>
                  </a:lnTo>
                  <a:lnTo>
                    <a:pt x="1063" y="261"/>
                  </a:lnTo>
                  <a:lnTo>
                    <a:pt x="1066" y="290"/>
                  </a:lnTo>
                  <a:lnTo>
                    <a:pt x="1072" y="317"/>
                  </a:lnTo>
                  <a:lnTo>
                    <a:pt x="1076" y="346"/>
                  </a:lnTo>
                  <a:lnTo>
                    <a:pt x="1074" y="376"/>
                  </a:lnTo>
                  <a:lnTo>
                    <a:pt x="1095" y="388"/>
                  </a:lnTo>
                  <a:lnTo>
                    <a:pt x="1116" y="399"/>
                  </a:lnTo>
                  <a:lnTo>
                    <a:pt x="1137" y="409"/>
                  </a:lnTo>
                  <a:lnTo>
                    <a:pt x="1158" y="419"/>
                  </a:lnTo>
                  <a:lnTo>
                    <a:pt x="1180" y="426"/>
                  </a:lnTo>
                  <a:lnTo>
                    <a:pt x="1203" y="434"/>
                  </a:lnTo>
                  <a:lnTo>
                    <a:pt x="1225" y="439"/>
                  </a:lnTo>
                  <a:lnTo>
                    <a:pt x="1249" y="443"/>
                  </a:lnTo>
                  <a:lnTo>
                    <a:pt x="1264" y="444"/>
                  </a:lnTo>
                  <a:lnTo>
                    <a:pt x="1279" y="446"/>
                  </a:lnTo>
                  <a:lnTo>
                    <a:pt x="1295" y="448"/>
                  </a:lnTo>
                  <a:lnTo>
                    <a:pt x="1309" y="449"/>
                  </a:lnTo>
                  <a:lnTo>
                    <a:pt x="1325" y="450"/>
                  </a:lnTo>
                  <a:lnTo>
                    <a:pt x="1339" y="453"/>
                  </a:lnTo>
                  <a:lnTo>
                    <a:pt x="1353" y="455"/>
                  </a:lnTo>
                  <a:lnTo>
                    <a:pt x="1366" y="458"/>
                  </a:lnTo>
                  <a:lnTo>
                    <a:pt x="1377" y="467"/>
                  </a:lnTo>
                  <a:lnTo>
                    <a:pt x="1386" y="475"/>
                  </a:lnTo>
                  <a:lnTo>
                    <a:pt x="1392" y="487"/>
                  </a:lnTo>
                  <a:lnTo>
                    <a:pt x="1398" y="497"/>
                  </a:lnTo>
                  <a:lnTo>
                    <a:pt x="1404" y="509"/>
                  </a:lnTo>
                  <a:lnTo>
                    <a:pt x="1408" y="520"/>
                  </a:lnTo>
                  <a:lnTo>
                    <a:pt x="1413" y="533"/>
                  </a:lnTo>
                  <a:lnTo>
                    <a:pt x="1418" y="544"/>
                  </a:lnTo>
                  <a:lnTo>
                    <a:pt x="1436" y="636"/>
                  </a:lnTo>
                  <a:lnTo>
                    <a:pt x="1533" y="767"/>
                  </a:lnTo>
                  <a:lnTo>
                    <a:pt x="1541" y="779"/>
                  </a:lnTo>
                  <a:lnTo>
                    <a:pt x="1550" y="789"/>
                  </a:lnTo>
                  <a:lnTo>
                    <a:pt x="1557" y="801"/>
                  </a:lnTo>
                  <a:lnTo>
                    <a:pt x="1564" y="813"/>
                  </a:lnTo>
                  <a:lnTo>
                    <a:pt x="1570" y="824"/>
                  </a:lnTo>
                  <a:lnTo>
                    <a:pt x="1576" y="836"/>
                  </a:lnTo>
                  <a:lnTo>
                    <a:pt x="1580" y="849"/>
                  </a:lnTo>
                  <a:lnTo>
                    <a:pt x="1582" y="863"/>
                  </a:lnTo>
                  <a:lnTo>
                    <a:pt x="1589" y="861"/>
                  </a:lnTo>
                  <a:lnTo>
                    <a:pt x="1596" y="859"/>
                  </a:lnTo>
                  <a:lnTo>
                    <a:pt x="1605" y="856"/>
                  </a:lnTo>
                  <a:lnTo>
                    <a:pt x="1612" y="853"/>
                  </a:lnTo>
                  <a:lnTo>
                    <a:pt x="1619" y="850"/>
                  </a:lnTo>
                  <a:lnTo>
                    <a:pt x="1627" y="846"/>
                  </a:lnTo>
                  <a:lnTo>
                    <a:pt x="1635" y="843"/>
                  </a:lnTo>
                  <a:lnTo>
                    <a:pt x="1642" y="839"/>
                  </a:lnTo>
                  <a:lnTo>
                    <a:pt x="1649" y="833"/>
                  </a:lnTo>
                  <a:lnTo>
                    <a:pt x="1658" y="826"/>
                  </a:lnTo>
                  <a:lnTo>
                    <a:pt x="1669" y="823"/>
                  </a:lnTo>
                  <a:lnTo>
                    <a:pt x="1679" y="818"/>
                  </a:lnTo>
                  <a:lnTo>
                    <a:pt x="1688" y="813"/>
                  </a:lnTo>
                  <a:lnTo>
                    <a:pt x="1696" y="806"/>
                  </a:lnTo>
                  <a:lnTo>
                    <a:pt x="1699" y="798"/>
                  </a:lnTo>
                  <a:lnTo>
                    <a:pt x="1698" y="786"/>
                  </a:lnTo>
                  <a:lnTo>
                    <a:pt x="1696" y="774"/>
                  </a:lnTo>
                  <a:lnTo>
                    <a:pt x="1696" y="760"/>
                  </a:lnTo>
                  <a:lnTo>
                    <a:pt x="1696" y="745"/>
                  </a:lnTo>
                  <a:lnTo>
                    <a:pt x="1698" y="731"/>
                  </a:lnTo>
                  <a:lnTo>
                    <a:pt x="1700" y="726"/>
                  </a:lnTo>
                  <a:lnTo>
                    <a:pt x="1705" y="722"/>
                  </a:lnTo>
                  <a:lnTo>
                    <a:pt x="1711" y="719"/>
                  </a:lnTo>
                  <a:lnTo>
                    <a:pt x="1716" y="716"/>
                  </a:lnTo>
                  <a:lnTo>
                    <a:pt x="1721" y="714"/>
                  </a:lnTo>
                  <a:lnTo>
                    <a:pt x="1723" y="710"/>
                  </a:lnTo>
                  <a:lnTo>
                    <a:pt x="1722" y="705"/>
                  </a:lnTo>
                  <a:lnTo>
                    <a:pt x="1716" y="698"/>
                  </a:lnTo>
                  <a:lnTo>
                    <a:pt x="1706" y="705"/>
                  </a:lnTo>
                  <a:lnTo>
                    <a:pt x="1696" y="710"/>
                  </a:lnTo>
                  <a:lnTo>
                    <a:pt x="1684" y="711"/>
                  </a:lnTo>
                  <a:lnTo>
                    <a:pt x="1672" y="710"/>
                  </a:lnTo>
                  <a:lnTo>
                    <a:pt x="1661" y="709"/>
                  </a:lnTo>
                  <a:lnTo>
                    <a:pt x="1649" y="705"/>
                  </a:lnTo>
                  <a:lnTo>
                    <a:pt x="1638" y="702"/>
                  </a:lnTo>
                  <a:lnTo>
                    <a:pt x="1627" y="698"/>
                  </a:lnTo>
                  <a:lnTo>
                    <a:pt x="1615" y="691"/>
                  </a:lnTo>
                  <a:lnTo>
                    <a:pt x="1608" y="681"/>
                  </a:lnTo>
                  <a:lnTo>
                    <a:pt x="1605" y="670"/>
                  </a:lnTo>
                  <a:lnTo>
                    <a:pt x="1603" y="656"/>
                  </a:lnTo>
                  <a:lnTo>
                    <a:pt x="1603" y="642"/>
                  </a:lnTo>
                  <a:lnTo>
                    <a:pt x="1602" y="628"/>
                  </a:lnTo>
                  <a:lnTo>
                    <a:pt x="1602" y="614"/>
                  </a:lnTo>
                  <a:lnTo>
                    <a:pt x="1599" y="602"/>
                  </a:lnTo>
                  <a:lnTo>
                    <a:pt x="1595" y="589"/>
                  </a:lnTo>
                  <a:lnTo>
                    <a:pt x="1591" y="576"/>
                  </a:lnTo>
                  <a:lnTo>
                    <a:pt x="1589" y="562"/>
                  </a:lnTo>
                  <a:lnTo>
                    <a:pt x="1587" y="548"/>
                  </a:lnTo>
                  <a:lnTo>
                    <a:pt x="1583" y="536"/>
                  </a:lnTo>
                  <a:lnTo>
                    <a:pt x="1576" y="524"/>
                  </a:lnTo>
                  <a:lnTo>
                    <a:pt x="1566" y="514"/>
                  </a:lnTo>
                  <a:lnTo>
                    <a:pt x="1553" y="507"/>
                  </a:lnTo>
                  <a:lnTo>
                    <a:pt x="1548" y="499"/>
                  </a:lnTo>
                  <a:lnTo>
                    <a:pt x="1546" y="490"/>
                  </a:lnTo>
                  <a:lnTo>
                    <a:pt x="1546" y="482"/>
                  </a:lnTo>
                  <a:lnTo>
                    <a:pt x="1550" y="473"/>
                  </a:lnTo>
                  <a:lnTo>
                    <a:pt x="1558" y="462"/>
                  </a:lnTo>
                  <a:lnTo>
                    <a:pt x="1568" y="453"/>
                  </a:lnTo>
                  <a:lnTo>
                    <a:pt x="1576" y="443"/>
                  </a:lnTo>
                  <a:lnTo>
                    <a:pt x="1582" y="430"/>
                  </a:lnTo>
                  <a:lnTo>
                    <a:pt x="1582" y="405"/>
                  </a:lnTo>
                  <a:lnTo>
                    <a:pt x="1584" y="380"/>
                  </a:lnTo>
                  <a:lnTo>
                    <a:pt x="1591" y="357"/>
                  </a:lnTo>
                  <a:lnTo>
                    <a:pt x="1608" y="341"/>
                  </a:lnTo>
                  <a:lnTo>
                    <a:pt x="1613" y="334"/>
                  </a:lnTo>
                  <a:lnTo>
                    <a:pt x="1618" y="325"/>
                  </a:lnTo>
                  <a:lnTo>
                    <a:pt x="1623" y="317"/>
                  </a:lnTo>
                  <a:lnTo>
                    <a:pt x="1626" y="310"/>
                  </a:lnTo>
                  <a:lnTo>
                    <a:pt x="1631" y="301"/>
                  </a:lnTo>
                  <a:lnTo>
                    <a:pt x="1636" y="294"/>
                  </a:lnTo>
                  <a:lnTo>
                    <a:pt x="1642" y="286"/>
                  </a:lnTo>
                  <a:lnTo>
                    <a:pt x="1648" y="278"/>
                  </a:lnTo>
                  <a:lnTo>
                    <a:pt x="1637" y="271"/>
                  </a:lnTo>
                  <a:lnTo>
                    <a:pt x="1626" y="261"/>
                  </a:lnTo>
                  <a:lnTo>
                    <a:pt x="1619" y="248"/>
                  </a:lnTo>
                  <a:lnTo>
                    <a:pt x="1615" y="236"/>
                  </a:lnTo>
                  <a:lnTo>
                    <a:pt x="1613" y="215"/>
                  </a:lnTo>
                  <a:lnTo>
                    <a:pt x="1615" y="193"/>
                  </a:lnTo>
                  <a:lnTo>
                    <a:pt x="1621" y="174"/>
                  </a:lnTo>
                  <a:lnTo>
                    <a:pt x="1629" y="156"/>
                  </a:lnTo>
                  <a:lnTo>
                    <a:pt x="1645" y="138"/>
                  </a:lnTo>
                  <a:lnTo>
                    <a:pt x="1664" y="126"/>
                  </a:lnTo>
                  <a:lnTo>
                    <a:pt x="1685" y="116"/>
                  </a:lnTo>
                  <a:lnTo>
                    <a:pt x="1706" y="109"/>
                  </a:lnTo>
                  <a:lnTo>
                    <a:pt x="1728" y="107"/>
                  </a:lnTo>
                  <a:lnTo>
                    <a:pt x="1751" y="108"/>
                  </a:lnTo>
                  <a:lnTo>
                    <a:pt x="1775" y="113"/>
                  </a:lnTo>
                  <a:lnTo>
                    <a:pt x="1797" y="122"/>
                  </a:lnTo>
                  <a:lnTo>
                    <a:pt x="1812" y="127"/>
                  </a:lnTo>
                  <a:lnTo>
                    <a:pt x="1826" y="131"/>
                  </a:lnTo>
                  <a:lnTo>
                    <a:pt x="1840" y="133"/>
                  </a:lnTo>
                  <a:lnTo>
                    <a:pt x="1856" y="136"/>
                  </a:lnTo>
                  <a:lnTo>
                    <a:pt x="1872" y="137"/>
                  </a:lnTo>
                  <a:lnTo>
                    <a:pt x="1887" y="139"/>
                  </a:lnTo>
                  <a:lnTo>
                    <a:pt x="1903" y="141"/>
                  </a:lnTo>
                  <a:lnTo>
                    <a:pt x="1918" y="142"/>
                  </a:lnTo>
                  <a:lnTo>
                    <a:pt x="1934" y="144"/>
                  </a:lnTo>
                  <a:lnTo>
                    <a:pt x="1948" y="147"/>
                  </a:lnTo>
                  <a:lnTo>
                    <a:pt x="1962" y="151"/>
                  </a:lnTo>
                  <a:lnTo>
                    <a:pt x="1976" y="156"/>
                  </a:lnTo>
                  <a:lnTo>
                    <a:pt x="1989" y="163"/>
                  </a:lnTo>
                  <a:lnTo>
                    <a:pt x="2002" y="171"/>
                  </a:lnTo>
                  <a:lnTo>
                    <a:pt x="2013" y="182"/>
                  </a:lnTo>
                  <a:lnTo>
                    <a:pt x="2024" y="194"/>
                  </a:lnTo>
                  <a:lnTo>
                    <a:pt x="2032" y="207"/>
                  </a:lnTo>
                  <a:lnTo>
                    <a:pt x="2039" y="220"/>
                  </a:lnTo>
                  <a:lnTo>
                    <a:pt x="2047" y="232"/>
                  </a:lnTo>
                  <a:lnTo>
                    <a:pt x="2056" y="245"/>
                  </a:lnTo>
                  <a:lnTo>
                    <a:pt x="2063" y="257"/>
                  </a:lnTo>
                  <a:lnTo>
                    <a:pt x="2068" y="270"/>
                  </a:lnTo>
                  <a:lnTo>
                    <a:pt x="2073" y="284"/>
                  </a:lnTo>
                  <a:lnTo>
                    <a:pt x="2075" y="299"/>
                  </a:lnTo>
                  <a:lnTo>
                    <a:pt x="2075" y="334"/>
                  </a:lnTo>
                  <a:lnTo>
                    <a:pt x="2071" y="368"/>
                  </a:lnTo>
                  <a:lnTo>
                    <a:pt x="2064" y="400"/>
                  </a:lnTo>
                  <a:lnTo>
                    <a:pt x="2056" y="433"/>
                  </a:lnTo>
                  <a:lnTo>
                    <a:pt x="2044" y="464"/>
                  </a:lnTo>
                  <a:lnTo>
                    <a:pt x="2032" y="495"/>
                  </a:lnTo>
                  <a:lnTo>
                    <a:pt x="2018" y="525"/>
                  </a:lnTo>
                  <a:lnTo>
                    <a:pt x="2002" y="554"/>
                  </a:lnTo>
                  <a:lnTo>
                    <a:pt x="1992" y="572"/>
                  </a:lnTo>
                  <a:lnTo>
                    <a:pt x="1989" y="588"/>
                  </a:lnTo>
                  <a:lnTo>
                    <a:pt x="1990" y="606"/>
                  </a:lnTo>
                  <a:lnTo>
                    <a:pt x="1994" y="623"/>
                  </a:lnTo>
                  <a:lnTo>
                    <a:pt x="1997" y="641"/>
                  </a:lnTo>
                  <a:lnTo>
                    <a:pt x="2002" y="658"/>
                  </a:lnTo>
                  <a:lnTo>
                    <a:pt x="2004" y="677"/>
                  </a:lnTo>
                  <a:lnTo>
                    <a:pt x="2003" y="696"/>
                  </a:lnTo>
                  <a:lnTo>
                    <a:pt x="2020" y="717"/>
                  </a:lnTo>
                  <a:lnTo>
                    <a:pt x="2039" y="739"/>
                  </a:lnTo>
                  <a:lnTo>
                    <a:pt x="2057" y="760"/>
                  </a:lnTo>
                  <a:lnTo>
                    <a:pt x="2076" y="782"/>
                  </a:lnTo>
                  <a:lnTo>
                    <a:pt x="2092" y="805"/>
                  </a:lnTo>
                  <a:lnTo>
                    <a:pt x="2106" y="829"/>
                  </a:lnTo>
                  <a:lnTo>
                    <a:pt x="2116" y="854"/>
                  </a:lnTo>
                  <a:lnTo>
                    <a:pt x="2120" y="882"/>
                  </a:lnTo>
                  <a:lnTo>
                    <a:pt x="2125" y="913"/>
                  </a:lnTo>
                  <a:lnTo>
                    <a:pt x="2131" y="944"/>
                  </a:lnTo>
                  <a:lnTo>
                    <a:pt x="2136" y="977"/>
                  </a:lnTo>
                  <a:lnTo>
                    <a:pt x="2137" y="1011"/>
                  </a:lnTo>
                  <a:lnTo>
                    <a:pt x="2143" y="1012"/>
                  </a:lnTo>
                  <a:lnTo>
                    <a:pt x="2150" y="1012"/>
                  </a:lnTo>
                  <a:lnTo>
                    <a:pt x="2159" y="1012"/>
                  </a:lnTo>
                  <a:lnTo>
                    <a:pt x="2166" y="1011"/>
                  </a:lnTo>
                  <a:lnTo>
                    <a:pt x="2180" y="1012"/>
                  </a:lnTo>
                  <a:lnTo>
                    <a:pt x="2192" y="1016"/>
                  </a:lnTo>
                  <a:lnTo>
                    <a:pt x="2202" y="1019"/>
                  </a:lnTo>
                  <a:lnTo>
                    <a:pt x="2211" y="1026"/>
                  </a:lnTo>
                  <a:lnTo>
                    <a:pt x="2219" y="1033"/>
                  </a:lnTo>
                  <a:lnTo>
                    <a:pt x="2226" y="1042"/>
                  </a:lnTo>
                  <a:lnTo>
                    <a:pt x="2232" y="1052"/>
                  </a:lnTo>
                  <a:lnTo>
                    <a:pt x="2238" y="1062"/>
                  </a:lnTo>
                  <a:lnTo>
                    <a:pt x="2243" y="1083"/>
                  </a:lnTo>
                  <a:lnTo>
                    <a:pt x="2243" y="1102"/>
                  </a:lnTo>
                  <a:lnTo>
                    <a:pt x="2238" y="1122"/>
                  </a:lnTo>
                  <a:lnTo>
                    <a:pt x="2232" y="1141"/>
                  </a:lnTo>
                  <a:lnTo>
                    <a:pt x="2223" y="1160"/>
                  </a:lnTo>
                  <a:lnTo>
                    <a:pt x="2215" y="1177"/>
                  </a:lnTo>
                  <a:lnTo>
                    <a:pt x="2207" y="1196"/>
                  </a:lnTo>
                  <a:lnTo>
                    <a:pt x="2201" y="1215"/>
                  </a:lnTo>
                  <a:lnTo>
                    <a:pt x="2191" y="1263"/>
                  </a:lnTo>
                  <a:lnTo>
                    <a:pt x="2181" y="1312"/>
                  </a:lnTo>
                  <a:lnTo>
                    <a:pt x="2173" y="1360"/>
                  </a:lnTo>
                  <a:lnTo>
                    <a:pt x="2161" y="1408"/>
                  </a:lnTo>
                  <a:lnTo>
                    <a:pt x="2146" y="1453"/>
                  </a:lnTo>
                  <a:lnTo>
                    <a:pt x="2123" y="1495"/>
                  </a:lnTo>
                  <a:lnTo>
                    <a:pt x="2093" y="1532"/>
                  </a:lnTo>
                  <a:lnTo>
                    <a:pt x="2053" y="1564"/>
                  </a:lnTo>
                  <a:lnTo>
                    <a:pt x="2045" y="1594"/>
                  </a:lnTo>
                  <a:lnTo>
                    <a:pt x="2035" y="1624"/>
                  </a:lnTo>
                  <a:lnTo>
                    <a:pt x="2025" y="1654"/>
                  </a:lnTo>
                  <a:lnTo>
                    <a:pt x="2014" y="1683"/>
                  </a:lnTo>
                  <a:lnTo>
                    <a:pt x="2003" y="1712"/>
                  </a:lnTo>
                  <a:lnTo>
                    <a:pt x="1991" y="1740"/>
                  </a:lnTo>
                  <a:lnTo>
                    <a:pt x="1980" y="1769"/>
                  </a:lnTo>
                  <a:lnTo>
                    <a:pt x="1968" y="1798"/>
                  </a:lnTo>
                  <a:lnTo>
                    <a:pt x="1966" y="1817"/>
                  </a:lnTo>
                  <a:lnTo>
                    <a:pt x="1960" y="1834"/>
                  </a:lnTo>
                  <a:lnTo>
                    <a:pt x="1951" y="1851"/>
                  </a:lnTo>
                  <a:lnTo>
                    <a:pt x="1941" y="1867"/>
                  </a:lnTo>
                  <a:lnTo>
                    <a:pt x="1927" y="1882"/>
                  </a:lnTo>
                  <a:lnTo>
                    <a:pt x="1911" y="1897"/>
                  </a:lnTo>
                  <a:lnTo>
                    <a:pt x="1895" y="1911"/>
                  </a:lnTo>
                  <a:lnTo>
                    <a:pt x="1880" y="1922"/>
                  </a:lnTo>
                  <a:lnTo>
                    <a:pt x="1863" y="1933"/>
                  </a:lnTo>
                  <a:lnTo>
                    <a:pt x="1845" y="1941"/>
                  </a:lnTo>
                  <a:lnTo>
                    <a:pt x="1826" y="1947"/>
                  </a:lnTo>
                  <a:lnTo>
                    <a:pt x="1806" y="1951"/>
                  </a:lnTo>
                  <a:lnTo>
                    <a:pt x="1797" y="1952"/>
                  </a:lnTo>
                  <a:lnTo>
                    <a:pt x="1789" y="1952"/>
                  </a:lnTo>
                  <a:lnTo>
                    <a:pt x="1779" y="1951"/>
                  </a:lnTo>
                  <a:lnTo>
                    <a:pt x="1771" y="1950"/>
                  </a:lnTo>
                  <a:lnTo>
                    <a:pt x="1761" y="1947"/>
                  </a:lnTo>
                  <a:lnTo>
                    <a:pt x="1752" y="1943"/>
                  </a:lnTo>
                  <a:lnTo>
                    <a:pt x="1743" y="1940"/>
                  </a:lnTo>
                  <a:lnTo>
                    <a:pt x="1736" y="1933"/>
                  </a:lnTo>
                  <a:lnTo>
                    <a:pt x="1722" y="1936"/>
                  </a:lnTo>
                  <a:lnTo>
                    <a:pt x="1708" y="1937"/>
                  </a:lnTo>
                  <a:lnTo>
                    <a:pt x="1693" y="1937"/>
                  </a:lnTo>
                  <a:lnTo>
                    <a:pt x="1679" y="1937"/>
                  </a:lnTo>
                  <a:lnTo>
                    <a:pt x="1664" y="1937"/>
                  </a:lnTo>
                  <a:lnTo>
                    <a:pt x="1650" y="1936"/>
                  </a:lnTo>
                  <a:lnTo>
                    <a:pt x="1636" y="1935"/>
                  </a:lnTo>
                  <a:lnTo>
                    <a:pt x="1621" y="1932"/>
                  </a:lnTo>
                  <a:lnTo>
                    <a:pt x="1607" y="1931"/>
                  </a:lnTo>
                  <a:lnTo>
                    <a:pt x="1593" y="1928"/>
                  </a:lnTo>
                  <a:lnTo>
                    <a:pt x="1578" y="1926"/>
                  </a:lnTo>
                  <a:lnTo>
                    <a:pt x="1564" y="1923"/>
                  </a:lnTo>
                  <a:lnTo>
                    <a:pt x="1550" y="1921"/>
                  </a:lnTo>
                  <a:lnTo>
                    <a:pt x="1536" y="1918"/>
                  </a:lnTo>
                  <a:lnTo>
                    <a:pt x="1522" y="1917"/>
                  </a:lnTo>
                  <a:lnTo>
                    <a:pt x="1508" y="1915"/>
                  </a:lnTo>
                  <a:lnTo>
                    <a:pt x="1504" y="1911"/>
                  </a:lnTo>
                  <a:lnTo>
                    <a:pt x="1480" y="1920"/>
                  </a:lnTo>
                  <a:lnTo>
                    <a:pt x="1456" y="1925"/>
                  </a:lnTo>
                  <a:lnTo>
                    <a:pt x="1431" y="1928"/>
                  </a:lnTo>
                  <a:lnTo>
                    <a:pt x="1407" y="1930"/>
                  </a:lnTo>
                  <a:lnTo>
                    <a:pt x="1383" y="1930"/>
                  </a:lnTo>
                  <a:lnTo>
                    <a:pt x="1358" y="1928"/>
                  </a:lnTo>
                  <a:lnTo>
                    <a:pt x="1334" y="1925"/>
                  </a:lnTo>
                  <a:lnTo>
                    <a:pt x="1310" y="1921"/>
                  </a:lnTo>
                  <a:lnTo>
                    <a:pt x="1286" y="1916"/>
                  </a:lnTo>
                  <a:lnTo>
                    <a:pt x="1262" y="1910"/>
                  </a:lnTo>
                  <a:lnTo>
                    <a:pt x="1238" y="1903"/>
                  </a:lnTo>
                  <a:lnTo>
                    <a:pt x="1216" y="1896"/>
                  </a:lnTo>
                  <a:lnTo>
                    <a:pt x="1193" y="1888"/>
                  </a:lnTo>
                  <a:lnTo>
                    <a:pt x="1170" y="1881"/>
                  </a:lnTo>
                  <a:lnTo>
                    <a:pt x="1147" y="1873"/>
                  </a:lnTo>
                  <a:lnTo>
                    <a:pt x="1126" y="1867"/>
                  </a:lnTo>
                  <a:lnTo>
                    <a:pt x="1103" y="1859"/>
                  </a:lnTo>
                  <a:lnTo>
                    <a:pt x="1083" y="1853"/>
                  </a:lnTo>
                  <a:lnTo>
                    <a:pt x="1065" y="1846"/>
                  </a:lnTo>
                  <a:lnTo>
                    <a:pt x="1049" y="1838"/>
                  </a:lnTo>
                  <a:lnTo>
                    <a:pt x="1034" y="1831"/>
                  </a:lnTo>
                  <a:lnTo>
                    <a:pt x="1019" y="1821"/>
                  </a:lnTo>
                  <a:lnTo>
                    <a:pt x="1006" y="1808"/>
                  </a:lnTo>
                  <a:lnTo>
                    <a:pt x="992" y="1794"/>
                  </a:lnTo>
                  <a:lnTo>
                    <a:pt x="991" y="1782"/>
                  </a:lnTo>
                  <a:lnTo>
                    <a:pt x="993" y="1770"/>
                  </a:lnTo>
                  <a:lnTo>
                    <a:pt x="997" y="1759"/>
                  </a:lnTo>
                  <a:lnTo>
                    <a:pt x="1003" y="1749"/>
                  </a:lnTo>
                  <a:lnTo>
                    <a:pt x="805" y="1740"/>
                  </a:lnTo>
                  <a:lnTo>
                    <a:pt x="409" y="1743"/>
                  </a:lnTo>
                  <a:lnTo>
                    <a:pt x="218" y="1757"/>
                  </a:lnTo>
                  <a:lnTo>
                    <a:pt x="157" y="1764"/>
                  </a:lnTo>
                  <a:lnTo>
                    <a:pt x="111" y="1605"/>
                  </a:lnTo>
                  <a:lnTo>
                    <a:pt x="100" y="1572"/>
                  </a:lnTo>
                  <a:lnTo>
                    <a:pt x="88" y="1540"/>
                  </a:lnTo>
                  <a:lnTo>
                    <a:pt x="75" y="1507"/>
                  </a:lnTo>
                  <a:lnTo>
                    <a:pt x="62" y="1475"/>
                  </a:lnTo>
                  <a:lnTo>
                    <a:pt x="48" y="1443"/>
                  </a:lnTo>
                  <a:lnTo>
                    <a:pt x="33" y="1413"/>
                  </a:lnTo>
                  <a:lnTo>
                    <a:pt x="17" y="1383"/>
                  </a:lnTo>
                  <a:lnTo>
                    <a:pt x="0" y="1353"/>
                  </a:lnTo>
                  <a:lnTo>
                    <a:pt x="331" y="992"/>
                  </a:lnTo>
                  <a:lnTo>
                    <a:pt x="329" y="966"/>
                  </a:lnTo>
                  <a:lnTo>
                    <a:pt x="323" y="938"/>
                  </a:lnTo>
                  <a:lnTo>
                    <a:pt x="316" y="912"/>
                  </a:lnTo>
                  <a:lnTo>
                    <a:pt x="313" y="884"/>
                  </a:lnTo>
                  <a:lnTo>
                    <a:pt x="310" y="859"/>
                  </a:lnTo>
                  <a:lnTo>
                    <a:pt x="306" y="833"/>
                  </a:lnTo>
                  <a:lnTo>
                    <a:pt x="301" y="809"/>
                  </a:lnTo>
                  <a:lnTo>
                    <a:pt x="297" y="784"/>
                  </a:lnTo>
                  <a:lnTo>
                    <a:pt x="292" y="759"/>
                  </a:lnTo>
                  <a:lnTo>
                    <a:pt x="286" y="735"/>
                  </a:lnTo>
                  <a:lnTo>
                    <a:pt x="281" y="710"/>
                  </a:lnTo>
                  <a:lnTo>
                    <a:pt x="275" y="686"/>
                  </a:lnTo>
                  <a:lnTo>
                    <a:pt x="275" y="671"/>
                  </a:lnTo>
                  <a:lnTo>
                    <a:pt x="280" y="658"/>
                  </a:lnTo>
                  <a:lnTo>
                    <a:pt x="286" y="647"/>
                  </a:lnTo>
                  <a:lnTo>
                    <a:pt x="294" y="637"/>
                  </a:lnTo>
                  <a:lnTo>
                    <a:pt x="303" y="628"/>
                  </a:lnTo>
                  <a:lnTo>
                    <a:pt x="313" y="618"/>
                  </a:lnTo>
                  <a:lnTo>
                    <a:pt x="323" y="609"/>
                  </a:lnTo>
                  <a:lnTo>
                    <a:pt x="331" y="599"/>
                  </a:lnTo>
                  <a:lnTo>
                    <a:pt x="329" y="589"/>
                  </a:lnTo>
                  <a:lnTo>
                    <a:pt x="325" y="579"/>
                  </a:lnTo>
                  <a:lnTo>
                    <a:pt x="325" y="571"/>
                  </a:lnTo>
                  <a:lnTo>
                    <a:pt x="333" y="563"/>
                  </a:lnTo>
                  <a:lnTo>
                    <a:pt x="328" y="543"/>
                  </a:lnTo>
                  <a:lnTo>
                    <a:pt x="319" y="524"/>
                  </a:lnTo>
                  <a:lnTo>
                    <a:pt x="309" y="507"/>
                  </a:lnTo>
                  <a:lnTo>
                    <a:pt x="297" y="489"/>
                  </a:lnTo>
                  <a:lnTo>
                    <a:pt x="286" y="472"/>
                  </a:lnTo>
                  <a:lnTo>
                    <a:pt x="276" y="453"/>
                  </a:lnTo>
                  <a:lnTo>
                    <a:pt x="271" y="433"/>
                  </a:lnTo>
                  <a:lnTo>
                    <a:pt x="271" y="410"/>
                  </a:lnTo>
                  <a:lnTo>
                    <a:pt x="261" y="404"/>
                  </a:lnTo>
                  <a:lnTo>
                    <a:pt x="254" y="395"/>
                  </a:lnTo>
                  <a:lnTo>
                    <a:pt x="248" y="386"/>
                  </a:lnTo>
                  <a:lnTo>
                    <a:pt x="243" y="376"/>
                  </a:lnTo>
                  <a:lnTo>
                    <a:pt x="238" y="366"/>
                  </a:lnTo>
                  <a:lnTo>
                    <a:pt x="233" y="357"/>
                  </a:lnTo>
                  <a:lnTo>
                    <a:pt x="225" y="350"/>
                  </a:lnTo>
                  <a:lnTo>
                    <a:pt x="214" y="345"/>
                  </a:lnTo>
                  <a:lnTo>
                    <a:pt x="207" y="342"/>
                  </a:lnTo>
                  <a:lnTo>
                    <a:pt x="201" y="340"/>
                  </a:lnTo>
                  <a:lnTo>
                    <a:pt x="194" y="339"/>
                  </a:lnTo>
                  <a:lnTo>
                    <a:pt x="189" y="336"/>
                  </a:lnTo>
                  <a:lnTo>
                    <a:pt x="183" y="335"/>
                  </a:lnTo>
                  <a:lnTo>
                    <a:pt x="178" y="332"/>
                  </a:lnTo>
                  <a:lnTo>
                    <a:pt x="173" y="329"/>
                  </a:lnTo>
                  <a:lnTo>
                    <a:pt x="170" y="324"/>
                  </a:lnTo>
                  <a:lnTo>
                    <a:pt x="170" y="315"/>
                  </a:lnTo>
                  <a:lnTo>
                    <a:pt x="172" y="309"/>
                  </a:lnTo>
                  <a:lnTo>
                    <a:pt x="177" y="302"/>
                  </a:lnTo>
                  <a:lnTo>
                    <a:pt x="183" y="299"/>
                  </a:lnTo>
                  <a:lnTo>
                    <a:pt x="189" y="299"/>
                  </a:lnTo>
                  <a:lnTo>
                    <a:pt x="195" y="297"/>
                  </a:lnTo>
                  <a:lnTo>
                    <a:pt x="201" y="296"/>
                  </a:lnTo>
                  <a:lnTo>
                    <a:pt x="208" y="294"/>
                  </a:lnTo>
                  <a:lnTo>
                    <a:pt x="214" y="292"/>
                  </a:lnTo>
                  <a:lnTo>
                    <a:pt x="220" y="291"/>
                  </a:lnTo>
                  <a:lnTo>
                    <a:pt x="226" y="291"/>
                  </a:lnTo>
                  <a:lnTo>
                    <a:pt x="232" y="291"/>
                  </a:lnTo>
                  <a:lnTo>
                    <a:pt x="232" y="280"/>
                  </a:lnTo>
                  <a:lnTo>
                    <a:pt x="230" y="270"/>
                  </a:lnTo>
                  <a:lnTo>
                    <a:pt x="230" y="258"/>
                  </a:lnTo>
                  <a:lnTo>
                    <a:pt x="234" y="248"/>
                  </a:lnTo>
                  <a:lnTo>
                    <a:pt x="248" y="252"/>
                  </a:lnTo>
                  <a:lnTo>
                    <a:pt x="258" y="258"/>
                  </a:lnTo>
                  <a:lnTo>
                    <a:pt x="268" y="268"/>
                  </a:lnTo>
                  <a:lnTo>
                    <a:pt x="275" y="280"/>
                  </a:lnTo>
                  <a:lnTo>
                    <a:pt x="282" y="292"/>
                  </a:lnTo>
                  <a:lnTo>
                    <a:pt x="287" y="305"/>
                  </a:lnTo>
                  <a:lnTo>
                    <a:pt x="292" y="317"/>
                  </a:lnTo>
                  <a:lnTo>
                    <a:pt x="295" y="330"/>
                  </a:lnTo>
                  <a:lnTo>
                    <a:pt x="298" y="331"/>
                  </a:lnTo>
                  <a:lnTo>
                    <a:pt x="300" y="334"/>
                  </a:lnTo>
                  <a:lnTo>
                    <a:pt x="303" y="335"/>
                  </a:lnTo>
                  <a:lnTo>
                    <a:pt x="306" y="336"/>
                  </a:lnTo>
                  <a:lnTo>
                    <a:pt x="316" y="329"/>
                  </a:lnTo>
                  <a:lnTo>
                    <a:pt x="321" y="319"/>
                  </a:lnTo>
                  <a:lnTo>
                    <a:pt x="322" y="307"/>
                  </a:lnTo>
                  <a:lnTo>
                    <a:pt x="321" y="296"/>
                  </a:lnTo>
                  <a:lnTo>
                    <a:pt x="321" y="285"/>
                  </a:lnTo>
                  <a:lnTo>
                    <a:pt x="322" y="273"/>
                  </a:lnTo>
                  <a:lnTo>
                    <a:pt x="327" y="263"/>
                  </a:lnTo>
                  <a:lnTo>
                    <a:pt x="337" y="255"/>
                  </a:lnTo>
                  <a:lnTo>
                    <a:pt x="344" y="251"/>
                  </a:lnTo>
                  <a:lnTo>
                    <a:pt x="350" y="247"/>
                  </a:lnTo>
                  <a:lnTo>
                    <a:pt x="354" y="247"/>
                  </a:lnTo>
                  <a:lnTo>
                    <a:pt x="359" y="248"/>
                  </a:lnTo>
                  <a:lnTo>
                    <a:pt x="370" y="265"/>
                  </a:lnTo>
                  <a:lnTo>
                    <a:pt x="377" y="282"/>
                  </a:lnTo>
                  <a:lnTo>
                    <a:pt x="383" y="300"/>
                  </a:lnTo>
                  <a:lnTo>
                    <a:pt x="389" y="317"/>
                  </a:lnTo>
                  <a:lnTo>
                    <a:pt x="394" y="329"/>
                  </a:lnTo>
                  <a:lnTo>
                    <a:pt x="397" y="340"/>
                  </a:lnTo>
                  <a:lnTo>
                    <a:pt x="402" y="351"/>
                  </a:lnTo>
                  <a:lnTo>
                    <a:pt x="408" y="361"/>
                  </a:lnTo>
                  <a:lnTo>
                    <a:pt x="414" y="373"/>
                  </a:lnTo>
                  <a:lnTo>
                    <a:pt x="422" y="381"/>
                  </a:lnTo>
                  <a:lnTo>
                    <a:pt x="431" y="390"/>
                  </a:lnTo>
                  <a:lnTo>
                    <a:pt x="441" y="399"/>
                  </a:lnTo>
                  <a:lnTo>
                    <a:pt x="449" y="411"/>
                  </a:lnTo>
                  <a:lnTo>
                    <a:pt x="456" y="424"/>
                  </a:lnTo>
                  <a:lnTo>
                    <a:pt x="462" y="436"/>
                  </a:lnTo>
                  <a:lnTo>
                    <a:pt x="467" y="450"/>
                  </a:lnTo>
                  <a:lnTo>
                    <a:pt x="470" y="464"/>
                  </a:lnTo>
                  <a:lnTo>
                    <a:pt x="471" y="479"/>
                  </a:lnTo>
                  <a:lnTo>
                    <a:pt x="470" y="494"/>
                  </a:lnTo>
                  <a:lnTo>
                    <a:pt x="468" y="509"/>
                  </a:lnTo>
                  <a:lnTo>
                    <a:pt x="458" y="530"/>
                  </a:lnTo>
                  <a:lnTo>
                    <a:pt x="455" y="552"/>
                  </a:lnTo>
                  <a:lnTo>
                    <a:pt x="455" y="574"/>
                  </a:lnTo>
                  <a:lnTo>
                    <a:pt x="459" y="596"/>
                  </a:lnTo>
                  <a:lnTo>
                    <a:pt x="467" y="618"/>
                  </a:lnTo>
                  <a:lnTo>
                    <a:pt x="475" y="640"/>
                  </a:lnTo>
                  <a:lnTo>
                    <a:pt x="483" y="661"/>
                  </a:lnTo>
                  <a:lnTo>
                    <a:pt x="492" y="681"/>
                  </a:lnTo>
                  <a:lnTo>
                    <a:pt x="498" y="673"/>
                  </a:lnTo>
                  <a:lnTo>
                    <a:pt x="504" y="668"/>
                  </a:lnTo>
                  <a:lnTo>
                    <a:pt x="511" y="662"/>
                  </a:lnTo>
                  <a:lnTo>
                    <a:pt x="518" y="656"/>
                  </a:lnTo>
                  <a:lnTo>
                    <a:pt x="523" y="650"/>
                  </a:lnTo>
                  <a:lnTo>
                    <a:pt x="525" y="642"/>
                  </a:lnTo>
                  <a:lnTo>
                    <a:pt x="525" y="633"/>
                  </a:lnTo>
                  <a:lnTo>
                    <a:pt x="522" y="623"/>
                  </a:lnTo>
                  <a:lnTo>
                    <a:pt x="519" y="602"/>
                  </a:lnTo>
                  <a:lnTo>
                    <a:pt x="518" y="581"/>
                  </a:lnTo>
                  <a:lnTo>
                    <a:pt x="520" y="561"/>
                  </a:lnTo>
                  <a:lnTo>
                    <a:pt x="524" y="541"/>
                  </a:lnTo>
                  <a:lnTo>
                    <a:pt x="531" y="520"/>
                  </a:lnTo>
                  <a:lnTo>
                    <a:pt x="541" y="503"/>
                  </a:lnTo>
                  <a:lnTo>
                    <a:pt x="554" y="488"/>
                  </a:lnTo>
                  <a:lnTo>
                    <a:pt x="569" y="474"/>
                  </a:lnTo>
                  <a:lnTo>
                    <a:pt x="589" y="462"/>
                  </a:lnTo>
                  <a:lnTo>
                    <a:pt x="610" y="452"/>
                  </a:lnTo>
                  <a:lnTo>
                    <a:pt x="633" y="444"/>
                  </a:lnTo>
                  <a:lnTo>
                    <a:pt x="656" y="439"/>
                  </a:lnTo>
                  <a:lnTo>
                    <a:pt x="678" y="433"/>
                  </a:lnTo>
                  <a:lnTo>
                    <a:pt x="702" y="428"/>
                  </a:lnTo>
                  <a:lnTo>
                    <a:pt x="724" y="420"/>
                  </a:lnTo>
                  <a:lnTo>
                    <a:pt x="745" y="411"/>
                  </a:lnTo>
                  <a:lnTo>
                    <a:pt x="755" y="404"/>
                  </a:lnTo>
                  <a:lnTo>
                    <a:pt x="757" y="394"/>
                  </a:lnTo>
                  <a:lnTo>
                    <a:pt x="755" y="383"/>
                  </a:lnTo>
                  <a:lnTo>
                    <a:pt x="753" y="371"/>
                  </a:lnTo>
                  <a:lnTo>
                    <a:pt x="745" y="365"/>
                  </a:lnTo>
                  <a:lnTo>
                    <a:pt x="737" y="359"/>
                  </a:lnTo>
                  <a:lnTo>
                    <a:pt x="730" y="352"/>
                  </a:lnTo>
                  <a:lnTo>
                    <a:pt x="721" y="346"/>
                  </a:lnTo>
                  <a:lnTo>
                    <a:pt x="715" y="339"/>
                  </a:lnTo>
                  <a:lnTo>
                    <a:pt x="709" y="331"/>
                  </a:lnTo>
                  <a:lnTo>
                    <a:pt x="705" y="322"/>
                  </a:lnTo>
                  <a:lnTo>
                    <a:pt x="701" y="314"/>
                  </a:lnTo>
                  <a:lnTo>
                    <a:pt x="699" y="296"/>
                  </a:lnTo>
                  <a:lnTo>
                    <a:pt x="700" y="278"/>
                  </a:lnTo>
                  <a:lnTo>
                    <a:pt x="704" y="262"/>
                  </a:lnTo>
                  <a:lnTo>
                    <a:pt x="711" y="247"/>
                  </a:lnTo>
                  <a:lnTo>
                    <a:pt x="705" y="223"/>
                  </a:lnTo>
                  <a:lnTo>
                    <a:pt x="701" y="200"/>
                  </a:lnTo>
                  <a:lnTo>
                    <a:pt x="700" y="174"/>
                  </a:lnTo>
                  <a:lnTo>
                    <a:pt x="701" y="151"/>
                  </a:lnTo>
                  <a:lnTo>
                    <a:pt x="705" y="127"/>
                  </a:lnTo>
                  <a:lnTo>
                    <a:pt x="711" y="104"/>
                  </a:lnTo>
                  <a:lnTo>
                    <a:pt x="721" y="83"/>
                  </a:lnTo>
                  <a:lnTo>
                    <a:pt x="735" y="64"/>
                  </a:lnTo>
                  <a:lnTo>
                    <a:pt x="744" y="53"/>
                  </a:lnTo>
                  <a:lnTo>
                    <a:pt x="754" y="44"/>
                  </a:lnTo>
                  <a:lnTo>
                    <a:pt x="762" y="35"/>
                  </a:lnTo>
                  <a:lnTo>
                    <a:pt x="772" y="28"/>
                  </a:lnTo>
                  <a:lnTo>
                    <a:pt x="781" y="21"/>
                  </a:lnTo>
                  <a:lnTo>
                    <a:pt x="791" y="16"/>
                  </a:lnTo>
                  <a:lnTo>
                    <a:pt x="802" y="11"/>
                  </a:lnTo>
                  <a:lnTo>
                    <a:pt x="812" y="8"/>
                  </a:lnTo>
                  <a:lnTo>
                    <a:pt x="823" y="5"/>
                  </a:lnTo>
                  <a:lnTo>
                    <a:pt x="835" y="3"/>
                  </a:lnTo>
                  <a:lnTo>
                    <a:pt x="848" y="1"/>
                  </a:lnTo>
                  <a:lnTo>
                    <a:pt x="863" y="0"/>
                  </a:lnTo>
                  <a:lnTo>
                    <a:pt x="878" y="0"/>
                  </a:lnTo>
                  <a:lnTo>
                    <a:pt x="895" y="0"/>
                  </a:lnTo>
                  <a:lnTo>
                    <a:pt x="913" y="0"/>
                  </a:lnTo>
                  <a:lnTo>
                    <a:pt x="933" y="1"/>
                  </a:lnTo>
                  <a:lnTo>
                    <a:pt x="944" y="6"/>
                  </a:lnTo>
                  <a:lnTo>
                    <a:pt x="954" y="11"/>
                  </a:lnTo>
                  <a:lnTo>
                    <a:pt x="963" y="16"/>
                  </a:lnTo>
                  <a:lnTo>
                    <a:pt x="974" y="21"/>
                  </a:lnTo>
                  <a:lnTo>
                    <a:pt x="984" y="25"/>
                  </a:lnTo>
                  <a:lnTo>
                    <a:pt x="993" y="30"/>
                  </a:lnTo>
                  <a:lnTo>
                    <a:pt x="1004" y="34"/>
                  </a:lnTo>
                  <a:lnTo>
                    <a:pt x="1015" y="3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96" name="Google Shape;496;p28"/>
            <p:cNvSpPr/>
            <p:nvPr/>
          </p:nvSpPr>
          <p:spPr>
            <a:xfrm>
              <a:off x="3921" y="1952"/>
              <a:ext cx="218" cy="202"/>
            </a:xfrm>
            <a:custGeom>
              <a:rect b="b" l="l" r="r" t="t"/>
              <a:pathLst>
                <a:path extrusionOk="0" h="202" w="218">
                  <a:moveTo>
                    <a:pt x="218" y="18"/>
                  </a:moveTo>
                  <a:lnTo>
                    <a:pt x="215" y="32"/>
                  </a:lnTo>
                  <a:lnTo>
                    <a:pt x="211" y="44"/>
                  </a:lnTo>
                  <a:lnTo>
                    <a:pt x="205" y="57"/>
                  </a:lnTo>
                  <a:lnTo>
                    <a:pt x="196" y="67"/>
                  </a:lnTo>
                  <a:lnTo>
                    <a:pt x="173" y="73"/>
                  </a:lnTo>
                  <a:lnTo>
                    <a:pt x="150" y="78"/>
                  </a:lnTo>
                  <a:lnTo>
                    <a:pt x="126" y="82"/>
                  </a:lnTo>
                  <a:lnTo>
                    <a:pt x="103" y="88"/>
                  </a:lnTo>
                  <a:lnTo>
                    <a:pt x="82" y="97"/>
                  </a:lnTo>
                  <a:lnTo>
                    <a:pt x="63" y="111"/>
                  </a:lnTo>
                  <a:lnTo>
                    <a:pt x="47" y="131"/>
                  </a:lnTo>
                  <a:lnTo>
                    <a:pt x="35" y="159"/>
                  </a:lnTo>
                  <a:lnTo>
                    <a:pt x="33" y="142"/>
                  </a:lnTo>
                  <a:lnTo>
                    <a:pt x="34" y="124"/>
                  </a:lnTo>
                  <a:lnTo>
                    <a:pt x="39" y="108"/>
                  </a:lnTo>
                  <a:lnTo>
                    <a:pt x="47" y="94"/>
                  </a:lnTo>
                  <a:lnTo>
                    <a:pt x="64" y="77"/>
                  </a:lnTo>
                  <a:lnTo>
                    <a:pt x="83" y="65"/>
                  </a:lnTo>
                  <a:lnTo>
                    <a:pt x="105" y="60"/>
                  </a:lnTo>
                  <a:lnTo>
                    <a:pt x="127" y="57"/>
                  </a:lnTo>
                  <a:lnTo>
                    <a:pt x="150" y="53"/>
                  </a:lnTo>
                  <a:lnTo>
                    <a:pt x="170" y="47"/>
                  </a:lnTo>
                  <a:lnTo>
                    <a:pt x="188" y="37"/>
                  </a:lnTo>
                  <a:lnTo>
                    <a:pt x="204" y="18"/>
                  </a:lnTo>
                  <a:lnTo>
                    <a:pt x="199" y="14"/>
                  </a:lnTo>
                  <a:lnTo>
                    <a:pt x="194" y="15"/>
                  </a:lnTo>
                  <a:lnTo>
                    <a:pt x="190" y="18"/>
                  </a:lnTo>
                  <a:lnTo>
                    <a:pt x="186" y="22"/>
                  </a:lnTo>
                  <a:lnTo>
                    <a:pt x="181" y="25"/>
                  </a:lnTo>
                  <a:lnTo>
                    <a:pt x="175" y="29"/>
                  </a:lnTo>
                  <a:lnTo>
                    <a:pt x="169" y="32"/>
                  </a:lnTo>
                  <a:lnTo>
                    <a:pt x="161" y="32"/>
                  </a:lnTo>
                  <a:lnTo>
                    <a:pt x="139" y="29"/>
                  </a:lnTo>
                  <a:lnTo>
                    <a:pt x="119" y="30"/>
                  </a:lnTo>
                  <a:lnTo>
                    <a:pt x="97" y="35"/>
                  </a:lnTo>
                  <a:lnTo>
                    <a:pt x="77" y="43"/>
                  </a:lnTo>
                  <a:lnTo>
                    <a:pt x="59" y="54"/>
                  </a:lnTo>
                  <a:lnTo>
                    <a:pt x="42" y="69"/>
                  </a:lnTo>
                  <a:lnTo>
                    <a:pt x="29" y="88"/>
                  </a:lnTo>
                  <a:lnTo>
                    <a:pt x="18" y="109"/>
                  </a:lnTo>
                  <a:lnTo>
                    <a:pt x="15" y="132"/>
                  </a:lnTo>
                  <a:lnTo>
                    <a:pt x="16" y="156"/>
                  </a:lnTo>
                  <a:lnTo>
                    <a:pt x="20" y="178"/>
                  </a:lnTo>
                  <a:lnTo>
                    <a:pt x="21" y="202"/>
                  </a:lnTo>
                  <a:lnTo>
                    <a:pt x="9" y="196"/>
                  </a:lnTo>
                  <a:lnTo>
                    <a:pt x="4" y="182"/>
                  </a:lnTo>
                  <a:lnTo>
                    <a:pt x="2" y="166"/>
                  </a:lnTo>
                  <a:lnTo>
                    <a:pt x="0" y="149"/>
                  </a:lnTo>
                  <a:lnTo>
                    <a:pt x="0" y="131"/>
                  </a:lnTo>
                  <a:lnTo>
                    <a:pt x="4" y="112"/>
                  </a:lnTo>
                  <a:lnTo>
                    <a:pt x="9" y="94"/>
                  </a:lnTo>
                  <a:lnTo>
                    <a:pt x="17" y="78"/>
                  </a:lnTo>
                  <a:lnTo>
                    <a:pt x="27" y="63"/>
                  </a:lnTo>
                  <a:lnTo>
                    <a:pt x="39" y="49"/>
                  </a:lnTo>
                  <a:lnTo>
                    <a:pt x="53" y="38"/>
                  </a:lnTo>
                  <a:lnTo>
                    <a:pt x="69" y="28"/>
                  </a:lnTo>
                  <a:lnTo>
                    <a:pt x="85" y="20"/>
                  </a:lnTo>
                  <a:lnTo>
                    <a:pt x="105" y="13"/>
                  </a:lnTo>
                  <a:lnTo>
                    <a:pt x="124" y="7"/>
                  </a:lnTo>
                  <a:lnTo>
                    <a:pt x="144" y="1"/>
                  </a:lnTo>
                  <a:lnTo>
                    <a:pt x="164" y="0"/>
                  </a:lnTo>
                  <a:lnTo>
                    <a:pt x="184" y="1"/>
                  </a:lnTo>
                  <a:lnTo>
                    <a:pt x="201" y="7"/>
                  </a:lnTo>
                  <a:lnTo>
                    <a:pt x="218" y="18"/>
                  </a:lnTo>
                  <a:close/>
                </a:path>
              </a:pathLst>
            </a:custGeom>
            <a:solidFill>
              <a:srgbClr val="7F26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97" name="Google Shape;497;p28"/>
            <p:cNvSpPr/>
            <p:nvPr/>
          </p:nvSpPr>
          <p:spPr>
            <a:xfrm>
              <a:off x="4170" y="1977"/>
              <a:ext cx="78" cy="82"/>
            </a:xfrm>
            <a:custGeom>
              <a:rect b="b" l="l" r="r" t="t"/>
              <a:pathLst>
                <a:path extrusionOk="0" h="82" w="78">
                  <a:moveTo>
                    <a:pt x="75" y="57"/>
                  </a:moveTo>
                  <a:lnTo>
                    <a:pt x="78" y="82"/>
                  </a:lnTo>
                  <a:lnTo>
                    <a:pt x="69" y="66"/>
                  </a:lnTo>
                  <a:lnTo>
                    <a:pt x="58" y="53"/>
                  </a:lnTo>
                  <a:lnTo>
                    <a:pt x="47" y="44"/>
                  </a:lnTo>
                  <a:lnTo>
                    <a:pt x="36" y="38"/>
                  </a:lnTo>
                  <a:lnTo>
                    <a:pt x="24" y="32"/>
                  </a:lnTo>
                  <a:lnTo>
                    <a:pt x="15" y="24"/>
                  </a:lnTo>
                  <a:lnTo>
                    <a:pt x="6" y="14"/>
                  </a:lnTo>
                  <a:lnTo>
                    <a:pt x="0" y="0"/>
                  </a:lnTo>
                  <a:lnTo>
                    <a:pt x="11" y="4"/>
                  </a:lnTo>
                  <a:lnTo>
                    <a:pt x="23" y="8"/>
                  </a:lnTo>
                  <a:lnTo>
                    <a:pt x="34" y="12"/>
                  </a:lnTo>
                  <a:lnTo>
                    <a:pt x="46" y="17"/>
                  </a:lnTo>
                  <a:lnTo>
                    <a:pt x="57" y="24"/>
                  </a:lnTo>
                  <a:lnTo>
                    <a:pt x="65" y="32"/>
                  </a:lnTo>
                  <a:lnTo>
                    <a:pt x="71" y="43"/>
                  </a:lnTo>
                  <a:lnTo>
                    <a:pt x="75" y="57"/>
                  </a:lnTo>
                  <a:close/>
                </a:path>
              </a:pathLst>
            </a:custGeom>
            <a:solidFill>
              <a:srgbClr val="7F26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98" name="Google Shape;498;p28"/>
            <p:cNvSpPr/>
            <p:nvPr/>
          </p:nvSpPr>
          <p:spPr>
            <a:xfrm>
              <a:off x="3914" y="2010"/>
              <a:ext cx="327" cy="402"/>
            </a:xfrm>
            <a:custGeom>
              <a:rect b="b" l="l" r="r" t="t"/>
              <a:pathLst>
                <a:path extrusionOk="0" h="402" w="327">
                  <a:moveTo>
                    <a:pt x="310" y="84"/>
                  </a:moveTo>
                  <a:lnTo>
                    <a:pt x="302" y="80"/>
                  </a:lnTo>
                  <a:lnTo>
                    <a:pt x="295" y="79"/>
                  </a:lnTo>
                  <a:lnTo>
                    <a:pt x="286" y="80"/>
                  </a:lnTo>
                  <a:lnTo>
                    <a:pt x="279" y="83"/>
                  </a:lnTo>
                  <a:lnTo>
                    <a:pt x="272" y="85"/>
                  </a:lnTo>
                  <a:lnTo>
                    <a:pt x="265" y="89"/>
                  </a:lnTo>
                  <a:lnTo>
                    <a:pt x="258" y="93"/>
                  </a:lnTo>
                  <a:lnTo>
                    <a:pt x="252" y="96"/>
                  </a:lnTo>
                  <a:lnTo>
                    <a:pt x="248" y="101"/>
                  </a:lnTo>
                  <a:lnTo>
                    <a:pt x="244" y="108"/>
                  </a:lnTo>
                  <a:lnTo>
                    <a:pt x="243" y="113"/>
                  </a:lnTo>
                  <a:lnTo>
                    <a:pt x="243" y="120"/>
                  </a:lnTo>
                  <a:lnTo>
                    <a:pt x="250" y="124"/>
                  </a:lnTo>
                  <a:lnTo>
                    <a:pt x="259" y="127"/>
                  </a:lnTo>
                  <a:lnTo>
                    <a:pt x="268" y="127"/>
                  </a:lnTo>
                  <a:lnTo>
                    <a:pt x="278" y="127"/>
                  </a:lnTo>
                  <a:lnTo>
                    <a:pt x="286" y="125"/>
                  </a:lnTo>
                  <a:lnTo>
                    <a:pt x="296" y="124"/>
                  </a:lnTo>
                  <a:lnTo>
                    <a:pt x="304" y="124"/>
                  </a:lnTo>
                  <a:lnTo>
                    <a:pt x="313" y="124"/>
                  </a:lnTo>
                  <a:lnTo>
                    <a:pt x="313" y="133"/>
                  </a:lnTo>
                  <a:lnTo>
                    <a:pt x="315" y="140"/>
                  </a:lnTo>
                  <a:lnTo>
                    <a:pt x="316" y="147"/>
                  </a:lnTo>
                  <a:lnTo>
                    <a:pt x="320" y="153"/>
                  </a:lnTo>
                  <a:lnTo>
                    <a:pt x="313" y="150"/>
                  </a:lnTo>
                  <a:lnTo>
                    <a:pt x="305" y="148"/>
                  </a:lnTo>
                  <a:lnTo>
                    <a:pt x="297" y="147"/>
                  </a:lnTo>
                  <a:lnTo>
                    <a:pt x="287" y="145"/>
                  </a:lnTo>
                  <a:lnTo>
                    <a:pt x="279" y="147"/>
                  </a:lnTo>
                  <a:lnTo>
                    <a:pt x="270" y="148"/>
                  </a:lnTo>
                  <a:lnTo>
                    <a:pt x="261" y="150"/>
                  </a:lnTo>
                  <a:lnTo>
                    <a:pt x="254" y="155"/>
                  </a:lnTo>
                  <a:lnTo>
                    <a:pt x="252" y="158"/>
                  </a:lnTo>
                  <a:lnTo>
                    <a:pt x="248" y="160"/>
                  </a:lnTo>
                  <a:lnTo>
                    <a:pt x="246" y="164"/>
                  </a:lnTo>
                  <a:lnTo>
                    <a:pt x="246" y="168"/>
                  </a:lnTo>
                  <a:lnTo>
                    <a:pt x="252" y="173"/>
                  </a:lnTo>
                  <a:lnTo>
                    <a:pt x="258" y="170"/>
                  </a:lnTo>
                  <a:lnTo>
                    <a:pt x="265" y="167"/>
                  </a:lnTo>
                  <a:lnTo>
                    <a:pt x="272" y="165"/>
                  </a:lnTo>
                  <a:lnTo>
                    <a:pt x="277" y="172"/>
                  </a:lnTo>
                  <a:lnTo>
                    <a:pt x="283" y="175"/>
                  </a:lnTo>
                  <a:lnTo>
                    <a:pt x="290" y="178"/>
                  </a:lnTo>
                  <a:lnTo>
                    <a:pt x="297" y="178"/>
                  </a:lnTo>
                  <a:lnTo>
                    <a:pt x="304" y="177"/>
                  </a:lnTo>
                  <a:lnTo>
                    <a:pt x="310" y="175"/>
                  </a:lnTo>
                  <a:lnTo>
                    <a:pt x="315" y="174"/>
                  </a:lnTo>
                  <a:lnTo>
                    <a:pt x="316" y="174"/>
                  </a:lnTo>
                  <a:lnTo>
                    <a:pt x="325" y="218"/>
                  </a:lnTo>
                  <a:lnTo>
                    <a:pt x="327" y="266"/>
                  </a:lnTo>
                  <a:lnTo>
                    <a:pt x="321" y="313"/>
                  </a:lnTo>
                  <a:lnTo>
                    <a:pt x="303" y="355"/>
                  </a:lnTo>
                  <a:lnTo>
                    <a:pt x="296" y="362"/>
                  </a:lnTo>
                  <a:lnTo>
                    <a:pt x="289" y="370"/>
                  </a:lnTo>
                  <a:lnTo>
                    <a:pt x="280" y="376"/>
                  </a:lnTo>
                  <a:lnTo>
                    <a:pt x="273" y="382"/>
                  </a:lnTo>
                  <a:lnTo>
                    <a:pt x="265" y="389"/>
                  </a:lnTo>
                  <a:lnTo>
                    <a:pt x="256" y="394"/>
                  </a:lnTo>
                  <a:lnTo>
                    <a:pt x="248" y="397"/>
                  </a:lnTo>
                  <a:lnTo>
                    <a:pt x="240" y="402"/>
                  </a:lnTo>
                  <a:lnTo>
                    <a:pt x="224" y="397"/>
                  </a:lnTo>
                  <a:lnTo>
                    <a:pt x="207" y="394"/>
                  </a:lnTo>
                  <a:lnTo>
                    <a:pt x="191" y="391"/>
                  </a:lnTo>
                  <a:lnTo>
                    <a:pt x="173" y="387"/>
                  </a:lnTo>
                  <a:lnTo>
                    <a:pt x="156" y="385"/>
                  </a:lnTo>
                  <a:lnTo>
                    <a:pt x="140" y="380"/>
                  </a:lnTo>
                  <a:lnTo>
                    <a:pt x="125" y="372"/>
                  </a:lnTo>
                  <a:lnTo>
                    <a:pt x="112" y="361"/>
                  </a:lnTo>
                  <a:lnTo>
                    <a:pt x="94" y="352"/>
                  </a:lnTo>
                  <a:lnTo>
                    <a:pt x="82" y="338"/>
                  </a:lnTo>
                  <a:lnTo>
                    <a:pt x="72" y="322"/>
                  </a:lnTo>
                  <a:lnTo>
                    <a:pt x="65" y="303"/>
                  </a:lnTo>
                  <a:lnTo>
                    <a:pt x="58" y="286"/>
                  </a:lnTo>
                  <a:lnTo>
                    <a:pt x="48" y="268"/>
                  </a:lnTo>
                  <a:lnTo>
                    <a:pt x="36" y="253"/>
                  </a:lnTo>
                  <a:lnTo>
                    <a:pt x="18" y="243"/>
                  </a:lnTo>
                  <a:lnTo>
                    <a:pt x="9" y="231"/>
                  </a:lnTo>
                  <a:lnTo>
                    <a:pt x="3" y="217"/>
                  </a:lnTo>
                  <a:lnTo>
                    <a:pt x="0" y="203"/>
                  </a:lnTo>
                  <a:lnTo>
                    <a:pt x="3" y="187"/>
                  </a:lnTo>
                  <a:lnTo>
                    <a:pt x="5" y="180"/>
                  </a:lnTo>
                  <a:lnTo>
                    <a:pt x="10" y="174"/>
                  </a:lnTo>
                  <a:lnTo>
                    <a:pt x="13" y="169"/>
                  </a:lnTo>
                  <a:lnTo>
                    <a:pt x="19" y="165"/>
                  </a:lnTo>
                  <a:lnTo>
                    <a:pt x="24" y="167"/>
                  </a:lnTo>
                  <a:lnTo>
                    <a:pt x="29" y="169"/>
                  </a:lnTo>
                  <a:lnTo>
                    <a:pt x="34" y="174"/>
                  </a:lnTo>
                  <a:lnTo>
                    <a:pt x="39" y="178"/>
                  </a:lnTo>
                  <a:lnTo>
                    <a:pt x="43" y="182"/>
                  </a:lnTo>
                  <a:lnTo>
                    <a:pt x="48" y="183"/>
                  </a:lnTo>
                  <a:lnTo>
                    <a:pt x="53" y="180"/>
                  </a:lnTo>
                  <a:lnTo>
                    <a:pt x="57" y="174"/>
                  </a:lnTo>
                  <a:lnTo>
                    <a:pt x="60" y="149"/>
                  </a:lnTo>
                  <a:lnTo>
                    <a:pt x="62" y="123"/>
                  </a:lnTo>
                  <a:lnTo>
                    <a:pt x="66" y="98"/>
                  </a:lnTo>
                  <a:lnTo>
                    <a:pt x="77" y="75"/>
                  </a:lnTo>
                  <a:lnTo>
                    <a:pt x="92" y="65"/>
                  </a:lnTo>
                  <a:lnTo>
                    <a:pt x="110" y="58"/>
                  </a:lnTo>
                  <a:lnTo>
                    <a:pt x="128" y="53"/>
                  </a:lnTo>
                  <a:lnTo>
                    <a:pt x="146" y="48"/>
                  </a:lnTo>
                  <a:lnTo>
                    <a:pt x="165" y="44"/>
                  </a:lnTo>
                  <a:lnTo>
                    <a:pt x="185" y="40"/>
                  </a:lnTo>
                  <a:lnTo>
                    <a:pt x="203" y="34"/>
                  </a:lnTo>
                  <a:lnTo>
                    <a:pt x="219" y="26"/>
                  </a:lnTo>
                  <a:lnTo>
                    <a:pt x="240" y="0"/>
                  </a:lnTo>
                  <a:lnTo>
                    <a:pt x="249" y="11"/>
                  </a:lnTo>
                  <a:lnTo>
                    <a:pt x="261" y="20"/>
                  </a:lnTo>
                  <a:lnTo>
                    <a:pt x="272" y="29"/>
                  </a:lnTo>
                  <a:lnTo>
                    <a:pt x="284" y="38"/>
                  </a:lnTo>
                  <a:lnTo>
                    <a:pt x="295" y="46"/>
                  </a:lnTo>
                  <a:lnTo>
                    <a:pt x="303" y="56"/>
                  </a:lnTo>
                  <a:lnTo>
                    <a:pt x="308" y="69"/>
                  </a:lnTo>
                  <a:lnTo>
                    <a:pt x="310" y="84"/>
                  </a:lnTo>
                  <a:close/>
                </a:path>
              </a:pathLst>
            </a:custGeom>
            <a:solidFill>
              <a:srgbClr val="CCA58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99" name="Google Shape;499;p28"/>
            <p:cNvSpPr/>
            <p:nvPr/>
          </p:nvSpPr>
          <p:spPr>
            <a:xfrm>
              <a:off x="4841" y="2068"/>
              <a:ext cx="402" cy="456"/>
            </a:xfrm>
            <a:custGeom>
              <a:rect b="b" l="l" r="r" t="t"/>
              <a:pathLst>
                <a:path extrusionOk="0" h="456" w="402">
                  <a:moveTo>
                    <a:pt x="159" y="27"/>
                  </a:moveTo>
                  <a:lnTo>
                    <a:pt x="163" y="22"/>
                  </a:lnTo>
                  <a:lnTo>
                    <a:pt x="173" y="21"/>
                  </a:lnTo>
                  <a:lnTo>
                    <a:pt x="181" y="20"/>
                  </a:lnTo>
                  <a:lnTo>
                    <a:pt x="190" y="20"/>
                  </a:lnTo>
                  <a:lnTo>
                    <a:pt x="187" y="27"/>
                  </a:lnTo>
                  <a:lnTo>
                    <a:pt x="189" y="33"/>
                  </a:lnTo>
                  <a:lnTo>
                    <a:pt x="191" y="38"/>
                  </a:lnTo>
                  <a:lnTo>
                    <a:pt x="196" y="43"/>
                  </a:lnTo>
                  <a:lnTo>
                    <a:pt x="202" y="48"/>
                  </a:lnTo>
                  <a:lnTo>
                    <a:pt x="208" y="52"/>
                  </a:lnTo>
                  <a:lnTo>
                    <a:pt x="214" y="55"/>
                  </a:lnTo>
                  <a:lnTo>
                    <a:pt x="219" y="59"/>
                  </a:lnTo>
                  <a:lnTo>
                    <a:pt x="225" y="61"/>
                  </a:lnTo>
                  <a:lnTo>
                    <a:pt x="231" y="65"/>
                  </a:lnTo>
                  <a:lnTo>
                    <a:pt x="236" y="69"/>
                  </a:lnTo>
                  <a:lnTo>
                    <a:pt x="242" y="72"/>
                  </a:lnTo>
                  <a:lnTo>
                    <a:pt x="248" y="77"/>
                  </a:lnTo>
                  <a:lnTo>
                    <a:pt x="253" y="82"/>
                  </a:lnTo>
                  <a:lnTo>
                    <a:pt x="258" y="89"/>
                  </a:lnTo>
                  <a:lnTo>
                    <a:pt x="262" y="95"/>
                  </a:lnTo>
                  <a:lnTo>
                    <a:pt x="264" y="114"/>
                  </a:lnTo>
                  <a:lnTo>
                    <a:pt x="264" y="134"/>
                  </a:lnTo>
                  <a:lnTo>
                    <a:pt x="264" y="153"/>
                  </a:lnTo>
                  <a:lnTo>
                    <a:pt x="270" y="170"/>
                  </a:lnTo>
                  <a:lnTo>
                    <a:pt x="271" y="183"/>
                  </a:lnTo>
                  <a:lnTo>
                    <a:pt x="276" y="193"/>
                  </a:lnTo>
                  <a:lnTo>
                    <a:pt x="282" y="203"/>
                  </a:lnTo>
                  <a:lnTo>
                    <a:pt x="290" y="211"/>
                  </a:lnTo>
                  <a:lnTo>
                    <a:pt x="298" y="221"/>
                  </a:lnTo>
                  <a:lnTo>
                    <a:pt x="305" y="232"/>
                  </a:lnTo>
                  <a:lnTo>
                    <a:pt x="308" y="242"/>
                  </a:lnTo>
                  <a:lnTo>
                    <a:pt x="311" y="254"/>
                  </a:lnTo>
                  <a:lnTo>
                    <a:pt x="311" y="269"/>
                  </a:lnTo>
                  <a:lnTo>
                    <a:pt x="308" y="285"/>
                  </a:lnTo>
                  <a:lnTo>
                    <a:pt x="304" y="299"/>
                  </a:lnTo>
                  <a:lnTo>
                    <a:pt x="298" y="314"/>
                  </a:lnTo>
                  <a:lnTo>
                    <a:pt x="294" y="328"/>
                  </a:lnTo>
                  <a:lnTo>
                    <a:pt x="292" y="342"/>
                  </a:lnTo>
                  <a:lnTo>
                    <a:pt x="294" y="356"/>
                  </a:lnTo>
                  <a:lnTo>
                    <a:pt x="301" y="371"/>
                  </a:lnTo>
                  <a:lnTo>
                    <a:pt x="306" y="357"/>
                  </a:lnTo>
                  <a:lnTo>
                    <a:pt x="308" y="342"/>
                  </a:lnTo>
                  <a:lnTo>
                    <a:pt x="311" y="327"/>
                  </a:lnTo>
                  <a:lnTo>
                    <a:pt x="318" y="312"/>
                  </a:lnTo>
                  <a:lnTo>
                    <a:pt x="326" y="293"/>
                  </a:lnTo>
                  <a:lnTo>
                    <a:pt x="330" y="273"/>
                  </a:lnTo>
                  <a:lnTo>
                    <a:pt x="329" y="254"/>
                  </a:lnTo>
                  <a:lnTo>
                    <a:pt x="324" y="235"/>
                  </a:lnTo>
                  <a:lnTo>
                    <a:pt x="317" y="218"/>
                  </a:lnTo>
                  <a:lnTo>
                    <a:pt x="307" y="200"/>
                  </a:lnTo>
                  <a:lnTo>
                    <a:pt x="298" y="183"/>
                  </a:lnTo>
                  <a:lnTo>
                    <a:pt x="288" y="166"/>
                  </a:lnTo>
                  <a:lnTo>
                    <a:pt x="290" y="143"/>
                  </a:lnTo>
                  <a:lnTo>
                    <a:pt x="289" y="117"/>
                  </a:lnTo>
                  <a:lnTo>
                    <a:pt x="284" y="95"/>
                  </a:lnTo>
                  <a:lnTo>
                    <a:pt x="272" y="75"/>
                  </a:lnTo>
                  <a:lnTo>
                    <a:pt x="264" y="65"/>
                  </a:lnTo>
                  <a:lnTo>
                    <a:pt x="256" y="57"/>
                  </a:lnTo>
                  <a:lnTo>
                    <a:pt x="246" y="50"/>
                  </a:lnTo>
                  <a:lnTo>
                    <a:pt x="238" y="42"/>
                  </a:lnTo>
                  <a:lnTo>
                    <a:pt x="228" y="36"/>
                  </a:lnTo>
                  <a:lnTo>
                    <a:pt x="217" y="31"/>
                  </a:lnTo>
                  <a:lnTo>
                    <a:pt x="208" y="25"/>
                  </a:lnTo>
                  <a:lnTo>
                    <a:pt x="198" y="20"/>
                  </a:lnTo>
                  <a:lnTo>
                    <a:pt x="219" y="21"/>
                  </a:lnTo>
                  <a:lnTo>
                    <a:pt x="240" y="23"/>
                  </a:lnTo>
                  <a:lnTo>
                    <a:pt x="263" y="27"/>
                  </a:lnTo>
                  <a:lnTo>
                    <a:pt x="286" y="32"/>
                  </a:lnTo>
                  <a:lnTo>
                    <a:pt x="306" y="40"/>
                  </a:lnTo>
                  <a:lnTo>
                    <a:pt x="325" y="51"/>
                  </a:lnTo>
                  <a:lnTo>
                    <a:pt x="342" y="66"/>
                  </a:lnTo>
                  <a:lnTo>
                    <a:pt x="355" y="86"/>
                  </a:lnTo>
                  <a:lnTo>
                    <a:pt x="365" y="92"/>
                  </a:lnTo>
                  <a:lnTo>
                    <a:pt x="374" y="101"/>
                  </a:lnTo>
                  <a:lnTo>
                    <a:pt x="381" y="110"/>
                  </a:lnTo>
                  <a:lnTo>
                    <a:pt x="388" y="120"/>
                  </a:lnTo>
                  <a:lnTo>
                    <a:pt x="394" y="130"/>
                  </a:lnTo>
                  <a:lnTo>
                    <a:pt x="398" y="141"/>
                  </a:lnTo>
                  <a:lnTo>
                    <a:pt x="400" y="153"/>
                  </a:lnTo>
                  <a:lnTo>
                    <a:pt x="402" y="164"/>
                  </a:lnTo>
                  <a:lnTo>
                    <a:pt x="398" y="210"/>
                  </a:lnTo>
                  <a:lnTo>
                    <a:pt x="390" y="249"/>
                  </a:lnTo>
                  <a:lnTo>
                    <a:pt x="377" y="285"/>
                  </a:lnTo>
                  <a:lnTo>
                    <a:pt x="360" y="318"/>
                  </a:lnTo>
                  <a:lnTo>
                    <a:pt x="344" y="349"/>
                  </a:lnTo>
                  <a:lnTo>
                    <a:pt x="329" y="381"/>
                  </a:lnTo>
                  <a:lnTo>
                    <a:pt x="315" y="413"/>
                  </a:lnTo>
                  <a:lnTo>
                    <a:pt x="307" y="450"/>
                  </a:lnTo>
                  <a:lnTo>
                    <a:pt x="305" y="453"/>
                  </a:lnTo>
                  <a:lnTo>
                    <a:pt x="302" y="455"/>
                  </a:lnTo>
                  <a:lnTo>
                    <a:pt x="299" y="455"/>
                  </a:lnTo>
                  <a:lnTo>
                    <a:pt x="294" y="456"/>
                  </a:lnTo>
                  <a:lnTo>
                    <a:pt x="284" y="451"/>
                  </a:lnTo>
                  <a:lnTo>
                    <a:pt x="275" y="443"/>
                  </a:lnTo>
                  <a:lnTo>
                    <a:pt x="265" y="437"/>
                  </a:lnTo>
                  <a:lnTo>
                    <a:pt x="256" y="428"/>
                  </a:lnTo>
                  <a:lnTo>
                    <a:pt x="246" y="421"/>
                  </a:lnTo>
                  <a:lnTo>
                    <a:pt x="238" y="412"/>
                  </a:lnTo>
                  <a:lnTo>
                    <a:pt x="229" y="402"/>
                  </a:lnTo>
                  <a:lnTo>
                    <a:pt x="221" y="393"/>
                  </a:lnTo>
                  <a:lnTo>
                    <a:pt x="226" y="374"/>
                  </a:lnTo>
                  <a:lnTo>
                    <a:pt x="232" y="357"/>
                  </a:lnTo>
                  <a:lnTo>
                    <a:pt x="236" y="338"/>
                  </a:lnTo>
                  <a:lnTo>
                    <a:pt x="235" y="318"/>
                  </a:lnTo>
                  <a:lnTo>
                    <a:pt x="234" y="309"/>
                  </a:lnTo>
                  <a:lnTo>
                    <a:pt x="232" y="300"/>
                  </a:lnTo>
                  <a:lnTo>
                    <a:pt x="228" y="292"/>
                  </a:lnTo>
                  <a:lnTo>
                    <a:pt x="223" y="283"/>
                  </a:lnTo>
                  <a:lnTo>
                    <a:pt x="219" y="275"/>
                  </a:lnTo>
                  <a:lnTo>
                    <a:pt x="211" y="268"/>
                  </a:lnTo>
                  <a:lnTo>
                    <a:pt x="204" y="262"/>
                  </a:lnTo>
                  <a:lnTo>
                    <a:pt x="196" y="257"/>
                  </a:lnTo>
                  <a:lnTo>
                    <a:pt x="190" y="254"/>
                  </a:lnTo>
                  <a:lnTo>
                    <a:pt x="184" y="253"/>
                  </a:lnTo>
                  <a:lnTo>
                    <a:pt x="177" y="252"/>
                  </a:lnTo>
                  <a:lnTo>
                    <a:pt x="171" y="253"/>
                  </a:lnTo>
                  <a:lnTo>
                    <a:pt x="165" y="254"/>
                  </a:lnTo>
                  <a:lnTo>
                    <a:pt x="159" y="255"/>
                  </a:lnTo>
                  <a:lnTo>
                    <a:pt x="153" y="258"/>
                  </a:lnTo>
                  <a:lnTo>
                    <a:pt x="147" y="260"/>
                  </a:lnTo>
                  <a:lnTo>
                    <a:pt x="137" y="230"/>
                  </a:lnTo>
                  <a:lnTo>
                    <a:pt x="138" y="199"/>
                  </a:lnTo>
                  <a:lnTo>
                    <a:pt x="144" y="168"/>
                  </a:lnTo>
                  <a:lnTo>
                    <a:pt x="144" y="135"/>
                  </a:lnTo>
                  <a:lnTo>
                    <a:pt x="132" y="127"/>
                  </a:lnTo>
                  <a:lnTo>
                    <a:pt x="118" y="122"/>
                  </a:lnTo>
                  <a:lnTo>
                    <a:pt x="104" y="120"/>
                  </a:lnTo>
                  <a:lnTo>
                    <a:pt x="88" y="119"/>
                  </a:lnTo>
                  <a:lnTo>
                    <a:pt x="73" y="119"/>
                  </a:lnTo>
                  <a:lnTo>
                    <a:pt x="57" y="119"/>
                  </a:lnTo>
                  <a:lnTo>
                    <a:pt x="41" y="116"/>
                  </a:lnTo>
                  <a:lnTo>
                    <a:pt x="27" y="114"/>
                  </a:lnTo>
                  <a:lnTo>
                    <a:pt x="19" y="111"/>
                  </a:lnTo>
                  <a:lnTo>
                    <a:pt x="11" y="106"/>
                  </a:lnTo>
                  <a:lnTo>
                    <a:pt x="6" y="99"/>
                  </a:lnTo>
                  <a:lnTo>
                    <a:pt x="1" y="91"/>
                  </a:lnTo>
                  <a:lnTo>
                    <a:pt x="0" y="77"/>
                  </a:lnTo>
                  <a:lnTo>
                    <a:pt x="2" y="62"/>
                  </a:lnTo>
                  <a:lnTo>
                    <a:pt x="7" y="50"/>
                  </a:lnTo>
                  <a:lnTo>
                    <a:pt x="13" y="37"/>
                  </a:lnTo>
                  <a:lnTo>
                    <a:pt x="23" y="25"/>
                  </a:lnTo>
                  <a:lnTo>
                    <a:pt x="35" y="15"/>
                  </a:lnTo>
                  <a:lnTo>
                    <a:pt x="49" y="7"/>
                  </a:lnTo>
                  <a:lnTo>
                    <a:pt x="63" y="2"/>
                  </a:lnTo>
                  <a:lnTo>
                    <a:pt x="79" y="0"/>
                  </a:lnTo>
                  <a:lnTo>
                    <a:pt x="94" y="0"/>
                  </a:lnTo>
                  <a:lnTo>
                    <a:pt x="111" y="1"/>
                  </a:lnTo>
                  <a:lnTo>
                    <a:pt x="129" y="5"/>
                  </a:lnTo>
                  <a:lnTo>
                    <a:pt x="137" y="10"/>
                  </a:lnTo>
                  <a:lnTo>
                    <a:pt x="146" y="16"/>
                  </a:lnTo>
                  <a:lnTo>
                    <a:pt x="153" y="21"/>
                  </a:lnTo>
                  <a:lnTo>
                    <a:pt x="159" y="27"/>
                  </a:lnTo>
                  <a:close/>
                </a:path>
              </a:pathLst>
            </a:custGeom>
            <a:solidFill>
              <a:srgbClr val="3F3F3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00" name="Google Shape;500;p28"/>
            <p:cNvSpPr/>
            <p:nvPr/>
          </p:nvSpPr>
          <p:spPr>
            <a:xfrm>
              <a:off x="4897" y="2074"/>
              <a:ext cx="135" cy="218"/>
            </a:xfrm>
            <a:custGeom>
              <a:rect b="b" l="l" r="r" t="t"/>
              <a:pathLst>
                <a:path extrusionOk="0" h="218" w="135">
                  <a:moveTo>
                    <a:pt x="56" y="6"/>
                  </a:moveTo>
                  <a:lnTo>
                    <a:pt x="42" y="16"/>
                  </a:lnTo>
                  <a:lnTo>
                    <a:pt x="33" y="26"/>
                  </a:lnTo>
                  <a:lnTo>
                    <a:pt x="30" y="35"/>
                  </a:lnTo>
                  <a:lnTo>
                    <a:pt x="29" y="46"/>
                  </a:lnTo>
                  <a:lnTo>
                    <a:pt x="40" y="56"/>
                  </a:lnTo>
                  <a:lnTo>
                    <a:pt x="54" y="64"/>
                  </a:lnTo>
                  <a:lnTo>
                    <a:pt x="68" y="69"/>
                  </a:lnTo>
                  <a:lnTo>
                    <a:pt x="84" y="73"/>
                  </a:lnTo>
                  <a:lnTo>
                    <a:pt x="98" y="78"/>
                  </a:lnTo>
                  <a:lnTo>
                    <a:pt x="111" y="85"/>
                  </a:lnTo>
                  <a:lnTo>
                    <a:pt x="123" y="95"/>
                  </a:lnTo>
                  <a:lnTo>
                    <a:pt x="131" y="110"/>
                  </a:lnTo>
                  <a:lnTo>
                    <a:pt x="135" y="142"/>
                  </a:lnTo>
                  <a:lnTo>
                    <a:pt x="129" y="177"/>
                  </a:lnTo>
                  <a:lnTo>
                    <a:pt x="119" y="205"/>
                  </a:lnTo>
                  <a:lnTo>
                    <a:pt x="113" y="218"/>
                  </a:lnTo>
                  <a:lnTo>
                    <a:pt x="110" y="208"/>
                  </a:lnTo>
                  <a:lnTo>
                    <a:pt x="107" y="198"/>
                  </a:lnTo>
                  <a:lnTo>
                    <a:pt x="107" y="188"/>
                  </a:lnTo>
                  <a:lnTo>
                    <a:pt x="109" y="177"/>
                  </a:lnTo>
                  <a:lnTo>
                    <a:pt x="115" y="163"/>
                  </a:lnTo>
                  <a:lnTo>
                    <a:pt x="121" y="149"/>
                  </a:lnTo>
                  <a:lnTo>
                    <a:pt x="124" y="134"/>
                  </a:lnTo>
                  <a:lnTo>
                    <a:pt x="119" y="119"/>
                  </a:lnTo>
                  <a:lnTo>
                    <a:pt x="111" y="106"/>
                  </a:lnTo>
                  <a:lnTo>
                    <a:pt x="100" y="98"/>
                  </a:lnTo>
                  <a:lnTo>
                    <a:pt x="87" y="91"/>
                  </a:lnTo>
                  <a:lnTo>
                    <a:pt x="74" y="88"/>
                  </a:lnTo>
                  <a:lnTo>
                    <a:pt x="60" y="85"/>
                  </a:lnTo>
                  <a:lnTo>
                    <a:pt x="45" y="84"/>
                  </a:lnTo>
                  <a:lnTo>
                    <a:pt x="31" y="81"/>
                  </a:lnTo>
                  <a:lnTo>
                    <a:pt x="17" y="80"/>
                  </a:lnTo>
                  <a:lnTo>
                    <a:pt x="12" y="78"/>
                  </a:lnTo>
                  <a:lnTo>
                    <a:pt x="8" y="74"/>
                  </a:lnTo>
                  <a:lnTo>
                    <a:pt x="5" y="69"/>
                  </a:lnTo>
                  <a:lnTo>
                    <a:pt x="1" y="65"/>
                  </a:lnTo>
                  <a:lnTo>
                    <a:pt x="0" y="50"/>
                  </a:lnTo>
                  <a:lnTo>
                    <a:pt x="5" y="37"/>
                  </a:lnTo>
                  <a:lnTo>
                    <a:pt x="12" y="26"/>
                  </a:lnTo>
                  <a:lnTo>
                    <a:pt x="19" y="15"/>
                  </a:lnTo>
                  <a:lnTo>
                    <a:pt x="23" y="11"/>
                  </a:lnTo>
                  <a:lnTo>
                    <a:pt x="27" y="7"/>
                  </a:lnTo>
                  <a:lnTo>
                    <a:pt x="32" y="5"/>
                  </a:lnTo>
                  <a:lnTo>
                    <a:pt x="38" y="2"/>
                  </a:lnTo>
                  <a:lnTo>
                    <a:pt x="43" y="1"/>
                  </a:lnTo>
                  <a:lnTo>
                    <a:pt x="48" y="0"/>
                  </a:lnTo>
                  <a:lnTo>
                    <a:pt x="52" y="2"/>
                  </a:lnTo>
                  <a:lnTo>
                    <a:pt x="56" y="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01" name="Google Shape;501;p28"/>
            <p:cNvSpPr/>
            <p:nvPr/>
          </p:nvSpPr>
          <p:spPr>
            <a:xfrm>
              <a:off x="4970" y="2099"/>
              <a:ext cx="164" cy="400"/>
            </a:xfrm>
            <a:custGeom>
              <a:rect b="b" l="l" r="r" t="t"/>
              <a:pathLst>
                <a:path extrusionOk="0" h="400" w="164">
                  <a:moveTo>
                    <a:pt x="75" y="40"/>
                  </a:moveTo>
                  <a:lnTo>
                    <a:pt x="85" y="48"/>
                  </a:lnTo>
                  <a:lnTo>
                    <a:pt x="94" y="55"/>
                  </a:lnTo>
                  <a:lnTo>
                    <a:pt x="103" y="64"/>
                  </a:lnTo>
                  <a:lnTo>
                    <a:pt x="110" y="74"/>
                  </a:lnTo>
                  <a:lnTo>
                    <a:pt x="116" y="84"/>
                  </a:lnTo>
                  <a:lnTo>
                    <a:pt x="118" y="95"/>
                  </a:lnTo>
                  <a:lnTo>
                    <a:pt x="119" y="106"/>
                  </a:lnTo>
                  <a:lnTo>
                    <a:pt x="117" y="119"/>
                  </a:lnTo>
                  <a:lnTo>
                    <a:pt x="112" y="135"/>
                  </a:lnTo>
                  <a:lnTo>
                    <a:pt x="106" y="152"/>
                  </a:lnTo>
                  <a:lnTo>
                    <a:pt x="103" y="168"/>
                  </a:lnTo>
                  <a:lnTo>
                    <a:pt x="103" y="185"/>
                  </a:lnTo>
                  <a:lnTo>
                    <a:pt x="113" y="196"/>
                  </a:lnTo>
                  <a:lnTo>
                    <a:pt x="123" y="207"/>
                  </a:lnTo>
                  <a:lnTo>
                    <a:pt x="131" y="221"/>
                  </a:lnTo>
                  <a:lnTo>
                    <a:pt x="137" y="233"/>
                  </a:lnTo>
                  <a:lnTo>
                    <a:pt x="139" y="253"/>
                  </a:lnTo>
                  <a:lnTo>
                    <a:pt x="137" y="273"/>
                  </a:lnTo>
                  <a:lnTo>
                    <a:pt x="136" y="295"/>
                  </a:lnTo>
                  <a:lnTo>
                    <a:pt x="136" y="315"/>
                  </a:lnTo>
                  <a:lnTo>
                    <a:pt x="137" y="333"/>
                  </a:lnTo>
                  <a:lnTo>
                    <a:pt x="142" y="352"/>
                  </a:lnTo>
                  <a:lnTo>
                    <a:pt x="151" y="371"/>
                  </a:lnTo>
                  <a:lnTo>
                    <a:pt x="164" y="389"/>
                  </a:lnTo>
                  <a:lnTo>
                    <a:pt x="164" y="392"/>
                  </a:lnTo>
                  <a:lnTo>
                    <a:pt x="164" y="397"/>
                  </a:lnTo>
                  <a:lnTo>
                    <a:pt x="161" y="400"/>
                  </a:lnTo>
                  <a:lnTo>
                    <a:pt x="158" y="400"/>
                  </a:lnTo>
                  <a:lnTo>
                    <a:pt x="147" y="395"/>
                  </a:lnTo>
                  <a:lnTo>
                    <a:pt x="140" y="387"/>
                  </a:lnTo>
                  <a:lnTo>
                    <a:pt x="133" y="377"/>
                  </a:lnTo>
                  <a:lnTo>
                    <a:pt x="127" y="367"/>
                  </a:lnTo>
                  <a:lnTo>
                    <a:pt x="117" y="345"/>
                  </a:lnTo>
                  <a:lnTo>
                    <a:pt x="115" y="321"/>
                  </a:lnTo>
                  <a:lnTo>
                    <a:pt x="117" y="298"/>
                  </a:lnTo>
                  <a:lnTo>
                    <a:pt x="121" y="274"/>
                  </a:lnTo>
                  <a:lnTo>
                    <a:pt x="123" y="252"/>
                  </a:lnTo>
                  <a:lnTo>
                    <a:pt x="119" y="231"/>
                  </a:lnTo>
                  <a:lnTo>
                    <a:pt x="110" y="211"/>
                  </a:lnTo>
                  <a:lnTo>
                    <a:pt x="90" y="193"/>
                  </a:lnTo>
                  <a:lnTo>
                    <a:pt x="87" y="177"/>
                  </a:lnTo>
                  <a:lnTo>
                    <a:pt x="90" y="160"/>
                  </a:lnTo>
                  <a:lnTo>
                    <a:pt x="93" y="145"/>
                  </a:lnTo>
                  <a:lnTo>
                    <a:pt x="97" y="129"/>
                  </a:lnTo>
                  <a:lnTo>
                    <a:pt x="99" y="114"/>
                  </a:lnTo>
                  <a:lnTo>
                    <a:pt x="98" y="99"/>
                  </a:lnTo>
                  <a:lnTo>
                    <a:pt x="93" y="83"/>
                  </a:lnTo>
                  <a:lnTo>
                    <a:pt x="81" y="66"/>
                  </a:lnTo>
                  <a:lnTo>
                    <a:pt x="69" y="60"/>
                  </a:lnTo>
                  <a:lnTo>
                    <a:pt x="57" y="54"/>
                  </a:lnTo>
                  <a:lnTo>
                    <a:pt x="44" y="48"/>
                  </a:lnTo>
                  <a:lnTo>
                    <a:pt x="32" y="43"/>
                  </a:lnTo>
                  <a:lnTo>
                    <a:pt x="20" y="35"/>
                  </a:lnTo>
                  <a:lnTo>
                    <a:pt x="11" y="26"/>
                  </a:lnTo>
                  <a:lnTo>
                    <a:pt x="3" y="15"/>
                  </a:lnTo>
                  <a:lnTo>
                    <a:pt x="0" y="0"/>
                  </a:lnTo>
                  <a:lnTo>
                    <a:pt x="8" y="9"/>
                  </a:lnTo>
                  <a:lnTo>
                    <a:pt x="17" y="15"/>
                  </a:lnTo>
                  <a:lnTo>
                    <a:pt x="27" y="20"/>
                  </a:lnTo>
                  <a:lnTo>
                    <a:pt x="37" y="24"/>
                  </a:lnTo>
                  <a:lnTo>
                    <a:pt x="48" y="28"/>
                  </a:lnTo>
                  <a:lnTo>
                    <a:pt x="57" y="31"/>
                  </a:lnTo>
                  <a:lnTo>
                    <a:pt x="67" y="35"/>
                  </a:lnTo>
                  <a:lnTo>
                    <a:pt x="75" y="4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02" name="Google Shape;502;p28"/>
            <p:cNvSpPr/>
            <p:nvPr/>
          </p:nvSpPr>
          <p:spPr>
            <a:xfrm>
              <a:off x="4011" y="2103"/>
              <a:ext cx="78" cy="46"/>
            </a:xfrm>
            <a:custGeom>
              <a:rect b="b" l="l" r="r" t="t"/>
              <a:pathLst>
                <a:path extrusionOk="0" h="46" w="78">
                  <a:moveTo>
                    <a:pt x="77" y="8"/>
                  </a:moveTo>
                  <a:lnTo>
                    <a:pt x="78" y="16"/>
                  </a:lnTo>
                  <a:lnTo>
                    <a:pt x="78" y="25"/>
                  </a:lnTo>
                  <a:lnTo>
                    <a:pt x="77" y="32"/>
                  </a:lnTo>
                  <a:lnTo>
                    <a:pt x="72" y="39"/>
                  </a:lnTo>
                  <a:lnTo>
                    <a:pt x="62" y="39"/>
                  </a:lnTo>
                  <a:lnTo>
                    <a:pt x="54" y="39"/>
                  </a:lnTo>
                  <a:lnTo>
                    <a:pt x="44" y="39"/>
                  </a:lnTo>
                  <a:lnTo>
                    <a:pt x="36" y="39"/>
                  </a:lnTo>
                  <a:lnTo>
                    <a:pt x="28" y="40"/>
                  </a:lnTo>
                  <a:lnTo>
                    <a:pt x="18" y="41"/>
                  </a:lnTo>
                  <a:lnTo>
                    <a:pt x="11" y="44"/>
                  </a:lnTo>
                  <a:lnTo>
                    <a:pt x="3" y="46"/>
                  </a:lnTo>
                  <a:lnTo>
                    <a:pt x="0" y="32"/>
                  </a:lnTo>
                  <a:lnTo>
                    <a:pt x="6" y="21"/>
                  </a:lnTo>
                  <a:lnTo>
                    <a:pt x="16" y="12"/>
                  </a:lnTo>
                  <a:lnTo>
                    <a:pt x="25" y="3"/>
                  </a:lnTo>
                  <a:lnTo>
                    <a:pt x="31" y="2"/>
                  </a:lnTo>
                  <a:lnTo>
                    <a:pt x="38" y="1"/>
                  </a:lnTo>
                  <a:lnTo>
                    <a:pt x="44" y="0"/>
                  </a:lnTo>
                  <a:lnTo>
                    <a:pt x="52" y="0"/>
                  </a:lnTo>
                  <a:lnTo>
                    <a:pt x="59" y="0"/>
                  </a:lnTo>
                  <a:lnTo>
                    <a:pt x="65" y="1"/>
                  </a:lnTo>
                  <a:lnTo>
                    <a:pt x="72" y="3"/>
                  </a:lnTo>
                  <a:lnTo>
                    <a:pt x="77" y="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03" name="Google Shape;503;p28"/>
            <p:cNvSpPr/>
            <p:nvPr/>
          </p:nvSpPr>
          <p:spPr>
            <a:xfrm>
              <a:off x="4175" y="2104"/>
              <a:ext cx="49" cy="17"/>
            </a:xfrm>
            <a:custGeom>
              <a:rect b="b" l="l" r="r" t="t"/>
              <a:pathLst>
                <a:path extrusionOk="0" h="17" w="49">
                  <a:moveTo>
                    <a:pt x="34" y="0"/>
                  </a:moveTo>
                  <a:lnTo>
                    <a:pt x="35" y="0"/>
                  </a:lnTo>
                  <a:lnTo>
                    <a:pt x="40" y="2"/>
                  </a:lnTo>
                  <a:lnTo>
                    <a:pt x="44" y="4"/>
                  </a:lnTo>
                  <a:lnTo>
                    <a:pt x="47" y="6"/>
                  </a:lnTo>
                  <a:lnTo>
                    <a:pt x="49" y="15"/>
                  </a:lnTo>
                  <a:lnTo>
                    <a:pt x="1" y="17"/>
                  </a:lnTo>
                  <a:lnTo>
                    <a:pt x="0" y="15"/>
                  </a:lnTo>
                  <a:lnTo>
                    <a:pt x="0" y="12"/>
                  </a:lnTo>
                  <a:lnTo>
                    <a:pt x="0" y="10"/>
                  </a:lnTo>
                  <a:lnTo>
                    <a:pt x="4" y="9"/>
                  </a:lnTo>
                  <a:lnTo>
                    <a:pt x="7" y="6"/>
                  </a:lnTo>
                  <a:lnTo>
                    <a:pt x="13" y="4"/>
                  </a:lnTo>
                  <a:lnTo>
                    <a:pt x="23" y="2"/>
                  </a:lnTo>
                  <a:lnTo>
                    <a:pt x="34" y="0"/>
                  </a:lnTo>
                  <a:close/>
                </a:path>
              </a:pathLst>
            </a:custGeom>
            <a:solidFill>
              <a:srgbClr val="7F26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04" name="Google Shape;504;p28"/>
            <p:cNvSpPr/>
            <p:nvPr/>
          </p:nvSpPr>
          <p:spPr>
            <a:xfrm>
              <a:off x="5134" y="2113"/>
              <a:ext cx="79" cy="238"/>
            </a:xfrm>
            <a:custGeom>
              <a:rect b="b" l="l" r="r" t="t"/>
              <a:pathLst>
                <a:path extrusionOk="0" h="238" w="79">
                  <a:moveTo>
                    <a:pt x="31" y="42"/>
                  </a:moveTo>
                  <a:lnTo>
                    <a:pt x="34" y="56"/>
                  </a:lnTo>
                  <a:lnTo>
                    <a:pt x="38" y="70"/>
                  </a:lnTo>
                  <a:lnTo>
                    <a:pt x="42" y="82"/>
                  </a:lnTo>
                  <a:lnTo>
                    <a:pt x="45" y="96"/>
                  </a:lnTo>
                  <a:lnTo>
                    <a:pt x="50" y="109"/>
                  </a:lnTo>
                  <a:lnTo>
                    <a:pt x="56" y="121"/>
                  </a:lnTo>
                  <a:lnTo>
                    <a:pt x="63" y="133"/>
                  </a:lnTo>
                  <a:lnTo>
                    <a:pt x="72" y="144"/>
                  </a:lnTo>
                  <a:lnTo>
                    <a:pt x="78" y="166"/>
                  </a:lnTo>
                  <a:lnTo>
                    <a:pt x="79" y="192"/>
                  </a:lnTo>
                  <a:lnTo>
                    <a:pt x="73" y="217"/>
                  </a:lnTo>
                  <a:lnTo>
                    <a:pt x="63" y="238"/>
                  </a:lnTo>
                  <a:lnTo>
                    <a:pt x="60" y="237"/>
                  </a:lnTo>
                  <a:lnTo>
                    <a:pt x="57" y="232"/>
                  </a:lnTo>
                  <a:lnTo>
                    <a:pt x="55" y="228"/>
                  </a:lnTo>
                  <a:lnTo>
                    <a:pt x="52" y="223"/>
                  </a:lnTo>
                  <a:lnTo>
                    <a:pt x="57" y="199"/>
                  </a:lnTo>
                  <a:lnTo>
                    <a:pt x="56" y="176"/>
                  </a:lnTo>
                  <a:lnTo>
                    <a:pt x="49" y="156"/>
                  </a:lnTo>
                  <a:lnTo>
                    <a:pt x="40" y="138"/>
                  </a:lnTo>
                  <a:lnTo>
                    <a:pt x="30" y="118"/>
                  </a:lnTo>
                  <a:lnTo>
                    <a:pt x="21" y="98"/>
                  </a:lnTo>
                  <a:lnTo>
                    <a:pt x="16" y="76"/>
                  </a:lnTo>
                  <a:lnTo>
                    <a:pt x="16" y="52"/>
                  </a:lnTo>
                  <a:lnTo>
                    <a:pt x="9" y="37"/>
                  </a:lnTo>
                  <a:lnTo>
                    <a:pt x="3" y="17"/>
                  </a:lnTo>
                  <a:lnTo>
                    <a:pt x="0" y="2"/>
                  </a:lnTo>
                  <a:lnTo>
                    <a:pt x="1" y="0"/>
                  </a:lnTo>
                  <a:lnTo>
                    <a:pt x="31" y="4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05" name="Google Shape;505;p28"/>
            <p:cNvSpPr/>
            <p:nvPr/>
          </p:nvSpPr>
          <p:spPr>
            <a:xfrm>
              <a:off x="4028" y="2115"/>
              <a:ext cx="48" cy="19"/>
            </a:xfrm>
            <a:custGeom>
              <a:rect b="b" l="l" r="r" t="t"/>
              <a:pathLst>
                <a:path extrusionOk="0" h="19" w="48">
                  <a:moveTo>
                    <a:pt x="47" y="1"/>
                  </a:moveTo>
                  <a:lnTo>
                    <a:pt x="48" y="17"/>
                  </a:lnTo>
                  <a:lnTo>
                    <a:pt x="0" y="19"/>
                  </a:lnTo>
                  <a:lnTo>
                    <a:pt x="1" y="15"/>
                  </a:lnTo>
                  <a:lnTo>
                    <a:pt x="5" y="10"/>
                  </a:lnTo>
                  <a:lnTo>
                    <a:pt x="11" y="8"/>
                  </a:lnTo>
                  <a:lnTo>
                    <a:pt x="18" y="4"/>
                  </a:lnTo>
                  <a:lnTo>
                    <a:pt x="26" y="1"/>
                  </a:lnTo>
                  <a:lnTo>
                    <a:pt x="35" y="0"/>
                  </a:lnTo>
                  <a:lnTo>
                    <a:pt x="41" y="0"/>
                  </a:lnTo>
                  <a:lnTo>
                    <a:pt x="47" y="1"/>
                  </a:lnTo>
                  <a:close/>
                </a:path>
              </a:pathLst>
            </a:custGeom>
            <a:solidFill>
              <a:srgbClr val="7F26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06" name="Google Shape;506;p28"/>
            <p:cNvSpPr/>
            <p:nvPr/>
          </p:nvSpPr>
          <p:spPr>
            <a:xfrm>
              <a:off x="4132" y="2163"/>
              <a:ext cx="41" cy="114"/>
            </a:xfrm>
            <a:custGeom>
              <a:rect b="b" l="l" r="r" t="t"/>
              <a:pathLst>
                <a:path extrusionOk="0" h="114" w="41">
                  <a:moveTo>
                    <a:pt x="19" y="54"/>
                  </a:moveTo>
                  <a:lnTo>
                    <a:pt x="24" y="68"/>
                  </a:lnTo>
                  <a:lnTo>
                    <a:pt x="30" y="81"/>
                  </a:lnTo>
                  <a:lnTo>
                    <a:pt x="36" y="95"/>
                  </a:lnTo>
                  <a:lnTo>
                    <a:pt x="41" y="109"/>
                  </a:lnTo>
                  <a:lnTo>
                    <a:pt x="37" y="111"/>
                  </a:lnTo>
                  <a:lnTo>
                    <a:pt x="36" y="113"/>
                  </a:lnTo>
                  <a:lnTo>
                    <a:pt x="34" y="114"/>
                  </a:lnTo>
                  <a:lnTo>
                    <a:pt x="30" y="114"/>
                  </a:lnTo>
                  <a:lnTo>
                    <a:pt x="23" y="101"/>
                  </a:lnTo>
                  <a:lnTo>
                    <a:pt x="16" y="89"/>
                  </a:lnTo>
                  <a:lnTo>
                    <a:pt x="10" y="75"/>
                  </a:lnTo>
                  <a:lnTo>
                    <a:pt x="5" y="60"/>
                  </a:lnTo>
                  <a:lnTo>
                    <a:pt x="1" y="46"/>
                  </a:lnTo>
                  <a:lnTo>
                    <a:pt x="0" y="31"/>
                  </a:lnTo>
                  <a:lnTo>
                    <a:pt x="0" y="16"/>
                  </a:lnTo>
                  <a:lnTo>
                    <a:pt x="2" y="0"/>
                  </a:lnTo>
                  <a:lnTo>
                    <a:pt x="8" y="17"/>
                  </a:lnTo>
                  <a:lnTo>
                    <a:pt x="13" y="30"/>
                  </a:lnTo>
                  <a:lnTo>
                    <a:pt x="16" y="41"/>
                  </a:lnTo>
                  <a:lnTo>
                    <a:pt x="19" y="5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07" name="Google Shape;507;p28"/>
            <p:cNvSpPr/>
            <p:nvPr/>
          </p:nvSpPr>
          <p:spPr>
            <a:xfrm>
              <a:off x="4020" y="2167"/>
              <a:ext cx="76" cy="36"/>
            </a:xfrm>
            <a:custGeom>
              <a:rect b="b" l="l" r="r" t="t"/>
              <a:pathLst>
                <a:path extrusionOk="0" h="36" w="76">
                  <a:moveTo>
                    <a:pt x="76" y="17"/>
                  </a:moveTo>
                  <a:lnTo>
                    <a:pt x="74" y="23"/>
                  </a:lnTo>
                  <a:lnTo>
                    <a:pt x="70" y="27"/>
                  </a:lnTo>
                  <a:lnTo>
                    <a:pt x="64" y="30"/>
                  </a:lnTo>
                  <a:lnTo>
                    <a:pt x="59" y="32"/>
                  </a:lnTo>
                  <a:lnTo>
                    <a:pt x="38" y="31"/>
                  </a:lnTo>
                  <a:lnTo>
                    <a:pt x="34" y="30"/>
                  </a:lnTo>
                  <a:lnTo>
                    <a:pt x="32" y="27"/>
                  </a:lnTo>
                  <a:lnTo>
                    <a:pt x="28" y="25"/>
                  </a:lnTo>
                  <a:lnTo>
                    <a:pt x="26" y="21"/>
                  </a:lnTo>
                  <a:lnTo>
                    <a:pt x="19" y="23"/>
                  </a:lnTo>
                  <a:lnTo>
                    <a:pt x="13" y="30"/>
                  </a:lnTo>
                  <a:lnTo>
                    <a:pt x="8" y="36"/>
                  </a:lnTo>
                  <a:lnTo>
                    <a:pt x="0" y="35"/>
                  </a:lnTo>
                  <a:lnTo>
                    <a:pt x="0" y="26"/>
                  </a:lnTo>
                  <a:lnTo>
                    <a:pt x="4" y="17"/>
                  </a:lnTo>
                  <a:lnTo>
                    <a:pt x="13" y="11"/>
                  </a:lnTo>
                  <a:lnTo>
                    <a:pt x="20" y="7"/>
                  </a:lnTo>
                  <a:lnTo>
                    <a:pt x="27" y="3"/>
                  </a:lnTo>
                  <a:lnTo>
                    <a:pt x="34" y="1"/>
                  </a:lnTo>
                  <a:lnTo>
                    <a:pt x="43" y="0"/>
                  </a:lnTo>
                  <a:lnTo>
                    <a:pt x="50" y="1"/>
                  </a:lnTo>
                  <a:lnTo>
                    <a:pt x="58" y="2"/>
                  </a:lnTo>
                  <a:lnTo>
                    <a:pt x="65" y="6"/>
                  </a:lnTo>
                  <a:lnTo>
                    <a:pt x="71" y="11"/>
                  </a:lnTo>
                  <a:lnTo>
                    <a:pt x="76" y="1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08" name="Google Shape;508;p28"/>
            <p:cNvSpPr/>
            <p:nvPr/>
          </p:nvSpPr>
          <p:spPr>
            <a:xfrm>
              <a:off x="3535" y="2195"/>
              <a:ext cx="29" cy="47"/>
            </a:xfrm>
            <a:custGeom>
              <a:rect b="b" l="l" r="r" t="t"/>
              <a:pathLst>
                <a:path extrusionOk="0" h="47" w="29">
                  <a:moveTo>
                    <a:pt x="29" y="47"/>
                  </a:moveTo>
                  <a:lnTo>
                    <a:pt x="24" y="43"/>
                  </a:lnTo>
                  <a:lnTo>
                    <a:pt x="19" y="39"/>
                  </a:lnTo>
                  <a:lnTo>
                    <a:pt x="12" y="36"/>
                  </a:lnTo>
                  <a:lnTo>
                    <a:pt x="7" y="32"/>
                  </a:lnTo>
                  <a:lnTo>
                    <a:pt x="2" y="28"/>
                  </a:lnTo>
                  <a:lnTo>
                    <a:pt x="0" y="23"/>
                  </a:lnTo>
                  <a:lnTo>
                    <a:pt x="0" y="16"/>
                  </a:lnTo>
                  <a:lnTo>
                    <a:pt x="3" y="7"/>
                  </a:lnTo>
                  <a:lnTo>
                    <a:pt x="14" y="0"/>
                  </a:lnTo>
                  <a:lnTo>
                    <a:pt x="29" y="47"/>
                  </a:lnTo>
                  <a:close/>
                </a:path>
              </a:pathLst>
            </a:custGeom>
            <a:solidFill>
              <a:srgbClr val="CCA58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09" name="Google Shape;509;p28"/>
            <p:cNvSpPr/>
            <p:nvPr/>
          </p:nvSpPr>
          <p:spPr>
            <a:xfrm>
              <a:off x="3440" y="2199"/>
              <a:ext cx="29" cy="111"/>
            </a:xfrm>
            <a:custGeom>
              <a:rect b="b" l="l" r="r" t="t"/>
              <a:pathLst>
                <a:path extrusionOk="0" h="111" w="29">
                  <a:moveTo>
                    <a:pt x="27" y="111"/>
                  </a:moveTo>
                  <a:lnTo>
                    <a:pt x="15" y="89"/>
                  </a:lnTo>
                  <a:lnTo>
                    <a:pt x="9" y="68"/>
                  </a:lnTo>
                  <a:lnTo>
                    <a:pt x="5" y="45"/>
                  </a:lnTo>
                  <a:lnTo>
                    <a:pt x="2" y="20"/>
                  </a:lnTo>
                  <a:lnTo>
                    <a:pt x="0" y="0"/>
                  </a:lnTo>
                  <a:lnTo>
                    <a:pt x="14" y="10"/>
                  </a:lnTo>
                  <a:lnTo>
                    <a:pt x="22" y="22"/>
                  </a:lnTo>
                  <a:lnTo>
                    <a:pt x="27" y="34"/>
                  </a:lnTo>
                  <a:lnTo>
                    <a:pt x="29" y="48"/>
                  </a:lnTo>
                  <a:lnTo>
                    <a:pt x="29" y="63"/>
                  </a:lnTo>
                  <a:lnTo>
                    <a:pt x="28" y="78"/>
                  </a:lnTo>
                  <a:lnTo>
                    <a:pt x="27" y="94"/>
                  </a:lnTo>
                  <a:lnTo>
                    <a:pt x="27" y="111"/>
                  </a:lnTo>
                  <a:close/>
                </a:path>
              </a:pathLst>
            </a:custGeom>
            <a:solidFill>
              <a:srgbClr val="CCA58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10" name="Google Shape;510;p28"/>
            <p:cNvSpPr/>
            <p:nvPr/>
          </p:nvSpPr>
          <p:spPr>
            <a:xfrm>
              <a:off x="4836" y="2203"/>
              <a:ext cx="125" cy="129"/>
            </a:xfrm>
            <a:custGeom>
              <a:rect b="b" l="l" r="r" t="t"/>
              <a:pathLst>
                <a:path extrusionOk="0" h="129" w="125">
                  <a:moveTo>
                    <a:pt x="125" y="6"/>
                  </a:moveTo>
                  <a:lnTo>
                    <a:pt x="121" y="38"/>
                  </a:lnTo>
                  <a:lnTo>
                    <a:pt x="115" y="69"/>
                  </a:lnTo>
                  <a:lnTo>
                    <a:pt x="113" y="100"/>
                  </a:lnTo>
                  <a:lnTo>
                    <a:pt x="123" y="129"/>
                  </a:lnTo>
                  <a:lnTo>
                    <a:pt x="107" y="128"/>
                  </a:lnTo>
                  <a:lnTo>
                    <a:pt x="93" y="127"/>
                  </a:lnTo>
                  <a:lnTo>
                    <a:pt x="78" y="127"/>
                  </a:lnTo>
                  <a:lnTo>
                    <a:pt x="63" y="125"/>
                  </a:lnTo>
                  <a:lnTo>
                    <a:pt x="49" y="124"/>
                  </a:lnTo>
                  <a:lnTo>
                    <a:pt x="34" y="124"/>
                  </a:lnTo>
                  <a:lnTo>
                    <a:pt x="19" y="123"/>
                  </a:lnTo>
                  <a:lnTo>
                    <a:pt x="5" y="122"/>
                  </a:lnTo>
                  <a:lnTo>
                    <a:pt x="1" y="105"/>
                  </a:lnTo>
                  <a:lnTo>
                    <a:pt x="0" y="88"/>
                  </a:lnTo>
                  <a:lnTo>
                    <a:pt x="1" y="71"/>
                  </a:lnTo>
                  <a:lnTo>
                    <a:pt x="5" y="55"/>
                  </a:lnTo>
                  <a:lnTo>
                    <a:pt x="9" y="40"/>
                  </a:lnTo>
                  <a:lnTo>
                    <a:pt x="16" y="25"/>
                  </a:lnTo>
                  <a:lnTo>
                    <a:pt x="26" y="13"/>
                  </a:lnTo>
                  <a:lnTo>
                    <a:pt x="37" y="0"/>
                  </a:lnTo>
                  <a:lnTo>
                    <a:pt x="125" y="6"/>
                  </a:lnTo>
                  <a:close/>
                </a:path>
              </a:pathLst>
            </a:custGeom>
            <a:solidFill>
              <a:srgbClr val="E2BFB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11" name="Google Shape;511;p28"/>
            <p:cNvSpPr/>
            <p:nvPr/>
          </p:nvSpPr>
          <p:spPr>
            <a:xfrm>
              <a:off x="3384" y="2238"/>
              <a:ext cx="50" cy="31"/>
            </a:xfrm>
            <a:custGeom>
              <a:rect b="b" l="l" r="r" t="t"/>
              <a:pathLst>
                <a:path extrusionOk="0" h="31" w="50">
                  <a:moveTo>
                    <a:pt x="42" y="11"/>
                  </a:moveTo>
                  <a:lnTo>
                    <a:pt x="42" y="21"/>
                  </a:lnTo>
                  <a:lnTo>
                    <a:pt x="50" y="29"/>
                  </a:lnTo>
                  <a:lnTo>
                    <a:pt x="50" y="31"/>
                  </a:lnTo>
                  <a:lnTo>
                    <a:pt x="44" y="30"/>
                  </a:lnTo>
                  <a:lnTo>
                    <a:pt x="34" y="25"/>
                  </a:lnTo>
                  <a:lnTo>
                    <a:pt x="23" y="19"/>
                  </a:lnTo>
                  <a:lnTo>
                    <a:pt x="11" y="13"/>
                  </a:lnTo>
                  <a:lnTo>
                    <a:pt x="2" y="8"/>
                  </a:lnTo>
                  <a:lnTo>
                    <a:pt x="0" y="6"/>
                  </a:lnTo>
                  <a:lnTo>
                    <a:pt x="5" y="3"/>
                  </a:lnTo>
                  <a:lnTo>
                    <a:pt x="10" y="1"/>
                  </a:lnTo>
                  <a:lnTo>
                    <a:pt x="16" y="0"/>
                  </a:lnTo>
                  <a:lnTo>
                    <a:pt x="22" y="0"/>
                  </a:lnTo>
                  <a:lnTo>
                    <a:pt x="28" y="1"/>
                  </a:lnTo>
                  <a:lnTo>
                    <a:pt x="34" y="4"/>
                  </a:lnTo>
                  <a:lnTo>
                    <a:pt x="38" y="8"/>
                  </a:lnTo>
                  <a:lnTo>
                    <a:pt x="42" y="11"/>
                  </a:lnTo>
                  <a:close/>
                </a:path>
              </a:pathLst>
            </a:custGeom>
            <a:solidFill>
              <a:srgbClr val="CCA58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12" name="Google Shape;512;p28"/>
            <p:cNvSpPr/>
            <p:nvPr/>
          </p:nvSpPr>
          <p:spPr>
            <a:xfrm>
              <a:off x="3562" y="2247"/>
              <a:ext cx="15" cy="30"/>
            </a:xfrm>
            <a:custGeom>
              <a:rect b="b" l="l" r="r" t="t"/>
              <a:pathLst>
                <a:path extrusionOk="0" h="30" w="15">
                  <a:moveTo>
                    <a:pt x="12" y="29"/>
                  </a:moveTo>
                  <a:lnTo>
                    <a:pt x="15" y="30"/>
                  </a:lnTo>
                  <a:lnTo>
                    <a:pt x="10" y="26"/>
                  </a:lnTo>
                  <a:lnTo>
                    <a:pt x="3" y="21"/>
                  </a:lnTo>
                  <a:lnTo>
                    <a:pt x="0" y="19"/>
                  </a:lnTo>
                  <a:lnTo>
                    <a:pt x="2" y="14"/>
                  </a:lnTo>
                  <a:lnTo>
                    <a:pt x="3" y="9"/>
                  </a:lnTo>
                  <a:lnTo>
                    <a:pt x="4" y="5"/>
                  </a:lnTo>
                  <a:lnTo>
                    <a:pt x="2" y="0"/>
                  </a:lnTo>
                  <a:lnTo>
                    <a:pt x="5" y="6"/>
                  </a:lnTo>
                  <a:lnTo>
                    <a:pt x="9" y="12"/>
                  </a:lnTo>
                  <a:lnTo>
                    <a:pt x="11" y="21"/>
                  </a:lnTo>
                  <a:lnTo>
                    <a:pt x="12" y="29"/>
                  </a:lnTo>
                  <a:close/>
                </a:path>
              </a:pathLst>
            </a:custGeom>
            <a:solidFill>
              <a:srgbClr val="CCA58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13" name="Google Shape;513;p28"/>
            <p:cNvSpPr/>
            <p:nvPr/>
          </p:nvSpPr>
          <p:spPr>
            <a:xfrm>
              <a:off x="3515" y="2247"/>
              <a:ext cx="25" cy="84"/>
            </a:xfrm>
            <a:custGeom>
              <a:rect b="b" l="l" r="r" t="t"/>
              <a:pathLst>
                <a:path extrusionOk="0" h="84" w="25">
                  <a:moveTo>
                    <a:pt x="20" y="84"/>
                  </a:moveTo>
                  <a:lnTo>
                    <a:pt x="0" y="31"/>
                  </a:lnTo>
                  <a:lnTo>
                    <a:pt x="25" y="0"/>
                  </a:lnTo>
                  <a:lnTo>
                    <a:pt x="20" y="19"/>
                  </a:lnTo>
                  <a:lnTo>
                    <a:pt x="21" y="40"/>
                  </a:lnTo>
                  <a:lnTo>
                    <a:pt x="22" y="63"/>
                  </a:lnTo>
                  <a:lnTo>
                    <a:pt x="20" y="84"/>
                  </a:lnTo>
                  <a:close/>
                </a:path>
              </a:pathLst>
            </a:custGeom>
            <a:solidFill>
              <a:srgbClr val="CCA58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14" name="Google Shape;514;p28"/>
            <p:cNvSpPr/>
            <p:nvPr/>
          </p:nvSpPr>
          <p:spPr>
            <a:xfrm>
              <a:off x="4100" y="2271"/>
              <a:ext cx="34" cy="18"/>
            </a:xfrm>
            <a:custGeom>
              <a:rect b="b" l="l" r="r" t="t"/>
              <a:pathLst>
                <a:path extrusionOk="0" h="18" w="34">
                  <a:moveTo>
                    <a:pt x="34" y="6"/>
                  </a:moveTo>
                  <a:lnTo>
                    <a:pt x="31" y="15"/>
                  </a:lnTo>
                  <a:lnTo>
                    <a:pt x="25" y="16"/>
                  </a:lnTo>
                  <a:lnTo>
                    <a:pt x="17" y="15"/>
                  </a:lnTo>
                  <a:lnTo>
                    <a:pt x="7" y="18"/>
                  </a:lnTo>
                  <a:lnTo>
                    <a:pt x="1" y="18"/>
                  </a:lnTo>
                  <a:lnTo>
                    <a:pt x="0" y="11"/>
                  </a:lnTo>
                  <a:lnTo>
                    <a:pt x="5" y="6"/>
                  </a:lnTo>
                  <a:lnTo>
                    <a:pt x="12" y="2"/>
                  </a:lnTo>
                  <a:lnTo>
                    <a:pt x="19" y="0"/>
                  </a:lnTo>
                  <a:lnTo>
                    <a:pt x="24" y="0"/>
                  </a:lnTo>
                  <a:lnTo>
                    <a:pt x="27" y="0"/>
                  </a:lnTo>
                  <a:lnTo>
                    <a:pt x="31" y="2"/>
                  </a:lnTo>
                  <a:lnTo>
                    <a:pt x="34" y="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15" name="Google Shape;515;p28"/>
            <p:cNvSpPr/>
            <p:nvPr/>
          </p:nvSpPr>
          <p:spPr>
            <a:xfrm>
              <a:off x="3487" y="2277"/>
              <a:ext cx="156" cy="216"/>
            </a:xfrm>
            <a:custGeom>
              <a:rect b="b" l="l" r="r" t="t"/>
              <a:pathLst>
                <a:path extrusionOk="0" h="216" w="156">
                  <a:moveTo>
                    <a:pt x="151" y="162"/>
                  </a:moveTo>
                  <a:lnTo>
                    <a:pt x="147" y="165"/>
                  </a:lnTo>
                  <a:lnTo>
                    <a:pt x="144" y="162"/>
                  </a:lnTo>
                  <a:lnTo>
                    <a:pt x="141" y="155"/>
                  </a:lnTo>
                  <a:lnTo>
                    <a:pt x="136" y="152"/>
                  </a:lnTo>
                  <a:lnTo>
                    <a:pt x="130" y="150"/>
                  </a:lnTo>
                  <a:lnTo>
                    <a:pt x="126" y="165"/>
                  </a:lnTo>
                  <a:lnTo>
                    <a:pt x="127" y="183"/>
                  </a:lnTo>
                  <a:lnTo>
                    <a:pt x="124" y="199"/>
                  </a:lnTo>
                  <a:lnTo>
                    <a:pt x="114" y="209"/>
                  </a:lnTo>
                  <a:lnTo>
                    <a:pt x="108" y="212"/>
                  </a:lnTo>
                  <a:lnTo>
                    <a:pt x="102" y="214"/>
                  </a:lnTo>
                  <a:lnTo>
                    <a:pt x="96" y="214"/>
                  </a:lnTo>
                  <a:lnTo>
                    <a:pt x="90" y="216"/>
                  </a:lnTo>
                  <a:lnTo>
                    <a:pt x="84" y="216"/>
                  </a:lnTo>
                  <a:lnTo>
                    <a:pt x="78" y="216"/>
                  </a:lnTo>
                  <a:lnTo>
                    <a:pt x="72" y="216"/>
                  </a:lnTo>
                  <a:lnTo>
                    <a:pt x="65" y="216"/>
                  </a:lnTo>
                  <a:lnTo>
                    <a:pt x="57" y="202"/>
                  </a:lnTo>
                  <a:lnTo>
                    <a:pt x="50" y="187"/>
                  </a:lnTo>
                  <a:lnTo>
                    <a:pt x="44" y="172"/>
                  </a:lnTo>
                  <a:lnTo>
                    <a:pt x="40" y="157"/>
                  </a:lnTo>
                  <a:lnTo>
                    <a:pt x="32" y="143"/>
                  </a:lnTo>
                  <a:lnTo>
                    <a:pt x="26" y="129"/>
                  </a:lnTo>
                  <a:lnTo>
                    <a:pt x="18" y="115"/>
                  </a:lnTo>
                  <a:lnTo>
                    <a:pt x="7" y="103"/>
                  </a:lnTo>
                  <a:lnTo>
                    <a:pt x="5" y="78"/>
                  </a:lnTo>
                  <a:lnTo>
                    <a:pt x="5" y="53"/>
                  </a:lnTo>
                  <a:lnTo>
                    <a:pt x="4" y="28"/>
                  </a:lnTo>
                  <a:lnTo>
                    <a:pt x="0" y="5"/>
                  </a:lnTo>
                  <a:lnTo>
                    <a:pt x="10" y="14"/>
                  </a:lnTo>
                  <a:lnTo>
                    <a:pt x="17" y="24"/>
                  </a:lnTo>
                  <a:lnTo>
                    <a:pt x="19" y="36"/>
                  </a:lnTo>
                  <a:lnTo>
                    <a:pt x="22" y="48"/>
                  </a:lnTo>
                  <a:lnTo>
                    <a:pt x="24" y="60"/>
                  </a:lnTo>
                  <a:lnTo>
                    <a:pt x="28" y="71"/>
                  </a:lnTo>
                  <a:lnTo>
                    <a:pt x="35" y="80"/>
                  </a:lnTo>
                  <a:lnTo>
                    <a:pt x="45" y="88"/>
                  </a:lnTo>
                  <a:lnTo>
                    <a:pt x="54" y="90"/>
                  </a:lnTo>
                  <a:lnTo>
                    <a:pt x="61" y="95"/>
                  </a:lnTo>
                  <a:lnTo>
                    <a:pt x="68" y="100"/>
                  </a:lnTo>
                  <a:lnTo>
                    <a:pt x="75" y="107"/>
                  </a:lnTo>
                  <a:lnTo>
                    <a:pt x="83" y="114"/>
                  </a:lnTo>
                  <a:lnTo>
                    <a:pt x="87" y="122"/>
                  </a:lnTo>
                  <a:lnTo>
                    <a:pt x="93" y="129"/>
                  </a:lnTo>
                  <a:lnTo>
                    <a:pt x="97" y="137"/>
                  </a:lnTo>
                  <a:lnTo>
                    <a:pt x="101" y="137"/>
                  </a:lnTo>
                  <a:lnTo>
                    <a:pt x="104" y="137"/>
                  </a:lnTo>
                  <a:lnTo>
                    <a:pt x="108" y="137"/>
                  </a:lnTo>
                  <a:lnTo>
                    <a:pt x="110" y="134"/>
                  </a:lnTo>
                  <a:lnTo>
                    <a:pt x="113" y="119"/>
                  </a:lnTo>
                  <a:lnTo>
                    <a:pt x="108" y="105"/>
                  </a:lnTo>
                  <a:lnTo>
                    <a:pt x="99" y="94"/>
                  </a:lnTo>
                  <a:lnTo>
                    <a:pt x="90" y="84"/>
                  </a:lnTo>
                  <a:lnTo>
                    <a:pt x="80" y="65"/>
                  </a:lnTo>
                  <a:lnTo>
                    <a:pt x="77" y="44"/>
                  </a:lnTo>
                  <a:lnTo>
                    <a:pt x="74" y="21"/>
                  </a:lnTo>
                  <a:lnTo>
                    <a:pt x="69" y="0"/>
                  </a:lnTo>
                  <a:lnTo>
                    <a:pt x="85" y="16"/>
                  </a:lnTo>
                  <a:lnTo>
                    <a:pt x="102" y="33"/>
                  </a:lnTo>
                  <a:lnTo>
                    <a:pt x="119" y="51"/>
                  </a:lnTo>
                  <a:lnTo>
                    <a:pt x="134" y="70"/>
                  </a:lnTo>
                  <a:lnTo>
                    <a:pt x="146" y="90"/>
                  </a:lnTo>
                  <a:lnTo>
                    <a:pt x="153" y="113"/>
                  </a:lnTo>
                  <a:lnTo>
                    <a:pt x="156" y="135"/>
                  </a:lnTo>
                  <a:lnTo>
                    <a:pt x="151" y="162"/>
                  </a:lnTo>
                  <a:close/>
                </a:path>
              </a:pathLst>
            </a:custGeom>
            <a:solidFill>
              <a:srgbClr val="CCA58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16" name="Google Shape;516;p28"/>
            <p:cNvSpPr/>
            <p:nvPr/>
          </p:nvSpPr>
          <p:spPr>
            <a:xfrm>
              <a:off x="4789" y="2298"/>
              <a:ext cx="20" cy="63"/>
            </a:xfrm>
            <a:custGeom>
              <a:rect b="b" l="l" r="r" t="t"/>
              <a:pathLst>
                <a:path extrusionOk="0" h="63" w="20">
                  <a:moveTo>
                    <a:pt x="13" y="60"/>
                  </a:moveTo>
                  <a:lnTo>
                    <a:pt x="13" y="62"/>
                  </a:lnTo>
                  <a:lnTo>
                    <a:pt x="12" y="62"/>
                  </a:lnTo>
                  <a:lnTo>
                    <a:pt x="10" y="62"/>
                  </a:lnTo>
                  <a:lnTo>
                    <a:pt x="7" y="63"/>
                  </a:lnTo>
                  <a:lnTo>
                    <a:pt x="1" y="47"/>
                  </a:lnTo>
                  <a:lnTo>
                    <a:pt x="0" y="28"/>
                  </a:lnTo>
                  <a:lnTo>
                    <a:pt x="4" y="12"/>
                  </a:lnTo>
                  <a:lnTo>
                    <a:pt x="12" y="0"/>
                  </a:lnTo>
                  <a:lnTo>
                    <a:pt x="18" y="15"/>
                  </a:lnTo>
                  <a:lnTo>
                    <a:pt x="20" y="30"/>
                  </a:lnTo>
                  <a:lnTo>
                    <a:pt x="19" y="45"/>
                  </a:lnTo>
                  <a:lnTo>
                    <a:pt x="13" y="6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17" name="Google Shape;517;p28"/>
            <p:cNvSpPr/>
            <p:nvPr/>
          </p:nvSpPr>
          <p:spPr>
            <a:xfrm>
              <a:off x="4082" y="2312"/>
              <a:ext cx="94" cy="43"/>
            </a:xfrm>
            <a:custGeom>
              <a:rect b="b" l="l" r="r" t="t"/>
              <a:pathLst>
                <a:path extrusionOk="0" h="43" w="94">
                  <a:moveTo>
                    <a:pt x="94" y="4"/>
                  </a:moveTo>
                  <a:lnTo>
                    <a:pt x="92" y="13"/>
                  </a:lnTo>
                  <a:lnTo>
                    <a:pt x="84" y="18"/>
                  </a:lnTo>
                  <a:lnTo>
                    <a:pt x="79" y="24"/>
                  </a:lnTo>
                  <a:lnTo>
                    <a:pt x="86" y="34"/>
                  </a:lnTo>
                  <a:lnTo>
                    <a:pt x="82" y="36"/>
                  </a:lnTo>
                  <a:lnTo>
                    <a:pt x="79" y="39"/>
                  </a:lnTo>
                  <a:lnTo>
                    <a:pt x="74" y="41"/>
                  </a:lnTo>
                  <a:lnTo>
                    <a:pt x="69" y="43"/>
                  </a:lnTo>
                  <a:lnTo>
                    <a:pt x="64" y="43"/>
                  </a:lnTo>
                  <a:lnTo>
                    <a:pt x="58" y="43"/>
                  </a:lnTo>
                  <a:lnTo>
                    <a:pt x="54" y="41"/>
                  </a:lnTo>
                  <a:lnTo>
                    <a:pt x="49" y="40"/>
                  </a:lnTo>
                  <a:lnTo>
                    <a:pt x="44" y="38"/>
                  </a:lnTo>
                  <a:lnTo>
                    <a:pt x="38" y="34"/>
                  </a:lnTo>
                  <a:lnTo>
                    <a:pt x="33" y="31"/>
                  </a:lnTo>
                  <a:lnTo>
                    <a:pt x="27" y="28"/>
                  </a:lnTo>
                  <a:lnTo>
                    <a:pt x="23" y="25"/>
                  </a:lnTo>
                  <a:lnTo>
                    <a:pt x="17" y="23"/>
                  </a:lnTo>
                  <a:lnTo>
                    <a:pt x="12" y="20"/>
                  </a:lnTo>
                  <a:lnTo>
                    <a:pt x="6" y="19"/>
                  </a:lnTo>
                  <a:lnTo>
                    <a:pt x="2" y="15"/>
                  </a:lnTo>
                  <a:lnTo>
                    <a:pt x="0" y="11"/>
                  </a:lnTo>
                  <a:lnTo>
                    <a:pt x="0" y="8"/>
                  </a:lnTo>
                  <a:lnTo>
                    <a:pt x="1" y="4"/>
                  </a:lnTo>
                  <a:lnTo>
                    <a:pt x="7" y="1"/>
                  </a:lnTo>
                  <a:lnTo>
                    <a:pt x="13" y="0"/>
                  </a:lnTo>
                  <a:lnTo>
                    <a:pt x="19" y="0"/>
                  </a:lnTo>
                  <a:lnTo>
                    <a:pt x="25" y="1"/>
                  </a:lnTo>
                  <a:lnTo>
                    <a:pt x="31" y="3"/>
                  </a:lnTo>
                  <a:lnTo>
                    <a:pt x="37" y="5"/>
                  </a:lnTo>
                  <a:lnTo>
                    <a:pt x="43" y="5"/>
                  </a:lnTo>
                  <a:lnTo>
                    <a:pt x="49" y="5"/>
                  </a:lnTo>
                  <a:lnTo>
                    <a:pt x="57" y="4"/>
                  </a:lnTo>
                  <a:lnTo>
                    <a:pt x="64" y="4"/>
                  </a:lnTo>
                  <a:lnTo>
                    <a:pt x="69" y="3"/>
                  </a:lnTo>
                  <a:lnTo>
                    <a:pt x="75" y="1"/>
                  </a:lnTo>
                  <a:lnTo>
                    <a:pt x="80" y="1"/>
                  </a:lnTo>
                  <a:lnTo>
                    <a:pt x="84" y="1"/>
                  </a:lnTo>
                  <a:lnTo>
                    <a:pt x="88" y="3"/>
                  </a:lnTo>
                  <a:lnTo>
                    <a:pt x="94" y="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18" name="Google Shape;518;p28"/>
            <p:cNvSpPr/>
            <p:nvPr/>
          </p:nvSpPr>
          <p:spPr>
            <a:xfrm>
              <a:off x="4266" y="2346"/>
              <a:ext cx="481" cy="796"/>
            </a:xfrm>
            <a:custGeom>
              <a:rect b="b" l="l" r="r" t="t"/>
              <a:pathLst>
                <a:path extrusionOk="0" h="796" w="481">
                  <a:moveTo>
                    <a:pt x="284" y="78"/>
                  </a:moveTo>
                  <a:lnTo>
                    <a:pt x="298" y="99"/>
                  </a:lnTo>
                  <a:lnTo>
                    <a:pt x="308" y="123"/>
                  </a:lnTo>
                  <a:lnTo>
                    <a:pt x="315" y="148"/>
                  </a:lnTo>
                  <a:lnTo>
                    <a:pt x="321" y="173"/>
                  </a:lnTo>
                  <a:lnTo>
                    <a:pt x="327" y="198"/>
                  </a:lnTo>
                  <a:lnTo>
                    <a:pt x="334" y="223"/>
                  </a:lnTo>
                  <a:lnTo>
                    <a:pt x="342" y="247"/>
                  </a:lnTo>
                  <a:lnTo>
                    <a:pt x="356" y="269"/>
                  </a:lnTo>
                  <a:lnTo>
                    <a:pt x="373" y="292"/>
                  </a:lnTo>
                  <a:lnTo>
                    <a:pt x="391" y="315"/>
                  </a:lnTo>
                  <a:lnTo>
                    <a:pt x="408" y="338"/>
                  </a:lnTo>
                  <a:lnTo>
                    <a:pt x="425" y="362"/>
                  </a:lnTo>
                  <a:lnTo>
                    <a:pt x="440" y="386"/>
                  </a:lnTo>
                  <a:lnTo>
                    <a:pt x="455" y="410"/>
                  </a:lnTo>
                  <a:lnTo>
                    <a:pt x="468" y="435"/>
                  </a:lnTo>
                  <a:lnTo>
                    <a:pt x="481" y="460"/>
                  </a:lnTo>
                  <a:lnTo>
                    <a:pt x="442" y="485"/>
                  </a:lnTo>
                  <a:lnTo>
                    <a:pt x="408" y="515"/>
                  </a:lnTo>
                  <a:lnTo>
                    <a:pt x="379" y="550"/>
                  </a:lnTo>
                  <a:lnTo>
                    <a:pt x="357" y="588"/>
                  </a:lnTo>
                  <a:lnTo>
                    <a:pt x="338" y="629"/>
                  </a:lnTo>
                  <a:lnTo>
                    <a:pt x="322" y="672"/>
                  </a:lnTo>
                  <a:lnTo>
                    <a:pt x="310" y="716"/>
                  </a:lnTo>
                  <a:lnTo>
                    <a:pt x="300" y="760"/>
                  </a:lnTo>
                  <a:lnTo>
                    <a:pt x="294" y="763"/>
                  </a:lnTo>
                  <a:lnTo>
                    <a:pt x="289" y="767"/>
                  </a:lnTo>
                  <a:lnTo>
                    <a:pt x="283" y="771"/>
                  </a:lnTo>
                  <a:lnTo>
                    <a:pt x="277" y="776"/>
                  </a:lnTo>
                  <a:lnTo>
                    <a:pt x="272" y="780"/>
                  </a:lnTo>
                  <a:lnTo>
                    <a:pt x="266" y="785"/>
                  </a:lnTo>
                  <a:lnTo>
                    <a:pt x="261" y="790"/>
                  </a:lnTo>
                  <a:lnTo>
                    <a:pt x="256" y="796"/>
                  </a:lnTo>
                  <a:lnTo>
                    <a:pt x="251" y="775"/>
                  </a:lnTo>
                  <a:lnTo>
                    <a:pt x="247" y="753"/>
                  </a:lnTo>
                  <a:lnTo>
                    <a:pt x="239" y="731"/>
                  </a:lnTo>
                  <a:lnTo>
                    <a:pt x="230" y="711"/>
                  </a:lnTo>
                  <a:lnTo>
                    <a:pt x="219" y="692"/>
                  </a:lnTo>
                  <a:lnTo>
                    <a:pt x="205" y="674"/>
                  </a:lnTo>
                  <a:lnTo>
                    <a:pt x="188" y="659"/>
                  </a:lnTo>
                  <a:lnTo>
                    <a:pt x="169" y="648"/>
                  </a:lnTo>
                  <a:lnTo>
                    <a:pt x="162" y="648"/>
                  </a:lnTo>
                  <a:lnTo>
                    <a:pt x="156" y="647"/>
                  </a:lnTo>
                  <a:lnTo>
                    <a:pt x="150" y="646"/>
                  </a:lnTo>
                  <a:lnTo>
                    <a:pt x="143" y="646"/>
                  </a:lnTo>
                  <a:lnTo>
                    <a:pt x="156" y="627"/>
                  </a:lnTo>
                  <a:lnTo>
                    <a:pt x="169" y="608"/>
                  </a:lnTo>
                  <a:lnTo>
                    <a:pt x="182" y="589"/>
                  </a:lnTo>
                  <a:lnTo>
                    <a:pt x="196" y="570"/>
                  </a:lnTo>
                  <a:lnTo>
                    <a:pt x="211" y="552"/>
                  </a:lnTo>
                  <a:lnTo>
                    <a:pt x="225" y="534"/>
                  </a:lnTo>
                  <a:lnTo>
                    <a:pt x="239" y="515"/>
                  </a:lnTo>
                  <a:lnTo>
                    <a:pt x="253" y="496"/>
                  </a:lnTo>
                  <a:lnTo>
                    <a:pt x="265" y="490"/>
                  </a:lnTo>
                  <a:lnTo>
                    <a:pt x="280" y="486"/>
                  </a:lnTo>
                  <a:lnTo>
                    <a:pt x="299" y="484"/>
                  </a:lnTo>
                  <a:lnTo>
                    <a:pt x="318" y="483"/>
                  </a:lnTo>
                  <a:lnTo>
                    <a:pt x="336" y="483"/>
                  </a:lnTo>
                  <a:lnTo>
                    <a:pt x="352" y="483"/>
                  </a:lnTo>
                  <a:lnTo>
                    <a:pt x="363" y="481"/>
                  </a:lnTo>
                  <a:lnTo>
                    <a:pt x="366" y="480"/>
                  </a:lnTo>
                  <a:lnTo>
                    <a:pt x="356" y="471"/>
                  </a:lnTo>
                  <a:lnTo>
                    <a:pt x="341" y="465"/>
                  </a:lnTo>
                  <a:lnTo>
                    <a:pt x="324" y="461"/>
                  </a:lnTo>
                  <a:lnTo>
                    <a:pt x="306" y="459"/>
                  </a:lnTo>
                  <a:lnTo>
                    <a:pt x="289" y="458"/>
                  </a:lnTo>
                  <a:lnTo>
                    <a:pt x="274" y="458"/>
                  </a:lnTo>
                  <a:lnTo>
                    <a:pt x="263" y="458"/>
                  </a:lnTo>
                  <a:lnTo>
                    <a:pt x="257" y="460"/>
                  </a:lnTo>
                  <a:lnTo>
                    <a:pt x="244" y="434"/>
                  </a:lnTo>
                  <a:lnTo>
                    <a:pt x="230" y="407"/>
                  </a:lnTo>
                  <a:lnTo>
                    <a:pt x="216" y="381"/>
                  </a:lnTo>
                  <a:lnTo>
                    <a:pt x="202" y="355"/>
                  </a:lnTo>
                  <a:lnTo>
                    <a:pt x="190" y="327"/>
                  </a:lnTo>
                  <a:lnTo>
                    <a:pt x="182" y="298"/>
                  </a:lnTo>
                  <a:lnTo>
                    <a:pt x="178" y="267"/>
                  </a:lnTo>
                  <a:lnTo>
                    <a:pt x="180" y="234"/>
                  </a:lnTo>
                  <a:lnTo>
                    <a:pt x="183" y="201"/>
                  </a:lnTo>
                  <a:lnTo>
                    <a:pt x="186" y="163"/>
                  </a:lnTo>
                  <a:lnTo>
                    <a:pt x="188" y="133"/>
                  </a:lnTo>
                  <a:lnTo>
                    <a:pt x="189" y="120"/>
                  </a:lnTo>
                  <a:lnTo>
                    <a:pt x="181" y="139"/>
                  </a:lnTo>
                  <a:lnTo>
                    <a:pt x="172" y="158"/>
                  </a:lnTo>
                  <a:lnTo>
                    <a:pt x="164" y="177"/>
                  </a:lnTo>
                  <a:lnTo>
                    <a:pt x="157" y="197"/>
                  </a:lnTo>
                  <a:lnTo>
                    <a:pt x="152" y="217"/>
                  </a:lnTo>
                  <a:lnTo>
                    <a:pt x="148" y="237"/>
                  </a:lnTo>
                  <a:lnTo>
                    <a:pt x="146" y="259"/>
                  </a:lnTo>
                  <a:lnTo>
                    <a:pt x="146" y="282"/>
                  </a:lnTo>
                  <a:lnTo>
                    <a:pt x="152" y="307"/>
                  </a:lnTo>
                  <a:lnTo>
                    <a:pt x="158" y="331"/>
                  </a:lnTo>
                  <a:lnTo>
                    <a:pt x="165" y="356"/>
                  </a:lnTo>
                  <a:lnTo>
                    <a:pt x="172" y="380"/>
                  </a:lnTo>
                  <a:lnTo>
                    <a:pt x="180" y="404"/>
                  </a:lnTo>
                  <a:lnTo>
                    <a:pt x="188" y="426"/>
                  </a:lnTo>
                  <a:lnTo>
                    <a:pt x="198" y="450"/>
                  </a:lnTo>
                  <a:lnTo>
                    <a:pt x="207" y="474"/>
                  </a:lnTo>
                  <a:lnTo>
                    <a:pt x="205" y="478"/>
                  </a:lnTo>
                  <a:lnTo>
                    <a:pt x="199" y="490"/>
                  </a:lnTo>
                  <a:lnTo>
                    <a:pt x="190" y="506"/>
                  </a:lnTo>
                  <a:lnTo>
                    <a:pt x="180" y="526"/>
                  </a:lnTo>
                  <a:lnTo>
                    <a:pt x="169" y="549"/>
                  </a:lnTo>
                  <a:lnTo>
                    <a:pt x="156" y="572"/>
                  </a:lnTo>
                  <a:lnTo>
                    <a:pt x="145" y="592"/>
                  </a:lnTo>
                  <a:lnTo>
                    <a:pt x="134" y="609"/>
                  </a:lnTo>
                  <a:lnTo>
                    <a:pt x="28" y="600"/>
                  </a:lnTo>
                  <a:lnTo>
                    <a:pt x="36" y="572"/>
                  </a:lnTo>
                  <a:lnTo>
                    <a:pt x="48" y="528"/>
                  </a:lnTo>
                  <a:lnTo>
                    <a:pt x="59" y="475"/>
                  </a:lnTo>
                  <a:lnTo>
                    <a:pt x="71" y="419"/>
                  </a:lnTo>
                  <a:lnTo>
                    <a:pt x="81" y="365"/>
                  </a:lnTo>
                  <a:lnTo>
                    <a:pt x="91" y="320"/>
                  </a:lnTo>
                  <a:lnTo>
                    <a:pt x="97" y="287"/>
                  </a:lnTo>
                  <a:lnTo>
                    <a:pt x="99" y="276"/>
                  </a:lnTo>
                  <a:lnTo>
                    <a:pt x="91" y="269"/>
                  </a:lnTo>
                  <a:lnTo>
                    <a:pt x="84" y="264"/>
                  </a:lnTo>
                  <a:lnTo>
                    <a:pt x="75" y="258"/>
                  </a:lnTo>
                  <a:lnTo>
                    <a:pt x="68" y="252"/>
                  </a:lnTo>
                  <a:lnTo>
                    <a:pt x="61" y="246"/>
                  </a:lnTo>
                  <a:lnTo>
                    <a:pt x="54" y="238"/>
                  </a:lnTo>
                  <a:lnTo>
                    <a:pt x="47" y="232"/>
                  </a:lnTo>
                  <a:lnTo>
                    <a:pt x="40" y="226"/>
                  </a:lnTo>
                  <a:lnTo>
                    <a:pt x="42" y="217"/>
                  </a:lnTo>
                  <a:lnTo>
                    <a:pt x="46" y="208"/>
                  </a:lnTo>
                  <a:lnTo>
                    <a:pt x="52" y="199"/>
                  </a:lnTo>
                  <a:lnTo>
                    <a:pt x="58" y="192"/>
                  </a:lnTo>
                  <a:lnTo>
                    <a:pt x="62" y="183"/>
                  </a:lnTo>
                  <a:lnTo>
                    <a:pt x="66" y="175"/>
                  </a:lnTo>
                  <a:lnTo>
                    <a:pt x="67" y="167"/>
                  </a:lnTo>
                  <a:lnTo>
                    <a:pt x="66" y="157"/>
                  </a:lnTo>
                  <a:lnTo>
                    <a:pt x="56" y="138"/>
                  </a:lnTo>
                  <a:lnTo>
                    <a:pt x="47" y="119"/>
                  </a:lnTo>
                  <a:lnTo>
                    <a:pt x="38" y="99"/>
                  </a:lnTo>
                  <a:lnTo>
                    <a:pt x="30" y="80"/>
                  </a:lnTo>
                  <a:lnTo>
                    <a:pt x="22" y="60"/>
                  </a:lnTo>
                  <a:lnTo>
                    <a:pt x="13" y="40"/>
                  </a:lnTo>
                  <a:lnTo>
                    <a:pt x="6" y="20"/>
                  </a:lnTo>
                  <a:lnTo>
                    <a:pt x="0" y="0"/>
                  </a:lnTo>
                  <a:lnTo>
                    <a:pt x="16" y="11"/>
                  </a:lnTo>
                  <a:lnTo>
                    <a:pt x="31" y="20"/>
                  </a:lnTo>
                  <a:lnTo>
                    <a:pt x="48" y="29"/>
                  </a:lnTo>
                  <a:lnTo>
                    <a:pt x="65" y="35"/>
                  </a:lnTo>
                  <a:lnTo>
                    <a:pt x="83" y="41"/>
                  </a:lnTo>
                  <a:lnTo>
                    <a:pt x="101" y="45"/>
                  </a:lnTo>
                  <a:lnTo>
                    <a:pt x="119" y="50"/>
                  </a:lnTo>
                  <a:lnTo>
                    <a:pt x="137" y="53"/>
                  </a:lnTo>
                  <a:lnTo>
                    <a:pt x="154" y="56"/>
                  </a:lnTo>
                  <a:lnTo>
                    <a:pt x="174" y="59"/>
                  </a:lnTo>
                  <a:lnTo>
                    <a:pt x="193" y="61"/>
                  </a:lnTo>
                  <a:lnTo>
                    <a:pt x="211" y="64"/>
                  </a:lnTo>
                  <a:lnTo>
                    <a:pt x="230" y="66"/>
                  </a:lnTo>
                  <a:lnTo>
                    <a:pt x="248" y="70"/>
                  </a:lnTo>
                  <a:lnTo>
                    <a:pt x="266" y="74"/>
                  </a:lnTo>
                  <a:lnTo>
                    <a:pt x="284" y="78"/>
                  </a:lnTo>
                  <a:close/>
                </a:path>
              </a:pathLst>
            </a:custGeom>
            <a:solidFill>
              <a:srgbClr val="0019E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19" name="Google Shape;519;p28"/>
            <p:cNvSpPr/>
            <p:nvPr/>
          </p:nvSpPr>
          <p:spPr>
            <a:xfrm>
              <a:off x="4802" y="2346"/>
              <a:ext cx="295" cy="271"/>
            </a:xfrm>
            <a:custGeom>
              <a:rect b="b" l="l" r="r" t="t"/>
              <a:pathLst>
                <a:path extrusionOk="0" h="271" w="295">
                  <a:moveTo>
                    <a:pt x="168" y="12"/>
                  </a:moveTo>
                  <a:lnTo>
                    <a:pt x="169" y="16"/>
                  </a:lnTo>
                  <a:lnTo>
                    <a:pt x="170" y="20"/>
                  </a:lnTo>
                  <a:lnTo>
                    <a:pt x="171" y="24"/>
                  </a:lnTo>
                  <a:lnTo>
                    <a:pt x="175" y="27"/>
                  </a:lnTo>
                  <a:lnTo>
                    <a:pt x="181" y="25"/>
                  </a:lnTo>
                  <a:lnTo>
                    <a:pt x="187" y="21"/>
                  </a:lnTo>
                  <a:lnTo>
                    <a:pt x="192" y="16"/>
                  </a:lnTo>
                  <a:lnTo>
                    <a:pt x="198" y="10"/>
                  </a:lnTo>
                  <a:lnTo>
                    <a:pt x="202" y="6"/>
                  </a:lnTo>
                  <a:lnTo>
                    <a:pt x="210" y="2"/>
                  </a:lnTo>
                  <a:lnTo>
                    <a:pt x="216" y="0"/>
                  </a:lnTo>
                  <a:lnTo>
                    <a:pt x="224" y="1"/>
                  </a:lnTo>
                  <a:lnTo>
                    <a:pt x="232" y="6"/>
                  </a:lnTo>
                  <a:lnTo>
                    <a:pt x="240" y="14"/>
                  </a:lnTo>
                  <a:lnTo>
                    <a:pt x="246" y="25"/>
                  </a:lnTo>
                  <a:lnTo>
                    <a:pt x="249" y="36"/>
                  </a:lnTo>
                  <a:lnTo>
                    <a:pt x="248" y="59"/>
                  </a:lnTo>
                  <a:lnTo>
                    <a:pt x="243" y="80"/>
                  </a:lnTo>
                  <a:lnTo>
                    <a:pt x="234" y="99"/>
                  </a:lnTo>
                  <a:lnTo>
                    <a:pt x="219" y="115"/>
                  </a:lnTo>
                  <a:lnTo>
                    <a:pt x="219" y="122"/>
                  </a:lnTo>
                  <a:lnTo>
                    <a:pt x="222" y="125"/>
                  </a:lnTo>
                  <a:lnTo>
                    <a:pt x="226" y="129"/>
                  </a:lnTo>
                  <a:lnTo>
                    <a:pt x="231" y="132"/>
                  </a:lnTo>
                  <a:lnTo>
                    <a:pt x="242" y="133"/>
                  </a:lnTo>
                  <a:lnTo>
                    <a:pt x="248" y="140"/>
                  </a:lnTo>
                  <a:lnTo>
                    <a:pt x="254" y="150"/>
                  </a:lnTo>
                  <a:lnTo>
                    <a:pt x="261" y="159"/>
                  </a:lnTo>
                  <a:lnTo>
                    <a:pt x="295" y="189"/>
                  </a:lnTo>
                  <a:lnTo>
                    <a:pt x="277" y="202"/>
                  </a:lnTo>
                  <a:lnTo>
                    <a:pt x="258" y="212"/>
                  </a:lnTo>
                  <a:lnTo>
                    <a:pt x="240" y="222"/>
                  </a:lnTo>
                  <a:lnTo>
                    <a:pt x="220" y="232"/>
                  </a:lnTo>
                  <a:lnTo>
                    <a:pt x="201" y="241"/>
                  </a:lnTo>
                  <a:lnTo>
                    <a:pt x="182" y="251"/>
                  </a:lnTo>
                  <a:lnTo>
                    <a:pt x="163" y="261"/>
                  </a:lnTo>
                  <a:lnTo>
                    <a:pt x="144" y="271"/>
                  </a:lnTo>
                  <a:lnTo>
                    <a:pt x="137" y="262"/>
                  </a:lnTo>
                  <a:lnTo>
                    <a:pt x="143" y="251"/>
                  </a:lnTo>
                  <a:lnTo>
                    <a:pt x="152" y="241"/>
                  </a:lnTo>
                  <a:lnTo>
                    <a:pt x="162" y="232"/>
                  </a:lnTo>
                  <a:lnTo>
                    <a:pt x="173" y="222"/>
                  </a:lnTo>
                  <a:lnTo>
                    <a:pt x="181" y="212"/>
                  </a:lnTo>
                  <a:lnTo>
                    <a:pt x="187" y="202"/>
                  </a:lnTo>
                  <a:lnTo>
                    <a:pt x="191" y="190"/>
                  </a:lnTo>
                  <a:lnTo>
                    <a:pt x="189" y="178"/>
                  </a:lnTo>
                  <a:lnTo>
                    <a:pt x="188" y="177"/>
                  </a:lnTo>
                  <a:lnTo>
                    <a:pt x="186" y="177"/>
                  </a:lnTo>
                  <a:lnTo>
                    <a:pt x="182" y="175"/>
                  </a:lnTo>
                  <a:lnTo>
                    <a:pt x="180" y="175"/>
                  </a:lnTo>
                  <a:lnTo>
                    <a:pt x="164" y="189"/>
                  </a:lnTo>
                  <a:lnTo>
                    <a:pt x="150" y="204"/>
                  </a:lnTo>
                  <a:lnTo>
                    <a:pt x="134" y="221"/>
                  </a:lnTo>
                  <a:lnTo>
                    <a:pt x="120" y="237"/>
                  </a:lnTo>
                  <a:lnTo>
                    <a:pt x="104" y="249"/>
                  </a:lnTo>
                  <a:lnTo>
                    <a:pt x="88" y="259"/>
                  </a:lnTo>
                  <a:lnTo>
                    <a:pt x="68" y="264"/>
                  </a:lnTo>
                  <a:lnTo>
                    <a:pt x="48" y="262"/>
                  </a:lnTo>
                  <a:lnTo>
                    <a:pt x="31" y="262"/>
                  </a:lnTo>
                  <a:lnTo>
                    <a:pt x="21" y="257"/>
                  </a:lnTo>
                  <a:lnTo>
                    <a:pt x="17" y="246"/>
                  </a:lnTo>
                  <a:lnTo>
                    <a:pt x="16" y="233"/>
                  </a:lnTo>
                  <a:lnTo>
                    <a:pt x="17" y="217"/>
                  </a:lnTo>
                  <a:lnTo>
                    <a:pt x="18" y="202"/>
                  </a:lnTo>
                  <a:lnTo>
                    <a:pt x="18" y="187"/>
                  </a:lnTo>
                  <a:lnTo>
                    <a:pt x="15" y="174"/>
                  </a:lnTo>
                  <a:lnTo>
                    <a:pt x="0" y="94"/>
                  </a:lnTo>
                  <a:lnTo>
                    <a:pt x="4" y="81"/>
                  </a:lnTo>
                  <a:lnTo>
                    <a:pt x="7" y="70"/>
                  </a:lnTo>
                  <a:lnTo>
                    <a:pt x="12" y="59"/>
                  </a:lnTo>
                  <a:lnTo>
                    <a:pt x="18" y="46"/>
                  </a:lnTo>
                  <a:lnTo>
                    <a:pt x="24" y="35"/>
                  </a:lnTo>
                  <a:lnTo>
                    <a:pt x="29" y="24"/>
                  </a:lnTo>
                  <a:lnTo>
                    <a:pt x="33" y="12"/>
                  </a:lnTo>
                  <a:lnTo>
                    <a:pt x="36" y="0"/>
                  </a:lnTo>
                  <a:lnTo>
                    <a:pt x="52" y="1"/>
                  </a:lnTo>
                  <a:lnTo>
                    <a:pt x="67" y="1"/>
                  </a:lnTo>
                  <a:lnTo>
                    <a:pt x="84" y="2"/>
                  </a:lnTo>
                  <a:lnTo>
                    <a:pt x="100" y="4"/>
                  </a:lnTo>
                  <a:lnTo>
                    <a:pt x="115" y="6"/>
                  </a:lnTo>
                  <a:lnTo>
                    <a:pt x="132" y="7"/>
                  </a:lnTo>
                  <a:lnTo>
                    <a:pt x="150" y="10"/>
                  </a:lnTo>
                  <a:lnTo>
                    <a:pt x="168" y="12"/>
                  </a:lnTo>
                  <a:close/>
                </a:path>
              </a:pathLst>
            </a:custGeom>
            <a:solidFill>
              <a:srgbClr val="E2BFB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20" name="Google Shape;520;p28"/>
            <p:cNvSpPr/>
            <p:nvPr/>
          </p:nvSpPr>
          <p:spPr>
            <a:xfrm>
              <a:off x="3506" y="2361"/>
              <a:ext cx="660" cy="597"/>
            </a:xfrm>
            <a:custGeom>
              <a:rect b="b" l="l" r="r" t="t"/>
              <a:pathLst>
                <a:path extrusionOk="0" h="597" w="660">
                  <a:moveTo>
                    <a:pt x="459" y="39"/>
                  </a:moveTo>
                  <a:lnTo>
                    <a:pt x="453" y="54"/>
                  </a:lnTo>
                  <a:lnTo>
                    <a:pt x="447" y="69"/>
                  </a:lnTo>
                  <a:lnTo>
                    <a:pt x="441" y="85"/>
                  </a:lnTo>
                  <a:lnTo>
                    <a:pt x="435" y="102"/>
                  </a:lnTo>
                  <a:lnTo>
                    <a:pt x="429" y="118"/>
                  </a:lnTo>
                  <a:lnTo>
                    <a:pt x="424" y="133"/>
                  </a:lnTo>
                  <a:lnTo>
                    <a:pt x="420" y="149"/>
                  </a:lnTo>
                  <a:lnTo>
                    <a:pt x="417" y="165"/>
                  </a:lnTo>
                  <a:lnTo>
                    <a:pt x="421" y="170"/>
                  </a:lnTo>
                  <a:lnTo>
                    <a:pt x="426" y="174"/>
                  </a:lnTo>
                  <a:lnTo>
                    <a:pt x="431" y="177"/>
                  </a:lnTo>
                  <a:lnTo>
                    <a:pt x="437" y="179"/>
                  </a:lnTo>
                  <a:lnTo>
                    <a:pt x="442" y="182"/>
                  </a:lnTo>
                  <a:lnTo>
                    <a:pt x="448" y="184"/>
                  </a:lnTo>
                  <a:lnTo>
                    <a:pt x="453" y="186"/>
                  </a:lnTo>
                  <a:lnTo>
                    <a:pt x="459" y="187"/>
                  </a:lnTo>
                  <a:lnTo>
                    <a:pt x="453" y="197"/>
                  </a:lnTo>
                  <a:lnTo>
                    <a:pt x="445" y="208"/>
                  </a:lnTo>
                  <a:lnTo>
                    <a:pt x="439" y="219"/>
                  </a:lnTo>
                  <a:lnTo>
                    <a:pt x="433" y="232"/>
                  </a:lnTo>
                  <a:lnTo>
                    <a:pt x="427" y="244"/>
                  </a:lnTo>
                  <a:lnTo>
                    <a:pt x="424" y="257"/>
                  </a:lnTo>
                  <a:lnTo>
                    <a:pt x="423" y="270"/>
                  </a:lnTo>
                  <a:lnTo>
                    <a:pt x="423" y="283"/>
                  </a:lnTo>
                  <a:lnTo>
                    <a:pt x="437" y="297"/>
                  </a:lnTo>
                  <a:lnTo>
                    <a:pt x="453" y="311"/>
                  </a:lnTo>
                  <a:lnTo>
                    <a:pt x="469" y="322"/>
                  </a:lnTo>
                  <a:lnTo>
                    <a:pt x="485" y="335"/>
                  </a:lnTo>
                  <a:lnTo>
                    <a:pt x="500" y="347"/>
                  </a:lnTo>
                  <a:lnTo>
                    <a:pt x="515" y="360"/>
                  </a:lnTo>
                  <a:lnTo>
                    <a:pt x="528" y="375"/>
                  </a:lnTo>
                  <a:lnTo>
                    <a:pt x="540" y="391"/>
                  </a:lnTo>
                  <a:lnTo>
                    <a:pt x="553" y="412"/>
                  </a:lnTo>
                  <a:lnTo>
                    <a:pt x="566" y="439"/>
                  </a:lnTo>
                  <a:lnTo>
                    <a:pt x="581" y="466"/>
                  </a:lnTo>
                  <a:lnTo>
                    <a:pt x="595" y="493"/>
                  </a:lnTo>
                  <a:lnTo>
                    <a:pt x="607" y="518"/>
                  </a:lnTo>
                  <a:lnTo>
                    <a:pt x="618" y="538"/>
                  </a:lnTo>
                  <a:lnTo>
                    <a:pt x="625" y="552"/>
                  </a:lnTo>
                  <a:lnTo>
                    <a:pt x="628" y="555"/>
                  </a:lnTo>
                  <a:lnTo>
                    <a:pt x="634" y="550"/>
                  </a:lnTo>
                  <a:lnTo>
                    <a:pt x="636" y="543"/>
                  </a:lnTo>
                  <a:lnTo>
                    <a:pt x="634" y="534"/>
                  </a:lnTo>
                  <a:lnTo>
                    <a:pt x="633" y="527"/>
                  </a:lnTo>
                  <a:lnTo>
                    <a:pt x="616" y="490"/>
                  </a:lnTo>
                  <a:lnTo>
                    <a:pt x="601" y="453"/>
                  </a:lnTo>
                  <a:lnTo>
                    <a:pt x="584" y="415"/>
                  </a:lnTo>
                  <a:lnTo>
                    <a:pt x="565" y="379"/>
                  </a:lnTo>
                  <a:lnTo>
                    <a:pt x="543" y="345"/>
                  </a:lnTo>
                  <a:lnTo>
                    <a:pt x="520" y="313"/>
                  </a:lnTo>
                  <a:lnTo>
                    <a:pt x="490" y="286"/>
                  </a:lnTo>
                  <a:lnTo>
                    <a:pt x="454" y="262"/>
                  </a:lnTo>
                  <a:lnTo>
                    <a:pt x="461" y="239"/>
                  </a:lnTo>
                  <a:lnTo>
                    <a:pt x="472" y="219"/>
                  </a:lnTo>
                  <a:lnTo>
                    <a:pt x="481" y="198"/>
                  </a:lnTo>
                  <a:lnTo>
                    <a:pt x="487" y="174"/>
                  </a:lnTo>
                  <a:lnTo>
                    <a:pt x="482" y="169"/>
                  </a:lnTo>
                  <a:lnTo>
                    <a:pt x="475" y="165"/>
                  </a:lnTo>
                  <a:lnTo>
                    <a:pt x="468" y="163"/>
                  </a:lnTo>
                  <a:lnTo>
                    <a:pt x="460" y="160"/>
                  </a:lnTo>
                  <a:lnTo>
                    <a:pt x="454" y="158"/>
                  </a:lnTo>
                  <a:lnTo>
                    <a:pt x="449" y="154"/>
                  </a:lnTo>
                  <a:lnTo>
                    <a:pt x="448" y="148"/>
                  </a:lnTo>
                  <a:lnTo>
                    <a:pt x="450" y="139"/>
                  </a:lnTo>
                  <a:lnTo>
                    <a:pt x="456" y="127"/>
                  </a:lnTo>
                  <a:lnTo>
                    <a:pt x="461" y="114"/>
                  </a:lnTo>
                  <a:lnTo>
                    <a:pt x="467" y="100"/>
                  </a:lnTo>
                  <a:lnTo>
                    <a:pt x="472" y="88"/>
                  </a:lnTo>
                  <a:lnTo>
                    <a:pt x="475" y="75"/>
                  </a:lnTo>
                  <a:lnTo>
                    <a:pt x="481" y="61"/>
                  </a:lnTo>
                  <a:lnTo>
                    <a:pt x="486" y="49"/>
                  </a:lnTo>
                  <a:lnTo>
                    <a:pt x="492" y="36"/>
                  </a:lnTo>
                  <a:lnTo>
                    <a:pt x="503" y="56"/>
                  </a:lnTo>
                  <a:lnTo>
                    <a:pt x="504" y="80"/>
                  </a:lnTo>
                  <a:lnTo>
                    <a:pt x="500" y="107"/>
                  </a:lnTo>
                  <a:lnTo>
                    <a:pt x="502" y="132"/>
                  </a:lnTo>
                  <a:lnTo>
                    <a:pt x="506" y="167"/>
                  </a:lnTo>
                  <a:lnTo>
                    <a:pt x="514" y="199"/>
                  </a:lnTo>
                  <a:lnTo>
                    <a:pt x="523" y="232"/>
                  </a:lnTo>
                  <a:lnTo>
                    <a:pt x="536" y="262"/>
                  </a:lnTo>
                  <a:lnTo>
                    <a:pt x="552" y="292"/>
                  </a:lnTo>
                  <a:lnTo>
                    <a:pt x="570" y="321"/>
                  </a:lnTo>
                  <a:lnTo>
                    <a:pt x="591" y="348"/>
                  </a:lnTo>
                  <a:lnTo>
                    <a:pt x="615" y="375"/>
                  </a:lnTo>
                  <a:lnTo>
                    <a:pt x="625" y="397"/>
                  </a:lnTo>
                  <a:lnTo>
                    <a:pt x="633" y="421"/>
                  </a:lnTo>
                  <a:lnTo>
                    <a:pt x="640" y="446"/>
                  </a:lnTo>
                  <a:lnTo>
                    <a:pt x="646" y="470"/>
                  </a:lnTo>
                  <a:lnTo>
                    <a:pt x="651" y="496"/>
                  </a:lnTo>
                  <a:lnTo>
                    <a:pt x="655" y="522"/>
                  </a:lnTo>
                  <a:lnTo>
                    <a:pt x="657" y="548"/>
                  </a:lnTo>
                  <a:lnTo>
                    <a:pt x="660" y="574"/>
                  </a:lnTo>
                  <a:lnTo>
                    <a:pt x="390" y="558"/>
                  </a:lnTo>
                  <a:lnTo>
                    <a:pt x="375" y="518"/>
                  </a:lnTo>
                  <a:lnTo>
                    <a:pt x="359" y="470"/>
                  </a:lnTo>
                  <a:lnTo>
                    <a:pt x="346" y="419"/>
                  </a:lnTo>
                  <a:lnTo>
                    <a:pt x="333" y="367"/>
                  </a:lnTo>
                  <a:lnTo>
                    <a:pt x="321" y="321"/>
                  </a:lnTo>
                  <a:lnTo>
                    <a:pt x="311" y="282"/>
                  </a:lnTo>
                  <a:lnTo>
                    <a:pt x="304" y="256"/>
                  </a:lnTo>
                  <a:lnTo>
                    <a:pt x="299" y="247"/>
                  </a:lnTo>
                  <a:lnTo>
                    <a:pt x="299" y="257"/>
                  </a:lnTo>
                  <a:lnTo>
                    <a:pt x="301" y="283"/>
                  </a:lnTo>
                  <a:lnTo>
                    <a:pt x="303" y="321"/>
                  </a:lnTo>
                  <a:lnTo>
                    <a:pt x="307" y="369"/>
                  </a:lnTo>
                  <a:lnTo>
                    <a:pt x="311" y="419"/>
                  </a:lnTo>
                  <a:lnTo>
                    <a:pt x="319" y="470"/>
                  </a:lnTo>
                  <a:lnTo>
                    <a:pt x="328" y="516"/>
                  </a:lnTo>
                  <a:lnTo>
                    <a:pt x="341" y="555"/>
                  </a:lnTo>
                  <a:lnTo>
                    <a:pt x="336" y="557"/>
                  </a:lnTo>
                  <a:lnTo>
                    <a:pt x="332" y="557"/>
                  </a:lnTo>
                  <a:lnTo>
                    <a:pt x="327" y="558"/>
                  </a:lnTo>
                  <a:lnTo>
                    <a:pt x="322" y="558"/>
                  </a:lnTo>
                  <a:lnTo>
                    <a:pt x="316" y="558"/>
                  </a:lnTo>
                  <a:lnTo>
                    <a:pt x="311" y="558"/>
                  </a:lnTo>
                  <a:lnTo>
                    <a:pt x="305" y="558"/>
                  </a:lnTo>
                  <a:lnTo>
                    <a:pt x="299" y="558"/>
                  </a:lnTo>
                  <a:lnTo>
                    <a:pt x="301" y="550"/>
                  </a:lnTo>
                  <a:lnTo>
                    <a:pt x="297" y="545"/>
                  </a:lnTo>
                  <a:lnTo>
                    <a:pt x="292" y="542"/>
                  </a:lnTo>
                  <a:lnTo>
                    <a:pt x="287" y="538"/>
                  </a:lnTo>
                  <a:lnTo>
                    <a:pt x="266" y="549"/>
                  </a:lnTo>
                  <a:lnTo>
                    <a:pt x="244" y="560"/>
                  </a:lnTo>
                  <a:lnTo>
                    <a:pt x="222" y="573"/>
                  </a:lnTo>
                  <a:lnTo>
                    <a:pt x="199" y="583"/>
                  </a:lnTo>
                  <a:lnTo>
                    <a:pt x="175" y="592"/>
                  </a:lnTo>
                  <a:lnTo>
                    <a:pt x="153" y="597"/>
                  </a:lnTo>
                  <a:lnTo>
                    <a:pt x="131" y="597"/>
                  </a:lnTo>
                  <a:lnTo>
                    <a:pt x="109" y="592"/>
                  </a:lnTo>
                  <a:lnTo>
                    <a:pt x="84" y="570"/>
                  </a:lnTo>
                  <a:lnTo>
                    <a:pt x="65" y="545"/>
                  </a:lnTo>
                  <a:lnTo>
                    <a:pt x="52" y="518"/>
                  </a:lnTo>
                  <a:lnTo>
                    <a:pt x="43" y="486"/>
                  </a:lnTo>
                  <a:lnTo>
                    <a:pt x="36" y="455"/>
                  </a:lnTo>
                  <a:lnTo>
                    <a:pt x="32" y="421"/>
                  </a:lnTo>
                  <a:lnTo>
                    <a:pt x="30" y="387"/>
                  </a:lnTo>
                  <a:lnTo>
                    <a:pt x="26" y="355"/>
                  </a:lnTo>
                  <a:lnTo>
                    <a:pt x="0" y="234"/>
                  </a:lnTo>
                  <a:lnTo>
                    <a:pt x="1" y="231"/>
                  </a:lnTo>
                  <a:lnTo>
                    <a:pt x="3" y="226"/>
                  </a:lnTo>
                  <a:lnTo>
                    <a:pt x="4" y="222"/>
                  </a:lnTo>
                  <a:lnTo>
                    <a:pt x="5" y="217"/>
                  </a:lnTo>
                  <a:lnTo>
                    <a:pt x="9" y="223"/>
                  </a:lnTo>
                  <a:lnTo>
                    <a:pt x="15" y="231"/>
                  </a:lnTo>
                  <a:lnTo>
                    <a:pt x="21" y="236"/>
                  </a:lnTo>
                  <a:lnTo>
                    <a:pt x="29" y="239"/>
                  </a:lnTo>
                  <a:lnTo>
                    <a:pt x="44" y="239"/>
                  </a:lnTo>
                  <a:lnTo>
                    <a:pt x="58" y="236"/>
                  </a:lnTo>
                  <a:lnTo>
                    <a:pt x="70" y="229"/>
                  </a:lnTo>
                  <a:lnTo>
                    <a:pt x="82" y="222"/>
                  </a:lnTo>
                  <a:lnTo>
                    <a:pt x="92" y="212"/>
                  </a:lnTo>
                  <a:lnTo>
                    <a:pt x="102" y="201"/>
                  </a:lnTo>
                  <a:lnTo>
                    <a:pt x="113" y="191"/>
                  </a:lnTo>
                  <a:lnTo>
                    <a:pt x="122" y="179"/>
                  </a:lnTo>
                  <a:lnTo>
                    <a:pt x="126" y="214"/>
                  </a:lnTo>
                  <a:lnTo>
                    <a:pt x="137" y="246"/>
                  </a:lnTo>
                  <a:lnTo>
                    <a:pt x="152" y="276"/>
                  </a:lnTo>
                  <a:lnTo>
                    <a:pt x="171" y="305"/>
                  </a:lnTo>
                  <a:lnTo>
                    <a:pt x="189" y="333"/>
                  </a:lnTo>
                  <a:lnTo>
                    <a:pt x="205" y="364"/>
                  </a:lnTo>
                  <a:lnTo>
                    <a:pt x="214" y="396"/>
                  </a:lnTo>
                  <a:lnTo>
                    <a:pt x="216" y="432"/>
                  </a:lnTo>
                  <a:lnTo>
                    <a:pt x="218" y="435"/>
                  </a:lnTo>
                  <a:lnTo>
                    <a:pt x="220" y="436"/>
                  </a:lnTo>
                  <a:lnTo>
                    <a:pt x="223" y="438"/>
                  </a:lnTo>
                  <a:lnTo>
                    <a:pt x="226" y="438"/>
                  </a:lnTo>
                  <a:lnTo>
                    <a:pt x="234" y="421"/>
                  </a:lnTo>
                  <a:lnTo>
                    <a:pt x="236" y="402"/>
                  </a:lnTo>
                  <a:lnTo>
                    <a:pt x="236" y="382"/>
                  </a:lnTo>
                  <a:lnTo>
                    <a:pt x="235" y="364"/>
                  </a:lnTo>
                  <a:lnTo>
                    <a:pt x="201" y="292"/>
                  </a:lnTo>
                  <a:lnTo>
                    <a:pt x="204" y="286"/>
                  </a:lnTo>
                  <a:lnTo>
                    <a:pt x="208" y="281"/>
                  </a:lnTo>
                  <a:lnTo>
                    <a:pt x="212" y="277"/>
                  </a:lnTo>
                  <a:lnTo>
                    <a:pt x="216" y="271"/>
                  </a:lnTo>
                  <a:lnTo>
                    <a:pt x="214" y="278"/>
                  </a:lnTo>
                  <a:lnTo>
                    <a:pt x="214" y="286"/>
                  </a:lnTo>
                  <a:lnTo>
                    <a:pt x="218" y="293"/>
                  </a:lnTo>
                  <a:lnTo>
                    <a:pt x="224" y="298"/>
                  </a:lnTo>
                  <a:lnTo>
                    <a:pt x="232" y="298"/>
                  </a:lnTo>
                  <a:lnTo>
                    <a:pt x="237" y="295"/>
                  </a:lnTo>
                  <a:lnTo>
                    <a:pt x="241" y="288"/>
                  </a:lnTo>
                  <a:lnTo>
                    <a:pt x="243" y="282"/>
                  </a:lnTo>
                  <a:lnTo>
                    <a:pt x="244" y="257"/>
                  </a:lnTo>
                  <a:lnTo>
                    <a:pt x="242" y="231"/>
                  </a:lnTo>
                  <a:lnTo>
                    <a:pt x="240" y="203"/>
                  </a:lnTo>
                  <a:lnTo>
                    <a:pt x="238" y="177"/>
                  </a:lnTo>
                  <a:lnTo>
                    <a:pt x="238" y="152"/>
                  </a:lnTo>
                  <a:lnTo>
                    <a:pt x="242" y="127"/>
                  </a:lnTo>
                  <a:lnTo>
                    <a:pt x="250" y="104"/>
                  </a:lnTo>
                  <a:lnTo>
                    <a:pt x="266" y="84"/>
                  </a:lnTo>
                  <a:lnTo>
                    <a:pt x="275" y="73"/>
                  </a:lnTo>
                  <a:lnTo>
                    <a:pt x="286" y="63"/>
                  </a:lnTo>
                  <a:lnTo>
                    <a:pt x="297" y="53"/>
                  </a:lnTo>
                  <a:lnTo>
                    <a:pt x="308" y="45"/>
                  </a:lnTo>
                  <a:lnTo>
                    <a:pt x="320" y="39"/>
                  </a:lnTo>
                  <a:lnTo>
                    <a:pt x="332" y="33"/>
                  </a:lnTo>
                  <a:lnTo>
                    <a:pt x="344" y="29"/>
                  </a:lnTo>
                  <a:lnTo>
                    <a:pt x="357" y="24"/>
                  </a:lnTo>
                  <a:lnTo>
                    <a:pt x="370" y="20"/>
                  </a:lnTo>
                  <a:lnTo>
                    <a:pt x="383" y="18"/>
                  </a:lnTo>
                  <a:lnTo>
                    <a:pt x="396" y="15"/>
                  </a:lnTo>
                  <a:lnTo>
                    <a:pt x="409" y="11"/>
                  </a:lnTo>
                  <a:lnTo>
                    <a:pt x="423" y="9"/>
                  </a:lnTo>
                  <a:lnTo>
                    <a:pt x="436" y="6"/>
                  </a:lnTo>
                  <a:lnTo>
                    <a:pt x="449" y="4"/>
                  </a:lnTo>
                  <a:lnTo>
                    <a:pt x="462" y="0"/>
                  </a:lnTo>
                  <a:lnTo>
                    <a:pt x="467" y="9"/>
                  </a:lnTo>
                  <a:lnTo>
                    <a:pt x="467" y="19"/>
                  </a:lnTo>
                  <a:lnTo>
                    <a:pt x="463" y="29"/>
                  </a:lnTo>
                  <a:lnTo>
                    <a:pt x="459" y="39"/>
                  </a:lnTo>
                  <a:close/>
                </a:path>
              </a:pathLst>
            </a:custGeom>
            <a:solidFill>
              <a:srgbClr val="0019E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21" name="Google Shape;521;p28"/>
            <p:cNvSpPr/>
            <p:nvPr/>
          </p:nvSpPr>
          <p:spPr>
            <a:xfrm>
              <a:off x="4758" y="2382"/>
              <a:ext cx="31" cy="42"/>
            </a:xfrm>
            <a:custGeom>
              <a:rect b="b" l="l" r="r" t="t"/>
              <a:pathLst>
                <a:path extrusionOk="0" h="42" w="31">
                  <a:moveTo>
                    <a:pt x="13" y="42"/>
                  </a:moveTo>
                  <a:lnTo>
                    <a:pt x="12" y="42"/>
                  </a:lnTo>
                  <a:lnTo>
                    <a:pt x="10" y="42"/>
                  </a:lnTo>
                  <a:lnTo>
                    <a:pt x="6" y="38"/>
                  </a:lnTo>
                  <a:lnTo>
                    <a:pt x="0" y="32"/>
                  </a:lnTo>
                  <a:lnTo>
                    <a:pt x="31" y="0"/>
                  </a:lnTo>
                  <a:lnTo>
                    <a:pt x="27" y="10"/>
                  </a:lnTo>
                  <a:lnTo>
                    <a:pt x="23" y="20"/>
                  </a:lnTo>
                  <a:lnTo>
                    <a:pt x="17" y="32"/>
                  </a:lnTo>
                  <a:lnTo>
                    <a:pt x="13" y="42"/>
                  </a:lnTo>
                  <a:close/>
                </a:path>
              </a:pathLst>
            </a:custGeom>
            <a:solidFill>
              <a:srgbClr val="E2BFB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22" name="Google Shape;522;p28"/>
            <p:cNvSpPr/>
            <p:nvPr/>
          </p:nvSpPr>
          <p:spPr>
            <a:xfrm>
              <a:off x="4218" y="2389"/>
              <a:ext cx="112" cy="555"/>
            </a:xfrm>
            <a:custGeom>
              <a:rect b="b" l="l" r="r" t="t"/>
              <a:pathLst>
                <a:path extrusionOk="0" h="555" w="112">
                  <a:moveTo>
                    <a:pt x="90" y="126"/>
                  </a:moveTo>
                  <a:lnTo>
                    <a:pt x="85" y="135"/>
                  </a:lnTo>
                  <a:lnTo>
                    <a:pt x="79" y="144"/>
                  </a:lnTo>
                  <a:lnTo>
                    <a:pt x="72" y="151"/>
                  </a:lnTo>
                  <a:lnTo>
                    <a:pt x="66" y="160"/>
                  </a:lnTo>
                  <a:lnTo>
                    <a:pt x="61" y="168"/>
                  </a:lnTo>
                  <a:lnTo>
                    <a:pt x="56" y="176"/>
                  </a:lnTo>
                  <a:lnTo>
                    <a:pt x="54" y="185"/>
                  </a:lnTo>
                  <a:lnTo>
                    <a:pt x="54" y="195"/>
                  </a:lnTo>
                  <a:lnTo>
                    <a:pt x="60" y="203"/>
                  </a:lnTo>
                  <a:lnTo>
                    <a:pt x="67" y="210"/>
                  </a:lnTo>
                  <a:lnTo>
                    <a:pt x="74" y="218"/>
                  </a:lnTo>
                  <a:lnTo>
                    <a:pt x="82" y="225"/>
                  </a:lnTo>
                  <a:lnTo>
                    <a:pt x="89" y="233"/>
                  </a:lnTo>
                  <a:lnTo>
                    <a:pt x="97" y="239"/>
                  </a:lnTo>
                  <a:lnTo>
                    <a:pt x="104" y="245"/>
                  </a:lnTo>
                  <a:lnTo>
                    <a:pt x="112" y="252"/>
                  </a:lnTo>
                  <a:lnTo>
                    <a:pt x="102" y="285"/>
                  </a:lnTo>
                  <a:lnTo>
                    <a:pt x="95" y="319"/>
                  </a:lnTo>
                  <a:lnTo>
                    <a:pt x="86" y="353"/>
                  </a:lnTo>
                  <a:lnTo>
                    <a:pt x="80" y="388"/>
                  </a:lnTo>
                  <a:lnTo>
                    <a:pt x="74" y="423"/>
                  </a:lnTo>
                  <a:lnTo>
                    <a:pt x="70" y="458"/>
                  </a:lnTo>
                  <a:lnTo>
                    <a:pt x="66" y="495"/>
                  </a:lnTo>
                  <a:lnTo>
                    <a:pt x="64" y="530"/>
                  </a:lnTo>
                  <a:lnTo>
                    <a:pt x="61" y="536"/>
                  </a:lnTo>
                  <a:lnTo>
                    <a:pt x="60" y="542"/>
                  </a:lnTo>
                  <a:lnTo>
                    <a:pt x="59" y="549"/>
                  </a:lnTo>
                  <a:lnTo>
                    <a:pt x="58" y="555"/>
                  </a:lnTo>
                  <a:lnTo>
                    <a:pt x="45" y="552"/>
                  </a:lnTo>
                  <a:lnTo>
                    <a:pt x="46" y="525"/>
                  </a:lnTo>
                  <a:lnTo>
                    <a:pt x="48" y="497"/>
                  </a:lnTo>
                  <a:lnTo>
                    <a:pt x="49" y="467"/>
                  </a:lnTo>
                  <a:lnTo>
                    <a:pt x="50" y="438"/>
                  </a:lnTo>
                  <a:lnTo>
                    <a:pt x="47" y="287"/>
                  </a:lnTo>
                  <a:lnTo>
                    <a:pt x="43" y="253"/>
                  </a:lnTo>
                  <a:lnTo>
                    <a:pt x="36" y="220"/>
                  </a:lnTo>
                  <a:lnTo>
                    <a:pt x="27" y="189"/>
                  </a:lnTo>
                  <a:lnTo>
                    <a:pt x="18" y="158"/>
                  </a:lnTo>
                  <a:lnTo>
                    <a:pt x="10" y="126"/>
                  </a:lnTo>
                  <a:lnTo>
                    <a:pt x="3" y="94"/>
                  </a:lnTo>
                  <a:lnTo>
                    <a:pt x="0" y="60"/>
                  </a:lnTo>
                  <a:lnTo>
                    <a:pt x="1" y="23"/>
                  </a:lnTo>
                  <a:lnTo>
                    <a:pt x="27" y="0"/>
                  </a:lnTo>
                  <a:lnTo>
                    <a:pt x="31" y="17"/>
                  </a:lnTo>
                  <a:lnTo>
                    <a:pt x="37" y="33"/>
                  </a:lnTo>
                  <a:lnTo>
                    <a:pt x="45" y="50"/>
                  </a:lnTo>
                  <a:lnTo>
                    <a:pt x="53" y="65"/>
                  </a:lnTo>
                  <a:lnTo>
                    <a:pt x="62" y="81"/>
                  </a:lnTo>
                  <a:lnTo>
                    <a:pt x="72" y="96"/>
                  </a:lnTo>
                  <a:lnTo>
                    <a:pt x="80" y="111"/>
                  </a:lnTo>
                  <a:lnTo>
                    <a:pt x="90" y="126"/>
                  </a:lnTo>
                  <a:close/>
                </a:path>
              </a:pathLst>
            </a:custGeom>
            <a:solidFill>
              <a:srgbClr val="0019E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23" name="Google Shape;523;p28"/>
            <p:cNvSpPr/>
            <p:nvPr/>
          </p:nvSpPr>
          <p:spPr>
            <a:xfrm>
              <a:off x="4079" y="2432"/>
              <a:ext cx="38" cy="29"/>
            </a:xfrm>
            <a:custGeom>
              <a:rect b="b" l="l" r="r" t="t"/>
              <a:pathLst>
                <a:path extrusionOk="0" h="29" w="38">
                  <a:moveTo>
                    <a:pt x="38" y="10"/>
                  </a:moveTo>
                  <a:lnTo>
                    <a:pt x="34" y="15"/>
                  </a:lnTo>
                  <a:lnTo>
                    <a:pt x="30" y="20"/>
                  </a:lnTo>
                  <a:lnTo>
                    <a:pt x="26" y="24"/>
                  </a:lnTo>
                  <a:lnTo>
                    <a:pt x="22" y="29"/>
                  </a:lnTo>
                  <a:lnTo>
                    <a:pt x="15" y="24"/>
                  </a:lnTo>
                  <a:lnTo>
                    <a:pt x="6" y="17"/>
                  </a:lnTo>
                  <a:lnTo>
                    <a:pt x="2" y="9"/>
                  </a:lnTo>
                  <a:lnTo>
                    <a:pt x="0" y="0"/>
                  </a:lnTo>
                  <a:lnTo>
                    <a:pt x="5" y="0"/>
                  </a:lnTo>
                  <a:lnTo>
                    <a:pt x="10" y="2"/>
                  </a:lnTo>
                  <a:lnTo>
                    <a:pt x="15" y="3"/>
                  </a:lnTo>
                  <a:lnTo>
                    <a:pt x="20" y="4"/>
                  </a:lnTo>
                  <a:lnTo>
                    <a:pt x="23" y="5"/>
                  </a:lnTo>
                  <a:lnTo>
                    <a:pt x="28" y="7"/>
                  </a:lnTo>
                  <a:lnTo>
                    <a:pt x="33" y="9"/>
                  </a:lnTo>
                  <a:lnTo>
                    <a:pt x="38" y="10"/>
                  </a:lnTo>
                  <a:close/>
                </a:path>
              </a:pathLst>
            </a:custGeom>
            <a:solidFill>
              <a:srgbClr val="CCA58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24" name="Google Shape;524;p28"/>
            <p:cNvSpPr/>
            <p:nvPr/>
          </p:nvSpPr>
          <p:spPr>
            <a:xfrm>
              <a:off x="4039" y="2434"/>
              <a:ext cx="72" cy="225"/>
            </a:xfrm>
            <a:custGeom>
              <a:rect b="b" l="l" r="r" t="t"/>
              <a:pathLst>
                <a:path extrusionOk="0" h="225" w="72">
                  <a:moveTo>
                    <a:pt x="28" y="77"/>
                  </a:moveTo>
                  <a:lnTo>
                    <a:pt x="30" y="89"/>
                  </a:lnTo>
                  <a:lnTo>
                    <a:pt x="32" y="99"/>
                  </a:lnTo>
                  <a:lnTo>
                    <a:pt x="36" y="109"/>
                  </a:lnTo>
                  <a:lnTo>
                    <a:pt x="42" y="118"/>
                  </a:lnTo>
                  <a:lnTo>
                    <a:pt x="48" y="126"/>
                  </a:lnTo>
                  <a:lnTo>
                    <a:pt x="55" y="135"/>
                  </a:lnTo>
                  <a:lnTo>
                    <a:pt x="63" y="143"/>
                  </a:lnTo>
                  <a:lnTo>
                    <a:pt x="72" y="150"/>
                  </a:lnTo>
                  <a:lnTo>
                    <a:pt x="64" y="225"/>
                  </a:lnTo>
                  <a:lnTo>
                    <a:pt x="48" y="205"/>
                  </a:lnTo>
                  <a:lnTo>
                    <a:pt x="33" y="183"/>
                  </a:lnTo>
                  <a:lnTo>
                    <a:pt x="21" y="156"/>
                  </a:lnTo>
                  <a:lnTo>
                    <a:pt x="13" y="128"/>
                  </a:lnTo>
                  <a:lnTo>
                    <a:pt x="6" y="96"/>
                  </a:lnTo>
                  <a:lnTo>
                    <a:pt x="2" y="65"/>
                  </a:lnTo>
                  <a:lnTo>
                    <a:pt x="0" y="32"/>
                  </a:lnTo>
                  <a:lnTo>
                    <a:pt x="0" y="0"/>
                  </a:lnTo>
                  <a:lnTo>
                    <a:pt x="3" y="10"/>
                  </a:lnTo>
                  <a:lnTo>
                    <a:pt x="9" y="20"/>
                  </a:lnTo>
                  <a:lnTo>
                    <a:pt x="18" y="29"/>
                  </a:lnTo>
                  <a:lnTo>
                    <a:pt x="26" y="36"/>
                  </a:lnTo>
                  <a:lnTo>
                    <a:pt x="33" y="46"/>
                  </a:lnTo>
                  <a:lnTo>
                    <a:pt x="37" y="55"/>
                  </a:lnTo>
                  <a:lnTo>
                    <a:pt x="36" y="66"/>
                  </a:lnTo>
                  <a:lnTo>
                    <a:pt x="28" y="77"/>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25" name="Google Shape;525;p28"/>
            <p:cNvSpPr/>
            <p:nvPr/>
          </p:nvSpPr>
          <p:spPr>
            <a:xfrm>
              <a:off x="4117" y="2436"/>
              <a:ext cx="110" cy="256"/>
            </a:xfrm>
            <a:custGeom>
              <a:rect b="b" l="l" r="r" t="t"/>
              <a:pathLst>
                <a:path extrusionOk="0" h="256" w="110">
                  <a:moveTo>
                    <a:pt x="110" y="256"/>
                  </a:moveTo>
                  <a:lnTo>
                    <a:pt x="98" y="242"/>
                  </a:lnTo>
                  <a:lnTo>
                    <a:pt x="86" y="230"/>
                  </a:lnTo>
                  <a:lnTo>
                    <a:pt x="75" y="215"/>
                  </a:lnTo>
                  <a:lnTo>
                    <a:pt x="64" y="201"/>
                  </a:lnTo>
                  <a:lnTo>
                    <a:pt x="55" y="186"/>
                  </a:lnTo>
                  <a:lnTo>
                    <a:pt x="45" y="171"/>
                  </a:lnTo>
                  <a:lnTo>
                    <a:pt x="38" y="156"/>
                  </a:lnTo>
                  <a:lnTo>
                    <a:pt x="31" y="139"/>
                  </a:lnTo>
                  <a:lnTo>
                    <a:pt x="38" y="127"/>
                  </a:lnTo>
                  <a:lnTo>
                    <a:pt x="45" y="116"/>
                  </a:lnTo>
                  <a:lnTo>
                    <a:pt x="47" y="104"/>
                  </a:lnTo>
                  <a:lnTo>
                    <a:pt x="40" y="90"/>
                  </a:lnTo>
                  <a:lnTo>
                    <a:pt x="35" y="84"/>
                  </a:lnTo>
                  <a:lnTo>
                    <a:pt x="29" y="78"/>
                  </a:lnTo>
                  <a:lnTo>
                    <a:pt x="23" y="73"/>
                  </a:lnTo>
                  <a:lnTo>
                    <a:pt x="17" y="68"/>
                  </a:lnTo>
                  <a:lnTo>
                    <a:pt x="11" y="62"/>
                  </a:lnTo>
                  <a:lnTo>
                    <a:pt x="7" y="55"/>
                  </a:lnTo>
                  <a:lnTo>
                    <a:pt x="2" y="49"/>
                  </a:lnTo>
                  <a:lnTo>
                    <a:pt x="0" y="42"/>
                  </a:lnTo>
                  <a:lnTo>
                    <a:pt x="3" y="30"/>
                  </a:lnTo>
                  <a:lnTo>
                    <a:pt x="9" y="23"/>
                  </a:lnTo>
                  <a:lnTo>
                    <a:pt x="17" y="18"/>
                  </a:lnTo>
                  <a:lnTo>
                    <a:pt x="26" y="14"/>
                  </a:lnTo>
                  <a:lnTo>
                    <a:pt x="37" y="11"/>
                  </a:lnTo>
                  <a:lnTo>
                    <a:pt x="46" y="9"/>
                  </a:lnTo>
                  <a:lnTo>
                    <a:pt x="55" y="5"/>
                  </a:lnTo>
                  <a:lnTo>
                    <a:pt x="63" y="0"/>
                  </a:lnTo>
                  <a:lnTo>
                    <a:pt x="65" y="33"/>
                  </a:lnTo>
                  <a:lnTo>
                    <a:pt x="70" y="65"/>
                  </a:lnTo>
                  <a:lnTo>
                    <a:pt x="76" y="97"/>
                  </a:lnTo>
                  <a:lnTo>
                    <a:pt x="82" y="129"/>
                  </a:lnTo>
                  <a:lnTo>
                    <a:pt x="89" y="161"/>
                  </a:lnTo>
                  <a:lnTo>
                    <a:pt x="96" y="192"/>
                  </a:lnTo>
                  <a:lnTo>
                    <a:pt x="104" y="225"/>
                  </a:lnTo>
                  <a:lnTo>
                    <a:pt x="110" y="256"/>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26" name="Google Shape;526;p28"/>
            <p:cNvSpPr/>
            <p:nvPr/>
          </p:nvSpPr>
          <p:spPr>
            <a:xfrm>
              <a:off x="4091" y="2488"/>
              <a:ext cx="51" cy="71"/>
            </a:xfrm>
            <a:custGeom>
              <a:rect b="b" l="l" r="r" t="t"/>
              <a:pathLst>
                <a:path extrusionOk="0" h="71" w="51">
                  <a:moveTo>
                    <a:pt x="51" y="52"/>
                  </a:moveTo>
                  <a:lnTo>
                    <a:pt x="49" y="59"/>
                  </a:lnTo>
                  <a:lnTo>
                    <a:pt x="48" y="62"/>
                  </a:lnTo>
                  <a:lnTo>
                    <a:pt x="46" y="65"/>
                  </a:lnTo>
                  <a:lnTo>
                    <a:pt x="40" y="69"/>
                  </a:lnTo>
                  <a:lnTo>
                    <a:pt x="37" y="66"/>
                  </a:lnTo>
                  <a:lnTo>
                    <a:pt x="36" y="70"/>
                  </a:lnTo>
                  <a:lnTo>
                    <a:pt x="34" y="71"/>
                  </a:lnTo>
                  <a:lnTo>
                    <a:pt x="30" y="70"/>
                  </a:lnTo>
                  <a:lnTo>
                    <a:pt x="28" y="69"/>
                  </a:lnTo>
                  <a:lnTo>
                    <a:pt x="12" y="56"/>
                  </a:lnTo>
                  <a:lnTo>
                    <a:pt x="3" y="40"/>
                  </a:lnTo>
                  <a:lnTo>
                    <a:pt x="0" y="20"/>
                  </a:lnTo>
                  <a:lnTo>
                    <a:pt x="5" y="0"/>
                  </a:lnTo>
                  <a:lnTo>
                    <a:pt x="51" y="52"/>
                  </a:lnTo>
                  <a:close/>
                </a:path>
              </a:pathLst>
            </a:custGeom>
            <a:solidFill>
              <a:srgbClr val="A8000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27" name="Google Shape;527;p28"/>
            <p:cNvSpPr/>
            <p:nvPr/>
          </p:nvSpPr>
          <p:spPr>
            <a:xfrm>
              <a:off x="3552" y="2511"/>
              <a:ext cx="58" cy="61"/>
            </a:xfrm>
            <a:custGeom>
              <a:rect b="b" l="l" r="r" t="t"/>
              <a:pathLst>
                <a:path extrusionOk="0" h="61" w="58">
                  <a:moveTo>
                    <a:pt x="58" y="0"/>
                  </a:moveTo>
                  <a:lnTo>
                    <a:pt x="54" y="9"/>
                  </a:lnTo>
                  <a:lnTo>
                    <a:pt x="49" y="17"/>
                  </a:lnTo>
                  <a:lnTo>
                    <a:pt x="43" y="25"/>
                  </a:lnTo>
                  <a:lnTo>
                    <a:pt x="37" y="33"/>
                  </a:lnTo>
                  <a:lnTo>
                    <a:pt x="30" y="41"/>
                  </a:lnTo>
                  <a:lnTo>
                    <a:pt x="22" y="48"/>
                  </a:lnTo>
                  <a:lnTo>
                    <a:pt x="15" y="54"/>
                  </a:lnTo>
                  <a:lnTo>
                    <a:pt x="7" y="61"/>
                  </a:lnTo>
                  <a:lnTo>
                    <a:pt x="0" y="13"/>
                  </a:lnTo>
                  <a:lnTo>
                    <a:pt x="7" y="13"/>
                  </a:lnTo>
                  <a:lnTo>
                    <a:pt x="14" y="12"/>
                  </a:lnTo>
                  <a:lnTo>
                    <a:pt x="21" y="10"/>
                  </a:lnTo>
                  <a:lnTo>
                    <a:pt x="28" y="8"/>
                  </a:lnTo>
                  <a:lnTo>
                    <a:pt x="36" y="5"/>
                  </a:lnTo>
                  <a:lnTo>
                    <a:pt x="43" y="3"/>
                  </a:lnTo>
                  <a:lnTo>
                    <a:pt x="51" y="2"/>
                  </a:lnTo>
                  <a:lnTo>
                    <a:pt x="58"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28" name="Google Shape;528;p28"/>
            <p:cNvSpPr/>
            <p:nvPr/>
          </p:nvSpPr>
          <p:spPr>
            <a:xfrm>
              <a:off x="4240" y="2568"/>
              <a:ext cx="1048" cy="1246"/>
            </a:xfrm>
            <a:custGeom>
              <a:rect b="b" l="l" r="r" t="t"/>
              <a:pathLst>
                <a:path extrusionOk="0" h="1246" w="1048">
                  <a:moveTo>
                    <a:pt x="919" y="0"/>
                  </a:moveTo>
                  <a:lnTo>
                    <a:pt x="914" y="26"/>
                  </a:lnTo>
                  <a:lnTo>
                    <a:pt x="918" y="50"/>
                  </a:lnTo>
                  <a:lnTo>
                    <a:pt x="928" y="71"/>
                  </a:lnTo>
                  <a:lnTo>
                    <a:pt x="943" y="90"/>
                  </a:lnTo>
                  <a:lnTo>
                    <a:pt x="960" y="110"/>
                  </a:lnTo>
                  <a:lnTo>
                    <a:pt x="976" y="129"/>
                  </a:lnTo>
                  <a:lnTo>
                    <a:pt x="992" y="148"/>
                  </a:lnTo>
                  <a:lnTo>
                    <a:pt x="1004" y="169"/>
                  </a:lnTo>
                  <a:lnTo>
                    <a:pt x="1018" y="193"/>
                  </a:lnTo>
                  <a:lnTo>
                    <a:pt x="1029" y="220"/>
                  </a:lnTo>
                  <a:lnTo>
                    <a:pt x="1037" y="248"/>
                  </a:lnTo>
                  <a:lnTo>
                    <a:pt x="1043" y="277"/>
                  </a:lnTo>
                  <a:lnTo>
                    <a:pt x="1047" y="307"/>
                  </a:lnTo>
                  <a:lnTo>
                    <a:pt x="1048" y="337"/>
                  </a:lnTo>
                  <a:lnTo>
                    <a:pt x="1047" y="367"/>
                  </a:lnTo>
                  <a:lnTo>
                    <a:pt x="1043" y="396"/>
                  </a:lnTo>
                  <a:lnTo>
                    <a:pt x="1039" y="400"/>
                  </a:lnTo>
                  <a:lnTo>
                    <a:pt x="1031" y="404"/>
                  </a:lnTo>
                  <a:lnTo>
                    <a:pt x="1025" y="407"/>
                  </a:lnTo>
                  <a:lnTo>
                    <a:pt x="1017" y="410"/>
                  </a:lnTo>
                  <a:lnTo>
                    <a:pt x="1010" y="412"/>
                  </a:lnTo>
                  <a:lnTo>
                    <a:pt x="1001" y="415"/>
                  </a:lnTo>
                  <a:lnTo>
                    <a:pt x="992" y="417"/>
                  </a:lnTo>
                  <a:lnTo>
                    <a:pt x="983" y="420"/>
                  </a:lnTo>
                  <a:lnTo>
                    <a:pt x="828" y="454"/>
                  </a:lnTo>
                  <a:lnTo>
                    <a:pt x="812" y="459"/>
                  </a:lnTo>
                  <a:lnTo>
                    <a:pt x="798" y="464"/>
                  </a:lnTo>
                  <a:lnTo>
                    <a:pt x="782" y="470"/>
                  </a:lnTo>
                  <a:lnTo>
                    <a:pt x="768" y="477"/>
                  </a:lnTo>
                  <a:lnTo>
                    <a:pt x="755" y="486"/>
                  </a:lnTo>
                  <a:lnTo>
                    <a:pt x="743" y="496"/>
                  </a:lnTo>
                  <a:lnTo>
                    <a:pt x="732" y="509"/>
                  </a:lnTo>
                  <a:lnTo>
                    <a:pt x="724" y="524"/>
                  </a:lnTo>
                  <a:lnTo>
                    <a:pt x="712" y="563"/>
                  </a:lnTo>
                  <a:lnTo>
                    <a:pt x="697" y="602"/>
                  </a:lnTo>
                  <a:lnTo>
                    <a:pt x="684" y="640"/>
                  </a:lnTo>
                  <a:lnTo>
                    <a:pt x="671" y="679"/>
                  </a:lnTo>
                  <a:lnTo>
                    <a:pt x="660" y="718"/>
                  </a:lnTo>
                  <a:lnTo>
                    <a:pt x="652" y="760"/>
                  </a:lnTo>
                  <a:lnTo>
                    <a:pt x="648" y="801"/>
                  </a:lnTo>
                  <a:lnTo>
                    <a:pt x="648" y="845"/>
                  </a:lnTo>
                  <a:lnTo>
                    <a:pt x="652" y="859"/>
                  </a:lnTo>
                  <a:lnTo>
                    <a:pt x="657" y="872"/>
                  </a:lnTo>
                  <a:lnTo>
                    <a:pt x="662" y="885"/>
                  </a:lnTo>
                  <a:lnTo>
                    <a:pt x="669" y="897"/>
                  </a:lnTo>
                  <a:lnTo>
                    <a:pt x="677" y="909"/>
                  </a:lnTo>
                  <a:lnTo>
                    <a:pt x="687" y="919"/>
                  </a:lnTo>
                  <a:lnTo>
                    <a:pt x="697" y="929"/>
                  </a:lnTo>
                  <a:lnTo>
                    <a:pt x="709" y="936"/>
                  </a:lnTo>
                  <a:lnTo>
                    <a:pt x="724" y="943"/>
                  </a:lnTo>
                  <a:lnTo>
                    <a:pt x="738" y="949"/>
                  </a:lnTo>
                  <a:lnTo>
                    <a:pt x="754" y="955"/>
                  </a:lnTo>
                  <a:lnTo>
                    <a:pt x="768" y="960"/>
                  </a:lnTo>
                  <a:lnTo>
                    <a:pt x="784" y="965"/>
                  </a:lnTo>
                  <a:lnTo>
                    <a:pt x="800" y="968"/>
                  </a:lnTo>
                  <a:lnTo>
                    <a:pt x="817" y="970"/>
                  </a:lnTo>
                  <a:lnTo>
                    <a:pt x="834" y="970"/>
                  </a:lnTo>
                  <a:lnTo>
                    <a:pt x="827" y="997"/>
                  </a:lnTo>
                  <a:lnTo>
                    <a:pt x="818" y="1023"/>
                  </a:lnTo>
                  <a:lnTo>
                    <a:pt x="809" y="1048"/>
                  </a:lnTo>
                  <a:lnTo>
                    <a:pt x="799" y="1074"/>
                  </a:lnTo>
                  <a:lnTo>
                    <a:pt x="788" y="1099"/>
                  </a:lnTo>
                  <a:lnTo>
                    <a:pt x="778" y="1124"/>
                  </a:lnTo>
                  <a:lnTo>
                    <a:pt x="767" y="1149"/>
                  </a:lnTo>
                  <a:lnTo>
                    <a:pt x="756" y="1175"/>
                  </a:lnTo>
                  <a:lnTo>
                    <a:pt x="742" y="1183"/>
                  </a:lnTo>
                  <a:lnTo>
                    <a:pt x="726" y="1190"/>
                  </a:lnTo>
                  <a:lnTo>
                    <a:pt x="709" y="1193"/>
                  </a:lnTo>
                  <a:lnTo>
                    <a:pt x="694" y="1197"/>
                  </a:lnTo>
                  <a:lnTo>
                    <a:pt x="677" y="1198"/>
                  </a:lnTo>
                  <a:lnTo>
                    <a:pt x="660" y="1198"/>
                  </a:lnTo>
                  <a:lnTo>
                    <a:pt x="642" y="1198"/>
                  </a:lnTo>
                  <a:lnTo>
                    <a:pt x="626" y="1197"/>
                  </a:lnTo>
                  <a:lnTo>
                    <a:pt x="609" y="1197"/>
                  </a:lnTo>
                  <a:lnTo>
                    <a:pt x="591" y="1196"/>
                  </a:lnTo>
                  <a:lnTo>
                    <a:pt x="574" y="1196"/>
                  </a:lnTo>
                  <a:lnTo>
                    <a:pt x="557" y="1197"/>
                  </a:lnTo>
                  <a:lnTo>
                    <a:pt x="542" y="1200"/>
                  </a:lnTo>
                  <a:lnTo>
                    <a:pt x="525" y="1203"/>
                  </a:lnTo>
                  <a:lnTo>
                    <a:pt x="510" y="1210"/>
                  </a:lnTo>
                  <a:lnTo>
                    <a:pt x="495" y="1217"/>
                  </a:lnTo>
                  <a:lnTo>
                    <a:pt x="475" y="1226"/>
                  </a:lnTo>
                  <a:lnTo>
                    <a:pt x="453" y="1233"/>
                  </a:lnTo>
                  <a:lnTo>
                    <a:pt x="431" y="1239"/>
                  </a:lnTo>
                  <a:lnTo>
                    <a:pt x="408" y="1242"/>
                  </a:lnTo>
                  <a:lnTo>
                    <a:pt x="384" y="1245"/>
                  </a:lnTo>
                  <a:lnTo>
                    <a:pt x="361" y="1246"/>
                  </a:lnTo>
                  <a:lnTo>
                    <a:pt x="337" y="1246"/>
                  </a:lnTo>
                  <a:lnTo>
                    <a:pt x="313" y="1245"/>
                  </a:lnTo>
                  <a:lnTo>
                    <a:pt x="289" y="1242"/>
                  </a:lnTo>
                  <a:lnTo>
                    <a:pt x="265" y="1239"/>
                  </a:lnTo>
                  <a:lnTo>
                    <a:pt x="242" y="1233"/>
                  </a:lnTo>
                  <a:lnTo>
                    <a:pt x="219" y="1227"/>
                  </a:lnTo>
                  <a:lnTo>
                    <a:pt x="196" y="1221"/>
                  </a:lnTo>
                  <a:lnTo>
                    <a:pt x="173" y="1213"/>
                  </a:lnTo>
                  <a:lnTo>
                    <a:pt x="152" y="1205"/>
                  </a:lnTo>
                  <a:lnTo>
                    <a:pt x="131" y="1196"/>
                  </a:lnTo>
                  <a:lnTo>
                    <a:pt x="113" y="1191"/>
                  </a:lnTo>
                  <a:lnTo>
                    <a:pt x="97" y="1185"/>
                  </a:lnTo>
                  <a:lnTo>
                    <a:pt x="79" y="1177"/>
                  </a:lnTo>
                  <a:lnTo>
                    <a:pt x="62" y="1168"/>
                  </a:lnTo>
                  <a:lnTo>
                    <a:pt x="46" y="1158"/>
                  </a:lnTo>
                  <a:lnTo>
                    <a:pt x="30" y="1148"/>
                  </a:lnTo>
                  <a:lnTo>
                    <a:pt x="15" y="1136"/>
                  </a:lnTo>
                  <a:lnTo>
                    <a:pt x="0" y="1123"/>
                  </a:lnTo>
                  <a:lnTo>
                    <a:pt x="7" y="1109"/>
                  </a:lnTo>
                  <a:lnTo>
                    <a:pt x="15" y="1098"/>
                  </a:lnTo>
                  <a:lnTo>
                    <a:pt x="26" y="1087"/>
                  </a:lnTo>
                  <a:lnTo>
                    <a:pt x="37" y="1077"/>
                  </a:lnTo>
                  <a:lnTo>
                    <a:pt x="49" y="1067"/>
                  </a:lnTo>
                  <a:lnTo>
                    <a:pt x="60" y="1058"/>
                  </a:lnTo>
                  <a:lnTo>
                    <a:pt x="72" y="1048"/>
                  </a:lnTo>
                  <a:lnTo>
                    <a:pt x="82" y="1038"/>
                  </a:lnTo>
                  <a:lnTo>
                    <a:pt x="96" y="1029"/>
                  </a:lnTo>
                  <a:lnTo>
                    <a:pt x="107" y="1022"/>
                  </a:lnTo>
                  <a:lnTo>
                    <a:pt x="121" y="1014"/>
                  </a:lnTo>
                  <a:lnTo>
                    <a:pt x="134" y="1008"/>
                  </a:lnTo>
                  <a:lnTo>
                    <a:pt x="147" y="1002"/>
                  </a:lnTo>
                  <a:lnTo>
                    <a:pt x="161" y="998"/>
                  </a:lnTo>
                  <a:lnTo>
                    <a:pt x="176" y="995"/>
                  </a:lnTo>
                  <a:lnTo>
                    <a:pt x="191" y="994"/>
                  </a:lnTo>
                  <a:lnTo>
                    <a:pt x="341" y="985"/>
                  </a:lnTo>
                  <a:lnTo>
                    <a:pt x="358" y="990"/>
                  </a:lnTo>
                  <a:lnTo>
                    <a:pt x="374" y="992"/>
                  </a:lnTo>
                  <a:lnTo>
                    <a:pt x="390" y="988"/>
                  </a:lnTo>
                  <a:lnTo>
                    <a:pt x="405" y="983"/>
                  </a:lnTo>
                  <a:lnTo>
                    <a:pt x="421" y="975"/>
                  </a:lnTo>
                  <a:lnTo>
                    <a:pt x="437" y="968"/>
                  </a:lnTo>
                  <a:lnTo>
                    <a:pt x="451" y="960"/>
                  </a:lnTo>
                  <a:lnTo>
                    <a:pt x="466" y="953"/>
                  </a:lnTo>
                  <a:lnTo>
                    <a:pt x="496" y="920"/>
                  </a:lnTo>
                  <a:lnTo>
                    <a:pt x="524" y="887"/>
                  </a:lnTo>
                  <a:lnTo>
                    <a:pt x="549" y="854"/>
                  </a:lnTo>
                  <a:lnTo>
                    <a:pt x="573" y="820"/>
                  </a:lnTo>
                  <a:lnTo>
                    <a:pt x="595" y="785"/>
                  </a:lnTo>
                  <a:lnTo>
                    <a:pt x="614" y="747"/>
                  </a:lnTo>
                  <a:lnTo>
                    <a:pt x="629" y="708"/>
                  </a:lnTo>
                  <a:lnTo>
                    <a:pt x="642" y="668"/>
                  </a:lnTo>
                  <a:lnTo>
                    <a:pt x="642" y="659"/>
                  </a:lnTo>
                  <a:lnTo>
                    <a:pt x="641" y="652"/>
                  </a:lnTo>
                  <a:lnTo>
                    <a:pt x="638" y="644"/>
                  </a:lnTo>
                  <a:lnTo>
                    <a:pt x="630" y="640"/>
                  </a:lnTo>
                  <a:lnTo>
                    <a:pt x="620" y="657"/>
                  </a:lnTo>
                  <a:lnTo>
                    <a:pt x="610" y="673"/>
                  </a:lnTo>
                  <a:lnTo>
                    <a:pt x="601" y="689"/>
                  </a:lnTo>
                  <a:lnTo>
                    <a:pt x="591" y="707"/>
                  </a:lnTo>
                  <a:lnTo>
                    <a:pt x="583" y="724"/>
                  </a:lnTo>
                  <a:lnTo>
                    <a:pt x="573" y="742"/>
                  </a:lnTo>
                  <a:lnTo>
                    <a:pt x="563" y="758"/>
                  </a:lnTo>
                  <a:lnTo>
                    <a:pt x="553" y="775"/>
                  </a:lnTo>
                  <a:lnTo>
                    <a:pt x="427" y="934"/>
                  </a:lnTo>
                  <a:lnTo>
                    <a:pt x="417" y="944"/>
                  </a:lnTo>
                  <a:lnTo>
                    <a:pt x="407" y="951"/>
                  </a:lnTo>
                  <a:lnTo>
                    <a:pt x="393" y="956"/>
                  </a:lnTo>
                  <a:lnTo>
                    <a:pt x="380" y="959"/>
                  </a:lnTo>
                  <a:lnTo>
                    <a:pt x="367" y="960"/>
                  </a:lnTo>
                  <a:lnTo>
                    <a:pt x="353" y="959"/>
                  </a:lnTo>
                  <a:lnTo>
                    <a:pt x="340" y="958"/>
                  </a:lnTo>
                  <a:lnTo>
                    <a:pt x="326" y="955"/>
                  </a:lnTo>
                  <a:lnTo>
                    <a:pt x="322" y="954"/>
                  </a:lnTo>
                  <a:lnTo>
                    <a:pt x="316" y="951"/>
                  </a:lnTo>
                  <a:lnTo>
                    <a:pt x="311" y="948"/>
                  </a:lnTo>
                  <a:lnTo>
                    <a:pt x="306" y="944"/>
                  </a:lnTo>
                  <a:lnTo>
                    <a:pt x="301" y="941"/>
                  </a:lnTo>
                  <a:lnTo>
                    <a:pt x="298" y="940"/>
                  </a:lnTo>
                  <a:lnTo>
                    <a:pt x="293" y="941"/>
                  </a:lnTo>
                  <a:lnTo>
                    <a:pt x="288" y="946"/>
                  </a:lnTo>
                  <a:lnTo>
                    <a:pt x="292" y="959"/>
                  </a:lnTo>
                  <a:lnTo>
                    <a:pt x="271" y="958"/>
                  </a:lnTo>
                  <a:lnTo>
                    <a:pt x="251" y="958"/>
                  </a:lnTo>
                  <a:lnTo>
                    <a:pt x="231" y="960"/>
                  </a:lnTo>
                  <a:lnTo>
                    <a:pt x="212" y="963"/>
                  </a:lnTo>
                  <a:lnTo>
                    <a:pt x="191" y="965"/>
                  </a:lnTo>
                  <a:lnTo>
                    <a:pt x="171" y="968"/>
                  </a:lnTo>
                  <a:lnTo>
                    <a:pt x="152" y="969"/>
                  </a:lnTo>
                  <a:lnTo>
                    <a:pt x="131" y="970"/>
                  </a:lnTo>
                  <a:lnTo>
                    <a:pt x="141" y="948"/>
                  </a:lnTo>
                  <a:lnTo>
                    <a:pt x="153" y="926"/>
                  </a:lnTo>
                  <a:lnTo>
                    <a:pt x="166" y="904"/>
                  </a:lnTo>
                  <a:lnTo>
                    <a:pt x="180" y="884"/>
                  </a:lnTo>
                  <a:lnTo>
                    <a:pt x="197" y="864"/>
                  </a:lnTo>
                  <a:lnTo>
                    <a:pt x="213" y="845"/>
                  </a:lnTo>
                  <a:lnTo>
                    <a:pt x="230" y="827"/>
                  </a:lnTo>
                  <a:lnTo>
                    <a:pt x="246" y="811"/>
                  </a:lnTo>
                  <a:lnTo>
                    <a:pt x="245" y="816"/>
                  </a:lnTo>
                  <a:lnTo>
                    <a:pt x="244" y="822"/>
                  </a:lnTo>
                  <a:lnTo>
                    <a:pt x="245" y="827"/>
                  </a:lnTo>
                  <a:lnTo>
                    <a:pt x="249" y="832"/>
                  </a:lnTo>
                  <a:lnTo>
                    <a:pt x="257" y="841"/>
                  </a:lnTo>
                  <a:lnTo>
                    <a:pt x="265" y="850"/>
                  </a:lnTo>
                  <a:lnTo>
                    <a:pt x="274" y="856"/>
                  </a:lnTo>
                  <a:lnTo>
                    <a:pt x="283" y="861"/>
                  </a:lnTo>
                  <a:lnTo>
                    <a:pt x="289" y="846"/>
                  </a:lnTo>
                  <a:lnTo>
                    <a:pt x="289" y="831"/>
                  </a:lnTo>
                  <a:lnTo>
                    <a:pt x="288" y="816"/>
                  </a:lnTo>
                  <a:lnTo>
                    <a:pt x="292" y="801"/>
                  </a:lnTo>
                  <a:lnTo>
                    <a:pt x="304" y="767"/>
                  </a:lnTo>
                  <a:lnTo>
                    <a:pt x="316" y="735"/>
                  </a:lnTo>
                  <a:lnTo>
                    <a:pt x="326" y="701"/>
                  </a:lnTo>
                  <a:lnTo>
                    <a:pt x="336" y="666"/>
                  </a:lnTo>
                  <a:lnTo>
                    <a:pt x="346" y="632"/>
                  </a:lnTo>
                  <a:lnTo>
                    <a:pt x="355" y="597"/>
                  </a:lnTo>
                  <a:lnTo>
                    <a:pt x="362" y="561"/>
                  </a:lnTo>
                  <a:lnTo>
                    <a:pt x="370" y="526"/>
                  </a:lnTo>
                  <a:lnTo>
                    <a:pt x="382" y="493"/>
                  </a:lnTo>
                  <a:lnTo>
                    <a:pt x="392" y="457"/>
                  </a:lnTo>
                  <a:lnTo>
                    <a:pt x="404" y="422"/>
                  </a:lnTo>
                  <a:lnTo>
                    <a:pt x="419" y="388"/>
                  </a:lnTo>
                  <a:lnTo>
                    <a:pt x="435" y="357"/>
                  </a:lnTo>
                  <a:lnTo>
                    <a:pt x="455" y="327"/>
                  </a:lnTo>
                  <a:lnTo>
                    <a:pt x="480" y="299"/>
                  </a:lnTo>
                  <a:lnTo>
                    <a:pt x="510" y="277"/>
                  </a:lnTo>
                  <a:lnTo>
                    <a:pt x="523" y="271"/>
                  </a:lnTo>
                  <a:lnTo>
                    <a:pt x="536" y="264"/>
                  </a:lnTo>
                  <a:lnTo>
                    <a:pt x="548" y="258"/>
                  </a:lnTo>
                  <a:lnTo>
                    <a:pt x="561" y="252"/>
                  </a:lnTo>
                  <a:lnTo>
                    <a:pt x="573" y="244"/>
                  </a:lnTo>
                  <a:lnTo>
                    <a:pt x="586" y="238"/>
                  </a:lnTo>
                  <a:lnTo>
                    <a:pt x="598" y="231"/>
                  </a:lnTo>
                  <a:lnTo>
                    <a:pt x="611" y="223"/>
                  </a:lnTo>
                  <a:lnTo>
                    <a:pt x="624" y="217"/>
                  </a:lnTo>
                  <a:lnTo>
                    <a:pt x="636" y="209"/>
                  </a:lnTo>
                  <a:lnTo>
                    <a:pt x="650" y="202"/>
                  </a:lnTo>
                  <a:lnTo>
                    <a:pt x="662" y="194"/>
                  </a:lnTo>
                  <a:lnTo>
                    <a:pt x="675" y="188"/>
                  </a:lnTo>
                  <a:lnTo>
                    <a:pt x="687" y="180"/>
                  </a:lnTo>
                  <a:lnTo>
                    <a:pt x="700" y="174"/>
                  </a:lnTo>
                  <a:lnTo>
                    <a:pt x="713" y="168"/>
                  </a:lnTo>
                  <a:lnTo>
                    <a:pt x="720" y="162"/>
                  </a:lnTo>
                  <a:lnTo>
                    <a:pt x="727" y="154"/>
                  </a:lnTo>
                  <a:lnTo>
                    <a:pt x="736" y="148"/>
                  </a:lnTo>
                  <a:lnTo>
                    <a:pt x="744" y="141"/>
                  </a:lnTo>
                  <a:lnTo>
                    <a:pt x="751" y="134"/>
                  </a:lnTo>
                  <a:lnTo>
                    <a:pt x="757" y="126"/>
                  </a:lnTo>
                  <a:lnTo>
                    <a:pt x="761" y="118"/>
                  </a:lnTo>
                  <a:lnTo>
                    <a:pt x="762" y="108"/>
                  </a:lnTo>
                  <a:lnTo>
                    <a:pt x="753" y="103"/>
                  </a:lnTo>
                  <a:lnTo>
                    <a:pt x="745" y="109"/>
                  </a:lnTo>
                  <a:lnTo>
                    <a:pt x="737" y="119"/>
                  </a:lnTo>
                  <a:lnTo>
                    <a:pt x="727" y="124"/>
                  </a:lnTo>
                  <a:lnTo>
                    <a:pt x="709" y="130"/>
                  </a:lnTo>
                  <a:lnTo>
                    <a:pt x="719" y="118"/>
                  </a:lnTo>
                  <a:lnTo>
                    <a:pt x="730" y="105"/>
                  </a:lnTo>
                  <a:lnTo>
                    <a:pt x="741" y="93"/>
                  </a:lnTo>
                  <a:lnTo>
                    <a:pt x="753" y="83"/>
                  </a:lnTo>
                  <a:lnTo>
                    <a:pt x="764" y="71"/>
                  </a:lnTo>
                  <a:lnTo>
                    <a:pt x="776" y="63"/>
                  </a:lnTo>
                  <a:lnTo>
                    <a:pt x="790" y="54"/>
                  </a:lnTo>
                  <a:lnTo>
                    <a:pt x="803" y="45"/>
                  </a:lnTo>
                  <a:lnTo>
                    <a:pt x="817" y="37"/>
                  </a:lnTo>
                  <a:lnTo>
                    <a:pt x="830" y="30"/>
                  </a:lnTo>
                  <a:lnTo>
                    <a:pt x="845" y="24"/>
                  </a:lnTo>
                  <a:lnTo>
                    <a:pt x="859" y="17"/>
                  </a:lnTo>
                  <a:lnTo>
                    <a:pt x="875" y="12"/>
                  </a:lnTo>
                  <a:lnTo>
                    <a:pt x="889" y="7"/>
                  </a:lnTo>
                  <a:lnTo>
                    <a:pt x="903" y="4"/>
                  </a:lnTo>
                  <a:lnTo>
                    <a:pt x="919" y="0"/>
                  </a:lnTo>
                  <a:close/>
                </a:path>
              </a:pathLst>
            </a:custGeom>
            <a:solidFill>
              <a:srgbClr val="007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29" name="Google Shape;529;p28"/>
            <p:cNvSpPr/>
            <p:nvPr/>
          </p:nvSpPr>
          <p:spPr>
            <a:xfrm>
              <a:off x="4126" y="2604"/>
              <a:ext cx="111" cy="336"/>
            </a:xfrm>
            <a:custGeom>
              <a:rect b="b" l="l" r="r" t="t"/>
              <a:pathLst>
                <a:path extrusionOk="0" h="336" w="111">
                  <a:moveTo>
                    <a:pt x="105" y="181"/>
                  </a:moveTo>
                  <a:lnTo>
                    <a:pt x="109" y="220"/>
                  </a:lnTo>
                  <a:lnTo>
                    <a:pt x="111" y="258"/>
                  </a:lnTo>
                  <a:lnTo>
                    <a:pt x="111" y="297"/>
                  </a:lnTo>
                  <a:lnTo>
                    <a:pt x="108" y="336"/>
                  </a:lnTo>
                  <a:lnTo>
                    <a:pt x="98" y="336"/>
                  </a:lnTo>
                  <a:lnTo>
                    <a:pt x="91" y="335"/>
                  </a:lnTo>
                  <a:lnTo>
                    <a:pt x="83" y="334"/>
                  </a:lnTo>
                  <a:lnTo>
                    <a:pt x="73" y="334"/>
                  </a:lnTo>
                  <a:lnTo>
                    <a:pt x="72" y="294"/>
                  </a:lnTo>
                  <a:lnTo>
                    <a:pt x="69" y="252"/>
                  </a:lnTo>
                  <a:lnTo>
                    <a:pt x="65" y="212"/>
                  </a:lnTo>
                  <a:lnTo>
                    <a:pt x="56" y="172"/>
                  </a:lnTo>
                  <a:lnTo>
                    <a:pt x="52" y="159"/>
                  </a:lnTo>
                  <a:lnTo>
                    <a:pt x="46" y="148"/>
                  </a:lnTo>
                  <a:lnTo>
                    <a:pt x="40" y="137"/>
                  </a:lnTo>
                  <a:lnTo>
                    <a:pt x="34" y="124"/>
                  </a:lnTo>
                  <a:lnTo>
                    <a:pt x="26" y="114"/>
                  </a:lnTo>
                  <a:lnTo>
                    <a:pt x="18" y="103"/>
                  </a:lnTo>
                  <a:lnTo>
                    <a:pt x="10" y="92"/>
                  </a:lnTo>
                  <a:lnTo>
                    <a:pt x="1" y="82"/>
                  </a:lnTo>
                  <a:lnTo>
                    <a:pt x="1" y="62"/>
                  </a:lnTo>
                  <a:lnTo>
                    <a:pt x="0" y="42"/>
                  </a:lnTo>
                  <a:lnTo>
                    <a:pt x="1" y="20"/>
                  </a:lnTo>
                  <a:lnTo>
                    <a:pt x="2" y="0"/>
                  </a:lnTo>
                  <a:lnTo>
                    <a:pt x="14" y="23"/>
                  </a:lnTo>
                  <a:lnTo>
                    <a:pt x="28" y="45"/>
                  </a:lnTo>
                  <a:lnTo>
                    <a:pt x="43" y="67"/>
                  </a:lnTo>
                  <a:lnTo>
                    <a:pt x="58" y="88"/>
                  </a:lnTo>
                  <a:lnTo>
                    <a:pt x="72" y="111"/>
                  </a:lnTo>
                  <a:lnTo>
                    <a:pt x="85" y="133"/>
                  </a:lnTo>
                  <a:lnTo>
                    <a:pt x="97" y="157"/>
                  </a:lnTo>
                  <a:lnTo>
                    <a:pt x="105" y="181"/>
                  </a:lnTo>
                  <a:close/>
                </a:path>
              </a:pathLst>
            </a:custGeom>
            <a:solidFill>
              <a:srgbClr val="A8000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30" name="Google Shape;530;p28"/>
            <p:cNvSpPr/>
            <p:nvPr/>
          </p:nvSpPr>
          <p:spPr>
            <a:xfrm>
              <a:off x="4918" y="2641"/>
              <a:ext cx="41" cy="42"/>
            </a:xfrm>
            <a:custGeom>
              <a:rect b="b" l="l" r="r" t="t"/>
              <a:pathLst>
                <a:path extrusionOk="0" h="42" w="41">
                  <a:moveTo>
                    <a:pt x="0" y="42"/>
                  </a:moveTo>
                  <a:lnTo>
                    <a:pt x="2" y="33"/>
                  </a:lnTo>
                  <a:lnTo>
                    <a:pt x="4" y="26"/>
                  </a:lnTo>
                  <a:lnTo>
                    <a:pt x="8" y="20"/>
                  </a:lnTo>
                  <a:lnTo>
                    <a:pt x="12" y="15"/>
                  </a:lnTo>
                  <a:lnTo>
                    <a:pt x="18" y="10"/>
                  </a:lnTo>
                  <a:lnTo>
                    <a:pt x="24" y="6"/>
                  </a:lnTo>
                  <a:lnTo>
                    <a:pt x="31" y="2"/>
                  </a:lnTo>
                  <a:lnTo>
                    <a:pt x="39" y="0"/>
                  </a:lnTo>
                  <a:lnTo>
                    <a:pt x="41" y="0"/>
                  </a:lnTo>
                  <a:lnTo>
                    <a:pt x="0" y="4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31" name="Google Shape;531;p28"/>
            <p:cNvSpPr/>
            <p:nvPr/>
          </p:nvSpPr>
          <p:spPr>
            <a:xfrm>
              <a:off x="4802" y="2893"/>
              <a:ext cx="86" cy="262"/>
            </a:xfrm>
            <a:custGeom>
              <a:rect b="b" l="l" r="r" t="t"/>
              <a:pathLst>
                <a:path extrusionOk="0" h="262" w="86">
                  <a:moveTo>
                    <a:pt x="60" y="47"/>
                  </a:moveTo>
                  <a:lnTo>
                    <a:pt x="73" y="95"/>
                  </a:lnTo>
                  <a:lnTo>
                    <a:pt x="76" y="145"/>
                  </a:lnTo>
                  <a:lnTo>
                    <a:pt x="78" y="196"/>
                  </a:lnTo>
                  <a:lnTo>
                    <a:pt x="86" y="247"/>
                  </a:lnTo>
                  <a:lnTo>
                    <a:pt x="86" y="262"/>
                  </a:lnTo>
                  <a:lnTo>
                    <a:pt x="74" y="262"/>
                  </a:lnTo>
                  <a:lnTo>
                    <a:pt x="56" y="233"/>
                  </a:lnTo>
                  <a:lnTo>
                    <a:pt x="45" y="201"/>
                  </a:lnTo>
                  <a:lnTo>
                    <a:pt x="39" y="168"/>
                  </a:lnTo>
                  <a:lnTo>
                    <a:pt x="35" y="132"/>
                  </a:lnTo>
                  <a:lnTo>
                    <a:pt x="31" y="96"/>
                  </a:lnTo>
                  <a:lnTo>
                    <a:pt x="27" y="62"/>
                  </a:lnTo>
                  <a:lnTo>
                    <a:pt x="16" y="30"/>
                  </a:lnTo>
                  <a:lnTo>
                    <a:pt x="0" y="0"/>
                  </a:lnTo>
                  <a:lnTo>
                    <a:pt x="11" y="1"/>
                  </a:lnTo>
                  <a:lnTo>
                    <a:pt x="19" y="3"/>
                  </a:lnTo>
                  <a:lnTo>
                    <a:pt x="28" y="8"/>
                  </a:lnTo>
                  <a:lnTo>
                    <a:pt x="36" y="15"/>
                  </a:lnTo>
                  <a:lnTo>
                    <a:pt x="43" y="22"/>
                  </a:lnTo>
                  <a:lnTo>
                    <a:pt x="49" y="30"/>
                  </a:lnTo>
                  <a:lnTo>
                    <a:pt x="55" y="38"/>
                  </a:lnTo>
                  <a:lnTo>
                    <a:pt x="60" y="4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32" name="Google Shape;532;p28"/>
            <p:cNvSpPr/>
            <p:nvPr/>
          </p:nvSpPr>
          <p:spPr>
            <a:xfrm>
              <a:off x="3264" y="2935"/>
              <a:ext cx="1286" cy="403"/>
            </a:xfrm>
            <a:custGeom>
              <a:rect b="b" l="l" r="r" t="t"/>
              <a:pathLst>
                <a:path extrusionOk="0" h="403" w="1286">
                  <a:moveTo>
                    <a:pt x="386" y="68"/>
                  </a:moveTo>
                  <a:lnTo>
                    <a:pt x="401" y="64"/>
                  </a:lnTo>
                  <a:lnTo>
                    <a:pt x="416" y="59"/>
                  </a:lnTo>
                  <a:lnTo>
                    <a:pt x="430" y="52"/>
                  </a:lnTo>
                  <a:lnTo>
                    <a:pt x="444" y="44"/>
                  </a:lnTo>
                  <a:lnTo>
                    <a:pt x="458" y="35"/>
                  </a:lnTo>
                  <a:lnTo>
                    <a:pt x="472" y="24"/>
                  </a:lnTo>
                  <a:lnTo>
                    <a:pt x="486" y="13"/>
                  </a:lnTo>
                  <a:lnTo>
                    <a:pt x="501" y="0"/>
                  </a:lnTo>
                  <a:lnTo>
                    <a:pt x="1119" y="42"/>
                  </a:lnTo>
                  <a:lnTo>
                    <a:pt x="1112" y="55"/>
                  </a:lnTo>
                  <a:lnTo>
                    <a:pt x="1106" y="68"/>
                  </a:lnTo>
                  <a:lnTo>
                    <a:pt x="1105" y="79"/>
                  </a:lnTo>
                  <a:lnTo>
                    <a:pt x="1107" y="89"/>
                  </a:lnTo>
                  <a:lnTo>
                    <a:pt x="1103" y="92"/>
                  </a:lnTo>
                  <a:lnTo>
                    <a:pt x="1098" y="93"/>
                  </a:lnTo>
                  <a:lnTo>
                    <a:pt x="1092" y="94"/>
                  </a:lnTo>
                  <a:lnTo>
                    <a:pt x="1085" y="94"/>
                  </a:lnTo>
                  <a:lnTo>
                    <a:pt x="1079" y="94"/>
                  </a:lnTo>
                  <a:lnTo>
                    <a:pt x="1072" y="93"/>
                  </a:lnTo>
                  <a:lnTo>
                    <a:pt x="1066" y="92"/>
                  </a:lnTo>
                  <a:lnTo>
                    <a:pt x="1060" y="90"/>
                  </a:lnTo>
                  <a:lnTo>
                    <a:pt x="1064" y="84"/>
                  </a:lnTo>
                  <a:lnTo>
                    <a:pt x="1070" y="79"/>
                  </a:lnTo>
                  <a:lnTo>
                    <a:pt x="1074" y="73"/>
                  </a:lnTo>
                  <a:lnTo>
                    <a:pt x="1074" y="65"/>
                  </a:lnTo>
                  <a:lnTo>
                    <a:pt x="1062" y="57"/>
                  </a:lnTo>
                  <a:lnTo>
                    <a:pt x="1043" y="50"/>
                  </a:lnTo>
                  <a:lnTo>
                    <a:pt x="1024" y="48"/>
                  </a:lnTo>
                  <a:lnTo>
                    <a:pt x="1004" y="48"/>
                  </a:lnTo>
                  <a:lnTo>
                    <a:pt x="985" y="50"/>
                  </a:lnTo>
                  <a:lnTo>
                    <a:pt x="966" y="53"/>
                  </a:lnTo>
                  <a:lnTo>
                    <a:pt x="948" y="58"/>
                  </a:lnTo>
                  <a:lnTo>
                    <a:pt x="929" y="63"/>
                  </a:lnTo>
                  <a:lnTo>
                    <a:pt x="911" y="68"/>
                  </a:lnTo>
                  <a:lnTo>
                    <a:pt x="893" y="72"/>
                  </a:lnTo>
                  <a:lnTo>
                    <a:pt x="874" y="77"/>
                  </a:lnTo>
                  <a:lnTo>
                    <a:pt x="856" y="78"/>
                  </a:lnTo>
                  <a:lnTo>
                    <a:pt x="838" y="79"/>
                  </a:lnTo>
                  <a:lnTo>
                    <a:pt x="819" y="78"/>
                  </a:lnTo>
                  <a:lnTo>
                    <a:pt x="801" y="73"/>
                  </a:lnTo>
                  <a:lnTo>
                    <a:pt x="783" y="65"/>
                  </a:lnTo>
                  <a:lnTo>
                    <a:pt x="764" y="54"/>
                  </a:lnTo>
                  <a:lnTo>
                    <a:pt x="726" y="30"/>
                  </a:lnTo>
                  <a:lnTo>
                    <a:pt x="720" y="35"/>
                  </a:lnTo>
                  <a:lnTo>
                    <a:pt x="716" y="42"/>
                  </a:lnTo>
                  <a:lnTo>
                    <a:pt x="712" y="48"/>
                  </a:lnTo>
                  <a:lnTo>
                    <a:pt x="707" y="54"/>
                  </a:lnTo>
                  <a:lnTo>
                    <a:pt x="546" y="43"/>
                  </a:lnTo>
                  <a:lnTo>
                    <a:pt x="334" y="267"/>
                  </a:lnTo>
                  <a:lnTo>
                    <a:pt x="345" y="272"/>
                  </a:lnTo>
                  <a:lnTo>
                    <a:pt x="356" y="275"/>
                  </a:lnTo>
                  <a:lnTo>
                    <a:pt x="368" y="276"/>
                  </a:lnTo>
                  <a:lnTo>
                    <a:pt x="380" y="276"/>
                  </a:lnTo>
                  <a:lnTo>
                    <a:pt x="391" y="276"/>
                  </a:lnTo>
                  <a:lnTo>
                    <a:pt x="403" y="276"/>
                  </a:lnTo>
                  <a:lnTo>
                    <a:pt x="416" y="276"/>
                  </a:lnTo>
                  <a:lnTo>
                    <a:pt x="428" y="276"/>
                  </a:lnTo>
                  <a:lnTo>
                    <a:pt x="1155" y="324"/>
                  </a:lnTo>
                  <a:lnTo>
                    <a:pt x="1160" y="306"/>
                  </a:lnTo>
                  <a:lnTo>
                    <a:pt x="1162" y="287"/>
                  </a:lnTo>
                  <a:lnTo>
                    <a:pt x="1164" y="268"/>
                  </a:lnTo>
                  <a:lnTo>
                    <a:pt x="1167" y="251"/>
                  </a:lnTo>
                  <a:lnTo>
                    <a:pt x="1170" y="243"/>
                  </a:lnTo>
                  <a:lnTo>
                    <a:pt x="1176" y="237"/>
                  </a:lnTo>
                  <a:lnTo>
                    <a:pt x="1182" y="231"/>
                  </a:lnTo>
                  <a:lnTo>
                    <a:pt x="1185" y="225"/>
                  </a:lnTo>
                  <a:lnTo>
                    <a:pt x="1190" y="228"/>
                  </a:lnTo>
                  <a:lnTo>
                    <a:pt x="1195" y="231"/>
                  </a:lnTo>
                  <a:lnTo>
                    <a:pt x="1201" y="231"/>
                  </a:lnTo>
                  <a:lnTo>
                    <a:pt x="1206" y="230"/>
                  </a:lnTo>
                  <a:lnTo>
                    <a:pt x="1212" y="227"/>
                  </a:lnTo>
                  <a:lnTo>
                    <a:pt x="1216" y="225"/>
                  </a:lnTo>
                  <a:lnTo>
                    <a:pt x="1222" y="222"/>
                  </a:lnTo>
                  <a:lnTo>
                    <a:pt x="1227" y="220"/>
                  </a:lnTo>
                  <a:lnTo>
                    <a:pt x="1232" y="230"/>
                  </a:lnTo>
                  <a:lnTo>
                    <a:pt x="1234" y="241"/>
                  </a:lnTo>
                  <a:lnTo>
                    <a:pt x="1240" y="250"/>
                  </a:lnTo>
                  <a:lnTo>
                    <a:pt x="1251" y="251"/>
                  </a:lnTo>
                  <a:lnTo>
                    <a:pt x="1261" y="247"/>
                  </a:lnTo>
                  <a:lnTo>
                    <a:pt x="1269" y="242"/>
                  </a:lnTo>
                  <a:lnTo>
                    <a:pt x="1277" y="236"/>
                  </a:lnTo>
                  <a:lnTo>
                    <a:pt x="1286" y="231"/>
                  </a:lnTo>
                  <a:lnTo>
                    <a:pt x="1237" y="378"/>
                  </a:lnTo>
                  <a:lnTo>
                    <a:pt x="1233" y="385"/>
                  </a:lnTo>
                  <a:lnTo>
                    <a:pt x="1227" y="391"/>
                  </a:lnTo>
                  <a:lnTo>
                    <a:pt x="1221" y="398"/>
                  </a:lnTo>
                  <a:lnTo>
                    <a:pt x="1214" y="403"/>
                  </a:lnTo>
                  <a:lnTo>
                    <a:pt x="429" y="339"/>
                  </a:lnTo>
                  <a:lnTo>
                    <a:pt x="0" y="334"/>
                  </a:lnTo>
                  <a:lnTo>
                    <a:pt x="274" y="6"/>
                  </a:lnTo>
                  <a:lnTo>
                    <a:pt x="284" y="21"/>
                  </a:lnTo>
                  <a:lnTo>
                    <a:pt x="296" y="34"/>
                  </a:lnTo>
                  <a:lnTo>
                    <a:pt x="308" y="44"/>
                  </a:lnTo>
                  <a:lnTo>
                    <a:pt x="322" y="53"/>
                  </a:lnTo>
                  <a:lnTo>
                    <a:pt x="338" y="59"/>
                  </a:lnTo>
                  <a:lnTo>
                    <a:pt x="353" y="64"/>
                  </a:lnTo>
                  <a:lnTo>
                    <a:pt x="369" y="67"/>
                  </a:lnTo>
                  <a:lnTo>
                    <a:pt x="386" y="68"/>
                  </a:lnTo>
                  <a:close/>
                </a:path>
              </a:pathLst>
            </a:custGeom>
            <a:solidFill>
              <a:srgbClr val="BA877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33" name="Google Shape;533;p28"/>
            <p:cNvSpPr/>
            <p:nvPr/>
          </p:nvSpPr>
          <p:spPr>
            <a:xfrm>
              <a:off x="4928" y="2972"/>
              <a:ext cx="471" cy="521"/>
            </a:xfrm>
            <a:custGeom>
              <a:rect b="b" l="l" r="r" t="t"/>
              <a:pathLst>
                <a:path extrusionOk="0" h="521" w="471">
                  <a:moveTo>
                    <a:pt x="469" y="16"/>
                  </a:moveTo>
                  <a:lnTo>
                    <a:pt x="471" y="36"/>
                  </a:lnTo>
                  <a:lnTo>
                    <a:pt x="470" y="56"/>
                  </a:lnTo>
                  <a:lnTo>
                    <a:pt x="465" y="75"/>
                  </a:lnTo>
                  <a:lnTo>
                    <a:pt x="458" y="92"/>
                  </a:lnTo>
                  <a:lnTo>
                    <a:pt x="451" y="110"/>
                  </a:lnTo>
                  <a:lnTo>
                    <a:pt x="443" y="127"/>
                  </a:lnTo>
                  <a:lnTo>
                    <a:pt x="436" y="145"/>
                  </a:lnTo>
                  <a:lnTo>
                    <a:pt x="430" y="164"/>
                  </a:lnTo>
                  <a:lnTo>
                    <a:pt x="422" y="196"/>
                  </a:lnTo>
                  <a:lnTo>
                    <a:pt x="416" y="229"/>
                  </a:lnTo>
                  <a:lnTo>
                    <a:pt x="413" y="262"/>
                  </a:lnTo>
                  <a:lnTo>
                    <a:pt x="410" y="295"/>
                  </a:lnTo>
                  <a:lnTo>
                    <a:pt x="406" y="328"/>
                  </a:lnTo>
                  <a:lnTo>
                    <a:pt x="400" y="359"/>
                  </a:lnTo>
                  <a:lnTo>
                    <a:pt x="390" y="391"/>
                  </a:lnTo>
                  <a:lnTo>
                    <a:pt x="377" y="421"/>
                  </a:lnTo>
                  <a:lnTo>
                    <a:pt x="367" y="430"/>
                  </a:lnTo>
                  <a:lnTo>
                    <a:pt x="358" y="436"/>
                  </a:lnTo>
                  <a:lnTo>
                    <a:pt x="351" y="440"/>
                  </a:lnTo>
                  <a:lnTo>
                    <a:pt x="343" y="443"/>
                  </a:lnTo>
                  <a:lnTo>
                    <a:pt x="357" y="393"/>
                  </a:lnTo>
                  <a:lnTo>
                    <a:pt x="366" y="343"/>
                  </a:lnTo>
                  <a:lnTo>
                    <a:pt x="374" y="290"/>
                  </a:lnTo>
                  <a:lnTo>
                    <a:pt x="378" y="236"/>
                  </a:lnTo>
                  <a:lnTo>
                    <a:pt x="372" y="233"/>
                  </a:lnTo>
                  <a:lnTo>
                    <a:pt x="365" y="231"/>
                  </a:lnTo>
                  <a:lnTo>
                    <a:pt x="358" y="233"/>
                  </a:lnTo>
                  <a:lnTo>
                    <a:pt x="351" y="235"/>
                  </a:lnTo>
                  <a:lnTo>
                    <a:pt x="343" y="238"/>
                  </a:lnTo>
                  <a:lnTo>
                    <a:pt x="336" y="241"/>
                  </a:lnTo>
                  <a:lnTo>
                    <a:pt x="329" y="245"/>
                  </a:lnTo>
                  <a:lnTo>
                    <a:pt x="322" y="248"/>
                  </a:lnTo>
                  <a:lnTo>
                    <a:pt x="311" y="250"/>
                  </a:lnTo>
                  <a:lnTo>
                    <a:pt x="299" y="252"/>
                  </a:lnTo>
                  <a:lnTo>
                    <a:pt x="288" y="252"/>
                  </a:lnTo>
                  <a:lnTo>
                    <a:pt x="276" y="252"/>
                  </a:lnTo>
                  <a:lnTo>
                    <a:pt x="266" y="254"/>
                  </a:lnTo>
                  <a:lnTo>
                    <a:pt x="256" y="257"/>
                  </a:lnTo>
                  <a:lnTo>
                    <a:pt x="248" y="264"/>
                  </a:lnTo>
                  <a:lnTo>
                    <a:pt x="240" y="274"/>
                  </a:lnTo>
                  <a:lnTo>
                    <a:pt x="237" y="284"/>
                  </a:lnTo>
                  <a:lnTo>
                    <a:pt x="228" y="312"/>
                  </a:lnTo>
                  <a:lnTo>
                    <a:pt x="215" y="351"/>
                  </a:lnTo>
                  <a:lnTo>
                    <a:pt x="202" y="394"/>
                  </a:lnTo>
                  <a:lnTo>
                    <a:pt x="188" y="440"/>
                  </a:lnTo>
                  <a:lnTo>
                    <a:pt x="175" y="480"/>
                  </a:lnTo>
                  <a:lnTo>
                    <a:pt x="166" y="509"/>
                  </a:lnTo>
                  <a:lnTo>
                    <a:pt x="163" y="521"/>
                  </a:lnTo>
                  <a:lnTo>
                    <a:pt x="142" y="521"/>
                  </a:lnTo>
                  <a:lnTo>
                    <a:pt x="122" y="520"/>
                  </a:lnTo>
                  <a:lnTo>
                    <a:pt x="102" y="517"/>
                  </a:lnTo>
                  <a:lnTo>
                    <a:pt x="82" y="512"/>
                  </a:lnTo>
                  <a:lnTo>
                    <a:pt x="63" y="505"/>
                  </a:lnTo>
                  <a:lnTo>
                    <a:pt x="47" y="495"/>
                  </a:lnTo>
                  <a:lnTo>
                    <a:pt x="31" y="481"/>
                  </a:lnTo>
                  <a:lnTo>
                    <a:pt x="18" y="463"/>
                  </a:lnTo>
                  <a:lnTo>
                    <a:pt x="7" y="443"/>
                  </a:lnTo>
                  <a:lnTo>
                    <a:pt x="1" y="422"/>
                  </a:lnTo>
                  <a:lnTo>
                    <a:pt x="0" y="399"/>
                  </a:lnTo>
                  <a:lnTo>
                    <a:pt x="1" y="376"/>
                  </a:lnTo>
                  <a:lnTo>
                    <a:pt x="5" y="353"/>
                  </a:lnTo>
                  <a:lnTo>
                    <a:pt x="9" y="329"/>
                  </a:lnTo>
                  <a:lnTo>
                    <a:pt x="14" y="308"/>
                  </a:lnTo>
                  <a:lnTo>
                    <a:pt x="18" y="287"/>
                  </a:lnTo>
                  <a:lnTo>
                    <a:pt x="27" y="258"/>
                  </a:lnTo>
                  <a:lnTo>
                    <a:pt x="36" y="228"/>
                  </a:lnTo>
                  <a:lnTo>
                    <a:pt x="45" y="199"/>
                  </a:lnTo>
                  <a:lnTo>
                    <a:pt x="56" y="169"/>
                  </a:lnTo>
                  <a:lnTo>
                    <a:pt x="69" y="142"/>
                  </a:lnTo>
                  <a:lnTo>
                    <a:pt x="86" y="119"/>
                  </a:lnTo>
                  <a:lnTo>
                    <a:pt x="108" y="97"/>
                  </a:lnTo>
                  <a:lnTo>
                    <a:pt x="135" y="82"/>
                  </a:lnTo>
                  <a:lnTo>
                    <a:pt x="149" y="80"/>
                  </a:lnTo>
                  <a:lnTo>
                    <a:pt x="164" y="79"/>
                  </a:lnTo>
                  <a:lnTo>
                    <a:pt x="178" y="76"/>
                  </a:lnTo>
                  <a:lnTo>
                    <a:pt x="193" y="73"/>
                  </a:lnTo>
                  <a:lnTo>
                    <a:pt x="207" y="70"/>
                  </a:lnTo>
                  <a:lnTo>
                    <a:pt x="221" y="67"/>
                  </a:lnTo>
                  <a:lnTo>
                    <a:pt x="236" y="65"/>
                  </a:lnTo>
                  <a:lnTo>
                    <a:pt x="250" y="61"/>
                  </a:lnTo>
                  <a:lnTo>
                    <a:pt x="264" y="57"/>
                  </a:lnTo>
                  <a:lnTo>
                    <a:pt x="278" y="55"/>
                  </a:lnTo>
                  <a:lnTo>
                    <a:pt x="292" y="51"/>
                  </a:lnTo>
                  <a:lnTo>
                    <a:pt x="305" y="47"/>
                  </a:lnTo>
                  <a:lnTo>
                    <a:pt x="319" y="43"/>
                  </a:lnTo>
                  <a:lnTo>
                    <a:pt x="333" y="40"/>
                  </a:lnTo>
                  <a:lnTo>
                    <a:pt x="347" y="36"/>
                  </a:lnTo>
                  <a:lnTo>
                    <a:pt x="360" y="32"/>
                  </a:lnTo>
                  <a:lnTo>
                    <a:pt x="372" y="27"/>
                  </a:lnTo>
                  <a:lnTo>
                    <a:pt x="386" y="20"/>
                  </a:lnTo>
                  <a:lnTo>
                    <a:pt x="400" y="12"/>
                  </a:lnTo>
                  <a:lnTo>
                    <a:pt x="414" y="5"/>
                  </a:lnTo>
                  <a:lnTo>
                    <a:pt x="428" y="1"/>
                  </a:lnTo>
                  <a:lnTo>
                    <a:pt x="441" y="0"/>
                  </a:lnTo>
                  <a:lnTo>
                    <a:pt x="456" y="5"/>
                  </a:lnTo>
                  <a:lnTo>
                    <a:pt x="469" y="16"/>
                  </a:lnTo>
                  <a:close/>
                </a:path>
              </a:pathLst>
            </a:custGeom>
            <a:solidFill>
              <a:srgbClr val="A8000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34" name="Google Shape;534;p28"/>
            <p:cNvSpPr/>
            <p:nvPr/>
          </p:nvSpPr>
          <p:spPr>
            <a:xfrm>
              <a:off x="3640" y="2995"/>
              <a:ext cx="688" cy="240"/>
            </a:xfrm>
            <a:custGeom>
              <a:rect b="b" l="l" r="r" t="t"/>
              <a:pathLst>
                <a:path extrusionOk="0" h="240" w="688">
                  <a:moveTo>
                    <a:pt x="310" y="12"/>
                  </a:moveTo>
                  <a:lnTo>
                    <a:pt x="290" y="35"/>
                  </a:lnTo>
                  <a:lnTo>
                    <a:pt x="265" y="61"/>
                  </a:lnTo>
                  <a:lnTo>
                    <a:pt x="237" y="86"/>
                  </a:lnTo>
                  <a:lnTo>
                    <a:pt x="211" y="111"/>
                  </a:lnTo>
                  <a:lnTo>
                    <a:pt x="186" y="132"/>
                  </a:lnTo>
                  <a:lnTo>
                    <a:pt x="165" y="150"/>
                  </a:lnTo>
                  <a:lnTo>
                    <a:pt x="152" y="161"/>
                  </a:lnTo>
                  <a:lnTo>
                    <a:pt x="150" y="166"/>
                  </a:lnTo>
                  <a:lnTo>
                    <a:pt x="169" y="165"/>
                  </a:lnTo>
                  <a:lnTo>
                    <a:pt x="189" y="163"/>
                  </a:lnTo>
                  <a:lnTo>
                    <a:pt x="210" y="165"/>
                  </a:lnTo>
                  <a:lnTo>
                    <a:pt x="231" y="166"/>
                  </a:lnTo>
                  <a:lnTo>
                    <a:pt x="250" y="170"/>
                  </a:lnTo>
                  <a:lnTo>
                    <a:pt x="271" y="176"/>
                  </a:lnTo>
                  <a:lnTo>
                    <a:pt x="289" y="183"/>
                  </a:lnTo>
                  <a:lnTo>
                    <a:pt x="304" y="195"/>
                  </a:lnTo>
                  <a:lnTo>
                    <a:pt x="316" y="197"/>
                  </a:lnTo>
                  <a:lnTo>
                    <a:pt x="327" y="200"/>
                  </a:lnTo>
                  <a:lnTo>
                    <a:pt x="339" y="202"/>
                  </a:lnTo>
                  <a:lnTo>
                    <a:pt x="351" y="202"/>
                  </a:lnTo>
                  <a:lnTo>
                    <a:pt x="363" y="203"/>
                  </a:lnTo>
                  <a:lnTo>
                    <a:pt x="375" y="203"/>
                  </a:lnTo>
                  <a:lnTo>
                    <a:pt x="388" y="203"/>
                  </a:lnTo>
                  <a:lnTo>
                    <a:pt x="400" y="202"/>
                  </a:lnTo>
                  <a:lnTo>
                    <a:pt x="412" y="201"/>
                  </a:lnTo>
                  <a:lnTo>
                    <a:pt x="424" y="200"/>
                  </a:lnTo>
                  <a:lnTo>
                    <a:pt x="436" y="198"/>
                  </a:lnTo>
                  <a:lnTo>
                    <a:pt x="449" y="197"/>
                  </a:lnTo>
                  <a:lnTo>
                    <a:pt x="461" y="195"/>
                  </a:lnTo>
                  <a:lnTo>
                    <a:pt x="473" y="192"/>
                  </a:lnTo>
                  <a:lnTo>
                    <a:pt x="485" y="191"/>
                  </a:lnTo>
                  <a:lnTo>
                    <a:pt x="497" y="188"/>
                  </a:lnTo>
                  <a:lnTo>
                    <a:pt x="510" y="198"/>
                  </a:lnTo>
                  <a:lnTo>
                    <a:pt x="524" y="205"/>
                  </a:lnTo>
                  <a:lnTo>
                    <a:pt x="541" y="207"/>
                  </a:lnTo>
                  <a:lnTo>
                    <a:pt x="558" y="207"/>
                  </a:lnTo>
                  <a:lnTo>
                    <a:pt x="575" y="206"/>
                  </a:lnTo>
                  <a:lnTo>
                    <a:pt x="593" y="203"/>
                  </a:lnTo>
                  <a:lnTo>
                    <a:pt x="609" y="200"/>
                  </a:lnTo>
                  <a:lnTo>
                    <a:pt x="625" y="197"/>
                  </a:lnTo>
                  <a:lnTo>
                    <a:pt x="633" y="198"/>
                  </a:lnTo>
                  <a:lnTo>
                    <a:pt x="640" y="202"/>
                  </a:lnTo>
                  <a:lnTo>
                    <a:pt x="646" y="210"/>
                  </a:lnTo>
                  <a:lnTo>
                    <a:pt x="651" y="216"/>
                  </a:lnTo>
                  <a:lnTo>
                    <a:pt x="656" y="224"/>
                  </a:lnTo>
                  <a:lnTo>
                    <a:pt x="662" y="229"/>
                  </a:lnTo>
                  <a:lnTo>
                    <a:pt x="670" y="232"/>
                  </a:lnTo>
                  <a:lnTo>
                    <a:pt x="680" y="231"/>
                  </a:lnTo>
                  <a:lnTo>
                    <a:pt x="688" y="240"/>
                  </a:lnTo>
                  <a:lnTo>
                    <a:pt x="0" y="195"/>
                  </a:lnTo>
                  <a:lnTo>
                    <a:pt x="179" y="0"/>
                  </a:lnTo>
                  <a:lnTo>
                    <a:pt x="195" y="2"/>
                  </a:lnTo>
                  <a:lnTo>
                    <a:pt x="212" y="2"/>
                  </a:lnTo>
                  <a:lnTo>
                    <a:pt x="228" y="3"/>
                  </a:lnTo>
                  <a:lnTo>
                    <a:pt x="244" y="5"/>
                  </a:lnTo>
                  <a:lnTo>
                    <a:pt x="261" y="7"/>
                  </a:lnTo>
                  <a:lnTo>
                    <a:pt x="277" y="8"/>
                  </a:lnTo>
                  <a:lnTo>
                    <a:pt x="293" y="10"/>
                  </a:lnTo>
                  <a:lnTo>
                    <a:pt x="310" y="12"/>
                  </a:lnTo>
                  <a:close/>
                </a:path>
              </a:pathLst>
            </a:custGeom>
            <a:solidFill>
              <a:srgbClr val="00CC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35" name="Google Shape;535;p28"/>
            <p:cNvSpPr/>
            <p:nvPr/>
          </p:nvSpPr>
          <p:spPr>
            <a:xfrm>
              <a:off x="3833" y="3000"/>
              <a:ext cx="468" cy="178"/>
            </a:xfrm>
            <a:custGeom>
              <a:rect b="b" l="l" r="r" t="t"/>
              <a:pathLst>
                <a:path extrusionOk="0" h="178" w="468">
                  <a:moveTo>
                    <a:pt x="468" y="3"/>
                  </a:moveTo>
                  <a:lnTo>
                    <a:pt x="465" y="17"/>
                  </a:lnTo>
                  <a:lnTo>
                    <a:pt x="457" y="28"/>
                  </a:lnTo>
                  <a:lnTo>
                    <a:pt x="446" y="35"/>
                  </a:lnTo>
                  <a:lnTo>
                    <a:pt x="438" y="43"/>
                  </a:lnTo>
                  <a:lnTo>
                    <a:pt x="431" y="49"/>
                  </a:lnTo>
                  <a:lnTo>
                    <a:pt x="422" y="56"/>
                  </a:lnTo>
                  <a:lnTo>
                    <a:pt x="415" y="62"/>
                  </a:lnTo>
                  <a:lnTo>
                    <a:pt x="407" y="69"/>
                  </a:lnTo>
                  <a:lnTo>
                    <a:pt x="400" y="76"/>
                  </a:lnTo>
                  <a:lnTo>
                    <a:pt x="394" y="83"/>
                  </a:lnTo>
                  <a:lnTo>
                    <a:pt x="388" y="92"/>
                  </a:lnTo>
                  <a:lnTo>
                    <a:pt x="384" y="101"/>
                  </a:lnTo>
                  <a:lnTo>
                    <a:pt x="388" y="106"/>
                  </a:lnTo>
                  <a:lnTo>
                    <a:pt x="391" y="109"/>
                  </a:lnTo>
                  <a:lnTo>
                    <a:pt x="396" y="113"/>
                  </a:lnTo>
                  <a:lnTo>
                    <a:pt x="401" y="114"/>
                  </a:lnTo>
                  <a:lnTo>
                    <a:pt x="406" y="116"/>
                  </a:lnTo>
                  <a:lnTo>
                    <a:pt x="410" y="117"/>
                  </a:lnTo>
                  <a:lnTo>
                    <a:pt x="415" y="117"/>
                  </a:lnTo>
                  <a:lnTo>
                    <a:pt x="421" y="117"/>
                  </a:lnTo>
                  <a:lnTo>
                    <a:pt x="413" y="122"/>
                  </a:lnTo>
                  <a:lnTo>
                    <a:pt x="403" y="128"/>
                  </a:lnTo>
                  <a:lnTo>
                    <a:pt x="395" y="133"/>
                  </a:lnTo>
                  <a:lnTo>
                    <a:pt x="385" y="138"/>
                  </a:lnTo>
                  <a:lnTo>
                    <a:pt x="376" y="143"/>
                  </a:lnTo>
                  <a:lnTo>
                    <a:pt x="366" y="146"/>
                  </a:lnTo>
                  <a:lnTo>
                    <a:pt x="357" y="147"/>
                  </a:lnTo>
                  <a:lnTo>
                    <a:pt x="346" y="146"/>
                  </a:lnTo>
                  <a:lnTo>
                    <a:pt x="322" y="145"/>
                  </a:lnTo>
                  <a:lnTo>
                    <a:pt x="299" y="147"/>
                  </a:lnTo>
                  <a:lnTo>
                    <a:pt x="279" y="152"/>
                  </a:lnTo>
                  <a:lnTo>
                    <a:pt x="257" y="160"/>
                  </a:lnTo>
                  <a:lnTo>
                    <a:pt x="237" y="167"/>
                  </a:lnTo>
                  <a:lnTo>
                    <a:pt x="215" y="173"/>
                  </a:lnTo>
                  <a:lnTo>
                    <a:pt x="194" y="178"/>
                  </a:lnTo>
                  <a:lnTo>
                    <a:pt x="171" y="178"/>
                  </a:lnTo>
                  <a:lnTo>
                    <a:pt x="149" y="177"/>
                  </a:lnTo>
                  <a:lnTo>
                    <a:pt x="128" y="173"/>
                  </a:lnTo>
                  <a:lnTo>
                    <a:pt x="108" y="166"/>
                  </a:lnTo>
                  <a:lnTo>
                    <a:pt x="87" y="157"/>
                  </a:lnTo>
                  <a:lnTo>
                    <a:pt x="66" y="148"/>
                  </a:lnTo>
                  <a:lnTo>
                    <a:pt x="45" y="142"/>
                  </a:lnTo>
                  <a:lnTo>
                    <a:pt x="23" y="140"/>
                  </a:lnTo>
                  <a:lnTo>
                    <a:pt x="0" y="142"/>
                  </a:lnTo>
                  <a:lnTo>
                    <a:pt x="7" y="136"/>
                  </a:lnTo>
                  <a:lnTo>
                    <a:pt x="25" y="121"/>
                  </a:lnTo>
                  <a:lnTo>
                    <a:pt x="50" y="99"/>
                  </a:lnTo>
                  <a:lnTo>
                    <a:pt x="79" y="74"/>
                  </a:lnTo>
                  <a:lnTo>
                    <a:pt x="109" y="49"/>
                  </a:lnTo>
                  <a:lnTo>
                    <a:pt x="135" y="27"/>
                  </a:lnTo>
                  <a:lnTo>
                    <a:pt x="154" y="9"/>
                  </a:lnTo>
                  <a:lnTo>
                    <a:pt x="163" y="0"/>
                  </a:lnTo>
                  <a:lnTo>
                    <a:pt x="179" y="12"/>
                  </a:lnTo>
                  <a:lnTo>
                    <a:pt x="197" y="19"/>
                  </a:lnTo>
                  <a:lnTo>
                    <a:pt x="218" y="24"/>
                  </a:lnTo>
                  <a:lnTo>
                    <a:pt x="238" y="28"/>
                  </a:lnTo>
                  <a:lnTo>
                    <a:pt x="258" y="29"/>
                  </a:lnTo>
                  <a:lnTo>
                    <a:pt x="280" y="29"/>
                  </a:lnTo>
                  <a:lnTo>
                    <a:pt x="301" y="27"/>
                  </a:lnTo>
                  <a:lnTo>
                    <a:pt x="323" y="24"/>
                  </a:lnTo>
                  <a:lnTo>
                    <a:pt x="345" y="20"/>
                  </a:lnTo>
                  <a:lnTo>
                    <a:pt x="366" y="17"/>
                  </a:lnTo>
                  <a:lnTo>
                    <a:pt x="385" y="13"/>
                  </a:lnTo>
                  <a:lnTo>
                    <a:pt x="406" y="9"/>
                  </a:lnTo>
                  <a:lnTo>
                    <a:pt x="424" y="7"/>
                  </a:lnTo>
                  <a:lnTo>
                    <a:pt x="439" y="4"/>
                  </a:lnTo>
                  <a:lnTo>
                    <a:pt x="455" y="3"/>
                  </a:lnTo>
                  <a:lnTo>
                    <a:pt x="468" y="3"/>
                  </a:lnTo>
                  <a:close/>
                </a:path>
              </a:pathLst>
            </a:custGeom>
            <a:solidFill>
              <a:srgbClr val="D8D8D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36" name="Google Shape;536;p28"/>
            <p:cNvSpPr/>
            <p:nvPr/>
          </p:nvSpPr>
          <p:spPr>
            <a:xfrm>
              <a:off x="4173" y="3028"/>
              <a:ext cx="264" cy="184"/>
            </a:xfrm>
            <a:custGeom>
              <a:rect b="b" l="l" r="r" t="t"/>
              <a:pathLst>
                <a:path extrusionOk="0" h="184" w="264">
                  <a:moveTo>
                    <a:pt x="258" y="36"/>
                  </a:moveTo>
                  <a:lnTo>
                    <a:pt x="262" y="55"/>
                  </a:lnTo>
                  <a:lnTo>
                    <a:pt x="264" y="74"/>
                  </a:lnTo>
                  <a:lnTo>
                    <a:pt x="263" y="93"/>
                  </a:lnTo>
                  <a:lnTo>
                    <a:pt x="253" y="110"/>
                  </a:lnTo>
                  <a:lnTo>
                    <a:pt x="245" y="122"/>
                  </a:lnTo>
                  <a:lnTo>
                    <a:pt x="237" y="132"/>
                  </a:lnTo>
                  <a:lnTo>
                    <a:pt x="227" y="143"/>
                  </a:lnTo>
                  <a:lnTo>
                    <a:pt x="216" y="153"/>
                  </a:lnTo>
                  <a:lnTo>
                    <a:pt x="206" y="162"/>
                  </a:lnTo>
                  <a:lnTo>
                    <a:pt x="195" y="170"/>
                  </a:lnTo>
                  <a:lnTo>
                    <a:pt x="183" y="178"/>
                  </a:lnTo>
                  <a:lnTo>
                    <a:pt x="172" y="184"/>
                  </a:lnTo>
                  <a:lnTo>
                    <a:pt x="166" y="183"/>
                  </a:lnTo>
                  <a:lnTo>
                    <a:pt x="160" y="182"/>
                  </a:lnTo>
                  <a:lnTo>
                    <a:pt x="155" y="179"/>
                  </a:lnTo>
                  <a:lnTo>
                    <a:pt x="151" y="175"/>
                  </a:lnTo>
                  <a:lnTo>
                    <a:pt x="146" y="172"/>
                  </a:lnTo>
                  <a:lnTo>
                    <a:pt x="141" y="168"/>
                  </a:lnTo>
                  <a:lnTo>
                    <a:pt x="136" y="164"/>
                  </a:lnTo>
                  <a:lnTo>
                    <a:pt x="130" y="162"/>
                  </a:lnTo>
                  <a:lnTo>
                    <a:pt x="135" y="158"/>
                  </a:lnTo>
                  <a:lnTo>
                    <a:pt x="141" y="154"/>
                  </a:lnTo>
                  <a:lnTo>
                    <a:pt x="145" y="150"/>
                  </a:lnTo>
                  <a:lnTo>
                    <a:pt x="145" y="143"/>
                  </a:lnTo>
                  <a:lnTo>
                    <a:pt x="129" y="137"/>
                  </a:lnTo>
                  <a:lnTo>
                    <a:pt x="115" y="137"/>
                  </a:lnTo>
                  <a:lnTo>
                    <a:pt x="100" y="139"/>
                  </a:lnTo>
                  <a:lnTo>
                    <a:pt x="87" y="143"/>
                  </a:lnTo>
                  <a:lnTo>
                    <a:pt x="72" y="149"/>
                  </a:lnTo>
                  <a:lnTo>
                    <a:pt x="55" y="154"/>
                  </a:lnTo>
                  <a:lnTo>
                    <a:pt x="38" y="158"/>
                  </a:lnTo>
                  <a:lnTo>
                    <a:pt x="18" y="159"/>
                  </a:lnTo>
                  <a:lnTo>
                    <a:pt x="14" y="157"/>
                  </a:lnTo>
                  <a:lnTo>
                    <a:pt x="9" y="154"/>
                  </a:lnTo>
                  <a:lnTo>
                    <a:pt x="3" y="152"/>
                  </a:lnTo>
                  <a:lnTo>
                    <a:pt x="0" y="150"/>
                  </a:lnTo>
                  <a:lnTo>
                    <a:pt x="21" y="143"/>
                  </a:lnTo>
                  <a:lnTo>
                    <a:pt x="43" y="135"/>
                  </a:lnTo>
                  <a:lnTo>
                    <a:pt x="64" y="127"/>
                  </a:lnTo>
                  <a:lnTo>
                    <a:pt x="86" y="117"/>
                  </a:lnTo>
                  <a:lnTo>
                    <a:pt x="106" y="105"/>
                  </a:lnTo>
                  <a:lnTo>
                    <a:pt x="125" y="91"/>
                  </a:lnTo>
                  <a:lnTo>
                    <a:pt x="145" y="76"/>
                  </a:lnTo>
                  <a:lnTo>
                    <a:pt x="161" y="58"/>
                  </a:lnTo>
                  <a:lnTo>
                    <a:pt x="161" y="54"/>
                  </a:lnTo>
                  <a:lnTo>
                    <a:pt x="160" y="50"/>
                  </a:lnTo>
                  <a:lnTo>
                    <a:pt x="158" y="48"/>
                  </a:lnTo>
                  <a:lnTo>
                    <a:pt x="155" y="45"/>
                  </a:lnTo>
                  <a:lnTo>
                    <a:pt x="146" y="46"/>
                  </a:lnTo>
                  <a:lnTo>
                    <a:pt x="136" y="49"/>
                  </a:lnTo>
                  <a:lnTo>
                    <a:pt x="128" y="53"/>
                  </a:lnTo>
                  <a:lnTo>
                    <a:pt x="118" y="58"/>
                  </a:lnTo>
                  <a:lnTo>
                    <a:pt x="110" y="61"/>
                  </a:lnTo>
                  <a:lnTo>
                    <a:pt x="101" y="64"/>
                  </a:lnTo>
                  <a:lnTo>
                    <a:pt x="92" y="66"/>
                  </a:lnTo>
                  <a:lnTo>
                    <a:pt x="81" y="66"/>
                  </a:lnTo>
                  <a:lnTo>
                    <a:pt x="92" y="46"/>
                  </a:lnTo>
                  <a:lnTo>
                    <a:pt x="107" y="34"/>
                  </a:lnTo>
                  <a:lnTo>
                    <a:pt x="127" y="28"/>
                  </a:lnTo>
                  <a:lnTo>
                    <a:pt x="148" y="24"/>
                  </a:lnTo>
                  <a:lnTo>
                    <a:pt x="171" y="23"/>
                  </a:lnTo>
                  <a:lnTo>
                    <a:pt x="194" y="19"/>
                  </a:lnTo>
                  <a:lnTo>
                    <a:pt x="214" y="12"/>
                  </a:lnTo>
                  <a:lnTo>
                    <a:pt x="232" y="0"/>
                  </a:lnTo>
                  <a:lnTo>
                    <a:pt x="241" y="6"/>
                  </a:lnTo>
                  <a:lnTo>
                    <a:pt x="247" y="15"/>
                  </a:lnTo>
                  <a:lnTo>
                    <a:pt x="252" y="26"/>
                  </a:lnTo>
                  <a:lnTo>
                    <a:pt x="258" y="36"/>
                  </a:lnTo>
                  <a:close/>
                </a:path>
              </a:pathLst>
            </a:custGeom>
            <a:solidFill>
              <a:srgbClr val="CCA58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37" name="Google Shape;537;p28"/>
            <p:cNvSpPr/>
            <p:nvPr/>
          </p:nvSpPr>
          <p:spPr>
            <a:xfrm>
              <a:off x="4441" y="3042"/>
              <a:ext cx="58" cy="87"/>
            </a:xfrm>
            <a:custGeom>
              <a:rect b="b" l="l" r="r" t="t"/>
              <a:pathLst>
                <a:path extrusionOk="0" h="87" w="58">
                  <a:moveTo>
                    <a:pt x="58" y="76"/>
                  </a:moveTo>
                  <a:lnTo>
                    <a:pt x="54" y="79"/>
                  </a:lnTo>
                  <a:lnTo>
                    <a:pt x="46" y="82"/>
                  </a:lnTo>
                  <a:lnTo>
                    <a:pt x="39" y="85"/>
                  </a:lnTo>
                  <a:lnTo>
                    <a:pt x="36" y="87"/>
                  </a:lnTo>
                  <a:lnTo>
                    <a:pt x="33" y="76"/>
                  </a:lnTo>
                  <a:lnTo>
                    <a:pt x="30" y="65"/>
                  </a:lnTo>
                  <a:lnTo>
                    <a:pt x="26" y="54"/>
                  </a:lnTo>
                  <a:lnTo>
                    <a:pt x="21" y="42"/>
                  </a:lnTo>
                  <a:lnTo>
                    <a:pt x="17" y="31"/>
                  </a:lnTo>
                  <a:lnTo>
                    <a:pt x="11" y="21"/>
                  </a:lnTo>
                  <a:lnTo>
                    <a:pt x="6" y="10"/>
                  </a:lnTo>
                  <a:lnTo>
                    <a:pt x="0" y="0"/>
                  </a:lnTo>
                  <a:lnTo>
                    <a:pt x="9" y="2"/>
                  </a:lnTo>
                  <a:lnTo>
                    <a:pt x="18" y="9"/>
                  </a:lnTo>
                  <a:lnTo>
                    <a:pt x="26" y="17"/>
                  </a:lnTo>
                  <a:lnTo>
                    <a:pt x="33" y="29"/>
                  </a:lnTo>
                  <a:lnTo>
                    <a:pt x="41" y="40"/>
                  </a:lnTo>
                  <a:lnTo>
                    <a:pt x="46" y="54"/>
                  </a:lnTo>
                  <a:lnTo>
                    <a:pt x="52" y="65"/>
                  </a:lnTo>
                  <a:lnTo>
                    <a:pt x="58" y="76"/>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38" name="Google Shape;538;p28"/>
            <p:cNvSpPr/>
            <p:nvPr/>
          </p:nvSpPr>
          <p:spPr>
            <a:xfrm>
              <a:off x="4971" y="3088"/>
              <a:ext cx="114" cy="389"/>
            </a:xfrm>
            <a:custGeom>
              <a:rect b="b" l="l" r="r" t="t"/>
              <a:pathLst>
                <a:path extrusionOk="0" h="389" w="114">
                  <a:moveTo>
                    <a:pt x="114" y="15"/>
                  </a:moveTo>
                  <a:lnTo>
                    <a:pt x="91" y="57"/>
                  </a:lnTo>
                  <a:lnTo>
                    <a:pt x="72" y="99"/>
                  </a:lnTo>
                  <a:lnTo>
                    <a:pt x="56" y="144"/>
                  </a:lnTo>
                  <a:lnTo>
                    <a:pt x="44" y="191"/>
                  </a:lnTo>
                  <a:lnTo>
                    <a:pt x="36" y="238"/>
                  </a:lnTo>
                  <a:lnTo>
                    <a:pt x="33" y="287"/>
                  </a:lnTo>
                  <a:lnTo>
                    <a:pt x="37" y="336"/>
                  </a:lnTo>
                  <a:lnTo>
                    <a:pt x="47" y="384"/>
                  </a:lnTo>
                  <a:lnTo>
                    <a:pt x="44" y="386"/>
                  </a:lnTo>
                  <a:lnTo>
                    <a:pt x="42" y="388"/>
                  </a:lnTo>
                  <a:lnTo>
                    <a:pt x="39" y="389"/>
                  </a:lnTo>
                  <a:lnTo>
                    <a:pt x="37" y="389"/>
                  </a:lnTo>
                  <a:lnTo>
                    <a:pt x="18" y="367"/>
                  </a:lnTo>
                  <a:lnTo>
                    <a:pt x="6" y="342"/>
                  </a:lnTo>
                  <a:lnTo>
                    <a:pt x="1" y="316"/>
                  </a:lnTo>
                  <a:lnTo>
                    <a:pt x="0" y="287"/>
                  </a:lnTo>
                  <a:lnTo>
                    <a:pt x="4" y="257"/>
                  </a:lnTo>
                  <a:lnTo>
                    <a:pt x="7" y="228"/>
                  </a:lnTo>
                  <a:lnTo>
                    <a:pt x="13" y="201"/>
                  </a:lnTo>
                  <a:lnTo>
                    <a:pt x="17" y="174"/>
                  </a:lnTo>
                  <a:lnTo>
                    <a:pt x="25" y="152"/>
                  </a:lnTo>
                  <a:lnTo>
                    <a:pt x="35" y="128"/>
                  </a:lnTo>
                  <a:lnTo>
                    <a:pt x="44" y="105"/>
                  </a:lnTo>
                  <a:lnTo>
                    <a:pt x="55" y="83"/>
                  </a:lnTo>
                  <a:lnTo>
                    <a:pt x="66" y="62"/>
                  </a:lnTo>
                  <a:lnTo>
                    <a:pt x="79" y="40"/>
                  </a:lnTo>
                  <a:lnTo>
                    <a:pt x="92" y="19"/>
                  </a:lnTo>
                  <a:lnTo>
                    <a:pt x="108" y="0"/>
                  </a:lnTo>
                  <a:lnTo>
                    <a:pt x="114" y="0"/>
                  </a:lnTo>
                  <a:lnTo>
                    <a:pt x="114" y="1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39" name="Google Shape;539;p28"/>
            <p:cNvSpPr/>
            <p:nvPr/>
          </p:nvSpPr>
          <p:spPr>
            <a:xfrm>
              <a:off x="4353" y="3205"/>
              <a:ext cx="58" cy="35"/>
            </a:xfrm>
            <a:custGeom>
              <a:rect b="b" l="l" r="r" t="t"/>
              <a:pathLst>
                <a:path extrusionOk="0" h="35" w="58">
                  <a:moveTo>
                    <a:pt x="0" y="31"/>
                  </a:moveTo>
                  <a:lnTo>
                    <a:pt x="6" y="30"/>
                  </a:lnTo>
                  <a:lnTo>
                    <a:pt x="14" y="27"/>
                  </a:lnTo>
                  <a:lnTo>
                    <a:pt x="21" y="24"/>
                  </a:lnTo>
                  <a:lnTo>
                    <a:pt x="28" y="20"/>
                  </a:lnTo>
                  <a:lnTo>
                    <a:pt x="36" y="15"/>
                  </a:lnTo>
                  <a:lnTo>
                    <a:pt x="44" y="10"/>
                  </a:lnTo>
                  <a:lnTo>
                    <a:pt x="51" y="5"/>
                  </a:lnTo>
                  <a:lnTo>
                    <a:pt x="58" y="0"/>
                  </a:lnTo>
                  <a:lnTo>
                    <a:pt x="52" y="35"/>
                  </a:lnTo>
                  <a:lnTo>
                    <a:pt x="0" y="31"/>
                  </a:lnTo>
                  <a:close/>
                </a:path>
              </a:pathLst>
            </a:custGeom>
            <a:solidFill>
              <a:srgbClr val="00CC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40" name="Google Shape;540;p28"/>
            <p:cNvSpPr/>
            <p:nvPr/>
          </p:nvSpPr>
          <p:spPr>
            <a:xfrm>
              <a:off x="5033" y="3236"/>
              <a:ext cx="247" cy="599"/>
            </a:xfrm>
            <a:custGeom>
              <a:rect b="b" l="l" r="r" t="t"/>
              <a:pathLst>
                <a:path extrusionOk="0" h="599" w="247">
                  <a:moveTo>
                    <a:pt x="217" y="147"/>
                  </a:moveTo>
                  <a:lnTo>
                    <a:pt x="175" y="296"/>
                  </a:lnTo>
                  <a:lnTo>
                    <a:pt x="115" y="458"/>
                  </a:lnTo>
                  <a:lnTo>
                    <a:pt x="109" y="471"/>
                  </a:lnTo>
                  <a:lnTo>
                    <a:pt x="102" y="487"/>
                  </a:lnTo>
                  <a:lnTo>
                    <a:pt x="96" y="502"/>
                  </a:lnTo>
                  <a:lnTo>
                    <a:pt x="92" y="518"/>
                  </a:lnTo>
                  <a:lnTo>
                    <a:pt x="83" y="532"/>
                  </a:lnTo>
                  <a:lnTo>
                    <a:pt x="72" y="545"/>
                  </a:lnTo>
                  <a:lnTo>
                    <a:pt x="61" y="557"/>
                  </a:lnTo>
                  <a:lnTo>
                    <a:pt x="49" y="567"/>
                  </a:lnTo>
                  <a:lnTo>
                    <a:pt x="37" y="576"/>
                  </a:lnTo>
                  <a:lnTo>
                    <a:pt x="25" y="584"/>
                  </a:lnTo>
                  <a:lnTo>
                    <a:pt x="12" y="592"/>
                  </a:lnTo>
                  <a:lnTo>
                    <a:pt x="0" y="599"/>
                  </a:lnTo>
                  <a:lnTo>
                    <a:pt x="27" y="555"/>
                  </a:lnTo>
                  <a:lnTo>
                    <a:pt x="113" y="339"/>
                  </a:lnTo>
                  <a:lnTo>
                    <a:pt x="173" y="133"/>
                  </a:lnTo>
                  <a:lnTo>
                    <a:pt x="196" y="23"/>
                  </a:lnTo>
                  <a:lnTo>
                    <a:pt x="204" y="20"/>
                  </a:lnTo>
                  <a:lnTo>
                    <a:pt x="210" y="18"/>
                  </a:lnTo>
                  <a:lnTo>
                    <a:pt x="216" y="15"/>
                  </a:lnTo>
                  <a:lnTo>
                    <a:pt x="223" y="13"/>
                  </a:lnTo>
                  <a:lnTo>
                    <a:pt x="229" y="10"/>
                  </a:lnTo>
                  <a:lnTo>
                    <a:pt x="235" y="6"/>
                  </a:lnTo>
                  <a:lnTo>
                    <a:pt x="241" y="4"/>
                  </a:lnTo>
                  <a:lnTo>
                    <a:pt x="247" y="0"/>
                  </a:lnTo>
                  <a:lnTo>
                    <a:pt x="241" y="35"/>
                  </a:lnTo>
                  <a:lnTo>
                    <a:pt x="234" y="73"/>
                  </a:lnTo>
                  <a:lnTo>
                    <a:pt x="225" y="109"/>
                  </a:lnTo>
                  <a:lnTo>
                    <a:pt x="217" y="147"/>
                  </a:lnTo>
                  <a:close/>
                </a:path>
              </a:pathLst>
            </a:custGeom>
            <a:solidFill>
              <a:srgbClr val="A5A5A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41" name="Google Shape;541;p28"/>
            <p:cNvSpPr/>
            <p:nvPr/>
          </p:nvSpPr>
          <p:spPr>
            <a:xfrm>
              <a:off x="4977" y="3246"/>
              <a:ext cx="229" cy="598"/>
            </a:xfrm>
            <a:custGeom>
              <a:rect b="b" l="l" r="r" t="t"/>
              <a:pathLst>
                <a:path extrusionOk="0" h="598" w="229">
                  <a:moveTo>
                    <a:pt x="229" y="0"/>
                  </a:moveTo>
                  <a:lnTo>
                    <a:pt x="225" y="21"/>
                  </a:lnTo>
                  <a:lnTo>
                    <a:pt x="221" y="44"/>
                  </a:lnTo>
                  <a:lnTo>
                    <a:pt x="217" y="65"/>
                  </a:lnTo>
                  <a:lnTo>
                    <a:pt x="212" y="85"/>
                  </a:lnTo>
                  <a:lnTo>
                    <a:pt x="206" y="107"/>
                  </a:lnTo>
                  <a:lnTo>
                    <a:pt x="200" y="128"/>
                  </a:lnTo>
                  <a:lnTo>
                    <a:pt x="195" y="148"/>
                  </a:lnTo>
                  <a:lnTo>
                    <a:pt x="189" y="169"/>
                  </a:lnTo>
                  <a:lnTo>
                    <a:pt x="173" y="222"/>
                  </a:lnTo>
                  <a:lnTo>
                    <a:pt x="153" y="285"/>
                  </a:lnTo>
                  <a:lnTo>
                    <a:pt x="129" y="351"/>
                  </a:lnTo>
                  <a:lnTo>
                    <a:pt x="105" y="420"/>
                  </a:lnTo>
                  <a:lnTo>
                    <a:pt x="80" y="483"/>
                  </a:lnTo>
                  <a:lnTo>
                    <a:pt x="59" y="537"/>
                  </a:lnTo>
                  <a:lnTo>
                    <a:pt x="42" y="576"/>
                  </a:lnTo>
                  <a:lnTo>
                    <a:pt x="31" y="596"/>
                  </a:lnTo>
                  <a:lnTo>
                    <a:pt x="0" y="598"/>
                  </a:lnTo>
                  <a:lnTo>
                    <a:pt x="16" y="564"/>
                  </a:lnTo>
                  <a:lnTo>
                    <a:pt x="37" y="512"/>
                  </a:lnTo>
                  <a:lnTo>
                    <a:pt x="63" y="448"/>
                  </a:lnTo>
                  <a:lnTo>
                    <a:pt x="90" y="377"/>
                  </a:lnTo>
                  <a:lnTo>
                    <a:pt x="115" y="311"/>
                  </a:lnTo>
                  <a:lnTo>
                    <a:pt x="136" y="253"/>
                  </a:lnTo>
                  <a:lnTo>
                    <a:pt x="151" y="214"/>
                  </a:lnTo>
                  <a:lnTo>
                    <a:pt x="157" y="199"/>
                  </a:lnTo>
                  <a:lnTo>
                    <a:pt x="166" y="176"/>
                  </a:lnTo>
                  <a:lnTo>
                    <a:pt x="173" y="151"/>
                  </a:lnTo>
                  <a:lnTo>
                    <a:pt x="181" y="125"/>
                  </a:lnTo>
                  <a:lnTo>
                    <a:pt x="187" y="99"/>
                  </a:lnTo>
                  <a:lnTo>
                    <a:pt x="194" y="74"/>
                  </a:lnTo>
                  <a:lnTo>
                    <a:pt x="200" y="49"/>
                  </a:lnTo>
                  <a:lnTo>
                    <a:pt x="207" y="24"/>
                  </a:lnTo>
                  <a:lnTo>
                    <a:pt x="215" y="0"/>
                  </a:lnTo>
                  <a:lnTo>
                    <a:pt x="229" y="0"/>
                  </a:lnTo>
                  <a:close/>
                </a:path>
              </a:pathLst>
            </a:custGeom>
            <a:solidFill>
              <a:srgbClr val="D8D8D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42" name="Google Shape;542;p28"/>
            <p:cNvSpPr/>
            <p:nvPr/>
          </p:nvSpPr>
          <p:spPr>
            <a:xfrm>
              <a:off x="3266" y="3315"/>
              <a:ext cx="1180" cy="331"/>
            </a:xfrm>
            <a:custGeom>
              <a:rect b="b" l="l" r="r" t="t"/>
              <a:pathLst>
                <a:path extrusionOk="0" h="331" w="1180">
                  <a:moveTo>
                    <a:pt x="1126" y="43"/>
                  </a:moveTo>
                  <a:lnTo>
                    <a:pt x="1133" y="44"/>
                  </a:lnTo>
                  <a:lnTo>
                    <a:pt x="1139" y="44"/>
                  </a:lnTo>
                  <a:lnTo>
                    <a:pt x="1146" y="45"/>
                  </a:lnTo>
                  <a:lnTo>
                    <a:pt x="1153" y="45"/>
                  </a:lnTo>
                  <a:lnTo>
                    <a:pt x="1159" y="46"/>
                  </a:lnTo>
                  <a:lnTo>
                    <a:pt x="1166" y="48"/>
                  </a:lnTo>
                  <a:lnTo>
                    <a:pt x="1172" y="48"/>
                  </a:lnTo>
                  <a:lnTo>
                    <a:pt x="1180" y="49"/>
                  </a:lnTo>
                  <a:lnTo>
                    <a:pt x="1159" y="69"/>
                  </a:lnTo>
                  <a:lnTo>
                    <a:pt x="1140" y="90"/>
                  </a:lnTo>
                  <a:lnTo>
                    <a:pt x="1122" y="113"/>
                  </a:lnTo>
                  <a:lnTo>
                    <a:pt x="1107" y="135"/>
                  </a:lnTo>
                  <a:lnTo>
                    <a:pt x="1093" y="161"/>
                  </a:lnTo>
                  <a:lnTo>
                    <a:pt x="1083" y="186"/>
                  </a:lnTo>
                  <a:lnTo>
                    <a:pt x="1073" y="212"/>
                  </a:lnTo>
                  <a:lnTo>
                    <a:pt x="1066" y="238"/>
                  </a:lnTo>
                  <a:lnTo>
                    <a:pt x="1050" y="246"/>
                  </a:lnTo>
                  <a:lnTo>
                    <a:pt x="1035" y="255"/>
                  </a:lnTo>
                  <a:lnTo>
                    <a:pt x="1020" y="266"/>
                  </a:lnTo>
                  <a:lnTo>
                    <a:pt x="1006" y="278"/>
                  </a:lnTo>
                  <a:lnTo>
                    <a:pt x="993" y="292"/>
                  </a:lnTo>
                  <a:lnTo>
                    <a:pt x="979" y="306"/>
                  </a:lnTo>
                  <a:lnTo>
                    <a:pt x="965" y="318"/>
                  </a:lnTo>
                  <a:lnTo>
                    <a:pt x="951" y="331"/>
                  </a:lnTo>
                  <a:lnTo>
                    <a:pt x="842" y="322"/>
                  </a:lnTo>
                  <a:lnTo>
                    <a:pt x="403" y="307"/>
                  </a:lnTo>
                  <a:lnTo>
                    <a:pt x="109" y="313"/>
                  </a:lnTo>
                  <a:lnTo>
                    <a:pt x="0" y="8"/>
                  </a:lnTo>
                  <a:lnTo>
                    <a:pt x="518" y="0"/>
                  </a:lnTo>
                  <a:lnTo>
                    <a:pt x="1126" y="43"/>
                  </a:lnTo>
                  <a:close/>
                </a:path>
              </a:pathLst>
            </a:custGeom>
            <a:solidFill>
              <a:srgbClr val="7F26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43" name="Google Shape;543;p28"/>
            <p:cNvSpPr/>
            <p:nvPr/>
          </p:nvSpPr>
          <p:spPr>
            <a:xfrm>
              <a:off x="4758" y="3790"/>
              <a:ext cx="208" cy="48"/>
            </a:xfrm>
            <a:custGeom>
              <a:rect b="b" l="l" r="r" t="t"/>
              <a:pathLst>
                <a:path extrusionOk="0" h="48" w="208">
                  <a:moveTo>
                    <a:pt x="206" y="13"/>
                  </a:moveTo>
                  <a:lnTo>
                    <a:pt x="201" y="27"/>
                  </a:lnTo>
                  <a:lnTo>
                    <a:pt x="193" y="35"/>
                  </a:lnTo>
                  <a:lnTo>
                    <a:pt x="183" y="42"/>
                  </a:lnTo>
                  <a:lnTo>
                    <a:pt x="173" y="44"/>
                  </a:lnTo>
                  <a:lnTo>
                    <a:pt x="162" y="45"/>
                  </a:lnTo>
                  <a:lnTo>
                    <a:pt x="150" y="45"/>
                  </a:lnTo>
                  <a:lnTo>
                    <a:pt x="138" y="47"/>
                  </a:lnTo>
                  <a:lnTo>
                    <a:pt x="127" y="48"/>
                  </a:lnTo>
                  <a:lnTo>
                    <a:pt x="111" y="48"/>
                  </a:lnTo>
                  <a:lnTo>
                    <a:pt x="94" y="47"/>
                  </a:lnTo>
                  <a:lnTo>
                    <a:pt x="79" y="45"/>
                  </a:lnTo>
                  <a:lnTo>
                    <a:pt x="62" y="43"/>
                  </a:lnTo>
                  <a:lnTo>
                    <a:pt x="45" y="40"/>
                  </a:lnTo>
                  <a:lnTo>
                    <a:pt x="30" y="37"/>
                  </a:lnTo>
                  <a:lnTo>
                    <a:pt x="14" y="32"/>
                  </a:lnTo>
                  <a:lnTo>
                    <a:pt x="0" y="27"/>
                  </a:lnTo>
                  <a:lnTo>
                    <a:pt x="12" y="19"/>
                  </a:lnTo>
                  <a:lnTo>
                    <a:pt x="24" y="14"/>
                  </a:lnTo>
                  <a:lnTo>
                    <a:pt x="37" y="9"/>
                  </a:lnTo>
                  <a:lnTo>
                    <a:pt x="50" y="6"/>
                  </a:lnTo>
                  <a:lnTo>
                    <a:pt x="63" y="5"/>
                  </a:lnTo>
                  <a:lnTo>
                    <a:pt x="78" y="5"/>
                  </a:lnTo>
                  <a:lnTo>
                    <a:pt x="91" y="5"/>
                  </a:lnTo>
                  <a:lnTo>
                    <a:pt x="105" y="5"/>
                  </a:lnTo>
                  <a:lnTo>
                    <a:pt x="120" y="6"/>
                  </a:lnTo>
                  <a:lnTo>
                    <a:pt x="133" y="8"/>
                  </a:lnTo>
                  <a:lnTo>
                    <a:pt x="147" y="8"/>
                  </a:lnTo>
                  <a:lnTo>
                    <a:pt x="160" y="9"/>
                  </a:lnTo>
                  <a:lnTo>
                    <a:pt x="172" y="8"/>
                  </a:lnTo>
                  <a:lnTo>
                    <a:pt x="185" y="6"/>
                  </a:lnTo>
                  <a:lnTo>
                    <a:pt x="197" y="4"/>
                  </a:lnTo>
                  <a:lnTo>
                    <a:pt x="208" y="0"/>
                  </a:lnTo>
                  <a:lnTo>
                    <a:pt x="206" y="13"/>
                  </a:lnTo>
                  <a:close/>
                </a:path>
              </a:pathLst>
            </a:custGeom>
            <a:solidFill>
              <a:srgbClr val="A8000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spTree>
  </p:cSld>
  <p:clrMapOvr>
    <a:masterClrMapping/>
  </p:clrMapOvr>
  <p:transition spd="slow">
    <p:wipe dir="l"/>
  </p:transition>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29"/>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 Prentice Hall, 2004</a:t>
            </a:r>
            <a:endParaRPr/>
          </a:p>
        </p:txBody>
      </p:sp>
      <p:sp>
        <p:nvSpPr>
          <p:cNvPr id="550" name="Google Shape;550;p29"/>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551" name="Google Shape;551;p29"/>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8 - </a:t>
            </a:r>
            <a:fld id="{00000000-1234-1234-1234-123412341234}" type="slidenum">
              <a:rPr b="1" i="0" lang="en-US" sz="1200" u="none">
                <a:solidFill>
                  <a:schemeClr val="dk1"/>
                </a:solidFill>
                <a:latin typeface="Arial"/>
                <a:ea typeface="Arial"/>
                <a:cs typeface="Arial"/>
                <a:sym typeface="Arial"/>
              </a:rPr>
              <a:t>‹#›</a:t>
            </a:fld>
            <a:endParaRPr/>
          </a:p>
        </p:txBody>
      </p:sp>
      <p:sp>
        <p:nvSpPr>
          <p:cNvPr id="552" name="Google Shape;552;p29"/>
          <p:cNvSpPr txBox="1"/>
          <p:nvPr/>
        </p:nvSpPr>
        <p:spPr>
          <a:xfrm>
            <a:off x="457200" y="2438400"/>
            <a:ext cx="8229600" cy="373380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53" name="Google Shape;553;p29"/>
          <p:cNvSpPr txBox="1"/>
          <p:nvPr>
            <p:ph type="title"/>
          </p:nvPr>
        </p:nvSpPr>
        <p:spPr>
          <a:xfrm>
            <a:off x="457200" y="381000"/>
            <a:ext cx="8229600" cy="2057400"/>
          </a:xfrm>
          <a:prstGeom prst="rect">
            <a:avLst/>
          </a:prstGeom>
          <a:solidFill>
            <a:srgbClr val="666699"/>
          </a:solid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800"/>
              <a:buFont typeface="Tahoma"/>
              <a:buNone/>
            </a:pPr>
            <a:r>
              <a:rPr b="1" i="0" lang="en-US" sz="4800" u="none">
                <a:solidFill>
                  <a:schemeClr val="lt1"/>
                </a:solidFill>
                <a:latin typeface="Tahoma"/>
                <a:ea typeface="Tahoma"/>
                <a:cs typeface="Tahoma"/>
                <a:sym typeface="Tahoma"/>
              </a:rPr>
              <a:t>Negative</a:t>
            </a:r>
            <a:br>
              <a:rPr b="1" i="0" lang="en-US" sz="4800" u="none">
                <a:solidFill>
                  <a:schemeClr val="lt1"/>
                </a:solidFill>
                <a:latin typeface="Tahoma"/>
                <a:ea typeface="Tahoma"/>
                <a:cs typeface="Tahoma"/>
                <a:sym typeface="Tahoma"/>
              </a:rPr>
            </a:br>
            <a:r>
              <a:rPr b="1" i="0" lang="en-US" sz="4800" u="none">
                <a:solidFill>
                  <a:schemeClr val="lt1"/>
                </a:solidFill>
                <a:latin typeface="Tahoma"/>
                <a:ea typeface="Tahoma"/>
                <a:cs typeface="Tahoma"/>
                <a:sym typeface="Tahoma"/>
              </a:rPr>
              <a:t>Performance Reviews</a:t>
            </a:r>
            <a:endParaRPr/>
          </a:p>
        </p:txBody>
      </p:sp>
      <p:sp>
        <p:nvSpPr>
          <p:cNvPr id="554" name="Google Shape;554;p29"/>
          <p:cNvSpPr txBox="1"/>
          <p:nvPr>
            <p:ph idx="1" type="body"/>
          </p:nvPr>
        </p:nvSpPr>
        <p:spPr>
          <a:xfrm>
            <a:off x="533400" y="2514600"/>
            <a:ext cx="7772400" cy="3581400"/>
          </a:xfrm>
          <a:prstGeom prst="rect">
            <a:avLst/>
          </a:prstGeom>
          <a:noFill/>
          <a:ln>
            <a:noFill/>
          </a:ln>
        </p:spPr>
        <p:txBody>
          <a:bodyPr anchorCtr="0" anchor="t" bIns="45700" lIns="91425" spcFirstLastPara="1" rIns="91425" wrap="square" tIns="45700">
            <a:noAutofit/>
          </a:bodyPr>
          <a:lstStyle/>
          <a:p>
            <a:pPr indent="-342900" lvl="0" marL="342900" rtl="0" algn="l">
              <a:lnSpc>
                <a:spcPct val="140000"/>
              </a:lnSpc>
              <a:spcBef>
                <a:spcPts val="0"/>
              </a:spcBef>
              <a:spcAft>
                <a:spcPts val="0"/>
              </a:spcAft>
              <a:buClr>
                <a:schemeClr val="dk1"/>
              </a:buClr>
              <a:buSzPts val="2800"/>
              <a:buFont typeface="Arial"/>
              <a:buChar char="•"/>
            </a:pPr>
            <a:r>
              <a:rPr b="1" i="0" lang="en-US" sz="2800" u="none">
                <a:solidFill>
                  <a:schemeClr val="dk1"/>
                </a:solidFill>
                <a:latin typeface="Arial"/>
                <a:ea typeface="Arial"/>
                <a:cs typeface="Arial"/>
                <a:sym typeface="Arial"/>
              </a:rPr>
              <a:t>Confront the problem</a:t>
            </a:r>
            <a:endParaRPr/>
          </a:p>
          <a:p>
            <a:pPr indent="-342900" lvl="0" marL="342900" rtl="0" algn="l">
              <a:lnSpc>
                <a:spcPct val="140000"/>
              </a:lnSpc>
              <a:spcBef>
                <a:spcPts val="560"/>
              </a:spcBef>
              <a:spcAft>
                <a:spcPts val="0"/>
              </a:spcAft>
              <a:buClr>
                <a:schemeClr val="dk1"/>
              </a:buClr>
              <a:buSzPts val="2800"/>
              <a:buFont typeface="Arial"/>
              <a:buChar char="•"/>
            </a:pPr>
            <a:r>
              <a:rPr b="1" i="0" lang="en-US" sz="2800" u="none">
                <a:solidFill>
                  <a:schemeClr val="dk1"/>
                </a:solidFill>
                <a:latin typeface="Arial"/>
                <a:ea typeface="Arial"/>
                <a:cs typeface="Arial"/>
                <a:sym typeface="Arial"/>
              </a:rPr>
              <a:t>Plan the message</a:t>
            </a:r>
            <a:endParaRPr/>
          </a:p>
          <a:p>
            <a:pPr indent="-342900" lvl="0" marL="342900" rtl="0" algn="l">
              <a:lnSpc>
                <a:spcPct val="140000"/>
              </a:lnSpc>
              <a:spcBef>
                <a:spcPts val="560"/>
              </a:spcBef>
              <a:spcAft>
                <a:spcPts val="0"/>
              </a:spcAft>
              <a:buClr>
                <a:schemeClr val="dk1"/>
              </a:buClr>
              <a:buSzPts val="2800"/>
              <a:buFont typeface="Arial"/>
              <a:buChar char="•"/>
            </a:pPr>
            <a:r>
              <a:rPr b="1" i="0" lang="en-US" sz="2800" u="none">
                <a:solidFill>
                  <a:schemeClr val="dk1"/>
                </a:solidFill>
                <a:latin typeface="Arial"/>
                <a:ea typeface="Arial"/>
                <a:cs typeface="Arial"/>
                <a:sym typeface="Arial"/>
              </a:rPr>
              <a:t>Maintain privacy</a:t>
            </a:r>
            <a:endParaRPr/>
          </a:p>
          <a:p>
            <a:pPr indent="-342900" lvl="0" marL="342900" rtl="0" algn="l">
              <a:lnSpc>
                <a:spcPct val="140000"/>
              </a:lnSpc>
              <a:spcBef>
                <a:spcPts val="560"/>
              </a:spcBef>
              <a:spcAft>
                <a:spcPts val="0"/>
              </a:spcAft>
              <a:buClr>
                <a:schemeClr val="dk1"/>
              </a:buClr>
              <a:buSzPts val="2800"/>
              <a:buFont typeface="Arial"/>
              <a:buChar char="•"/>
            </a:pPr>
            <a:r>
              <a:rPr b="1" i="0" lang="en-US" sz="2800" u="none">
                <a:solidFill>
                  <a:schemeClr val="dk1"/>
                </a:solidFill>
                <a:latin typeface="Arial"/>
                <a:ea typeface="Arial"/>
                <a:cs typeface="Arial"/>
                <a:sym typeface="Arial"/>
              </a:rPr>
              <a:t>Focus on the problem</a:t>
            </a:r>
            <a:endParaRPr/>
          </a:p>
          <a:p>
            <a:pPr indent="-342900" lvl="0" marL="342900" rtl="0" algn="l">
              <a:lnSpc>
                <a:spcPct val="140000"/>
              </a:lnSpc>
              <a:spcBef>
                <a:spcPts val="560"/>
              </a:spcBef>
              <a:spcAft>
                <a:spcPts val="0"/>
              </a:spcAft>
              <a:buClr>
                <a:schemeClr val="dk1"/>
              </a:buClr>
              <a:buSzPts val="2800"/>
              <a:buFont typeface="Arial"/>
              <a:buChar char="•"/>
            </a:pPr>
            <a:r>
              <a:rPr b="1" i="0" lang="en-US" sz="2800" u="none">
                <a:solidFill>
                  <a:schemeClr val="dk1"/>
                </a:solidFill>
                <a:latin typeface="Arial"/>
                <a:ea typeface="Arial"/>
                <a:cs typeface="Arial"/>
                <a:sym typeface="Arial"/>
              </a:rPr>
              <a:t>Obtain commitment</a:t>
            </a:r>
            <a:endParaRPr/>
          </a:p>
        </p:txBody>
      </p:sp>
      <p:grpSp>
        <p:nvGrpSpPr>
          <p:cNvPr id="555" name="Google Shape;555;p29"/>
          <p:cNvGrpSpPr/>
          <p:nvPr/>
        </p:nvGrpSpPr>
        <p:grpSpPr>
          <a:xfrm>
            <a:off x="4819650" y="2676525"/>
            <a:ext cx="3843337" cy="3495675"/>
            <a:chOff x="3036" y="1686"/>
            <a:chExt cx="2421" cy="2202"/>
          </a:xfrm>
        </p:grpSpPr>
        <p:sp>
          <p:nvSpPr>
            <p:cNvPr id="556" name="Google Shape;556;p29"/>
            <p:cNvSpPr/>
            <p:nvPr/>
          </p:nvSpPr>
          <p:spPr>
            <a:xfrm>
              <a:off x="3771" y="2948"/>
              <a:ext cx="1667" cy="936"/>
            </a:xfrm>
            <a:custGeom>
              <a:rect b="b" l="l" r="r" t="t"/>
              <a:pathLst>
                <a:path extrusionOk="0" h="936" w="1667">
                  <a:moveTo>
                    <a:pt x="0" y="936"/>
                  </a:moveTo>
                  <a:lnTo>
                    <a:pt x="339" y="379"/>
                  </a:lnTo>
                  <a:lnTo>
                    <a:pt x="749" y="108"/>
                  </a:lnTo>
                  <a:lnTo>
                    <a:pt x="753" y="106"/>
                  </a:lnTo>
                  <a:lnTo>
                    <a:pt x="763" y="102"/>
                  </a:lnTo>
                  <a:lnTo>
                    <a:pt x="778" y="97"/>
                  </a:lnTo>
                  <a:lnTo>
                    <a:pt x="798" y="89"/>
                  </a:lnTo>
                  <a:lnTo>
                    <a:pt x="823" y="80"/>
                  </a:lnTo>
                  <a:lnTo>
                    <a:pt x="851" y="71"/>
                  </a:lnTo>
                  <a:lnTo>
                    <a:pt x="880" y="61"/>
                  </a:lnTo>
                  <a:lnTo>
                    <a:pt x="910" y="51"/>
                  </a:lnTo>
                  <a:lnTo>
                    <a:pt x="941" y="40"/>
                  </a:lnTo>
                  <a:lnTo>
                    <a:pt x="971" y="30"/>
                  </a:lnTo>
                  <a:lnTo>
                    <a:pt x="1001" y="21"/>
                  </a:lnTo>
                  <a:lnTo>
                    <a:pt x="1028" y="13"/>
                  </a:lnTo>
                  <a:lnTo>
                    <a:pt x="1052" y="6"/>
                  </a:lnTo>
                  <a:lnTo>
                    <a:pt x="1072" y="3"/>
                  </a:lnTo>
                  <a:lnTo>
                    <a:pt x="1087" y="0"/>
                  </a:lnTo>
                  <a:lnTo>
                    <a:pt x="1097" y="0"/>
                  </a:lnTo>
                  <a:lnTo>
                    <a:pt x="1105" y="3"/>
                  </a:lnTo>
                  <a:lnTo>
                    <a:pt x="1117" y="5"/>
                  </a:lnTo>
                  <a:lnTo>
                    <a:pt x="1131" y="10"/>
                  </a:lnTo>
                  <a:lnTo>
                    <a:pt x="1147" y="16"/>
                  </a:lnTo>
                  <a:lnTo>
                    <a:pt x="1166" y="21"/>
                  </a:lnTo>
                  <a:lnTo>
                    <a:pt x="1186" y="27"/>
                  </a:lnTo>
                  <a:lnTo>
                    <a:pt x="1206" y="34"/>
                  </a:lnTo>
                  <a:lnTo>
                    <a:pt x="1227" y="40"/>
                  </a:lnTo>
                  <a:lnTo>
                    <a:pt x="1247" y="48"/>
                  </a:lnTo>
                  <a:lnTo>
                    <a:pt x="1267" y="54"/>
                  </a:lnTo>
                  <a:lnTo>
                    <a:pt x="1286" y="61"/>
                  </a:lnTo>
                  <a:lnTo>
                    <a:pt x="1305" y="66"/>
                  </a:lnTo>
                  <a:lnTo>
                    <a:pt x="1320" y="71"/>
                  </a:lnTo>
                  <a:lnTo>
                    <a:pt x="1332" y="77"/>
                  </a:lnTo>
                  <a:lnTo>
                    <a:pt x="1344" y="79"/>
                  </a:lnTo>
                  <a:lnTo>
                    <a:pt x="1350" y="82"/>
                  </a:lnTo>
                  <a:lnTo>
                    <a:pt x="1364" y="86"/>
                  </a:lnTo>
                  <a:lnTo>
                    <a:pt x="1385" y="89"/>
                  </a:lnTo>
                  <a:lnTo>
                    <a:pt x="1410" y="95"/>
                  </a:lnTo>
                  <a:lnTo>
                    <a:pt x="1438" y="100"/>
                  </a:lnTo>
                  <a:lnTo>
                    <a:pt x="1464" y="106"/>
                  </a:lnTo>
                  <a:lnTo>
                    <a:pt x="1489" y="113"/>
                  </a:lnTo>
                  <a:lnTo>
                    <a:pt x="1510" y="119"/>
                  </a:lnTo>
                  <a:lnTo>
                    <a:pt x="1524" y="126"/>
                  </a:lnTo>
                  <a:lnTo>
                    <a:pt x="1537" y="137"/>
                  </a:lnTo>
                  <a:lnTo>
                    <a:pt x="1556" y="156"/>
                  </a:lnTo>
                  <a:lnTo>
                    <a:pt x="1577" y="180"/>
                  </a:lnTo>
                  <a:lnTo>
                    <a:pt x="1599" y="207"/>
                  </a:lnTo>
                  <a:lnTo>
                    <a:pt x="1622" y="236"/>
                  </a:lnTo>
                  <a:lnTo>
                    <a:pt x="1642" y="266"/>
                  </a:lnTo>
                  <a:lnTo>
                    <a:pt x="1656" y="293"/>
                  </a:lnTo>
                  <a:lnTo>
                    <a:pt x="1663" y="315"/>
                  </a:lnTo>
                  <a:lnTo>
                    <a:pt x="1667" y="401"/>
                  </a:lnTo>
                  <a:lnTo>
                    <a:pt x="1667" y="534"/>
                  </a:lnTo>
                  <a:lnTo>
                    <a:pt x="1665" y="657"/>
                  </a:lnTo>
                  <a:lnTo>
                    <a:pt x="1663" y="712"/>
                  </a:lnTo>
                  <a:lnTo>
                    <a:pt x="1584" y="936"/>
                  </a:lnTo>
                  <a:lnTo>
                    <a:pt x="0" y="936"/>
                  </a:lnTo>
                  <a:close/>
                </a:path>
              </a:pathLst>
            </a:custGeom>
            <a:solidFill>
              <a:srgbClr val="87605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57" name="Google Shape;557;p29"/>
            <p:cNvSpPr/>
            <p:nvPr/>
          </p:nvSpPr>
          <p:spPr>
            <a:xfrm>
              <a:off x="3036" y="1686"/>
              <a:ext cx="2421" cy="2202"/>
            </a:xfrm>
            <a:custGeom>
              <a:rect b="b" l="l" r="r" t="t"/>
              <a:pathLst>
                <a:path extrusionOk="0" h="2202" w="2421">
                  <a:moveTo>
                    <a:pt x="728" y="2199"/>
                  </a:moveTo>
                  <a:lnTo>
                    <a:pt x="770" y="2131"/>
                  </a:lnTo>
                  <a:lnTo>
                    <a:pt x="802" y="2076"/>
                  </a:lnTo>
                  <a:lnTo>
                    <a:pt x="830" y="2033"/>
                  </a:lnTo>
                  <a:lnTo>
                    <a:pt x="850" y="2001"/>
                  </a:lnTo>
                  <a:lnTo>
                    <a:pt x="865" y="1978"/>
                  </a:lnTo>
                  <a:lnTo>
                    <a:pt x="876" y="1960"/>
                  </a:lnTo>
                  <a:lnTo>
                    <a:pt x="881" y="1948"/>
                  </a:lnTo>
                  <a:lnTo>
                    <a:pt x="884" y="1938"/>
                  </a:lnTo>
                  <a:lnTo>
                    <a:pt x="868" y="1936"/>
                  </a:lnTo>
                  <a:lnTo>
                    <a:pt x="839" y="1935"/>
                  </a:lnTo>
                  <a:lnTo>
                    <a:pt x="800" y="1932"/>
                  </a:lnTo>
                  <a:lnTo>
                    <a:pt x="751" y="1930"/>
                  </a:lnTo>
                  <a:lnTo>
                    <a:pt x="693" y="1928"/>
                  </a:lnTo>
                  <a:lnTo>
                    <a:pt x="632" y="1926"/>
                  </a:lnTo>
                  <a:lnTo>
                    <a:pt x="565" y="1923"/>
                  </a:lnTo>
                  <a:lnTo>
                    <a:pt x="496" y="1921"/>
                  </a:lnTo>
                  <a:lnTo>
                    <a:pt x="428" y="1917"/>
                  </a:lnTo>
                  <a:lnTo>
                    <a:pt x="360" y="1914"/>
                  </a:lnTo>
                  <a:lnTo>
                    <a:pt x="295" y="1910"/>
                  </a:lnTo>
                  <a:lnTo>
                    <a:pt x="234" y="1906"/>
                  </a:lnTo>
                  <a:lnTo>
                    <a:pt x="181" y="1903"/>
                  </a:lnTo>
                  <a:lnTo>
                    <a:pt x="135" y="1899"/>
                  </a:lnTo>
                  <a:lnTo>
                    <a:pt x="100" y="1895"/>
                  </a:lnTo>
                  <a:lnTo>
                    <a:pt x="76" y="1890"/>
                  </a:lnTo>
                  <a:lnTo>
                    <a:pt x="68" y="1875"/>
                  </a:lnTo>
                  <a:lnTo>
                    <a:pt x="56" y="1857"/>
                  </a:lnTo>
                  <a:lnTo>
                    <a:pt x="44" y="1836"/>
                  </a:lnTo>
                  <a:lnTo>
                    <a:pt x="31" y="1816"/>
                  </a:lnTo>
                  <a:lnTo>
                    <a:pt x="19" y="1796"/>
                  </a:lnTo>
                  <a:lnTo>
                    <a:pt x="9" y="1779"/>
                  </a:lnTo>
                  <a:lnTo>
                    <a:pt x="3" y="1768"/>
                  </a:lnTo>
                  <a:lnTo>
                    <a:pt x="0" y="1764"/>
                  </a:lnTo>
                  <a:lnTo>
                    <a:pt x="3" y="1759"/>
                  </a:lnTo>
                  <a:lnTo>
                    <a:pt x="10" y="1744"/>
                  </a:lnTo>
                  <a:lnTo>
                    <a:pt x="23" y="1724"/>
                  </a:lnTo>
                  <a:lnTo>
                    <a:pt x="38" y="1695"/>
                  </a:lnTo>
                  <a:lnTo>
                    <a:pt x="56" y="1661"/>
                  </a:lnTo>
                  <a:lnTo>
                    <a:pt x="78" y="1624"/>
                  </a:lnTo>
                  <a:lnTo>
                    <a:pt x="99" y="1584"/>
                  </a:lnTo>
                  <a:lnTo>
                    <a:pt x="122" y="1542"/>
                  </a:lnTo>
                  <a:lnTo>
                    <a:pt x="144" y="1501"/>
                  </a:lnTo>
                  <a:lnTo>
                    <a:pt x="167" y="1460"/>
                  </a:lnTo>
                  <a:lnTo>
                    <a:pt x="187" y="1421"/>
                  </a:lnTo>
                  <a:lnTo>
                    <a:pt x="206" y="1386"/>
                  </a:lnTo>
                  <a:lnTo>
                    <a:pt x="221" y="1357"/>
                  </a:lnTo>
                  <a:lnTo>
                    <a:pt x="232" y="1333"/>
                  </a:lnTo>
                  <a:lnTo>
                    <a:pt x="239" y="1316"/>
                  </a:lnTo>
                  <a:lnTo>
                    <a:pt x="242" y="1309"/>
                  </a:lnTo>
                  <a:lnTo>
                    <a:pt x="247" y="1306"/>
                  </a:lnTo>
                  <a:lnTo>
                    <a:pt x="252" y="1305"/>
                  </a:lnTo>
                  <a:lnTo>
                    <a:pt x="257" y="1304"/>
                  </a:lnTo>
                  <a:lnTo>
                    <a:pt x="263" y="1304"/>
                  </a:lnTo>
                  <a:lnTo>
                    <a:pt x="268" y="1304"/>
                  </a:lnTo>
                  <a:lnTo>
                    <a:pt x="275" y="1305"/>
                  </a:lnTo>
                  <a:lnTo>
                    <a:pt x="280" y="1305"/>
                  </a:lnTo>
                  <a:lnTo>
                    <a:pt x="286" y="1306"/>
                  </a:lnTo>
                  <a:lnTo>
                    <a:pt x="296" y="1241"/>
                  </a:lnTo>
                  <a:lnTo>
                    <a:pt x="298" y="1224"/>
                  </a:lnTo>
                  <a:lnTo>
                    <a:pt x="307" y="1179"/>
                  </a:lnTo>
                  <a:lnTo>
                    <a:pt x="320" y="1114"/>
                  </a:lnTo>
                  <a:lnTo>
                    <a:pt x="337" y="1039"/>
                  </a:lnTo>
                  <a:lnTo>
                    <a:pt x="359" y="961"/>
                  </a:lnTo>
                  <a:lnTo>
                    <a:pt x="384" y="890"/>
                  </a:lnTo>
                  <a:lnTo>
                    <a:pt x="414" y="834"/>
                  </a:lnTo>
                  <a:lnTo>
                    <a:pt x="445" y="803"/>
                  </a:lnTo>
                  <a:lnTo>
                    <a:pt x="465" y="794"/>
                  </a:lnTo>
                  <a:lnTo>
                    <a:pt x="485" y="785"/>
                  </a:lnTo>
                  <a:lnTo>
                    <a:pt x="507" y="776"/>
                  </a:lnTo>
                  <a:lnTo>
                    <a:pt x="528" y="768"/>
                  </a:lnTo>
                  <a:lnTo>
                    <a:pt x="549" y="762"/>
                  </a:lnTo>
                  <a:lnTo>
                    <a:pt x="570" y="754"/>
                  </a:lnTo>
                  <a:lnTo>
                    <a:pt x="592" y="746"/>
                  </a:lnTo>
                  <a:lnTo>
                    <a:pt x="612" y="738"/>
                  </a:lnTo>
                  <a:lnTo>
                    <a:pt x="633" y="729"/>
                  </a:lnTo>
                  <a:lnTo>
                    <a:pt x="653" y="720"/>
                  </a:lnTo>
                  <a:lnTo>
                    <a:pt x="672" y="710"/>
                  </a:lnTo>
                  <a:lnTo>
                    <a:pt x="692" y="698"/>
                  </a:lnTo>
                  <a:lnTo>
                    <a:pt x="710" y="684"/>
                  </a:lnTo>
                  <a:lnTo>
                    <a:pt x="727" y="669"/>
                  </a:lnTo>
                  <a:lnTo>
                    <a:pt x="743" y="653"/>
                  </a:lnTo>
                  <a:lnTo>
                    <a:pt x="759" y="633"/>
                  </a:lnTo>
                  <a:lnTo>
                    <a:pt x="764" y="623"/>
                  </a:lnTo>
                  <a:lnTo>
                    <a:pt x="770" y="612"/>
                  </a:lnTo>
                  <a:lnTo>
                    <a:pt x="777" y="602"/>
                  </a:lnTo>
                  <a:lnTo>
                    <a:pt x="784" y="592"/>
                  </a:lnTo>
                  <a:lnTo>
                    <a:pt x="789" y="580"/>
                  </a:lnTo>
                  <a:lnTo>
                    <a:pt x="791" y="570"/>
                  </a:lnTo>
                  <a:lnTo>
                    <a:pt x="789" y="558"/>
                  </a:lnTo>
                  <a:lnTo>
                    <a:pt x="782" y="548"/>
                  </a:lnTo>
                  <a:lnTo>
                    <a:pt x="777" y="548"/>
                  </a:lnTo>
                  <a:lnTo>
                    <a:pt x="770" y="549"/>
                  </a:lnTo>
                  <a:lnTo>
                    <a:pt x="764" y="549"/>
                  </a:lnTo>
                  <a:lnTo>
                    <a:pt x="756" y="548"/>
                  </a:lnTo>
                  <a:lnTo>
                    <a:pt x="747" y="541"/>
                  </a:lnTo>
                  <a:lnTo>
                    <a:pt x="741" y="532"/>
                  </a:lnTo>
                  <a:lnTo>
                    <a:pt x="736" y="522"/>
                  </a:lnTo>
                  <a:lnTo>
                    <a:pt x="732" y="511"/>
                  </a:lnTo>
                  <a:lnTo>
                    <a:pt x="733" y="498"/>
                  </a:lnTo>
                  <a:lnTo>
                    <a:pt x="728" y="484"/>
                  </a:lnTo>
                  <a:lnTo>
                    <a:pt x="721" y="472"/>
                  </a:lnTo>
                  <a:lnTo>
                    <a:pt x="715" y="462"/>
                  </a:lnTo>
                  <a:lnTo>
                    <a:pt x="693" y="434"/>
                  </a:lnTo>
                  <a:lnTo>
                    <a:pt x="678" y="401"/>
                  </a:lnTo>
                  <a:lnTo>
                    <a:pt x="668" y="367"/>
                  </a:lnTo>
                  <a:lnTo>
                    <a:pt x="663" y="332"/>
                  </a:lnTo>
                  <a:lnTo>
                    <a:pt x="663" y="296"/>
                  </a:lnTo>
                  <a:lnTo>
                    <a:pt x="667" y="260"/>
                  </a:lnTo>
                  <a:lnTo>
                    <a:pt x="675" y="225"/>
                  </a:lnTo>
                  <a:lnTo>
                    <a:pt x="687" y="191"/>
                  </a:lnTo>
                  <a:lnTo>
                    <a:pt x="695" y="176"/>
                  </a:lnTo>
                  <a:lnTo>
                    <a:pt x="705" y="161"/>
                  </a:lnTo>
                  <a:lnTo>
                    <a:pt x="716" y="148"/>
                  </a:lnTo>
                  <a:lnTo>
                    <a:pt x="730" y="137"/>
                  </a:lnTo>
                  <a:lnTo>
                    <a:pt x="743" y="128"/>
                  </a:lnTo>
                  <a:lnTo>
                    <a:pt x="760" y="118"/>
                  </a:lnTo>
                  <a:lnTo>
                    <a:pt x="775" y="112"/>
                  </a:lnTo>
                  <a:lnTo>
                    <a:pt x="791" y="108"/>
                  </a:lnTo>
                  <a:lnTo>
                    <a:pt x="807" y="116"/>
                  </a:lnTo>
                  <a:lnTo>
                    <a:pt x="822" y="89"/>
                  </a:lnTo>
                  <a:lnTo>
                    <a:pt x="841" y="67"/>
                  </a:lnTo>
                  <a:lnTo>
                    <a:pt x="863" y="50"/>
                  </a:lnTo>
                  <a:lnTo>
                    <a:pt x="886" y="35"/>
                  </a:lnTo>
                  <a:lnTo>
                    <a:pt x="911" y="25"/>
                  </a:lnTo>
                  <a:lnTo>
                    <a:pt x="939" y="16"/>
                  </a:lnTo>
                  <a:lnTo>
                    <a:pt x="965" y="8"/>
                  </a:lnTo>
                  <a:lnTo>
                    <a:pt x="993" y="2"/>
                  </a:lnTo>
                  <a:lnTo>
                    <a:pt x="1011" y="0"/>
                  </a:lnTo>
                  <a:lnTo>
                    <a:pt x="1028" y="2"/>
                  </a:lnTo>
                  <a:lnTo>
                    <a:pt x="1046" y="4"/>
                  </a:lnTo>
                  <a:lnTo>
                    <a:pt x="1063" y="8"/>
                  </a:lnTo>
                  <a:lnTo>
                    <a:pt x="1079" y="13"/>
                  </a:lnTo>
                  <a:lnTo>
                    <a:pt x="1096" y="20"/>
                  </a:lnTo>
                  <a:lnTo>
                    <a:pt x="1112" y="28"/>
                  </a:lnTo>
                  <a:lnTo>
                    <a:pt x="1127" y="37"/>
                  </a:lnTo>
                  <a:lnTo>
                    <a:pt x="1142" y="47"/>
                  </a:lnTo>
                  <a:lnTo>
                    <a:pt x="1156" y="58"/>
                  </a:lnTo>
                  <a:lnTo>
                    <a:pt x="1168" y="70"/>
                  </a:lnTo>
                  <a:lnTo>
                    <a:pt x="1181" y="83"/>
                  </a:lnTo>
                  <a:lnTo>
                    <a:pt x="1192" y="98"/>
                  </a:lnTo>
                  <a:lnTo>
                    <a:pt x="1202" y="112"/>
                  </a:lnTo>
                  <a:lnTo>
                    <a:pt x="1212" y="128"/>
                  </a:lnTo>
                  <a:lnTo>
                    <a:pt x="1220" y="144"/>
                  </a:lnTo>
                  <a:lnTo>
                    <a:pt x="1231" y="183"/>
                  </a:lnTo>
                  <a:lnTo>
                    <a:pt x="1239" y="225"/>
                  </a:lnTo>
                  <a:lnTo>
                    <a:pt x="1242" y="268"/>
                  </a:lnTo>
                  <a:lnTo>
                    <a:pt x="1241" y="310"/>
                  </a:lnTo>
                  <a:lnTo>
                    <a:pt x="1235" y="352"/>
                  </a:lnTo>
                  <a:lnTo>
                    <a:pt x="1222" y="392"/>
                  </a:lnTo>
                  <a:lnTo>
                    <a:pt x="1201" y="428"/>
                  </a:lnTo>
                  <a:lnTo>
                    <a:pt x="1173" y="461"/>
                  </a:lnTo>
                  <a:lnTo>
                    <a:pt x="1176" y="474"/>
                  </a:lnTo>
                  <a:lnTo>
                    <a:pt x="1177" y="489"/>
                  </a:lnTo>
                  <a:lnTo>
                    <a:pt x="1176" y="504"/>
                  </a:lnTo>
                  <a:lnTo>
                    <a:pt x="1171" y="518"/>
                  </a:lnTo>
                  <a:lnTo>
                    <a:pt x="1163" y="524"/>
                  </a:lnTo>
                  <a:lnTo>
                    <a:pt x="1155" y="528"/>
                  </a:lnTo>
                  <a:lnTo>
                    <a:pt x="1145" y="528"/>
                  </a:lnTo>
                  <a:lnTo>
                    <a:pt x="1135" y="527"/>
                  </a:lnTo>
                  <a:lnTo>
                    <a:pt x="1131" y="532"/>
                  </a:lnTo>
                  <a:lnTo>
                    <a:pt x="1122" y="542"/>
                  </a:lnTo>
                  <a:lnTo>
                    <a:pt x="1113" y="557"/>
                  </a:lnTo>
                  <a:lnTo>
                    <a:pt x="1106" y="567"/>
                  </a:lnTo>
                  <a:lnTo>
                    <a:pt x="1116" y="585"/>
                  </a:lnTo>
                  <a:lnTo>
                    <a:pt x="1126" y="603"/>
                  </a:lnTo>
                  <a:lnTo>
                    <a:pt x="1138" y="622"/>
                  </a:lnTo>
                  <a:lnTo>
                    <a:pt x="1151" y="638"/>
                  </a:lnTo>
                  <a:lnTo>
                    <a:pt x="1165" y="653"/>
                  </a:lnTo>
                  <a:lnTo>
                    <a:pt x="1182" y="666"/>
                  </a:lnTo>
                  <a:lnTo>
                    <a:pt x="1201" y="673"/>
                  </a:lnTo>
                  <a:lnTo>
                    <a:pt x="1224" y="679"/>
                  </a:lnTo>
                  <a:lnTo>
                    <a:pt x="1242" y="684"/>
                  </a:lnTo>
                  <a:lnTo>
                    <a:pt x="1261" y="689"/>
                  </a:lnTo>
                  <a:lnTo>
                    <a:pt x="1279" y="697"/>
                  </a:lnTo>
                  <a:lnTo>
                    <a:pt x="1296" y="706"/>
                  </a:lnTo>
                  <a:lnTo>
                    <a:pt x="1313" y="716"/>
                  </a:lnTo>
                  <a:lnTo>
                    <a:pt x="1329" y="728"/>
                  </a:lnTo>
                  <a:lnTo>
                    <a:pt x="1345" y="741"/>
                  </a:lnTo>
                  <a:lnTo>
                    <a:pt x="1360" y="754"/>
                  </a:lnTo>
                  <a:lnTo>
                    <a:pt x="1365" y="729"/>
                  </a:lnTo>
                  <a:lnTo>
                    <a:pt x="1370" y="705"/>
                  </a:lnTo>
                  <a:lnTo>
                    <a:pt x="1377" y="679"/>
                  </a:lnTo>
                  <a:lnTo>
                    <a:pt x="1383" y="654"/>
                  </a:lnTo>
                  <a:lnTo>
                    <a:pt x="1393" y="631"/>
                  </a:lnTo>
                  <a:lnTo>
                    <a:pt x="1405" y="609"/>
                  </a:lnTo>
                  <a:lnTo>
                    <a:pt x="1423" y="590"/>
                  </a:lnTo>
                  <a:lnTo>
                    <a:pt x="1446" y="576"/>
                  </a:lnTo>
                  <a:lnTo>
                    <a:pt x="1501" y="559"/>
                  </a:lnTo>
                  <a:lnTo>
                    <a:pt x="1509" y="545"/>
                  </a:lnTo>
                  <a:lnTo>
                    <a:pt x="1518" y="532"/>
                  </a:lnTo>
                  <a:lnTo>
                    <a:pt x="1530" y="522"/>
                  </a:lnTo>
                  <a:lnTo>
                    <a:pt x="1541" y="511"/>
                  </a:lnTo>
                  <a:lnTo>
                    <a:pt x="1552" y="502"/>
                  </a:lnTo>
                  <a:lnTo>
                    <a:pt x="1565" y="493"/>
                  </a:lnTo>
                  <a:lnTo>
                    <a:pt x="1578" y="487"/>
                  </a:lnTo>
                  <a:lnTo>
                    <a:pt x="1592" y="481"/>
                  </a:lnTo>
                  <a:lnTo>
                    <a:pt x="1607" y="476"/>
                  </a:lnTo>
                  <a:lnTo>
                    <a:pt x="1622" y="472"/>
                  </a:lnTo>
                  <a:lnTo>
                    <a:pt x="1637" y="470"/>
                  </a:lnTo>
                  <a:lnTo>
                    <a:pt x="1652" y="469"/>
                  </a:lnTo>
                  <a:lnTo>
                    <a:pt x="1669" y="467"/>
                  </a:lnTo>
                  <a:lnTo>
                    <a:pt x="1684" y="469"/>
                  </a:lnTo>
                  <a:lnTo>
                    <a:pt x="1700" y="469"/>
                  </a:lnTo>
                  <a:lnTo>
                    <a:pt x="1716" y="471"/>
                  </a:lnTo>
                  <a:lnTo>
                    <a:pt x="1743" y="480"/>
                  </a:lnTo>
                  <a:lnTo>
                    <a:pt x="1769" y="491"/>
                  </a:lnTo>
                  <a:lnTo>
                    <a:pt x="1795" y="502"/>
                  </a:lnTo>
                  <a:lnTo>
                    <a:pt x="1820" y="514"/>
                  </a:lnTo>
                  <a:lnTo>
                    <a:pt x="1844" y="529"/>
                  </a:lnTo>
                  <a:lnTo>
                    <a:pt x="1867" y="546"/>
                  </a:lnTo>
                  <a:lnTo>
                    <a:pt x="1888" y="567"/>
                  </a:lnTo>
                  <a:lnTo>
                    <a:pt x="1906" y="592"/>
                  </a:lnTo>
                  <a:lnTo>
                    <a:pt x="1924" y="620"/>
                  </a:lnTo>
                  <a:lnTo>
                    <a:pt x="1940" y="650"/>
                  </a:lnTo>
                  <a:lnTo>
                    <a:pt x="1951" y="682"/>
                  </a:lnTo>
                  <a:lnTo>
                    <a:pt x="1958" y="716"/>
                  </a:lnTo>
                  <a:lnTo>
                    <a:pt x="1963" y="751"/>
                  </a:lnTo>
                  <a:lnTo>
                    <a:pt x="1963" y="786"/>
                  </a:lnTo>
                  <a:lnTo>
                    <a:pt x="1962" y="822"/>
                  </a:lnTo>
                  <a:lnTo>
                    <a:pt x="1957" y="859"/>
                  </a:lnTo>
                  <a:lnTo>
                    <a:pt x="1950" y="892"/>
                  </a:lnTo>
                  <a:lnTo>
                    <a:pt x="1940" y="925"/>
                  </a:lnTo>
                  <a:lnTo>
                    <a:pt x="1928" y="956"/>
                  </a:lnTo>
                  <a:lnTo>
                    <a:pt x="1916" y="987"/>
                  </a:lnTo>
                  <a:lnTo>
                    <a:pt x="1903" y="1018"/>
                  </a:lnTo>
                  <a:lnTo>
                    <a:pt x="1889" y="1048"/>
                  </a:lnTo>
                  <a:lnTo>
                    <a:pt x="1877" y="1078"/>
                  </a:lnTo>
                  <a:lnTo>
                    <a:pt x="1866" y="1109"/>
                  </a:lnTo>
                  <a:lnTo>
                    <a:pt x="1859" y="1118"/>
                  </a:lnTo>
                  <a:lnTo>
                    <a:pt x="1853" y="1130"/>
                  </a:lnTo>
                  <a:lnTo>
                    <a:pt x="1847" y="1139"/>
                  </a:lnTo>
                  <a:lnTo>
                    <a:pt x="1844" y="1143"/>
                  </a:lnTo>
                  <a:lnTo>
                    <a:pt x="1844" y="1151"/>
                  </a:lnTo>
                  <a:lnTo>
                    <a:pt x="1845" y="1160"/>
                  </a:lnTo>
                  <a:lnTo>
                    <a:pt x="1848" y="1169"/>
                  </a:lnTo>
                  <a:lnTo>
                    <a:pt x="1853" y="1175"/>
                  </a:lnTo>
                  <a:lnTo>
                    <a:pt x="1871" y="1175"/>
                  </a:lnTo>
                  <a:lnTo>
                    <a:pt x="1887" y="1179"/>
                  </a:lnTo>
                  <a:lnTo>
                    <a:pt x="1902" y="1186"/>
                  </a:lnTo>
                  <a:lnTo>
                    <a:pt x="1917" y="1195"/>
                  </a:lnTo>
                  <a:lnTo>
                    <a:pt x="1931" y="1206"/>
                  </a:lnTo>
                  <a:lnTo>
                    <a:pt x="1942" y="1219"/>
                  </a:lnTo>
                  <a:lnTo>
                    <a:pt x="1952" y="1233"/>
                  </a:lnTo>
                  <a:lnTo>
                    <a:pt x="1960" y="1248"/>
                  </a:lnTo>
                  <a:lnTo>
                    <a:pt x="1957" y="1265"/>
                  </a:lnTo>
                  <a:lnTo>
                    <a:pt x="1961" y="1276"/>
                  </a:lnTo>
                  <a:lnTo>
                    <a:pt x="1970" y="1285"/>
                  </a:lnTo>
                  <a:lnTo>
                    <a:pt x="1980" y="1292"/>
                  </a:lnTo>
                  <a:lnTo>
                    <a:pt x="1992" y="1297"/>
                  </a:lnTo>
                  <a:lnTo>
                    <a:pt x="2006" y="1301"/>
                  </a:lnTo>
                  <a:lnTo>
                    <a:pt x="2019" y="1307"/>
                  </a:lnTo>
                  <a:lnTo>
                    <a:pt x="2029" y="1314"/>
                  </a:lnTo>
                  <a:lnTo>
                    <a:pt x="2041" y="1316"/>
                  </a:lnTo>
                  <a:lnTo>
                    <a:pt x="2055" y="1319"/>
                  </a:lnTo>
                  <a:lnTo>
                    <a:pt x="2067" y="1323"/>
                  </a:lnTo>
                  <a:lnTo>
                    <a:pt x="2079" y="1327"/>
                  </a:lnTo>
                  <a:lnTo>
                    <a:pt x="2091" y="1329"/>
                  </a:lnTo>
                  <a:lnTo>
                    <a:pt x="2104" y="1333"/>
                  </a:lnTo>
                  <a:lnTo>
                    <a:pt x="2116" y="1337"/>
                  </a:lnTo>
                  <a:lnTo>
                    <a:pt x="2128" y="1341"/>
                  </a:lnTo>
                  <a:lnTo>
                    <a:pt x="2140" y="1344"/>
                  </a:lnTo>
                  <a:lnTo>
                    <a:pt x="2153" y="1348"/>
                  </a:lnTo>
                  <a:lnTo>
                    <a:pt x="2165" y="1351"/>
                  </a:lnTo>
                  <a:lnTo>
                    <a:pt x="2179" y="1355"/>
                  </a:lnTo>
                  <a:lnTo>
                    <a:pt x="2192" y="1359"/>
                  </a:lnTo>
                  <a:lnTo>
                    <a:pt x="2205" y="1362"/>
                  </a:lnTo>
                  <a:lnTo>
                    <a:pt x="2219" y="1366"/>
                  </a:lnTo>
                  <a:lnTo>
                    <a:pt x="2234" y="1368"/>
                  </a:lnTo>
                  <a:lnTo>
                    <a:pt x="2264" y="1384"/>
                  </a:lnTo>
                  <a:lnTo>
                    <a:pt x="2292" y="1403"/>
                  </a:lnTo>
                  <a:lnTo>
                    <a:pt x="2317" y="1428"/>
                  </a:lnTo>
                  <a:lnTo>
                    <a:pt x="2338" y="1454"/>
                  </a:lnTo>
                  <a:lnTo>
                    <a:pt x="2358" y="1482"/>
                  </a:lnTo>
                  <a:lnTo>
                    <a:pt x="2377" y="1512"/>
                  </a:lnTo>
                  <a:lnTo>
                    <a:pt x="2393" y="1541"/>
                  </a:lnTo>
                  <a:lnTo>
                    <a:pt x="2408" y="1571"/>
                  </a:lnTo>
                  <a:lnTo>
                    <a:pt x="2415" y="1602"/>
                  </a:lnTo>
                  <a:lnTo>
                    <a:pt x="2418" y="1655"/>
                  </a:lnTo>
                  <a:lnTo>
                    <a:pt x="2421" y="1726"/>
                  </a:lnTo>
                  <a:lnTo>
                    <a:pt x="2420" y="1810"/>
                  </a:lnTo>
                  <a:lnTo>
                    <a:pt x="2415" y="1904"/>
                  </a:lnTo>
                  <a:lnTo>
                    <a:pt x="2403" y="2002"/>
                  </a:lnTo>
                  <a:lnTo>
                    <a:pt x="2387" y="2102"/>
                  </a:lnTo>
                  <a:lnTo>
                    <a:pt x="2365" y="2199"/>
                  </a:lnTo>
                  <a:lnTo>
                    <a:pt x="2284" y="2198"/>
                  </a:lnTo>
                  <a:lnTo>
                    <a:pt x="2304" y="2129"/>
                  </a:lnTo>
                  <a:lnTo>
                    <a:pt x="2321" y="2072"/>
                  </a:lnTo>
                  <a:lnTo>
                    <a:pt x="2333" y="2027"/>
                  </a:lnTo>
                  <a:lnTo>
                    <a:pt x="2344" y="1992"/>
                  </a:lnTo>
                  <a:lnTo>
                    <a:pt x="2353" y="1963"/>
                  </a:lnTo>
                  <a:lnTo>
                    <a:pt x="2360" y="1941"/>
                  </a:lnTo>
                  <a:lnTo>
                    <a:pt x="2365" y="1923"/>
                  </a:lnTo>
                  <a:lnTo>
                    <a:pt x="2368" y="1908"/>
                  </a:lnTo>
                  <a:lnTo>
                    <a:pt x="2380" y="1856"/>
                  </a:lnTo>
                  <a:lnTo>
                    <a:pt x="2388" y="1800"/>
                  </a:lnTo>
                  <a:lnTo>
                    <a:pt x="2393" y="1742"/>
                  </a:lnTo>
                  <a:lnTo>
                    <a:pt x="2392" y="1682"/>
                  </a:lnTo>
                  <a:lnTo>
                    <a:pt x="2385" y="1625"/>
                  </a:lnTo>
                  <a:lnTo>
                    <a:pt x="2370" y="1571"/>
                  </a:lnTo>
                  <a:lnTo>
                    <a:pt x="2347" y="1520"/>
                  </a:lnTo>
                  <a:lnTo>
                    <a:pt x="2314" y="1476"/>
                  </a:lnTo>
                  <a:lnTo>
                    <a:pt x="2301" y="1458"/>
                  </a:lnTo>
                  <a:lnTo>
                    <a:pt x="2286" y="1442"/>
                  </a:lnTo>
                  <a:lnTo>
                    <a:pt x="2269" y="1431"/>
                  </a:lnTo>
                  <a:lnTo>
                    <a:pt x="2253" y="1419"/>
                  </a:lnTo>
                  <a:lnTo>
                    <a:pt x="2235" y="1411"/>
                  </a:lnTo>
                  <a:lnTo>
                    <a:pt x="2217" y="1403"/>
                  </a:lnTo>
                  <a:lnTo>
                    <a:pt x="2197" y="1397"/>
                  </a:lnTo>
                  <a:lnTo>
                    <a:pt x="2178" y="1392"/>
                  </a:lnTo>
                  <a:lnTo>
                    <a:pt x="2156" y="1386"/>
                  </a:lnTo>
                  <a:lnTo>
                    <a:pt x="2136" y="1381"/>
                  </a:lnTo>
                  <a:lnTo>
                    <a:pt x="2115" y="1376"/>
                  </a:lnTo>
                  <a:lnTo>
                    <a:pt x="2092" y="1370"/>
                  </a:lnTo>
                  <a:lnTo>
                    <a:pt x="2071" y="1362"/>
                  </a:lnTo>
                  <a:lnTo>
                    <a:pt x="2049" y="1354"/>
                  </a:lnTo>
                  <a:lnTo>
                    <a:pt x="2026" y="1344"/>
                  </a:lnTo>
                  <a:lnTo>
                    <a:pt x="2003" y="1332"/>
                  </a:lnTo>
                  <a:lnTo>
                    <a:pt x="1988" y="1327"/>
                  </a:lnTo>
                  <a:lnTo>
                    <a:pt x="1975" y="1322"/>
                  </a:lnTo>
                  <a:lnTo>
                    <a:pt x="1961" y="1318"/>
                  </a:lnTo>
                  <a:lnTo>
                    <a:pt x="1947" y="1314"/>
                  </a:lnTo>
                  <a:lnTo>
                    <a:pt x="1935" y="1311"/>
                  </a:lnTo>
                  <a:lnTo>
                    <a:pt x="1921" y="1309"/>
                  </a:lnTo>
                  <a:lnTo>
                    <a:pt x="1908" y="1306"/>
                  </a:lnTo>
                  <a:lnTo>
                    <a:pt x="1894" y="1305"/>
                  </a:lnTo>
                  <a:lnTo>
                    <a:pt x="1881" y="1304"/>
                  </a:lnTo>
                  <a:lnTo>
                    <a:pt x="1866" y="1304"/>
                  </a:lnTo>
                  <a:lnTo>
                    <a:pt x="1849" y="1304"/>
                  </a:lnTo>
                  <a:lnTo>
                    <a:pt x="1833" y="1304"/>
                  </a:lnTo>
                  <a:lnTo>
                    <a:pt x="1815" y="1304"/>
                  </a:lnTo>
                  <a:lnTo>
                    <a:pt x="1797" y="1304"/>
                  </a:lnTo>
                  <a:lnTo>
                    <a:pt x="1775" y="1305"/>
                  </a:lnTo>
                  <a:lnTo>
                    <a:pt x="1753" y="1306"/>
                  </a:lnTo>
                  <a:lnTo>
                    <a:pt x="1750" y="1307"/>
                  </a:lnTo>
                  <a:lnTo>
                    <a:pt x="1744" y="1309"/>
                  </a:lnTo>
                  <a:lnTo>
                    <a:pt x="1733" y="1311"/>
                  </a:lnTo>
                  <a:lnTo>
                    <a:pt x="1719" y="1315"/>
                  </a:lnTo>
                  <a:lnTo>
                    <a:pt x="1703" y="1320"/>
                  </a:lnTo>
                  <a:lnTo>
                    <a:pt x="1684" y="1326"/>
                  </a:lnTo>
                  <a:lnTo>
                    <a:pt x="1664" y="1332"/>
                  </a:lnTo>
                  <a:lnTo>
                    <a:pt x="1641" y="1339"/>
                  </a:lnTo>
                  <a:lnTo>
                    <a:pt x="1619" y="1346"/>
                  </a:lnTo>
                  <a:lnTo>
                    <a:pt x="1596" y="1353"/>
                  </a:lnTo>
                  <a:lnTo>
                    <a:pt x="1575" y="1361"/>
                  </a:lnTo>
                  <a:lnTo>
                    <a:pt x="1553" y="1368"/>
                  </a:lnTo>
                  <a:lnTo>
                    <a:pt x="1533" y="1376"/>
                  </a:lnTo>
                  <a:lnTo>
                    <a:pt x="1515" y="1384"/>
                  </a:lnTo>
                  <a:lnTo>
                    <a:pt x="1499" y="1390"/>
                  </a:lnTo>
                  <a:lnTo>
                    <a:pt x="1487" y="1397"/>
                  </a:lnTo>
                  <a:lnTo>
                    <a:pt x="1474" y="1405"/>
                  </a:lnTo>
                  <a:lnTo>
                    <a:pt x="1459" y="1414"/>
                  </a:lnTo>
                  <a:lnTo>
                    <a:pt x="1442" y="1424"/>
                  </a:lnTo>
                  <a:lnTo>
                    <a:pt x="1422" y="1437"/>
                  </a:lnTo>
                  <a:lnTo>
                    <a:pt x="1402" y="1450"/>
                  </a:lnTo>
                  <a:lnTo>
                    <a:pt x="1379" y="1463"/>
                  </a:lnTo>
                  <a:lnTo>
                    <a:pt x="1355" y="1479"/>
                  </a:lnTo>
                  <a:lnTo>
                    <a:pt x="1330" y="1493"/>
                  </a:lnTo>
                  <a:lnTo>
                    <a:pt x="1305" y="1508"/>
                  </a:lnTo>
                  <a:lnTo>
                    <a:pt x="1280" y="1525"/>
                  </a:lnTo>
                  <a:lnTo>
                    <a:pt x="1254" y="1541"/>
                  </a:lnTo>
                  <a:lnTo>
                    <a:pt x="1229" y="1556"/>
                  </a:lnTo>
                  <a:lnTo>
                    <a:pt x="1204" y="1573"/>
                  </a:lnTo>
                  <a:lnTo>
                    <a:pt x="1179" y="1589"/>
                  </a:lnTo>
                  <a:lnTo>
                    <a:pt x="1155" y="1604"/>
                  </a:lnTo>
                  <a:lnTo>
                    <a:pt x="1132" y="1619"/>
                  </a:lnTo>
                  <a:lnTo>
                    <a:pt x="1122" y="1630"/>
                  </a:lnTo>
                  <a:lnTo>
                    <a:pt x="1110" y="1647"/>
                  </a:lnTo>
                  <a:lnTo>
                    <a:pt x="1096" y="1672"/>
                  </a:lnTo>
                  <a:lnTo>
                    <a:pt x="1079" y="1702"/>
                  </a:lnTo>
                  <a:lnTo>
                    <a:pt x="1062" y="1735"/>
                  </a:lnTo>
                  <a:lnTo>
                    <a:pt x="1043" y="1773"/>
                  </a:lnTo>
                  <a:lnTo>
                    <a:pt x="1023" y="1813"/>
                  </a:lnTo>
                  <a:lnTo>
                    <a:pt x="1002" y="1857"/>
                  </a:lnTo>
                  <a:lnTo>
                    <a:pt x="980" y="1901"/>
                  </a:lnTo>
                  <a:lnTo>
                    <a:pt x="957" y="1948"/>
                  </a:lnTo>
                  <a:lnTo>
                    <a:pt x="934" y="1993"/>
                  </a:lnTo>
                  <a:lnTo>
                    <a:pt x="909" y="2040"/>
                  </a:lnTo>
                  <a:lnTo>
                    <a:pt x="885" y="2084"/>
                  </a:lnTo>
                  <a:lnTo>
                    <a:pt x="860" y="2126"/>
                  </a:lnTo>
                  <a:lnTo>
                    <a:pt x="835" y="2166"/>
                  </a:lnTo>
                  <a:lnTo>
                    <a:pt x="810" y="2202"/>
                  </a:lnTo>
                  <a:lnTo>
                    <a:pt x="728" y="219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58" name="Google Shape;558;p29"/>
            <p:cNvSpPr/>
            <p:nvPr/>
          </p:nvSpPr>
          <p:spPr>
            <a:xfrm>
              <a:off x="3876" y="1721"/>
              <a:ext cx="366" cy="190"/>
            </a:xfrm>
            <a:custGeom>
              <a:rect b="b" l="l" r="r" t="t"/>
              <a:pathLst>
                <a:path extrusionOk="0" h="190" w="366">
                  <a:moveTo>
                    <a:pt x="342" y="106"/>
                  </a:moveTo>
                  <a:lnTo>
                    <a:pt x="351" y="125"/>
                  </a:lnTo>
                  <a:lnTo>
                    <a:pt x="359" y="147"/>
                  </a:lnTo>
                  <a:lnTo>
                    <a:pt x="364" y="169"/>
                  </a:lnTo>
                  <a:lnTo>
                    <a:pt x="366" y="190"/>
                  </a:lnTo>
                  <a:lnTo>
                    <a:pt x="360" y="174"/>
                  </a:lnTo>
                  <a:lnTo>
                    <a:pt x="354" y="157"/>
                  </a:lnTo>
                  <a:lnTo>
                    <a:pt x="345" y="141"/>
                  </a:lnTo>
                  <a:lnTo>
                    <a:pt x="335" y="124"/>
                  </a:lnTo>
                  <a:lnTo>
                    <a:pt x="323" y="108"/>
                  </a:lnTo>
                  <a:lnTo>
                    <a:pt x="310" y="93"/>
                  </a:lnTo>
                  <a:lnTo>
                    <a:pt x="295" y="80"/>
                  </a:lnTo>
                  <a:lnTo>
                    <a:pt x="277" y="68"/>
                  </a:lnTo>
                  <a:lnTo>
                    <a:pt x="261" y="60"/>
                  </a:lnTo>
                  <a:lnTo>
                    <a:pt x="244" y="54"/>
                  </a:lnTo>
                  <a:lnTo>
                    <a:pt x="227" y="50"/>
                  </a:lnTo>
                  <a:lnTo>
                    <a:pt x="209" y="46"/>
                  </a:lnTo>
                  <a:lnTo>
                    <a:pt x="192" y="45"/>
                  </a:lnTo>
                  <a:lnTo>
                    <a:pt x="174" y="43"/>
                  </a:lnTo>
                  <a:lnTo>
                    <a:pt x="155" y="43"/>
                  </a:lnTo>
                  <a:lnTo>
                    <a:pt x="138" y="45"/>
                  </a:lnTo>
                  <a:lnTo>
                    <a:pt x="119" y="47"/>
                  </a:lnTo>
                  <a:lnTo>
                    <a:pt x="102" y="50"/>
                  </a:lnTo>
                  <a:lnTo>
                    <a:pt x="84" y="54"/>
                  </a:lnTo>
                  <a:lnTo>
                    <a:pt x="66" y="59"/>
                  </a:lnTo>
                  <a:lnTo>
                    <a:pt x="49" y="63"/>
                  </a:lnTo>
                  <a:lnTo>
                    <a:pt x="33" y="69"/>
                  </a:lnTo>
                  <a:lnTo>
                    <a:pt x="16" y="74"/>
                  </a:lnTo>
                  <a:lnTo>
                    <a:pt x="0" y="81"/>
                  </a:lnTo>
                  <a:lnTo>
                    <a:pt x="10" y="68"/>
                  </a:lnTo>
                  <a:lnTo>
                    <a:pt x="20" y="55"/>
                  </a:lnTo>
                  <a:lnTo>
                    <a:pt x="31" y="45"/>
                  </a:lnTo>
                  <a:lnTo>
                    <a:pt x="44" y="34"/>
                  </a:lnTo>
                  <a:lnTo>
                    <a:pt x="56" y="26"/>
                  </a:lnTo>
                  <a:lnTo>
                    <a:pt x="70" y="19"/>
                  </a:lnTo>
                  <a:lnTo>
                    <a:pt x="83" y="13"/>
                  </a:lnTo>
                  <a:lnTo>
                    <a:pt x="98" y="8"/>
                  </a:lnTo>
                  <a:lnTo>
                    <a:pt x="112" y="4"/>
                  </a:lnTo>
                  <a:lnTo>
                    <a:pt x="127" y="2"/>
                  </a:lnTo>
                  <a:lnTo>
                    <a:pt x="142" y="0"/>
                  </a:lnTo>
                  <a:lnTo>
                    <a:pt x="157" y="0"/>
                  </a:lnTo>
                  <a:lnTo>
                    <a:pt x="173" y="0"/>
                  </a:lnTo>
                  <a:lnTo>
                    <a:pt x="188" y="3"/>
                  </a:lnTo>
                  <a:lnTo>
                    <a:pt x="204" y="6"/>
                  </a:lnTo>
                  <a:lnTo>
                    <a:pt x="219" y="10"/>
                  </a:lnTo>
                  <a:lnTo>
                    <a:pt x="236" y="16"/>
                  </a:lnTo>
                  <a:lnTo>
                    <a:pt x="253" y="25"/>
                  </a:lnTo>
                  <a:lnTo>
                    <a:pt x="270" y="35"/>
                  </a:lnTo>
                  <a:lnTo>
                    <a:pt x="287" y="47"/>
                  </a:lnTo>
                  <a:lnTo>
                    <a:pt x="302" y="61"/>
                  </a:lnTo>
                  <a:lnTo>
                    <a:pt x="317" y="76"/>
                  </a:lnTo>
                  <a:lnTo>
                    <a:pt x="331" y="90"/>
                  </a:lnTo>
                  <a:lnTo>
                    <a:pt x="342" y="106"/>
                  </a:lnTo>
                  <a:close/>
                </a:path>
              </a:pathLst>
            </a:custGeom>
            <a:solidFill>
              <a:srgbClr val="6633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59" name="Google Shape;559;p29"/>
            <p:cNvSpPr/>
            <p:nvPr/>
          </p:nvSpPr>
          <p:spPr>
            <a:xfrm>
              <a:off x="3875" y="1784"/>
              <a:ext cx="373" cy="298"/>
            </a:xfrm>
            <a:custGeom>
              <a:rect b="b" l="l" r="r" t="t"/>
              <a:pathLst>
                <a:path extrusionOk="0" h="298" w="373">
                  <a:moveTo>
                    <a:pt x="331" y="89"/>
                  </a:moveTo>
                  <a:lnTo>
                    <a:pt x="337" y="102"/>
                  </a:lnTo>
                  <a:lnTo>
                    <a:pt x="343" y="118"/>
                  </a:lnTo>
                  <a:lnTo>
                    <a:pt x="350" y="136"/>
                  </a:lnTo>
                  <a:lnTo>
                    <a:pt x="356" y="153"/>
                  </a:lnTo>
                  <a:lnTo>
                    <a:pt x="361" y="168"/>
                  </a:lnTo>
                  <a:lnTo>
                    <a:pt x="366" y="181"/>
                  </a:lnTo>
                  <a:lnTo>
                    <a:pt x="371" y="190"/>
                  </a:lnTo>
                  <a:lnTo>
                    <a:pt x="373" y="193"/>
                  </a:lnTo>
                  <a:lnTo>
                    <a:pt x="371" y="220"/>
                  </a:lnTo>
                  <a:lnTo>
                    <a:pt x="368" y="247"/>
                  </a:lnTo>
                  <a:lnTo>
                    <a:pt x="363" y="273"/>
                  </a:lnTo>
                  <a:lnTo>
                    <a:pt x="353" y="298"/>
                  </a:lnTo>
                  <a:lnTo>
                    <a:pt x="346" y="282"/>
                  </a:lnTo>
                  <a:lnTo>
                    <a:pt x="334" y="271"/>
                  </a:lnTo>
                  <a:lnTo>
                    <a:pt x="322" y="262"/>
                  </a:lnTo>
                  <a:lnTo>
                    <a:pt x="308" y="253"/>
                  </a:lnTo>
                  <a:lnTo>
                    <a:pt x="294" y="243"/>
                  </a:lnTo>
                  <a:lnTo>
                    <a:pt x="281" y="234"/>
                  </a:lnTo>
                  <a:lnTo>
                    <a:pt x="269" y="223"/>
                  </a:lnTo>
                  <a:lnTo>
                    <a:pt x="259" y="207"/>
                  </a:lnTo>
                  <a:lnTo>
                    <a:pt x="250" y="194"/>
                  </a:lnTo>
                  <a:lnTo>
                    <a:pt x="242" y="180"/>
                  </a:lnTo>
                  <a:lnTo>
                    <a:pt x="233" y="166"/>
                  </a:lnTo>
                  <a:lnTo>
                    <a:pt x="223" y="153"/>
                  </a:lnTo>
                  <a:lnTo>
                    <a:pt x="212" y="140"/>
                  </a:lnTo>
                  <a:lnTo>
                    <a:pt x="199" y="131"/>
                  </a:lnTo>
                  <a:lnTo>
                    <a:pt x="185" y="124"/>
                  </a:lnTo>
                  <a:lnTo>
                    <a:pt x="169" y="122"/>
                  </a:lnTo>
                  <a:lnTo>
                    <a:pt x="148" y="120"/>
                  </a:lnTo>
                  <a:lnTo>
                    <a:pt x="123" y="116"/>
                  </a:lnTo>
                  <a:lnTo>
                    <a:pt x="98" y="111"/>
                  </a:lnTo>
                  <a:lnTo>
                    <a:pt x="72" y="103"/>
                  </a:lnTo>
                  <a:lnTo>
                    <a:pt x="50" y="97"/>
                  </a:lnTo>
                  <a:lnTo>
                    <a:pt x="32" y="89"/>
                  </a:lnTo>
                  <a:lnTo>
                    <a:pt x="20" y="84"/>
                  </a:lnTo>
                  <a:lnTo>
                    <a:pt x="15" y="81"/>
                  </a:lnTo>
                  <a:lnTo>
                    <a:pt x="198" y="110"/>
                  </a:lnTo>
                  <a:lnTo>
                    <a:pt x="213" y="115"/>
                  </a:lnTo>
                  <a:lnTo>
                    <a:pt x="228" y="124"/>
                  </a:lnTo>
                  <a:lnTo>
                    <a:pt x="242" y="135"/>
                  </a:lnTo>
                  <a:lnTo>
                    <a:pt x="256" y="148"/>
                  </a:lnTo>
                  <a:lnTo>
                    <a:pt x="267" y="160"/>
                  </a:lnTo>
                  <a:lnTo>
                    <a:pt x="277" y="176"/>
                  </a:lnTo>
                  <a:lnTo>
                    <a:pt x="284" y="190"/>
                  </a:lnTo>
                  <a:lnTo>
                    <a:pt x="291" y="206"/>
                  </a:lnTo>
                  <a:lnTo>
                    <a:pt x="296" y="207"/>
                  </a:lnTo>
                  <a:lnTo>
                    <a:pt x="301" y="207"/>
                  </a:lnTo>
                  <a:lnTo>
                    <a:pt x="304" y="205"/>
                  </a:lnTo>
                  <a:lnTo>
                    <a:pt x="308" y="201"/>
                  </a:lnTo>
                  <a:lnTo>
                    <a:pt x="302" y="184"/>
                  </a:lnTo>
                  <a:lnTo>
                    <a:pt x="293" y="167"/>
                  </a:lnTo>
                  <a:lnTo>
                    <a:pt x="283" y="150"/>
                  </a:lnTo>
                  <a:lnTo>
                    <a:pt x="271" y="135"/>
                  </a:lnTo>
                  <a:lnTo>
                    <a:pt x="256" y="122"/>
                  </a:lnTo>
                  <a:lnTo>
                    <a:pt x="240" y="109"/>
                  </a:lnTo>
                  <a:lnTo>
                    <a:pt x="224" y="100"/>
                  </a:lnTo>
                  <a:lnTo>
                    <a:pt x="208" y="92"/>
                  </a:lnTo>
                  <a:lnTo>
                    <a:pt x="184" y="85"/>
                  </a:lnTo>
                  <a:lnTo>
                    <a:pt x="159" y="80"/>
                  </a:lnTo>
                  <a:lnTo>
                    <a:pt x="134" y="76"/>
                  </a:lnTo>
                  <a:lnTo>
                    <a:pt x="109" y="74"/>
                  </a:lnTo>
                  <a:lnTo>
                    <a:pt x="84" y="71"/>
                  </a:lnTo>
                  <a:lnTo>
                    <a:pt x="57" y="68"/>
                  </a:lnTo>
                  <a:lnTo>
                    <a:pt x="32" y="65"/>
                  </a:lnTo>
                  <a:lnTo>
                    <a:pt x="9" y="59"/>
                  </a:lnTo>
                  <a:lnTo>
                    <a:pt x="22" y="58"/>
                  </a:lnTo>
                  <a:lnTo>
                    <a:pt x="36" y="57"/>
                  </a:lnTo>
                  <a:lnTo>
                    <a:pt x="51" y="55"/>
                  </a:lnTo>
                  <a:lnTo>
                    <a:pt x="65" y="54"/>
                  </a:lnTo>
                  <a:lnTo>
                    <a:pt x="80" y="53"/>
                  </a:lnTo>
                  <a:lnTo>
                    <a:pt x="95" y="53"/>
                  </a:lnTo>
                  <a:lnTo>
                    <a:pt x="109" y="52"/>
                  </a:lnTo>
                  <a:lnTo>
                    <a:pt x="124" y="52"/>
                  </a:lnTo>
                  <a:lnTo>
                    <a:pt x="138" y="53"/>
                  </a:lnTo>
                  <a:lnTo>
                    <a:pt x="153" y="53"/>
                  </a:lnTo>
                  <a:lnTo>
                    <a:pt x="166" y="54"/>
                  </a:lnTo>
                  <a:lnTo>
                    <a:pt x="180" y="55"/>
                  </a:lnTo>
                  <a:lnTo>
                    <a:pt x="194" y="58"/>
                  </a:lnTo>
                  <a:lnTo>
                    <a:pt x="208" y="61"/>
                  </a:lnTo>
                  <a:lnTo>
                    <a:pt x="222" y="63"/>
                  </a:lnTo>
                  <a:lnTo>
                    <a:pt x="234" y="67"/>
                  </a:lnTo>
                  <a:lnTo>
                    <a:pt x="263" y="84"/>
                  </a:lnTo>
                  <a:lnTo>
                    <a:pt x="287" y="106"/>
                  </a:lnTo>
                  <a:lnTo>
                    <a:pt x="307" y="131"/>
                  </a:lnTo>
                  <a:lnTo>
                    <a:pt x="322" y="155"/>
                  </a:lnTo>
                  <a:lnTo>
                    <a:pt x="333" y="179"/>
                  </a:lnTo>
                  <a:lnTo>
                    <a:pt x="341" y="197"/>
                  </a:lnTo>
                  <a:lnTo>
                    <a:pt x="346" y="208"/>
                  </a:lnTo>
                  <a:lnTo>
                    <a:pt x="348" y="212"/>
                  </a:lnTo>
                  <a:lnTo>
                    <a:pt x="350" y="185"/>
                  </a:lnTo>
                  <a:lnTo>
                    <a:pt x="346" y="159"/>
                  </a:lnTo>
                  <a:lnTo>
                    <a:pt x="336" y="136"/>
                  </a:lnTo>
                  <a:lnTo>
                    <a:pt x="323" y="114"/>
                  </a:lnTo>
                  <a:lnTo>
                    <a:pt x="306" y="94"/>
                  </a:lnTo>
                  <a:lnTo>
                    <a:pt x="287" y="78"/>
                  </a:lnTo>
                  <a:lnTo>
                    <a:pt x="268" y="62"/>
                  </a:lnTo>
                  <a:lnTo>
                    <a:pt x="248" y="49"/>
                  </a:lnTo>
                  <a:lnTo>
                    <a:pt x="234" y="44"/>
                  </a:lnTo>
                  <a:lnTo>
                    <a:pt x="219" y="41"/>
                  </a:lnTo>
                  <a:lnTo>
                    <a:pt x="204" y="37"/>
                  </a:lnTo>
                  <a:lnTo>
                    <a:pt x="189" y="35"/>
                  </a:lnTo>
                  <a:lnTo>
                    <a:pt x="174" y="33"/>
                  </a:lnTo>
                  <a:lnTo>
                    <a:pt x="158" y="32"/>
                  </a:lnTo>
                  <a:lnTo>
                    <a:pt x="143" y="32"/>
                  </a:lnTo>
                  <a:lnTo>
                    <a:pt x="126" y="32"/>
                  </a:lnTo>
                  <a:lnTo>
                    <a:pt x="110" y="32"/>
                  </a:lnTo>
                  <a:lnTo>
                    <a:pt x="94" y="32"/>
                  </a:lnTo>
                  <a:lnTo>
                    <a:pt x="77" y="33"/>
                  </a:lnTo>
                  <a:lnTo>
                    <a:pt x="62" y="35"/>
                  </a:lnTo>
                  <a:lnTo>
                    <a:pt x="46" y="35"/>
                  </a:lnTo>
                  <a:lnTo>
                    <a:pt x="30" y="36"/>
                  </a:lnTo>
                  <a:lnTo>
                    <a:pt x="15" y="37"/>
                  </a:lnTo>
                  <a:lnTo>
                    <a:pt x="0" y="37"/>
                  </a:lnTo>
                  <a:lnTo>
                    <a:pt x="19" y="30"/>
                  </a:lnTo>
                  <a:lnTo>
                    <a:pt x="40" y="23"/>
                  </a:lnTo>
                  <a:lnTo>
                    <a:pt x="61" y="15"/>
                  </a:lnTo>
                  <a:lnTo>
                    <a:pt x="84" y="10"/>
                  </a:lnTo>
                  <a:lnTo>
                    <a:pt x="108" y="5"/>
                  </a:lnTo>
                  <a:lnTo>
                    <a:pt x="131" y="2"/>
                  </a:lnTo>
                  <a:lnTo>
                    <a:pt x="155" y="0"/>
                  </a:lnTo>
                  <a:lnTo>
                    <a:pt x="179" y="0"/>
                  </a:lnTo>
                  <a:lnTo>
                    <a:pt x="202" y="2"/>
                  </a:lnTo>
                  <a:lnTo>
                    <a:pt x="225" y="6"/>
                  </a:lnTo>
                  <a:lnTo>
                    <a:pt x="247" y="13"/>
                  </a:lnTo>
                  <a:lnTo>
                    <a:pt x="267" y="22"/>
                  </a:lnTo>
                  <a:lnTo>
                    <a:pt x="286" y="33"/>
                  </a:lnTo>
                  <a:lnTo>
                    <a:pt x="303" y="49"/>
                  </a:lnTo>
                  <a:lnTo>
                    <a:pt x="318" y="67"/>
                  </a:lnTo>
                  <a:lnTo>
                    <a:pt x="331" y="89"/>
                  </a:lnTo>
                  <a:close/>
                </a:path>
              </a:pathLst>
            </a:custGeom>
            <a:solidFill>
              <a:srgbClr val="6633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0" name="Google Shape;560;p29"/>
            <p:cNvSpPr/>
            <p:nvPr/>
          </p:nvSpPr>
          <p:spPr>
            <a:xfrm>
              <a:off x="3729" y="1823"/>
              <a:ext cx="121" cy="282"/>
            </a:xfrm>
            <a:custGeom>
              <a:rect b="b" l="l" r="r" t="t"/>
              <a:pathLst>
                <a:path extrusionOk="0" h="282" w="121">
                  <a:moveTo>
                    <a:pt x="121" y="23"/>
                  </a:moveTo>
                  <a:lnTo>
                    <a:pt x="108" y="27"/>
                  </a:lnTo>
                  <a:lnTo>
                    <a:pt x="94" y="32"/>
                  </a:lnTo>
                  <a:lnTo>
                    <a:pt x="83" y="40"/>
                  </a:lnTo>
                  <a:lnTo>
                    <a:pt x="72" y="50"/>
                  </a:lnTo>
                  <a:lnTo>
                    <a:pt x="60" y="61"/>
                  </a:lnTo>
                  <a:lnTo>
                    <a:pt x="52" y="72"/>
                  </a:lnTo>
                  <a:lnTo>
                    <a:pt x="43" y="85"/>
                  </a:lnTo>
                  <a:lnTo>
                    <a:pt x="37" y="97"/>
                  </a:lnTo>
                  <a:lnTo>
                    <a:pt x="28" y="125"/>
                  </a:lnTo>
                  <a:lnTo>
                    <a:pt x="22" y="155"/>
                  </a:lnTo>
                  <a:lnTo>
                    <a:pt x="22" y="184"/>
                  </a:lnTo>
                  <a:lnTo>
                    <a:pt x="32" y="210"/>
                  </a:lnTo>
                  <a:lnTo>
                    <a:pt x="43" y="199"/>
                  </a:lnTo>
                  <a:lnTo>
                    <a:pt x="43" y="185"/>
                  </a:lnTo>
                  <a:lnTo>
                    <a:pt x="38" y="169"/>
                  </a:lnTo>
                  <a:lnTo>
                    <a:pt x="38" y="154"/>
                  </a:lnTo>
                  <a:lnTo>
                    <a:pt x="48" y="121"/>
                  </a:lnTo>
                  <a:lnTo>
                    <a:pt x="60" y="96"/>
                  </a:lnTo>
                  <a:lnTo>
                    <a:pt x="74" y="76"/>
                  </a:lnTo>
                  <a:lnTo>
                    <a:pt x="88" y="62"/>
                  </a:lnTo>
                  <a:lnTo>
                    <a:pt x="101" y="54"/>
                  </a:lnTo>
                  <a:lnTo>
                    <a:pt x="111" y="48"/>
                  </a:lnTo>
                  <a:lnTo>
                    <a:pt x="118" y="45"/>
                  </a:lnTo>
                  <a:lnTo>
                    <a:pt x="121" y="45"/>
                  </a:lnTo>
                  <a:lnTo>
                    <a:pt x="102" y="63"/>
                  </a:lnTo>
                  <a:lnTo>
                    <a:pt x="86" y="84"/>
                  </a:lnTo>
                  <a:lnTo>
                    <a:pt x="73" y="106"/>
                  </a:lnTo>
                  <a:lnTo>
                    <a:pt x="64" y="131"/>
                  </a:lnTo>
                  <a:lnTo>
                    <a:pt x="58" y="155"/>
                  </a:lnTo>
                  <a:lnTo>
                    <a:pt x="55" y="181"/>
                  </a:lnTo>
                  <a:lnTo>
                    <a:pt x="54" y="207"/>
                  </a:lnTo>
                  <a:lnTo>
                    <a:pt x="57" y="233"/>
                  </a:lnTo>
                  <a:lnTo>
                    <a:pt x="48" y="236"/>
                  </a:lnTo>
                  <a:lnTo>
                    <a:pt x="40" y="239"/>
                  </a:lnTo>
                  <a:lnTo>
                    <a:pt x="34" y="247"/>
                  </a:lnTo>
                  <a:lnTo>
                    <a:pt x="30" y="255"/>
                  </a:lnTo>
                  <a:lnTo>
                    <a:pt x="27" y="282"/>
                  </a:lnTo>
                  <a:lnTo>
                    <a:pt x="8" y="230"/>
                  </a:lnTo>
                  <a:lnTo>
                    <a:pt x="0" y="175"/>
                  </a:lnTo>
                  <a:lnTo>
                    <a:pt x="7" y="119"/>
                  </a:lnTo>
                  <a:lnTo>
                    <a:pt x="24" y="67"/>
                  </a:lnTo>
                  <a:lnTo>
                    <a:pt x="30" y="57"/>
                  </a:lnTo>
                  <a:lnTo>
                    <a:pt x="38" y="48"/>
                  </a:lnTo>
                  <a:lnTo>
                    <a:pt x="45" y="37"/>
                  </a:lnTo>
                  <a:lnTo>
                    <a:pt x="53" y="27"/>
                  </a:lnTo>
                  <a:lnTo>
                    <a:pt x="62" y="19"/>
                  </a:lnTo>
                  <a:lnTo>
                    <a:pt x="72" y="11"/>
                  </a:lnTo>
                  <a:lnTo>
                    <a:pt x="82" y="5"/>
                  </a:lnTo>
                  <a:lnTo>
                    <a:pt x="92" y="0"/>
                  </a:lnTo>
                  <a:lnTo>
                    <a:pt x="103" y="1"/>
                  </a:lnTo>
                  <a:lnTo>
                    <a:pt x="111" y="6"/>
                  </a:lnTo>
                  <a:lnTo>
                    <a:pt x="116" y="15"/>
                  </a:lnTo>
                  <a:lnTo>
                    <a:pt x="121" y="23"/>
                  </a:lnTo>
                  <a:close/>
                </a:path>
              </a:pathLst>
            </a:custGeom>
            <a:solidFill>
              <a:srgbClr val="6633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1" name="Google Shape;561;p29"/>
            <p:cNvSpPr/>
            <p:nvPr/>
          </p:nvSpPr>
          <p:spPr>
            <a:xfrm>
              <a:off x="3789" y="1887"/>
              <a:ext cx="398" cy="436"/>
            </a:xfrm>
            <a:custGeom>
              <a:rect b="b" l="l" r="r" t="t"/>
              <a:pathLst>
                <a:path extrusionOk="0" h="436" w="398">
                  <a:moveTo>
                    <a:pt x="113" y="21"/>
                  </a:moveTo>
                  <a:lnTo>
                    <a:pt x="135" y="34"/>
                  </a:lnTo>
                  <a:lnTo>
                    <a:pt x="158" y="42"/>
                  </a:lnTo>
                  <a:lnTo>
                    <a:pt x="184" y="46"/>
                  </a:lnTo>
                  <a:lnTo>
                    <a:pt x="210" y="47"/>
                  </a:lnTo>
                  <a:lnTo>
                    <a:pt x="235" y="50"/>
                  </a:lnTo>
                  <a:lnTo>
                    <a:pt x="259" y="56"/>
                  </a:lnTo>
                  <a:lnTo>
                    <a:pt x="281" y="68"/>
                  </a:lnTo>
                  <a:lnTo>
                    <a:pt x="299" y="87"/>
                  </a:lnTo>
                  <a:lnTo>
                    <a:pt x="288" y="86"/>
                  </a:lnTo>
                  <a:lnTo>
                    <a:pt x="278" y="85"/>
                  </a:lnTo>
                  <a:lnTo>
                    <a:pt x="266" y="86"/>
                  </a:lnTo>
                  <a:lnTo>
                    <a:pt x="256" y="87"/>
                  </a:lnTo>
                  <a:lnTo>
                    <a:pt x="246" y="91"/>
                  </a:lnTo>
                  <a:lnTo>
                    <a:pt x="237" y="95"/>
                  </a:lnTo>
                  <a:lnTo>
                    <a:pt x="229" y="102"/>
                  </a:lnTo>
                  <a:lnTo>
                    <a:pt x="221" y="108"/>
                  </a:lnTo>
                  <a:lnTo>
                    <a:pt x="221" y="113"/>
                  </a:lnTo>
                  <a:lnTo>
                    <a:pt x="221" y="117"/>
                  </a:lnTo>
                  <a:lnTo>
                    <a:pt x="222" y="120"/>
                  </a:lnTo>
                  <a:lnTo>
                    <a:pt x="225" y="122"/>
                  </a:lnTo>
                  <a:lnTo>
                    <a:pt x="231" y="120"/>
                  </a:lnTo>
                  <a:lnTo>
                    <a:pt x="237" y="117"/>
                  </a:lnTo>
                  <a:lnTo>
                    <a:pt x="244" y="113"/>
                  </a:lnTo>
                  <a:lnTo>
                    <a:pt x="250" y="111"/>
                  </a:lnTo>
                  <a:lnTo>
                    <a:pt x="255" y="108"/>
                  </a:lnTo>
                  <a:lnTo>
                    <a:pt x="261" y="107"/>
                  </a:lnTo>
                  <a:lnTo>
                    <a:pt x="269" y="105"/>
                  </a:lnTo>
                  <a:lnTo>
                    <a:pt x="275" y="105"/>
                  </a:lnTo>
                  <a:lnTo>
                    <a:pt x="280" y="105"/>
                  </a:lnTo>
                  <a:lnTo>
                    <a:pt x="285" y="107"/>
                  </a:lnTo>
                  <a:lnTo>
                    <a:pt x="290" y="108"/>
                  </a:lnTo>
                  <a:lnTo>
                    <a:pt x="295" y="111"/>
                  </a:lnTo>
                  <a:lnTo>
                    <a:pt x="299" y="112"/>
                  </a:lnTo>
                  <a:lnTo>
                    <a:pt x="304" y="115"/>
                  </a:lnTo>
                  <a:lnTo>
                    <a:pt x="309" y="116"/>
                  </a:lnTo>
                  <a:lnTo>
                    <a:pt x="314" y="116"/>
                  </a:lnTo>
                  <a:lnTo>
                    <a:pt x="324" y="135"/>
                  </a:lnTo>
                  <a:lnTo>
                    <a:pt x="339" y="151"/>
                  </a:lnTo>
                  <a:lnTo>
                    <a:pt x="358" y="166"/>
                  </a:lnTo>
                  <a:lnTo>
                    <a:pt x="377" y="179"/>
                  </a:lnTo>
                  <a:lnTo>
                    <a:pt x="390" y="195"/>
                  </a:lnTo>
                  <a:lnTo>
                    <a:pt x="398" y="210"/>
                  </a:lnTo>
                  <a:lnTo>
                    <a:pt x="394" y="230"/>
                  </a:lnTo>
                  <a:lnTo>
                    <a:pt x="377" y="252"/>
                  </a:lnTo>
                  <a:lnTo>
                    <a:pt x="377" y="248"/>
                  </a:lnTo>
                  <a:lnTo>
                    <a:pt x="374" y="245"/>
                  </a:lnTo>
                  <a:lnTo>
                    <a:pt x="372" y="244"/>
                  </a:lnTo>
                  <a:lnTo>
                    <a:pt x="369" y="242"/>
                  </a:lnTo>
                  <a:lnTo>
                    <a:pt x="360" y="248"/>
                  </a:lnTo>
                  <a:lnTo>
                    <a:pt x="358" y="261"/>
                  </a:lnTo>
                  <a:lnTo>
                    <a:pt x="358" y="277"/>
                  </a:lnTo>
                  <a:lnTo>
                    <a:pt x="354" y="290"/>
                  </a:lnTo>
                  <a:lnTo>
                    <a:pt x="347" y="312"/>
                  </a:lnTo>
                  <a:lnTo>
                    <a:pt x="338" y="332"/>
                  </a:lnTo>
                  <a:lnTo>
                    <a:pt x="328" y="352"/>
                  </a:lnTo>
                  <a:lnTo>
                    <a:pt x="315" y="369"/>
                  </a:lnTo>
                  <a:lnTo>
                    <a:pt x="301" y="383"/>
                  </a:lnTo>
                  <a:lnTo>
                    <a:pt x="285" y="396"/>
                  </a:lnTo>
                  <a:lnTo>
                    <a:pt x="268" y="408"/>
                  </a:lnTo>
                  <a:lnTo>
                    <a:pt x="247" y="417"/>
                  </a:lnTo>
                  <a:lnTo>
                    <a:pt x="241" y="426"/>
                  </a:lnTo>
                  <a:lnTo>
                    <a:pt x="231" y="432"/>
                  </a:lnTo>
                  <a:lnTo>
                    <a:pt x="220" y="435"/>
                  </a:lnTo>
                  <a:lnTo>
                    <a:pt x="206" y="436"/>
                  </a:lnTo>
                  <a:lnTo>
                    <a:pt x="192" y="435"/>
                  </a:lnTo>
                  <a:lnTo>
                    <a:pt x="179" y="433"/>
                  </a:lnTo>
                  <a:lnTo>
                    <a:pt x="166" y="432"/>
                  </a:lnTo>
                  <a:lnTo>
                    <a:pt x="156" y="432"/>
                  </a:lnTo>
                  <a:lnTo>
                    <a:pt x="132" y="421"/>
                  </a:lnTo>
                  <a:lnTo>
                    <a:pt x="111" y="405"/>
                  </a:lnTo>
                  <a:lnTo>
                    <a:pt x="92" y="387"/>
                  </a:lnTo>
                  <a:lnTo>
                    <a:pt x="77" y="365"/>
                  </a:lnTo>
                  <a:lnTo>
                    <a:pt x="64" y="343"/>
                  </a:lnTo>
                  <a:lnTo>
                    <a:pt x="53" y="318"/>
                  </a:lnTo>
                  <a:lnTo>
                    <a:pt x="46" y="292"/>
                  </a:lnTo>
                  <a:lnTo>
                    <a:pt x="39" y="266"/>
                  </a:lnTo>
                  <a:lnTo>
                    <a:pt x="37" y="264"/>
                  </a:lnTo>
                  <a:lnTo>
                    <a:pt x="34" y="261"/>
                  </a:lnTo>
                  <a:lnTo>
                    <a:pt x="31" y="260"/>
                  </a:lnTo>
                  <a:lnTo>
                    <a:pt x="27" y="260"/>
                  </a:lnTo>
                  <a:lnTo>
                    <a:pt x="24" y="262"/>
                  </a:lnTo>
                  <a:lnTo>
                    <a:pt x="22" y="266"/>
                  </a:lnTo>
                  <a:lnTo>
                    <a:pt x="19" y="266"/>
                  </a:lnTo>
                  <a:lnTo>
                    <a:pt x="17" y="265"/>
                  </a:lnTo>
                  <a:lnTo>
                    <a:pt x="8" y="251"/>
                  </a:lnTo>
                  <a:lnTo>
                    <a:pt x="2" y="235"/>
                  </a:lnTo>
                  <a:lnTo>
                    <a:pt x="0" y="218"/>
                  </a:lnTo>
                  <a:lnTo>
                    <a:pt x="2" y="201"/>
                  </a:lnTo>
                  <a:lnTo>
                    <a:pt x="8" y="191"/>
                  </a:lnTo>
                  <a:lnTo>
                    <a:pt x="18" y="192"/>
                  </a:lnTo>
                  <a:lnTo>
                    <a:pt x="28" y="195"/>
                  </a:lnTo>
                  <a:lnTo>
                    <a:pt x="36" y="185"/>
                  </a:lnTo>
                  <a:lnTo>
                    <a:pt x="33" y="160"/>
                  </a:lnTo>
                  <a:lnTo>
                    <a:pt x="32" y="135"/>
                  </a:lnTo>
                  <a:lnTo>
                    <a:pt x="32" y="111"/>
                  </a:lnTo>
                  <a:lnTo>
                    <a:pt x="34" y="85"/>
                  </a:lnTo>
                  <a:lnTo>
                    <a:pt x="39" y="61"/>
                  </a:lnTo>
                  <a:lnTo>
                    <a:pt x="47" y="39"/>
                  </a:lnTo>
                  <a:lnTo>
                    <a:pt x="59" y="19"/>
                  </a:lnTo>
                  <a:lnTo>
                    <a:pt x="76" y="0"/>
                  </a:lnTo>
                  <a:lnTo>
                    <a:pt x="81" y="2"/>
                  </a:lnTo>
                  <a:lnTo>
                    <a:pt x="86" y="3"/>
                  </a:lnTo>
                  <a:lnTo>
                    <a:pt x="91" y="6"/>
                  </a:lnTo>
                  <a:lnTo>
                    <a:pt x="95" y="8"/>
                  </a:lnTo>
                  <a:lnTo>
                    <a:pt x="100" y="12"/>
                  </a:lnTo>
                  <a:lnTo>
                    <a:pt x="103" y="16"/>
                  </a:lnTo>
                  <a:lnTo>
                    <a:pt x="108" y="19"/>
                  </a:lnTo>
                  <a:lnTo>
                    <a:pt x="113" y="21"/>
                  </a:lnTo>
                  <a:close/>
                </a:path>
              </a:pathLst>
            </a:custGeom>
            <a:solidFill>
              <a:srgbClr val="F2BF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2" name="Google Shape;562;p29"/>
            <p:cNvSpPr/>
            <p:nvPr/>
          </p:nvSpPr>
          <p:spPr>
            <a:xfrm>
              <a:off x="3828" y="1990"/>
              <a:ext cx="102" cy="32"/>
            </a:xfrm>
            <a:custGeom>
              <a:rect b="b" l="l" r="r" t="t"/>
              <a:pathLst>
                <a:path extrusionOk="0" h="32" w="102">
                  <a:moveTo>
                    <a:pt x="102" y="18"/>
                  </a:moveTo>
                  <a:lnTo>
                    <a:pt x="94" y="23"/>
                  </a:lnTo>
                  <a:lnTo>
                    <a:pt x="87" y="21"/>
                  </a:lnTo>
                  <a:lnTo>
                    <a:pt x="79" y="18"/>
                  </a:lnTo>
                  <a:lnTo>
                    <a:pt x="72" y="17"/>
                  </a:lnTo>
                  <a:lnTo>
                    <a:pt x="62" y="17"/>
                  </a:lnTo>
                  <a:lnTo>
                    <a:pt x="53" y="17"/>
                  </a:lnTo>
                  <a:lnTo>
                    <a:pt x="43" y="18"/>
                  </a:lnTo>
                  <a:lnTo>
                    <a:pt x="34" y="19"/>
                  </a:lnTo>
                  <a:lnTo>
                    <a:pt x="25" y="22"/>
                  </a:lnTo>
                  <a:lnTo>
                    <a:pt x="18" y="25"/>
                  </a:lnTo>
                  <a:lnTo>
                    <a:pt x="9" y="28"/>
                  </a:lnTo>
                  <a:lnTo>
                    <a:pt x="2" y="32"/>
                  </a:lnTo>
                  <a:lnTo>
                    <a:pt x="0" y="22"/>
                  </a:lnTo>
                  <a:lnTo>
                    <a:pt x="7" y="13"/>
                  </a:lnTo>
                  <a:lnTo>
                    <a:pt x="15" y="8"/>
                  </a:lnTo>
                  <a:lnTo>
                    <a:pt x="24" y="2"/>
                  </a:lnTo>
                  <a:lnTo>
                    <a:pt x="34" y="1"/>
                  </a:lnTo>
                  <a:lnTo>
                    <a:pt x="45" y="0"/>
                  </a:lnTo>
                  <a:lnTo>
                    <a:pt x="57" y="0"/>
                  </a:lnTo>
                  <a:lnTo>
                    <a:pt x="68" y="0"/>
                  </a:lnTo>
                  <a:lnTo>
                    <a:pt x="79" y="1"/>
                  </a:lnTo>
                  <a:lnTo>
                    <a:pt x="88" y="4"/>
                  </a:lnTo>
                  <a:lnTo>
                    <a:pt x="96" y="9"/>
                  </a:lnTo>
                  <a:lnTo>
                    <a:pt x="102" y="1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3" name="Google Shape;563;p29"/>
            <p:cNvSpPr/>
            <p:nvPr/>
          </p:nvSpPr>
          <p:spPr>
            <a:xfrm>
              <a:off x="4021" y="2022"/>
              <a:ext cx="86" cy="35"/>
            </a:xfrm>
            <a:custGeom>
              <a:rect b="b" l="l" r="r" t="t"/>
              <a:pathLst>
                <a:path extrusionOk="0" h="35" w="86">
                  <a:moveTo>
                    <a:pt x="86" y="17"/>
                  </a:moveTo>
                  <a:lnTo>
                    <a:pt x="84" y="25"/>
                  </a:lnTo>
                  <a:lnTo>
                    <a:pt x="79" y="28"/>
                  </a:lnTo>
                  <a:lnTo>
                    <a:pt x="73" y="31"/>
                  </a:lnTo>
                  <a:lnTo>
                    <a:pt x="68" y="35"/>
                  </a:lnTo>
                  <a:lnTo>
                    <a:pt x="58" y="35"/>
                  </a:lnTo>
                  <a:lnTo>
                    <a:pt x="48" y="35"/>
                  </a:lnTo>
                  <a:lnTo>
                    <a:pt x="38" y="33"/>
                  </a:lnTo>
                  <a:lnTo>
                    <a:pt x="32" y="25"/>
                  </a:lnTo>
                  <a:lnTo>
                    <a:pt x="32" y="18"/>
                  </a:lnTo>
                  <a:lnTo>
                    <a:pt x="27" y="17"/>
                  </a:lnTo>
                  <a:lnTo>
                    <a:pt x="22" y="20"/>
                  </a:lnTo>
                  <a:lnTo>
                    <a:pt x="15" y="22"/>
                  </a:lnTo>
                  <a:lnTo>
                    <a:pt x="10" y="26"/>
                  </a:lnTo>
                  <a:lnTo>
                    <a:pt x="5" y="29"/>
                  </a:lnTo>
                  <a:lnTo>
                    <a:pt x="2" y="29"/>
                  </a:lnTo>
                  <a:lnTo>
                    <a:pt x="0" y="25"/>
                  </a:lnTo>
                  <a:lnTo>
                    <a:pt x="2" y="16"/>
                  </a:lnTo>
                  <a:lnTo>
                    <a:pt x="12" y="8"/>
                  </a:lnTo>
                  <a:lnTo>
                    <a:pt x="22" y="3"/>
                  </a:lnTo>
                  <a:lnTo>
                    <a:pt x="33" y="0"/>
                  </a:lnTo>
                  <a:lnTo>
                    <a:pt x="44" y="0"/>
                  </a:lnTo>
                  <a:lnTo>
                    <a:pt x="56" y="2"/>
                  </a:lnTo>
                  <a:lnTo>
                    <a:pt x="67" y="5"/>
                  </a:lnTo>
                  <a:lnTo>
                    <a:pt x="77" y="11"/>
                  </a:lnTo>
                  <a:lnTo>
                    <a:pt x="86" y="1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4" name="Google Shape;564;p29"/>
            <p:cNvSpPr/>
            <p:nvPr/>
          </p:nvSpPr>
          <p:spPr>
            <a:xfrm>
              <a:off x="3848" y="2034"/>
              <a:ext cx="76" cy="30"/>
            </a:xfrm>
            <a:custGeom>
              <a:rect b="b" l="l" r="r" t="t"/>
              <a:pathLst>
                <a:path extrusionOk="0" h="30" w="76">
                  <a:moveTo>
                    <a:pt x="76" y="21"/>
                  </a:moveTo>
                  <a:lnTo>
                    <a:pt x="72" y="25"/>
                  </a:lnTo>
                  <a:lnTo>
                    <a:pt x="67" y="27"/>
                  </a:lnTo>
                  <a:lnTo>
                    <a:pt x="62" y="28"/>
                  </a:lnTo>
                  <a:lnTo>
                    <a:pt x="57" y="30"/>
                  </a:lnTo>
                  <a:lnTo>
                    <a:pt x="51" y="30"/>
                  </a:lnTo>
                  <a:lnTo>
                    <a:pt x="46" y="30"/>
                  </a:lnTo>
                  <a:lnTo>
                    <a:pt x="41" y="30"/>
                  </a:lnTo>
                  <a:lnTo>
                    <a:pt x="36" y="30"/>
                  </a:lnTo>
                  <a:lnTo>
                    <a:pt x="32" y="22"/>
                  </a:lnTo>
                  <a:lnTo>
                    <a:pt x="25" y="19"/>
                  </a:lnTo>
                  <a:lnTo>
                    <a:pt x="17" y="19"/>
                  </a:lnTo>
                  <a:lnTo>
                    <a:pt x="9" y="21"/>
                  </a:lnTo>
                  <a:lnTo>
                    <a:pt x="3" y="22"/>
                  </a:lnTo>
                  <a:lnTo>
                    <a:pt x="0" y="22"/>
                  </a:lnTo>
                  <a:lnTo>
                    <a:pt x="3" y="17"/>
                  </a:lnTo>
                  <a:lnTo>
                    <a:pt x="10" y="8"/>
                  </a:lnTo>
                  <a:lnTo>
                    <a:pt x="17" y="5"/>
                  </a:lnTo>
                  <a:lnTo>
                    <a:pt x="24" y="3"/>
                  </a:lnTo>
                  <a:lnTo>
                    <a:pt x="31" y="1"/>
                  </a:lnTo>
                  <a:lnTo>
                    <a:pt x="37" y="0"/>
                  </a:lnTo>
                  <a:lnTo>
                    <a:pt x="43" y="0"/>
                  </a:lnTo>
                  <a:lnTo>
                    <a:pt x="51" y="0"/>
                  </a:lnTo>
                  <a:lnTo>
                    <a:pt x="57" y="1"/>
                  </a:lnTo>
                  <a:lnTo>
                    <a:pt x="64" y="3"/>
                  </a:lnTo>
                  <a:lnTo>
                    <a:pt x="68" y="8"/>
                  </a:lnTo>
                  <a:lnTo>
                    <a:pt x="72" y="12"/>
                  </a:lnTo>
                  <a:lnTo>
                    <a:pt x="74" y="16"/>
                  </a:lnTo>
                  <a:lnTo>
                    <a:pt x="76" y="2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5" name="Google Shape;565;p29"/>
            <p:cNvSpPr/>
            <p:nvPr/>
          </p:nvSpPr>
          <p:spPr>
            <a:xfrm>
              <a:off x="3930" y="2050"/>
              <a:ext cx="44" cy="138"/>
            </a:xfrm>
            <a:custGeom>
              <a:rect b="b" l="l" r="r" t="t"/>
              <a:pathLst>
                <a:path extrusionOk="0" h="138" w="44">
                  <a:moveTo>
                    <a:pt x="17" y="108"/>
                  </a:moveTo>
                  <a:lnTo>
                    <a:pt x="25" y="114"/>
                  </a:lnTo>
                  <a:lnTo>
                    <a:pt x="35" y="119"/>
                  </a:lnTo>
                  <a:lnTo>
                    <a:pt x="43" y="125"/>
                  </a:lnTo>
                  <a:lnTo>
                    <a:pt x="44" y="136"/>
                  </a:lnTo>
                  <a:lnTo>
                    <a:pt x="35" y="138"/>
                  </a:lnTo>
                  <a:lnTo>
                    <a:pt x="26" y="136"/>
                  </a:lnTo>
                  <a:lnTo>
                    <a:pt x="17" y="132"/>
                  </a:lnTo>
                  <a:lnTo>
                    <a:pt x="10" y="129"/>
                  </a:lnTo>
                  <a:lnTo>
                    <a:pt x="2" y="120"/>
                  </a:lnTo>
                  <a:lnTo>
                    <a:pt x="0" y="108"/>
                  </a:lnTo>
                  <a:lnTo>
                    <a:pt x="1" y="95"/>
                  </a:lnTo>
                  <a:lnTo>
                    <a:pt x="2" y="84"/>
                  </a:lnTo>
                  <a:lnTo>
                    <a:pt x="21" y="0"/>
                  </a:lnTo>
                  <a:lnTo>
                    <a:pt x="24" y="11"/>
                  </a:lnTo>
                  <a:lnTo>
                    <a:pt x="25" y="41"/>
                  </a:lnTo>
                  <a:lnTo>
                    <a:pt x="22" y="77"/>
                  </a:lnTo>
                  <a:lnTo>
                    <a:pt x="17" y="10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6" name="Google Shape;566;p29"/>
            <p:cNvSpPr/>
            <p:nvPr/>
          </p:nvSpPr>
          <p:spPr>
            <a:xfrm>
              <a:off x="3984" y="2164"/>
              <a:ext cx="40" cy="19"/>
            </a:xfrm>
            <a:custGeom>
              <a:rect b="b" l="l" r="r" t="t"/>
              <a:pathLst>
                <a:path extrusionOk="0" h="19" w="40">
                  <a:moveTo>
                    <a:pt x="40" y="13"/>
                  </a:moveTo>
                  <a:lnTo>
                    <a:pt x="36" y="16"/>
                  </a:lnTo>
                  <a:lnTo>
                    <a:pt x="31" y="18"/>
                  </a:lnTo>
                  <a:lnTo>
                    <a:pt x="26" y="19"/>
                  </a:lnTo>
                  <a:lnTo>
                    <a:pt x="21" y="18"/>
                  </a:lnTo>
                  <a:lnTo>
                    <a:pt x="16" y="16"/>
                  </a:lnTo>
                  <a:lnTo>
                    <a:pt x="11" y="15"/>
                  </a:lnTo>
                  <a:lnTo>
                    <a:pt x="7" y="14"/>
                  </a:lnTo>
                  <a:lnTo>
                    <a:pt x="2" y="13"/>
                  </a:lnTo>
                  <a:lnTo>
                    <a:pt x="0" y="9"/>
                  </a:lnTo>
                  <a:lnTo>
                    <a:pt x="0" y="5"/>
                  </a:lnTo>
                  <a:lnTo>
                    <a:pt x="1" y="2"/>
                  </a:lnTo>
                  <a:lnTo>
                    <a:pt x="4" y="0"/>
                  </a:lnTo>
                  <a:lnTo>
                    <a:pt x="14" y="1"/>
                  </a:lnTo>
                  <a:lnTo>
                    <a:pt x="25" y="1"/>
                  </a:lnTo>
                  <a:lnTo>
                    <a:pt x="35" y="3"/>
                  </a:lnTo>
                  <a:lnTo>
                    <a:pt x="40" y="1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7" name="Google Shape;567;p29"/>
            <p:cNvSpPr/>
            <p:nvPr/>
          </p:nvSpPr>
          <p:spPr>
            <a:xfrm>
              <a:off x="4168" y="2165"/>
              <a:ext cx="29" cy="31"/>
            </a:xfrm>
            <a:custGeom>
              <a:rect b="b" l="l" r="r" t="t"/>
              <a:pathLst>
                <a:path extrusionOk="0" h="31" w="29">
                  <a:moveTo>
                    <a:pt x="26" y="26"/>
                  </a:moveTo>
                  <a:lnTo>
                    <a:pt x="21" y="30"/>
                  </a:lnTo>
                  <a:lnTo>
                    <a:pt x="16" y="31"/>
                  </a:lnTo>
                  <a:lnTo>
                    <a:pt x="11" y="31"/>
                  </a:lnTo>
                  <a:lnTo>
                    <a:pt x="6" y="28"/>
                  </a:lnTo>
                  <a:lnTo>
                    <a:pt x="4" y="23"/>
                  </a:lnTo>
                  <a:lnTo>
                    <a:pt x="1" y="17"/>
                  </a:lnTo>
                  <a:lnTo>
                    <a:pt x="0" y="12"/>
                  </a:lnTo>
                  <a:lnTo>
                    <a:pt x="1" y="5"/>
                  </a:lnTo>
                  <a:lnTo>
                    <a:pt x="13" y="0"/>
                  </a:lnTo>
                  <a:lnTo>
                    <a:pt x="23" y="2"/>
                  </a:lnTo>
                  <a:lnTo>
                    <a:pt x="29" y="12"/>
                  </a:lnTo>
                  <a:lnTo>
                    <a:pt x="26" y="26"/>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8" name="Google Shape;568;p29"/>
            <p:cNvSpPr/>
            <p:nvPr/>
          </p:nvSpPr>
          <p:spPr>
            <a:xfrm>
              <a:off x="3787" y="2177"/>
              <a:ext cx="21" cy="38"/>
            </a:xfrm>
            <a:custGeom>
              <a:rect b="b" l="l" r="r" t="t"/>
              <a:pathLst>
                <a:path extrusionOk="0" h="38" w="21">
                  <a:moveTo>
                    <a:pt x="21" y="19"/>
                  </a:moveTo>
                  <a:lnTo>
                    <a:pt x="21" y="24"/>
                  </a:lnTo>
                  <a:lnTo>
                    <a:pt x="21" y="29"/>
                  </a:lnTo>
                  <a:lnTo>
                    <a:pt x="20" y="35"/>
                  </a:lnTo>
                  <a:lnTo>
                    <a:pt x="18" y="38"/>
                  </a:lnTo>
                  <a:lnTo>
                    <a:pt x="13" y="37"/>
                  </a:lnTo>
                  <a:lnTo>
                    <a:pt x="8" y="35"/>
                  </a:lnTo>
                  <a:lnTo>
                    <a:pt x="4" y="31"/>
                  </a:lnTo>
                  <a:lnTo>
                    <a:pt x="0" y="24"/>
                  </a:lnTo>
                  <a:lnTo>
                    <a:pt x="0" y="16"/>
                  </a:lnTo>
                  <a:lnTo>
                    <a:pt x="1" y="10"/>
                  </a:lnTo>
                  <a:lnTo>
                    <a:pt x="4" y="5"/>
                  </a:lnTo>
                  <a:lnTo>
                    <a:pt x="9" y="0"/>
                  </a:lnTo>
                  <a:lnTo>
                    <a:pt x="14" y="2"/>
                  </a:lnTo>
                  <a:lnTo>
                    <a:pt x="18" y="7"/>
                  </a:lnTo>
                  <a:lnTo>
                    <a:pt x="20" y="13"/>
                  </a:lnTo>
                  <a:lnTo>
                    <a:pt x="21" y="19"/>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9" name="Google Shape;569;p29"/>
            <p:cNvSpPr/>
            <p:nvPr/>
          </p:nvSpPr>
          <p:spPr>
            <a:xfrm>
              <a:off x="3925" y="2208"/>
              <a:ext cx="123" cy="33"/>
            </a:xfrm>
            <a:custGeom>
              <a:rect b="b" l="l" r="r" t="t"/>
              <a:pathLst>
                <a:path extrusionOk="0" h="33" w="123">
                  <a:moveTo>
                    <a:pt x="123" y="6"/>
                  </a:moveTo>
                  <a:lnTo>
                    <a:pt x="120" y="14"/>
                  </a:lnTo>
                  <a:lnTo>
                    <a:pt x="113" y="20"/>
                  </a:lnTo>
                  <a:lnTo>
                    <a:pt x="105" y="26"/>
                  </a:lnTo>
                  <a:lnTo>
                    <a:pt x="99" y="31"/>
                  </a:lnTo>
                  <a:lnTo>
                    <a:pt x="60" y="33"/>
                  </a:lnTo>
                  <a:lnTo>
                    <a:pt x="32" y="33"/>
                  </a:lnTo>
                  <a:lnTo>
                    <a:pt x="15" y="30"/>
                  </a:lnTo>
                  <a:lnTo>
                    <a:pt x="5" y="26"/>
                  </a:lnTo>
                  <a:lnTo>
                    <a:pt x="0" y="19"/>
                  </a:lnTo>
                  <a:lnTo>
                    <a:pt x="0" y="14"/>
                  </a:lnTo>
                  <a:lnTo>
                    <a:pt x="2" y="10"/>
                  </a:lnTo>
                  <a:lnTo>
                    <a:pt x="5" y="9"/>
                  </a:lnTo>
                  <a:lnTo>
                    <a:pt x="15" y="10"/>
                  </a:lnTo>
                  <a:lnTo>
                    <a:pt x="27" y="11"/>
                  </a:lnTo>
                  <a:lnTo>
                    <a:pt x="41" y="13"/>
                  </a:lnTo>
                  <a:lnTo>
                    <a:pt x="55" y="13"/>
                  </a:lnTo>
                  <a:lnTo>
                    <a:pt x="70" y="13"/>
                  </a:lnTo>
                  <a:lnTo>
                    <a:pt x="84" y="10"/>
                  </a:lnTo>
                  <a:lnTo>
                    <a:pt x="98" y="6"/>
                  </a:lnTo>
                  <a:lnTo>
                    <a:pt x="110" y="0"/>
                  </a:lnTo>
                  <a:lnTo>
                    <a:pt x="115" y="0"/>
                  </a:lnTo>
                  <a:lnTo>
                    <a:pt x="119" y="0"/>
                  </a:lnTo>
                  <a:lnTo>
                    <a:pt x="122" y="2"/>
                  </a:lnTo>
                  <a:lnTo>
                    <a:pt x="123" y="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70" name="Google Shape;570;p29"/>
            <p:cNvSpPr/>
            <p:nvPr/>
          </p:nvSpPr>
          <p:spPr>
            <a:xfrm>
              <a:off x="4425" y="2196"/>
              <a:ext cx="527" cy="650"/>
            </a:xfrm>
            <a:custGeom>
              <a:rect b="b" l="l" r="r" t="t"/>
              <a:pathLst>
                <a:path extrusionOk="0" h="650" w="527">
                  <a:moveTo>
                    <a:pt x="455" y="86"/>
                  </a:moveTo>
                  <a:lnTo>
                    <a:pt x="499" y="143"/>
                  </a:lnTo>
                  <a:lnTo>
                    <a:pt x="522" y="205"/>
                  </a:lnTo>
                  <a:lnTo>
                    <a:pt x="527" y="270"/>
                  </a:lnTo>
                  <a:lnTo>
                    <a:pt x="520" y="337"/>
                  </a:lnTo>
                  <a:lnTo>
                    <a:pt x="504" y="405"/>
                  </a:lnTo>
                  <a:lnTo>
                    <a:pt x="483" y="471"/>
                  </a:lnTo>
                  <a:lnTo>
                    <a:pt x="460" y="534"/>
                  </a:lnTo>
                  <a:lnTo>
                    <a:pt x="440" y="594"/>
                  </a:lnTo>
                  <a:lnTo>
                    <a:pt x="423" y="593"/>
                  </a:lnTo>
                  <a:lnTo>
                    <a:pt x="406" y="593"/>
                  </a:lnTo>
                  <a:lnTo>
                    <a:pt x="391" y="595"/>
                  </a:lnTo>
                  <a:lnTo>
                    <a:pt x="375" y="599"/>
                  </a:lnTo>
                  <a:lnTo>
                    <a:pt x="361" y="606"/>
                  </a:lnTo>
                  <a:lnTo>
                    <a:pt x="346" y="612"/>
                  </a:lnTo>
                  <a:lnTo>
                    <a:pt x="332" y="618"/>
                  </a:lnTo>
                  <a:lnTo>
                    <a:pt x="319" y="625"/>
                  </a:lnTo>
                  <a:lnTo>
                    <a:pt x="305" y="633"/>
                  </a:lnTo>
                  <a:lnTo>
                    <a:pt x="290" y="638"/>
                  </a:lnTo>
                  <a:lnTo>
                    <a:pt x="276" y="643"/>
                  </a:lnTo>
                  <a:lnTo>
                    <a:pt x="262" y="647"/>
                  </a:lnTo>
                  <a:lnTo>
                    <a:pt x="247" y="650"/>
                  </a:lnTo>
                  <a:lnTo>
                    <a:pt x="232" y="650"/>
                  </a:lnTo>
                  <a:lnTo>
                    <a:pt x="217" y="646"/>
                  </a:lnTo>
                  <a:lnTo>
                    <a:pt x="201" y="641"/>
                  </a:lnTo>
                  <a:lnTo>
                    <a:pt x="188" y="621"/>
                  </a:lnTo>
                  <a:lnTo>
                    <a:pt x="174" y="602"/>
                  </a:lnTo>
                  <a:lnTo>
                    <a:pt x="159" y="582"/>
                  </a:lnTo>
                  <a:lnTo>
                    <a:pt x="143" y="563"/>
                  </a:lnTo>
                  <a:lnTo>
                    <a:pt x="127" y="545"/>
                  </a:lnTo>
                  <a:lnTo>
                    <a:pt x="109" y="526"/>
                  </a:lnTo>
                  <a:lnTo>
                    <a:pt x="92" y="511"/>
                  </a:lnTo>
                  <a:lnTo>
                    <a:pt x="74" y="495"/>
                  </a:lnTo>
                  <a:lnTo>
                    <a:pt x="60" y="459"/>
                  </a:lnTo>
                  <a:lnTo>
                    <a:pt x="45" y="423"/>
                  </a:lnTo>
                  <a:lnTo>
                    <a:pt x="30" y="386"/>
                  </a:lnTo>
                  <a:lnTo>
                    <a:pt x="15" y="349"/>
                  </a:lnTo>
                  <a:lnTo>
                    <a:pt x="5" y="311"/>
                  </a:lnTo>
                  <a:lnTo>
                    <a:pt x="0" y="272"/>
                  </a:lnTo>
                  <a:lnTo>
                    <a:pt x="1" y="232"/>
                  </a:lnTo>
                  <a:lnTo>
                    <a:pt x="13" y="191"/>
                  </a:lnTo>
                  <a:lnTo>
                    <a:pt x="19" y="172"/>
                  </a:lnTo>
                  <a:lnTo>
                    <a:pt x="28" y="153"/>
                  </a:lnTo>
                  <a:lnTo>
                    <a:pt x="38" y="135"/>
                  </a:lnTo>
                  <a:lnTo>
                    <a:pt x="49" y="118"/>
                  </a:lnTo>
                  <a:lnTo>
                    <a:pt x="63" y="102"/>
                  </a:lnTo>
                  <a:lnTo>
                    <a:pt x="78" y="89"/>
                  </a:lnTo>
                  <a:lnTo>
                    <a:pt x="95" y="80"/>
                  </a:lnTo>
                  <a:lnTo>
                    <a:pt x="114" y="77"/>
                  </a:lnTo>
                  <a:lnTo>
                    <a:pt x="120" y="77"/>
                  </a:lnTo>
                  <a:lnTo>
                    <a:pt x="128" y="78"/>
                  </a:lnTo>
                  <a:lnTo>
                    <a:pt x="134" y="78"/>
                  </a:lnTo>
                  <a:lnTo>
                    <a:pt x="142" y="78"/>
                  </a:lnTo>
                  <a:lnTo>
                    <a:pt x="147" y="70"/>
                  </a:lnTo>
                  <a:lnTo>
                    <a:pt x="148" y="60"/>
                  </a:lnTo>
                  <a:lnTo>
                    <a:pt x="151" y="51"/>
                  </a:lnTo>
                  <a:lnTo>
                    <a:pt x="156" y="43"/>
                  </a:lnTo>
                  <a:lnTo>
                    <a:pt x="172" y="31"/>
                  </a:lnTo>
                  <a:lnTo>
                    <a:pt x="188" y="21"/>
                  </a:lnTo>
                  <a:lnTo>
                    <a:pt x="206" y="13"/>
                  </a:lnTo>
                  <a:lnTo>
                    <a:pt x="225" y="7"/>
                  </a:lnTo>
                  <a:lnTo>
                    <a:pt x="243" y="3"/>
                  </a:lnTo>
                  <a:lnTo>
                    <a:pt x="263" y="0"/>
                  </a:lnTo>
                  <a:lnTo>
                    <a:pt x="283" y="0"/>
                  </a:lnTo>
                  <a:lnTo>
                    <a:pt x="304" y="4"/>
                  </a:lnTo>
                  <a:lnTo>
                    <a:pt x="324" y="12"/>
                  </a:lnTo>
                  <a:lnTo>
                    <a:pt x="342" y="19"/>
                  </a:lnTo>
                  <a:lnTo>
                    <a:pt x="362" y="26"/>
                  </a:lnTo>
                  <a:lnTo>
                    <a:pt x="383" y="35"/>
                  </a:lnTo>
                  <a:lnTo>
                    <a:pt x="403" y="44"/>
                  </a:lnTo>
                  <a:lnTo>
                    <a:pt x="421" y="56"/>
                  </a:lnTo>
                  <a:lnTo>
                    <a:pt x="439" y="69"/>
                  </a:lnTo>
                  <a:lnTo>
                    <a:pt x="455" y="86"/>
                  </a:lnTo>
                  <a:close/>
                </a:path>
              </a:pathLst>
            </a:custGeom>
            <a:solidFill>
              <a:srgbClr val="A819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71" name="Google Shape;571;p29"/>
            <p:cNvSpPr/>
            <p:nvPr/>
          </p:nvSpPr>
          <p:spPr>
            <a:xfrm>
              <a:off x="3965" y="2250"/>
              <a:ext cx="55" cy="24"/>
            </a:xfrm>
            <a:custGeom>
              <a:rect b="b" l="l" r="r" t="t"/>
              <a:pathLst>
                <a:path extrusionOk="0" h="24" w="55">
                  <a:moveTo>
                    <a:pt x="55" y="7"/>
                  </a:moveTo>
                  <a:lnTo>
                    <a:pt x="54" y="13"/>
                  </a:lnTo>
                  <a:lnTo>
                    <a:pt x="50" y="17"/>
                  </a:lnTo>
                  <a:lnTo>
                    <a:pt x="45" y="21"/>
                  </a:lnTo>
                  <a:lnTo>
                    <a:pt x="40" y="24"/>
                  </a:lnTo>
                  <a:lnTo>
                    <a:pt x="33" y="24"/>
                  </a:lnTo>
                  <a:lnTo>
                    <a:pt x="26" y="24"/>
                  </a:lnTo>
                  <a:lnTo>
                    <a:pt x="20" y="23"/>
                  </a:lnTo>
                  <a:lnTo>
                    <a:pt x="15" y="20"/>
                  </a:lnTo>
                  <a:lnTo>
                    <a:pt x="11" y="17"/>
                  </a:lnTo>
                  <a:lnTo>
                    <a:pt x="8" y="12"/>
                  </a:lnTo>
                  <a:lnTo>
                    <a:pt x="4" y="7"/>
                  </a:lnTo>
                  <a:lnTo>
                    <a:pt x="0" y="0"/>
                  </a:lnTo>
                  <a:lnTo>
                    <a:pt x="6" y="0"/>
                  </a:lnTo>
                  <a:lnTo>
                    <a:pt x="15" y="0"/>
                  </a:lnTo>
                  <a:lnTo>
                    <a:pt x="24" y="0"/>
                  </a:lnTo>
                  <a:lnTo>
                    <a:pt x="34" y="0"/>
                  </a:lnTo>
                  <a:lnTo>
                    <a:pt x="43" y="0"/>
                  </a:lnTo>
                  <a:lnTo>
                    <a:pt x="50" y="2"/>
                  </a:lnTo>
                  <a:lnTo>
                    <a:pt x="54" y="4"/>
                  </a:lnTo>
                  <a:lnTo>
                    <a:pt x="55"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72" name="Google Shape;572;p29"/>
            <p:cNvSpPr/>
            <p:nvPr/>
          </p:nvSpPr>
          <p:spPr>
            <a:xfrm>
              <a:off x="4629" y="2227"/>
              <a:ext cx="278" cy="520"/>
            </a:xfrm>
            <a:custGeom>
              <a:rect b="b" l="l" r="r" t="t"/>
              <a:pathLst>
                <a:path extrusionOk="0" h="520" w="278">
                  <a:moveTo>
                    <a:pt x="160" y="16"/>
                  </a:moveTo>
                  <a:lnTo>
                    <a:pt x="190" y="31"/>
                  </a:lnTo>
                  <a:lnTo>
                    <a:pt x="215" y="51"/>
                  </a:lnTo>
                  <a:lnTo>
                    <a:pt x="234" y="74"/>
                  </a:lnTo>
                  <a:lnTo>
                    <a:pt x="250" y="101"/>
                  </a:lnTo>
                  <a:lnTo>
                    <a:pt x="261" y="131"/>
                  </a:lnTo>
                  <a:lnTo>
                    <a:pt x="269" y="164"/>
                  </a:lnTo>
                  <a:lnTo>
                    <a:pt x="274" y="195"/>
                  </a:lnTo>
                  <a:lnTo>
                    <a:pt x="276" y="227"/>
                  </a:lnTo>
                  <a:lnTo>
                    <a:pt x="278" y="267"/>
                  </a:lnTo>
                  <a:lnTo>
                    <a:pt x="273" y="305"/>
                  </a:lnTo>
                  <a:lnTo>
                    <a:pt x="263" y="341"/>
                  </a:lnTo>
                  <a:lnTo>
                    <a:pt x="251" y="376"/>
                  </a:lnTo>
                  <a:lnTo>
                    <a:pt x="239" y="411"/>
                  </a:lnTo>
                  <a:lnTo>
                    <a:pt x="227" y="446"/>
                  </a:lnTo>
                  <a:lnTo>
                    <a:pt x="221" y="482"/>
                  </a:lnTo>
                  <a:lnTo>
                    <a:pt x="220" y="520"/>
                  </a:lnTo>
                  <a:lnTo>
                    <a:pt x="215" y="510"/>
                  </a:lnTo>
                  <a:lnTo>
                    <a:pt x="205" y="480"/>
                  </a:lnTo>
                  <a:lnTo>
                    <a:pt x="197" y="442"/>
                  </a:lnTo>
                  <a:lnTo>
                    <a:pt x="197" y="409"/>
                  </a:lnTo>
                  <a:lnTo>
                    <a:pt x="236" y="245"/>
                  </a:lnTo>
                  <a:lnTo>
                    <a:pt x="237" y="218"/>
                  </a:lnTo>
                  <a:lnTo>
                    <a:pt x="236" y="189"/>
                  </a:lnTo>
                  <a:lnTo>
                    <a:pt x="234" y="161"/>
                  </a:lnTo>
                  <a:lnTo>
                    <a:pt x="229" y="134"/>
                  </a:lnTo>
                  <a:lnTo>
                    <a:pt x="221" y="108"/>
                  </a:lnTo>
                  <a:lnTo>
                    <a:pt x="209" y="84"/>
                  </a:lnTo>
                  <a:lnTo>
                    <a:pt x="191" y="64"/>
                  </a:lnTo>
                  <a:lnTo>
                    <a:pt x="168" y="46"/>
                  </a:lnTo>
                  <a:lnTo>
                    <a:pt x="138" y="30"/>
                  </a:lnTo>
                  <a:lnTo>
                    <a:pt x="110" y="22"/>
                  </a:lnTo>
                  <a:lnTo>
                    <a:pt x="82" y="18"/>
                  </a:lnTo>
                  <a:lnTo>
                    <a:pt x="57" y="18"/>
                  </a:lnTo>
                  <a:lnTo>
                    <a:pt x="34" y="21"/>
                  </a:lnTo>
                  <a:lnTo>
                    <a:pt x="17" y="23"/>
                  </a:lnTo>
                  <a:lnTo>
                    <a:pt x="6" y="26"/>
                  </a:lnTo>
                  <a:lnTo>
                    <a:pt x="0" y="26"/>
                  </a:lnTo>
                  <a:lnTo>
                    <a:pt x="6" y="17"/>
                  </a:lnTo>
                  <a:lnTo>
                    <a:pt x="14" y="11"/>
                  </a:lnTo>
                  <a:lnTo>
                    <a:pt x="23" y="5"/>
                  </a:lnTo>
                  <a:lnTo>
                    <a:pt x="32" y="3"/>
                  </a:lnTo>
                  <a:lnTo>
                    <a:pt x="49" y="1"/>
                  </a:lnTo>
                  <a:lnTo>
                    <a:pt x="67" y="0"/>
                  </a:lnTo>
                  <a:lnTo>
                    <a:pt x="83" y="0"/>
                  </a:lnTo>
                  <a:lnTo>
                    <a:pt x="100" y="0"/>
                  </a:lnTo>
                  <a:lnTo>
                    <a:pt x="116" y="3"/>
                  </a:lnTo>
                  <a:lnTo>
                    <a:pt x="131" y="5"/>
                  </a:lnTo>
                  <a:lnTo>
                    <a:pt x="146" y="9"/>
                  </a:lnTo>
                  <a:lnTo>
                    <a:pt x="160" y="1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73" name="Google Shape;573;p29"/>
            <p:cNvSpPr/>
            <p:nvPr/>
          </p:nvSpPr>
          <p:spPr>
            <a:xfrm>
              <a:off x="4090" y="2278"/>
              <a:ext cx="461" cy="870"/>
            </a:xfrm>
            <a:custGeom>
              <a:rect b="b" l="l" r="r" t="t"/>
              <a:pathLst>
                <a:path extrusionOk="0" h="870" w="461">
                  <a:moveTo>
                    <a:pt x="135" y="114"/>
                  </a:moveTo>
                  <a:lnTo>
                    <a:pt x="156" y="124"/>
                  </a:lnTo>
                  <a:lnTo>
                    <a:pt x="177" y="133"/>
                  </a:lnTo>
                  <a:lnTo>
                    <a:pt x="200" y="141"/>
                  </a:lnTo>
                  <a:lnTo>
                    <a:pt x="221" y="150"/>
                  </a:lnTo>
                  <a:lnTo>
                    <a:pt x="244" y="159"/>
                  </a:lnTo>
                  <a:lnTo>
                    <a:pt x="264" y="171"/>
                  </a:lnTo>
                  <a:lnTo>
                    <a:pt x="285" y="184"/>
                  </a:lnTo>
                  <a:lnTo>
                    <a:pt x="304" y="201"/>
                  </a:lnTo>
                  <a:lnTo>
                    <a:pt x="306" y="219"/>
                  </a:lnTo>
                  <a:lnTo>
                    <a:pt x="308" y="237"/>
                  </a:lnTo>
                  <a:lnTo>
                    <a:pt x="310" y="254"/>
                  </a:lnTo>
                  <a:lnTo>
                    <a:pt x="315" y="271"/>
                  </a:lnTo>
                  <a:lnTo>
                    <a:pt x="301" y="285"/>
                  </a:lnTo>
                  <a:lnTo>
                    <a:pt x="293" y="302"/>
                  </a:lnTo>
                  <a:lnTo>
                    <a:pt x="287" y="320"/>
                  </a:lnTo>
                  <a:lnTo>
                    <a:pt x="286" y="339"/>
                  </a:lnTo>
                  <a:lnTo>
                    <a:pt x="287" y="360"/>
                  </a:lnTo>
                  <a:lnTo>
                    <a:pt x="290" y="381"/>
                  </a:lnTo>
                  <a:lnTo>
                    <a:pt x="294" y="402"/>
                  </a:lnTo>
                  <a:lnTo>
                    <a:pt x="298" y="421"/>
                  </a:lnTo>
                  <a:lnTo>
                    <a:pt x="301" y="433"/>
                  </a:lnTo>
                  <a:lnTo>
                    <a:pt x="306" y="443"/>
                  </a:lnTo>
                  <a:lnTo>
                    <a:pt x="310" y="455"/>
                  </a:lnTo>
                  <a:lnTo>
                    <a:pt x="315" y="465"/>
                  </a:lnTo>
                  <a:lnTo>
                    <a:pt x="321" y="474"/>
                  </a:lnTo>
                  <a:lnTo>
                    <a:pt x="329" y="481"/>
                  </a:lnTo>
                  <a:lnTo>
                    <a:pt x="340" y="487"/>
                  </a:lnTo>
                  <a:lnTo>
                    <a:pt x="353" y="490"/>
                  </a:lnTo>
                  <a:lnTo>
                    <a:pt x="359" y="498"/>
                  </a:lnTo>
                  <a:lnTo>
                    <a:pt x="365" y="505"/>
                  </a:lnTo>
                  <a:lnTo>
                    <a:pt x="369" y="514"/>
                  </a:lnTo>
                  <a:lnTo>
                    <a:pt x="373" y="525"/>
                  </a:lnTo>
                  <a:lnTo>
                    <a:pt x="377" y="535"/>
                  </a:lnTo>
                  <a:lnTo>
                    <a:pt x="380" y="544"/>
                  </a:lnTo>
                  <a:lnTo>
                    <a:pt x="385" y="555"/>
                  </a:lnTo>
                  <a:lnTo>
                    <a:pt x="390" y="564"/>
                  </a:lnTo>
                  <a:lnTo>
                    <a:pt x="397" y="571"/>
                  </a:lnTo>
                  <a:lnTo>
                    <a:pt x="403" y="578"/>
                  </a:lnTo>
                  <a:lnTo>
                    <a:pt x="410" y="586"/>
                  </a:lnTo>
                  <a:lnTo>
                    <a:pt x="417" y="594"/>
                  </a:lnTo>
                  <a:lnTo>
                    <a:pt x="424" y="600"/>
                  </a:lnTo>
                  <a:lnTo>
                    <a:pt x="432" y="606"/>
                  </a:lnTo>
                  <a:lnTo>
                    <a:pt x="440" y="612"/>
                  </a:lnTo>
                  <a:lnTo>
                    <a:pt x="449" y="617"/>
                  </a:lnTo>
                  <a:lnTo>
                    <a:pt x="452" y="626"/>
                  </a:lnTo>
                  <a:lnTo>
                    <a:pt x="454" y="636"/>
                  </a:lnTo>
                  <a:lnTo>
                    <a:pt x="457" y="645"/>
                  </a:lnTo>
                  <a:lnTo>
                    <a:pt x="461" y="656"/>
                  </a:lnTo>
                  <a:lnTo>
                    <a:pt x="449" y="670"/>
                  </a:lnTo>
                  <a:lnTo>
                    <a:pt x="439" y="684"/>
                  </a:lnTo>
                  <a:lnTo>
                    <a:pt x="432" y="700"/>
                  </a:lnTo>
                  <a:lnTo>
                    <a:pt x="425" y="715"/>
                  </a:lnTo>
                  <a:lnTo>
                    <a:pt x="419" y="732"/>
                  </a:lnTo>
                  <a:lnTo>
                    <a:pt x="413" y="748"/>
                  </a:lnTo>
                  <a:lnTo>
                    <a:pt x="407" y="765"/>
                  </a:lnTo>
                  <a:lnTo>
                    <a:pt x="399" y="780"/>
                  </a:lnTo>
                  <a:lnTo>
                    <a:pt x="249" y="870"/>
                  </a:lnTo>
                  <a:lnTo>
                    <a:pt x="242" y="852"/>
                  </a:lnTo>
                  <a:lnTo>
                    <a:pt x="235" y="833"/>
                  </a:lnTo>
                  <a:lnTo>
                    <a:pt x="227" y="815"/>
                  </a:lnTo>
                  <a:lnTo>
                    <a:pt x="220" y="797"/>
                  </a:lnTo>
                  <a:lnTo>
                    <a:pt x="211" y="779"/>
                  </a:lnTo>
                  <a:lnTo>
                    <a:pt x="201" y="761"/>
                  </a:lnTo>
                  <a:lnTo>
                    <a:pt x="190" y="744"/>
                  </a:lnTo>
                  <a:lnTo>
                    <a:pt x="177" y="728"/>
                  </a:lnTo>
                  <a:lnTo>
                    <a:pt x="190" y="717"/>
                  </a:lnTo>
                  <a:lnTo>
                    <a:pt x="203" y="705"/>
                  </a:lnTo>
                  <a:lnTo>
                    <a:pt x="219" y="693"/>
                  </a:lnTo>
                  <a:lnTo>
                    <a:pt x="235" y="683"/>
                  </a:lnTo>
                  <a:lnTo>
                    <a:pt x="252" y="673"/>
                  </a:lnTo>
                  <a:lnTo>
                    <a:pt x="270" y="662"/>
                  </a:lnTo>
                  <a:lnTo>
                    <a:pt x="287" y="653"/>
                  </a:lnTo>
                  <a:lnTo>
                    <a:pt x="305" y="644"/>
                  </a:lnTo>
                  <a:lnTo>
                    <a:pt x="321" y="635"/>
                  </a:lnTo>
                  <a:lnTo>
                    <a:pt x="338" y="627"/>
                  </a:lnTo>
                  <a:lnTo>
                    <a:pt x="354" y="621"/>
                  </a:lnTo>
                  <a:lnTo>
                    <a:pt x="366" y="616"/>
                  </a:lnTo>
                  <a:lnTo>
                    <a:pt x="379" y="610"/>
                  </a:lnTo>
                  <a:lnTo>
                    <a:pt x="389" y="606"/>
                  </a:lnTo>
                  <a:lnTo>
                    <a:pt x="397" y="604"/>
                  </a:lnTo>
                  <a:lnTo>
                    <a:pt x="402" y="603"/>
                  </a:lnTo>
                  <a:lnTo>
                    <a:pt x="405" y="600"/>
                  </a:lnTo>
                  <a:lnTo>
                    <a:pt x="403" y="594"/>
                  </a:lnTo>
                  <a:lnTo>
                    <a:pt x="399" y="587"/>
                  </a:lnTo>
                  <a:lnTo>
                    <a:pt x="393" y="583"/>
                  </a:lnTo>
                  <a:lnTo>
                    <a:pt x="375" y="584"/>
                  </a:lnTo>
                  <a:lnTo>
                    <a:pt x="358" y="588"/>
                  </a:lnTo>
                  <a:lnTo>
                    <a:pt x="340" y="594"/>
                  </a:lnTo>
                  <a:lnTo>
                    <a:pt x="325" y="600"/>
                  </a:lnTo>
                  <a:lnTo>
                    <a:pt x="309" y="606"/>
                  </a:lnTo>
                  <a:lnTo>
                    <a:pt x="294" y="616"/>
                  </a:lnTo>
                  <a:lnTo>
                    <a:pt x="279" y="625"/>
                  </a:lnTo>
                  <a:lnTo>
                    <a:pt x="264" y="634"/>
                  </a:lnTo>
                  <a:lnTo>
                    <a:pt x="249" y="644"/>
                  </a:lnTo>
                  <a:lnTo>
                    <a:pt x="234" y="653"/>
                  </a:lnTo>
                  <a:lnTo>
                    <a:pt x="219" y="662"/>
                  </a:lnTo>
                  <a:lnTo>
                    <a:pt x="203" y="670"/>
                  </a:lnTo>
                  <a:lnTo>
                    <a:pt x="188" y="678"/>
                  </a:lnTo>
                  <a:lnTo>
                    <a:pt x="172" y="684"/>
                  </a:lnTo>
                  <a:lnTo>
                    <a:pt x="156" y="689"/>
                  </a:lnTo>
                  <a:lnTo>
                    <a:pt x="138" y="693"/>
                  </a:lnTo>
                  <a:lnTo>
                    <a:pt x="132" y="692"/>
                  </a:lnTo>
                  <a:lnTo>
                    <a:pt x="125" y="691"/>
                  </a:lnTo>
                  <a:lnTo>
                    <a:pt x="118" y="693"/>
                  </a:lnTo>
                  <a:lnTo>
                    <a:pt x="113" y="701"/>
                  </a:lnTo>
                  <a:lnTo>
                    <a:pt x="116" y="705"/>
                  </a:lnTo>
                  <a:lnTo>
                    <a:pt x="116" y="709"/>
                  </a:lnTo>
                  <a:lnTo>
                    <a:pt x="116" y="713"/>
                  </a:lnTo>
                  <a:lnTo>
                    <a:pt x="116" y="717"/>
                  </a:lnTo>
                  <a:lnTo>
                    <a:pt x="108" y="718"/>
                  </a:lnTo>
                  <a:lnTo>
                    <a:pt x="101" y="719"/>
                  </a:lnTo>
                  <a:lnTo>
                    <a:pt x="94" y="719"/>
                  </a:lnTo>
                  <a:lnTo>
                    <a:pt x="88" y="721"/>
                  </a:lnTo>
                  <a:lnTo>
                    <a:pt x="81" y="721"/>
                  </a:lnTo>
                  <a:lnTo>
                    <a:pt x="74" y="721"/>
                  </a:lnTo>
                  <a:lnTo>
                    <a:pt x="67" y="721"/>
                  </a:lnTo>
                  <a:lnTo>
                    <a:pt x="59" y="721"/>
                  </a:lnTo>
                  <a:lnTo>
                    <a:pt x="61" y="712"/>
                  </a:lnTo>
                  <a:lnTo>
                    <a:pt x="61" y="704"/>
                  </a:lnTo>
                  <a:lnTo>
                    <a:pt x="57" y="696"/>
                  </a:lnTo>
                  <a:lnTo>
                    <a:pt x="49" y="692"/>
                  </a:lnTo>
                  <a:lnTo>
                    <a:pt x="42" y="691"/>
                  </a:lnTo>
                  <a:lnTo>
                    <a:pt x="35" y="689"/>
                  </a:lnTo>
                  <a:lnTo>
                    <a:pt x="30" y="689"/>
                  </a:lnTo>
                  <a:lnTo>
                    <a:pt x="22" y="691"/>
                  </a:lnTo>
                  <a:lnTo>
                    <a:pt x="77" y="600"/>
                  </a:lnTo>
                  <a:lnTo>
                    <a:pt x="74" y="584"/>
                  </a:lnTo>
                  <a:lnTo>
                    <a:pt x="69" y="574"/>
                  </a:lnTo>
                  <a:lnTo>
                    <a:pt x="62" y="568"/>
                  </a:lnTo>
                  <a:lnTo>
                    <a:pt x="53" y="561"/>
                  </a:lnTo>
                  <a:lnTo>
                    <a:pt x="44" y="559"/>
                  </a:lnTo>
                  <a:lnTo>
                    <a:pt x="37" y="559"/>
                  </a:lnTo>
                  <a:lnTo>
                    <a:pt x="28" y="560"/>
                  </a:lnTo>
                  <a:lnTo>
                    <a:pt x="22" y="562"/>
                  </a:lnTo>
                  <a:lnTo>
                    <a:pt x="15" y="566"/>
                  </a:lnTo>
                  <a:lnTo>
                    <a:pt x="9" y="571"/>
                  </a:lnTo>
                  <a:lnTo>
                    <a:pt x="4" y="578"/>
                  </a:lnTo>
                  <a:lnTo>
                    <a:pt x="0" y="586"/>
                  </a:lnTo>
                  <a:lnTo>
                    <a:pt x="24" y="486"/>
                  </a:lnTo>
                  <a:lnTo>
                    <a:pt x="47" y="304"/>
                  </a:lnTo>
                  <a:lnTo>
                    <a:pt x="52" y="228"/>
                  </a:lnTo>
                  <a:lnTo>
                    <a:pt x="48" y="151"/>
                  </a:lnTo>
                  <a:lnTo>
                    <a:pt x="39" y="76"/>
                  </a:lnTo>
                  <a:lnTo>
                    <a:pt x="23" y="5"/>
                  </a:lnTo>
                  <a:lnTo>
                    <a:pt x="28" y="0"/>
                  </a:lnTo>
                  <a:lnTo>
                    <a:pt x="39" y="15"/>
                  </a:lnTo>
                  <a:lnTo>
                    <a:pt x="51" y="33"/>
                  </a:lnTo>
                  <a:lnTo>
                    <a:pt x="61" y="52"/>
                  </a:lnTo>
                  <a:lnTo>
                    <a:pt x="71" y="68"/>
                  </a:lnTo>
                  <a:lnTo>
                    <a:pt x="82" y="85"/>
                  </a:lnTo>
                  <a:lnTo>
                    <a:pt x="96" y="98"/>
                  </a:lnTo>
                  <a:lnTo>
                    <a:pt x="113" y="109"/>
                  </a:lnTo>
                  <a:lnTo>
                    <a:pt x="135" y="114"/>
                  </a:lnTo>
                  <a:close/>
                </a:path>
              </a:pathLst>
            </a:custGeom>
            <a:solidFill>
              <a:srgbClr val="6666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74" name="Google Shape;574;p29"/>
            <p:cNvSpPr/>
            <p:nvPr/>
          </p:nvSpPr>
          <p:spPr>
            <a:xfrm>
              <a:off x="4638" y="2276"/>
              <a:ext cx="149" cy="168"/>
            </a:xfrm>
            <a:custGeom>
              <a:rect b="b" l="l" r="r" t="t"/>
              <a:pathLst>
                <a:path extrusionOk="0" h="168" w="149">
                  <a:moveTo>
                    <a:pt x="133" y="68"/>
                  </a:moveTo>
                  <a:lnTo>
                    <a:pt x="142" y="92"/>
                  </a:lnTo>
                  <a:lnTo>
                    <a:pt x="149" y="120"/>
                  </a:lnTo>
                  <a:lnTo>
                    <a:pt x="149" y="146"/>
                  </a:lnTo>
                  <a:lnTo>
                    <a:pt x="138" y="168"/>
                  </a:lnTo>
                  <a:lnTo>
                    <a:pt x="136" y="161"/>
                  </a:lnTo>
                  <a:lnTo>
                    <a:pt x="133" y="148"/>
                  </a:lnTo>
                  <a:lnTo>
                    <a:pt x="131" y="130"/>
                  </a:lnTo>
                  <a:lnTo>
                    <a:pt x="124" y="109"/>
                  </a:lnTo>
                  <a:lnTo>
                    <a:pt x="113" y="87"/>
                  </a:lnTo>
                  <a:lnTo>
                    <a:pt x="96" y="65"/>
                  </a:lnTo>
                  <a:lnTo>
                    <a:pt x="69" y="46"/>
                  </a:lnTo>
                  <a:lnTo>
                    <a:pt x="32" y="28"/>
                  </a:lnTo>
                  <a:lnTo>
                    <a:pt x="24" y="22"/>
                  </a:lnTo>
                  <a:lnTo>
                    <a:pt x="13" y="15"/>
                  </a:lnTo>
                  <a:lnTo>
                    <a:pt x="4" y="7"/>
                  </a:lnTo>
                  <a:lnTo>
                    <a:pt x="0" y="0"/>
                  </a:lnTo>
                  <a:lnTo>
                    <a:pt x="19" y="4"/>
                  </a:lnTo>
                  <a:lnTo>
                    <a:pt x="38" y="8"/>
                  </a:lnTo>
                  <a:lnTo>
                    <a:pt x="55" y="13"/>
                  </a:lnTo>
                  <a:lnTo>
                    <a:pt x="73" y="20"/>
                  </a:lnTo>
                  <a:lnTo>
                    <a:pt x="91" y="29"/>
                  </a:lnTo>
                  <a:lnTo>
                    <a:pt x="106" y="39"/>
                  </a:lnTo>
                  <a:lnTo>
                    <a:pt x="121" y="52"/>
                  </a:lnTo>
                  <a:lnTo>
                    <a:pt x="133" y="6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75" name="Google Shape;575;p29"/>
            <p:cNvSpPr/>
            <p:nvPr/>
          </p:nvSpPr>
          <p:spPr>
            <a:xfrm>
              <a:off x="4449" y="2293"/>
              <a:ext cx="108" cy="285"/>
            </a:xfrm>
            <a:custGeom>
              <a:rect b="b" l="l" r="r" t="t"/>
              <a:pathLst>
                <a:path extrusionOk="0" h="285" w="108">
                  <a:moveTo>
                    <a:pt x="108" y="0"/>
                  </a:moveTo>
                  <a:lnTo>
                    <a:pt x="68" y="44"/>
                  </a:lnTo>
                  <a:lnTo>
                    <a:pt x="43" y="90"/>
                  </a:lnTo>
                  <a:lnTo>
                    <a:pt x="30" y="134"/>
                  </a:lnTo>
                  <a:lnTo>
                    <a:pt x="26" y="175"/>
                  </a:lnTo>
                  <a:lnTo>
                    <a:pt x="29" y="213"/>
                  </a:lnTo>
                  <a:lnTo>
                    <a:pt x="35" y="244"/>
                  </a:lnTo>
                  <a:lnTo>
                    <a:pt x="41" y="266"/>
                  </a:lnTo>
                  <a:lnTo>
                    <a:pt x="46" y="278"/>
                  </a:lnTo>
                  <a:lnTo>
                    <a:pt x="43" y="282"/>
                  </a:lnTo>
                  <a:lnTo>
                    <a:pt x="39" y="284"/>
                  </a:lnTo>
                  <a:lnTo>
                    <a:pt x="34" y="285"/>
                  </a:lnTo>
                  <a:lnTo>
                    <a:pt x="30" y="283"/>
                  </a:lnTo>
                  <a:lnTo>
                    <a:pt x="20" y="257"/>
                  </a:lnTo>
                  <a:lnTo>
                    <a:pt x="11" y="230"/>
                  </a:lnTo>
                  <a:lnTo>
                    <a:pt x="5" y="201"/>
                  </a:lnTo>
                  <a:lnTo>
                    <a:pt x="1" y="173"/>
                  </a:lnTo>
                  <a:lnTo>
                    <a:pt x="0" y="144"/>
                  </a:lnTo>
                  <a:lnTo>
                    <a:pt x="4" y="116"/>
                  </a:lnTo>
                  <a:lnTo>
                    <a:pt x="11" y="88"/>
                  </a:lnTo>
                  <a:lnTo>
                    <a:pt x="25" y="64"/>
                  </a:lnTo>
                  <a:lnTo>
                    <a:pt x="35" y="53"/>
                  </a:lnTo>
                  <a:lnTo>
                    <a:pt x="48" y="42"/>
                  </a:lnTo>
                  <a:lnTo>
                    <a:pt x="61" y="31"/>
                  </a:lnTo>
                  <a:lnTo>
                    <a:pt x="74" y="21"/>
                  </a:lnTo>
                  <a:lnTo>
                    <a:pt x="86" y="12"/>
                  </a:lnTo>
                  <a:lnTo>
                    <a:pt x="98" y="5"/>
                  </a:lnTo>
                  <a:lnTo>
                    <a:pt x="105" y="2"/>
                  </a:lnTo>
                  <a:lnTo>
                    <a:pt x="108"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76" name="Google Shape;576;p29"/>
            <p:cNvSpPr/>
            <p:nvPr/>
          </p:nvSpPr>
          <p:spPr>
            <a:xfrm>
              <a:off x="3380" y="2301"/>
              <a:ext cx="476" cy="862"/>
            </a:xfrm>
            <a:custGeom>
              <a:rect b="b" l="l" r="r" t="t"/>
              <a:pathLst>
                <a:path extrusionOk="0" h="862" w="476">
                  <a:moveTo>
                    <a:pt x="453" y="135"/>
                  </a:moveTo>
                  <a:lnTo>
                    <a:pt x="441" y="363"/>
                  </a:lnTo>
                  <a:lnTo>
                    <a:pt x="442" y="443"/>
                  </a:lnTo>
                  <a:lnTo>
                    <a:pt x="447" y="521"/>
                  </a:lnTo>
                  <a:lnTo>
                    <a:pt x="458" y="599"/>
                  </a:lnTo>
                  <a:lnTo>
                    <a:pt x="476" y="672"/>
                  </a:lnTo>
                  <a:lnTo>
                    <a:pt x="470" y="673"/>
                  </a:lnTo>
                  <a:lnTo>
                    <a:pt x="465" y="676"/>
                  </a:lnTo>
                  <a:lnTo>
                    <a:pt x="458" y="677"/>
                  </a:lnTo>
                  <a:lnTo>
                    <a:pt x="452" y="677"/>
                  </a:lnTo>
                  <a:lnTo>
                    <a:pt x="445" y="678"/>
                  </a:lnTo>
                  <a:lnTo>
                    <a:pt x="438" y="679"/>
                  </a:lnTo>
                  <a:lnTo>
                    <a:pt x="433" y="679"/>
                  </a:lnTo>
                  <a:lnTo>
                    <a:pt x="427" y="679"/>
                  </a:lnTo>
                  <a:lnTo>
                    <a:pt x="430" y="672"/>
                  </a:lnTo>
                  <a:lnTo>
                    <a:pt x="435" y="664"/>
                  </a:lnTo>
                  <a:lnTo>
                    <a:pt x="437" y="657"/>
                  </a:lnTo>
                  <a:lnTo>
                    <a:pt x="431" y="651"/>
                  </a:lnTo>
                  <a:lnTo>
                    <a:pt x="411" y="648"/>
                  </a:lnTo>
                  <a:lnTo>
                    <a:pt x="391" y="646"/>
                  </a:lnTo>
                  <a:lnTo>
                    <a:pt x="371" y="642"/>
                  </a:lnTo>
                  <a:lnTo>
                    <a:pt x="352" y="638"/>
                  </a:lnTo>
                  <a:lnTo>
                    <a:pt x="332" y="633"/>
                  </a:lnTo>
                  <a:lnTo>
                    <a:pt x="313" y="628"/>
                  </a:lnTo>
                  <a:lnTo>
                    <a:pt x="294" y="622"/>
                  </a:lnTo>
                  <a:lnTo>
                    <a:pt x="275" y="617"/>
                  </a:lnTo>
                  <a:lnTo>
                    <a:pt x="269" y="585"/>
                  </a:lnTo>
                  <a:lnTo>
                    <a:pt x="265" y="552"/>
                  </a:lnTo>
                  <a:lnTo>
                    <a:pt x="265" y="520"/>
                  </a:lnTo>
                  <a:lnTo>
                    <a:pt x="268" y="488"/>
                  </a:lnTo>
                  <a:lnTo>
                    <a:pt x="272" y="455"/>
                  </a:lnTo>
                  <a:lnTo>
                    <a:pt x="278" y="424"/>
                  </a:lnTo>
                  <a:lnTo>
                    <a:pt x="285" y="393"/>
                  </a:lnTo>
                  <a:lnTo>
                    <a:pt x="293" y="363"/>
                  </a:lnTo>
                  <a:lnTo>
                    <a:pt x="293" y="357"/>
                  </a:lnTo>
                  <a:lnTo>
                    <a:pt x="293" y="351"/>
                  </a:lnTo>
                  <a:lnTo>
                    <a:pt x="292" y="346"/>
                  </a:lnTo>
                  <a:lnTo>
                    <a:pt x="289" y="342"/>
                  </a:lnTo>
                  <a:lnTo>
                    <a:pt x="283" y="342"/>
                  </a:lnTo>
                  <a:lnTo>
                    <a:pt x="278" y="346"/>
                  </a:lnTo>
                  <a:lnTo>
                    <a:pt x="274" y="351"/>
                  </a:lnTo>
                  <a:lnTo>
                    <a:pt x="272" y="357"/>
                  </a:lnTo>
                  <a:lnTo>
                    <a:pt x="260" y="384"/>
                  </a:lnTo>
                  <a:lnTo>
                    <a:pt x="250" y="411"/>
                  </a:lnTo>
                  <a:lnTo>
                    <a:pt x="243" y="440"/>
                  </a:lnTo>
                  <a:lnTo>
                    <a:pt x="236" y="469"/>
                  </a:lnTo>
                  <a:lnTo>
                    <a:pt x="231" y="499"/>
                  </a:lnTo>
                  <a:lnTo>
                    <a:pt x="228" y="529"/>
                  </a:lnTo>
                  <a:lnTo>
                    <a:pt x="225" y="559"/>
                  </a:lnTo>
                  <a:lnTo>
                    <a:pt x="224" y="590"/>
                  </a:lnTo>
                  <a:lnTo>
                    <a:pt x="206" y="583"/>
                  </a:lnTo>
                  <a:lnTo>
                    <a:pt x="188" y="578"/>
                  </a:lnTo>
                  <a:lnTo>
                    <a:pt x="169" y="574"/>
                  </a:lnTo>
                  <a:lnTo>
                    <a:pt x="149" y="574"/>
                  </a:lnTo>
                  <a:lnTo>
                    <a:pt x="130" y="576"/>
                  </a:lnTo>
                  <a:lnTo>
                    <a:pt x="112" y="581"/>
                  </a:lnTo>
                  <a:lnTo>
                    <a:pt x="95" y="589"/>
                  </a:lnTo>
                  <a:lnTo>
                    <a:pt x="80" y="602"/>
                  </a:lnTo>
                  <a:lnTo>
                    <a:pt x="71" y="612"/>
                  </a:lnTo>
                  <a:lnTo>
                    <a:pt x="63" y="622"/>
                  </a:lnTo>
                  <a:lnTo>
                    <a:pt x="58" y="635"/>
                  </a:lnTo>
                  <a:lnTo>
                    <a:pt x="56" y="648"/>
                  </a:lnTo>
                  <a:lnTo>
                    <a:pt x="58" y="652"/>
                  </a:lnTo>
                  <a:lnTo>
                    <a:pt x="62" y="653"/>
                  </a:lnTo>
                  <a:lnTo>
                    <a:pt x="66" y="655"/>
                  </a:lnTo>
                  <a:lnTo>
                    <a:pt x="71" y="655"/>
                  </a:lnTo>
                  <a:lnTo>
                    <a:pt x="75" y="647"/>
                  </a:lnTo>
                  <a:lnTo>
                    <a:pt x="80" y="641"/>
                  </a:lnTo>
                  <a:lnTo>
                    <a:pt x="85" y="634"/>
                  </a:lnTo>
                  <a:lnTo>
                    <a:pt x="91" y="629"/>
                  </a:lnTo>
                  <a:lnTo>
                    <a:pt x="99" y="624"/>
                  </a:lnTo>
                  <a:lnTo>
                    <a:pt x="105" y="620"/>
                  </a:lnTo>
                  <a:lnTo>
                    <a:pt x="112" y="616"/>
                  </a:lnTo>
                  <a:lnTo>
                    <a:pt x="119" y="612"/>
                  </a:lnTo>
                  <a:lnTo>
                    <a:pt x="131" y="609"/>
                  </a:lnTo>
                  <a:lnTo>
                    <a:pt x="146" y="609"/>
                  </a:lnTo>
                  <a:lnTo>
                    <a:pt x="164" y="612"/>
                  </a:lnTo>
                  <a:lnTo>
                    <a:pt x="183" y="615"/>
                  </a:lnTo>
                  <a:lnTo>
                    <a:pt x="201" y="620"/>
                  </a:lnTo>
                  <a:lnTo>
                    <a:pt x="223" y="625"/>
                  </a:lnTo>
                  <a:lnTo>
                    <a:pt x="243" y="631"/>
                  </a:lnTo>
                  <a:lnTo>
                    <a:pt x="264" y="639"/>
                  </a:lnTo>
                  <a:lnTo>
                    <a:pt x="285" y="647"/>
                  </a:lnTo>
                  <a:lnTo>
                    <a:pt x="305" y="653"/>
                  </a:lnTo>
                  <a:lnTo>
                    <a:pt x="324" y="661"/>
                  </a:lnTo>
                  <a:lnTo>
                    <a:pt x="342" y="668"/>
                  </a:lnTo>
                  <a:lnTo>
                    <a:pt x="358" y="673"/>
                  </a:lnTo>
                  <a:lnTo>
                    <a:pt x="372" y="678"/>
                  </a:lnTo>
                  <a:lnTo>
                    <a:pt x="383" y="682"/>
                  </a:lnTo>
                  <a:lnTo>
                    <a:pt x="392" y="685"/>
                  </a:lnTo>
                  <a:lnTo>
                    <a:pt x="376" y="703"/>
                  </a:lnTo>
                  <a:lnTo>
                    <a:pt x="364" y="722"/>
                  </a:lnTo>
                  <a:lnTo>
                    <a:pt x="356" y="744"/>
                  </a:lnTo>
                  <a:lnTo>
                    <a:pt x="351" y="766"/>
                  </a:lnTo>
                  <a:lnTo>
                    <a:pt x="348" y="790"/>
                  </a:lnTo>
                  <a:lnTo>
                    <a:pt x="347" y="813"/>
                  </a:lnTo>
                  <a:lnTo>
                    <a:pt x="347" y="838"/>
                  </a:lnTo>
                  <a:lnTo>
                    <a:pt x="347" y="862"/>
                  </a:lnTo>
                  <a:lnTo>
                    <a:pt x="338" y="862"/>
                  </a:lnTo>
                  <a:lnTo>
                    <a:pt x="324" y="860"/>
                  </a:lnTo>
                  <a:lnTo>
                    <a:pt x="308" y="856"/>
                  </a:lnTo>
                  <a:lnTo>
                    <a:pt x="289" y="851"/>
                  </a:lnTo>
                  <a:lnTo>
                    <a:pt x="268" y="844"/>
                  </a:lnTo>
                  <a:lnTo>
                    <a:pt x="247" y="838"/>
                  </a:lnTo>
                  <a:lnTo>
                    <a:pt x="223" y="829"/>
                  </a:lnTo>
                  <a:lnTo>
                    <a:pt x="200" y="821"/>
                  </a:lnTo>
                  <a:lnTo>
                    <a:pt x="178" y="813"/>
                  </a:lnTo>
                  <a:lnTo>
                    <a:pt x="156" y="804"/>
                  </a:lnTo>
                  <a:lnTo>
                    <a:pt x="136" y="796"/>
                  </a:lnTo>
                  <a:lnTo>
                    <a:pt x="119" y="790"/>
                  </a:lnTo>
                  <a:lnTo>
                    <a:pt x="104" y="784"/>
                  </a:lnTo>
                  <a:lnTo>
                    <a:pt x="92" y="779"/>
                  </a:lnTo>
                  <a:lnTo>
                    <a:pt x="85" y="777"/>
                  </a:lnTo>
                  <a:lnTo>
                    <a:pt x="82" y="775"/>
                  </a:lnTo>
                  <a:lnTo>
                    <a:pt x="71" y="769"/>
                  </a:lnTo>
                  <a:lnTo>
                    <a:pt x="60" y="762"/>
                  </a:lnTo>
                  <a:lnTo>
                    <a:pt x="48" y="757"/>
                  </a:lnTo>
                  <a:lnTo>
                    <a:pt x="37" y="749"/>
                  </a:lnTo>
                  <a:lnTo>
                    <a:pt x="26" y="743"/>
                  </a:lnTo>
                  <a:lnTo>
                    <a:pt x="16" y="734"/>
                  </a:lnTo>
                  <a:lnTo>
                    <a:pt x="8" y="725"/>
                  </a:lnTo>
                  <a:lnTo>
                    <a:pt x="1" y="713"/>
                  </a:lnTo>
                  <a:lnTo>
                    <a:pt x="0" y="686"/>
                  </a:lnTo>
                  <a:lnTo>
                    <a:pt x="0" y="659"/>
                  </a:lnTo>
                  <a:lnTo>
                    <a:pt x="2" y="631"/>
                  </a:lnTo>
                  <a:lnTo>
                    <a:pt x="6" y="606"/>
                  </a:lnTo>
                  <a:lnTo>
                    <a:pt x="10" y="580"/>
                  </a:lnTo>
                  <a:lnTo>
                    <a:pt x="17" y="554"/>
                  </a:lnTo>
                  <a:lnTo>
                    <a:pt x="25" y="529"/>
                  </a:lnTo>
                  <a:lnTo>
                    <a:pt x="33" y="504"/>
                  </a:lnTo>
                  <a:lnTo>
                    <a:pt x="63" y="324"/>
                  </a:lnTo>
                  <a:lnTo>
                    <a:pt x="66" y="310"/>
                  </a:lnTo>
                  <a:lnTo>
                    <a:pt x="71" y="296"/>
                  </a:lnTo>
                  <a:lnTo>
                    <a:pt x="77" y="283"/>
                  </a:lnTo>
                  <a:lnTo>
                    <a:pt x="86" y="271"/>
                  </a:lnTo>
                  <a:lnTo>
                    <a:pt x="96" y="259"/>
                  </a:lnTo>
                  <a:lnTo>
                    <a:pt x="107" y="249"/>
                  </a:lnTo>
                  <a:lnTo>
                    <a:pt x="119" y="240"/>
                  </a:lnTo>
                  <a:lnTo>
                    <a:pt x="131" y="231"/>
                  </a:lnTo>
                  <a:lnTo>
                    <a:pt x="351" y="122"/>
                  </a:lnTo>
                  <a:lnTo>
                    <a:pt x="369" y="115"/>
                  </a:lnTo>
                  <a:lnTo>
                    <a:pt x="387" y="104"/>
                  </a:lnTo>
                  <a:lnTo>
                    <a:pt x="402" y="88"/>
                  </a:lnTo>
                  <a:lnTo>
                    <a:pt x="417" y="71"/>
                  </a:lnTo>
                  <a:lnTo>
                    <a:pt x="430" y="53"/>
                  </a:lnTo>
                  <a:lnTo>
                    <a:pt x="443" y="34"/>
                  </a:lnTo>
                  <a:lnTo>
                    <a:pt x="456" y="17"/>
                  </a:lnTo>
                  <a:lnTo>
                    <a:pt x="468" y="0"/>
                  </a:lnTo>
                  <a:lnTo>
                    <a:pt x="467" y="35"/>
                  </a:lnTo>
                  <a:lnTo>
                    <a:pt x="463" y="69"/>
                  </a:lnTo>
                  <a:lnTo>
                    <a:pt x="458" y="101"/>
                  </a:lnTo>
                  <a:lnTo>
                    <a:pt x="453" y="135"/>
                  </a:lnTo>
                  <a:close/>
                </a:path>
              </a:pathLst>
            </a:custGeom>
            <a:solidFill>
              <a:srgbClr val="6666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77" name="Google Shape;577;p29"/>
            <p:cNvSpPr/>
            <p:nvPr/>
          </p:nvSpPr>
          <p:spPr>
            <a:xfrm>
              <a:off x="3863" y="2314"/>
              <a:ext cx="237" cy="276"/>
            </a:xfrm>
            <a:custGeom>
              <a:rect b="b" l="l" r="r" t="t"/>
              <a:pathLst>
                <a:path extrusionOk="0" h="276" w="237">
                  <a:moveTo>
                    <a:pt x="171" y="202"/>
                  </a:moveTo>
                  <a:lnTo>
                    <a:pt x="184" y="191"/>
                  </a:lnTo>
                  <a:lnTo>
                    <a:pt x="195" y="176"/>
                  </a:lnTo>
                  <a:lnTo>
                    <a:pt x="205" y="162"/>
                  </a:lnTo>
                  <a:lnTo>
                    <a:pt x="214" y="147"/>
                  </a:lnTo>
                  <a:lnTo>
                    <a:pt x="221" y="131"/>
                  </a:lnTo>
                  <a:lnTo>
                    <a:pt x="227" y="115"/>
                  </a:lnTo>
                  <a:lnTo>
                    <a:pt x="232" y="99"/>
                  </a:lnTo>
                  <a:lnTo>
                    <a:pt x="237" y="83"/>
                  </a:lnTo>
                  <a:lnTo>
                    <a:pt x="235" y="239"/>
                  </a:lnTo>
                  <a:lnTo>
                    <a:pt x="236" y="248"/>
                  </a:lnTo>
                  <a:lnTo>
                    <a:pt x="235" y="254"/>
                  </a:lnTo>
                  <a:lnTo>
                    <a:pt x="232" y="258"/>
                  </a:lnTo>
                  <a:lnTo>
                    <a:pt x="227" y="262"/>
                  </a:lnTo>
                  <a:lnTo>
                    <a:pt x="221" y="264"/>
                  </a:lnTo>
                  <a:lnTo>
                    <a:pt x="215" y="266"/>
                  </a:lnTo>
                  <a:lnTo>
                    <a:pt x="209" y="268"/>
                  </a:lnTo>
                  <a:lnTo>
                    <a:pt x="202" y="270"/>
                  </a:lnTo>
                  <a:lnTo>
                    <a:pt x="190" y="272"/>
                  </a:lnTo>
                  <a:lnTo>
                    <a:pt x="176" y="274"/>
                  </a:lnTo>
                  <a:lnTo>
                    <a:pt x="163" y="275"/>
                  </a:lnTo>
                  <a:lnTo>
                    <a:pt x="150" y="276"/>
                  </a:lnTo>
                  <a:lnTo>
                    <a:pt x="137" y="276"/>
                  </a:lnTo>
                  <a:lnTo>
                    <a:pt x="125" y="276"/>
                  </a:lnTo>
                  <a:lnTo>
                    <a:pt x="111" y="275"/>
                  </a:lnTo>
                  <a:lnTo>
                    <a:pt x="98" y="274"/>
                  </a:lnTo>
                  <a:lnTo>
                    <a:pt x="86" y="272"/>
                  </a:lnTo>
                  <a:lnTo>
                    <a:pt x="73" y="271"/>
                  </a:lnTo>
                  <a:lnTo>
                    <a:pt x="61" y="268"/>
                  </a:lnTo>
                  <a:lnTo>
                    <a:pt x="48" y="264"/>
                  </a:lnTo>
                  <a:lnTo>
                    <a:pt x="36" y="262"/>
                  </a:lnTo>
                  <a:lnTo>
                    <a:pt x="23" y="258"/>
                  </a:lnTo>
                  <a:lnTo>
                    <a:pt x="12" y="254"/>
                  </a:lnTo>
                  <a:lnTo>
                    <a:pt x="0" y="250"/>
                  </a:lnTo>
                  <a:lnTo>
                    <a:pt x="2" y="204"/>
                  </a:lnTo>
                  <a:lnTo>
                    <a:pt x="2" y="158"/>
                  </a:lnTo>
                  <a:lnTo>
                    <a:pt x="3" y="112"/>
                  </a:lnTo>
                  <a:lnTo>
                    <a:pt x="7" y="66"/>
                  </a:lnTo>
                  <a:lnTo>
                    <a:pt x="10" y="79"/>
                  </a:lnTo>
                  <a:lnTo>
                    <a:pt x="14" y="93"/>
                  </a:lnTo>
                  <a:lnTo>
                    <a:pt x="17" y="106"/>
                  </a:lnTo>
                  <a:lnTo>
                    <a:pt x="21" y="121"/>
                  </a:lnTo>
                  <a:lnTo>
                    <a:pt x="26" y="132"/>
                  </a:lnTo>
                  <a:lnTo>
                    <a:pt x="32" y="144"/>
                  </a:lnTo>
                  <a:lnTo>
                    <a:pt x="41" y="153"/>
                  </a:lnTo>
                  <a:lnTo>
                    <a:pt x="53" y="161"/>
                  </a:lnTo>
                  <a:lnTo>
                    <a:pt x="49" y="145"/>
                  </a:lnTo>
                  <a:lnTo>
                    <a:pt x="41" y="106"/>
                  </a:lnTo>
                  <a:lnTo>
                    <a:pt x="33" y="57"/>
                  </a:lnTo>
                  <a:lnTo>
                    <a:pt x="33" y="12"/>
                  </a:lnTo>
                  <a:lnTo>
                    <a:pt x="47" y="19"/>
                  </a:lnTo>
                  <a:lnTo>
                    <a:pt x="62" y="26"/>
                  </a:lnTo>
                  <a:lnTo>
                    <a:pt x="78" y="32"/>
                  </a:lnTo>
                  <a:lnTo>
                    <a:pt x="93" y="35"/>
                  </a:lnTo>
                  <a:lnTo>
                    <a:pt x="111" y="38"/>
                  </a:lnTo>
                  <a:lnTo>
                    <a:pt x="127" y="38"/>
                  </a:lnTo>
                  <a:lnTo>
                    <a:pt x="143" y="36"/>
                  </a:lnTo>
                  <a:lnTo>
                    <a:pt x="161" y="32"/>
                  </a:lnTo>
                  <a:lnTo>
                    <a:pt x="211" y="0"/>
                  </a:lnTo>
                  <a:lnTo>
                    <a:pt x="214" y="34"/>
                  </a:lnTo>
                  <a:lnTo>
                    <a:pt x="210" y="69"/>
                  </a:lnTo>
                  <a:lnTo>
                    <a:pt x="204" y="102"/>
                  </a:lnTo>
                  <a:lnTo>
                    <a:pt x="194" y="134"/>
                  </a:lnTo>
                  <a:lnTo>
                    <a:pt x="185" y="162"/>
                  </a:lnTo>
                  <a:lnTo>
                    <a:pt x="176" y="183"/>
                  </a:lnTo>
                  <a:lnTo>
                    <a:pt x="171" y="197"/>
                  </a:lnTo>
                  <a:lnTo>
                    <a:pt x="171" y="202"/>
                  </a:lnTo>
                  <a:close/>
                </a:path>
              </a:pathLst>
            </a:custGeom>
            <a:solidFill>
              <a:srgbClr val="F2BF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78" name="Google Shape;578;p29"/>
            <p:cNvSpPr/>
            <p:nvPr/>
          </p:nvSpPr>
          <p:spPr>
            <a:xfrm>
              <a:off x="4504" y="2332"/>
              <a:ext cx="136" cy="481"/>
            </a:xfrm>
            <a:custGeom>
              <a:rect b="b" l="l" r="r" t="t"/>
              <a:pathLst>
                <a:path extrusionOk="0" h="481" w="136">
                  <a:moveTo>
                    <a:pt x="73" y="0"/>
                  </a:moveTo>
                  <a:lnTo>
                    <a:pt x="70" y="11"/>
                  </a:lnTo>
                  <a:lnTo>
                    <a:pt x="65" y="21"/>
                  </a:lnTo>
                  <a:lnTo>
                    <a:pt x="60" y="30"/>
                  </a:lnTo>
                  <a:lnTo>
                    <a:pt x="57" y="40"/>
                  </a:lnTo>
                  <a:lnTo>
                    <a:pt x="44" y="78"/>
                  </a:lnTo>
                  <a:lnTo>
                    <a:pt x="36" y="118"/>
                  </a:lnTo>
                  <a:lnTo>
                    <a:pt x="34" y="158"/>
                  </a:lnTo>
                  <a:lnTo>
                    <a:pt x="36" y="200"/>
                  </a:lnTo>
                  <a:lnTo>
                    <a:pt x="44" y="241"/>
                  </a:lnTo>
                  <a:lnTo>
                    <a:pt x="57" y="280"/>
                  </a:lnTo>
                  <a:lnTo>
                    <a:pt x="74" y="317"/>
                  </a:lnTo>
                  <a:lnTo>
                    <a:pt x="95" y="349"/>
                  </a:lnTo>
                  <a:lnTo>
                    <a:pt x="112" y="381"/>
                  </a:lnTo>
                  <a:lnTo>
                    <a:pt x="123" y="410"/>
                  </a:lnTo>
                  <a:lnTo>
                    <a:pt x="129" y="433"/>
                  </a:lnTo>
                  <a:lnTo>
                    <a:pt x="134" y="451"/>
                  </a:lnTo>
                  <a:lnTo>
                    <a:pt x="136" y="467"/>
                  </a:lnTo>
                  <a:lnTo>
                    <a:pt x="136" y="476"/>
                  </a:lnTo>
                  <a:lnTo>
                    <a:pt x="134" y="481"/>
                  </a:lnTo>
                  <a:lnTo>
                    <a:pt x="133" y="481"/>
                  </a:lnTo>
                  <a:lnTo>
                    <a:pt x="110" y="429"/>
                  </a:lnTo>
                  <a:lnTo>
                    <a:pt x="84" y="376"/>
                  </a:lnTo>
                  <a:lnTo>
                    <a:pt x="55" y="323"/>
                  </a:lnTo>
                  <a:lnTo>
                    <a:pt x="29" y="270"/>
                  </a:lnTo>
                  <a:lnTo>
                    <a:pt x="9" y="215"/>
                  </a:lnTo>
                  <a:lnTo>
                    <a:pt x="0" y="160"/>
                  </a:lnTo>
                  <a:lnTo>
                    <a:pt x="5" y="103"/>
                  </a:lnTo>
                  <a:lnTo>
                    <a:pt x="30" y="43"/>
                  </a:lnTo>
                  <a:lnTo>
                    <a:pt x="35" y="35"/>
                  </a:lnTo>
                  <a:lnTo>
                    <a:pt x="39" y="27"/>
                  </a:lnTo>
                  <a:lnTo>
                    <a:pt x="44" y="21"/>
                  </a:lnTo>
                  <a:lnTo>
                    <a:pt x="48" y="14"/>
                  </a:lnTo>
                  <a:lnTo>
                    <a:pt x="53" y="9"/>
                  </a:lnTo>
                  <a:lnTo>
                    <a:pt x="58" y="4"/>
                  </a:lnTo>
                  <a:lnTo>
                    <a:pt x="65" y="1"/>
                  </a:lnTo>
                  <a:lnTo>
                    <a:pt x="73"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79" name="Google Shape;579;p29"/>
            <p:cNvSpPr/>
            <p:nvPr/>
          </p:nvSpPr>
          <p:spPr>
            <a:xfrm>
              <a:off x="4587" y="2374"/>
              <a:ext cx="111" cy="383"/>
            </a:xfrm>
            <a:custGeom>
              <a:rect b="b" l="l" r="r" t="t"/>
              <a:pathLst>
                <a:path extrusionOk="0" h="383" w="111">
                  <a:moveTo>
                    <a:pt x="25" y="146"/>
                  </a:moveTo>
                  <a:lnTo>
                    <a:pt x="27" y="153"/>
                  </a:lnTo>
                  <a:lnTo>
                    <a:pt x="34" y="171"/>
                  </a:lnTo>
                  <a:lnTo>
                    <a:pt x="42" y="198"/>
                  </a:lnTo>
                  <a:lnTo>
                    <a:pt x="55" y="230"/>
                  </a:lnTo>
                  <a:lnTo>
                    <a:pt x="69" y="268"/>
                  </a:lnTo>
                  <a:lnTo>
                    <a:pt x="83" y="307"/>
                  </a:lnTo>
                  <a:lnTo>
                    <a:pt x="98" y="345"/>
                  </a:lnTo>
                  <a:lnTo>
                    <a:pt x="111" y="378"/>
                  </a:lnTo>
                  <a:lnTo>
                    <a:pt x="109" y="381"/>
                  </a:lnTo>
                  <a:lnTo>
                    <a:pt x="106" y="382"/>
                  </a:lnTo>
                  <a:lnTo>
                    <a:pt x="103" y="383"/>
                  </a:lnTo>
                  <a:lnTo>
                    <a:pt x="99" y="383"/>
                  </a:lnTo>
                  <a:lnTo>
                    <a:pt x="90" y="369"/>
                  </a:lnTo>
                  <a:lnTo>
                    <a:pt x="73" y="337"/>
                  </a:lnTo>
                  <a:lnTo>
                    <a:pt x="51" y="290"/>
                  </a:lnTo>
                  <a:lnTo>
                    <a:pt x="30" y="234"/>
                  </a:lnTo>
                  <a:lnTo>
                    <a:pt x="11" y="172"/>
                  </a:lnTo>
                  <a:lnTo>
                    <a:pt x="0" y="110"/>
                  </a:lnTo>
                  <a:lnTo>
                    <a:pt x="1" y="52"/>
                  </a:lnTo>
                  <a:lnTo>
                    <a:pt x="16" y="0"/>
                  </a:lnTo>
                  <a:lnTo>
                    <a:pt x="20" y="22"/>
                  </a:lnTo>
                  <a:lnTo>
                    <a:pt x="22" y="72"/>
                  </a:lnTo>
                  <a:lnTo>
                    <a:pt x="25" y="123"/>
                  </a:lnTo>
                  <a:lnTo>
                    <a:pt x="25" y="14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80" name="Google Shape;580;p29"/>
            <p:cNvSpPr/>
            <p:nvPr/>
          </p:nvSpPr>
          <p:spPr>
            <a:xfrm>
              <a:off x="4405" y="2580"/>
              <a:ext cx="436" cy="332"/>
            </a:xfrm>
            <a:custGeom>
              <a:rect b="b" l="l" r="r" t="t"/>
              <a:pathLst>
                <a:path extrusionOk="0" h="332" w="436">
                  <a:moveTo>
                    <a:pt x="115" y="175"/>
                  </a:moveTo>
                  <a:lnTo>
                    <a:pt x="132" y="196"/>
                  </a:lnTo>
                  <a:lnTo>
                    <a:pt x="149" y="219"/>
                  </a:lnTo>
                  <a:lnTo>
                    <a:pt x="168" y="241"/>
                  </a:lnTo>
                  <a:lnTo>
                    <a:pt x="188" y="262"/>
                  </a:lnTo>
                  <a:lnTo>
                    <a:pt x="209" y="277"/>
                  </a:lnTo>
                  <a:lnTo>
                    <a:pt x="233" y="289"/>
                  </a:lnTo>
                  <a:lnTo>
                    <a:pt x="260" y="292"/>
                  </a:lnTo>
                  <a:lnTo>
                    <a:pt x="290" y="285"/>
                  </a:lnTo>
                  <a:lnTo>
                    <a:pt x="307" y="280"/>
                  </a:lnTo>
                  <a:lnTo>
                    <a:pt x="325" y="272"/>
                  </a:lnTo>
                  <a:lnTo>
                    <a:pt x="342" y="264"/>
                  </a:lnTo>
                  <a:lnTo>
                    <a:pt x="361" y="257"/>
                  </a:lnTo>
                  <a:lnTo>
                    <a:pt x="379" y="250"/>
                  </a:lnTo>
                  <a:lnTo>
                    <a:pt x="398" y="245"/>
                  </a:lnTo>
                  <a:lnTo>
                    <a:pt x="416" y="241"/>
                  </a:lnTo>
                  <a:lnTo>
                    <a:pt x="435" y="241"/>
                  </a:lnTo>
                  <a:lnTo>
                    <a:pt x="436" y="250"/>
                  </a:lnTo>
                  <a:lnTo>
                    <a:pt x="436" y="262"/>
                  </a:lnTo>
                  <a:lnTo>
                    <a:pt x="434" y="275"/>
                  </a:lnTo>
                  <a:lnTo>
                    <a:pt x="431" y="281"/>
                  </a:lnTo>
                  <a:lnTo>
                    <a:pt x="366" y="289"/>
                  </a:lnTo>
                  <a:lnTo>
                    <a:pt x="206" y="320"/>
                  </a:lnTo>
                  <a:lnTo>
                    <a:pt x="174" y="332"/>
                  </a:lnTo>
                  <a:lnTo>
                    <a:pt x="164" y="311"/>
                  </a:lnTo>
                  <a:lnTo>
                    <a:pt x="151" y="292"/>
                  </a:lnTo>
                  <a:lnTo>
                    <a:pt x="134" y="275"/>
                  </a:lnTo>
                  <a:lnTo>
                    <a:pt x="118" y="258"/>
                  </a:lnTo>
                  <a:lnTo>
                    <a:pt x="103" y="241"/>
                  </a:lnTo>
                  <a:lnTo>
                    <a:pt x="90" y="223"/>
                  </a:lnTo>
                  <a:lnTo>
                    <a:pt x="82" y="202"/>
                  </a:lnTo>
                  <a:lnTo>
                    <a:pt x="78" y="177"/>
                  </a:lnTo>
                  <a:lnTo>
                    <a:pt x="77" y="164"/>
                  </a:lnTo>
                  <a:lnTo>
                    <a:pt x="72" y="158"/>
                  </a:lnTo>
                  <a:lnTo>
                    <a:pt x="62" y="154"/>
                  </a:lnTo>
                  <a:lnTo>
                    <a:pt x="51" y="153"/>
                  </a:lnTo>
                  <a:lnTo>
                    <a:pt x="40" y="151"/>
                  </a:lnTo>
                  <a:lnTo>
                    <a:pt x="30" y="148"/>
                  </a:lnTo>
                  <a:lnTo>
                    <a:pt x="24" y="141"/>
                  </a:lnTo>
                  <a:lnTo>
                    <a:pt x="21" y="128"/>
                  </a:lnTo>
                  <a:lnTo>
                    <a:pt x="8" y="93"/>
                  </a:lnTo>
                  <a:lnTo>
                    <a:pt x="0" y="62"/>
                  </a:lnTo>
                  <a:lnTo>
                    <a:pt x="0" y="31"/>
                  </a:lnTo>
                  <a:lnTo>
                    <a:pt x="11" y="0"/>
                  </a:lnTo>
                  <a:lnTo>
                    <a:pt x="23" y="22"/>
                  </a:lnTo>
                  <a:lnTo>
                    <a:pt x="31" y="45"/>
                  </a:lnTo>
                  <a:lnTo>
                    <a:pt x="41" y="70"/>
                  </a:lnTo>
                  <a:lnTo>
                    <a:pt x="51" y="93"/>
                  </a:lnTo>
                  <a:lnTo>
                    <a:pt x="63" y="116"/>
                  </a:lnTo>
                  <a:lnTo>
                    <a:pt x="77" y="137"/>
                  </a:lnTo>
                  <a:lnTo>
                    <a:pt x="94" y="158"/>
                  </a:lnTo>
                  <a:lnTo>
                    <a:pt x="115" y="175"/>
                  </a:lnTo>
                  <a:close/>
                </a:path>
              </a:pathLst>
            </a:custGeom>
            <a:solidFill>
              <a:srgbClr val="CC998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81" name="Google Shape;581;p29"/>
            <p:cNvSpPr/>
            <p:nvPr/>
          </p:nvSpPr>
          <p:spPr>
            <a:xfrm>
              <a:off x="3865" y="2615"/>
              <a:ext cx="224" cy="347"/>
            </a:xfrm>
            <a:custGeom>
              <a:rect b="b" l="l" r="r" t="t"/>
              <a:pathLst>
                <a:path extrusionOk="0" h="347" w="224">
                  <a:moveTo>
                    <a:pt x="224" y="8"/>
                  </a:moveTo>
                  <a:lnTo>
                    <a:pt x="220" y="50"/>
                  </a:lnTo>
                  <a:lnTo>
                    <a:pt x="215" y="93"/>
                  </a:lnTo>
                  <a:lnTo>
                    <a:pt x="208" y="135"/>
                  </a:lnTo>
                  <a:lnTo>
                    <a:pt x="198" y="176"/>
                  </a:lnTo>
                  <a:lnTo>
                    <a:pt x="187" y="216"/>
                  </a:lnTo>
                  <a:lnTo>
                    <a:pt x="174" y="257"/>
                  </a:lnTo>
                  <a:lnTo>
                    <a:pt x="159" y="295"/>
                  </a:lnTo>
                  <a:lnTo>
                    <a:pt x="143" y="334"/>
                  </a:lnTo>
                  <a:lnTo>
                    <a:pt x="133" y="333"/>
                  </a:lnTo>
                  <a:lnTo>
                    <a:pt x="121" y="333"/>
                  </a:lnTo>
                  <a:lnTo>
                    <a:pt x="109" y="334"/>
                  </a:lnTo>
                  <a:lnTo>
                    <a:pt x="96" y="337"/>
                  </a:lnTo>
                  <a:lnTo>
                    <a:pt x="84" y="339"/>
                  </a:lnTo>
                  <a:lnTo>
                    <a:pt x="71" y="342"/>
                  </a:lnTo>
                  <a:lnTo>
                    <a:pt x="59" y="345"/>
                  </a:lnTo>
                  <a:lnTo>
                    <a:pt x="47" y="347"/>
                  </a:lnTo>
                  <a:lnTo>
                    <a:pt x="35" y="307"/>
                  </a:lnTo>
                  <a:lnTo>
                    <a:pt x="25" y="266"/>
                  </a:lnTo>
                  <a:lnTo>
                    <a:pt x="19" y="222"/>
                  </a:lnTo>
                  <a:lnTo>
                    <a:pt x="14" y="177"/>
                  </a:lnTo>
                  <a:lnTo>
                    <a:pt x="10" y="133"/>
                  </a:lnTo>
                  <a:lnTo>
                    <a:pt x="7" y="88"/>
                  </a:lnTo>
                  <a:lnTo>
                    <a:pt x="3" y="44"/>
                  </a:lnTo>
                  <a:lnTo>
                    <a:pt x="0" y="0"/>
                  </a:lnTo>
                  <a:lnTo>
                    <a:pt x="14" y="4"/>
                  </a:lnTo>
                  <a:lnTo>
                    <a:pt x="27" y="6"/>
                  </a:lnTo>
                  <a:lnTo>
                    <a:pt x="41" y="9"/>
                  </a:lnTo>
                  <a:lnTo>
                    <a:pt x="55" y="11"/>
                  </a:lnTo>
                  <a:lnTo>
                    <a:pt x="69" y="13"/>
                  </a:lnTo>
                  <a:lnTo>
                    <a:pt x="82" y="14"/>
                  </a:lnTo>
                  <a:lnTo>
                    <a:pt x="96" y="15"/>
                  </a:lnTo>
                  <a:lnTo>
                    <a:pt x="110" y="17"/>
                  </a:lnTo>
                  <a:lnTo>
                    <a:pt x="125" y="17"/>
                  </a:lnTo>
                  <a:lnTo>
                    <a:pt x="139" y="17"/>
                  </a:lnTo>
                  <a:lnTo>
                    <a:pt x="153" y="17"/>
                  </a:lnTo>
                  <a:lnTo>
                    <a:pt x="168" y="15"/>
                  </a:lnTo>
                  <a:lnTo>
                    <a:pt x="182" y="14"/>
                  </a:lnTo>
                  <a:lnTo>
                    <a:pt x="195" y="13"/>
                  </a:lnTo>
                  <a:lnTo>
                    <a:pt x="210" y="10"/>
                  </a:lnTo>
                  <a:lnTo>
                    <a:pt x="224" y="8"/>
                  </a:lnTo>
                  <a:close/>
                </a:path>
              </a:pathLst>
            </a:custGeom>
            <a:solidFill>
              <a:srgbClr val="6666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82" name="Google Shape;582;p29"/>
            <p:cNvSpPr/>
            <p:nvPr/>
          </p:nvSpPr>
          <p:spPr>
            <a:xfrm>
              <a:off x="4104" y="2860"/>
              <a:ext cx="38" cy="45"/>
            </a:xfrm>
            <a:custGeom>
              <a:rect b="b" l="l" r="r" t="t"/>
              <a:pathLst>
                <a:path extrusionOk="0" h="45" w="38">
                  <a:moveTo>
                    <a:pt x="38" y="9"/>
                  </a:moveTo>
                  <a:lnTo>
                    <a:pt x="37" y="18"/>
                  </a:lnTo>
                  <a:lnTo>
                    <a:pt x="33" y="28"/>
                  </a:lnTo>
                  <a:lnTo>
                    <a:pt x="28" y="37"/>
                  </a:lnTo>
                  <a:lnTo>
                    <a:pt x="21" y="45"/>
                  </a:lnTo>
                  <a:lnTo>
                    <a:pt x="15" y="43"/>
                  </a:lnTo>
                  <a:lnTo>
                    <a:pt x="10" y="37"/>
                  </a:lnTo>
                  <a:lnTo>
                    <a:pt x="5" y="32"/>
                  </a:lnTo>
                  <a:lnTo>
                    <a:pt x="0" y="27"/>
                  </a:lnTo>
                  <a:lnTo>
                    <a:pt x="4" y="22"/>
                  </a:lnTo>
                  <a:lnTo>
                    <a:pt x="8" y="15"/>
                  </a:lnTo>
                  <a:lnTo>
                    <a:pt x="11" y="10"/>
                  </a:lnTo>
                  <a:lnTo>
                    <a:pt x="16" y="5"/>
                  </a:lnTo>
                  <a:lnTo>
                    <a:pt x="21" y="1"/>
                  </a:lnTo>
                  <a:lnTo>
                    <a:pt x="27" y="0"/>
                  </a:lnTo>
                  <a:lnTo>
                    <a:pt x="32" y="2"/>
                  </a:lnTo>
                  <a:lnTo>
                    <a:pt x="38" y="9"/>
                  </a:lnTo>
                  <a:close/>
                </a:path>
              </a:pathLst>
            </a:custGeom>
            <a:solidFill>
              <a:srgbClr val="A8000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83" name="Google Shape;583;p29"/>
            <p:cNvSpPr/>
            <p:nvPr/>
          </p:nvSpPr>
          <p:spPr>
            <a:xfrm>
              <a:off x="4554" y="2891"/>
              <a:ext cx="393" cy="132"/>
            </a:xfrm>
            <a:custGeom>
              <a:rect b="b" l="l" r="r" t="t"/>
              <a:pathLst>
                <a:path extrusionOk="0" h="132" w="393">
                  <a:moveTo>
                    <a:pt x="381" y="27"/>
                  </a:moveTo>
                  <a:lnTo>
                    <a:pt x="386" y="35"/>
                  </a:lnTo>
                  <a:lnTo>
                    <a:pt x="390" y="44"/>
                  </a:lnTo>
                  <a:lnTo>
                    <a:pt x="393" y="53"/>
                  </a:lnTo>
                  <a:lnTo>
                    <a:pt x="393" y="63"/>
                  </a:lnTo>
                  <a:lnTo>
                    <a:pt x="368" y="60"/>
                  </a:lnTo>
                  <a:lnTo>
                    <a:pt x="341" y="58"/>
                  </a:lnTo>
                  <a:lnTo>
                    <a:pt x="316" y="57"/>
                  </a:lnTo>
                  <a:lnTo>
                    <a:pt x="290" y="57"/>
                  </a:lnTo>
                  <a:lnTo>
                    <a:pt x="265" y="58"/>
                  </a:lnTo>
                  <a:lnTo>
                    <a:pt x="238" y="60"/>
                  </a:lnTo>
                  <a:lnTo>
                    <a:pt x="213" y="63"/>
                  </a:lnTo>
                  <a:lnTo>
                    <a:pt x="188" y="67"/>
                  </a:lnTo>
                  <a:lnTo>
                    <a:pt x="163" y="73"/>
                  </a:lnTo>
                  <a:lnTo>
                    <a:pt x="139" y="79"/>
                  </a:lnTo>
                  <a:lnTo>
                    <a:pt x="114" y="86"/>
                  </a:lnTo>
                  <a:lnTo>
                    <a:pt x="91" y="93"/>
                  </a:lnTo>
                  <a:lnTo>
                    <a:pt x="68" y="102"/>
                  </a:lnTo>
                  <a:lnTo>
                    <a:pt x="44" y="111"/>
                  </a:lnTo>
                  <a:lnTo>
                    <a:pt x="22" y="122"/>
                  </a:lnTo>
                  <a:lnTo>
                    <a:pt x="0" y="132"/>
                  </a:lnTo>
                  <a:lnTo>
                    <a:pt x="9" y="111"/>
                  </a:lnTo>
                  <a:lnTo>
                    <a:pt x="19" y="95"/>
                  </a:lnTo>
                  <a:lnTo>
                    <a:pt x="30" y="79"/>
                  </a:lnTo>
                  <a:lnTo>
                    <a:pt x="44" y="66"/>
                  </a:lnTo>
                  <a:lnTo>
                    <a:pt x="59" y="56"/>
                  </a:lnTo>
                  <a:lnTo>
                    <a:pt x="75" y="47"/>
                  </a:lnTo>
                  <a:lnTo>
                    <a:pt x="92" y="39"/>
                  </a:lnTo>
                  <a:lnTo>
                    <a:pt x="111" y="32"/>
                  </a:lnTo>
                  <a:lnTo>
                    <a:pt x="129" y="27"/>
                  </a:lnTo>
                  <a:lnTo>
                    <a:pt x="149" y="23"/>
                  </a:lnTo>
                  <a:lnTo>
                    <a:pt x="170" y="19"/>
                  </a:lnTo>
                  <a:lnTo>
                    <a:pt x="190" y="16"/>
                  </a:lnTo>
                  <a:lnTo>
                    <a:pt x="211" y="12"/>
                  </a:lnTo>
                  <a:lnTo>
                    <a:pt x="231" y="8"/>
                  </a:lnTo>
                  <a:lnTo>
                    <a:pt x="252" y="4"/>
                  </a:lnTo>
                  <a:lnTo>
                    <a:pt x="272" y="0"/>
                  </a:lnTo>
                  <a:lnTo>
                    <a:pt x="286" y="1"/>
                  </a:lnTo>
                  <a:lnTo>
                    <a:pt x="301" y="0"/>
                  </a:lnTo>
                  <a:lnTo>
                    <a:pt x="316" y="0"/>
                  </a:lnTo>
                  <a:lnTo>
                    <a:pt x="331" y="0"/>
                  </a:lnTo>
                  <a:lnTo>
                    <a:pt x="346" y="3"/>
                  </a:lnTo>
                  <a:lnTo>
                    <a:pt x="359" y="6"/>
                  </a:lnTo>
                  <a:lnTo>
                    <a:pt x="371" y="16"/>
                  </a:lnTo>
                  <a:lnTo>
                    <a:pt x="381" y="27"/>
                  </a:lnTo>
                  <a:close/>
                </a:path>
              </a:pathLst>
            </a:custGeom>
            <a:solidFill>
              <a:srgbClr val="87605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84" name="Google Shape;584;p29"/>
            <p:cNvSpPr/>
            <p:nvPr/>
          </p:nvSpPr>
          <p:spPr>
            <a:xfrm>
              <a:off x="4028" y="2908"/>
              <a:ext cx="86" cy="97"/>
            </a:xfrm>
            <a:custGeom>
              <a:rect b="b" l="l" r="r" t="t"/>
              <a:pathLst>
                <a:path extrusionOk="0" h="97" w="86">
                  <a:moveTo>
                    <a:pt x="64" y="0"/>
                  </a:moveTo>
                  <a:lnTo>
                    <a:pt x="69" y="2"/>
                  </a:lnTo>
                  <a:lnTo>
                    <a:pt x="75" y="8"/>
                  </a:lnTo>
                  <a:lnTo>
                    <a:pt x="81" y="13"/>
                  </a:lnTo>
                  <a:lnTo>
                    <a:pt x="86" y="18"/>
                  </a:lnTo>
                  <a:lnTo>
                    <a:pt x="39" y="97"/>
                  </a:lnTo>
                  <a:lnTo>
                    <a:pt x="0" y="94"/>
                  </a:lnTo>
                  <a:lnTo>
                    <a:pt x="64" y="0"/>
                  </a:lnTo>
                  <a:close/>
                </a:path>
              </a:pathLst>
            </a:custGeom>
            <a:solidFill>
              <a:srgbClr val="FFD12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85" name="Google Shape;585;p29"/>
            <p:cNvSpPr/>
            <p:nvPr/>
          </p:nvSpPr>
          <p:spPr>
            <a:xfrm>
              <a:off x="3761" y="2970"/>
              <a:ext cx="361" cy="210"/>
            </a:xfrm>
            <a:custGeom>
              <a:rect b="b" l="l" r="r" t="t"/>
              <a:pathLst>
                <a:path extrusionOk="0" h="210" w="361">
                  <a:moveTo>
                    <a:pt x="259" y="0"/>
                  </a:moveTo>
                  <a:lnTo>
                    <a:pt x="258" y="13"/>
                  </a:lnTo>
                  <a:lnTo>
                    <a:pt x="253" y="23"/>
                  </a:lnTo>
                  <a:lnTo>
                    <a:pt x="245" y="30"/>
                  </a:lnTo>
                  <a:lnTo>
                    <a:pt x="235" y="32"/>
                  </a:lnTo>
                  <a:lnTo>
                    <a:pt x="230" y="34"/>
                  </a:lnTo>
                  <a:lnTo>
                    <a:pt x="227" y="38"/>
                  </a:lnTo>
                  <a:lnTo>
                    <a:pt x="227" y="40"/>
                  </a:lnTo>
                  <a:lnTo>
                    <a:pt x="229" y="43"/>
                  </a:lnTo>
                  <a:lnTo>
                    <a:pt x="239" y="47"/>
                  </a:lnTo>
                  <a:lnTo>
                    <a:pt x="250" y="49"/>
                  </a:lnTo>
                  <a:lnTo>
                    <a:pt x="260" y="52"/>
                  </a:lnTo>
                  <a:lnTo>
                    <a:pt x="272" y="53"/>
                  </a:lnTo>
                  <a:lnTo>
                    <a:pt x="283" y="55"/>
                  </a:lnTo>
                  <a:lnTo>
                    <a:pt x="294" y="55"/>
                  </a:lnTo>
                  <a:lnTo>
                    <a:pt x="304" y="55"/>
                  </a:lnTo>
                  <a:lnTo>
                    <a:pt x="316" y="52"/>
                  </a:lnTo>
                  <a:lnTo>
                    <a:pt x="322" y="49"/>
                  </a:lnTo>
                  <a:lnTo>
                    <a:pt x="327" y="44"/>
                  </a:lnTo>
                  <a:lnTo>
                    <a:pt x="332" y="39"/>
                  </a:lnTo>
                  <a:lnTo>
                    <a:pt x="336" y="35"/>
                  </a:lnTo>
                  <a:lnTo>
                    <a:pt x="341" y="30"/>
                  </a:lnTo>
                  <a:lnTo>
                    <a:pt x="346" y="27"/>
                  </a:lnTo>
                  <a:lnTo>
                    <a:pt x="353" y="26"/>
                  </a:lnTo>
                  <a:lnTo>
                    <a:pt x="361" y="26"/>
                  </a:lnTo>
                  <a:lnTo>
                    <a:pt x="354" y="39"/>
                  </a:lnTo>
                  <a:lnTo>
                    <a:pt x="347" y="51"/>
                  </a:lnTo>
                  <a:lnTo>
                    <a:pt x="337" y="60"/>
                  </a:lnTo>
                  <a:lnTo>
                    <a:pt x="327" y="67"/>
                  </a:lnTo>
                  <a:lnTo>
                    <a:pt x="314" y="73"/>
                  </a:lnTo>
                  <a:lnTo>
                    <a:pt x="302" y="77"/>
                  </a:lnTo>
                  <a:lnTo>
                    <a:pt x="288" y="78"/>
                  </a:lnTo>
                  <a:lnTo>
                    <a:pt x="274" y="79"/>
                  </a:lnTo>
                  <a:lnTo>
                    <a:pt x="268" y="79"/>
                  </a:lnTo>
                  <a:lnTo>
                    <a:pt x="260" y="79"/>
                  </a:lnTo>
                  <a:lnTo>
                    <a:pt x="253" y="79"/>
                  </a:lnTo>
                  <a:lnTo>
                    <a:pt x="245" y="80"/>
                  </a:lnTo>
                  <a:lnTo>
                    <a:pt x="238" y="82"/>
                  </a:lnTo>
                  <a:lnTo>
                    <a:pt x="232" y="84"/>
                  </a:lnTo>
                  <a:lnTo>
                    <a:pt x="227" y="90"/>
                  </a:lnTo>
                  <a:lnTo>
                    <a:pt x="222" y="96"/>
                  </a:lnTo>
                  <a:lnTo>
                    <a:pt x="227" y="102"/>
                  </a:lnTo>
                  <a:lnTo>
                    <a:pt x="238" y="106"/>
                  </a:lnTo>
                  <a:lnTo>
                    <a:pt x="252" y="106"/>
                  </a:lnTo>
                  <a:lnTo>
                    <a:pt x="268" y="105"/>
                  </a:lnTo>
                  <a:lnTo>
                    <a:pt x="286" y="101"/>
                  </a:lnTo>
                  <a:lnTo>
                    <a:pt x="302" y="97"/>
                  </a:lnTo>
                  <a:lnTo>
                    <a:pt x="316" y="93"/>
                  </a:lnTo>
                  <a:lnTo>
                    <a:pt x="326" y="91"/>
                  </a:lnTo>
                  <a:lnTo>
                    <a:pt x="278" y="121"/>
                  </a:lnTo>
                  <a:lnTo>
                    <a:pt x="270" y="122"/>
                  </a:lnTo>
                  <a:lnTo>
                    <a:pt x="263" y="123"/>
                  </a:lnTo>
                  <a:lnTo>
                    <a:pt x="255" y="126"/>
                  </a:lnTo>
                  <a:lnTo>
                    <a:pt x="249" y="127"/>
                  </a:lnTo>
                  <a:lnTo>
                    <a:pt x="240" y="128"/>
                  </a:lnTo>
                  <a:lnTo>
                    <a:pt x="233" y="130"/>
                  </a:lnTo>
                  <a:lnTo>
                    <a:pt x="223" y="128"/>
                  </a:lnTo>
                  <a:lnTo>
                    <a:pt x="212" y="127"/>
                  </a:lnTo>
                  <a:lnTo>
                    <a:pt x="210" y="132"/>
                  </a:lnTo>
                  <a:lnTo>
                    <a:pt x="212" y="137"/>
                  </a:lnTo>
                  <a:lnTo>
                    <a:pt x="215" y="143"/>
                  </a:lnTo>
                  <a:lnTo>
                    <a:pt x="219" y="147"/>
                  </a:lnTo>
                  <a:lnTo>
                    <a:pt x="237" y="147"/>
                  </a:lnTo>
                  <a:lnTo>
                    <a:pt x="254" y="145"/>
                  </a:lnTo>
                  <a:lnTo>
                    <a:pt x="272" y="141"/>
                  </a:lnTo>
                  <a:lnTo>
                    <a:pt x="288" y="137"/>
                  </a:lnTo>
                  <a:lnTo>
                    <a:pt x="303" y="132"/>
                  </a:lnTo>
                  <a:lnTo>
                    <a:pt x="318" y="126"/>
                  </a:lnTo>
                  <a:lnTo>
                    <a:pt x="333" y="117"/>
                  </a:lnTo>
                  <a:lnTo>
                    <a:pt x="347" y="108"/>
                  </a:lnTo>
                  <a:lnTo>
                    <a:pt x="358" y="108"/>
                  </a:lnTo>
                  <a:lnTo>
                    <a:pt x="342" y="128"/>
                  </a:lnTo>
                  <a:lnTo>
                    <a:pt x="321" y="144"/>
                  </a:lnTo>
                  <a:lnTo>
                    <a:pt x="297" y="154"/>
                  </a:lnTo>
                  <a:lnTo>
                    <a:pt x="273" y="162"/>
                  </a:lnTo>
                  <a:lnTo>
                    <a:pt x="250" y="167"/>
                  </a:lnTo>
                  <a:lnTo>
                    <a:pt x="232" y="171"/>
                  </a:lnTo>
                  <a:lnTo>
                    <a:pt x="219" y="175"/>
                  </a:lnTo>
                  <a:lnTo>
                    <a:pt x="215" y="179"/>
                  </a:lnTo>
                  <a:lnTo>
                    <a:pt x="218" y="180"/>
                  </a:lnTo>
                  <a:lnTo>
                    <a:pt x="224" y="182"/>
                  </a:lnTo>
                  <a:lnTo>
                    <a:pt x="232" y="182"/>
                  </a:lnTo>
                  <a:lnTo>
                    <a:pt x="239" y="182"/>
                  </a:lnTo>
                  <a:lnTo>
                    <a:pt x="248" y="182"/>
                  </a:lnTo>
                  <a:lnTo>
                    <a:pt x="255" y="182"/>
                  </a:lnTo>
                  <a:lnTo>
                    <a:pt x="260" y="182"/>
                  </a:lnTo>
                  <a:lnTo>
                    <a:pt x="264" y="182"/>
                  </a:lnTo>
                  <a:lnTo>
                    <a:pt x="270" y="178"/>
                  </a:lnTo>
                  <a:lnTo>
                    <a:pt x="277" y="175"/>
                  </a:lnTo>
                  <a:lnTo>
                    <a:pt x="283" y="174"/>
                  </a:lnTo>
                  <a:lnTo>
                    <a:pt x="288" y="174"/>
                  </a:lnTo>
                  <a:lnTo>
                    <a:pt x="293" y="175"/>
                  </a:lnTo>
                  <a:lnTo>
                    <a:pt x="298" y="176"/>
                  </a:lnTo>
                  <a:lnTo>
                    <a:pt x="303" y="179"/>
                  </a:lnTo>
                  <a:lnTo>
                    <a:pt x="307" y="182"/>
                  </a:lnTo>
                  <a:lnTo>
                    <a:pt x="270" y="197"/>
                  </a:lnTo>
                  <a:lnTo>
                    <a:pt x="255" y="201"/>
                  </a:lnTo>
                  <a:lnTo>
                    <a:pt x="240" y="204"/>
                  </a:lnTo>
                  <a:lnTo>
                    <a:pt x="224" y="206"/>
                  </a:lnTo>
                  <a:lnTo>
                    <a:pt x="209" y="209"/>
                  </a:lnTo>
                  <a:lnTo>
                    <a:pt x="193" y="210"/>
                  </a:lnTo>
                  <a:lnTo>
                    <a:pt x="176" y="210"/>
                  </a:lnTo>
                  <a:lnTo>
                    <a:pt x="160" y="209"/>
                  </a:lnTo>
                  <a:lnTo>
                    <a:pt x="145" y="207"/>
                  </a:lnTo>
                  <a:lnTo>
                    <a:pt x="129" y="205"/>
                  </a:lnTo>
                  <a:lnTo>
                    <a:pt x="114" y="201"/>
                  </a:lnTo>
                  <a:lnTo>
                    <a:pt x="99" y="196"/>
                  </a:lnTo>
                  <a:lnTo>
                    <a:pt x="85" y="189"/>
                  </a:lnTo>
                  <a:lnTo>
                    <a:pt x="71" y="182"/>
                  </a:lnTo>
                  <a:lnTo>
                    <a:pt x="59" y="171"/>
                  </a:lnTo>
                  <a:lnTo>
                    <a:pt x="46" y="161"/>
                  </a:lnTo>
                  <a:lnTo>
                    <a:pt x="35" y="148"/>
                  </a:lnTo>
                  <a:lnTo>
                    <a:pt x="0" y="132"/>
                  </a:lnTo>
                  <a:lnTo>
                    <a:pt x="5" y="108"/>
                  </a:lnTo>
                  <a:lnTo>
                    <a:pt x="12" y="83"/>
                  </a:lnTo>
                  <a:lnTo>
                    <a:pt x="21" y="60"/>
                  </a:lnTo>
                  <a:lnTo>
                    <a:pt x="30" y="38"/>
                  </a:lnTo>
                  <a:lnTo>
                    <a:pt x="49" y="43"/>
                  </a:lnTo>
                  <a:lnTo>
                    <a:pt x="69" y="47"/>
                  </a:lnTo>
                  <a:lnTo>
                    <a:pt x="89" y="48"/>
                  </a:lnTo>
                  <a:lnTo>
                    <a:pt x="110" y="48"/>
                  </a:lnTo>
                  <a:lnTo>
                    <a:pt x="130" y="44"/>
                  </a:lnTo>
                  <a:lnTo>
                    <a:pt x="149" y="38"/>
                  </a:lnTo>
                  <a:lnTo>
                    <a:pt x="166" y="29"/>
                  </a:lnTo>
                  <a:lnTo>
                    <a:pt x="181" y="16"/>
                  </a:lnTo>
                  <a:lnTo>
                    <a:pt x="190" y="14"/>
                  </a:lnTo>
                  <a:lnTo>
                    <a:pt x="200" y="13"/>
                  </a:lnTo>
                  <a:lnTo>
                    <a:pt x="210" y="10"/>
                  </a:lnTo>
                  <a:lnTo>
                    <a:pt x="220" y="8"/>
                  </a:lnTo>
                  <a:lnTo>
                    <a:pt x="230" y="7"/>
                  </a:lnTo>
                  <a:lnTo>
                    <a:pt x="240" y="4"/>
                  </a:lnTo>
                  <a:lnTo>
                    <a:pt x="250" y="1"/>
                  </a:lnTo>
                  <a:lnTo>
                    <a:pt x="259" y="0"/>
                  </a:lnTo>
                  <a:close/>
                </a:path>
              </a:pathLst>
            </a:custGeom>
            <a:solidFill>
              <a:srgbClr val="F2BF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86" name="Google Shape;586;p29"/>
            <p:cNvSpPr/>
            <p:nvPr/>
          </p:nvSpPr>
          <p:spPr>
            <a:xfrm>
              <a:off x="3094" y="3028"/>
              <a:ext cx="964" cy="466"/>
            </a:xfrm>
            <a:custGeom>
              <a:rect b="b" l="l" r="r" t="t"/>
              <a:pathLst>
                <a:path extrusionOk="0" h="466" w="964">
                  <a:moveTo>
                    <a:pt x="279" y="41"/>
                  </a:moveTo>
                  <a:lnTo>
                    <a:pt x="294" y="51"/>
                  </a:lnTo>
                  <a:lnTo>
                    <a:pt x="309" y="60"/>
                  </a:lnTo>
                  <a:lnTo>
                    <a:pt x="323" y="70"/>
                  </a:lnTo>
                  <a:lnTo>
                    <a:pt x="338" y="79"/>
                  </a:lnTo>
                  <a:lnTo>
                    <a:pt x="353" y="89"/>
                  </a:lnTo>
                  <a:lnTo>
                    <a:pt x="368" y="98"/>
                  </a:lnTo>
                  <a:lnTo>
                    <a:pt x="383" y="107"/>
                  </a:lnTo>
                  <a:lnTo>
                    <a:pt x="400" y="114"/>
                  </a:lnTo>
                  <a:lnTo>
                    <a:pt x="415" y="122"/>
                  </a:lnTo>
                  <a:lnTo>
                    <a:pt x="431" y="129"/>
                  </a:lnTo>
                  <a:lnTo>
                    <a:pt x="446" y="135"/>
                  </a:lnTo>
                  <a:lnTo>
                    <a:pt x="462" y="140"/>
                  </a:lnTo>
                  <a:lnTo>
                    <a:pt x="480" y="146"/>
                  </a:lnTo>
                  <a:lnTo>
                    <a:pt x="496" y="151"/>
                  </a:lnTo>
                  <a:lnTo>
                    <a:pt x="514" y="153"/>
                  </a:lnTo>
                  <a:lnTo>
                    <a:pt x="531" y="156"/>
                  </a:lnTo>
                  <a:lnTo>
                    <a:pt x="479" y="244"/>
                  </a:lnTo>
                  <a:lnTo>
                    <a:pt x="481" y="248"/>
                  </a:lnTo>
                  <a:lnTo>
                    <a:pt x="486" y="251"/>
                  </a:lnTo>
                  <a:lnTo>
                    <a:pt x="492" y="253"/>
                  </a:lnTo>
                  <a:lnTo>
                    <a:pt x="501" y="256"/>
                  </a:lnTo>
                  <a:lnTo>
                    <a:pt x="510" y="257"/>
                  </a:lnTo>
                  <a:lnTo>
                    <a:pt x="517" y="260"/>
                  </a:lnTo>
                  <a:lnTo>
                    <a:pt x="525" y="260"/>
                  </a:lnTo>
                  <a:lnTo>
                    <a:pt x="531" y="261"/>
                  </a:lnTo>
                  <a:lnTo>
                    <a:pt x="526" y="275"/>
                  </a:lnTo>
                  <a:lnTo>
                    <a:pt x="519" y="291"/>
                  </a:lnTo>
                  <a:lnTo>
                    <a:pt x="515" y="304"/>
                  </a:lnTo>
                  <a:lnTo>
                    <a:pt x="522" y="317"/>
                  </a:lnTo>
                  <a:lnTo>
                    <a:pt x="536" y="315"/>
                  </a:lnTo>
                  <a:lnTo>
                    <a:pt x="550" y="314"/>
                  </a:lnTo>
                  <a:lnTo>
                    <a:pt x="564" y="313"/>
                  </a:lnTo>
                  <a:lnTo>
                    <a:pt x="578" y="313"/>
                  </a:lnTo>
                  <a:lnTo>
                    <a:pt x="591" y="314"/>
                  </a:lnTo>
                  <a:lnTo>
                    <a:pt x="605" y="315"/>
                  </a:lnTo>
                  <a:lnTo>
                    <a:pt x="619" y="317"/>
                  </a:lnTo>
                  <a:lnTo>
                    <a:pt x="633" y="318"/>
                  </a:lnTo>
                  <a:lnTo>
                    <a:pt x="645" y="319"/>
                  </a:lnTo>
                  <a:lnTo>
                    <a:pt x="659" y="322"/>
                  </a:lnTo>
                  <a:lnTo>
                    <a:pt x="673" y="325"/>
                  </a:lnTo>
                  <a:lnTo>
                    <a:pt x="685" y="327"/>
                  </a:lnTo>
                  <a:lnTo>
                    <a:pt x="699" y="328"/>
                  </a:lnTo>
                  <a:lnTo>
                    <a:pt x="713" y="331"/>
                  </a:lnTo>
                  <a:lnTo>
                    <a:pt x="726" y="334"/>
                  </a:lnTo>
                  <a:lnTo>
                    <a:pt x="739" y="335"/>
                  </a:lnTo>
                  <a:lnTo>
                    <a:pt x="753" y="336"/>
                  </a:lnTo>
                  <a:lnTo>
                    <a:pt x="767" y="337"/>
                  </a:lnTo>
                  <a:lnTo>
                    <a:pt x="781" y="337"/>
                  </a:lnTo>
                  <a:lnTo>
                    <a:pt x="795" y="339"/>
                  </a:lnTo>
                  <a:lnTo>
                    <a:pt x="808" y="337"/>
                  </a:lnTo>
                  <a:lnTo>
                    <a:pt x="822" y="337"/>
                  </a:lnTo>
                  <a:lnTo>
                    <a:pt x="837" y="336"/>
                  </a:lnTo>
                  <a:lnTo>
                    <a:pt x="851" y="335"/>
                  </a:lnTo>
                  <a:lnTo>
                    <a:pt x="866" y="334"/>
                  </a:lnTo>
                  <a:lnTo>
                    <a:pt x="880" y="332"/>
                  </a:lnTo>
                  <a:lnTo>
                    <a:pt x="894" y="331"/>
                  </a:lnTo>
                  <a:lnTo>
                    <a:pt x="909" y="330"/>
                  </a:lnTo>
                  <a:lnTo>
                    <a:pt x="922" y="328"/>
                  </a:lnTo>
                  <a:lnTo>
                    <a:pt x="936" y="327"/>
                  </a:lnTo>
                  <a:lnTo>
                    <a:pt x="950" y="326"/>
                  </a:lnTo>
                  <a:lnTo>
                    <a:pt x="964" y="325"/>
                  </a:lnTo>
                  <a:lnTo>
                    <a:pt x="954" y="340"/>
                  </a:lnTo>
                  <a:lnTo>
                    <a:pt x="942" y="357"/>
                  </a:lnTo>
                  <a:lnTo>
                    <a:pt x="932" y="375"/>
                  </a:lnTo>
                  <a:lnTo>
                    <a:pt x="922" y="395"/>
                  </a:lnTo>
                  <a:lnTo>
                    <a:pt x="912" y="414"/>
                  </a:lnTo>
                  <a:lnTo>
                    <a:pt x="904" y="432"/>
                  </a:lnTo>
                  <a:lnTo>
                    <a:pt x="896" y="450"/>
                  </a:lnTo>
                  <a:lnTo>
                    <a:pt x="889" y="466"/>
                  </a:lnTo>
                  <a:lnTo>
                    <a:pt x="0" y="419"/>
                  </a:lnTo>
                  <a:lnTo>
                    <a:pt x="128" y="181"/>
                  </a:lnTo>
                  <a:lnTo>
                    <a:pt x="202" y="2"/>
                  </a:lnTo>
                  <a:lnTo>
                    <a:pt x="214" y="0"/>
                  </a:lnTo>
                  <a:lnTo>
                    <a:pt x="225" y="3"/>
                  </a:lnTo>
                  <a:lnTo>
                    <a:pt x="234" y="7"/>
                  </a:lnTo>
                  <a:lnTo>
                    <a:pt x="244" y="13"/>
                  </a:lnTo>
                  <a:lnTo>
                    <a:pt x="253" y="20"/>
                  </a:lnTo>
                  <a:lnTo>
                    <a:pt x="260" y="28"/>
                  </a:lnTo>
                  <a:lnTo>
                    <a:pt x="269" y="34"/>
                  </a:lnTo>
                  <a:lnTo>
                    <a:pt x="279" y="41"/>
                  </a:lnTo>
                  <a:close/>
                </a:path>
              </a:pathLst>
            </a:custGeom>
            <a:solidFill>
              <a:srgbClr val="D1B27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87" name="Google Shape;587;p29"/>
            <p:cNvSpPr/>
            <p:nvPr/>
          </p:nvSpPr>
          <p:spPr>
            <a:xfrm>
              <a:off x="4105" y="3013"/>
              <a:ext cx="171" cy="120"/>
            </a:xfrm>
            <a:custGeom>
              <a:rect b="b" l="l" r="r" t="t"/>
              <a:pathLst>
                <a:path extrusionOk="0" h="120" w="171">
                  <a:moveTo>
                    <a:pt x="171" y="78"/>
                  </a:moveTo>
                  <a:lnTo>
                    <a:pt x="151" y="83"/>
                  </a:lnTo>
                  <a:lnTo>
                    <a:pt x="130" y="92"/>
                  </a:lnTo>
                  <a:lnTo>
                    <a:pt x="110" y="101"/>
                  </a:lnTo>
                  <a:lnTo>
                    <a:pt x="88" y="109"/>
                  </a:lnTo>
                  <a:lnTo>
                    <a:pt x="67" y="117"/>
                  </a:lnTo>
                  <a:lnTo>
                    <a:pt x="46" y="120"/>
                  </a:lnTo>
                  <a:lnTo>
                    <a:pt x="23" y="120"/>
                  </a:lnTo>
                  <a:lnTo>
                    <a:pt x="0" y="114"/>
                  </a:lnTo>
                  <a:lnTo>
                    <a:pt x="4" y="109"/>
                  </a:lnTo>
                  <a:lnTo>
                    <a:pt x="9" y="102"/>
                  </a:lnTo>
                  <a:lnTo>
                    <a:pt x="14" y="96"/>
                  </a:lnTo>
                  <a:lnTo>
                    <a:pt x="19" y="91"/>
                  </a:lnTo>
                  <a:lnTo>
                    <a:pt x="24" y="84"/>
                  </a:lnTo>
                  <a:lnTo>
                    <a:pt x="31" y="80"/>
                  </a:lnTo>
                  <a:lnTo>
                    <a:pt x="37" y="75"/>
                  </a:lnTo>
                  <a:lnTo>
                    <a:pt x="43" y="72"/>
                  </a:lnTo>
                  <a:lnTo>
                    <a:pt x="47" y="67"/>
                  </a:lnTo>
                  <a:lnTo>
                    <a:pt x="49" y="61"/>
                  </a:lnTo>
                  <a:lnTo>
                    <a:pt x="49" y="53"/>
                  </a:lnTo>
                  <a:lnTo>
                    <a:pt x="47" y="47"/>
                  </a:lnTo>
                  <a:lnTo>
                    <a:pt x="42" y="43"/>
                  </a:lnTo>
                  <a:lnTo>
                    <a:pt x="37" y="39"/>
                  </a:lnTo>
                  <a:lnTo>
                    <a:pt x="31" y="37"/>
                  </a:lnTo>
                  <a:lnTo>
                    <a:pt x="24" y="36"/>
                  </a:lnTo>
                  <a:lnTo>
                    <a:pt x="26" y="31"/>
                  </a:lnTo>
                  <a:lnTo>
                    <a:pt x="27" y="24"/>
                  </a:lnTo>
                  <a:lnTo>
                    <a:pt x="28" y="19"/>
                  </a:lnTo>
                  <a:lnTo>
                    <a:pt x="28" y="13"/>
                  </a:lnTo>
                  <a:lnTo>
                    <a:pt x="42" y="17"/>
                  </a:lnTo>
                  <a:lnTo>
                    <a:pt x="56" y="18"/>
                  </a:lnTo>
                  <a:lnTo>
                    <a:pt x="69" y="18"/>
                  </a:lnTo>
                  <a:lnTo>
                    <a:pt x="83" y="17"/>
                  </a:lnTo>
                  <a:lnTo>
                    <a:pt x="97" y="14"/>
                  </a:lnTo>
                  <a:lnTo>
                    <a:pt x="111" y="10"/>
                  </a:lnTo>
                  <a:lnTo>
                    <a:pt x="123" y="5"/>
                  </a:lnTo>
                  <a:lnTo>
                    <a:pt x="136" y="0"/>
                  </a:lnTo>
                  <a:lnTo>
                    <a:pt x="171" y="78"/>
                  </a:lnTo>
                  <a:close/>
                </a:path>
              </a:pathLst>
            </a:custGeom>
            <a:solidFill>
              <a:srgbClr val="F2BF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88" name="Google Shape;588;p29"/>
            <p:cNvSpPr/>
            <p:nvPr/>
          </p:nvSpPr>
          <p:spPr>
            <a:xfrm>
              <a:off x="4197" y="3119"/>
              <a:ext cx="109" cy="86"/>
            </a:xfrm>
            <a:custGeom>
              <a:rect b="b" l="l" r="r" t="t"/>
              <a:pathLst>
                <a:path extrusionOk="0" h="86" w="109">
                  <a:moveTo>
                    <a:pt x="109" y="46"/>
                  </a:moveTo>
                  <a:lnTo>
                    <a:pt x="35" y="86"/>
                  </a:lnTo>
                  <a:lnTo>
                    <a:pt x="0" y="36"/>
                  </a:lnTo>
                  <a:lnTo>
                    <a:pt x="11" y="31"/>
                  </a:lnTo>
                  <a:lnTo>
                    <a:pt x="21" y="26"/>
                  </a:lnTo>
                  <a:lnTo>
                    <a:pt x="30" y="20"/>
                  </a:lnTo>
                  <a:lnTo>
                    <a:pt x="40" y="14"/>
                  </a:lnTo>
                  <a:lnTo>
                    <a:pt x="50" y="9"/>
                  </a:lnTo>
                  <a:lnTo>
                    <a:pt x="60" y="5"/>
                  </a:lnTo>
                  <a:lnTo>
                    <a:pt x="71" y="1"/>
                  </a:lnTo>
                  <a:lnTo>
                    <a:pt x="84" y="0"/>
                  </a:lnTo>
                  <a:lnTo>
                    <a:pt x="91" y="12"/>
                  </a:lnTo>
                  <a:lnTo>
                    <a:pt x="98" y="22"/>
                  </a:lnTo>
                  <a:lnTo>
                    <a:pt x="103" y="34"/>
                  </a:lnTo>
                  <a:lnTo>
                    <a:pt x="109" y="46"/>
                  </a:lnTo>
                  <a:close/>
                </a:path>
              </a:pathLst>
            </a:custGeom>
            <a:solidFill>
              <a:srgbClr val="D1B27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89" name="Google Shape;589;p29"/>
            <p:cNvSpPr/>
            <p:nvPr/>
          </p:nvSpPr>
          <p:spPr>
            <a:xfrm>
              <a:off x="3615" y="3145"/>
              <a:ext cx="583" cy="144"/>
            </a:xfrm>
            <a:custGeom>
              <a:rect b="b" l="l" r="r" t="t"/>
              <a:pathLst>
                <a:path extrusionOk="0" h="144" w="583">
                  <a:moveTo>
                    <a:pt x="306" y="62"/>
                  </a:moveTo>
                  <a:lnTo>
                    <a:pt x="327" y="58"/>
                  </a:lnTo>
                  <a:lnTo>
                    <a:pt x="351" y="57"/>
                  </a:lnTo>
                  <a:lnTo>
                    <a:pt x="374" y="56"/>
                  </a:lnTo>
                  <a:lnTo>
                    <a:pt x="398" y="56"/>
                  </a:lnTo>
                  <a:lnTo>
                    <a:pt x="420" y="52"/>
                  </a:lnTo>
                  <a:lnTo>
                    <a:pt x="440" y="45"/>
                  </a:lnTo>
                  <a:lnTo>
                    <a:pt x="459" y="34"/>
                  </a:lnTo>
                  <a:lnTo>
                    <a:pt x="474" y="14"/>
                  </a:lnTo>
                  <a:lnTo>
                    <a:pt x="483" y="17"/>
                  </a:lnTo>
                  <a:lnTo>
                    <a:pt x="492" y="21"/>
                  </a:lnTo>
                  <a:lnTo>
                    <a:pt x="502" y="22"/>
                  </a:lnTo>
                  <a:lnTo>
                    <a:pt x="512" y="23"/>
                  </a:lnTo>
                  <a:lnTo>
                    <a:pt x="522" y="25"/>
                  </a:lnTo>
                  <a:lnTo>
                    <a:pt x="532" y="23"/>
                  </a:lnTo>
                  <a:lnTo>
                    <a:pt x="541" y="22"/>
                  </a:lnTo>
                  <a:lnTo>
                    <a:pt x="551" y="20"/>
                  </a:lnTo>
                  <a:lnTo>
                    <a:pt x="557" y="35"/>
                  </a:lnTo>
                  <a:lnTo>
                    <a:pt x="566" y="49"/>
                  </a:lnTo>
                  <a:lnTo>
                    <a:pt x="574" y="64"/>
                  </a:lnTo>
                  <a:lnTo>
                    <a:pt x="583" y="78"/>
                  </a:lnTo>
                  <a:lnTo>
                    <a:pt x="576" y="83"/>
                  </a:lnTo>
                  <a:lnTo>
                    <a:pt x="568" y="87"/>
                  </a:lnTo>
                  <a:lnTo>
                    <a:pt x="561" y="92"/>
                  </a:lnTo>
                  <a:lnTo>
                    <a:pt x="554" y="96"/>
                  </a:lnTo>
                  <a:lnTo>
                    <a:pt x="547" y="101"/>
                  </a:lnTo>
                  <a:lnTo>
                    <a:pt x="538" y="106"/>
                  </a:lnTo>
                  <a:lnTo>
                    <a:pt x="529" y="113"/>
                  </a:lnTo>
                  <a:lnTo>
                    <a:pt x="521" y="121"/>
                  </a:lnTo>
                  <a:lnTo>
                    <a:pt x="503" y="119"/>
                  </a:lnTo>
                  <a:lnTo>
                    <a:pt x="487" y="119"/>
                  </a:lnTo>
                  <a:lnTo>
                    <a:pt x="472" y="118"/>
                  </a:lnTo>
                  <a:lnTo>
                    <a:pt x="457" y="118"/>
                  </a:lnTo>
                  <a:lnTo>
                    <a:pt x="442" y="119"/>
                  </a:lnTo>
                  <a:lnTo>
                    <a:pt x="425" y="121"/>
                  </a:lnTo>
                  <a:lnTo>
                    <a:pt x="409" y="123"/>
                  </a:lnTo>
                  <a:lnTo>
                    <a:pt x="390" y="127"/>
                  </a:lnTo>
                  <a:lnTo>
                    <a:pt x="375" y="130"/>
                  </a:lnTo>
                  <a:lnTo>
                    <a:pt x="360" y="132"/>
                  </a:lnTo>
                  <a:lnTo>
                    <a:pt x="344" y="135"/>
                  </a:lnTo>
                  <a:lnTo>
                    <a:pt x="327" y="138"/>
                  </a:lnTo>
                  <a:lnTo>
                    <a:pt x="311" y="140"/>
                  </a:lnTo>
                  <a:lnTo>
                    <a:pt x="295" y="141"/>
                  </a:lnTo>
                  <a:lnTo>
                    <a:pt x="279" y="143"/>
                  </a:lnTo>
                  <a:lnTo>
                    <a:pt x="261" y="144"/>
                  </a:lnTo>
                  <a:lnTo>
                    <a:pt x="245" y="144"/>
                  </a:lnTo>
                  <a:lnTo>
                    <a:pt x="228" y="143"/>
                  </a:lnTo>
                  <a:lnTo>
                    <a:pt x="211" y="141"/>
                  </a:lnTo>
                  <a:lnTo>
                    <a:pt x="195" y="140"/>
                  </a:lnTo>
                  <a:lnTo>
                    <a:pt x="180" y="136"/>
                  </a:lnTo>
                  <a:lnTo>
                    <a:pt x="163" y="132"/>
                  </a:lnTo>
                  <a:lnTo>
                    <a:pt x="148" y="126"/>
                  </a:lnTo>
                  <a:lnTo>
                    <a:pt x="134" y="119"/>
                  </a:lnTo>
                  <a:lnTo>
                    <a:pt x="109" y="114"/>
                  </a:lnTo>
                  <a:lnTo>
                    <a:pt x="89" y="110"/>
                  </a:lnTo>
                  <a:lnTo>
                    <a:pt x="72" y="109"/>
                  </a:lnTo>
                  <a:lnTo>
                    <a:pt x="57" y="110"/>
                  </a:lnTo>
                  <a:lnTo>
                    <a:pt x="43" y="112"/>
                  </a:lnTo>
                  <a:lnTo>
                    <a:pt x="29" y="115"/>
                  </a:lnTo>
                  <a:lnTo>
                    <a:pt x="15" y="119"/>
                  </a:lnTo>
                  <a:lnTo>
                    <a:pt x="0" y="123"/>
                  </a:lnTo>
                  <a:lnTo>
                    <a:pt x="42" y="45"/>
                  </a:lnTo>
                  <a:lnTo>
                    <a:pt x="57" y="47"/>
                  </a:lnTo>
                  <a:lnTo>
                    <a:pt x="70" y="49"/>
                  </a:lnTo>
                  <a:lnTo>
                    <a:pt x="85" y="51"/>
                  </a:lnTo>
                  <a:lnTo>
                    <a:pt x="101" y="53"/>
                  </a:lnTo>
                  <a:lnTo>
                    <a:pt x="114" y="56"/>
                  </a:lnTo>
                  <a:lnTo>
                    <a:pt x="129" y="56"/>
                  </a:lnTo>
                  <a:lnTo>
                    <a:pt x="144" y="56"/>
                  </a:lnTo>
                  <a:lnTo>
                    <a:pt x="159" y="55"/>
                  </a:lnTo>
                  <a:lnTo>
                    <a:pt x="163" y="40"/>
                  </a:lnTo>
                  <a:lnTo>
                    <a:pt x="157" y="29"/>
                  </a:lnTo>
                  <a:lnTo>
                    <a:pt x="149" y="16"/>
                  </a:lnTo>
                  <a:lnTo>
                    <a:pt x="147" y="0"/>
                  </a:lnTo>
                  <a:lnTo>
                    <a:pt x="167" y="8"/>
                  </a:lnTo>
                  <a:lnTo>
                    <a:pt x="186" y="18"/>
                  </a:lnTo>
                  <a:lnTo>
                    <a:pt x="205" y="29"/>
                  </a:lnTo>
                  <a:lnTo>
                    <a:pt x="223" y="40"/>
                  </a:lnTo>
                  <a:lnTo>
                    <a:pt x="242" y="51"/>
                  </a:lnTo>
                  <a:lnTo>
                    <a:pt x="262" y="58"/>
                  </a:lnTo>
                  <a:lnTo>
                    <a:pt x="284" y="62"/>
                  </a:lnTo>
                  <a:lnTo>
                    <a:pt x="306" y="6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90" name="Google Shape;590;p29"/>
            <p:cNvSpPr/>
            <p:nvPr/>
          </p:nvSpPr>
          <p:spPr>
            <a:xfrm>
              <a:off x="3654" y="3285"/>
              <a:ext cx="450" cy="60"/>
            </a:xfrm>
            <a:custGeom>
              <a:rect b="b" l="l" r="r" t="t"/>
              <a:pathLst>
                <a:path extrusionOk="0" h="60" w="450">
                  <a:moveTo>
                    <a:pt x="334" y="10"/>
                  </a:moveTo>
                  <a:lnTo>
                    <a:pt x="349" y="9"/>
                  </a:lnTo>
                  <a:lnTo>
                    <a:pt x="364" y="8"/>
                  </a:lnTo>
                  <a:lnTo>
                    <a:pt x="377" y="7"/>
                  </a:lnTo>
                  <a:lnTo>
                    <a:pt x="393" y="5"/>
                  </a:lnTo>
                  <a:lnTo>
                    <a:pt x="406" y="4"/>
                  </a:lnTo>
                  <a:lnTo>
                    <a:pt x="421" y="4"/>
                  </a:lnTo>
                  <a:lnTo>
                    <a:pt x="435" y="5"/>
                  </a:lnTo>
                  <a:lnTo>
                    <a:pt x="450" y="8"/>
                  </a:lnTo>
                  <a:lnTo>
                    <a:pt x="446" y="17"/>
                  </a:lnTo>
                  <a:lnTo>
                    <a:pt x="441" y="22"/>
                  </a:lnTo>
                  <a:lnTo>
                    <a:pt x="435" y="25"/>
                  </a:lnTo>
                  <a:lnTo>
                    <a:pt x="426" y="26"/>
                  </a:lnTo>
                  <a:lnTo>
                    <a:pt x="418" y="26"/>
                  </a:lnTo>
                  <a:lnTo>
                    <a:pt x="409" y="26"/>
                  </a:lnTo>
                  <a:lnTo>
                    <a:pt x="400" y="26"/>
                  </a:lnTo>
                  <a:lnTo>
                    <a:pt x="391" y="29"/>
                  </a:lnTo>
                  <a:lnTo>
                    <a:pt x="238" y="60"/>
                  </a:lnTo>
                  <a:lnTo>
                    <a:pt x="221" y="58"/>
                  </a:lnTo>
                  <a:lnTo>
                    <a:pt x="203" y="57"/>
                  </a:lnTo>
                  <a:lnTo>
                    <a:pt x="187" y="55"/>
                  </a:lnTo>
                  <a:lnTo>
                    <a:pt x="172" y="53"/>
                  </a:lnTo>
                  <a:lnTo>
                    <a:pt x="157" y="51"/>
                  </a:lnTo>
                  <a:lnTo>
                    <a:pt x="142" y="47"/>
                  </a:lnTo>
                  <a:lnTo>
                    <a:pt x="128" y="44"/>
                  </a:lnTo>
                  <a:lnTo>
                    <a:pt x="114" y="42"/>
                  </a:lnTo>
                  <a:lnTo>
                    <a:pt x="99" y="38"/>
                  </a:lnTo>
                  <a:lnTo>
                    <a:pt x="87" y="35"/>
                  </a:lnTo>
                  <a:lnTo>
                    <a:pt x="73" y="33"/>
                  </a:lnTo>
                  <a:lnTo>
                    <a:pt x="59" y="30"/>
                  </a:lnTo>
                  <a:lnTo>
                    <a:pt x="44" y="27"/>
                  </a:lnTo>
                  <a:lnTo>
                    <a:pt x="30" y="26"/>
                  </a:lnTo>
                  <a:lnTo>
                    <a:pt x="15" y="25"/>
                  </a:lnTo>
                  <a:lnTo>
                    <a:pt x="0" y="23"/>
                  </a:lnTo>
                  <a:lnTo>
                    <a:pt x="3" y="12"/>
                  </a:lnTo>
                  <a:lnTo>
                    <a:pt x="8" y="5"/>
                  </a:lnTo>
                  <a:lnTo>
                    <a:pt x="16" y="1"/>
                  </a:lnTo>
                  <a:lnTo>
                    <a:pt x="26" y="0"/>
                  </a:lnTo>
                  <a:lnTo>
                    <a:pt x="46" y="0"/>
                  </a:lnTo>
                  <a:lnTo>
                    <a:pt x="67" y="1"/>
                  </a:lnTo>
                  <a:lnTo>
                    <a:pt x="84" y="4"/>
                  </a:lnTo>
                  <a:lnTo>
                    <a:pt x="102" y="7"/>
                  </a:lnTo>
                  <a:lnTo>
                    <a:pt x="118" y="10"/>
                  </a:lnTo>
                  <a:lnTo>
                    <a:pt x="134" y="14"/>
                  </a:lnTo>
                  <a:lnTo>
                    <a:pt x="151" y="18"/>
                  </a:lnTo>
                  <a:lnTo>
                    <a:pt x="167" y="21"/>
                  </a:lnTo>
                  <a:lnTo>
                    <a:pt x="183" y="25"/>
                  </a:lnTo>
                  <a:lnTo>
                    <a:pt x="201" y="26"/>
                  </a:lnTo>
                  <a:lnTo>
                    <a:pt x="218" y="27"/>
                  </a:lnTo>
                  <a:lnTo>
                    <a:pt x="238" y="29"/>
                  </a:lnTo>
                  <a:lnTo>
                    <a:pt x="260" y="26"/>
                  </a:lnTo>
                  <a:lnTo>
                    <a:pt x="282" y="23"/>
                  </a:lnTo>
                  <a:lnTo>
                    <a:pt x="306" y="18"/>
                  </a:lnTo>
                  <a:lnTo>
                    <a:pt x="334" y="10"/>
                  </a:lnTo>
                  <a:close/>
                </a:path>
              </a:pathLst>
            </a:custGeom>
            <a:solidFill>
              <a:srgbClr val="D8D8D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spTree>
  </p:cSld>
  <p:clrMapOvr>
    <a:masterClrMapping/>
  </p:clrMapOvr>
  <p:transition spd="slow">
    <p:wipe dir="r"/>
  </p:transition>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2002-06-07T19:31:40Z</dcterms:created>
  <dc:creator>Myles A. Hassell</dc:creator>
</cp:coreProperties>
</file>